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75" r:id="rId3"/>
    <p:sldId id="363" r:id="rId4"/>
    <p:sldId id="256" r:id="rId5"/>
    <p:sldId id="458" r:id="rId6"/>
    <p:sldId id="320" r:id="rId7"/>
    <p:sldId id="258" r:id="rId8"/>
    <p:sldId id="557" r:id="rId9"/>
    <p:sldId id="558" r:id="rId10"/>
    <p:sldId id="512" r:id="rId11"/>
    <p:sldId id="559" r:id="rId12"/>
    <p:sldId id="560" r:id="rId13"/>
    <p:sldId id="610" r:id="rId14"/>
    <p:sldId id="611" r:id="rId15"/>
    <p:sldId id="365" r:id="rId16"/>
    <p:sldId id="364" r:id="rId17"/>
    <p:sldId id="366" r:id="rId18"/>
    <p:sldId id="367" r:id="rId19"/>
    <p:sldId id="257" r:id="rId20"/>
    <p:sldId id="612" r:id="rId21"/>
    <p:sldId id="510" r:id="rId22"/>
    <p:sldId id="762" r:id="rId23"/>
    <p:sldId id="763" r:id="rId24"/>
    <p:sldId id="807" r:id="rId25"/>
    <p:sldId id="808" r:id="rId26"/>
    <p:sldId id="761" r:id="rId27"/>
    <p:sldId id="459" r:id="rId28"/>
    <p:sldId id="262" r:id="rId29"/>
    <p:sldId id="810" r:id="rId30"/>
    <p:sldId id="259" r:id="rId31"/>
    <p:sldId id="264" r:id="rId32"/>
    <p:sldId id="265" r:id="rId33"/>
    <p:sldId id="811" r:id="rId34"/>
    <p:sldId id="266" r:id="rId35"/>
    <p:sldId id="272" r:id="rId36"/>
    <p:sldId id="267" r:id="rId37"/>
    <p:sldId id="812" r:id="rId38"/>
    <p:sldId id="268" r:id="rId39"/>
    <p:sldId id="269" r:id="rId40"/>
    <p:sldId id="855" r:id="rId41"/>
    <p:sldId id="270" r:id="rId42"/>
    <p:sldId id="271" r:id="rId43"/>
    <p:sldId id="261" r:id="rId44"/>
    <p:sldId id="273" r:id="rId45"/>
    <p:sldId id="856" r:id="rId46"/>
    <p:sldId id="276" r:id="rId48"/>
    <p:sldId id="413" r:id="rId49"/>
    <p:sldId id="277" r:id="rId50"/>
    <p:sldId id="260" r:id="rId51"/>
    <p:sldId id="278" r:id="rId52"/>
    <p:sldId id="279" r:id="rId53"/>
    <p:sldId id="903" r:id="rId54"/>
    <p:sldId id="280" r:id="rId55"/>
    <p:sldId id="281" r:id="rId56"/>
    <p:sldId id="282" r:id="rId57"/>
    <p:sldId id="283" r:id="rId58"/>
    <p:sldId id="284" r:id="rId59"/>
    <p:sldId id="285" r:id="rId60"/>
    <p:sldId id="890" r:id="rId61"/>
    <p:sldId id="442" r:id="rId62"/>
    <p:sldId id="286" r:id="rId63"/>
    <p:sldId id="287" r:id="rId64"/>
    <p:sldId id="288" r:id="rId65"/>
    <p:sldId id="289" r:id="rId66"/>
    <p:sldId id="290" r:id="rId67"/>
    <p:sldId id="291" r:id="rId68"/>
    <p:sldId id="292" r:id="rId69"/>
    <p:sldId id="293" r:id="rId70"/>
    <p:sldId id="294" r:id="rId71"/>
    <p:sldId id="295" r:id="rId72"/>
    <p:sldId id="889"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7" d="100"/>
          <a:sy n="127" d="100"/>
        </p:scale>
        <p:origin x="162"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notesMaster" Target="notesMasters/notesMaster1.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09T20:20: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2781 13535 6 0,'0'0'34'0,"0"0"-24"0,0 0-3 0,0 0 4 0,-11 0-1 0,11 12-4 0,0-12-3 0,0 0 0 0,0 12-1 0,11-12-1 0,-11 12 1 0,0-1 1 0,13 2 0 0,-13 12 0 0,0-1 0 0,0-12-1 0,0 23 1 0,0 2-1 0,12 0 1 0,-12-2-2 0,12-11 0 0,-12 13 0 0,36 11 2 0,-36-11-1 0,25-25-1 0,-13 12 0 0,-12-12 0 0,12 1 2 0,0-13-1 0,0 12 1 0,0 0-1 0,12-12 0 0,1 0 0 0,11 12-1 0,-12-12-1 0,11 0 1 0,-10 0 0 0,35 0 2 0,-23 12-2 0,36 12 0 0,-37-24 1 0,13 23-1 0,-1-23-1 0,11 0 1 0,15 14-1 0,47-14 1 0,-60 0-1 0,59 0 0 0,-70 0 0 0,9 0 0 0,50 12 0 0,0-12 1 0,-49 0 0 0,1 0-2 0,11 0 2 0,-11 0-1 0,12 0 0 0,-13 0 1 0,0 0-1 0,12 0-1 0,2 0 2 0,-2 0-2 0,73 0 3 0,-71-12-2 0,9 12 1 0,2 0-1 0,0-14 1 0,71 3-1 0,-82 11 0 0,-2-12 0 0,-11 12 0 0,12 0 0 0,-12 0 1 0,-15 0-1 0,15-12 1 0,12 12-1 0,-12-12 0 0,0 12 0 0,11-12 0 0,85 12 0 0,-84 0 1 0,-1-12-1 0,13 12 1 0,-13 0 0 0,1-12 1 0,12 0-2 0,-13 12 1 0,1 0-1 0,-1-13 0 0,1 13 1 0,-13 0-1 0,169-12-1 0,-144 12 2 0,0 0-1 0,12 0 0 0,-12 0 0 0,-37 0 0 0,73 0 0 0,-24 0 0 0,84 0 1 0,-96-12-1 0,0 12 0 0,-2 0 1 0,2-12-1 0,61 12 0 0,-61 0-1 0,49 0 3 0,-63 0-2 0,-10 0 1 0,-1 0 0 0,13 0-1 0,0 0 1 0,-2 0-1 0,3-12 1 0,10 12-2 0,86 0 2 0,-61 0 0 0,-37 0 0 0,-11 0 1 0,-1 0 2 0,1-12-1 0,11 12-1 0,2 0 0 0,-3-12-1 0,2-1-1 0,12 13 0 0,-12-11 1 0,-1 11 2 0,0 0-2 0,1-13 0 0,-12 13 1 0,-1 0-2 0,0 0 1 0,12 0-1 0,-11 0 0 0,0 0 0 0,12 0 0 0,-13-11 1 0,85 11 3 0,-85 0-3 0,13 0 0 0,-13 0 0 0,1 0-1 0,12 11 0 0,-13-11 1 0,0 13-2 0,62-13 2 0,-62 0-2 0,72 0 2 0,-58 0-1 0,-2 0 0 0,1 0 0 0,-12 0 0 0,11 0 1 0,61 0-1 0,-73 0 0 0,-11 0 0 0,24 0 0 0,-12 0-1 0,-2 0 2 0,2 0 1 0,-1 11-2 0,13-11 0 0,-24 13 1 0,-3-13-1 0,4 12 0 0,-2-12 1 0,13 0-1 0,-13 0 0 0,13 0 0 0,-13 0 0 0,12 0 1 0,1 0-1 0,-13 0-1 0,0 0 2 0,1-12-1 0,-1 12 1 0,1 0 1 0,0-13-1 0,-14 13 0 0,15 0 0 0,-15-11 0 0,-11-2 0 0,13 2 0 0,-13-14 0 0,0 13 0 0,0-1 0 0,25-11-1 0,-37 13 1 0,36-2 0 0,-12-10 0 0,-12 11 0 0,1-14 0 0,0 2 0 0,-3 1 1 0,3-1-1 0,-25 0 0 0,12 12 0 0,0-14 2 0,2-9 0 0,-14 11-1 0,0-1 0 0,0 14 0 0,0-14-1 0,0 50-106 0,0-14 13 0</inkml:trace>
  <inkml:trace contextRef="#ctx0" brushRef="#br0">12567 13922 4 0,'24'-13'22'0,"12"13"-14"0,-23 0-5 0,23 0 0 0,-24 0 0 0,12 0 2 0,0 0 3 0,13 0-2 0,-13 0-1 0,11 0-2 0,14 0 0 0,48 0 1 0,-24 13-3 0,-1-13 3 0,-11 0 1 0,23 12-1 0,62-12 3 0,-38 0-4 0,74 0 2 0,-85 0-1 0,12 0-2 0,-13 12 0 0,1-12-1 0,0 12-1 0,0-12 0 0,84 0 0 0,-96 0 1 0,-1 0 0 0,12 0 1 0,-11-12-1 0,0 12 1 0,1-12 1 0,-14 12 0 0,12-12-1 0,-24-1 0 0,13 13-1 0,0 0 1 0,48-24 4 0,-49 13 0 0,49-26 6 0,-60 13-7 0,-2 0 0 0,-9-12 2 0,-2-2-1 0,24-33 2 0,-47 35-6 0,-1-1-1 0,-24 25-3 0,0 12-34 0,0 0-86 0</inkml:trace>
  <inkml:trace contextRef="#ctx0" brushRef="#br0">6568 13715 18 0,'-12'0'8'0,"12"-11"-2"0,0 11 5 0,-12 0 2 0,12 0 0 0,0-13 0 0,0 13-2 0,0 0 13 0,0 0-21 0,0 13-2 0,0-2 0 0,0 2 1 0,0 12 5 0,0-2-4 0,-13-10 0 0,13 11 0 0,0 24 0 0,13-35-2 0,-13 22 0 0,0 2 0 0,0-13 0 0,12 13 0 0,-12 23 2 0,0-36-1 0,12 25 0 0,1-13 0 0,-2-12-2 0,13 25 1 0,-12-13 0 0,0-12-1 0,0 11 2 0,0-9-2 0,-12-15 0 0,13 13 0 0,-2 0 0 0,2 1 1 0,-1-13 0 0,12 12-1 0,24 0 1 0,-23 1-1 0,-1-13 0 0,12 24 1 0,-1-36-1 0,-22 11 0 0,12 2 0 0,0 0 0 0,34 11 0 0,-33-12 1 0,21-12-1 0,-11 12 0 0,0-12 1 0,49 12 1 0,-50-12-2 0,15 12 0 0,22-12 1 0,-35 11-1 0,11-11 0 0,49 0 1 0,-49 0-1 0,1 13 0 0,59-13 0 0,-47 0 0 0,60 11 0 0,-60-11 0 0,0 0 0 0,10 0 0 0,-11 13 0 0,13-13 1 0,0 0-1 0,72 0 0 0,-60 0-1 0,-1 0 1 0,1-13 0 0,-12 13 1 0,11 0-1 0,-11 0 0 0,-13 0 1 0,13 0-2 0,84 0 1 0,-85 0 0 0,13-11 0 0,0 11 0 0,-12 0 0 0,-1 0 1 0,13 0-2 0,-13 0 1 0,1 0 0 0,0 0 0 0,-2 0 0 0,3 0 0 0,10 0-1 0,1 0 1 0,0 0 0 0,-1-13 1 0,86 2 1 0,-85 11-2 0,-2-12 1 0,15 12-1 0,-13 0 0 0,12 0 0 0,-1 0 0 0,73 0 1 0,-72 0-1 0,-12 0 0 0,0 0 0 0,11 0 0 0,1 0 0 0,0 0 0 0,0 0 0 0,-13 0 1 0,1 0 0 0,0 0-1 0,-12 0 1 0,12 0-1 0,-2 12 0 0,99-12 0 0,-49 0 0 0,-37 0 2 0,1 0-1 0,-36 0-1 0,72 0 0 0,-48 0 1 0,-1 0-1 0,1 0 0 0,-12 11 0 0,11-11 0 0,-11 0 1 0,-1 0 0 0,1 0 2 0,0 0 0 0,-1 0-2 0,0 0 0 0,1 0 0 0,-12 0-1 0,-13 0 1 0,0 0-1 0,13 0 1 0,-13 0-2 0,13 0 2 0,-1 0 0 0,13 0-1 0,61 0 2 0,-63-11-1 0,2 11 1 0,0-12-1 0,-1 12-1 0,-11-12 1 0,83 0-1 0,-83 12 0 0,-12 0 3 0,-1-12 0 0,0 0-1 0,2 12 0 0,-4-12-1 0,-9-1 0 0,12 0 0 0,-13 13 0 0,13-11 0 0,11-13 2 0,-24 0 1 0,-12-1-2 0,1 14 0 0,0-14-2 0,10 13 0 0,-11-12 1 0,37-24-1 0,-49 35 0 0,12-24 2 0,-24 2-1 0,12-2 3 0,-12 0-1 0,-12-11-1 0,12 1-1 0,0 9 1 0,-12-33 2 0,12 22-3 0,0 13 2 0,0-12-2 0,-12 24-1 0,12 11 0 0,0 1 0 0,0 0-10 0,0 12-58 0,0 12-29 0</inkml:trace>
  <inkml:trace contextRef="#ctx0" brushRef="#br0">11164 15059 43 0,'0'-24'22'0,"0"12"5"0,0-1-13 0,13 1-5 0,9 0-1 0,-9 0-1 0,11 12 0 0,2 0 0 0,-4 0 0 0,-9 0-2 0,-1 12-1 0,-12 12-1 0,12 1 2 0,-24 11-1 0,12 0-2 0,-12-11-1 0,-12 11 1 0,13-1-1 0,-15 2-1 0,14 11-14 0,12 0-53 0,0-24 4 0</inkml:trace>
  <inkml:trace contextRef="#ctx0" brushRef="#br0">11262 15652 140 0,'-13'-25'18'0,"13"25"-7"0,13-36 3 0,-13 36-21 0,11 0-122 0</inkml:trace>
  <inkml:trace contextRef="#ctx0" brushRef="#br0">8285 14925 20 0,'0'-11'5'0,"24"-13"-5"0,-11 11 0 0,23-24 7 0,-36 26 10 0,12-13 1 0,0 11-3 0,-12-10 3 0,0 23-5 0,0-12-2 0,0 12-4 0,0 0-4 0,0 0-3 0,0 12 0 0,-12 11 1 0,12 1 0 0,0-11 1 0,0 23 0 0,0-11 0 0,12 10 0 0,-12 2 1 0,12-1-1 0,-12 25 0 0,13-13-1 0,-2 13-1 0,0 11 1 0,15-11 0 0,-2-13-1 0,0 13 1 0,0-13-1 0,0 0 0 0,13-11 0 0,-13-1 1 0,0-12-1 0,12 0 1 0,1 1 0 0,-1-13 0 0,0 12 0 0,13 0 1 0,0-13 0 0,-2 13-1 0,13 2 0 0,-11-14 0 0,12 11-1 0,11 1 1 0,-11-11-1 0,11 11 0 0,0-24 0 0,-11 12 1 0,24 0-2 0,0-12 2 0,-1 13-1 0,1-13 1 0,12 0-1 0,12 11 0 0,-1-11 0 0,1 13-1 0,0-2 1 0,0 2 0 0,-13-13 2 0,14 12-1 0,-14-12-1 0,13 0 0 0,0 0 0 0,12 0 0 0,1 0 0 0,-15 0 1 0,15 0 0 0,-13 0-1 0,12 0 1 0,-13 0-1 0,14 0 0 0,-2 0 1 0,1 0-1 0,0 0 1 0,-11 0-1 0,22-12 0 0,-11 12 0 0,0-13-1 0,12 13 2 0,-12-11 0 0,1 11 0 0,-2 0 0 0,13 0-1 0,-12-13 1 0,-1 13 0 0,14-11-1 0,-13 11 2 0,0 0-1 0,12-13 1 0,0 13-1 0,-12 0-1 0,0 0 1 0,-12 0 0 0,-12 0-1 0,11 0 0 0,1 0 1 0,36-12 1 0,-24 0-1 0,0 12 0 0,-24-13 2 0,12 2-2 0,-24-2 0 0,-13 2-1 0,-11-2 2 0,-13 2 1 0,-23-13 2 0,-3-2 0 0,16 2-2 0,-26-11-1 0,1-13 0 0,22-1-1 0,-11-12 0 0,2-11 0 0,9 11 0 0,1 0-1 0,0 2 0 0,-24 9 1 0,1 15 2 0,-13 11-3 0,0 24-10 0,-37 0-40 0,1 12-69 0</inkml:trace>
  <inkml:trace contextRef="#ctx0" brushRef="#br0">12954 16619 63 0,'-24'-12'3'0,"24"-12"0"0,0 12-3 0,12 12 0 0,0 12 3 0,0 0 5 0,12 23 1 0,61 87 11 0,-37-61-13 0,13-2 0 0,23 26-2 0,13 13-2 0,13-3 0 0,10-10-1 0,-11-11 2 0,-12-26-2 0,-14 0 0 0,-20-35 2 0,-41-2 7 0,-9-11 1 0,-13-24-9 0,-35-37-1 0,-15 14-3 0,2-2 0 0,0 13 0 0,-1-12 1 0,13 23-1 0,24 25 0 0,0 0 1 0,0 25 0 0,-1 11 0 0,13-1 0 0,-11 2 0 0,-2 24-17 0,1-13-52 0,12-24 11 0</inkml:trace>
  <inkml:trace contextRef="#ctx0" brushRef="#br0">7886 17575 42 0,'0'-13'9'0,"0"2"1"0,12-14 1 0,-12 25 3 0,0-12 0 0,0 0-4 0,0 12-5 0,-12 0 0 0,-25 24 4 0,2 12-7 0,10 1 0 0,13 10 1 0,-1-9-3 0,2-2 0 0,11 12 0 0,0 13 0 0,0-2 0 0,24-9 0 0,48 10 0 0,-23-48 0 0,12-24 5 0,0-13-3 0,-1-10 0 0,0-2 0 0,-12-11 0 0,13-50-1 0,-61-82 1 0,-37 131-1 0,-70-11-1 0,46 60-1 0,-24 36 1 0,60 0 0 0,1 13 1 0,24-1 0 0,12-11-1 0,0 11 0 0,25 0 0 0,-13 13 1 0,12 11-1 0,-12-11 0 0,-11-1 2 0,-1-11 1 0,-24-13-3 0,-1 0 0 0,-35 1 0 0,12-37-1 0,24 0-1 0</inkml:trace>
  <inkml:trace contextRef="#ctx0" brushRef="#br0">8418 17853 97 0,'0'0'2'0,"11"0"24"0,15 0-11 0,-2 0-6 0,11 0-4 0,2 0-2 0,11 0-2 0,-11 0 0 0,11 0 0 0,1 0 2 0,-1-13-2 0,25 2-1 0,-48 11-8 0,-14-12-12 0,13 12-20 0,-24 0-33 0</inkml:trace>
  <inkml:trace contextRef="#ctx0" brushRef="#br0">9434 17720 67 0,'-12'-36'35'0,"0"-13"-19"0,-36-24 4 0,11 49-12 0,-11 24-3 0,0 0-2 0,-13 13-1 0,13 23-1 0,12 36 2 0,23-35-3 0,13 11-1 0,13-13 1 0,-1 15 0 0,12-26 1 0,12-13 0 0,0 2 1 0,1-37-1 0,-13 0 0 0,24-61-1 0,-24-24 1 0,2 0 1 0,-26 12-1 0,11 1 0 0,-11 11 0 0,0 13-1 0,0 35 1 0,-24 110 8 0,24 12-8 0,0 23-1 0,0 13 1 0,0-60 0 0,13 11-1 0,-2 1 0 0,0-13 0 0,2-12 0 0,11 0 1 0,0-35 1 0,-12-1-1 0,37-61 1 0,-13-10-2 0,12-26-2 0,-11 0 1 0,-25 37 2 0,0 23-2 0,1 25 0 0,-2 25-1 0,0 34 3 0,-11-21-2 0,13-2-16 0,-13 12 7 0,24 1 8 0,-24-37 1 0</inkml:trace>
  <inkml:trace contextRef="#ctx0" brushRef="#br0">9773 17357 83 0,'0'-13'4'0,"-13"2"13"0,-9-39-2 0,22 50-15 0,11 0 1 0,25 37-5 0,0 24-12 0,-12 11-13 0,1-11-21 0</inkml:trace>
  <inkml:trace contextRef="#ctx0" brushRef="#br0">10040 17853 25 0,'0'0'0'0,"-13"0"82"0,13 0-61 0,0-13-6 0,-11 2-5 0,-2-13-6 0,1-26-2 0,12-9-2 0,12-2 0 0,12 37 0 0,0 12 0 0,-13 12-1 0,14 0 0 0,-11 24 3 0,10-1-1 0,-24 15-1 0,11-2 0 0,0-1 0 0,2 15 0 0,-1-2 0 0,0-13 0 0,0 2 0 0,0-37 0 0,0 13 0 0,0-38 1 0,1 0-1 0,-1-10 0 0,24-39 1 0,13-9-1 0,-1 33 1 0,-11 27-1 0,-2 11 0 0,13 24 1 0,-24 24-1 0,-24-23 1 0,13 11-1 0,-1 12 1 0,0 0 0 0,12 1-1 0,-11-13 0 0,-1-13-1 0</inkml:trace>
  <inkml:trace contextRef="#ctx0" brushRef="#br0">12083 17805 16 0,'-12'0'4'0,"12"0"-21"0</inkml:trace>
  <inkml:trace contextRef="#ctx0" brushRef="#br0">11599 17696 67 0,'-13'0'33'0,"2"-12"-12"0,0 0-12 0,11 12-3 0,11 0 3 0,25 0-3 0,24 12-3 0,25-12-1 0,12 12 1 0,97 0-2 0,-146-12-1 0,110 0 2 0,-86 0 1 0,-59-12 0 0,-13-12 0 0,0-2-1 0,-25 3 0 0,1-1-1 0,0 12-1 0,-13-13 0 0,37 25-1 0,12 13 1 0,25 11 0 0,-1 0 0 0,0-12 1 0,-25 25 1 0,2-25 0 0,-26 24-2 0,-22-12 0 0,-1 11 0 0,-13 3 0 0,1-2-3 0</inkml:trace>
  <inkml:trace contextRef="#ctx0" brushRef="#br0">13051 17599 116 0,'-12'-24'17'0,"0"-13"-3"0,-1-11 2 0,13 35-9 0,0 13-6 0,0 25-1 0,0 24 0 0,0 46 0 0,0-57 0 0,0 10 0 0,25-1 0 0,-13 3 0 0,25-15 0 0,-15-22 1 0,16-2-1 0,-2-22 0 0,-12-2 0 0,12-34 1 0,13-26-1 0,-37-12 0 0,-12 13 0 0,-25 23 1 0,-23 1-1 0,0 35 0 0,-13 2 1 0,13 35-1 0,12 12 0 0,24 13 0 0,-1-1 1 0,13 1-1 0,13-1 0 0,11 0 0 0,0 13 1 0,11-2-1 0,-11 2 0 0,2-12 0 0,-13-13 0 0,-2-12 0 0,-11-11-2 0,0-1 0 0</inkml:trace>
  <inkml:trace contextRef="#ctx0" brushRef="#br0">13547 17768 67 0,'0'0'19'0,"24"0"14"0,0 0-9 0,73-13-2 0,-25 2-19 0,-11 11-2 0,11 0-1 0,-11 11-13 0,-1-11-28 0,13 13-47 0</inkml:trace>
  <inkml:trace contextRef="#ctx0" brushRef="#br0">14441 17514 74 0,'-11'0'17'0,"11"-37"19"0,0 13-9 0,-11 0-7 0,11 13-10 0,0 11-9 0,0 11 0 0,0 26 0 0,11 23-2 0,0-11 2 0,2 60-1 0,-1-38-2 0</inkml:trace>
  <inkml:trace contextRef="#ctx0" brushRef="#br0">9604 14370 49 0,'0'-26'24'0,"24"-22"5"0,-24 24-8 0,0 13-9 0,0 11-7 0,-36 72-3 0,12-35-1 0,11 35 0 0,13 37 1 0,24-12-2 0,13-25 1 0,72 24 1 0,-37-83-1 0,49-37 3 0,-73-12-2 0,-11-13 0 0,-13-11-1 0,-24-2 1 0,-61-70-1 0,-35 47-1 0,59 74 1 0,1-2-1 0,-1 26 0 0,2 22 0 0,22 14 1 0,1 24-1 0,12-2-1 0,0 3 1 0,0 23 1 0,0-13-2 0,12-12-1 0,25 1-82 0,-26-61 31 0</inkml:trace>
  <inkml:trace contextRef="#ctx0" brushRef="#br0">10184 14503 110 0,'0'0'0'0,"36"-37"15"0,25 25-5 0,24 12-2 0,-13 0-4 0,0 0-2 0,-11 12-2 0,12 12-7 0,-25-24-15 0,1 13-19 0,-25-13-19 0</inkml:trace>
  <inkml:trace contextRef="#ctx0" brushRef="#br0">10946 14272 72 0,'0'0'0'0,"0"-23"47"0,0 23-32 0,0 23-8 0,12 25 0 0,-12 26-4 0,0 35-1 0,0 12-15 0,0-14-84 0</inkml:trace>
  <inkml:trace contextRef="#ctx0" brushRef="#br0">12265 15445 12 0,'0'0'0'0,"12"-48"19"0,0 24-5 0,-12 11 6 0,0 13-3 0,-12 26-4 0,-25 33 0 0,1 26-6 0,-12 121 1 0,35-49-6 0,74-109 9 0,36-83 0 0,25-39-8 0,-51-46-1 0,-71 11-4 0,-49-12 0 0,-10 97 2 0,33 72 0 0,26 86 1 0,26 23 1 0,-26 0 0 0,-26-48 0 0,-9-49-57 0,23-49-3 0</inkml:trace>
  <inkml:trace contextRef="#ctx0" brushRef="#br0">12725 15712 100 0,'0'0'0'0,"72"-24"22"0,12 36-17 0,1 11-56 0,-73-10 7 0</inkml:trace>
  <inkml:trace contextRef="#ctx0" brushRef="#br0">13293 15567 46 0,'12'-12'6'0,"73"-37"29"0,22 49-9 0,-44 73-21 0,-52 36-3 0,-85 24-2 0,-21-61 2 0,58-24 1 0,122 1-6 0,47-25-97 0</inkml:trace>
  <inkml:trace contextRef="#ctx0" brushRef="#br0">14658 16352 82 0,'0'0'0'0,"14"-11"37"0,22 11-34 0,-1 0-2 0,26 11-4 0,0 2-29 0,0-2-25 0</inkml:trace>
  <inkml:trace contextRef="#ctx0" brushRef="#br0">15675 16522 18 0,'13'0'16'0,"35"0"15"0,-24-12-3 0,-11 0-8 0,-2 12-15 0,-11-12-4 0,24 0-1 0,1-1-5 0,11 13-24 0,0 0-31 0</inkml:trace>
</inkml:ink>
</file>

<file path=ppt/ink/ink2.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5-01-17T06:41:58"/>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25581 7735 19 0,'0'0'8'0,"0"0"34"0,0 0-3 0,28 0-31 0,-28 0 17 0,0 0-23 0,0-27 0 0,0 27 0 0,0-28-1 0,0-55 5 0,0 55-5 0,0 28 0 0,0 0 0 0,0 0-1 0,26 0 0 0,-26 56 0 0,56 54 1 0,-30-54-1 0,2-1 1 0,107 0-1 0,-107-55 1 0,-2-28-1 0,-26 1 1 0,28-28-1 0,-28 27 1 0,0-138 0 0,0 111 0 0,0 27 1 0,-28 28 1 0,28 0 1 0,0 0-4 0,0 0 0 0,28 138 0 0,-28-82 1 0,28 27 0 0,-2 82 0 0,-26-54-1 0,0 0 1 0,28-1-1 0,-56 111 1 0,2-167 0 0,-2-54-2 0,-26 29 3 0,26-29-1 0,-26 0 0 0,0-29 2 0,-55-108 1 0,109 82-2 0,0-28-2 0,28 0 0 0,215-110-41 0,-133 193-27 0,-56 0 10 0</inkml:trace>
  <inkml:trace contextRef="#ctx0" brushRef="#br0">25282 8758 36 0,'0'0'16'0,"0"-29"0"0,0 29 5 0,0 0-6 0,28 0 3 0,-28 0-9 0,-28 0-4 0,0 0-2 0,2 29-2 0,-2-29 0 0,0 28 0 0,-26-1 0 0,28 27-1 0,-30-25 0 0,30 25 0 0,-29-25 1 0,1 54-1 0,-28-29 0 0,28 3 0 0,-28 24 0 0,0 2 0 0,28-26 0 0,-27-3 0 0,27 1 0 0,-2 0 0 0,-26 1 0 0,28-1-1 0,-28 0 1 0,28-27 0 0,27 27 0 0,-27 0 0 0,0-27 0 0,-2 27 0 0,2 1-1 0,0-1 1 0,0 0 0 0,-1 1 1 0,1-29-2 0,26 1 3 0,2-1-1 0,-2 1-1 0,2-28 0 0,26 28 0 0,-28-1 1 0,0-27-1 0,28 0 1 0,-26 28-1 0,26-28 0 0,0 0 1 0,0 0-1 0,0 0 1 0,0 0-6 0,-28 28-22 0,28-28-49 0</inkml:trace>
  <inkml:trace contextRef="#ctx0" brushRef="#br0">22588 11023 24 0,'0'0'29'0,"0"-27"-11"0,0 27-4 0,0 0-6 0,0-28-1 0,26 28-1 0,2-28 1 0,-28 28-1 0,28 0-2 0,-2 0 0 0,-26 0-1 0,28 0-2 0,-1 28 0 0,-27 27 0 0,0-27 0 0,27 0 0 0,-27 27 0 0,0-27 0 0,-27 27 0 0,0-28 0 0,27 1 0 0,-54-28 0 0,-28 55 0 0,54-55-1 0,28 0 0 0,0 0 1 0,28-27-3 0,-28-1 1 0,54 0 0 0,-26 1 0 0,26-1 0 0,-27 1 0 0,55-29 1 0,-56 29 0 0,28-29 0 0,2 29 0 0,26-56 1 0,-56 55 0 0,-26 28 1 0,0-28 0 0,0 28 0 0,-26 0 0 0,-2 0-2 0,0 0 0 0,2 0 1 0,-2 28-1 0,0 0 0 0,2 27 0 0,-2-27 0 0,28 27 1 0,-26 28-1 0,52-83 1 0,-26 28 0 0,28-1-1 0,-2 1-1 0,30-28-4 0,-2 27-14 0,-26-27-25 0,26 28-14 0</inkml:trace>
  <inkml:trace contextRef="#ctx0" brushRef="#br0">23404 11217 51 0,'0'0'20'0,"0"-28"-1"0,0 1 0 0,0 27 3 0,0 27-20 0,0 1 1 0,0 110 2 0,0-83-4 0,0 28 0 0,0-55 0 0,0-2-2 0,28 3 1 0,-28-29-10 0,0 0-20 0,0 0-56 0</inkml:trace>
  <inkml:trace contextRef="#ctx0" brushRef="#br0">23458 10028 15 0,'0'0'24'0,"0"0"-5"0,0-27 9 0,28-1-16 0,-28 28-2 0,0 0-2 0,0 0-2 0,0 0 4 0,0 28-9 0,-28 82 0 0,2-82 0 0,-30 110 1 0,30-83-2 0,-2 1 0 0,0-1 1 0,28-27-1 0,0-1 1 0,0-27 0 0,0 0 8 0,0 0-7 0,28 0-1 0,-28 0 0 0,54 0 1 0,2 0 0 0,-2 0 1 0,28 0-1 0,-1 0 1 0,-27 0-1 0,0 0-1 0,-26 0 0 0,0 0-1 0,-2 0 1 0,-26 0-8 0,0 0-24 0,28 0-61 0</inkml:trace>
  <inkml:trace contextRef="#ctx0" brushRef="#br0">25527 10692 20 0,'26'0'16'0,"30"-28"0"0,-56 28-2 0,26 0-4 0,2 0-2 0,0 28-2 0,-2-1 0 0,2 56 0 0,-28-28-3 0,0 28-1 0,0-27-1 0,-28-29 1 0,-26 56 1 0,26-55-1 0,2 0 0 0,-2-1 6 0,0-54 0 0,28 27-5 0,28-28-3 0,0 0 1 0,-2-27-1 0,30 0 0 0,-30-1 1 0,2 1-1 0,53 0 0 0,-27 0 0 0,-26 27 1 0,-2 0-2 0,2 1 2 0,-28-1-1 0,-28 0 0 0,2 28 0 0,-2 0 0 0,-26 0 0 0,-27 139 0 0,53-84 0 0,28 28 0 0,28-28 0 0,-28 0 0 0,108 56 0 0,-27-83 0 0,-53-1-11 0,26-27-29 0,-26 0-40 0</inkml:trace>
  <inkml:trace contextRef="#ctx0" brushRef="#br0">26207 11244 57 0,'0'0'0'0,"0"-27"30"0,82-56 10 0,-28 83-35 0,-26-28-1 0,-2 28-2 0,2 0-1 0,0 0 0 0,-28 28 0 0,26 27 0 0,-52-27 0 0,26 27-1 0,-28 0 0 0,-26 1 0 0,26-1 0 0,0-27 0 0,2-1 1 0,-2-27-1 0,28 28 0 0,0-28 1 0,54 0 0 0,28 0 1 0,-26 0-1 0,106-55-23 0,-107 55-67 0</inkml:trace>
  <inkml:trace contextRef="#ctx0" brushRef="#br0">24003 11106 30 0,'0'0'16'0,"0"0"4"0,0-27 24 0,0 27-35 0,0 0-3 0,0 0-1 0,0 0-2 0,27 0 0 0,-27 0-1 0,54 0 0 0,110 0 3 0,-82 0-4 0,108 27 2 0,-81-27-2 0,-1 0 0 0,56 0-1 0,-137 0 1 0,-27 0-1 0,0 0 2 0,0 0-1 0,0 0-1 0,-55-27 0 0,55 27 0 0,-26-28 0 0,26 28-2 0,-28-28 1 0,2 1-1 0,26 27 2 0,-28-28 0 0,0 28 0 0,28-28 1 0,0 28-1 0,0-27 0 0,28 27 0 0,26 0 1 0,55 27 2 0,-82 84 0 0,-81-56-1 0,26-27-2 0,-26 0 0 0,54-1-3 0,-26 1-112 0</inkml:trace>
  <inkml:trace contextRef="#ctx0" brushRef="#br0">25772 9420 23 0,'0'0'11'0,"0"-55"18"0,27 55-5 0,-27-54-2 0,0 25-3 0,0 1-3 0,0 2-6 0,0-3-4 0,0 29-1 0,0-26-2 0,0 26 0 0,0 0 0 0,0 0-3 0,0 0 1 0,0 55-1 0,0-1 0 0,0 29 0 0,0 0 1 0,0 0-1 0,0 27 2 0,0 1-1 0,27-1 0 0,-27 1-1 0,0-28 0 0,0 0 0 0,0-28 0 0,0-27 0 0,0-1 1 0,0-27-1 0,0 28-1 0,0-28-10 0,0-28-7 0,0 28-10 0,27-27-17 0,-27-1-14 0</inkml:trace>
  <inkml:trace contextRef="#ctx0" brushRef="#br0">25663 10001 27 0,'0'-28'18'0,"-28"0"9"0,28 28-3 0,0-27-4 0,-26 27-4 0,26 0 0 0,0 27-14 0,0 29 1 0,0-1-1 0,26 0 0 0,30 28 3 0,-30-55-3 0,2-1 2 0,-1-27 1 0,27 0 1 0,0-27-1 0,-26-1 1 0,54-82 0 0,-28 27-5 0,-26 27 0 0,-2 29-1 0,-26 27-9 0,0 0-38 0,0 27-68 0</inkml:trace>
  <inkml:trace contextRef="#ctx0" brushRef="#br0">27024 10968 43 0,'-28'0'7'0,"28"0"3"0,0 0 6 0,28 0-2 0,-28 0-3 0,81 0 1 0,-54 0-7 0,54 0 5 0,111 28 4 0,-84-28-7 0,29 27 0 0,135-27 2 0,109 0-2 0,-299 0-5 0,-1-27 2 0,-81 27 1 0,-27 0-5 0,0 0-1 0,0 0-6 0,-1-28-7 0,2 28-3 0,-2 0-4 0,0-28-14 0,2 1 27 0,-2-1 6 0,0 0 3 0,28 28 1 0,0-27 8 0,-26 27 5 0,52-28-1 0,-26 28-4 0,28 0 1 0,26 28-1 0,-26-28-5 0,-28 55-2 0,0 0 0 0,0-27-1 0,-54 27 0 0,26 1-2 0,-26-29-3 0,26 1-18 0,0 0-29 0,28-28-25 0</inkml:trace>
  <inkml:trace contextRef="#ctx0" brushRef="#br0">28847 10775 51 0,'0'-28'16'0,"27"0"4"0,28-27 16 0,-1 27-26 0,-26 28-2 0,26 0-2 0,0 0-2 0,0 28-1 0,-54 27-2 0,28 1 1 0,-28-1-1 0,0 28 0 0,-28-28 1 0,-26 0-2 0,26 1 2 0,-26-56-1 0,28 27 1 0,26-27 0 0,26-27 0 0,28-29-1 0,28 29-1 0,0-56 0 0,0 0 0 0,-1 0-1 0,-53 28 1 0,54-28 1 0,-82 55-1 0,0 28 0 0,-28-28 0 0,0 28-1 0,2 28 1 0,-56 0 0 0,55 55 1 0,0-28-1 0,0 28 0 0,27-28 0 0,27 28 0 0,0-28 0 0,28-27-6 0,-1 27-19 0,28 1-15 0,26-29-43 0</inkml:trace>
  <inkml:trace contextRef="#ctx0" brushRef="#br0">29827 11079 47 0,'0'0'0'0,"-28"-28"25"0,28 28-6 0,0-28 1 0,0 1-5 0,0-1-5 0,54 0-5 0,2 28 1 0,-2 0-1 0,-26 0-1 0,-2 28-2 0,2 0 0 0,-28 27 0 0,0-27 1 0,0-1 0 0,-28 29-1 0,2-29 0 0,-2 1-1 0,0-28 0 0,2 27 0 0,26-27-1 0,0 0-1 0,26 0 1 0,56 28 0 0,-28 0 0 0,-26-1 0 0,0 29 0 0,-28-29 0 0,-28 1 1 0,0 0 1 0,-52-28 1 0,24 27-1 0,2-27-1 0,0 0-2 0,26 0-71 0,28-27-18 0</inkml:trace>
  <inkml:trace contextRef="#ctx0" brushRef="#br0">23839 11908 28 0,'0'0'0'0,"-26"0"8"0,26-29 8 0,26 29 6 0,-26 0-8 0,0 0-6 0,0 0-2 0,0 0 1 0,0 0-2 0,28 0-1 0,-2 29 1 0,2-3-1 0,0-26 1 0,-2 57-1 0,29-31-1 0,-1 2 0 0,28 27 0 0,0-26 1 0,0-1-2 0,-28-2 1 0,109 29 0 0,-81-27-1 0,0 1-1 0,0-3 0 0,107 31 0 0,-107-31-1 0,0 2 0 0,0 1 0 0,26-3 1 0,83 2 0 0,-109-1-1 0,26-27 1 0,-26 0-1 0,163 28 1 0,-163-28-1 0,-1 0 0 0,27 0 0 0,-26-28 0 0,28 28 0 0,-28-27 0 0,53-1 1 0,-53 2-1 0,26 26 0 0,-26-29 0 0,0 1 0 0,-28 2 1 0,27 26 1 0,-25-29-2 0,-2 1 0 0,28 28 1 0,-28-26 0 0,0-3 0 0,28 1 0 0,-27 2 0 0,27-29 0 0,26 27-1 0,1-27 0 0,-27 26 0 0,-2 1 1 0,-24 2-1 0,-30-3 1 0,30 1 0 0,-56 2 1 0,82-31 1 0,-56 31-2 0,29-3 0 0,-28 3 0 0,0-2-1 0,0 28 0 0,0-29 1 0,1 29-1 0,-28-26 1 0,0 26 0 0,-28 0 0 0,1 0-1 0,0 0 0 0,0 26 0 0,-55-26 0 0,56 0 0 0,-56 0 0 0,26 0 0 0,2 0 0 0,0 0 0 0,-28-26 0 0,110 26-1 0,-28 0 1 0,54-28 0 0,-28 28 0 0,2 0 0 0,0 0 0 0,-2-29 0 0,56 29 0 0,-26 0 0 0,-30 0 0 0,-26 0 0 0,28 0 0 0,-28 0 0 0,27 29 0 0,-27-29 1 0,0 0-1 0,0 28 1 0,0-2 0 0,-27 3-1 0,27 25 3 0,-28 29 2 0,2-28-3 0,26 2-1 0,0-31 0 0,0 2-1 0,0 1 0 0,0-29-18 0,0 26-131 0</inkml:trace>
  <inkml:trace contextRef="#ctx0" brushRef="#br0">26533 8703 46 0,'0'-28'21'0,"0"28"-4"0,0 0 5 0,0 28-14 0,0-2-4 0,56 31 1 0,-30-30 1 0,165 193 4 0,-109-137-7 0,26 0-2 0,-26 29 0 0,245 163 4 0,-219-220-3 0,1 28-1 0,-27 0 1 0,54 28 0 0,-82-28-1 0,1-28 0 0,-1 28-1 0,-26-55 1 0,26-1-1 0,-28 1 0 0,2-1 2 0,-28-27-2 0,0 0-48 0,0-27-52 0</inkml:trace>
  <inkml:trace contextRef="#ctx0" brushRef="#br0">28139 9945 57 0,'0'0'8'0,"-54"-55"26"0,54 27-17 0,0-27 7 0,26 55-21 0,-26 0 1 0,28 0-1 0,0 83 6 0,-2-28-7 0,-26 1-1 0,28-1 1 0,-28 0 0 0,0-27 0 0,0 27 2 0,-28-27 1 0,-26-1 1 0,-136 29 6 0,109-56-6 0,-29 0-3 0,-26 0 2 0,109-28-3 0,27 28-2 0,55 0-23 0,53 0-128 0</inkml:trace>
  <inkml:trace contextRef="#ctx0" brushRef="#br0">25990 12542 67 0,'0'0'0'0,"0"-27"7"0,-56-1 17 0,56 28-3 0,-26-26-5 0,26-3 3 0,0 29-15 0,54 83 0 0,-26-28-2 0,-2 0-1 0,30 1 0 0,24 82-1 0,-52-111-4 0,-28 1-5 0,0-28-6 0,27 28-4 0,-27-28-3 0,27 0-5 0,0-28-6 0,1-27-1 0</inkml:trace>
  <inkml:trace contextRef="#ctx0" brushRef="#br0">26343 12570 11 0,'0'-28'9'0,"0"-53"19"0,-28 24-2 0,28 31 0 0,-26-3-5 0,-29 29-5 0,1 55-5 0,0 2-3 0,26-3-3 0,-26 56-2 0,-28 84-4 0,82-139-17 0,-28 0-60 0,28-27 28 0</inkml:trace>
  <inkml:trace contextRef="#ctx0" brushRef="#br0">26561 16245 5 0,'0'0'6'0,"0"0"52"0,0 0-41 0,0 0-11 0,-28 0-2 0,28 0 2 0,0 0 0 0,0 0 24 0,28 0-27 0,-28-28-2 0,28 28 1 0,26-27-1 0,-27 27-1 0,0 0 1 0,28 0 0 0,81 0 0 0,-54 0 0 0,26 0 0 0,109 0 1 0,-79 0-1 0,24 0 0 0,83 0-1 0,-136 0 0 0,-27 0 0 0,-2 0 0 0,-52 0 0 0,0 0 1 0,-28 0-2 0,0 0 2 0,0-28-2 0,0 28 1 0,0-27-2 0,-28-1 2 0,0 28 0 0,2-28-1 0,-2 1 1 0,-26-1 1 0,0-27-2 0,-27-1 2 0,53 29-1 0,0 27 0 0,28 0 1 0,0-28 0 0,28 28-1 0,26 28 1 0,1-28 0 0,-1 55 0 0,-26 0 0 0,26 1 0 0,-54-29 0 0,26 29 1 0,-26-29 0 0,-26 28 0 0,-2 1-1 0,2-29 0 0,-56 29-19 0,82-29-30 0,0 1-34 0</inkml:trace>
  <inkml:trace contextRef="#ctx0" brushRef="#br0">28766 16079 56 0,'-28'0'25'0,"2"-27"-11"0,26-29-1 0,0 29-4 0,26-1-3 0,28 0-2 0,1 1 0 0,27-1 0 0,-28 28 0 0,164 138-1 0,-218-82-2 0,-28 82 2 0,2-83-2 0,-30 0 0 0,30-27 0 0,-56 0 4 0,164-111-3 0,-28 0-2 0,28 28 1 0,0-28-1 0,-1 0 0 0,-27 27 0 0,0 1-1 0,-54 27 1 0,0 1 0 0,-54 54-2 0,-27 29 3 0,54-1-2 0,-28 56 1 0,55-56 0 0,0 0-1 0,28 0-1 0,189 56-89 0,-189-83 58 0</inkml:trace>
  <inkml:trace contextRef="#ctx0" brushRef="#br0">29881 16245 74 0,'0'0'0'0,"0"0"27"0,0-55-11 0,54 55-3 0,28-55-6 0,-28 55-2 0,2-28-2 0,-2 28-3 0,-54 28 1 0,0-1 1 0,0 56 0 0,-28-28-1 0,-26 1 0 0,0-1 0 0,26 0-1 0,28-27 0 0,0-1 0 0,28-27 0 0,26 0-1 0,28 0-9 0,27 0-19 0,27-27-70 0</inkml:trace>
  <inkml:trace contextRef="#ctx0" brushRef="#br0">30997 16135 32 0,'28'0'23'0,"53"0"-7"0,27-28 2 0,2 28-3 0,-2-28-2 0,29 28-3 0,25-27-2 0,2 27-2 0,27 0 0 0,108-28-2 0,-163 28-3 0,-54 0-1 0,-28 0 0 0,-26 0-1 0,-28 0-1 0,0 0-1 0,0-28-2 0,-28 1-1 0,2 27-1 0,-2-28 0 0,-26 0 1 0,54 1 3 0,-56-1 2 0,30 0 1 0,-2 28 2 0,1 0 3 0,27 0 0 0,27 0 10 0,1 0-8 0,26 56-2 0,-26-29-2 0,-2 1-1 0,-26 27 0 0,0-27-1 0,-26 0-5 0,-2 27-24 0,0-27-28 0,28-28 12 0</inkml:trace>
  <inkml:trace contextRef="#ctx0" brushRef="#br0">33038 15941 64 0,'28'-55'18'0,"54"-1"13"0,-1 29-17 0,27-1-5 0,-26 28-5 0,0 0 5 0,0 0-2 0,-28 0-3 0,-27 55 1 0,-27 1-1 0,0 27 0 0,-27-28-2 0,-27 0 1 0,26-27-1 0,2 0 2 0,-2-1-1 0,28-27 0 0,0 0 0 0,0 0-2 0,28-55-1 0,-2 27-3 0,29-27-1 0,-1 0 0 0,28 27 0 0,-28-55 0 0,28 0 0 0,-28 28 2 0,-26 27 2 0,-28 28 2 0,-28 0 2 0,-80 83 1 0,80-28-3 0,-26 56 0 0,54-56-2 0,190 111-62 0,-162-138 32 0,26-28 9 0,-54 0 14 0,28 0 6 0,-2-28 28 0,2 1-11 0,-1-1 0 0,27 0-3 0,-26 1-2 0,108-29 13 0,-136 29-18 0,54 27-2 0,-26 27 0 0,-28-27-1 0,26 56 3 0,-26-1-4 0,-26-27 0 0,-2-1-1 0,0 1-1 0,28-1 1 0,-26 1-1 0,26-28-1 0,26 0 2 0,2 0-2 0,26 28 2 0,1-28-2 0,-28 27 1 0,0 29 0 0,-27-29 0 0,-81 29 2 0,27-29-2 0,-28 1-2 0,0-1-14 0,28-27-30 0,54 28-74 0</inkml:trace>
  <inkml:trace contextRef="#ctx0" brushRef="#br0">25064 16107 78 0,'0'0'0'0,"-28"-28"28"0,2 1-15 0,80-56 2 0,0 27-7 0,0 56-5 0,56-27 3 0,-28 54 1 0,-28 29-6 0,-81 110 6 0,0-84-5 0,-55-54-1 0,54 27 1 0,-26-27 4 0,26-28-3 0,56 0-1 0,0-28-1 0,26-27-1 0,0 27 0 0,28-27-1 0,-1-28 2 0,-27 28-1 0,2 0 0 0,-30-1 0 0,2 29 0 0,-28-1 1 0,-28 0-1 0,-26 28 0 0,26 28 0 0,-26 83 1 0,54 55-1 0,0-111 0 0,54 0-2 0,-26 0-6 0,26 1-14 0,2-29-24 0,-2 1-48 0</inkml:trace>
  <inkml:trace contextRef="#ctx0" brushRef="#br0">26098 16383 70 0,'0'0'37'0,"0"-27"-19"0,0 54 19 0,0 111-27 0,0-110-8 0,0 55-1 0,0-55-2 0,28 27-9 0,-28-55-17 0,54 28-86 0</inkml:trace>
  <inkml:trace contextRef="#ctx0" brushRef="#br0">26207 15333 13 0,'-27'0'14'0,"-1"0"-2"0,28 0-1 0,0 0 4 0,28 0 25 0,-28 0-28 0,109-55 5 0,-55 27-14 0,28 0-1 0,82-82 1 0,-29 27-1 0,1 0 0 0,28-28 1 0,407-274 5 0,-380 274-5 0,-1-55 0 0,1 56-1 0,216-139 3 0,-215 138-2 0,-29 1 0 0,-1 27 0 0,-24 0-1 0,51-111 1 0,-189 167-50 0,-54 54-16 0,54 1 11 0</inkml:trace>
  <inkml:trace contextRef="#ctx0" brushRef="#br0">26643 14697 86 0,'0'-26'6'0,"-28"-2"1"0,28 28 4 0,-26 0-5 0,-30 54 2 0,-24 29-1 0,-30 29-1 0,28-3 2 0,1 112-2 0,81-138-6 0,27-27 2 0,55-29 1 0,54-27 0 0,271-110-22 0,-134 27-92 0</inkml:trace>
  <inkml:trace contextRef="#ctx0" brushRef="#br0">29772 12681 76 0,'-27'-83'24'0,"27"-28"-14"0,0 85-5 0,0-31 2 0,0 31 12 0,0 52-19 0,0 31 2 0,0 24-2 0,82 85 0 0,-28-110 1 0,0-1-1 0,28-28 1 0,-28-27 0 0,2 28 1 0,-2-56 1 0,-27-54 6 0,-27-1-5 0,0 0-1 0,0-28-1 0,0-27 3 0,0 110-3 0,27 2 0 0,-27 26-2 0,27 0 0 0,1 166 2 0,26-29-2 0,-54 29 1 0,28 193 0 0,-56-166-1 0,-26-27 0 0,-28 55 7 0,27-165 1 0,1-29-1 0,0-27-1 0,0-55-4 0,26 0-3 0,0-1-8 0,2-27-13 0,26 1-24 0,26 26-68 0</inkml:trace>
  <inkml:trace contextRef="#ctx0" brushRef="#br0">30017 13759 80 0,'0'-28'23'0,"-26"28"-20"0,26 28 16 0,-28-1-5 0,0 56-4 0,28 28-4 0,-54 193 3 0,26-112-8 0,28-54 0 0,-54 83 10 0,27-110-7 0,0-28-2 0,0-28-1 0,0 28 0 0,0-83-6 0,27 0-2 0,-28 0-3 0,2-26-11 0,-2-31 16 0,0 31 4 0,2-31 1 0,26 57 4 0,0-26 3 0,0 26-1 0,0 0-3 0,0 26 3 0,0 2-2 0,26 1-1 0,2-3 0 0,-28 2-2 0,28 1 1 0,26-29-1 0,0 0-14 0,55-83-137 0</inkml:trace>
  <inkml:trace contextRef="#ctx0" brushRef="#br0">31214 13372 60 0,'-26'-28'14'0,"-29"-27"11"0,28-1-1 0,-28 29-9 0,29-28-4 0,26 55-2 0,0-28-5 0,26 56-2 0,29 27-1 0,53 28 2 0,30 27 1 0,24 28 0 0,1 28-2 0,29 0 1 0,25 28 0 0,-27-1-1 0,1 1-2 0,-55-30 2 0,-28-24-2 0,1-31 1 0,-27-26 0 0,-54-28-1 0,-2-27 1 0,-26 1-1 0,0-29 2 0,0-29-1 0,0 1-4 0,-54-219-24 0,54 164 22 0,0 0 4 0,0 26 1 0,0 31 1 0,0-3 1 0,0 29 0 0,0 0 2 0,54 55 1 0,-26 2 1 0,-2 26-1 0,2 0 1 0,0-28 0 0,-28 28 0 0,-28-29 0 0,0 1-2 0,-26-27-1 0,28-28-2 0,-2 0-4 0,0 0-27 0,56-28-112 0</inkml:trace>
  <inkml:trace contextRef="#ctx0" brushRef="#br0">29718 18621 11 0,'0'0'12'0,"0"-28"9"0,0-27 2 0,27 27 3 0,-27 1-8 0,0-1-7 0,27 1 2 0,-27 54-9 0,0 1-3 0,27 27 0 0,1-27-1 0,26 27 1 0,-26-55 1 0,26 28-1 0,-26-28 0 0,52-28 0 0,-24 0 1 0,-30 1-1 0,29-29 3 0,-28 1 1 0,-27 28-1 0,27-1 0 0,-27-27 0 0,0 27 5 0,0 28-5 0,0 0-2 0,0 0-3 0,0 28 1 0,0 27 0 0,28 28 0 0,-2 83 0 0,2-56 0 0,0 28 0 0,-28 1 1 0,26-29-1 0,-52 111 0 0,-30-165 0 0,-107 54 4 0,137-110 0 0,-2-29 1 0,0-25 0 0,28-56-4 0,82-1 0 0,0-27-1 0,135-56-11 0,-107 139-22 0,-56 27-92 0</inkml:trace>
  <inkml:trace contextRef="#ctx0" brushRef="#br0">29392 19782 34 0,'0'0'7'0,"26"-55"16"0,2 27 4 0,-2-27-1 0,2 27-4 0,-28 0-6 0,0 28-2 0,0-27-4 0,0 27-5 0,-28 0-3 0,-26 27-2 0,0 29 0 0,-219 220 0 0,165-165 0 0,-28 27 0 0,-27-29-2 0,-1 31 3 0,29-31-1 0,-1 3 0 0,-191 135 1 0,273-219-1 0,-2 0 0 0,56-1 1 0,0-27-2 0,-26 0 0 0,26 0-3 0,0 28-8 0,0-28-14 0,0 0-16 0,-28 0-6 0,28 28 2 0</inkml:trace>
  <inkml:trace contextRef="#ctx0" brushRef="#br0">27868 20665 35 0,'0'0'0'0,"0"-55"36"0,-28 55-14 0,28 0-1 0,0 0-11 0,-28 0-3 0,2 29-3 0,-84 191 6 0,84-137-7 0,26-28 0 0,-28 0 0 0,28-27-1 0,0 0 0 0,110-28 2 0,-30-28-4 0,2 0-9 0,0 28-31 0,-1-27-60 0</inkml:trace>
  <inkml:trace contextRef="#ctx0" brushRef="#br0">26315 21909 28 0,'0'0'11'0,"0"-28"4"0,0 28 2 0,28-55-2 0,26 27 3 0,2 1-11 0,-2-1-2 0,-28 28 0 0,30 0-2 0,-30 0-1 0,-26 28 0 0,28 27 1 0,-1 0-1 0,-27 84 1 0,-27-1 0 0,-55 0-1 0,82-138-1 0,0 0 7 0,28-28-8 0,-2-27 0 0,2-28 1 0,26 28-1 0,1-28-1 0,-1 0 1 0,0 0 1 0,0 55-1 0,2 1 0 0,-56-1 0 0,26 28 1 0,-52 0 1 0,-2 0-2 0,0 55 2 0,2 1-2 0,-30-1 0 0,56 0 1 0,-26 1 0 0,26 27-1 0,0-28 0 0,54-28-2 0,-26 1-11 0,26 0-26 0,28-1-18 0,-55-27 21 0</inkml:trace>
  <inkml:trace contextRef="#ctx0" brushRef="#br0">27433 22047 47 0,'0'0'0'0,"0"0"18"0,-28 0-7 0,28 56 6 0,-28-1-1 0,28 0-8 0,0 0-4 0,-26 1-2 0,26 27-1 0,0-56 0 0,0 27-5 0,26 3-31 0,-26-31-22 0</inkml:trace>
  <inkml:trace contextRef="#ctx0" brushRef="#br0">29935 19974 30 0,'0'0'0'0,"0"-54"45"0,0 25-24 0,0 29-7 0,0-26-5 0,-26 26-7 0,26 55 0 0,0-1 2 0,26 58-1 0,-26-3 1 0,28 31 0 0,-28-2 0 0,28-1-2 0,-2 139 2 0,-26-248-2 0,0 27-1 0,28-27 0 0,-28-28 0 0,0 28-4 0,0-1-44 0,0 1-10 0,0 0 20 0</inkml:trace>
  <inkml:trace contextRef="#ctx0" brushRef="#br0">29718 21992 25 0,'0'0'0'0,"0"0"21"0,0-28 1 0,0-27 28 0,27 55-45 0,0-28-1 0,54 1 3 0,-53 27-4 0,0 0-1 0,54 138 3 0,-82-110-4 0,0 27 1 0,-28 0-1 0,0 0 0 0,2 1 0 0,-30-56 0 0,30 27 2 0,26-27-2 0,0 0-1 0,54-27 1 0,-26-1-1 0,-2 0 0 0,56-82 0 0,0 55 1 0,-28-1-1 0,28-54 0 0,-82 82 1 0,0 28 0 0,0-28-1 0,0 28 1 0,0 0 1 0,0 0 2 0,0 0-4 0,-27 28 0 0,0 0-1 0,-1-28 1 0,28 27 0 0,0-27 0 0,0 0 20 0,0 0-20 0,0 0 0 0,0 0-4 0,0 28-14 0,0 27-37 0,-26 1-19 0</inkml:trace>
  <inkml:trace contextRef="#ctx0" brushRef="#br0">30017 21964 35 0,'0'0'0'0,"-26"0"21"0,-2 28-5 0,-26 27-1 0,54-27-5 0,-28 27-2 0,28-27-2 0,28 27 1 0,54-27 0 0,-56-28-7 0,28 0-8 0,83-28-104 0</inkml:trace>
  <inkml:trace contextRef="#ctx0" brushRef="#br0">30316 22213 36 0,'0'-28'44'0,"0"1"-29"0,28-1-3 0,54 1 4 0,-56 27-11 0,30 0 1 0,-2 27-1 0,-27 1-1 0,0 27-1 0,-27 0 3 0,-82 84-1 0,56-112-4 0,26 1-1 0,0-2 1 0,26-26 0 0,2 0-1 0,53 0-5 0,1 0-28 0,0-26-67 0</inkml:trace>
  <inkml:trace contextRef="#ctx0" brushRef="#br0">29745 21025 43 0,'0'0'0'0,"0"-56"41"0,-27 56-23 0,54-27-10 0,-27 27 0 0,54 27 0 0,-26 29-1 0,26-1-2 0,82 55 5 0,55-110 28 0,-164-55-33 0,0 0-3 0,27 27-1 0,-26 1-5 0,54-56-82 0,-56 83 6 0</inkml:trace>
  <inkml:trace contextRef="#ctx0" brushRef="#br0">30861 19699 58 0,'0'-28'8'0,"0"1"12"0,0-1-3 0,0 28 5 0,0 0-5 0,28 28-9 0,-2-1 0 0,2 29-2 0,54-1-2 0,-28-29-1 0,27 31-2 0,1 26 0 0,0 0 0 0,26 0-1 0,-26-2-1 0,27 30 1 0,81 82 0 0,-80-136 0 0,-29 26 0 0,165 81 0 0,-220-108 0 0,56 27 0 0,-55-56 0 0,-27-27 0 0,0 0 0 0,27 28 0 0,-27-28-2 0,-27 0-1 0,0-28 2 0,0 28 0 0,0 0 0 0,-55 28-6 0,28 0 6 0,26-28 0 0,28 0 0 0,0 27 2 0,28-27 9 0,-2 28-7 0,2-28-2 0,0 28 0 0,26-28 0 0,-27 0 0 0,0 27 1 0,0-27 3 0,27-27 3 0,-26-1 0 0,26-83 7 0,-54 56-12 0,28 27-1 0,-28 1-2 0,0-1-4 0,0 28-11 0,0 55-163 0</inkml:trace>
  <inkml:trace contextRef="#ctx0" brushRef="#br0">32685 21467 86 0,'0'-28'22'0,"0"1"-6"0,26-1-4 0,29-27-1 0,27 27-5 0,-28 0-1 0,0 28-1 0,0 0 1 0,2 83 1 0,-56-55-5 0,0 27 0 0,0-27-1 0,0 27 1 0,-56 28 2 0,30-28-2 0,-84 28 2 0,84-83-2 0,26 0 4 0,26-27-5 0,30-1 0 0,-2-55-1 0,0 28 0 0,28-28 0 0,27-28 0 0,-82 84 1 0,-54 27 2 0,27 0-1 0,-27 0-1 0,-1 27 1 0,2 29 0 0,-2 26 0 0,28-54 0 0,0 55 0 0,28-28-2 0,-2-27-4 0,2 82-173 0</inkml:trace>
  <inkml:trace contextRef="#ctx0" brushRef="#br0">33337 21716 58 0,'0'-28'28'0,"28"0"-6"0,80-55 25 0,-80 56-40 0,26 27 2 0,-26 27-7 0,-1 1 1 0,-27 27-1 0,0-27 1 0,0 0-1 0,0 27-1 0,-27-55 0 0,27 55 0 0,-28-27 0 0,2-1-2 0,-2-27 2 0,0 28 0 0,28-28-1 0,-26 0 1 0,80 0-3 0,-54 0 2 0,54 0 0 0,1 28-1 0,-28-1 0 0,0 1 1 0,-27 0-1 0,0 27 1 0,0-27 0 0,0-1 0 0,-27 1 1 0,-27 27 1 0,0-27-1 0,26-28 0 0,-54 27-1 0,0-27-155 0</inkml:trace>
</inkml:ink>
</file>

<file path=ppt/ink/ink3.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3-01-06T06:23:38"/>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25315 7463 8 0,'0'0'8'0,"12"-12"3"0,1-12-4 0,-1-1-1 0,12 1 1 0,-12 0-2 0,24 12-1 0,-12 0 0 0,13-1 0 0,-25 13 0 0,13-11-1 0,-3 11-1 0,-9 11-1 0,11 14 0 0,-11-13 1 0,-13 0-2 0,0 13 2 0,0-1-1 0,-25-12 2 0,0 12-2 0,3-12 0 0,-15 11 0 0,25-10-1 0,-13 0 1 0,25-13-1 0,-11 0 1 0,22 0 2 0,14-13-3 0,-1-11 1 0,12 12 0 0,-12-24 0 0,13 0-1 0,-2-1 1 0,2 13-1 0,-25 0 1 0,0 11-1 0,-12 2 4 0,-12 11-3 0,0 24-1 0,0 0 1 0,-13 0 0 0,14 13 1 0,11-13-1 0,-11 0 1 0,22 36 2 0,0-47-2 0,2-13-1 0,11 0 0 0,0 12-4 0,0-12-26 0,1 12-42 0</inkml:trace>
  <inkml:trace contextRef="#ctx0" brushRef="#br0">25872 7463 36 0,'0'-12'11'0,"0"-12"-1"0,0 24 1 0,0-12 5 0,12 12-7 0,-12 24-4 0,0 0 2 0,12 12-2 0,-12-11-1 0,0 23-1 0,0-25-1 0,0 1-1 0,0 14 0 0,0-26-1 0,-12-1-14 0,0 13-83 0</inkml:trace>
  <inkml:trace contextRef="#ctx0" brushRef="#br0">26766 7439 31 0,'0'-24'11'0,"24"0"-6"0,1 11-2 0,-1 13 4 0,1 0-2 0,-1 13-1 0,-12 11-2 0,0 12 0 0,-12-12 1 0,-12 0 0 0,0 1 1 0,-12-1-1 0,-1-12-1 0,13 0 0 0,0-12 2 0,0 0 0 0,12 0-1 0,12-12-1 0,12-12-1 0,13 0 0 0,-13-13 0 0,12 13 0 0,0-12-1 0,1-1 1 0,-25 1-1 0,-12 36 1 0,0-12-1 0,-12 12 1 0,-12 12 1 0,0 12 1 0,-1 12-1 0,25 1 0 0,-12-1-1 0,12-12 0 0,12 13-1 0,13-13 0 0,11 0-9 0,0-13-32 0,-12 2-13 0</inkml:trace>
  <inkml:trace contextRef="#ctx0" brushRef="#br0">27142 7524 32 0,'0'0'11'0,"0"-12"-2"0,11-1 3 0,14 13 4 0,-1-13-2 0,12 13-5 0,25 0-1 0,-37 13-7 0,-24 12 0 0,0-1 0 0,0 0 1 0,-24-12-1 0,-12 12 1 0,-1 0-1 0,13-11 0 0,12-13 1 0,0 12-1 0,12-12 0 0,12 0 1 0,49-12 0 0,-13 12-2 0,12 0-14 0,-11 0-85 0</inkml:trace>
  <inkml:trace contextRef="#ctx0" brushRef="#br0">32029 7451 15 0,'0'0'0'0,"0"-12"17"0,11 0-13 0,13 0-2 0,13-12 3 0,-2-1 0 0,2 13-2 0,0 0 0 0,-1 0 0 0,0-1 0 0,-12 13 0 0,-12 13 0 0,1 11 1 0,-13 0-1 0,0 13-1 0,-25-1-1 0,13-1 1 0,-12-9-1 0,-12 10 0 0,12-24 0 0,-1 0 2 0,13 0-1 0,12-12 0 0,0 0-2 0,12-12 0 0,2-12 0 0,33-12 1 0,-11 10 0 0,13-9-1 0,-13-1 0 0,0-1 1 0,-1 13-1 0,-9 0 0 0,-14 11 0 0,0 2 0 0,-12 22 0 0,-24 2 0 0,12 11 1 0,-13 0-1 0,14 13 1 0,-14-1-1 0,13-1 1 0,12 3-1 0,0-14 1 0,12 12-1 0,13-25-6 0,-3 2-16 0,-8-2-5 0,-2 2-4 0</inkml:trace>
  <inkml:trace contextRef="#ctx0" brushRef="#br0">32608 7548 13 0,'0'0'13'0,"13"0"-1"0,-1-12 8 0,0 12-10 0,0 0 0 0,0 0-3 0,-12 12-1 0,0 12-3 0,0-1-1 0,0 14-1 0,0 0 0 0,0-2 0 0,-12-11 0 0,12 26-2 0,0-39-10 0,0 2-20 0,-12-13-20 0</inkml:trace>
  <inkml:trace contextRef="#ctx0" brushRef="#br0">32512 7560 26 0,'0'0'5'0,"0"0"6"0,11 0 0 0,-11-12 8 0,25 0 4 0,24 12-7 0,11-12-5 0,25 0-6 0,-2-1-4 0,15 0-1 0,-13 13-8 0,-25 0-91 0</inkml:trace>
  <inkml:trace contextRef="#ctx0" brushRef="#br0">25291 11139 20 0,'-12'0'6'0,"12"0"1"0,-12 0 5 0,12-11 1 0,0-13-1 0,12 0-2 0,0-2-2 0,0-9 1 0,0 11 0 0,0 0-2 0,1 12-4 0,-1 12-2 0,-12 0-1 0,0 12 1 0,12 12 0 0,-12 12-1 0,12-13 1 0,0 3-1 0,12-2 1 0,1-24 0 0,-14 0 2 0,14 0 1 0,-1-36-1 0,1-1 1 0,-14 1 2 0,0-13-2 0,-11 13-1 0,0 0 0 0,0 23-1 0,0 2 0 0,0-2-1 0,13 37-1 0,11 49 0 0,-24-24 0 0,13 11 0 0,0 13-1 0,-13 12 1 0,0-14 0 0,-13 3 0 0,13-14 0 0,-13-11 1 0,1-13 0 0,0-24 0 0,-12 0 1 0,0-12 2 0,0-12-2 0,-2-12 1 0,4 0-1 0,-3-13-1 0,13-11 0 0,12 24-1 0,0-13-2 0,24 0-4 0,11 2-13 0,3-1-16 0,9 22-11 0,3-10-9 0</inkml:trace>
  <inkml:trace contextRef="#ctx0" brushRef="#br0">25775 11128 21 0,'0'0'16'0,"0"11"-5"0,0-11 1 0,0 24 7 0,12 0-2 0,-12 13-6 0,0 0-5 0,12-2-3 0,-12 15-1 0,12-15-1 0,-12 2-1 0,0-13-22 0,-12-11-49 0</inkml:trace>
  <inkml:trace contextRef="#ctx0" brushRef="#br0">26912 10983 29 0,'0'0'0'0,"0"-24"26"0,0 24-22 0,0 0-2 0,12 12 4 0,0 12 1 0,-12 12-2 0,36 37 2 0,-23-61-5 0,-1 0 0 0,24-12 10 0,-23-12-7 0,-2-12-1 0,-11-49 2 0,0 25-3 0,0 11 0 0,0 1-1 0,0 12-1 0,0 24 0 0,0 0-1 0,35 24 0 0,-22 24 0 0,13 1 0 0,-15 24 0 0,0-2-1 0,2 3 0 0,-13-2 0 0,0-24 2 0,0-11-1 0,-13-1 1 0,2-24 2 0,-26-12 1 0,13 0-2 0,-11 0-1 0,10-12-1 0,13-13-10 0,0 14-40 0,12-2-18 0</inkml:trace>
  <inkml:trace contextRef="#ctx0" brushRef="#br0">27251 11213 49 0,'0'0'0'0,"0"0"13"0,24-12-6 0,0-2 9 0,0 14-2 0,1 0-8 0,-1 14-3 0,-12 22-1 0,-12-12-1 0,0 0 1 0,-25 0 1 0,14-11-1 0,11-2 1 0,0-11-1 0,0 13 0 0,24-13 3 0,12-13-2 0,11 13-1 0,16-11-9 0,-41 11-53 0,3 11 10 0</inkml:trace>
  <inkml:trace contextRef="#ctx0" brushRef="#br0">32403 11043 35 0,'0'0'0'0,"0"0"16"0,0-12-9 0,0 0-2 0,0 12-2 0,0-12 0 0,13 12 0 0,-13 24-1 0,11-1-1 0,0 3 0 0,3 10 0 0,10-13 1 0,-12-10 0 0,12-2 1 0,0-11 0 0,-12-11-3 0,0-13 0 0,0 12 1 0,2-24-1 0,-14-1 1 0,0 1-1 0,0 12 1 0,0 0 0 0,0 11-1 0,0 1 1 0,0 24 0 0,11 25 0 0,-11-1-1 0,11 13 1 0,2-1-1 0,-13 23 1 0,0 3 0 0,0-2-1 0,-13 1 1 0,-9-13-1 0,-4-11 1 0,2-25-1 0,0 0 1 0,0-24 0 0,-12 0-1 0,11-13 1 0,1-10 0 0,12-13 0 0,0 0 0 0,12 11 0 0,24-11 0 0,-11 12-15 0,23 0-36 0,-24 24 17 0</inkml:trace>
  <inkml:trace contextRef="#ctx0" brushRef="#br0">32935 11357 35 0,'0'0'0'0,"0"0"16"0,0 0-7 0,0-11 4 0,0 11 0 0,12-13-5 0,-12 13-4 0,26 13-1 0,-26 11-1 0,11 0 0 0,-11 12-1 0,11 0 0 0,-11-11 1 0,0 11-1 0,0-24 1 0,0-1-2 0,0 2-3 0,0 0-25 0,-11-13-29 0,11 12 35 0</inkml:trace>
  <inkml:trace contextRef="#ctx0" brushRef="#br0">32825 11346 26 0,'0'0'5'0,"0"0"8"0,0-13 0 0,0 13 5 0,14-11-1 0,10 11-3 0,23-13-4 0,3 0-3 0,10 13-3 0,-12-11-2 0,13 11-1 0,-37-13-2 0,0 13-54 0,-11 0 1 0</inkml:trace>
  <inkml:trace contextRef="#ctx0" brushRef="#br0">28158 7499 4 0,'-12'-13'13'0,"24"2"-4"0,0-1-2 0,-12-12-1 0,24 12-1 0,0-13-1 0,-13 14-1 0,14 11-1 0,-25 0 1 0,25 0-2 0,-12 0-1 0,-13 0 0 0,11 11 1 0,0 14-1 0,-11-13 1 0,0 12-1 0,-11-12 1 0,11 12-1 0,-11-11 1 0,-2 11 0 0,-12-12 0 0,13 0-1 0,-1-12 1 0,-9 12 1 0,9-12 0 0,26-12 2 0,-2 12-3 0,0-12 0 0,27 0 0 0,-26-12-1 0,23-2 0 0,2 3 1 0,-13 11-1 0,0-24 0 0,-11 36 1 0,-1-13-1 0,-12 2 0 0,0 11 1 0,-12 11-1 0,12 14 1 0,-13-1 0 0,2-12 0 0,-2 24 0 0,13-11 0 0,0-1 0 0,0 0-1 0,13-1 1 0,-2-10-1 0,2-2-3 0,-1 2-13 0,0 0-10 0,0-13-11 0</inkml:trace>
  <inkml:trace contextRef="#ctx0" brushRef="#br0">28460 7608 6 0,'0'-13'12'0,"0"2"1"0,12-1-5 0,-12 0-1 0,12 0 0 0,0 12-2 0,1-12-1 0,-1 12-1 0,12 0 0 0,-12 0 1 0,12 0-1 0,-11 0 0 0,-13 12-1 0,0 0 0 0,0 0 1 0,-13 0 0 0,2-1-1 0,-26 2 0 0,-12 24 0 0,49-25-1 0,-12-12-1 0,0 0 1 0,12 12 0 0,24-12 0 0,-12 0 0 0,25 11-1 0,-25-11 1 0,24 13-1 0,-23-2 0 0,-2 13 0 0,-11-11 0 0,0-1 1 0,-24 0 0 0,13-12 0 0,-14 13 2 0,1-13-1 0,-13 0 0 0,13-13-2 0,12 13 0 0,-12 0-9 0,12 13-71 0</inkml:trace>
  <inkml:trace contextRef="#ctx0" brushRef="#br0">28448 10946 12 0,'0'0'6'0,"0"-12"-2"0,0 12 3 0,-12 0 2 0,0 0 1 0,0 25-1 0,-12 11-1 0,11 0 0 0,-23 13-2 0,24-1-2 0,-23 11-1 0,10 2-1 0,0-13 0 0,1 2 0 0,0-15 0 0,12-22 0 0,0 11 0 0,0-24-2 0,12 0-3 0,0 0-8 0,0 0-16 0,0 0-13 0</inkml:trace>
  <inkml:trace contextRef="#ctx0" brushRef="#br0">28412 10934 19 0,'0'-12'4'0,"0"12"5"0,0 0 2 0,0 0 1 0,12 0-1 0,0 12-1 0,0 13-2 0,12-1-2 0,0 12 0 0,-11-1-1 0,23 3 0 0,-11-2 1 0,-1 12-3 0,11 0 0 0,-9 0-1 0,9-24 1 0,-24 2 1 0,14-2 1 0,-25-13-1 0,12-11 2 0,-12 0-3 0,0 0 0 0,-12 0-130 0</inkml:trace>
  <inkml:trace contextRef="#ctx0" brushRef="#br0">26488 8635 22 0,'0'0'0'0,"0"-35"18"0,25 23-10 0,11-12-1 0,-11 24 0 0,11-12 1 0,-12 12-1 0,1 0-2 0,-1 12 1 0,-24 12 2 0,0-1 0 0,-13-10 0 0,-11 11-1 0,0 1 0 0,0-2-3 0,0 1-3 0,11 0-1 0,1 1-2 0,0 11-30 0,24 1-53 0</inkml:trace>
  <inkml:trace contextRef="#ctx0" brushRef="#br0">26561 8999 62 0,'-12'0'19'0,"-12"-12"2"0,12 0-2 0,12 12-8 0,24 0-62 0,-24 12-6 0</inkml:trace>
</inkml:ink>
</file>

<file path=ppt/ink/ink4.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09T20:20: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22703 14563 25 0,'0'0'0'0,"-24"-12"7"0,-13-12-2 0,13 0-3 0,-12-1-1 0,11 1 1 0,-11-1 2 0,0-10 3 0,-12 11 0 0,-2-2-1 0,3-9-3 0,-13 11-2 0,-13-12 0 0,-84-37 0 0,72 37 0 0,-109-49 2 0,73 49 1 0,13-13 2 0,-25 13-1 0,0-24-2 0,-13 10-2 0,-11 15 0 0,0-13 0 0,-13-2 0 0,-11 3 0 0,0-2-1 0,-1 1 1 0,1-12 1 0,-14 11-2 0,15 0 1 0,-14 1-1 0,-11 0 0 0,-1 11 0 0,0 0 0 0,-11 2-1 0,-194-37 0 0,205 46 0 0,-206-45 2 0,207 47-1 0,-13-13 1 0,13 25 2 0,-13-12 0 0,-12-1-2 0,13 1 0 0,-1 13-2 0,-12-14 2 0,-1 13 0 0,-241-12-1 0,219 11 1 0,-1 2-1 0,0-2 1 0,-24 2 0 0,12-1-2 0,-12 12 1 0,-278-12-2 0,277 12 3 0,1 0-1 0,-13 12-1 0,14 11 1 0,-14-10 1 0,13 22-2 0,0-22 1 0,-12 24 0 0,24-13 0 0,-11 0 0 0,9 0 1 0,3 0-1 0,10 13 1 0,13-13-1 0,-230 61 0 0,231-49-1 0,-1 12 0 0,-12-13 1 0,12 15 0 0,-12-2-1 0,0 0 3 0,0 0-1 0,12 13 0 0,-12-12-1 0,23 10 0 0,-215 63 0 0,227-61 0 0,27-2 1 0,-3 26 1 0,15-24 2 0,22 0 1 0,-23-1 0 0,72-11-3 0,12-2-1 0,1-10 0 0,11 0-1 0,-24 11 0 0,73-24 0 0,11-13 1 0,1 2 0 0,12 0-1 0,0-2 0 0,0 2 0 0,12-13-1 0,-12 0 2 0,12 0-3 0,0 0-11 0,0-13-15 0,0 2-3 0,24-15 0 0,0 2 0 0</inkml:trace>
  <inkml:trace contextRef="#ctx0" brushRef="#br0">4113 14187 12 0,'0'0'0'0,"24"-35"29"0,-12 11-8 0,-12 12 1 0,0 12-6 0,-25 0-12 0,-11 36-2 0,-24 12 0 0,-1 1 2 0,1-2 2 0,-1 1 0 0,1 2-2 0,11-2-1 0,13-24 0 0,36-24-2 0,0 12 0 0,49-12 0 0,34-12-19 0,51-12-77 0</inkml:trace>
  <inkml:trace contextRef="#ctx0" brushRef="#br0">9071 12797 76 0,'-12'-24'11'0,"-12"-37"9"0,12 37-6 0,24 24-8 0,24-13-1 0,13 26 2 0,-1 24 0 0,13-2-1 0,11 26-3 0,-11 11-1 0,-1 26 0 0,1-3-2 0,11 38 1 0,-35-96-1 0,11 11-2 0,-24-24-7 0,-13-24-9 0,-11 0-7 0,13-48-8 0,11-13 7 0,-11-22 10 0,0-26 7 0,-2-25 7 0,0 14 10 0,-11-13 53 0,-22 121-43 0,-52 72 9 0,2 49-14 0,-25 60-6 0,-25 60-3 0,2 50-20 0,48-62-85 0</inkml:trace>
  <inkml:trace contextRef="#ctx0" brushRef="#br0">27275 12773 85 0,'-24'0'3'0,"-37"-13"-1"0,2 13 5 0,9 0 5 0,-10 37-8 0,24-13-2 0,23 24-2 0,2-11 0 0,35-1 0 0,0 13 1 0,35-1 2 0,15 13-2 0,-14-1 0 0,1-25 2 0,-37 15 1 0,-12-26 7 0,-24 0 10 0,-24-24-4 0,-13 11-8 0,-96-22-3 0,73 11-10 0,23-13-13 0,25 2-23 0,24 11-51 0,0-13 58 0</inkml:trace>
  <inkml:trace contextRef="#ctx0" brushRef="#br0">27638 12893 99 0,'-37'-35'7'0,"13"10"8"0,24 25 10 0,0 0-15 0,0 12-4 0,0 49 5 0,12 11-4 0,-12 36-1 0,12 1-4 0,-12 0-1 0,12 0 1 0,0-35-2 0,1-14-1 0,-13-25-8 0,0 3-11 0,-13-38-12 0,-11 0-41 0,24-12 31 0</inkml:trace>
  <inkml:trace contextRef="#ctx0" brushRef="#br0">27686 12797 104 0,'0'0'0'0,"60"-13"9"0,14 13 2 0,11 37 9 0,-50-13-10 0,-23 13-4 0,-12-1-2 0,-12 12-1 0,-36 1-1 0,-24 11 0 0,-2-23-4 0,2-1-12 0,-1-13-12 0,25-10-20 0,35-13-27 0</inkml:trace>
  <inkml:trace contextRef="#ctx0" brushRef="#br0">28533 12942 59 0,'-49'-24'35'0,"-36"24"-22"0,-11 0 5 0,0 12 2 0,-14 36-8 0,38 1-8 0,23 10-3 0,25 3-1 0,36-15 0 0,12-9-1 0,25-26 2 0,23-1 0 0,1-11 0 0,-1-37 0 0,-23 2 2 0,-1-1-1 0,-11-26-1 0,-13-9 0 0,-12 10 0 0,-12 13-1 0,12 11 1 0,-12 13 3 0,0 24-2 0,0 0-2 0,0 24 1 0,0 25-1 0,12-1 0 0,-12 13 0 0,12-2-2 0,0 3-8 0,25 9-42 0,-37-57 3 0,24-14-12 0</inkml:trace>
  <inkml:trace contextRef="#ctx0" brushRef="#br0">28738 12918 38 0,'0'-12'20'0,"0"12"-9"0,0 0 0 0,0 24 11 0,0 24-11 0,0 1-8 0,0 10-2 0,0 3 0 0,12-15 0 0,0-23-1 0,1-10 1 0,-2-2 7 0,2-38 6 0,-13 2-3 0,12-11-4 0,0-13-2 0,0-1-3 0,0-11-2 0,13 11-4 0,-14 13-9 0,26 11-11 0,-13 14-10 0,24-2-8 0,-11 26-4 0</inkml:trace>
  <inkml:trace contextRef="#ctx0" brushRef="#br0">29222 12942 26 0,'0'0'19'0,"0"-12"13"0,0 12-3 0,-24-12-5 0,0 0-9 0,12 12-9 0,-13 12-4 0,1 12-3 0,24 0 2 0,-12 25-2 0,24-1 2 0,0 1-1 0,-12-1 0 0,12-24 1 0,-12-13-1 0,-24 2 2 0,-1-2 0 0,-21-11 1 0,20 0 0 0,13-11-1 0,13-2-1 0,26 13-2 0,33-11 2 0,15-2-1 0,23 2-3 0,10-13 1 0,3 12 0 0,-1-26 0 0,-48 15 2 0,-25-13 1 0,-24 0 0 0,-48-1 0 0,-13 25 2 0,-36 12 3 0,12 0-1 0,1 24-1 0,24 13-1 0,36-1-2 0,12 25 1 0,25-37-1 0,60 36 1 0,-2-36-1 0,14-13-1 0,-12 3-9 0,-1-14-45 0,-24-14-49 0</inkml:trace>
  <inkml:trace contextRef="#ctx0" brushRef="#br0">30914 12797 84 0,'0'-13'18'0,"0"-11"-11"0,-11 13 1 0,-25-1 1 0,-49 12 2 0,0 12-5 0,0 12-3 0,26 11-1 0,11 2-1 0,35 11-1 0,26 1-1 0,22-13 1 0,37 13 1 0,2-13-1 0,-2-13 1 0,-36 3-1 0,13-2 1 0,-25-12 1 0,-12 0 12 0,-36-12-7 0,-24 0-6 0,-49 0-1 0,24 0-1 0,1 0-12 0,-1 0-20 0,37 0-34 0,36 0 22 0</inkml:trace>
  <inkml:trace contextRef="#ctx0" brushRef="#br0">31242 12495 68 0,'-12'-13'26'0,"0"-11"-19"0,0 24 5 0,0 0 11 0,12 24-7 0,-12 37-8 0,-1 12-3 0,13 23-2 0,-12 0-1 0,12 2-1 0,0-1-1 0,12-25-7 0,1 1-13 0,-13-37-21 0,12-1-20 0,-12-35 28 0</inkml:trace>
  <inkml:trace contextRef="#ctx0" brushRef="#br0">30928 12869 32 0,'12'-11'29'0,"25"11"-19"0,59 0 18 0,0 0-12 0,14 11-6 0,-14 2-4 0,0-2-1 0,-35 2 0 0,-49-1 3 0,13 0 5 0,-50 12-7 0,-11 0-4 0,-12 1-1 0,-1-1 0 0,13 12-1 0,12-24 0 0,13 13 0 0,22-13 0 0,24 0 1 0,15-12-1 0,10-12 1 0,-24-14 0 0,1 3-1 0,-13-1 1 0,0 0-1 0,1 0 0 0,-14-13 1 0,13 1-2 0,-11 24 0 0,-13 24 1 0,0 0 0 0,12 12 0 0,0 0 0 0,1 13 1 0,9-1-2 0,2-1 1 0,13-21 1 0,-24-2-1 0,11-12 1 0,36-49-1 0,-23 13 0 0,-1-13 0 0,0-11-1 0,-1-13 0 0,-9-12 0 0,-2 0 0 0,0-59 1 0,-24 95 1 0,-11 25 0 0,-2 12-1 0,1 12 1 0,-13 25 0 0,12 23 0 0,2 12 1 0,0 25 1 0,11 0-3 0,11-1 1 0,0 13-1 0,27-24 1 0,-2-13-1 0,0-11 0 0,13-25 4 0,-13-12 1 0,12-12-4 0,1-12 0 0,-13-24 0 0,1-1-2 0,-15-11 0 0,4-13-1 0,-26 25 0 0,0 0 0 0,-12 23 1 0,-2 2 1 0,-8 22 0 0,-3 13 1 0,13 13-2 0,0 11 3 0,12 1-1 0,12-1-1 0,12-11 0 0,11-1-6 0,15-24-15 0,10-1-39 0,-11-11-35 0</inkml:trace>
  <inkml:trace contextRef="#ctx0" brushRef="#br0">32029 12688 129 0,'0'0'0'0,"11"-13"8"0,13 2 2 0,37-1 4 0,24 0-4 0,23 0-10 0,12 0-52 0,-35 12-47 0</inkml:trace>
  <inkml:trace contextRef="#ctx0" brushRef="#br0">27565 13874 117 0,'0'-25'15'0,"0"13"-2"0,0 24-8 0,12 24 4 0,0 37-2 0,12 85 0 0,-12-50-6 0,1 1-2 0,-13-13-11 0,12-22-15 0,0-14-22 0,-36-25-30 0</inkml:trace>
  <inkml:trace contextRef="#ctx0" brushRef="#br0">27348 14272 76 0,'0'-11'5'0,"48"-26"10"0,24 13 1 0,-11 11-2 0,23 2-4 0,-11 11-5 0,0 24-4 0,-25 11 0 0,12 15-1 0,-35-2 0 0,-1-11 0 0,-24-2 1 0,0-22 6 0,-24-2 8 0,12-11-3 0,-13-35-2 0,12-2-4 0,13 0-2 0,0-11-3 0,38 0-1 0,-2 0-2 0,12 12-8 0,13 12-14 0,11 10-25 0,13 14-18 0,-49 14 31 0</inkml:trace>
  <inkml:trace contextRef="#ctx0" brushRef="#br0">28557 14296 83 0,'-12'-24'9'0,"0"1"8"0,-25-2 8 0,1-12-5 0,0 26-7 0,-13-1-8 0,13 12-3 0,-24 47-2 0,48 3 0 0,-1 22-1 0,13-11 1 0,25-1-1 0,23-24-2 0,0-12-1 0,1 1 1 0,-1-25 3 0,-11-25-1 0,-1-11 2 0,-11-13 0 0,-1-10 0 0,-13-15-1 0,0 13 1 0,2 13-1 0,-13 25 0 0,13-1 0 0,0 24-1 0,-13 24 2 0,0 12 0 0,11 13-1 0,-11 11-1 0,13 1-16 0,-2 11-32 0,0-11-39 0</inkml:trace>
  <inkml:trace contextRef="#ctx0" brushRef="#br0">29053 14235 47 0,'11'-24'10'0,"2"13"10"0,-2-2 6 0,-11 26-8 0,13 11-4 0,-13 24-7 0,0 13-5 0,0 0-1 0,0-1-1 0,0-11 0 0,12-13 1 0,24-12 1 0,-23-24-1 0,-1 0 2 0,24-24-1 0,0-12 1 0,-12-1-2 0,13-24 0 0,-13 13-1 0,11-24 1 0,3 22-1 0,22-21 1 0,-48 71-2 0,24 12 2 0,-24 36 1 0,0 0 1 0,1 0-3 0,-1 13 1 0,0-13 0 0,12 13-6 0,-12-12-11 0,0-25-23 0,0-12-26 0,-12 0 31 0</inkml:trace>
  <inkml:trace contextRef="#ctx0" brushRef="#br0">30140 14164 80 0,'-11'-24'67'0,"11"12"-47"0,-11 12-10 0,-38 0-1 0,13 12-3 0,-13 12-4 0,13 12-2 0,11-1 0 0,14 15-2 0,11-15 0 0,36 2 0 0,12 0 1 0,25 11 0 0,-13-24 1 0,-11 13 0 0,-37-26-1 0,-12 2 3 0,-24-1 3 0,-13-12-2 0,-35 0-1 0,-1 0-1 0,1 0-3 0,-13 0-50 0,74 12-23 0</inkml:trace>
  <inkml:trace contextRef="#ctx0" brushRef="#br0">30371 14272 98 0,'0'0'20'0,"12"-11"-16"0,-12 11 3 0,12 0 7 0,-12 24 0 0,0 11-8 0,-12 15-2 0,12 9-1 0,-24-10-1 0,12 12 0 0,0-25-5 0,0-13-6 0,12-10-18 0,0-13-39 0</inkml:trace>
  <inkml:trace contextRef="#ctx0" brushRef="#br0">30407 13824 113 0,'-12'-24'13'0,"12"24"-11"0,49 37-2 0,23 48-64 0,-35-49 10 0</inkml:trace>
  <inkml:trace contextRef="#ctx0" brushRef="#br0">30686 14031 54 0,'0'0'0'0,"0"-24"19"0,24 24 1 0,-24 0 4 0,12 0-8 0,0 12-4 0,0 24-6 0,-12 11-1 0,12 15-1 0,-12 9-1 0,-12 3-2 0,0 11 0 0,12-25 1 0,-12 0-3 0,-13-23-2 0,3-25-4 0,-4 0-6 0,-11-12-8 0,15 0-6 0,-15-24-6 0,11 0 14 0,15-25 14 0,0 13 5 0,46-36 21 0,15 46-2 0,9 2 3 0,14 13-6 0,-37-2 0 0,25 13 0 0,-1 0-4 0,1 24-1 0,-61 0-10 0,-12 61-3 0,-2-48-12 0,3 0-7 0,0-1-4 0,22-36-13 0,-11 12-14 0</inkml:trace>
  <inkml:trace contextRef="#ctx0" brushRef="#br0">31084 13946 115 0,'0'0'5'0,"0"-12"3"0,13 12-8 0,-1 12 0 0,0 0-1 0,12 24-20 0,-24 13-25 0,24-1-8 0</inkml:trace>
  <inkml:trace contextRef="#ctx0" brushRef="#br0">31169 14309 12 0,'0'0'0'0,"0"11"30"0,0 13-6 0,0 2 2 0,0-15-2 0,13 2-8 0,-1-2-8 0,-12 2-4 0,24-13-1 0,-12 0 0 0,13 0-2 0,-14-24 1 0,13 11 1 0,-13-24-1 0,-11 2-1 0,0-2 2 0,0 0 1 0,-11 2-1 0,11 22-2 0,37 2-1 0,11 11 1 0,-12 0 2 0,0 24 0 0,-12-13-2 0,1 27 1 0,-13-15-1 0,0 1 0 0,-12 13 1 0,0-26-1 0,0 2 1 0,0-13 4 0,12 0-2 0,13-13-2 0,-13 2-1 0,12-13 0 0,0 11-1 0,12-11 0 0,1 1 0 0,0 9-1 0,-15 3 0 0,-9 11 2 0,-2 11-1 0,14 15 2 0,-13-15 3 0,12 26-2 0,25-26 0 0,-13-11-7 0,25 0-55 0,-25-11-62 0</inkml:trace>
  <inkml:trace contextRef="#ctx0" brushRef="#br0">26005 4016 46 0,'0'-12'8'0,"0"-24"6"0,11 24 2 0,2-13-1 0,-13 25-5 0,0 0-7 0,0 0 1 0,12 85 11 0,-12-37-5 0,-12 24 2 0,12 86 0 0,0-98-7 0,0 1-2 0,0 0-1 0,0-25-1 0,0-12-1 0,0-13-9 0,0 2-27 0,12-13-83 0</inkml:trace>
  <inkml:trace contextRef="#ctx0" brushRef="#br0">26283 4536 133 0,'0'0'7'0,"0"0"-9"0,-11 0-21 0,-2 0-79 0</inkml:trace>
  <inkml:trace contextRef="#ctx0" brushRef="#br0">27638 3919 19 0,'0'0'0'0,"-13"-12"12"0,13-12 4 0,-48 0 24 0,24 12-31 0,-11 12-7 0,9 12 0 0,2 12 0 0,0 0 1 0,13 25-1 0,-2-13-1 0,26 12 0 0,9 1 1 0,15-13 0 0,24-1 0 0,-13 2-1 0,1-13 0 0,-13 0 0 0,-24 13 3 0,-12-25 7 0,-12 12 4 0,-36-12-6 0,-1 1-3 0,-22-2-1 0,-63 2-2 0,49-1-16 0,85-24-17 0,12-1-22 0,36-11-17 0</inkml:trace>
  <inkml:trace contextRef="#ctx0" brushRef="#br0">28061 3762 124 0,'-12'-24'7'0,"-25"0"-4"0,25 11 6 0,12 13 7 0,-12 13-9 0,0 22 1 0,12 26-2 0,-12 24-2 0,12 0 0 0,12-1-1 0,0 1-2 0,0 0 0 0,-12-37-1 0,12 0 1 0,-12-11-4 0,0-25-8 0,0 0-7 0,0 0-20 0,-12-24-34 0,12 12 32 0</inkml:trace>
  <inkml:trace contextRef="#ctx0" brushRef="#br0">27855 4089 70 0,'0'-14'27'0,"12"14"-29"0,37-11 9 0,23-2 10 0,1 13-5 0,24-11-6 0,-13 11-4 0,1 11 2 0,-24 2-1 0,-25 12 3 0,-36-13 3 0,0 23 4 0,-36-11-5 0,-1 13-3 0,-11 0-3 0,12-13-1 0,-2 0 1 0,27-12-2 0,11-12 0 0,24 0-1 0,13 0 2 0,47-49 1 0,-35 14-1 0,-25-2-1 0,-12 0 0 0,0 26 1 0,0-2 0 0,-12 13 0 0,0 24 0 0,12 13-1 0,13 0 1 0,11-2-1 0,-11 2-1 0,21-13-9 0,4-12-8 0,46 0-32 0,-59-36 23 0,-13 0 10 0,12-24 11 0,-12-26 7 0,-24-46 5 0,0-1 2 0,-11 36 2 0,11 0 5 0,-13 37-2 0,13 36 4 0,0 12-5 0,0 0-5 0,0 109 7 0,13-36-7 0,-2 12-3 0,2-1-2 0,11 1 0 0,13 0-1 0,22 11 0 0,-33-72-2 0,-26-11 2 0,0-13 0 0,-13 0-3 0,-13-25-3 0,-33-35-10 0,23 12 6 0,0 11 5 0,11 0 3 0,13 37-1 0,24-11-3 0,13 11 2 0,11 0 3 0,24 0 0 0,25 11 1 0,-1-11 1 0,1 0 0 0,0-11-1 0,-26-2 0 0,-46-10 0 0,12 9 3 0,-39 3 2 0,-21-2-1 0,-13 2-2 0,-13 11 2 0,13 24-1 0,12 1-2 0,23 11 1 0,13 12-1 0,13 0 1 0,11-11-1 0,36-1-2 0,13-12-7 0,12 1-26 0,23-25-38 0,-23 0 2 0</inkml:trace>
  <inkml:trace contextRef="#ctx0" brushRef="#br0">30238 3701 137 0,'0'-24'2'0,"0"11"0"0,24 13 8 0,-24 13 9 0,12 11-5 0,-12 37-7 0,0-1-1 0,12 13-1 0,1 12-1 0,-13-1-2 0,24-12 0 0,0 2-3 0,-12-15-1 0,0-22-6 0,-12-13-4 0,0-11-4 0,-12-13-7 0,0 0-24 0,-12 0-14 0,11-13 30 0</inkml:trace>
  <inkml:trace contextRef="#ctx0" brushRef="#br0">30129 4101 62 0,'0'0'31'0,"11"-12"-16"0,15 12 11 0,-2 0-2 0,24 0-10 0,13 12-7 0,11-12-3 0,-11 11-3 0,23 2 1 0,-60-2-3 0,-11 13 2 0,-1 13 0 0,0-13 0 0,1 0-1 0,9 0 1 0,3-11 0 0,13-1 1 0,-3-24 4 0,1-1 4 0,0-11 0 0,1-11-1 0,-1-2 1 0,-36 0-4 0,0 13-4 0,-36 1-2 0,-49 23-3 0,37 0-19 0,-13 23-88 0,48 1 33 0</inkml:trace>
  <inkml:trace contextRef="#ctx0" brushRef="#br0">27940 5043 132 0,'-35'0'6'0,"-75"13"4"0,50 11-2 0,23 1 1 0,25 11-4 0,12-1 0 0,36 2-2 0,13 0-2 0,35-2 1 0,13-10-1 0,-37 11 0 0,-11-12 0 0,-37 13 3 0,-48-1 13 0,-25-25-13 0,-23 2-1 0,-1-13-3 0,0 13 1 0,13-26-3 0,23 0-14 0,37-10-31 0,24-13-64 0</inkml:trace>
  <inkml:trace contextRef="#ctx0" brushRef="#br0">28388 4826 115 0,'0'-12'16'0,"-13"-12"-8"0,1 24-3 0,12 12 8 0,0 24 2 0,0 37-6 0,0 0-3 0,12 23-2 0,-12-11-2 0,13 11-2 0,-2-11-3 0,2-24-6 0,11-14-15 0,-12-21-42 0,0-14-9 0</inkml:trace>
  <inkml:trace contextRef="#ctx0" brushRef="#br0">28146 5213 76 0,'0'0'0'0,"12"-13"1"0,48 2 5 0,25 11 13 0,24-13-3 0,0 13-7 0,12 0-4 0,-1 0-2 0,-35 13 1 0,-24-2 1 0,-49 2 4 0,-12 11 6 0,-24 0-3 0,-25 0-7 0,-12 13-2 0,1 0-1 0,13-13-1 0,10 0-1 0,24-12 0 0,26 0-1 0,24-12 1 0,10 0 1 0,13-12-2 0,1-12 0 0,-12-12 1 0,-13 11 0 0,-11 1 0 0,-25 12 1 0,0-1 0 0,0 13-1 0,11 13 0 0,-11 11 0 0,24 13 0 0,13-1 0 0,47-12 0 0,-35-12-2 0,-13-12 2 0,0-12 0 0,-24-12 0 0,25-12 2 0,-13-13 0 0,0 0 0 0,0-84 1 0,-24 48-3 0,11 14 0 0,-11 22 0 0,-11 13 2 0,11 36 1 0,-11 12-2 0,-14 24 0 0,13 13 0 0,0 23 0 0,12 0-1 0,36 85 2 0,-12-96-3 0,11 0 1 0,4-14 0 0,-4-21 0 0,13-14 0 0,-11-12 1 0,-1-12-1 0,0-14 1 0,1-21-6 0,-1-1-2 0,-24-37-5 0,-12 72 10 0,0 2 2 0,-12 11 1 0,0 11 0 0,0 26 3 0,12-13-2 0,12 24-1 0,24-11 1 0,12-25-2 0,13 12-2 0,11-13-11 0,-11-11-23 0,-13 0-39 0,-36-11 25 0</inkml:trace>
  <inkml:trace contextRef="#ctx0" brushRef="#br0">29404 4996 163 0,'0'0'0'0,"0"-38"11"0,47 27-6 0,38-1 12 0,12-12-2 0,23 24-9 0,-10 0-9 0,-25 0-41 0,-61 12-109 0</inkml:trace>
  <inkml:trace contextRef="#ctx0" brushRef="#br0">27807 6059 120 0,'-12'-11'37'0,"0"11"-26"0,12 0-3 0,0 35 6 0,12 15-2 0,-12 9-3 0,25 15-5 0,-3-2-2 0,16 13-1 0,-13 0-1 0,-3-1-2 0,3-12-4 0,-25-24-7 0,0-11-16 0,-12 0-30 0,-23-26-38 0</inkml:trace>
  <inkml:trace contextRef="#ctx0" brushRef="#br0">27589 6423 110 0,'0'-12'6'0,"24"-24"-2"0,49-1 10 0,0 25 2 0,-1 12-8 0,2 0-5 0,-3 36-1 0,-10 1-2 0,-1 11 0 0,-23-12 1 0,-25-11-1 0,0-1 4 0,-12-24 10 0,-12 0 1 0,0-12-5 0,-13-12-2 0,13-13-1 0,12-11-4 0,0-1-2 0,25 1-1 0,11 11-4 0,13 13-10 0,11 13-17 0,12 11-32 0,1 24-39 0</inkml:trace>
  <inkml:trace contextRef="#ctx0" brushRef="#br0">28872 6447 145 0,'-37'-36'14'0,"-23"-13"-7"0,11 13 14 0,2 24-11 0,-3 12-3 0,2 12-3 0,24 24-2 0,-12 25-1 0,24-1-1 0,12 1 1 0,12-2-1 0,24-9 1 0,12-26-1 0,13-13-2 0,11-11-1 0,-24-11 0 0,13-37-1 0,-25-2 0 0,-11 3 1 0,-13-15 2 0,0 3 0 0,-12-2-1 0,12 25 2 0,-12 23-1 0,13 13-1 0,-13 13 0 0,0 23 1 0,11 13-13 0,2 11-33 0,22 1-49 0</inkml:trace>
  <inkml:trace contextRef="#ctx0" brushRef="#br0">29344 6411 84 0,'0'-36'39'0,"0"-13"-29"0,22 24 9 0,-9 25 1 0,-13-11-10 0,0 22-6 0,0 74 3 0,11-24-5 0,-11 0 0 0,14-13-1 0,11-1 0 0,-14-9-1 0,0-26 0 0,-11-1 0 0,13-11 3 0,-13-23-2 0,24-15 0 0,-24-9 0 0,24-1-1 0,0-1 1 0,1-11-1 0,-13 11-1 0,24 13 1 0,-12 23 0 0,-11 2 0 0,11 11 0 0,-12 24 1 0,-12 12 0 0,12 13 0 0,-12-1-1 0,12 1 1 0,-12-1-4 0,25 0-7 0,-14-11-13 0,13-13-35 0,13-24-47 0</inkml:trace>
  <inkml:trace contextRef="#ctx0" brushRef="#br0">30214 6301 100 0,'0'-11'35'0,"0"11"-20"0,-11 0 21 0,-26 11-27 0,0 2-6 0,-11 23-1 0,12 0-3 0,24 1 1 0,12-13-1 0,36-1 0 0,0 3 1 0,12 10 1 0,2-12-1 0,-15-1 0 0,13 14 1 0,-24-12 2 0,-35-13 4 0,-14 12 2 0,-11-13-4 0,-12-11-2 0,-13 13-2 0,1-13-5 0,24-13-7 0,-13 13-16 0,49-11-38 0,0-2-47 0</inkml:trace>
  <inkml:trace contextRef="#ctx0" brushRef="#br0">30480 6447 154 0,'0'0'0'0,"0"-12"5"0,-12 12-4 0,24 12 8 0,-12 0 4 0,-12 25-8 0,12 11-3 0,0-13-2 0,0 15-6 0,0-15-15 0,12-11-18 0,-12-11-24 0,0-13 19 0</inkml:trace>
  <inkml:trace contextRef="#ctx0" brushRef="#br0">30527 5963 120 0,'0'0'2'0,"38"-12"-6"0,9 12-11 0,-10 0-18 0,11 23 1 0,-23-9-4 0</inkml:trace>
  <inkml:trace contextRef="#ctx0" brushRef="#br0">30819 6059 56 0,'0'0'30'0,"12"0"-4"0,12 0-2 0,-12 13-2 0,0 11-8 0,23 61-2 0,-35-24-7 0,14 11-2 0,-14 13 0 0,-14-14-2 0,14 15 0 0,0-26 0 0,0 25 0 0,0-61 0 0,0-24-1 0,-11 0-4 0,-13 0-3 0,0-13-2 0,-12-22-3 0,11-1 5 0,-23-13 4 0,48 25 1 0,0 12 1 0,24-12-1 0,0 12 1 0,37 0 3 0,-2-13 2 0,15 25 2 0,11-13 3 0,-25 13-1 0,-11 13-3 0,-25 12 1 0,-12 23 4 0,-24-12-9 0,-12 1-3 0,11-13-11 0,13 0-18 0,0-13-109 0</inkml:trace>
  <inkml:trace contextRef="#ctx0" brushRef="#br0">31315 6096 97 0,'0'0'24'0,"-14"-24"-16"0,14 0-6 0,26 24-3 0,-2 0-3 0,48 48-115 0</inkml:trace>
  <inkml:trace contextRef="#ctx0" brushRef="#br0">31496 6496 141 0,'0'0'6'0,"0"12"0"0,12 0 7 0,-12 0-1 0,0 12-7 0,12-1-5 0,0-10 1 0,-12 24-1 0,0-25-1 0,12-12 4 0,-12 0 0 0,0-25 0 0,0-35-1 0,0 12-3 0,25 10 0 0,-13 15 1 0,12-1 0 0,13 12-2 0,-15 0 2 0,4 12 0 0,11 12 2 0,-26 0 0 0,0 12-1 0,2 49 1 0,11-49 0 0,-12 0-1 0,24-13 0 0,13-11 3 0,60-35 16 0,-50 23-16 0,-9-12-5 0,-26 12-24 0,0 12-140 0</inkml:trace>
  <inkml:trace contextRef="#ctx0" brushRef="#br0">30286 19400 255 0</inkml:trace>
  <inkml:trace contextRef="#ctx0" brushRef="#br0">26357 7874 111 0,'0'0'0'0,"-26"-36"33"0,26 11-18 0,26 1-2 0,-15 13-4 0,24-2-2 0,14 13-3 0,0 24 0 0,-1 13-1 0,-23 11 2 0,-1 1 1 0,-24 11 0 0,-24 13-3 0,-13-14-1 0,-12-9 1 0,13-2-2 0,0-13 0 0,12-9 0 0,13-26-9 0,33 0-15 0,88 0-122 0,-86 0 104 0</inkml:trace>
  <inkml:trace contextRef="#ctx0" brushRef="#br0">26888 8333 140 0,'0'0'37'0,"12"0"-6"0,0-11-5 0,-12-13-13 0,0 11-8 0,12-11-6 0,0 11-23 0,0 2-93 0,1 11 38 0</inkml:trace>
  <inkml:trace contextRef="#ctx0" brushRef="#br0">31532 19752 255 0</inkml:trace>
  <inkml:trace contextRef="#ctx0" brushRef="#br0">28292 7826 89 0,'-25'-37'11'0,"0"26"-3"0,1-2 1 0,-24 13 5 0,0 37-6 0,11-1-2 0,25 24-3 0,0 1-1 0,36 12-1 0,25-14 1 0,-1-11-1 0,12 2 3 0,-23-26 0 0,-24-13 1 0,-13 2 8 0,-25-2 0 0,-24 2-9 0,-23-13-2 0,-13 0-1 0,12-13-1 0,12-11-7 0,14 13-10 0,22-2-22 0,37 2-34 0,1 11 26 0</inkml:trace>
  <inkml:trace contextRef="#ctx0" brushRef="#br0">28581 7693 125 0,'0'0'0'0,"-11"-74"15"0,11 27 1 0,24 23 3 0,-24 12-4 0,0 12-9 0,11 24-5 0,-11 24 2 0,0 13 1 0,0 11-1 0,0 25-1 0,0 0-2 0,0 0 0 0,0-25-2 0,11-11-5 0,-11-13-10 0,0-24-22 0,13 0-32 0,-13-24 10 0</inkml:trace>
  <inkml:trace contextRef="#ctx0" brushRef="#br0">28375 7971 97 0,'24'-12'3'0,"37"12"-2"0,169-24 27 0,-97 12-15 0,-12 0-3 0,-12 12-6 0,-25 0-2 0,-47 0 2 0,-37 24 6 0,-12 0 2 0,-37 23-4 0,-35 3-2 0,12-2-1 0,11-13-4 0,12 15 0 0,37-39-1 0,12 2 0 0,24-2 0 0,25-22 1 0,0-13-1 0,47-50 0 0,-61 39 0 0,-22-25 0 0,-13 11 0 0,12 25-1 0,-12 12 3 0,-12 60-2 0,12 1 0 0,0-1 0 0,36 0 0 0,1-11 0 0,-1-13 0 0,0 0 0 0,1-24-1 0,-13 0 2 0,13-37 0 0,-2 0-1 0,15-11 0 0,-3-11 1 0,-11-14 0 0,1 0 1 0,-25-11-1 0,0-14-1 0,0 13 1 0,-24 14-1 0,12 22 1 0,-12 49-1 0,-25 37-1 0,13 11 2 0,24 25-1 0,0 11 2 0,0 13-2 0,24 0-1 0,1-12 2 0,-1-1-1 0,12-23 0 0,-24-26-2 0,0-22-4 0,1-2-5 0,-13-11-10 0,12-11-26 0,-12-26-41 0,0 26 53 0</inkml:trace>
  <inkml:trace contextRef="#ctx0" brushRef="#br0">29246 7862 106 0,'0'0'0'0,"13"0"1"0,23 12 5 0,35 0 12 0,3 0-1 0,22 1-8 0,-11-1-5 0,12 0-2 0,-12-12-2 0,-1 0 0 0,-35-24 3 0,-13 11 1 0,-12-11 3 0,-24 0-2 0,-36-13-2 0,-1 13 0 0,-11 24-1 0,0 0 3 0,-1 24-1 0,13 25 1 0,25 0-1 0,-2-1 0 0,26 13-1 0,9-13-1 0,28-1 0 0,10-34 0 0,0-2 0 0,13 3-1 0,-12-28-2 0,11-10-1 0,-61 13 1 0</inkml:trace>
  <inkml:trace contextRef="#ctx0" brushRef="#br0">31169 7486 126 0,'0'0'9'0,"0"-11"1"0,-12-1-3 0,12 24 7 0,-12 25 0 0,-12 11-6 0,12 24-2 0,0 0-1 0,12 13-3 0,0 0-1 0,0 0-1 0,0-24 0 0,24-13 0 0,-12-12 0 0,0-12-1 0,-12-24 0 0,0 11-2 0,12-11 1 0</inkml:trace>
  <inkml:trace contextRef="#ctx0" brushRef="#br0">30807 7935 101 0,'0'-12'14'0,"12"0"-9"0,24-13 13 0,23 25 0 0,4-24-7 0,20 12-7 0,2 12-3 0,0 0 0 0,-25 0 0 0,1 0 1 0,-13 12 0 0,-24 24 1 0,-11 1-1 0,-13 11-2 0,0 13 0 0,0-14 1 0,0-10-1 0,11-12 0 0,13-2 0 0,1-23 1 0,11-37-1 0,1 13 1 0,-37 0 0 0,24-11 0 0,-24-38 0 0,-24 1 0 0,-25 23 0 0,-11 37-23 0,-14 24-131 0</inkml:trace>
  <inkml:trace contextRef="#ctx0" brushRef="#br0">28303 8878 95 0,'-49'-12'40'0,"-11"0"-30"0,0 24 4 0,-13 12-1 0,24 13-3 0,13 11-4 0,24-1-3 0,24 3-2 0,24 9 0 0,13-21 1 0,12 9 0 0,-1-10-1 0,-13-13 1 0,-47-11 1 0,0-2 2 0,-35-11-1 0,-25 13-6 0,-13-2-7 0,0-11-11 0,1-11-29 0,36 11-42 0,36-13 57 0</inkml:trace>
  <inkml:trace contextRef="#ctx0" brushRef="#br0">28557 9048 156 0,'0'0'6'0,"-12"0"-5"0,-12 24 5 0,12 0 6 0,-1 11-3 0,13-11-4 0,13 2-4 0,11-2 1 0,13-13 0 0,-2 2-1 0,2-13-1 0,0 0 2 0,-15-13-1 0,-9-11 2 0,-1-13-1 0,-12-11 0 0,0 1-1 0,0 9 1 0,0 15 1 0,0 23-1 0,0 0-2 0,0 12 0 0,0 37 1 0,0-2-2 0,12 15 1 0,0-2 0 0,-12 12 1 0,-12 13-1 0,0-12 0 0,-24-1 0 0,1-23 0 0,-15-2-1 0,15-23-5 0,-2-11-12 0,13-13-30 0,11-24-75 0</inkml:trace>
  <inkml:trace contextRef="#ctx0" brushRef="#br0">28920 8987 137 0,'0'0'0'0,"37"-24"14"0,9 24-6 0,-20 12 5 0,-2 12 0 0,-13 13-3 0,2 11-6 0,11-1-3 0,-24 3-2 0,0-15 1 0,12 2 1 0,-12-26-1 0,12 2 0 0,0-13 1 0,-12 0 1 0,12-13 0 0,13-22-1 0,-1-2 0 0,37-35 1 0,-25 48-2 0,-12 0 2 0,-12 12 0 0,12 12-2 0,-24 0 1 0,11 24 0 0,2-1-1 0,-13 1-1 0,11 0 1 0,15-10 0 0,-13 9 1 0,9-23-1 0,3 0 0 0,11 0 1 0,-12-23-1 0,1-2 1 0,11 12-1 0,-12-22-1 0,-24 35 1 0,12-12 0 0,1 12-1 0,-13 12 0 0,12-1 0 0,-12 13 1 0,36 0-1 0,-12 2 0 0,0-15 0 0,0 2-1 0,13-13 1 0,-13-50 2 0,-13 15 0 0,2-25 1 0,-1-1 1 0,-12-24-1 0,0 0-1 0,12 0 0 0,-12 2 1 0,-12 10 3 0,12 61-3 0,0 12-1 0,-12 24-2 0,-12 72 1 0,24-23-2 0,24 0 1 0,-12-13 1 0,12 1 0 0,1-25 1 0,11 1-1 0,-36-25 0 0,12-12 0 0,24 0 0 0,-24-12 0 0,13-2 0 0,-13 28 0 0,0-2 0 0,-12 0 0 0,0 12 0 0,-12-1 0 0,-13-10 0 0,1-2 0 0,-12-11 0 0,-1 13-1 0,13-13-1 0,24-13-2 0</inkml:trace>
  <inkml:trace contextRef="#ctx0" brushRef="#br0">30286 9084 140 0,'0'0'0'0,"-24"12"4"0,24 12-4 0,0-13 4 0,0 13 4 0,24-10-2 0,25-2-3 0,-13-1-1 0,0-11-1 0,13 0 3 0,-25 0 3 0,-12-37 2 0,-12 13-1 0,-12-11-3 0,-24-1-2 0,-13-2 0 0,1 15-2 0,0 23 0 0,23 0-1 0,25 0-2 0,12 0-1 0,25 0 3 0,23 0-2 0,13-12 0 0,-2 0 1 0,3-12 1 0,-26-13-1 0,0-48 3 0,-48 25 2 0,0-36 2 0,-11 34-2 0,-14 27-1 0,1 23 1 0,12 36-1 0,-1 36-2 0,2 12 3 0,11 2 0 0,24 22-2 0,12 121 1 0,-22-169-4 0,8 13-4 0,3 0-18 0,-13-13-50 0,0-24-39 0</inkml:trace>
  <inkml:trace contextRef="#ctx0" brushRef="#br0">28229 10064 131 0,'-11'0'4'0,"-13"36"3"0,48 0 11 0,72-12 10 0,-22-37-18 0,10 2-4 0,-11-25-2 0,-2 0 0 0,-8-1-2 0,-41-11 1 0,-9-13 0 0,-37 13-2 0,-24 12 0 0,-24 12-1 0,11 24 2 0,-97 84 3 0,99-35-3 0,21 23-1 0,26-11 0 0,37 10-1 0,11-10 1 0,24-13-1 0,13-11-1 0,0 0-7 0,12-26-19 0,0-11-33 0,-2 0-40 0,-59-11 67 0</inkml:trace>
  <inkml:trace contextRef="#ctx0" brushRef="#br0">28981 10003 126 0,'0'0'7'0,"-24"-12"6"0,24 12-2 0,0 0 4 0,-13 24-2 0,13 13-4 0,0 11-4 0,13-12 0 0,-2 13-2 0,2-13-1 0,22-1-1 0,-22-22 0 0,0-2 0 0,-13-11 0 0,0-11 4 0,11-26-4 0,-11 2 0 0,11-15-1 0,2-9 1 0,-2-2-1 0,14 25 1 0,-1 12-1 0,37 0 0 0,-37 36 0 0,-12 24 0 0,0 11 1 0,1 3-1 0,11 9 1 0,0 2-1 0,-12-13-1 0,13-11 2 0,-3-24 0 0,-9-2-1 0,-2-11 1 0,3-24 1 0,-2 0-1 0,12-24-1 0,-13-2 0 0,14-9-1 0,11 11 0 0,-12 11 0 0,13 1 1 0,-25 36-1 0,24 0 1 0,-24 36 1 0,-12-11 0 0,0 23 1 0,13-12-2 0,-13 13 0 0,0-13 0 0,12 12-2 0,0-37-2 0,12 15-25 0,-12-15 0 0,24-11-75 0,-25 0 58 0</inkml:trace>
  <inkml:trace contextRef="#ctx0" brushRef="#br0">29936 10027 124 0,'0'0'0'0,"-13"-12"18"0,26 12-8 0,-13 12 8 0,0 13 0 0,0 11-8 0,0-1-6 0,12 13-3 0,-12-11 0 0,12 0-1 0,0 11-6 0,0-11 3 0,-12-26 2 0,12 2-2 0,-12-13 2 0</inkml:trace>
  <inkml:trace contextRef="#ctx0" brushRef="#br0">29960 9712 115 0,'0'0'0'0,"-12"0"1"0,36 0-23 0,0 0 22 0,25 13-1 0,-1 22-1 0</inkml:trace>
  <inkml:trace contextRef="#ctx0" brushRef="#br0">30468 10015 96 0,'-12'0'8'0,"-24"0"11"0,-1 0 2 0,-60 0 12 0,61 0-28 0,24 12-4 0,24-1-2 0,12 15 1 0,25-2 0 0,11 11 0 0,1-11 0 0,0 14 0 0,-39-15 0 0,-9 1 2 0,-13 0 5 0,-35-11 2 0,-14-13-5 0,0 0-1 0,-11 0-2 0,12 0-3 0,11-24-4 0,13 11-10 0,60-22-106 0,-24 23 83 0</inkml:trace>
  <inkml:trace contextRef="#ctx0" brushRef="#br0">30928 9991 143 0,'0'0'0'0,"-14"-12"11"0,3 0 1 0,-25 0 2 0,-12 12 0 0,-1 0-11 0,-24 48-2 0,62-24-1 0,22 1-1 0,38 35 3 0,12-25-1 0,-1 3-2 0,26 22 0 0,-75-36 2 0,-11-13 5 0,-24-11-1 0,-13 13-3 0,-23-13-2 0,-13 0 0 0,0-13-7 0,25 2-8 0,48 11-13 0,12-13-43 0,2 2-1 0</inkml:trace>
  <inkml:trace contextRef="#ctx0" brushRef="#br0">31194 10027 105 0,'0'0'16'0,"0"-12"-9"0,-12 0 8 0,12 0 1 0,0 12-8 0,0 12 0 0,12 23-1 0,0 3 0 0,0 9 0 0,-12 1-4 0,0 2-2 0,0-2-3 0,0-11-5 0,0-13-15 0,12-13-24 0,-12-11-63 0</inkml:trace>
  <inkml:trace contextRef="#ctx0" brushRef="#br0">31301 9677 114 0,'0'0'-6'0,"26"0"-27"0,-2 24-8 0,11-13 11 0</inkml:trace>
  <inkml:trace contextRef="#ctx0" brushRef="#br0">31532 10197 86 0,'0'0'0'0,"0"11"15"0,0 2-6 0,12 11 7 0,13 0-3 0,-1-24-9 0,-12 11-2 0,25 2-2 0,-15-13 1 0,4 0 3 0,-2 0 0 0,-11-13 2 0,-2-11 3 0,-22-11-1 0,-26-1-2 0,-11-26-3 0,-25-9 1 0,48 46 3 0,25 13-8 0,25 12 3 0,-13 0-4 0,24 0 2 0,-11 0 0 0,82 12-2 0,-58-1 1 0,0 15 1 0,-13 46 0 0,-24-37 0 0,-12 2 1 0,0-13 1 0,-12 0-1 0,12-24 0 0,0 13 0 0,24-37-2 0,-12 0 1 0,37-12 1 0,-13-2-2 0,11 3 0 0,-9-1 8 0,46 12 14 0,-58 24-14 0,9 24 0 0,-11 12 0 0,-12 12-1 0,12 13-6 0,0-13-6 0,-11 13-32 0,-1-26-131 0</inkml:trace>
</inkml:ink>
</file>

<file path=ppt/ink/ink5.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14T23:29:4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25775 13075 16 0,'0'-12'24'0,"-12"0"-3"0,12-12 8 0,0 12-3 0,-12 0-7 0,12 0-8 0,12 24-4 0,-12 0-4 0,0 24 1 0,0-1 2 0,0 15 0 0,0 59 6 0,0-50-7 0,0 2-1 0,0 0-1 0,12-13-1 0,-12 1-1 0,12-13-1 0,0-13 1 0,-12-10 0 0,12-13 0 0,-12 13-1 0,0-13-8 0,-12-13-17 0,12 0-28 0,-12-10-36 0</inkml:trace>
  <inkml:trace contextRef="#ctx0" brushRef="#br0">25581 13269 27 0,'0'0'3'0,"0"11"4"0,13-11 11 0,-13 0 6 0,13 0-8 0,-2-11-7 0,0-2 0 0,-11 2-1 0,13-26-2 0,-13 13 0 0,12-12 0 0,0 0 1 0,0-1-1 0,0 25-1 0,0 0 1 0,25 0-1 0,-13 12 0 0,0 12 0 0,13 0-2 0,-13 0 1 0,0 13-3 0,-12-13-1 0,0 12 0 0,1-12-11 0,-2 11-25 0,0-10-71 0</inkml:trace>
  <inkml:trace contextRef="#ctx0" brushRef="#br0">26381 13086 43 0,'0'0'0'0,"0"-23"31"0,0 11-16 0,0 12 2 0,0 0-5 0,0 24-7 0,11 1 2 0,-11 23 0 0,0-12 0 0,0 13-1 0,11 11 1 0,-11 1-3 0,0-26 0 0,13 14-2 0,-13-13 0 0,0-12 0 0,12-11-2 0,-12-1 1 0,0 0 0 0,12-12-2 0,-12 12-7 0,0-12-15 0</inkml:trace>
  <inkml:trace contextRef="#ctx0" brushRef="#br0">26259 13280 48 0,'0'0'6'0,"0"0"6"0,0 0 8 0,0 0 3 0,13-11-13 0,-13 11-5 0,0-24-1 0,11 12-1 0,2-13-1 0,-2-12 0 0,13 2 0 0,2-1 2 0,-15-1 1 0,13 1 1 0,0 24 3 0,0 0 0 0,-12 12-2 0,12 0-1 0,-12 24-2 0,13 12-2 0,-1-13-1 0,-12 15 0 0,0-2 0 0,12-25-4 0,-11 2-11 0,-1-2-33 0,0-11-52 0</inkml:trace>
  <inkml:trace contextRef="#ctx0" brushRef="#br0">28932 13184 5 0,'0'0'0'0,"0"-13"39"0,0 13-19 0,0 0-1 0,0-11-3 0,0 11 0 0,0-12 1 0,0 12-2 0,0-12-3 0,0 0-1 0,0 0-4 0,0 0-1 0,0 12-3 0,0 0-1 0,0 12-1 0,0 0 1 0,12 24 1 0,-12-1-1 0,-12 15 0 0,12-15 1 0,-12 26-1 0,12 0 0 0,0-13 0 0,-12 13-2 0,12-13 1 0,0 1 0 0,0-37 0 0,0 0-1 0,0-12 1 0,0 0-2 0,0 0-5 0,0 0-17 0,-12-24-22 0,12 11-65 0</inkml:trace>
  <inkml:trace contextRef="#ctx0" brushRef="#br0">28750 13219 56 0,'0'0'7'0,"-12"0"11"0,12 0 1 0,0 0 2 0,0 0-7 0,0 0 6 0,24 0-9 0,0-11-3 0,1-13-3 0,-13 0-2 0,12-24-1 0,1 11 0 0,-1 1 0 0,-12 0-1 0,0 11 2 0,0 13 1 0,0 12-1 0,1 0-2 0,-13 25 1 0,24-1 0 0,-13 12-1 0,13-1-1 0,2 15 1 0,-4-26-1 0,2 0-5 0,1-13-33 0,-1-11-64 0</inkml:trace>
  <inkml:trace contextRef="#ctx0" brushRef="#br0">27046 14187 38 0,'0'-11'17'0,"0"-1"13"0,0 0-8 0,0-12-1 0,0 12-5 0,0-2-6 0,0 14-3 0,0-11-1 0,-13 11-1 0,13 0-2 0,0 11-3 0,-12 27 1 0,12-2 1 0,-12-1 1 0,12 15 0 0,0 9 0 0,0 2-1 0,0 0 2 0,12 0-3 0,-12 23-1 0,0-60 1 0,-12-11 0 0,12-1-1 0,0 0 1 0,-24 0-11 0,24-12-18 0,-13-12-27 0,13 0-29 0</inkml:trace>
  <inkml:trace contextRef="#ctx0" brushRef="#br0">26803 14333 32 0,'0'0'12'0,"-13"0"0"0,13 11 5 0,13-22 34 0,-1-2-45 0,0-11 0 0,12 0-1 0,1 1-1 0,-1-15-1 0,0 3 0 0,0-1 0 0,0-2-1 0,-11 15 1 0,-1 11 1 0,0 0-1 0,-12 12-1 0,24 12-1 0,-24 12 0 0,24 13 0 0,-13-1 0 0,39 35 0 0,-26-57-1 0,0 9-2 0,0-10-20 0,0-2-68 0,-24-11 44 0</inkml:trace>
  <inkml:trace contextRef="#ctx0" brushRef="#br0">27698 14164 28 0,'0'0'0'0,"-12"-24"38"0,12 24-14 0,-12-12-4 0,12 12-7 0,0 0-8 0,-12 24-2 0,12 11 2 0,-12 74 10 0,12-48-9 0,0 11-3 0,-12-11 0 0,12 0-1 0,0-14 0 0,12-9-2 0,-12-14 1 0,0 0 0 0,0-12-1 0,0-12 0 0,0 0-34 0,0-12-81 0</inkml:trace>
  <inkml:trace contextRef="#ctx0" brushRef="#br0">27433 14381 44 0,'0'0'9'0,"0"0"-8"0,0 13 6 0,0-13 16 0,0-13-4 0,11 2-14 0,0-15 1 0,2-9 1 0,-1-2-1 0,26-11-1 0,-16 0-1 0,15 12-1 0,-13 12 0 0,0-1 1 0,-11 25 2 0,-1 0-1 0,0 11-1 0,0 27 1 0,0-2-1 0,0 12 0 0,12-11-2 0,-11-2-1 0,11-11 0 0,-12 0-1 0,12-24-14 0,-12 13-88 0</inkml:trace>
  <inkml:trace contextRef="#ctx0" brushRef="#br0">23767 15168 43 0,'0'0'10'0,"-12"-24"13"0,12-2-6 0,0 15-4 0,0 11-1 0,0-12-5 0,0 24-3 0,12 13 1 0,-12 70 5 0,0-45-6 0,0-2 0 0,0 13-1 0,0-2-1 0,0 2-1 0,0-12 0 0,12-13 0 0,-12 0 0 0,0-23 0 0,0-1-1 0,0 0 1 0,0-12-1 0,0 0-4 0,0 0-11 0,0 0-21 0,0-12-59 0</inkml:trace>
  <inkml:trace contextRef="#ctx0" brushRef="#br0">23622 15336 22 0,'0'0'0'0,"-11"0"20"0,11 0 1 0,0 0 0 0,0 0 8 0,0 0-22 0,0-11-1 0,22-2-2 0,-9-11-1 0,11 13-2 0,-12-15 1 0,24-33-1 0,-11 35 0 0,-13 12 1 0,12-12 2 0,0 10 1 0,-11 14-1 0,11-11 0 0,12 36 0 0,-24-13-4 0,13 12 0 0,-14 0 0 0,0 0-2 0,3 0-18 0,-14 1-34 0,0-13-4 0</inkml:trace>
  <inkml:trace contextRef="#ctx0" brushRef="#br0">24383 15168 27 0,'0'-12'16'0,"0"0"11"0,0 12-1 0,0-12-7 0,0 12-9 0,0 0-7 0,0 24 1 0,-11 0 0 0,11 23 1 0,-11 3 0 0,11-2-1 0,0 24-2 0,0-11-1 0,0-13 0 0,0 13-1 0,11-1 1 0,-11-23 0 0,0-13-1 0,-11-12-6 0,11-12-8 0,0 0-11 0,0 0-62 0</inkml:trace>
  <inkml:trace contextRef="#ctx0" brushRef="#br0">24239 15312 2 0,'-12'0'8'0,"12"13"7"0,-12-13 8 0,12 0 2 0,12-13 13 0,-12 2-31 0,24-13-1 0,-12-2-2 0,12 2-1 0,-11-11 1 0,11-1-1 0,-12-2 0 0,13 3 1 0,-14 11-1 0,0 24 1 0,2-12-2 0,-2 12-1 0,14 24 0 0,-13 12 0 0,12 1-1 0,0-1-1 0,1 11-21 0,-1 3-90 0</inkml:trace>
  <inkml:trace contextRef="#ctx0" brushRef="#br0">24977 15240 26 0,'-12'-13'19'0,"12"-11"9"0,0 13-4 0,0 11-3 0,0-12-9 0,0 24-8 0,0 23-1 0,0 3 1 0,0 9 1 0,12 14-2 0,-12 0 0 0,0-1-2 0,0 1 0 0,12-13 0 0,-12-11 0 0,0-1-1 0,0-12 1 0,0-12 0 0,0-1-1 0,0-11 0 0,0 0-9 0,0 13-12 0,0-26-98 0</inkml:trace>
  <inkml:trace contextRef="#ctx0" brushRef="#br0">24855 15360 17 0,'0'0'15'0,"-11"-11"7"0,11 11 1 0,-11 0-2 0,11-13-7 0,0 2-8 0,11 11-2 0,0-24-1 0,2 0 0 0,11-2 0 0,-12-9-1 0,0-1 2 0,0 0 1 0,12 24 0 0,-11-13 0 0,-1 25 1 0,0 11-3 0,12 15 0 0,-12 10-1 0,13 0-1 0,-3 13 0 0,28-13-2 0,-15-12-27 0,2 0-73 0</inkml:trace>
  <inkml:trace contextRef="#ctx0" brushRef="#br0">28944 16317 6 0,'0'0'16'0,"0"-13"-3"0,0 13 2 0,0-11 2 0,13 11-4 0,-13-12 1 0,0-2-1 0,0 14-2 0,0-11 0 0,0 11-1 0,0 0-3 0,0 11-1 0,0 15-6 0,0 22 1 0,0 0 0 0,-13 13 1 0,13-1 0 0,0-11-1 0,-12 11 0 0,12-11 0 0,0-13-1 0,0-24 2 0,0 24-1 0,0-25-1 0,0 2 1 0,0-13-1 0,-12 0-3 0,12 0-18 0,0 0-37 0,0 0 1 0</inkml:trace>
  <inkml:trace contextRef="#ctx0" brushRef="#br0">28775 16365 25 0,'-13'0'13'0,"1"0"5"0,12 0 1 0,0 0 1 0,12-13-8 0,1 2-4 0,11-2-4 0,-24-11 0 0,24 1 2 0,0-15-1 0,-12 14-1 0,12 1 1 0,1-13 0 0,-1 36 1 0,1-12-2 0,-14 24 0 0,13 0-2 0,0 12-1 0,2-1 0 0,-26 1-1 0,11 0 0 0,13 13-4 0,-13-24-22 0,14-2-75 0</inkml:trace>
  <inkml:trace contextRef="#ctx0" brushRef="#br0">29585 16293 12 0,'0'-12'16'0,"0"-2"7"0,0 3 2 0,0-2-1 0,0 2-7 0,0-2-7 0,0 2-1 0,0 11-1 0,-12 0-2 0,12 0-1 0,0 0-4 0,0 0 0 0,0 0 0 0,-12 11 0 0,12-11 0 0,0 13 0 0,0-2 0 0,0 2-1 0,0 12 1 0,0-2 0 0,0 1 1 0,0 24 1 0,0 2 0 0,0-2-1 0,0 0 0 0,0 13-2 0,0-14 1 0,0 3-1 0,0-26 0 0,12 0 1 0,-12 0 0 0,0-13-1 0,0 2 0 0,0 0 1 0,0-1-2 0,0-12-5 0,-12 0-14 0,0 0-26 0,-1 0-37 0</inkml:trace>
  <inkml:trace contextRef="#ctx0" brushRef="#br0">29390 16426 25 0,'-11'0'16'0,"-13"11"4"0,24 2 0 0,0-2-2 0,0-11-6 0,0-11 10 0,11-2-16 0,2 2-1 0,12-26-2 0,-13-11-1 0,48-37 2 0,-36 37-3 0,0 0 0 0,-12 22 0 0,1 15 1 0,-1-1 0 0,0 12 0 0,0 23-1 0,0-9 0 0,12 22 1 0,1-1-2 0,-13 2 0 0,12 11-1 0,0-11-9 0,23-2-29 0,-34-9-46 0</inkml:trace>
  <inkml:trace contextRef="#ctx0" brushRef="#br0">30153 16413 8 0,'0'0'0'0,"0"-37"20"0,0 13 7 0,0-11 3 0,0 11-7 0,0-2-7 0,0 15-3 0,0 11-2 0,0 0-6 0,0 25-3 0,0 11 1 0,0 23-1 0,0-9 1 0,0 10 0 0,0 0-2 0,-13 13 0 0,13-24 0 0,0-1 0 0,0-12-1 0,0-12 0 0,0-11 1 0,0-13-4 0,0 0-11 0,0 0-16 0,0 0-50 0,0-13 44 0</inkml:trace>
  <inkml:trace contextRef="#ctx0" brushRef="#br0">29996 16413 32 0,'-12'0'6'0,"-12"0"6"0,0 0 3 0,24 0 5 0,0 0-3 0,0 0-2 0,12 0-5 0,0 0-2 0,24-24-2 0,-24 0-2 0,25 0 0 0,-1-13 0 0,1 14-1 0,-15-15 0 0,4 14 0 0,-14 13-1 0,0-1 1 0,-12 12-2 0,13 12 0 0,-13-1 0 0,11 26-1 0,-11 0 0 0,24-2 0 0,0 2 0 0,0-13-3 0,25 0-18 0,-1-11-54 0,-24-13 23 0</inkml:trace>
  <inkml:trace contextRef="#ctx0" brushRef="#br0">30855 16341 12 0,'0'0'0'0,"0"-13"22"0,0 2 2 0,12-2 2 0,-12 2-5 0,0-1-8 0,0-2-4 0,12 14-5 0,-12 14 0 0,-12 9 2 0,12 25 0 0,-12 2-2 0,12-2-1 0,-12 12 0 0,12 1-2 0,0-13 0 0,0 1-1 0,12-1 1 0,0-12 0 0,-12-12 0 0,0-11-1 0,0-13 0 0,0 12-5 0,0-12-14 0,0 0-21 0,0 0-35 0</inkml:trace>
  <inkml:trace contextRef="#ctx0" brushRef="#br0">30649 16376 2 0,'-12'0'10'0,"0"13"4"0,12 0 0 0,-13-2-2 0,2-11-3 0,11 13 2 0,0-13 23 0,36-37-23 0,-24 0-6 0,25 2 1 0,-26-15-1 0,26 15 0 0,-13-1 0 0,-12 12-1 0,12 24 0 0,1-24 0 0,-1 24 0 0,0 0-1 0,1 12-2 0,-3 12 2 0,4 11-2 0,-2-11 0 0,11 14-1 0,-10-15 2 0,-1 1-4 0,1-11-21 0,11-2-98 0</inkml:trace>
  <inkml:trace contextRef="#ctx0" brushRef="#br0">28920 17429 1 0,'0'0'3'0,"0"0"7"0,0-11 2 0,0 11-4 0,12-13 3 0,-12 13-1 0,0-13-1 0,12 2 0 0,-12 11 0 0,0 0-1 0,0 0 11 0,0 11-16 0,0 26-1 0,0-13 0 0,0 13 1 0,0-1 0 0,0 0-1 0,0 1 0 0,0-1-1 0,0-12 0 0,0 1 0 0,0 11 1 0,0-24-2 0,0 0 1 0,0-12-1 0,0 0 0 0,0 0 0 0,0 11-1 0,0-11 0 0</inkml:trace>
  <inkml:trace contextRef="#ctx0" brushRef="#br0">28859 17538 2 0,'0'0'0'0,"-12"0"13"0,12 0-1 0,0 0-1 0,-12 0-3 0,12 0-1 0,0 13 0 0,0-13-1 0,-12 0 1 0,12 0 0 0,12 0 0 0,-12 0-1 0,12 0 0 0,-12-13-2 0,12 13-2 0,1-24 0 0,-2 12 0 0,14-13 0 0,-13 1 2 0,0 13 2 0,0-2-1 0,-12 13-2 0,0 0-1 0,24 0 1 0,-11 13-3 0,-2-2 1 0,13 2 0 0,2-2-4 0,-4-11-22 0,2 13-72 0</inkml:trace>
  <inkml:trace contextRef="#ctx0" brushRef="#br0">30225 17344 6 0,'-11'0'5'0,"11"0"7"0,0-11 1 0,0-2 1 0,0 13-2 0,0-11-1 0,11 11-1 0,-11 0 0 0,0 11 2 0,13 13-4 0,-13 13-2 0,0 0-1 0,0 11 1 0,0 0-3 0,0 0-1 0,0 1-1 0,0-14-1 0,0-9 1 0,0-2 0 0,12 0-1 0,-12-12 0 0,0-12 0 0,0 0-4 0,0 0-121 0</inkml:trace>
  <inkml:trace contextRef="#ctx0" brushRef="#br0">30057 17502 9 0,'0'0'0'0,"0"0"33"0,0-12-19 0,0 12-3 0,0-13-3 0,12 2 0 0,0-2 0 0,0-11-2 0,0 13-2 0,12-2-1 0,-13-24 0 0,2 26 0 0,0-13 0 0,-1 0 1 0,0 12 0 0,-12 12-1 0,24-14 2 0,12 14 5 0,-12 0-6 0,1 0-2 0,-14 0-1 0,-11 26 0 0,13-15 0 0,-13 2-3 0,0-2-12 0,12 2-33 0,-12-2-28 0</inkml:trace>
  <inkml:trace contextRef="#ctx0" brushRef="#br0">31496 17344 10 0,'0'0'0'0,"-12"0"18"0,12-11-1 0,0 11 1 0,0-13-5 0,0 26-7 0,-13-2-1 0,13 13 2 0,0 0-2 0,0 26 1 0,0-2-1 0,0 0-2 0,0 1-2 0,0-1 0 0,13-11 0 0,-13-1-1 0,0-24 1 0,0-12-1 0,0 12 0 0,0 0 0 0,0-12 0 0,0 0-1 0,-13 0 0 0,13 0 0 0</inkml:trace>
  <inkml:trace contextRef="#ctx0" brushRef="#br0">31340 17502 33 0,'0'0'3'0,"0"0"0"0,-13 0 7 0,26 0 5 0,9-12-1 0,-9-1-12 0,-2 2 0 0,-11-13-1 0,13 0 1 0,-13-13 0 0,0 13 3 0,12 0 0 0,0-12 0 0,1 36-2 0,11-14 2 0,-13 14 0 0,2 0-1 0,11 14-2 0,0 9-2 0,-12 1 0 0,13 0-15 0,-25-11-36 0,12-2 10 0</inkml:trace>
  <inkml:trace contextRef="#ctx0" brushRef="#br0">32016 17344 11 0,'0'0'13'0,"0"0"2"0,0-11 0 0,0 11 4 0,0-13-6 0,-12 13-5 0,12-11-4 0,0 11 1 0,0 0 2 0,0 11-2 0,0 26-1 0,0-13 0 0,0 13-1 0,12 11-1 0,-12 0-1 0,0 0-1 0,13 49 0 0,-13-48 0 0,0-25 1 0,0-1-2 0,0-10 1 0,0-13-2 0</inkml:trace>
  <inkml:trace contextRef="#ctx0" brushRef="#br0">31823 17418 30 0,'0'0'4'0,"0"0"3"0,0 0-3 0,-13 0 4 0,13-13 12 0,13 13-17 0,-2-13-1 0,14-11 3 0,23-24 4 0,-11 25-2 0,-13-15 1 0,0 14-1 0,0 1 0 0,0-1-1 0,0 24-2 0,1 0-1 0,-13 24-2 0,1-12 0 0,-2 23-1 0,0 3-2 0,14-2-13 0,-1-12-30 0,-10 0-16 0</inkml:trace>
  <inkml:trace contextRef="#ctx0" brushRef="#br0">32899 17309 20 0,'0'-12'43'0,"0"12"-22"0,0-14-5 0,0 3-9 0,0 11-3 0,0 0 0 0,-11 11-1 0,11 15 0 0,0 9-2 0,-13 13-1 0,13 2-2 0,13-2 0 0,-2 13 1 0,0-13-1 0,14-1 0 0,-25-9 1 0,12-2 0 0,1-12-5 0,-13-13-14 0,0 2-13 0,0-13-14 0</inkml:trace>
  <inkml:trace contextRef="#ctx0" brushRef="#br0">32633 17418 30 0,'0'0'0'0,"0"0"17"0,0 11-12 0,-12-11 2 0,12 0 4 0,0 0-1 0,12 0 2 0,0-24-5 0,24 0 1 0,1 0 1 0,11-13 0 0,0 0 0 0,13 2-1 0,-13 11-3 0,13 12 0 0,35 24-3 0,-59 12-5 0,-1 11-2 0,-12 2-43 0,-11-13-39 0</inkml:trace>
  <inkml:trace contextRef="#ctx0" brushRef="#br0">2879 17817 5 0,'0'0'6'0,"0"0"15"0,-13-12-2 0,13 12 3 0,-12 0-8 0,12-13-5 0,0 13-4 0,0 0 1 0,0 0-1 0,0 0-3 0,25 0 1 0,-1 0 1 0,12-13-2 0,13 13 0 0,0-11 0 0,22 11-1 0,14-13 1 0,24-10-1 0,59 11 0 0,-58-12 0 0,-37 12-1 0,-25 0 1 0,-23-1 0 0,-14 13 0 0,2 0-3 0,-26 0-8 0,-11 0-14 0,-12 25-24 0,36-25 15 0</inkml:trace>
  <inkml:trace contextRef="#ctx0" brushRef="#br0">3024 18022 12 0,'0'0'21'0,"-12"0"-2"0,12 0 1 0,0 0-9 0,0-12-1 0,12 12-1 0,25-12-2 0,10 0 1 0,13-1-2 0,14 2-1 0,-2-2-1 0,1 2-2 0,-1-2-1 0,-22 1-1 0,-4 12 0 0,-21-12-13 0,-13 12-38 0,-12 0 2 0</inkml:trace>
  <inkml:trace contextRef="#ctx0" brushRef="#br0">9059 17623 22 0,'0'0'0'0,"0"0"30"0,-12 12-5 0,0-12-3 0,0 0-6 0,12 0-7 0,0 0-4 0,24 0 0 0,13 0 0 0,11 0-1 0,37 0 0 0,11 0-1 0,1-12 0 0,24 12 1 0,12 0-1 0,0 0-1 0,0 0-1 0,-12 0 0 0,-25-12-1 0,-23 12 1 0,-36-12 0 0,-25 12-4 0,-12-12-39 0,-24 12-54 0</inkml:trace>
  <inkml:trace contextRef="#ctx0" brushRef="#br0">2988 12422 22 0,'0'0'35'0,"-12"0"0"0,-1-12-11 0,13 12-4 0,-12-13-8 0,12 13-7 0,25 0 3 0,-1 0-4 0,24 0 0 0,37-11 1 0,72-13 0 0,-23 11-2 0,22-24 0 0,38 13-1 0,-13 0-1 0,1 0 2 0,-36 1-1 0,-26-2 1 0,-48 12-2 0,-47 2 0 0,-1 11 1 0,-36-13 0 0,0 13-3 0,-13 0-9 0,13 0-21 0,-12 0-93 0</inkml:trace>
  <inkml:trace contextRef="#ctx0" brushRef="#br0">7862 12312 73 0,'0'0'0'0,"0"0"24"0,24 0-8 0,24 0 4 0,25-11-4 0,25-2-2 0,33-11-4 0,15 0-1 0,10 1-1 0,2-15-2 0,0 14 0 0,-37 1-2 0,-37 11-2 0,-35 0-2 0,-37 12 1 0,-24 0-7 0,-12 0-25 0,-25 0-109 0</inkml:trace>
  <inkml:trace contextRef="#ctx0" brushRef="#br0">10680 12253 38 0,'0'0'40'0,"0"0"1"0,36 0-16 0,25 0-7 0,37-13-4 0,9 2-5 0,39-1-1 0,-1-13 0 0,24 1-2 0,-12 0-3 0,-12 12-2 0,-36 0-1 0,-48 0-1 0,-37 12-15 0,-36 24-46 0,0-24-20 0</inkml:trace>
</inkml:ink>
</file>

<file path=ppt/ink/ink6.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14T23:29:4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24383 2794 58 0,'-11'-24'26'0,"-13"0"-7"0,24 24-1 0,0 0-1 0,13 97 0 0,9-37-12 0,-22 13-1 0,13 10-1 0,-13 2 0 0,0-11-2 0,0-26 0 0,-13 0-2 0,13-11-13 0,-11-13-30 0,11-24-61 0</inkml:trace>
  <inkml:trace contextRef="#ctx0" brushRef="#br0">24650 3229 63 0,'0'0'8'0,"13"0"5"0,47-35 27 0,-24 9-29 0,-12 2-4 0,0-11-3 0,2 11-1 0,-26-13 0 0,0 13 0 0,-14 0-1 0,-11 12-1 0,-34 35 2 0,22 14-3 0,24 0 1 0,2 11-2 0,11 0 2 0,11-11 0 0,63 23-2 0,-26-36-2 0,25-24-2 0,-13 0-3 0,61-49-4 0,-60 14 9 0,-13-2 3 0,-12 0 1 0,-22 2-1 0,-14 22 6 0,-14 2 1 0,2 11-2 0,-25 11-1 0,15 26 0 0,9-2-2 0,1 39 0 0,24-26-1 0,12-24 0 0,12 0 0 0,2 1 0 0,9-13-1 0,38-49 2 0,-37 13-2 0,11-37 2 0,-59 26-1 0,0-2-1 0,-47 0 0 0,11 13 0 0,-25 13 1 0,1 11-1 0,25 0 1 0,-3 11-1 0,26-11 0 0,12 13-1 0,36-2 1 0,13 2 0 0,11-13 0 0,13 0 0 0,12-13-1 0,-14 2 0 0,-8-13 2 0,-16 11-2 0,-23-10 2 0,-12 9 0 0,-12-10 2 0,0 24 2 0,-12-11-1 0,0 11-2 0,0 11-1 0,0 27-1 0,12-2 1 0,0 23-1 0,12 15 2 0,0 22-1 0,12 1-1 0,-12 12 1 0,-12 0 0 0,12-13-1 0,-24-23 0 0,0 36-5 0,12-98-5 0,-12 3-14 0,12-28-23 0,0-21-44 0</inkml:trace>
  <inkml:trace contextRef="#ctx0" brushRef="#br0">25702 3085 95 0,'0'0'0'0,"0"-12"16"0,37 12-11 0,11 12 6 0,0 12-3 0,-11 11-3 0,-13 2-2 0,0 0-2 0,-24-13 1 0,-11 12 1 0,-26 0 0 0,-11-23-2 0,-13 11-1 0,12-12-13 0,13-12-26 0,24 0-45 0</inkml:trace>
  <inkml:trace contextRef="#ctx0" brushRef="#br0">26440 3168 103 0,'-12'-24'9'0,"-24"-11"-5"0,1 11 4 0,-75 12 19 0,49 12-17 0,-36 60-4 0,61-12-5 0,24 0-1 0,12 1 2 0,0-13-2 0,36 1 0 0,-12-25 1 0,25 0-1 0,-13-24 1 0,0 0-1 0,1-25 0 0,-13 13 0 0,0-13-1 0,-13 2-1 0,2-2 0 0,-13 24 1 0,0 2 1 0,0 35-5 0,12 37-22 0,13-37-14 0,10 24-45 0</inkml:trace>
  <inkml:trace contextRef="#ctx0" brushRef="#br0">26561 3157 60 0,'0'-13'12'0,"0"2"0"0,0 11-1 0,13 0 1 0,-13 24-4 0,11 13-5 0,-11-2 0 0,13 2-3 0,-1-13 1 0,-12 0-1 0,12-24 0 0,-12 13 4 0,12-38 0 0,0 13-2 0,1-36 0 0,-2 11-3 0,13-11 1 0,0 11-12 0,13 2-28 0,-2 9-33 0</inkml:trace>
  <inkml:trace contextRef="#ctx0" brushRef="#br0">27238 3133 68 0,'-12'-13'21'0,"12"-11"0"0,0 13-8 0,-12-15 0 0,0 2-2 0,-12 13-7 0,-12 11-3 0,-38 24-2 0,27 13 1 0,35-2 0 0,0 13 0 0,0-11 0 0,36-13 0 0,13 0 0 0,9-11-1 0,4-1 1 0,-14-12 1 0,0-25-1 0,-12 1 0 0,1-24 0 0,-1 0 0 0,-12-12 0 0,-12-2 1 0,0-9 0 0,0-14-1 0,-12 12-1 0,-12-61 1 0,12 110 1 0,-1 24 0 0,13 37 2 0,0 24 0 0,0-1 0 0,25 25 0 0,-13 0-2 0,12-2-1 0,0 2 1 0,12-37-1 0,-11 2 0 0,-1-39-6 0,1-11-40 0,-3 0-51 0</inkml:trace>
  <inkml:trace contextRef="#ctx0" brushRef="#br0">28811 2976 85 0,'0'0'0'0,"-25"-50"31"0,25 27-8 0,0 23-18 0,13 23 8 0,-13 3-5 0,24 46 1 0,-12 0-6 0,0 13-2 0,-12-37 1 0,0 158-2 0,0-157-2 0,-12-13-5 0,12-12-63 0,0-24-17 0</inkml:trace>
  <inkml:trace contextRef="#ctx0" brushRef="#br0">28847 2903 60 0,'0'0'0'0,"25"-36"31"0,-1 24-23 0,24 12 3 0,0 12-2 0,-11 12-5 0,-2 11-1 0,-11 3-1 0,-11-2-1 0,-13-12 2 0,-24 0 0 0,-24 1 2 0,-61-2-5 0,61-10-23 0,11-13-21 0,25 11-13 0</inkml:trace>
  <inkml:trace contextRef="#ctx0" brushRef="#br0">29585 3024 97 0,'0'0'0'0,"-61"-36"12"0,13 24-4 0,1 12 6 0,-16 0-4 0,16 0-2 0,11 35-6 0,-1 2-1 0,25 0-1 0,0 11 1 0,24-13-1 0,0-22 0 0,37 11 2 0,-13-24-2 0,-1-24 1 0,15 0-1 0,-15-13 1 0,-22 2-1 0,23 9 1 0,-24 15-1 0,-12-2 1 0,0 13-1 0,0 0 0 0,12 38 1 0,-12-2-1 0,12-1-1 0,13 15-21 0,-1-15-50 0,-12-22 23 0</inkml:trace>
  <inkml:trace contextRef="#ctx0" brushRef="#br0">29875 3000 96 0,'0'0'0'0,"-12"0"24"0,0 0-22 0,12 0 3 0,0 48 7 0,0-11-8 0,36 35-1 0,-24-35-2 0,1-13 1 0,11-13 0 0,0-11 0 0,0-11-1 0,-12-13 0 0,25-13-1 0,-25 0 2 0,24-48-2 0,-24 50 0 0,13 23 0 0,-25 12 0 0,22-12 0 0,-9 24 0 0,-13 0 0 0,13 23 1 0,11 3-1 0,-11-2 1 0,-2 12 0 0,-11-11-1 0,24-2-6 0,-12-22-27 0,24-2-25 0,-23-11-1 0</inkml:trace>
  <inkml:trace contextRef="#ctx0" brushRef="#br0">30637 2758 74 0,'0'0'0'0,"-12"-12"24"0,12-1-16 0,-13 26 11 0,13 11-8 0,0 24-4 0,0 13-4 0,0 12 1 0,0 10-1 0,13-9-1 0,-13-2-1 0,12-11-1 0,0-13 1 0,-12-11-1 0,0-26-5 0,0-11-15 0,0 0-29 0,0-24-9 0</inkml:trace>
  <inkml:trace contextRef="#ctx0" brushRef="#br0">30432 2988 65 0,'0'0'0'0,"0"0"26"0,12 0-24 0,12 12 3 0,13 12 4 0,11-13-1 0,109 13 5 0,-133-24-6 0,0-11 1 0,0-13-3 0,-12 0-2 0,1-12-1 0,-1-13 0 0,0 13-1 0,0-12 1 0,-12-1-2 0,0 25 1 0,0 12 2 0,0-1-4 0,0 26 2 0,0 11 0 0,0 49 3 0,0-1-2 0,-12 1-1 0,12-2 0 0,12 3 0 0,-12-26 0 0,12 13 1 0,0-25-2 0,0-24 3 0,-12 0 1 0,13-12-2 0,-2-24-1 0,26-1 0 0,-24-10-2 0,11-15 1 0,-2 15-1 0,-9-13 0 0,11 22 1 0,-24 15-2 0,12 11 0 0,-12 11 2 0,0 15 0 0,0 9 0 0,12 2 0 0,1 0 1 0,23-2-1 0,-12-11 0 0,12-11-1 0,1-1-5 0,12 0-14 0,-14-12-25 0,37-24-53 0</inkml:trace>
  <inkml:trace contextRef="#ctx0" brushRef="#br0">31471 3096 36 0,'-11'0'15'0,"11"0"-5"0,-24-11 0 0,11 11 5 0,1 0-3 0,0 11-7 0,-1-11-3 0,2 13-1 0,11-2 2 0,-13 2 1 0,13 11 0 0,0-13 0 0,0 2-1 0,13 0 1 0,-13-13 2 0,11 11 2 0,-11-11 1 0,13-11-2 0,-13 11-3 0,12-13-2 0,-12 0-1 0,12 13 1 0,-12-11-1 0,0 11 0 0,0 0 1 0,-12 0-1 0,12 0 3 0,0 0-1 0,0 0 0 0,0 0-2 0,0 0-1 0,12 0 1 0,1 11-1 0,-13-11-1 0,24 0 2 0,0 0-1 0,0-11 0 0,0-2-1 0,1 2 1 0,-13-13 2 0,12 0-1 0,-24-13 1 0,0 13-3 0,-12-12 0 0,-12 24 1 0,-1 12 2 0,-11 0-3 0,0 0 2 0,-13 35 0 0,0 13-1 0,38-11 1 0,0 11-1 0,11-11 2 0,22 11-3 0,39 13 2 0,-37-37-3 0,49-11-5 0,-49-13-11 0,25-13-30 0,22-11-66 0</inkml:trace>
  <inkml:trace contextRef="#ctx0" brushRef="#br0">31834 3011 51 0,'0'0'25'0,"0"0"7"0,0 13-19 0,0 11-5 0,13 13-5 0,-13-2-2 0,12 2 1 0,-12 0-1 0,12-2 0 0,-12 2 1 0,0-13 6 0,0-12 9 0,0 0-10 0,0-24-1 0,0 0-1 0,0-12-2 0,12-24 0 0,0 11-2 0,12-24 1 0,1 14-1 0,11 9-1 0,0 3-6 0,-12 23-53 0,-24 12-7 0</inkml:trace>
  <inkml:trace contextRef="#ctx0" brushRef="#br0">27855 3218 69 0,'12'0'3'0,"37"-13"0"0,23 2 5 0,25-2 1 0,-12 0-7 0,-26 13-5 0,-21 0-21 0,-13 13-39 0</inkml:trace>
  <inkml:trace contextRef="#ctx0" brushRef="#br0">26730 3774 73 0,'-12'-12'31'0,"12"12"-30"0,37 24 1 0,11 12 8 0,25 13-4 0,-1 11 0 0,26 13-3 0,-2-2-6 0,-12 27-14 0,-23-13-26 0,-13-37-16 0</inkml:trace>
  <inkml:trace contextRef="#ctx0" brushRef="#br0">29658 3907 124 0,'0'0'0'0,"-85"-12"28"0,0 59-28 0,1 15 1 0,-1 9 0 0,-12 14-2 0,0 0-9 0,14 13-41 0,22-38-26 0</inkml:trace>
  <inkml:trace contextRef="#ctx0" brushRef="#br0">27178 4850 86 0,'0'0'0'0,"-12"-24"17"0,-23 24-5 0,-4 12 1 0,-7 0-1 0,-3 25-5 0,0 11-3 0,25 13-3 0,0 10 0 0,24-21-1 0,12-15 1 0,24-11-2 0,13-11-7 0,22-13-26 0,14 0-29 0,-60 0 26 0</inkml:trace>
  <inkml:trace contextRef="#ctx0" brushRef="#br0">27518 4972 85 0,'0'0'0'0,"-50"0"21"0,2 12-8 0,-13 24 3 0,13 0-4 0,12-1-6 0,12 2-4 0,11 0-1 0,13-13 0 0,13 0-1 0,23-11 0 0,12-13 1 0,1-13-1 0,11-24 0 0,-12 2 1 0,-22 11-1 0,-15-2 1 0,0 26 4 0,-11 0 1 0,0 0-4 0,-11 14-1 0,11 9-1 0,0 14 0 0,60 24-30 0,-24-37-15 0,13-13-24 0,-37-11 43 0</inkml:trace>
  <inkml:trace contextRef="#ctx0" brushRef="#br0">27916 4705 48 0,'0'-36'25'0,"0"-12"1"0,-11 36-3 0,11 12-13 0,0 23-2 0,-13 25 1 0,13 26-4 0,0-2-2 0,0 25-1 0,0-12-1 0,24 12-1 0,-13-37-1 0,2-25 0 0,-1-22 1 0,0-13 0 0,-12 0 1 0,0-37 0 0,12 2-1 0,0-1-1 0,12-2 1 0,1 3 0 0,-1 23-1 0,24 0 0 0,-11 12 0 0,-1 24 1 0,-11 11 0 0,-3 3 1 0,-9 9 0 0,-13-10 0 0,-13 0 2 0,2-2 3 0,-25-35 1 0,-12 13 0 0,11-13-3 0,-11-13-1 0,11-11-2 0,1 13-2 0,12-26-13 0,12 13-24 0,12-13-32 0,0 26 21 0</inkml:trace>
  <inkml:trace contextRef="#ctx0" brushRef="#br0">28448 4754 67 0,'-12'-37'41'0,"12"37"-30"0,0 0-4 0,0 24 4 0,-12 13 2 0,12 11-8 0,-12 13-2 0,12 24-2 0,0-14 0 0,0-9 0 0,0-15 0 0,0-23 0 0,0-11 0 0,0-2 2 0,0-22 3 0,0-2-4 0,24-22 0 0,24-26-2 0,-23 37 0 0,11 11-1 0,0 2 1 0,-1 11 0 0,-9 11-1 0,-2 13 0 0,-11 14 2 0,-2-2-2 0,-22-1 2 0,-2-11 0 0,-11 2-1 0,-2-2 2 0,4-13-2 0,-15-11 1 0,13 0-4 0,-13 0-18 0,25-11-30 0,12-2-17 0</inkml:trace>
  <inkml:trace contextRef="#ctx0" brushRef="#br0">29064 5117 85 0,'-11'-12'19'0,"11"-2"-9"0,-24 3 3 0,-13 11 1 0,2 0-3 0,-2 25-4 0,0-2-3 0,13 1-3 0,0 13 0 0,24 11 0 0,12-11 0 0,0-26 0 0,12-11 0 0,1 0 1 0,11-11-1 0,-12-13 0 0,-11 0 0 0,22-26-1 0,-9 15 0 0,-26-1 1 0,22 36-2 0,-22 0 1 0,0 0 0 0,13 12 0 0,-13 12 0 0,24 11 1 0,-12 2 1 0,24-13-2 0,13 13 0 0,-1-37 1 0,1 11-1 0,11-22 1 0,-11-2 0 0,-13-11 0 0,-12-13 3 0,-12 2 0 0,-12-2-1 0,-25 14-1 0,3-2-1 0,-28 12 1 0,26 13-1 0,0 24-1 0,0 2 1 0,24 9-1 0,0 13 0 0,37 74 0 0,-26-49-1 0,13-14 1 0,-24 3 1 0,0-2-1 0,-24-23 1 0,-24-2-2 0,-13-11 3 0,-11-24-1 0,-73-35-1 0,97 23 2 0,48-26-2 0,11 3-1 0,50-1-3 0,48 0 2 0,36-13-2 0,36 1-3 0,1-13 3 0,-36-11 3 0,-50 22 0 0,-60 26 5 0,-24 0 4 0,-121 13-1 0,11 11-2 0,15 24-2 0,22 0 0 0,37 0-2 0,12 0-1 0,48 0 1 0,37 0 0 0,36 1 0 0,157 11-35 0,-133-23-119 0</inkml:trace>
</inkml:ink>
</file>

<file path=ppt/ink/ink7.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14T23:29:4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2516 7040 2 0,'0'0'6'0,"0"0"4"0,12-12 1 0,-12 12 2 0,0 0 9 0,-12-12-4 0,12 12-9 0,0 0-1 0,-12 0-1 0,12-12 0 0,0 12 1 0,-12-14-2 0,12 3 0 0,0-1 0 0,0 0 0 0,0-12-1 0,0 0 1 0,0-1-1 0,0 13-1 0,12-12 0 0,0 0 0 0,24-25 2 0,-12 13-3 0,-11 11-2 0,59-34 2 0,-37 35-2 0,4-13 1 0,7 13-1 0,-21 12 1 0,23-12 0 0,-23 0-1 0,-1 24 1 0,36-25 0 0,-35 25-2 0,24 0 1 0,-14 0-2 0,39 13 1 0,-39-13 0 0,26 12 1 0,-25 0-1 0,-12 0 1 0,24 12-1 0,-23 12 1 0,-1-25-1 0,25 50 1 0,-38-37 0 0,26 0-1 0,-24 1 1 0,33 35 0 0,-21-35 0 0,-13 11-1 0,0-12 0 0,0 1 1 0,1-1-1 0,-1 12 1 0,-12 25 1 0,0-25-1 0,0 12-2 0,-12-11 1 0,-1-2 1 0,1 2 0 0,0-13-1 0,0 37 1 0,0-37-1 0,-1 12 1 0,-11-11-1 0,2 11 2 0,-4 0-2 0,13-13 1 0,-9 15 1 0,-2-14-2 0,-13 12 1 0,0-12 1 0,13 0 0 0,-12-24-2 0,12 13 1 0,-25-1 1 0,25-12-3 0,-1 0 3 0,-47 0 0 0,37 0-2 0,-14-12 1 0,-24-14-1 0,37 2 1 0,12 1-1 0,-13 11 1 0,1-24-1 0,0-2 1 0,12 3 0 0,-13-1 0 0,13-13 1 0,0 13 0 0,12-12-1 0,0 11-1 0,0-11 0 0,12 0-1 0,0-2 3 0,0 15-11 0,0 11-33 0,24 0-129 0</inkml:trace>
  <inkml:trace contextRef="#ctx0" brushRef="#br0">13027 16148 255 0</inkml:trace>
  <inkml:trace contextRef="#ctx0" brushRef="#br0">3616 6701 17 0,'0'0'0'0,"0"0"16"0,-12 11-6 0,12-11 4 0,0 0-1 0,-12 0 0 0,12 0-4 0,0 0-1 0,0 0 3 0,-12 0 1 0,0 13-2 0,-1-1 0 0,2 0 0 0,-2-12-3 0,2 13-2 0,22-13 0 0,2-13-1 0,-13 1-1 0,24 0 0 0,-12-1 1 0,0 2-1 0,0-13 0 0,13 11 0 0,-1-10-1 0,0-15 2 0,25 14-2 0,-1-11-1 0,0-13 1 0,13-1 0 0,-1-12 0 0,0 13-2 0,1-13 2 0,-1 13-2 0,1-13 2 0,-1 14 0 0,0-15-1 0,13 3 0 0,-12-2 1 0,12 1-2 0,0-13 1 0,-1 13-1 0,-12-1 1 0,13 1 0 0,-1-2 1 0,-11 3-2 0,10-2 2 0,3 1-2 0,-2-1 0 0,1 0 0 0,-12 0 1 0,11 2-1 0,13-2 0 0,-25-11-1 0,13-1 3 0,-13 13-2 0,13-1 0 0,-24 1 0 0,12-1 0 0,-15 13 0 0,3 0 1 0,0-2-1 0,-1 3 0 0,1-2 0 0,-13 1-1 0,11 12 1 0,3-13 0 0,-2 13 0 0,-12-1 1 0,25-24 2 0,-37 50-1 0,-12-2 1 0,-12 13-1 0,0-11-2 0,0 22-38 0,-12-11-117 0</inkml:trace>
  <inkml:trace contextRef="#ctx0" brushRef="#br0">6096 4125 33 0,'-12'0'10'0,"-12"0"11"0,12 0 1 0,0 0-3 0,0 11-8 0,12-11-6 0,0 0 0 0,12 13 3 0,24-13-1 0,-12 0 1 0,24 0-1 0,2-13-1 0,-4-11-1 0,15 13-3 0,-12-15 0 0,-1 15-1 0,-11-2 0 0,-13 13 0 0,-12 0 1 0,-12 0 0 0,0 0 1 0,0 13 1 0,-12 12 1 0,0 22-2 0,-12 1-1 0,-1 13 1 0,13 0-1 0,0-13-1 0,0-11-1 0,0-13 0 0,12-1-1 0,0-10-11 0,0-13-26 0,0-13-49 0,0 2 39 0</inkml:trace>
  <inkml:trace contextRef="#ctx0" brushRef="#br0">6496 4027 8 0,'0'0'14'0,"-13"0"22"0,13 0-21 0,0 0-1 0,0 0 0 0,0 0 0 0,-12-11-4 0,12-1-1 0,-12 0-1 0,0-12-1 0,-12-25 2 0,24 25-6 0,-12-12-1 0,12-37 2 0,0 25-2 0,12 11-1 0,0 0 1 0,12-11 0 0,13 13-1 0,-15-2 1 0,16 1-1 0,-2 12-1 0,-12-12 1 0,24-1 0 0,-11 1-1 0,11-1 1 0,1 26 0 0,-1-26 1 0,-11 37-2 0,-2-12 1 0,15 0 0 0,-15 12-1 0,1 0 0 0,13 0-1 0,23 12 2 0,-47 0-2 0,11 0 0 0,-24 13 1 0,25-14 1 0,-26 26-1 0,0-13 0 0,15-1 0 0,-14 15 1 0,13 10 0 0,-14-12-1 0,0-12 0 0,2 13 1 0,-13-2-1 0,12-11 1 0,-12 13-1 0,0 0 0 0,0 11 1 0,-12 25 1 0,-1-37 0 0,2 0-1 0,0 1-1 0,-14-1 1 0,13 0 0 0,0-12-1 0,-37 24 1 0,37-24 0 0,-12-11 0 0,0 11-1 0,-1-13 1 0,-23 15 2 0,12-15-3 0,1 2 1 0,-15-2 0 0,2-11-1 0,-49 0 2 0,49-11-1 0,-13-13-1 0,13-13 1 0,-1 0-1 0,25 13 1 0,-12 1-1 0,25-15-55 0,33 14-76 0</inkml:trace>
  <inkml:trace contextRef="#ctx0" brushRef="#br0">12180 16872 255 0,'12'0'0'0</inkml:trace>
  <inkml:trace contextRef="#ctx0" brushRef="#br0">7499 3725 2 0,'0'0'4'0,"12"-11"21"0,-24 11-6 0,12 0-15 0,0 0 0 0,-12 0 1 0,12 0 2 0,0 0 1 0,0 0 6 0,0 0 46 0,12 0-58 0,-12 0-1 0,0-13 3 0,0 13 17 0,0 0-17 0,0 0 1 0,0 0 0 0,0 0-6 0,0 0-15 0,0 0-61 0,0 0 7 0</inkml:trace>
  <inkml:trace contextRef="#ctx0" brushRef="#br0">7462 3689 3 0,'0'0'0'0,"0"0"13"0,13-12 2 0,-13 12 0 0,0-13 0 0,0 13 1 0,0 0-3 0,0 0 1 0,0-11-2 0,0 11-4 0,0 0 9 0,0 0-7 0,0 0 0 0,0 0-10 0,12 0 2 0,0 0-2 0,12 0 1 0,13 0-1 0,11-13 1 0,1 13 0 0,12 0 0 0,-2 0 0 0,2 0-1 0,11-11 0 0,1 11 1 0,12 11-1 0,-2-11 0 0,27 0 0 0,11 13 0 0,11-13 1 0,14 11-1 0,10-11 0 0,14 13 2 0,0-1-1 0,12 0-1 0,11 25 1 0,14-13 1 0,-3 12 0 0,14 0-2 0,12 1 0 0,0-1 3 0,-1-1-2 0,25 15-2 0,0-2 3 0,0 13 0 0,13-2-1 0,-2 15-1 0,2-14 1 0,-1 13-2 0,0-2-1 0,-13 3 3 0,27 11 1 0,-3-2-2 0,-11 2 2 0,13 0-2 0,11 12 1 0,-12 12 0 0,0-13-1 0,0 2 1 0,-11-2-1 0,-12 12 0 0,-2-10 2 0,-24-2-1 0,13 13-1 0,-12-12 0 0,-12 0 1 0,-12 0 0 0,-14-12-1 0,3-2-1 0,-38 2 1 0,-12-11 1 0,-24-14 0 0,-11-12 0 0,-3 1-1 0,-10 11 1 0,-12-11 0 0,0-13 1 0,-1-1-2 0,-11-10 1 0,-13 11-1 0,1-12 0 0,-24 1 0 0,-15-13 1 0,3 0-1 0,-25-12 0 0,0 0 9 0,-12-12-12 0,-1 0-12 0,-9 0-31 0,22 12-22 0,0 0 9 0</inkml:trace>
  <inkml:trace contextRef="#ctx0" brushRef="#br0">17526 5951 58 0,'0'0'0'0,"12"-12"7"0,-12 0-1 0,24 12 11 0,-12 0-1 0,-12 0-7 0,61 47 5 0,-12-21-9 0,-1 22-1 0,0-13 0 0,0 15 1 0,0-2 0 0,-23 0-2 0,-25 0 0 0,0-11 2 0,-25 11-1 0,-11-11 1 0,-24-1 1 0,-12-24-1 0,-1 0-1 0,12-1-2 0,0-11-1 0,15 0-6 0,7 13-42 0,39-13-40 0</inkml:trace>
  <inkml:trace contextRef="#ctx0" brushRef="#br0">19062 7040 32 0,'0'0'0'0,"-12"-12"24"0,12 0 3 0,-13-14 0 0,2-21 13 0,11 23-27 0,0-13-4 0,36-23 3 0,37 0-9 0,-37 47-3 0,25 1 0 0,0 12 0 0,-15 0 0 0,17 0 1 0,57 49 0 0,-72-25 0 0,1 24-1 0,-13-11 0 0,0-1 0 0,-12 12 0 0,13 1 0 0,-13 46-1 0,-13-34 1 0,-11-13 0 0,-11 2 1 0,-13-15 0 0,-13 14 0 0,2 0-1 0,-14-13 1 0,0-1 0 0,-11-9-1 0,-1 10 0 0,2-24 1 0,9 0-1 0,-46-12 7 0,35-12-3 0,13 0 0 0,-1-24 0 0,-12 10 0 0,26-21 1 0,-2-1-2 0,2-26 0 0,10-59 0 0,25 72-8 0,25 13-171 0</inkml:trace>
  <inkml:trace contextRef="#ctx0" brushRef="#br0">3592 7208 18 0,'0'0'9'0,"0"0"0"0,12 0 13 0,-12 0 20 0,0 0-32 0,0 0-5 0,12 0 3 0,-12 0-7 0,0 0-1 0,0 0 2 0,0 13 0 0,0-13 3 0,0 0 5 0,0 0 14 0,0 0-17 0,0 0-7 0,13 0 1 0,-13 0 0 0,12 0 2 0,-12 0 1 0,12 0-1 0,-12 0-1 0,24 0 1 0,0 0-1 0,1-13-1 0,11 13-1 0,-12-11 0 0,23 11 0 0,3-13-1 0,-2 2 2 0,109-39-1 0,-60 2 0 0,36 13 0 0,-12-1 1 0,25-13-1 0,131-36 1 0,-145 37-1 0,172-49 0 0,-147 49 1 0,0-13 1 0,13 1-1 0,-25 24-1 0,-24-1 0 0,-14 1 0 0,-9 24-1 0,-13-12 2 0,-25-1 0 0,-11 14 0 0,-25 11-1 0,-24-13 0 0,0 13 3 0,0 0 1 0,0 0-4 0,-12 0-1 0,0-12-1 0,0 12-5 0,12 0-3 0,-12-12-5 0,-13-36-29 0,13 35 37 0,-12 2 5 0,12-2 1 0,-12-24 10 0,12 37 1 0,12-11 1 0,0 11-4 0,0 0-6 0,36 0 7 0,12 0-5 0,1 11 0 0,0 2-1 0,11 0 0 0,-24 11 0 0,12 11-1 0,-24-10 1 0,-24 35 8 0,-12-23-1 0,-24-1-2 0,1-12-1 0,-15-11-3 0,2-1 0 0,12 0-2 0,12 0-2 0,12-12-6 0,12 0-18 0,36-12-18 0,35-25-85 0</inkml:trace>
  <inkml:trace contextRef="#ctx0" brushRef="#br0">6773 6242 43 0,'-24'-13'12'0,"-12"-24"3"0,24 26-2 0,-1-37 12 0,2-2-9 0,11-9-4 0,24-14-4 0,24 1 0 0,1-13-1 0,11 12-1 0,25 24-2 0,84-10 1 0,-72 46-4 0,0 0 0 0,-1 26-1 0,-11 12 0 0,-12-2 0 0,-1 14 0 0,-11-1-1 0,-12 13 1 0,-27 11 1 0,15 1-1 0,-11-13-1 0,-15 13 2 0,0-2-1 0,-11 15 1 0,0-15-1 0,-11 2 0 0,-13 0-1 0,-13 0 2 0,2-13 0 0,-2-1 2 0,-11 3 0 0,-49-2 5 0,-12-13 1 0,60-35-7 0,-11 0 0 0,-12 0-1 0,-1-11 0 0,-12-25 1 0,12 0 0 0,-11-1-2 0,23-11 0 0,1-12 0 0,11 11-6 0,13 24-18 0,48 1-44 0,25 13-26 0</inkml:trace>
  <inkml:trace contextRef="#ctx0" brushRef="#br0">8007 6083 53 0,'0'0'5'0,"-12"0"7"0,0 0 7 0,12 0-4 0,0 0-4 0,-12 0-4 0,24 0-2 0,-12 0 0 0,24 0 5 0,37 13 1 0,11-13-4 0,13 0-1 0,-13 0-2 0,267-13 2 0,-170 13-6 0,-10 0 1 0,-3 0 0 0,12 0 0 0,123 0-1 0,-170 0 2 0,-24 0-1 0,-36 0 0 0,-25 0-1 0,-24 0 4 0,-12-11-1 0,-24-2-2 0,12-10-1 0,-25 11 1 0,1-12-1 0,-1-2-2 0,2 15 0 0,-2-25 1 0,-35 0-1 0,48 11 1 0,0 25 1 0,11-12 0 0,1 12-1 0,24 0 0 0,12 0 0 0,13 12 3 0,11 13-2 0,85 58 4 0,-97-45-4 0,-24 9 1 0,1 1 0 0,-26 2 0 0,1-26 0 0,-24 11 1 0,-12-9 0 0,-1-15-2 0,2-11-12 0,22 13-35 0,13-13-53 0</inkml:trace>
  <inkml:trace contextRef="#ctx0" brushRef="#br0">10040 5974 70 0,'-13'-35'12'0,"2"-1"5"0,11-25 1 0,11 0-1 0,63-59 4 0,-28 72-15 0,88-37 4 0,-37 61-7 0,13 12 4 0,10 12-4 0,1 12-2 0,-1 12 0 0,1 11-1 0,-24 15 0 0,-24-2 0 0,-14 12 0 0,-9 0 2 0,-26 25-1 0,0-12-1 0,-12 12 0 0,-12-2 0 0,-12 15 0 0,-12-13-1 0,-13-13 0 0,-83 49 2 0,59-72-1 0,-12-13 2 0,1-1 0 0,-13-22 0 0,1-13 2 0,11 13-1 0,-12-26-2 0,12-11 0 0,-229-193 3 0,241 132-1 0,1-13-1 0,24 13-2 0,25 2-1 0,-2 33-5 0,37 15-17 0,26 11-38 0,-15 12-37 0</inkml:trace>
  <inkml:trace contextRef="#ctx0" brushRef="#br0">11394 5927 7 0,'0'0'5'0,"-12"0"8"0,12 0 5 0,-13 0 2 0,13-12 19 0,0 0-26 0,0 12-2 0,0-12 7 0,0 12-8 0,25 0 1 0,-1 0-6 0,0 12 1 0,37 0 2 0,-13 0-4 0,97 0 0 0,-48 0-3 0,36 0 0 0,12 13 1 0,12-13 0 0,14 12 0 0,9 0-1 0,1-13-1 0,-11 26-1 0,-1-26 1 0,12 26 1 0,-11-13-1 0,11 0-2 0,-11 0 2 0,180 37-1 0,-180-37-1 0,-13 1 2 0,1-1 0 0,-2 12 0 0,2-11 0 0,-13 11 0 0,0-13-1 0,1 3 2 0,10-2 0 0,2 12-1 0,0 0 0 0,-2 1 0 0,1-13 1 0,158 48 0 0,-147-35-1 0,2-2-1 0,1 2 3 0,-3-1-2 0,-23 1 1 0,14-1-2 0,-27 0 1 0,1-11-1 0,-25-1 1 0,-35-12 0 0,60 23 1 0,-36-22-1 0,-12 11 0 0,-1-13 1 0,1 3-1 0,-13-2 0 0,-11-12-1 0,-1 11 2 0,-22-11-1 0,-3 0 0 0,-11 13 0 0,0-13 1 0,13 11-2 0,-37-11-8 0,12 0-10 0,-24 0-56 0,-13 0 4 0</inkml:trace>
  <inkml:trace contextRef="#ctx0" brushRef="#br0">17780 6737 85 0,'0'-12'3'0,"-24"-1"11"0,24 2 4 0,0 11-7 0,13 0-6 0,9 0-4 0,2 11 1 0,1 14 0 0,11 0 3 0,13 10 2 0,0 14-1 0,-1-13-1 0,12 1 0 0,-11-1-2 0,35 13 2 0,-71-25-4 0,0-12 1 0,-13 12 2 0,-13 0 1 0,-37-13 0 0,-9 27 0 0,-2-15-3 0,-23 14 0 0,11-13-2 0,-13 13 0 0,27-13-2 0,-50 48-96 0,97-60 26 0</inkml:trace>
  <inkml:trace contextRef="#ctx0" brushRef="#br0">3217 7427 38 0,'-12'-12'40'0,"0"-1"-25"0,0 13-9 0,12-11-3 0,36 11 4 0,13 0 2 0,11 11-1 0,13 2-2 0,24 23 1 0,-1-12 0 0,38 25 0 0,10 11-3 0,26 1 0 0,10 22 1 0,245 100-3 0,-208-88-2 0,-11-10 0 0,0 0 0 0,-14-13 1 0,-22 2 1 0,-12-26 0 0,-38 0 0 0,-10-11-1 0,-50-13 2 0,-24-1-2 0,-25-23 1 0,-11 13 1 0,0-13 6 0,-35 0-14 0,-1-13-8 0,0 13-6 0,-1-23-20 0,1-1-2 0,12-13-27 0</inkml:trace>
  <inkml:trace contextRef="#ctx0" brushRef="#br0">5927 8115 30 0,'0'0'17'0,"24"-11"1"0,0 22-1 0,12 13-1 0,1 13-2 0,-1 11-1 0,-11 13-3 0,-14-13-2 0,-11 13-2 0,-24 12 0 0,0-12-2 0,-24-25-1 0,-1 0 0 0,1-12-2 0,-13-13-7 0,24-11-26 0,26 13-71 0</inkml:trace>
  <inkml:trace contextRef="#ctx0" brushRef="#br0">6568 8709 14 0,'0'0'0'0,"-37"-36"24"0,-11 11-3 0,24-23 2 0,0 0 0 0,0-25-6 0,24 1-3 0,24-2-3 0,12-22-1 0,96-73 3 0,-47 107-9 0,25 15-1 0,10 11 0 0,15 36-1 0,-3 0-1 0,1 36 0 0,-25 11 1 0,86 123-2 0,-135-48-1 0,-20 11 1 0,-28 0 0 0,-11-1-2 0,-36-23 1 0,0-12 1 0,-25-36 1 0,-12-2 1 0,-24-21 3 0,-108-26 8 0,48-48-7 0,48-13-3 0,24 13 0 0,-60-61-1 0,-24-48-3 0,109 60-6 0,47 13-15 0,13 11-20 0,48 37-34 0,-23 12 25 0</inkml:trace>
  <inkml:trace contextRef="#ctx0" brushRef="#br0">7620 8479 59 0,'0'-12'46'0,"0"12"-43"0,24 0 2 0,50 0 7 0,-3 0 1 0,38 0 1 0,37 0-3 0,-2 12-5 0,26-12-1 0,-14 0 0 0,14 12-2 0,-24-12-1 0,-12 0 0 0,-27 0 0 0,-34 0-2 0,-25 0 1 0,-23-12 0 0,-50-12-7 0,-23 0-3 0,-12 0 3 0,-13-1 1 0,0 1 3 0,14-1 1 0,22 14 1 0,11-2 0 0,26 13 0 0,14-11 1 0,22 11 3 0,12 11 0 0,24 13-1 0,13 1 2 0,-12 11 1 0,-14 1-2 0,-9-1-1 0,-37 12-2 0,-13-11 2 0,-25-1 0 0,-35 0 0 0,-1-12-2 0,-73-11-5 0,86-1-16 0,36 0-29 0,12-12-60 0</inkml:trace>
  <inkml:trace contextRef="#ctx0" brushRef="#br0">9483 8635 88 0,'-25'-11'9'0,"-35"-49"-2"0,24-37 19 0,25 37-12 0,11-14-2 0,35 2-5 0,13-13-2 0,25 13-2 0,24 0 1 0,11 11 0 0,13 25-2 0,-24 12-1 0,0 24 0 0,60 48 0 0,-96 13-1 0,-13 23-1 0,-12 1 1 0,1 144 0 0,-37-119 0 0,-12-14 1 0,-13 0-2 0,-84 26 6 0,36-74 2 0,-12-36 2 0,-22-12-3 0,10-12-1 0,-23-12-2 0,22-24-2 0,1-1-2 0,-48-59-13 0,109 58-30 0,36 3-88 0</inkml:trace>
  <inkml:trace contextRef="#ctx0" brushRef="#br0">10378 8479 69 0,'0'-12'55'0,"-12"0"-55"0,36 12-1 0,24 0 10 0,13 0 3 0,23 0 2 0,25 0-3 0,24 0-3 0,24 0-2 0,13 12-2 0,-49-12-2 0,96 12 2 0,-47-12-2 0,-25 0-1 0,-12-12 1 0,-35 0-2 0,-63 0 2 0,-11 0-1 0,-24-1-4 0,0 2-9 0,-37-2-8 0,-59-23-19 0,24 24 28 0,-1-1 5 0,12 2 3 0,-11-2 3 0,48 13 2 0,0 0 8 0,24-11-3 0,35 11 1 0,14 11 4 0,24-11-3 0,0 24 0 0,12 13 2 0,47 24 5 0,-120-25-14 0,-12 12 1 0,-37-11-1 0,-35 11 0 0,-24-13-3 0,11-22-9 0,0 0-16 0,36-1-35 0,38 0-25 0</inkml:trace>
  <inkml:trace contextRef="#ctx0" brushRef="#br0">12156 8528 75 0,'-24'-26'40'0,"-13"-33"-39"0,13 10 1 0,24-23 4 0,24-97 18 0,13 96-17 0,35-24-2 0,25 25-1 0,25 11 2 0,-2 24 2 0,13 26-2 0,108 22 1 0,-144 38-6 0,-23 12 0 0,-28 11-1 0,4 13 1 0,-26 24-1 0,-12 11 1 0,0-11 0 0,-24 1-2 0,0-14 2 0,-73 74 0 0,25-98 0 0,-25-11 1 0,-12-25 3 0,-11-12 1 0,-1-24 1 0,12-12-2 0,-12-24 0 0,11-25-2 0,3-12-1 0,-63-121 0 0,109 98-4 0,27-1-10 0,22 12-25 0,47 26-49 0,-23 46 18 0</inkml:trace>
  <inkml:trace contextRef="#ctx0" brushRef="#br0">13280 8540 39 0,'-12'0'3'0,"-12"0"2"0,12 0 2 0,-12 0 10 0,11-12 5 0,13 12 1 0,0 0-11 0,25-13-5 0,11-11 1 0,25 0 0 0,12 0-4 0,23-1-1 0,25 1-2 0,12-12 1 0,24 11-1 0,25-10 0 0,36-2 0 0,23-11 3 0,13-12 2 0,38 11 0 0,-3-23 0 0,26-13 0 0,23 0-2 0,327-73 4 0,-337 99-6 0,-26 22 1 0,-12 1 0 0,-36 0 2 0,-12-1 0 0,-25 13-2 0,-23 0-1 0,-25 0 1 0,-36 12-2 0,-36-1-1 0,-23 2 0 0,-50-14-3 0,-24 25-11 0,-38-24-16 0,-34 12-14 0,-25 12-29 0,61 12 24 0</inkml:trace>
  <inkml:trace contextRef="#ctx0" brushRef="#br0">16280 7524 60 0,'0'0'0'0,"-24"-49"44"0,24 13-28 0,36 24-9 0,37-13 5 0,12 25 4 0,23 25 0 0,-12 23-3 0,38 37-1 0,-73-13-7 0,-37 0-3 0,-36 13 0 0,-49 0 0 0,-22 0 0 0,-27-24-8 0,37-25-7 0,-48 12-57 0,73-24-29 0</inkml:trace>
  <inkml:trace contextRef="#ctx0" brushRef="#br0">3061 7778 25 0,'0'-13'8'0,"0"1"3"0,-13 0 0 0,13-12 5 0,-11 24-1 0,11-24 0 0,0 24-3 0,-13-13-3 0,13 13-5 0,0 0-2 0,13 13-1 0,11 11 1 0,11 0 0 0,-9-12-1 0,45 48 5 0,-11 13-4 0,1 0-1 0,0 0 2 0,95 95-1 0,-46-59-2 0,240 243-2 0,-204-219 1 0,0 0 0 0,22 12 2 0,13-1 0 0,-11 2 1 0,181 132 3 0,-182-121-4 0,-12-11 1 0,0-25-1 0,-11 12 1 0,-1-13 1 0,0 2 0 0,-12-27 0 0,12 3 0 0,-24-13 1 0,11-13-1 0,14-11-1 0,-85-25-1 0,34 12 0 0,-57-23-2 0,-13 23-78 0,-25-36-7 0</inkml:trace>
  <inkml:trace contextRef="#ctx0" brushRef="#br0">6846 10667 50 0,'0'0'0'0,"0"-24"24"0,-12 1-5 0,12 11-1 0,0 12-6 0,-12 0-9 0,12 24-3 0,0 11 1 0,24 15 2 0,0-2 0 0,0-12 0 0,13 24 0 0,-13-11-1 0,11 0 0 0,-10-1 0 0,-13-1 0 0,0-9 1 0,-12-2 0 0,-24-12 3 0,-1 11-1 0,-10-21 1 0,-26-2-2 0,13-12-2 0,0 0-1 0,-1 0 0 0,25 0-7 0,12-12-26 0,12-13-41 0,24 25 26 0</inkml:trace>
  <inkml:trace contextRef="#ctx0" brushRef="#br0">7088 11163 27 0,'0'0'0'0,"-49"-11"30"0,25-13-16 0,-1 12-1 0,14-24 0 0,11-13-2 0,0 1-2 0,11-25-1 0,38 0 1 0,24-12-2 0,12-11 0 0,24 0-1 0,-1 23-2 0,1 12-2 0,0 37-1 0,-12 0-1 0,1 24 1 0,-3 0-1 0,3 24 1 0,-13 24 0 0,-2 1-1 0,-10 24 0 0,0-2 0 0,0 27 0 0,-1-13 0 0,-24-1 0 0,-24 1 0 0,2 83-1 0,-26-94 2 0,-39 83 3 0,4-72-4 0,-13-14 2 0,-25 3-1 0,0-26 1 0,0 1 0 0,-12-13 0 0,-95-1 4 0,83-35-3 0,-13-11 0 0,3-26-1 0,-27 2-1 0,13-15 0 0,-133-70-1 0,145 47-3 0,38 1-9 0,46 24-18 0,37 11-35 0,23 24-6 0</inkml:trace>
  <inkml:trace contextRef="#ctx0" brushRef="#br0">7959 11792 84 0,'-25'-11'4'0,"-35"-13"4"0,48 11 5 0,12-10 0 0,0 11-4 0,12 12-5 0,61 24 3 0,-13 24-4 0,-12 0 0 0,2 25 0 0,9 24-3 0,-22-12 3 0,-2 10 1 0,-22 3 2 0,-13 11 2 0,-24-13-2 0,-13 1 1 0,-11 12-2 0,0-24-2 0,-13 11 0 0,-11-11-1 0,-1-12-1 0,14-14 1 0,-15 3-1 0,14-15 0 0,-86 3 1 0,74-39-1 0,-1-11 0 0,-11-11 0 0,23-15 0 0,-11-9 1 0,-1-13 0 0,14-37-2 0,-4 0 0 0,16-12 0 0,-2-12-1 0,25-11-1 0,12-1 1 0,12-1-1 0,25 2 1 0,10-2-1 0,15 26-1 0,-3 24 1 0,13 11-2 0,13 12 1 0,-12 25 0 0,-13 0 2 0,1 0 0 0,-13 11 1 0,-23 13 0 0,-2 0 1 0,-22 0 0 0,-2 13-1 0,-23 11 1 0,-25 24-1 0,-12 1-1 0,13 12 2 0,-25-13-2 0,13 13 1 0,-61 35 1 0,84-85 0 0,25 3 1 0,12-52 2 0,36 3-4 0,13-13 0 0,11-13-1 0,11-12 0 0,75-47-2 0,-61 83 3 0,24 13 1 0,-61 48 0 0,0 37 1 0,-11-25 1 0,-1 49-3 0,-12-13-1 0,-12 1-1 0,0-26-12 0,13-9-41 0,-2-15-47 0</inkml:trace>
  <inkml:trace contextRef="#ctx0" brushRef="#br0">8757 11248 73 0,'-24'-11'11'0,"0"11"-1"0,11 0 2 0,1 0-2 0,0 0-1 0,12 0-1 0,0 0-4 0,37 11 12 0,11-11-10 0,0 13-2 0,26-13-1 0,11 11-1 0,-14-11-1 0,75 24 1 0,-14-24 0 0,13 13-2 0,25-13 1 0,11 0 0 0,13-13-1 0,23-11 2 0,12 0-2 0,27-11 2 0,-3-2-2 0,13 0 3 0,13 2-1 0,276-50-2 0,-275 37 1 0,-3-1-1 0,1-12 2 0,2 1 0 0,-3-13-2 0,1-12 1 0,12-11-1 0,-11 12 0 0,11-25 2 0,0 11 0 0,0-11-2 0,279-132 0 0,-291 108 1 0,255-145 0 0,-268 121 0 0,1 11 0 0,-12-10 0 0,0-14-2 0,-12 13 3 0,-12-12-1 0,-12 11-1 0,-36 13 0 0,-12 12 0 0,-50 24 2 0,-23 0 2 0,-12 12 0 0,-13 12-1 0,-24 26-1 0,-12 9-1 0,-24 15 0 0,12 11-1 0,-24 24 0 0,0 0-2 0,0 24 1 0,0 0-5 0,0 11-12 0,0 3-14 0,0-15-28 0,0 1-10 0</inkml:trace>
  <inkml:trace contextRef="#ctx0" brushRef="#br0">18034 8153 60 0,'-24'0'25'0,"12"0"-12"0,36-14 16 0,73 3-5 0,-1-2-17 0,13 13-2 0,25 13 5 0,-49 12-3 0,-38-2 0 0,-9 14 0 0,-51 96 6 0,-48-61-10 0,1 12-1 0,-25 14-1 0,0-13-5 0,24-1-34 0,13-24-81 0</inkml:trace>
  <inkml:trace contextRef="#ctx0" brushRef="#br0">22774 2648 46 0,'-11'-35'20'0,"0"35"3"0,11 0 3 0,0 11-9 0,0 26-9 0,11 11-1 0,0 13 0 0,2 12-2 0,-13-1-1 0,0 13-3 0,0-26 1 0,-13 50-2 0,2-83-7 0,0-15-8 0,11 2-11 0,-13-13-25 0,1-13-12 0</inkml:trace>
  <inkml:trace contextRef="#ctx0" brushRef="#br0">22521 2903 61 0,'-36'0'22'0,"-12"-12"-15"0,22 12 7 0,15 0 6 0,22 0-11 0,15 0-5 0,46 0 0 0,13-12-1 0,0 0-1 0,23 0 0 0,62 24 0 0,-122 12 1 0,-12 11 2 0,-23 3-1 0,-13-2 0 0,-13-12-1 0,1 25 0 0,0-26-1 0,12-10-2 0,12-2 2 0,13-11 0 0,11 0 0 0,0-11-1 0,62-39 0 0,-63 15 0 0,-11 11-1 0,-12-50 3 0,-24 39-4 0,-25 11 0 0,-70 12-16 0,70 24-17 0,13 0-42 0,24 0 33 0</inkml:trace>
  <inkml:trace contextRef="#ctx0" brushRef="#br0">23743 3035 119 0,'-12'-11'3'0,"-49"-25"-2"0,37 0 4 0,-24 24 6 0,12-2-2 0,-37 52-2 0,49-2-7 0,0 12 0 0,24 13 1 0,12-26-1 0,12 2 0 0,12-13 0 0,13-24 0 0,0 0 1 0,-2-11 0 0,-9-26-1 0,-3-11 1 0,-11-2-1 0,-12-21 0 0,0-2 0 0,-12-11 0 0,-12-1 0 0,0 0 0 0,0 1 0 0,0 46 0 0,-1 27-1 0,2-2 1 0,11 26-1 0,-11 24 1 0,11 96 1 0,0-61 0 0,0 13-1 0,59 60 1 0,-11-97-1 0,1-11-1 0,-1-26 1 0,1 2-1 0,11-13 1 0,1-13 0 0,72-72 0 0,-109 62 1 0,-24 11 1 0,0 0 0 0,-12 0-1 0,-25 12 0 0,-23 48 0 0,23-13-1 0,37-11 0 0,0 13-1 0,0-24 2 0,37-2-2 0,35-11 2 0,-47-11-1 0,11-13 1 0,-11-2-1 0,-1-9 0 0,-13 22 1 0,2-10-2 0,-1 23 2 0,-12 23-1 0,12 1 1 0,1 0-2 0,9-10 2 0,27 22-1 0,-24-25 0 0,-1-11 0 0,0 0-1 0,0-11 1 0,12-13 0 0,13-2 0 0,-37 2 0 0,0 13 0 0,-12 11 1 0,0 0-1 0,12 11 0 0,-12-11 0 0,24 13 1 0,0-13-1 0,1-13 0 0,-13 2 0 0,12-13 1 0,-13 12-1 0,2-36 1 0,-2 48 0 0,-11-14-2 0,0 14 2 0,0 14 0 0,13 22-1 0,13 12 1 0,-4 13-2 0,3-26 3 0,11 74-2 0,0-24 1 0,-23 0 0 0,-1 0-1 0,-12-25 1 0,0-11 0 0,-25-26 1 0,-23-10 8 0,-49-13 5 0,38-24-13 0,-15-13 0 0,26 13-2 0,12-12 0 0,24 0-9 0,24-14-28 0,61-21-112 0</inkml:trace>
  <inkml:trace contextRef="#ctx0" brushRef="#br0">26283 2746 105 0,'-11'-24'7'0,"-2"11"-5"0,13 13 5 0,0 0 1 0,13 0-5 0,-13 37 2 0,24 11-2 0,-13 25 0 0,0 0 2 0,2-2 2 0,-1 3 0 0,-12 35 12 0,-25-74-7 0,-10-11 0 0,-13-11-5 0,-1-13-3 0,1 0-2 0,-1-24-2 0,1 0-7 0,12-13-23 0,12-11-52 0,11 0-1 0</inkml:trace>
  <inkml:trace contextRef="#ctx0" brushRef="#br0">26053 2552 132 0,'0'-37'18'0,"36"2"-18"0,73-1 7 0,-48 24-4 0,48-14-5 0,-25 26-39 0,13 13-60 0</inkml:trace>
  <inkml:trace contextRef="#ctx0" brushRef="#br0">26755 2926 118 0,'0'0'0'0,"-37"-11"15"0,13 11-15 0,0 11 3 0,13 3 7 0,-2 10-3 0,1 12-4 0,37 12-1 0,10-23-2 0,1-2 4 0,24 1-1 0,1-24 1 0,-12 0-3 0,-13-11 2 0,-11-13 3 0,-14-13 2 0,-11 0-3 0,-24 14-3 0,-12-1-1 0,-12 0-1 0,-13 24 0 0,24-14-1 0,1 14 1 0,24 0 0 0,12 0-1 0,12 0 1 0,24-11 0 0,1-13 0 0,24 12 0 0,-1 0 0 0,-12 0 0 0,26-12 0 0,-39 24 0 0,-11 0 0 0,2 0-2 0,-15-13-2 0,0 13 3 0,2-12 1 0,-13-12 0 0,0-12 0 0,0-1 0 0,0-11 1 0,-13 0-1 0,13 12 0 0,0-2 2 0,0 14-1 0,0 13 4 0,0 22-5 0,0 26 0 0,0 11 2 0,0 0-1 0,13 26 1 0,-13 10-1 0,12 1 0 0,0-12 0 0,0-2-1 0,0-21 0 0,0-15 1 0,0-22-1 0,1-2 3 0,-13-11 0 0,12-11 1 0,0-26-3 0,0 0-1 0,24 2 1 0,25-49-1 0,-37 59-1 0,1 13 0 0,-14 12 0 0,13 12 2 0,-24 13-2 0,12 23 2 0,0-12-1 0,1 13 0 0,-13-13 1 0,13-1-9 0,-2-11-14 0,13 2-18 0,-24-26 2 0,36 0-60 0</inkml:trace>
  <inkml:trace contextRef="#ctx0" brushRef="#br0">27771 2988 88 0,'0'0'6'0,"12"-12"3"0,0 12 16 0,0 0-4 0,-12 12-8 0,13 11-6 0,-13 14-4 0,11 0-2 0,-11-13 1 0,0 0-1 0,0-13-1 0,11 2 2 0,-11-13 2 0,0 0 2 0,13-24-3 0,-1 0-2 0,13 0 0 0,-1-13-1 0,0 0-1 0,12 2 2 0,0 11-1 0,-11-2-1 0,-1 26 1 0,0 0 0 0,-12 38 2 0,13 33 3 0,-13-10-3 0,24 37 0 0,-12-74-1 0,0-13 0 0,-13-11-2 0,2 0-9 0,-13-11-59 0,0-13-35 0</inkml:trace>
  <inkml:trace contextRef="#ctx0" brushRef="#br0">30093 16680 255 0</inkml:trace>
  <inkml:trace contextRef="#ctx0" brushRef="#br0">29390 2794 122 0,'-46'-36'7'0,"21"36"-7"0,-11 0 4 0,-1 24 3 0,1-12-1 0,12 25-4 0,24-1-1 0,0 0 1 0,24-13 1 0,0 15 1 0,25-14 1 0,-13 12-2 0,-11-12 1 0,-3 1-3 0,-22-13 5 0,-11-1 4 0,0 2-2 0,-38-13-3 0,0 11-3 0,1-11-1 0,-1 0-1 0,13-11-8 0,11-2-18 0,38-10-135 0</inkml:trace>
  <inkml:trace contextRef="#ctx0" brushRef="#br0">29863 2952 107 0,'0'0'0'0,"-12"-37"7"0,-23-11 27 0,-39 24 1 0,2 48-24 0,-1 61-4 0,49 36-3 0,48-85-5 0,37-25 3 0,12-35 0 0,-13-24-1 0,0-12 0 0,-12 12-1 0,-35 34 0 0,-13 40-1 0,11 33 2 0,14 3 2 0,35 22-40 0,13-47-128 0</inkml:trace>
  <inkml:trace contextRef="#ctx0" brushRef="#br0">30299 2891 38 0,'0'0'18'0,"0"0"-3"0,0 0 3 0,0 0 12 0,0 12-7 0,11 11-11 0,-11 3-3 0,13-2-4 0,-1 0-1 0,12-13 0 0,-12 2-3 0,24-2 1 0,1-11 0 0,-1 0 0 0,0-24 1 0,-25 1 0 0,15-1 2 0,-26-14 3 0,0 3 0 0,-13 11-2 0,0 12 1 0,2 0-4 0,0 0-1 0,-2 12-2 0,13 12 0 0,0 0 1 0,0 24-2 0,0-12 0 0,13 13 1 0,-2-13 1 0,0 0-1 0,2-24-2 0,0 11-9 0,-1 2-29 0,-12-13-57 0,12-13 40 0</inkml:trace>
  <inkml:trace contextRef="#ctx0" brushRef="#br0">30238 2613 92 0,'0'0'0'0,"-13"-36"24"0,13 36-25 0,0 0 1 0,0 0-26 0,37 23-53 0</inkml:trace>
  <inkml:trace contextRef="#ctx0" brushRef="#br0">30686 2976 101 0,'0'-12'18'0,"0"-49"13"0,11 49-10 0,-11-12-9 0,-11 12-9 0,-14 12-2 0,13 0 0 0,-25 0 0 0,-35 60 1 0,48-35-2 0,0-1 1 0,12 36 0 0,24-49-1 0,23 2 1 0,3-13 0 0,-2 0 1 0,12-24-1 0,-11 0 1 0,-1-12-1 0,-12-2 1 0,-12-9-1 0,0-1-1 0,0-13 1 0,0-11-2 0,-24-74 1 0,-12 74 0 0,12 60 1 0,0 24 0 0,-12 36-1 0,11 24 4 0,2 13 0 0,22 0 0 0,38 48 3 0,-1-72-5 0,25-1-3 0,13-25-5 0,-3-21-56 0,-35-2-67 0</inkml:trace>
  <inkml:trace contextRef="#ctx0" brushRef="#br0">30185 2947 29 0,'0'0'0'0,"0"-13"28"0,0 13-5 0,0-12-6 0,0 12-7 0,13 25 8 0,-26-2-12 0,13-12-3 0,-12 13 0 0,-46 23-6 0,22-11-60 0,12-36 11 0</inkml:trace>
  <inkml:trace contextRef="#ctx0" brushRef="#br0">28805 5633 255 0</inkml:trace>
  <inkml:trace contextRef="#ctx0" brushRef="#br0">21215 9075 255 0</inkml:trace>
  <inkml:trace contextRef="#ctx0" brushRef="#br0">26744 17574 255 0</inkml:trace>
  <inkml:trace contextRef="#ctx0" brushRef="#br0">22877 4927 99 0,'-12'0'29'0,"1"-12"-29"0,11 47 1 0,0 24 6 0,11 0-2 0,-11 11 0 0,0 24-1 0,0-11-3 0,0-12 0 0,0-12-2 0,12-23 0 0,-12-2-9 0,0-34-33 0,-12 0-45 0</inkml:trace>
  <inkml:trace contextRef="#ctx0" brushRef="#br0">22818 4785 114 0,'0'-24'5'0,"36"12"1"0,70-10 24 0,-59 33-22 0,0 12-2 0,-12 13-3 0,-12 11-2 0,-10 11 0 0,-26 2-4 0,-21 35-22 0,-1-37-35 0,-1-10-12 0</inkml:trace>
  <inkml:trace contextRef="#ctx0" brushRef="#br0">23137 5210 70 0,'0'0'15'0,"11"22"-10"0,25 2 2 0,-25 13 5 0,1-3-2 0,-12 1-3 0,12 1-3 0,-12-13-2 0,0-23 5 0,0 0 12 0,0 0-4 0,12-23-12 0,-1-13-3 0,-11 13 1 0,36-12-3 0,-13 10-6 0,13 14-5 0,-1 11-2 0,1 0-1 0,-2 11-1 0,13 14 3 0,2-14 6 0,21 1 7 0,-34-12 9 0,-13 12 3 0,-23-12 2 0,0 0 3 0,0 0-1 0,0 0-8 0,-23 12-4 0,-2-12 0 0,25 0-2 0,-11-12-1 0,11-12-1 0,11 13-1 0,2-25-1 0,10 13 0 0,13-12 0 0,-1-1 1 0,13 11 3 0,-25 3-1 0,-1 10 1 0,-9-23 4 0,-2 12 3 0,-11-2 2 0,-11-10-2 0,-2 12-2 0,2 11 0 0,0 0-2 0,-1 12-3 0,12 35-1 0,0 24 0 0,12 24 1 0,-12 35 0 0,22 105-1 0,-22-104 0 0,-11-36 1 0,11-25 3 0,-11-23 6 0,-12-23-3 0,-14 0-2 0,14-24-2 0,-36-59-2 0,36 37-5 0,23-26-13 0,23 1-24 0,59 0-106 0</inkml:trace>
  <inkml:trace contextRef="#ctx0" brushRef="#br0">25010 5068 133 0,'0'0'0'0,"0"-47"9"0,13 23 2 0,10 1 6 0,-23 23-4 0,0 0-7 0,0 23-1 0,11 24-1 0,-11 13-1 0,0 10-2 0,13 1 1 0,-13 58 0 0,0-82-1 0,-13 0-2 0,2-11 0 0,-12-25-6 0,-1-11-8 0,-1 0-24 0,2-34-54 0,12 21 52 0</inkml:trace>
  <inkml:trace contextRef="#ctx0" brushRef="#br0">24704 4832 93 0,'0'-22'30'0,"12"9"-25"0,47 1-2 0,35 12 3 0,11 0-4 0,14 12-5 0,-1 12-34 0,-1 10-56 0</inkml:trace>
  <inkml:trace contextRef="#ctx0" brushRef="#br0">25517 5210 99 0,'0'0'0'0,"-59"35"27"0,35-1-18 0,13-9 7 0,11-2-1 0,0 1-7 0,24 11-4 0,23-23-2 0,83 0 1 0,-72-36-2 0,-10-11 0 0,-25-1 2 0,-23-11-1 0,0-11-1 0,-48-3 0 0,2 16 0 0,-14 32-2 0,2 13 0 0,11 0-6 0,36 0-17 0,11 24-33 0,34-1-34 0</inkml:trace>
  <inkml:trace contextRef="#ctx0" brushRef="#br0">26013 4950 110 0,'-12'-23'19'0,"1"-13"-4"0,11 24 4 0,-13 1-2 0,13 11-10 0,0 11-6 0,0 48 0 0,0-23-1 0,0 47 1 0,0-13-1 0,0 13 0 0,13-37 1 0,10-9-2 0,1-15 2 0,-13-10-1 0,0-12 0 0,12-23 1 0,2-2-1 0,10-9 0 0,-23 10 0 0,12-10 0 0,10 21 1 0,-21 13-1 0,-1 13 0 0,-12 10-1 0,23 35-18 0,1-22-28 0,-1-13-63 0</inkml:trace>
  <inkml:trace contextRef="#ctx0" brushRef="#br0">26566 5210 121 0,'0'-12'15'0,"-11"1"-8"0,22 11 3 0,1 11 8 0,-12-11-6 0,11 34-7 0,-11-10-4 0,13-1 0 0,-1 13-1 0,-1-24-1 0,13-12 0 0,-12-23 1 0,23 12 0 0,1-26 1 0,-13 37 0 0,1-11 6 0,-12 11-1 0,-1 11-2 0,0 12-2 0,2 13-3 0,-2-12-9 0,25 11-37 0,23-11-86 0</inkml:trace>
  <inkml:trace contextRef="#ctx0" brushRef="#br0">27875 4761 163 0,'-12'0'4'0,"-35"-12"-2"0,0 24 2 0,-25-12 3 0,14 11-3 0,11 14-3 0,35 10-2 0,12 12 1 0,25-11-1 0,20 23 2 0,27-12-1 0,-2 23 1 0,-10-12-1 0,9 61 0 0,-69-83 1 0,-22-13 0 0,-25-11 1 0,-25 0-2 0,-11-24-3 0,25 0-13 0,46 0-44 0,1-10-31 0</inkml:trace>
  <inkml:trace contextRef="#ctx0" brushRef="#br0">28110 5138 135 0,'24'11'9'0,"-12"3"2"0,-1 10 5 0,13 21-5 0,-12-9-10 0,1-25-1 0,-13 3 1 0,11-3-1 0,-11-11 1 0,23-25-1 0,-11 2 1 0,12-12 0 0,-2-12-1 0,2 11 1 0,13 2-2 0,-26 21 2 0,0 13-1 0,1 13 0 0,-12-2 2 0,0 37-1 0,-12 21 2 0,24-33-3 0,0-25 1 0,11 3 0 0,49-3-2 0,-25-36 0 0,-11 2-1 0,-13 12 1 0,1-13 0 0,-13 13 1 0,1 11 1 0,-12-12-1 0,0 12 0 0,0 23 2 0,0 1 0 0,11-1-1 0,0 2-1 0,2-3 1 0,11-10-2 0,0 12-4 0,22-24-60 0,-23 0-35 0</inkml:trace>
  <inkml:trace contextRef="#ctx0" brushRef="#br0">28877 5115 106 0,'-12'-11'23'0,"0"-13"-17"0,12 12-4 0,0 1 0 0,12 11-9 0,0 0-44 0,-1 11-18 0</inkml:trace>
  <inkml:trace contextRef="#ctx0" brushRef="#br0">29195 4868 49 0,'0'-24'6'0,"36"-59"18"0,-36 49 7 0,0 21 3 0,0 13-17 0,0 0-14 0,-13 35 2 0,2 1 0 0,11 23-3 0,0 12-1 0,0-1 0 0,0 2-1 0,11-2 0 0,2-10 0 0,-2-15 0 0,-11-21 0 0,0-12 0 0,0-12 0 0,-24-12 1 0,1-12-2 0,-1-10-1 0,12-1-1 0,1-1 0 0,11 13-1 0,11 10 2 0,37 2 0 0,-1 11 1 0,24 0 1 0,-1 0 0 0,-11-12 0 0,0-12 0 0,-12-11 4 0,-23-12 0 0,-13-13 0 0,-11 2 3 0,-23-14 8 0,-24 61-6 0,23 35-7 0,24 12 0 0,-12 11-1 0,12 0-2 0,0 23 2 0,0-11-1 0,0 1-1 0,12-26-1 0,0 2-3 0,0-36 6 0,11-25-1 0,13-9 0 0,-1 10 0 0,-12 1 1 0,1 12 0 0,12-2 1 0,-24 60 3 0,-1-11-4 0,13 47 0 0,10-48-2 0,3-24-4 0,-2-11-13 0,0-24-22 0,13 2-89 0</inkml:trace>
  <inkml:trace contextRef="#ctx0" brushRef="#br0">30562 18020 255 0</inkml:trace>
  <inkml:trace contextRef="#ctx0" brushRef="#br0">30409 9228 255 0</inkml:trace>
  <inkml:trace contextRef="#ctx0" brushRef="#br0">30492 5009 71 0,'0'-12'12'0,"-13"0"17"0,13 1-5 0,-11 11-11 0,-1 47-2 0,1 0-6 0,11 0-2 0,11 1-1 0,12 10-2 0,24-11 3 0,2-36-2 0,-15-11 2 0,13-23-2 0,-11 12 0 0,-12-2-1 0,-13 2 1 0,1 11 0 0,-12 0-1 0,0 24 1 0,11-13-1 0,2 1 0 0,10-1 0 0,1 3 1 0,-1-3 0 0,1-11-1 0,12-48 3 0,-25 24-2 0,0-21-1 0,13-38 0 0,-11 47 1 0,21 12-2 0,-10 1 1 0,11 23 0 0,0 0 0 0,1 0 0 0,-1 23 0 0,13 37 0 0,-13-26-1 0,-23 2 1 0,-12-12-1 0,0-1 2 0,0-12-1 0,-12-22 2 0,12 0-2 0,0-12 0 0,23-26 0 0,-10 15-1 0,23 10 0 0,-13 1 1 0,23 10-2 0,2 1 1 0,-1 12-1 0,11 0 1 0,-33 0 1 0,-2 0 0 0,1 12 0 0,-24 1-1 0,11-2 1 0,-11 12 1 0,-35 49-1 0,12-37-1 0,23-12 1 0,0-12 0 0,11 2 0 0,25-2 0 0,-13-11 1 0,12 0 0 0,13-24-1 0,-37-10 1 0,0 10-1 0,-11-1 1 0,-11-9-1 0,-12 10-1 0,-1 1 1 0,0 23-2 0,-11 0 0 0,35 0 1 0,0 23-1 0,35-10-2 0,2-2 0 0,8 1 1 0,15-1 2 0,-1-11 1 0,-1 0 1 0,-10-23 1 0,-1-48 5 0,-35-23-1 0,-12 35-5 0,0 0 1 0,-12 24 0 0,0-24 0 0,1 48-3 0,11 11 2 0,0 11 0 0,0 23-2 0,0 4-1 0,0 7 3 0,11 2 0 0,36 72 0 0,-22-72-2 0,9 0 1 0,1 1-1 0,48-1 4 0,-36-36-4 0,48-11 2 0,-60-11-1 0,1-12 1 0,-24-1 0 0,-1 10-1 0,-11-8 1 0,0 10-2 0,0 1 1 0,-23 11-1 0,11 0 1 0,-1 0 0 0,2 23-1 0,11-1 1 0,11 3-2 0,37 22-30 0,-1-36-19 0,1 2-47 0</inkml:trace>
  <inkml:trace contextRef="#ctx0" brushRef="#br0">32141 4855 100 0,'0'-11'39'0,"12"11"-35"0,23-12 11 0,25 1 3 0,23 0-8 0,11-2-9 0,24 1-29 0,-48 12-72 0</inkml:trace>
  <inkml:trace contextRef="#ctx0" brushRef="#br0">2958 6942 18 0,'0'0'11'0,"0"0"-7"0,0 0 3 0,0-11 15 0,0 11-2 0,0-13 3 0,12 13 0 0,-12-11-5 0,0 11-3 0,0-12-3 0,0 12-4 0,-12 0 28 0,12 0-33 0,0 0 0 0,0 0-2 0,0 0 1 0,0-13-2 0,0 13 1 0,0 0-1 0,0 0 0 0,0 13 0 0,0-1 1 0,0 12-1 0,0 10 1 0,12 13 0 0,-12 1-3 0,0-1 2 0,11 13-3 0,-11-15 3 0,0 2 0 0,-11 2-3 0,11-15-5 0,-12-10-12 0,-1 0-32 0,13-12-55 0,-11-12 77 0</inkml:trace>
  <inkml:trace contextRef="#ctx0" brushRef="#br0">2851 6954 73 0,'0'0'0'0,"0"0"24"0,13-23-17 0,-2 10 9 0,12-10 1 0,13-1-2 0,11 12-7 0,35 1-3 0,-10 34 0 0,-25 1 0 0,-12 23 1 0,-11 0 0 0,-13 1 3 0,-11-14 1 0,-59 38 7 0,24-48-11 0,-1-13-2 0,2 1-4 0,-2-1 0 0,1 0-5 0,-1 2-25 0,13-13-30 0,10 0-55 0</inkml:trace>
  <inkml:trace contextRef="#ctx0" brushRef="#br0">3417 7248 75 0,'0'0'30'0,"-12"-12"-9"0,12 1-1 0,0-2 12 0,0 13-14 0,-11 0-14 0,-1 24-2 0,-23 59 8 0,23-36-7 0,12 12-1 0,0 0-1 0,12-23 0 0,12-1 0 0,59 1 2 0,22-60 0 0,-58 1 0 0,-11-13 2 0,-2-11-1 0,-34 0 0 0,-11-59 0 0,-25 57-3 0,2 26 0 0,-26 23-6 0,13 12-22 0,-24 48-156 0</inkml:trace>
  <inkml:trace contextRef="#ctx0" brushRef="#br0">6729 3313 7 0,'0'0'0'0,"0"-61"17"0,0 3-3 0,0-1 6 0,-11 12 6 0,11 23-1 0,0 12-4 0,-12 12-4 0,12 25-14 0,0 92 3 0,0-35-2 0,0 0-2 0,12 95 0 0,-12-94-1 0,0-24-1 0,11-12-2 0,-11-23-7 0,0-13-23 0,13-11-24 0,-13 0 6 0</inkml:trace>
  <inkml:trace contextRef="#ctx0" brushRef="#br0">6623 3088 99 0,'0'-11'10'0,"0"-14"-9"0,48 14 1 0,82-2 18 0,-95 26-15 0,59 34-1 0,-35 12-2 0,-24-23 0 0,13 33 3 0,-48-8 2 0,0-16 2 0,-48 15 0 0,1-24-2 0,-24-2-4 0,12-10 0 0,-12 11-4 0,24-22-11 0,24-2-34 0,12 12-32 0,11-23 39 0</inkml:trace>
  <inkml:trace contextRef="#ctx0" brushRef="#br0">7141 3583 96 0,'-11'0'35'0,"0"0"-30"0,-2 35 3 0,2 12 13 0,-12 12-3 0,10-1-7 0,2 14-5 0,11 69-2 0,0-82-5 0,0-12-6 0,0 0-42 0,0-22-65 0</inkml:trace>
  <inkml:trace contextRef="#ctx0" brushRef="#br0">6989 5892 54 0,'0'0'0'0,"-12"-47"28"0,12 36-5 0,0-12 18 0,0 12-29 0,0 22-9 0,0 70 2 0,12-9 0 0,-1 11-3 0,-11 92 2 0,12-80-3 0,-12-36 0 0,0 36-2 0,0-72-8 0,0-12-17 0,0-11-22 0,-12-11-39 0</inkml:trace>
  <inkml:trace contextRef="#ctx0" brushRef="#br0">6977 5763 93 0,'0'-24'8'0,"0"-11"-6"0,35 24 3 0,12-1 5 0,0 12 3 0,0 0-3 0,13 36-3 0,-2 10-3 0,-10 13-2 0,-37-12 0 0,-11 1 4 0,-23 10 1 0,-24-11-2 0,-24 1-1 0,1-13-2 0,-13-12-1 0,24-11-2 0,12 1-4 0,35-2-25 0,12 13-39 0,0-12 3 0</inkml:trace>
  <inkml:trace contextRef="#ctx0" brushRef="#br0">7366 6364 38 0,'0'-12'26'0,"0"1"-9"0,11 11 2 0,-22 0 11 0,11 11-29 0,0 1 2 0,-12 0 3 0,12-12 4 0,0 0-1 0,-11 0-4 0,11-12-2 0,0 0 0 0,-13 12-2 0,13-11 1 0,0 11 1 0,0 0-1 0,0-12 1 0,24 12-1 0,-12-12-1 0,23 12 1 0,1 0-1 0,-1 12 0 0,-11 11-1 0,-2 1 1 0,-9 11 0 0,-13 12-2 0,-13 0 1 0,-9 13 1 0,-14-2 0 0,1-21 0 0,0 10 1 0,11-25 1 0,12-22 1 0,1 12-1 0,22-12-1 0,1 0 0 0,23 0-1 0,13 0-1 0,-1-12-9 0,0 1-13 0,11 0-19 0,3-2-28 0,-27 2 11 0</inkml:trace>
  <inkml:trace contextRef="#ctx0" brushRef="#br0">7884 6447 89 0,'-11'0'15'0,"-1"-12"-1"0,12 12-7 0,0 47 29 0,-11-11-23 0,11 11-5 0,0 0-4 0,0 12-2 0,0-1-1 0,11 14-1 0,-11-38-5 0,12 13-22 0,-12-22-57 0,0-25 29 0</inkml:trace>
  <inkml:trace contextRef="#ctx0" brushRef="#br0">10419 5869 101 0,'-23'-11'26'0,"10"11"-18"0,13 23 3 0,-12 83 8 0,12-46-13 0,0 10-3 0,12 1-1 0,1-1-1 0,-2-11 0 0,1-12-2 0,-1-23-6 0,2-12-13 0,-13-1-14 0,0-11-18 0,-13-11-2 0</inkml:trace>
  <inkml:trace contextRef="#ctx0" brushRef="#br0">10419 5834 38 0,'0'0'0'0,"24"-47"37"0,10 47-17 0,14-12 3 0,11 12-3 0,-25 25-7 0,3 9-5 0,-14 13-5 0,-11 0 0 0,-24 0-1 0,-48 59 1 0,14-70-2 0,-1 0-6 0,-12-1-34 0,36-12-27 0,23 1 10 0</inkml:trace>
  <inkml:trace contextRef="#ctx0" brushRef="#br0">10796 6341 102 0,'11'-12'12'0,"2"12"3"0,21 0 9 0,-21 0-8 0,-13 0-9 0,0 0-4 0,12 23-1 0,-12 1-3 0,0 11 3 0,-12 12-1 0,-12-11 0 0,12 0 1 0,-12-1 0 0,13 1 0 0,-12-2-1 0,10-9 0 0,26-14-1 0,10-11 0 0,71-11-29 0,-34-1-23 0,-1-1-31 0,-37 13 58 0</inkml:trace>
  <inkml:trace contextRef="#ctx0" brushRef="#br0">11291 6424 68 0,'0'0'0'0,"-11"-24"39"0,-2 24-22 0,13 0 4 0,0-12-3 0,24 12-6 0,-12 0-6 0,23 23-4 0,-24 13-3 0,1-12 1 0,-24 23 3 0,-23 12 0 0,1-13 0 0,-14 14-2 0,13-25 0 0,23-12 2 0,24-23 2 0,23 0 2 0,36 0-5 0,47-12-1 0,23 1-3 0,12 11-24 0,-23 11-90 0,-94-11 62 0</inkml:trace>
  <inkml:trace contextRef="#ctx0" brushRef="#br0">6742 8557 21 0,'0'0'0'0,"0"-12"13"0,0 1-3 0,0-2 7 0,0 13 3 0,-13-11-2 0,13 11-4 0,0 0-5 0,0 0-2 0,0 0-4 0,0 24 4 0,-11 10 3 0,-1 13-1 0,12 13 0 0,0 10-3 0,-11 1-2 0,11 0-1 0,0 0-3 0,0-1 1 0,0-23-1 0,0-23 0 0,0 0-2 0,-13-24-13 0,2 11-25 0,11-22-32 0,0-2 32 0</inkml:trace>
  <inkml:trace contextRef="#ctx0" brushRef="#br0">6671 8486 85 0,'0'0'0'0,"24"-24"12"0,34 1 1 0,13 11 8 0,-12 12-5 0,0 12-8 0,-1 23-4 0,-10 1 0 0,-24 11-2 0,-13-1-1 0,1 2 1 0,-35-12 1 0,-13-1 0 0,0 0-1 0,-22-22-1 0,-1 9 0 0,0 2-10 0,22-12-26 0,26-1-50 0,11-11 45 0</inkml:trace>
  <inkml:trace contextRef="#ctx0" brushRef="#br0">7012 9064 55 0,'0'0'0'0,"-12"-23"46"0,12 10-35 0,12-10 10 0,35 23-2 0,0-13-7 0,0 13-5 0,24 0-4 0,-24 25-2 0,12 22 0 0,-59-23-1 0,-11 11 2 0,-12 0-1 0,-26-12 1 0,4 1-1 0,-4-13 0 0,15 1-1 0,21 0 0 0,13 1 1 0,24-2-1 0,12 13 1 0,11-1-1 0,0-12 0 0,-24 25 1 0,1-23-1 0,-48 34 3 0,-12-13 0 0,-9-22 0 0,-16 12-1 0,-56-1-2 0,70-23-3 0,23 0-15 0,48-47-149 0</inkml:trace>
  <inkml:trace contextRef="#ctx0" brushRef="#br0">7754 9110 164 0,'0'0'6'0,"0"0"-3"0,-11 83 17 0,-1-36-9 0,12 1-6 0,0-1-3 0,12 12-2 0,-12 11 1 0,11-10-3 0,-11-13-5 0,0-13-18 0,0-21-59 0,0-13 18 0</inkml:trace>
  <inkml:trace contextRef="#ctx0" brushRef="#br0">9617 8534 77 0,'0'-36'26'0,"12"12"1"0,-12 12 1 0,0 36-6 0,-12 11-15 0,0 36-2 0,12 82-2 0,0-70-2 0,12-24-1 0,0-1 1 0,0-22-3 0,-1-12-9 0,-11-12-23 0,13-12-111 0</inkml:trace>
  <inkml:trace contextRef="#ctx0" brushRef="#br0">9629 8474 69 0,'0'-35'27'0,"36"11"-8"0,81-23 23 0,-46 35-24 0,-12 12-9 0,-12 24-4 0,-23 11-3 0,-13 12-2 0,-11-11 2 0,-11 11-1 0,-36 11 0 0,-83 26 0 0,59-62-3 0,24 2-4 0,0 0-84 0,47-24 13 0</inkml:trace>
  <inkml:trace contextRef="#ctx0" brushRef="#br0">10030 8992 133 0,'0'0'0'0,"-12"-11"19"0,12-12-14 0,35 10 8 0,1 2-1 0,11 11-6 0,0 0-1 0,11 11-3 0,-21 13-2 0,-15-12 1 0,-33 59 2 0,-12-24-2 0,-25-12 0 0,2-11 0 0,-2-1 0 0,24-11 0 0,13-12-1 0,11 12 0 0,35-1 0 0,0 13 2 0,24-11-1 0,-11 22 0 0,-14-12-1 0,-21 1 0 0,-13 12 0 0,-60 11 3 0,2-24-2 0,-13-12-2 0,-59 1 0 0,95-12-14 0,23 0-36 0,35-23-88 0</inkml:trace>
  <inkml:trace contextRef="#ctx0" brushRef="#br0">10560 9123 126 0,'0'0'19'0,"24"-24"-6"0,10 24 2 0,-9 0-3 0,-25 11-7 0,12 2-2 0,-1 22-1 0,-11 0 0 0,0 12 0 0,-11-12 0 0,-12 48 1 0,23-59-2 0,0-1 0 0,105 1 7 0,-46-35-9 0,-1 11-37 0,-9-13-126 0</inkml:trace>
  <inkml:trace contextRef="#ctx0" brushRef="#br0">12587 8498 131 0,'0'0'0'0,"0"-59"8"0,12 35 6 0,-12 1 22 0,0 35-28 0,0 105 2 0,0-35-7 0,12 13-2 0,0-1-1 0,-12-11-3 0,12-13-3 0,-12-23-3 0,0-22-6 0,0-14-10 0,0-11-10 0,0-11-30 0,-12-14 16 0</inkml:trace>
  <inkml:trace contextRef="#ctx0" brushRef="#br0">12540 8380 66 0,'0'-24'11'0,"36"-34"17"0,34 34 17 0,-11 24-23 0,12 0-6 0,-13 35-5 0,-21-12-10 0,-13 13 1 0,-24 11-2 0,-24 0 1 0,-13 1 0 0,-21-1-1 0,-1-1-3 0,-12-9-7 0,12-13-11 0,12 10-21 0,47 1-28 0,0-23 37 0</inkml:trace>
  <inkml:trace contextRef="#ctx0" brushRef="#br0">13023 8934 86 0,'0'0'0'0,"13"0"38"0,-2-12-17 0,25 12 8 0,-25-11-10 0,1 11-10 0,0 0-6 0,-12 11-2 0,12 12 0 0,-12 1-1 0,0 12 1 0,-24 0 0 0,-23-2 1 0,11 1-1 0,-11-11-1 0,24 0 1 0,-1-12-1 0,12-1 0 0,12-11 1 0,23 12-1 0,13-12 1 0,0 12-1 0,-1 11-1 0,12-11 1 0,-35 23 0 0,0-22 0 0,-12 21 0 0,-12-10 0 0,-24 1 1 0,2-25 1 0,-13 11 1 0,-2-11-2 0,-9 0 0 0,10 0-1 0,13 0-2 0,12 0-10 0,12 0-25 0,11-11-49 0,0-2 9 0</inkml:trace>
  <inkml:trace contextRef="#ctx0" brushRef="#br0">13377 9005 132 0,'0'0'0'0,"36"-36"26"0,-2 25-12 0,15-2 2 0,-26 2-6 0,1 11-3 0,-2 0-3 0,-10 11-3 0,-1 2-1 0,-11 10 1 0,0 13 0 0,-23-1 1 0,-12 1 0 0,1-1-1 0,9 0 0 0,1-12 0 0,13 1-1 0,22-13 1 0,2 13 0 0,23 0-1 0,-2 0 1 0,13-1 0 0,-22 1 0 0,-14 12 0 0,-11-25 1 0,-25 12-1 0,-9-10 0 0,-49-2-1 0,1-11-5 0,-1 12-77 0,60-12-12 0</inkml:trace>
  <inkml:trace contextRef="#ctx0" brushRef="#br0">26154 3630 34 0,'-59'0'22'0,"12"0"-5"0,0 0 6 0,36 0-3 0,-2 0-8 0,13 0-10 0,0 11 1 0,47 1 2 0,24 0 6 0,46-12 0 0,61 0-2 0,10-12-1 0,36-11-1 0,12 11-1 0,23 1 1 0,-12 11-2 0,-22-13 1 0,-36 13-5 0,-60 0-1 0,-35-11 1 0,-58 11-3 0,-24 0-5 0,-12 0-17 0,-36 0-69 0,13 0 31 0</inkml:trace>
  <inkml:trace contextRef="#ctx0" brushRef="#br0">10595 9558 255 0</inkml:trace>
  <inkml:trace contextRef="#ctx0" brushRef="#br0">6859 4655 24 0,'0'0'0'0,"-23"-12"16"0,-1 1 20 0,24 11-18 0,-11 0-10 0,22 0-6 0,1 0 5 0,11 11 3 0,36-11-2 0,24 0 0 0,11 0-2 0,166-23 6 0,-107 0-6 0,-12 11-1 0,0-12 1 0,-10 1 1 0,-38-13-1 0,-22 12-2 0,-13-10-2 0,-58 34-20 0,0 0-141 0</inkml:trace>
  <inkml:trace contextRef="#ctx0" brushRef="#br0">23397 8615 37 0,'0'-12'9'0,"0"-10"-2"0,11 9 8 0,-11 2 6 0,12-1-6 0,-1 12 10 0,-11-11-9 0,0 11-4 0,0 0-3 0,11 23 0 0,2 23 1 0,10 2-2 0,2 23-2 0,-3-12-2 0,25 11-1 0,0 1-2 0,1-12 1 0,-1 1-2 0,0-2 1 0,-11 48-1 0,-25-58-2 0,-11-26 1 0,-23 2-5 0,12-12-2 0,-26-12-49 0,26 0-12 0,-1 0 9 0</inkml:trace>
  <inkml:trace contextRef="#ctx0" brushRef="#br0">23632 9017 61 0,'-24'0'32'0,"1"-12"-16"0,-1 24-1 0,-12-1 4 0,0 25-5 0,2-1-5 0,-1 13-3 0,-1-2-1 0,0 1-2 0,13-12-2 0,-1-11 0 0,13-12-3 0,-1-1-13 0,12-11-27 0,23 0-23 0,-10 0 22 0</inkml:trace>
  <inkml:trace contextRef="#ctx0" brushRef="#br0">24763 8368 68 0,'12'-12'17'0,"12"-23"-12"0,-13 23 6 0,-11 1 11 0,-24 11-8 0,-10 0-9 0,-14 23-1 0,-11 36 2 0,-12 12 2 0,13 23 0 0,11 25 0 0,11 9-5 0,25 14-2 0,-2-24 0 0,26-12 0 0,10-24 2 0,24-23 1 0,-11-23 2 0,10-13 0 0,2 1-4 0,-25-12-1 0,-11-12-6 0,11 0-22 0,-11-12-118 0</inkml:trace>
  <inkml:trace contextRef="#ctx0" brushRef="#br0">25222 8675 49 0,'0'0'0'0,"-11"-35"20"0,-1 10 10 0,12 13-12 0,0 1 10 0,0 47-6 0,12 11-11 0,12 94-1 0,-13-59-8 0,2 108-2 0,-13-108-5 0,0-12-5 0,0-35-3 0,0-11-14 0,-13-12-25 0,2-24-25 0</inkml:trace>
  <inkml:trace contextRef="#ctx0" brushRef="#br0">25187 8603 41 0,'0'0'0'0,"0"-35"42"0,83 35-2 0,-36 0-20 0,-12 24-8 0,0-1-2 0,-11 13-5 0,-1 0-2 0,-23 10-1 0,0-9 0 0,-23-3-3 0,-23 13-10 0,9 0-14 0,-21-11-22 0,34-1-26 0</inkml:trace>
  <inkml:trace contextRef="#ctx0" brushRef="#br0">25788 9052 117 0,'0'0'6'0,"-11"23"6"0,-1 25 5 0,-11-1 3 0,-1-12-7 0,11 0-7 0,2 13-4 0,11-1-2 0,11-11-5 0,2-2-10 0,22-10-13 0,0-12-31 0,-11-12-13 0</inkml:trace>
  <inkml:trace contextRef="#ctx0" brushRef="#br0">26649 9170 82 0,'0'0'15'0,"0"11"-16"0,0-11 18 0,-11-11 13 0,11-1-9 0,0-23-10 0,11-13-2 0,-11-10 2 0,23-14-2 0,-10-10-4 0,10-48-1 0,1 25-3 0,-12 34-2 0,-1-35-1 0,1-36-5 0,-12 71-1 0,-12 35-2 0,1 25-14 0,-1 22-19 0,-12 36-10 0,12 13-7 0</inkml:trace>
  <inkml:trace contextRef="#ctx0" brushRef="#br0">26425 8640 85 0,'0'0'0'0,"-24"-48"22"0,24 1-11 0,13-12 8 0,21 0 1 0,2-12-5 0,22 0-7 0,2 12-3 0,10 24 0 0,37 1 6 0,-60 34-7 0,-12 34-1 0,-11 13-2 0,10 13-1 0,-10 10 0 0,1 13-8 0,-14-13-11 0,12 12-18 0,1-10-42 0,-12-49 30 0</inkml:trace>
  <inkml:trace contextRef="#ctx0" brushRef="#br0">28110 8380 167 0,'0'0'0'0,"13"-12"2"0,-2 0-3 0,-11 24 2 0,0 12 2 0,12 23 1 0,-1 12-2 0,13 24-1 0,1 11-1 0,-2 1 1 0,12-14-2 0,-23-10 3 0,-1-1 1 0,-46 13 6 0,0-59-5 0,-12-13-1 0,-13 2-2 0,-10-26-9 0,-49-33-90 0,84 23 19 0</inkml:trace>
  <inkml:trace contextRef="#ctx0" brushRef="#br0">27899 8368 115 0,'0'-12'5'0,"59"-12"-1"0,34 13 4 0,13-1-1 0,-11 12-12 0,-1 0-39 0,-35 23-29 0</inkml:trace>
  <inkml:trace contextRef="#ctx0" brushRef="#br0">28653 8863 123 0,'-12'0'14'0,"-12"24"-12"0,13 11 3 0,11-23 7 0,11 12-1 0,13-1-4 0,10-12-4 0,27 2-2 0,8-13-1 0,-21-13 1 0,-1-10 0 0,-12-12 1 0,-10-36 2 0,-25 12 1 0,-25-12-2 0,-10 25-2 0,-12 23-2 0,-24 23-1 0,13 0-8 0,9 23-18 0,27 12-38 0,22-12-8 0</inkml:trace>
  <inkml:trace contextRef="#ctx0" brushRef="#br0">29218 8368 116 0,'0'0'0'0,"0"-94"16"0,13 46 4 0,-2 37-1 0,-11 11-7 0,0 0-9 0,-11 48 0 0,11 21 1 0,-13 120 4 0,13-70-7 0,13-2 0 0,10-23-2 0,12 0 1 0,-12-47 0 0,2-11 0 0,-14-23 1 0,-11-13 0 0,12-36-1 0,23 0 0 0,-11-22-3 0,0-14 1 0,22 14 3 0,-22-1-2 0,11 24 0 0,-11 12 2 0,-12 23 0 0,-1 11 1 0,2 12 0 0,-2 12 1 0,1 24-1 0,12-12-3 0,-13 12 2 0,1-12-2 0,1 0 1 0,10-22-3 0,-23-1-2 0,24-24 1 0,-13 0-2 0,12-24-12 0,1-12-25 0,12 0-68 0</inkml:trace>
  <inkml:trace contextRef="#ctx0" brushRef="#br0">30055 8745 92 0,'0'0'0'0,"24"-23"22"0,-12 23 0 0,12-13 23 0,-24 37-35 0,0 0-5 0,11 11-2 0,-11 12-1 0,-11-11-1 0,11 34-1 0,11-57 1 0,-11-13 0 0,0 0 3 0,23 0-1 0,-12-36-1 0,14 1-2 0,11-1 1 0,-14-11-1 0,14 0 0 0,11-1 0 0,-11 26 0 0,-1 10-1 0,-23 12 1 0,12 12 0 0,-12 10 1 0,-1 14 0 0,-11 11 0 0,36 36-1 0,-13-36-3 0,-12 0-12 0,1-11-79 0,0-36-3 0</inkml:trace>
  <inkml:trace contextRef="#ctx0" brushRef="#br0">30986 8202 116 0,'0'0'36'0,"35"0"-24"0,1 24 8 0,23 35 3 0,-12 12-7 0,36 141-4 0,-72-82-12 0,2 11 1 0,-37-11-1 0,-129 212-193 0</inkml:trace>
  <inkml:trace contextRef="#ctx0" brushRef="#br0">25117 5811 46 0,'-13'-24'23'0,"13"24"-23"0,36-12-1 0,23 0 3 0,47-12 0 0,36 13 3 0,58 0 2 0,71-2 3 0,59 2 1 0,47-1 1 0,47 12-2 0,25 0-1 0,22 23-1 0,13 1-1 0,-13-1 0 0,-47 1-1 0,-47 1-4 0,-70-14-1 0,-83 0-1 0,-60-11-10 0,-81 12-33 0,-71-12-46 0</inkml:trace>
  <inkml:trace contextRef="#ctx0" brushRef="#br0">23431 10808 54 0,'-11'-12'16'0,"-1"-12"4"0,1 13 3 0,11 0 0 0,0-1-6 0,0 12-11 0,23 0 1 0,-1 34 1 0,14 2-1 0,0 23-2 0,11 0-2 0,24 83 1 0,-36-83-3 0,0-1-1 0,0 36 0 0,-22-70-1 0,-13-1-1 0,0 2-27 0,-13-14-9 0,2-11-68 0</inkml:trace>
  <inkml:trace contextRef="#ctx0" brushRef="#br0">23691 11079 78 0,'0'0'0'0,"-12"-11"12"0,0 11-3 0,-11 0 7 0,-2 11-2 0,-9 25-5 0,-2-1-2 0,12 11-3 0,-12 2 1 0,2-1-1 0,-1 0-1 0,12-11 0 0,-2-12-2 0,1-13 0 0,24 1-4 0,-11-12-15 0,11 0-27 0,11 0-43 0</inkml:trace>
  <inkml:trace contextRef="#ctx0" brushRef="#br0">24916 10419 113 0,'0'-11'2'0,"-11"-2"-2"0,-1 13-1 0,-24 13 3 0,-11 21 5 0,-24 26 1 0,12 21 0 0,1 38-2 0,-59 128 7 0,81-128-6 0,23 9-2 0,2-21-1 0,35-25 1 0,23-11 1 0,0 0 1 0,82 12 2 0,-58-59-8 0,-12-13-2 0,-24 1-9 0,-23-12-15 0,-12 11-29 0,-12-11-36 0</inkml:trace>
  <inkml:trace contextRef="#ctx0" brushRef="#br0">25222 10855 63 0,'0'-23'27'0,"-11"10"-11"0,11 13 7 0,0 13-7 0,0 10-4 0,0 36 1 0,0-1-7 0,11 49-3 0,-11-48-3 0,13 47-2 0,-13-71-2 0,11-11-11 0,-11-1-59 0,-11-23-1 0</inkml:trace>
  <inkml:trace contextRef="#ctx0" brushRef="#br0">25211 10750 68 0,'0'-12'24'0,"0"-24"-13"0,59 36 19 0,-24 0-18 0,0 36-3 0,1-2-3 0,-12 2-3 0,-1 11-1 0,-23-11 0 0,0-1 0 0,-12 0 1 0,-34 1-2 0,-2-1-4 0,-58 12-45 0,71-36-20 0,35-11 26 0</inkml:trace>
  <inkml:trace contextRef="#ctx0" brushRef="#br0">25564 11303 59 0,'0'-12'9'0,"-11"0"8"0,11 1 0 0,0-1 1 0,24 0-3 0,11-12-3 0,0 24-1 0,0 0-1 0,1 0-1 0,-1 0-3 0,-11 13-2 0,-13 10-3 0,-11 0 2 0,0 13-2 0,-23 0 0 0,0-2 1 0,-37 37 1 0,37-46 0 0,11-2 0 0,12-12-2 0,12 1 1 0,23-12-1 0,1 0-2 0,-1 0-8 0,12 0-13 0,-12 0-20 0,12 0-34 0,-34-12 32 0</inkml:trace>
  <inkml:trace contextRef="#ctx0" brushRef="#br0">26178 11209 121 0,'-13'0'12'0,"13"0"-3"0,0 0 1 0,0 0 8 0,-11 35-7 0,11-11-7 0,0 23-2 0,0-11 0 0,11-2-1 0,-11 2-1 0,13-1-4 0,-2 1-15 0,1-1-22 0,12-23-35 0,-24-12 36 0</inkml:trace>
  <inkml:trace contextRef="#ctx0" brushRef="#br0">26896 11362 86 0,'-11'0'11'0,"11"0"-3"0,-12-36 28 0,0 1-22 0,12-12-5 0,0-12-1 0,0-11-1 0,-11-1 0 0,11-12-3 0,0-11-2 0,-13-106 0 0,13 105-2 0,0 13 0 0,-11 34 0 0,11 25-1 0,0 23-4 0,0 0-15 0,0 23-4 0,0 25-10 0,0 57-70 0</inkml:trace>
  <inkml:trace contextRef="#ctx0" brushRef="#br0">26696 10738 70 0,'0'-13'11'0,"-24"-23"10"0,13 2-6 0,11-13 1 0,11 11-3 0,25-11-3 0,-12 12-5 0,23 0-2 0,-13 22 3 0,3 2-1 0,9 35 1 0,-34 35-3 0,12-12-2 0,-1 12 0 0,1-12-5 0,-12 11-22 0,12-22-45 0,-24-25 11 0</inkml:trace>
  <inkml:trace contextRef="#ctx0" brushRef="#br0">28217 10655 117 0,'12'-24'29'0,"11"1"-24"0,12 10 0 0,-24 13 4 0,2 0-4 0,-13 13-2 0,0 23 0 0,0 92 5 0,11-57-1 0,-11 12-4 0,0-12-1 0,13 0 1 0,-13-12 0 0,0 10 4 0,-24-45-3 0,0-11 1 0,-11-13-3 0,-24-13-2 0,-11-22-7 0,10-12-12 0,1-1-25 0,0-10-81 0</inkml:trace>
  <inkml:trace contextRef="#ctx0" brushRef="#br0">28074 10514 149 0,'0'0'11'0,"13"-12"-9"0,117 12 19 0,-71-12-16 0,0 0-9 0,11 12-23 0,1 12-40 0,-24 0-15 0</inkml:trace>
  <inkml:trace contextRef="#ctx0" brushRef="#br0">28736 10961 107 0,'0'0'0'0,"-12"0"38"0,12 11-38 0,0 2 4 0,0 10 1 0,12 1 0 0,10 12-4 0,25 11 0 0,-11-35 0 0,0-1 3 0,-1-11 4 0,0-11 2 0,1-26 1 0,-25-9-2 0,-22-1-5 0,-12 11-3 0,-25 1-1 0,1 23-1 0,0 12-3 0,-13 0-13 0,14 12-27 0,34 11-55 0,12-11 62 0</inkml:trace>
  <inkml:trace contextRef="#ctx0" brushRef="#br0">29372 10442 135 0,'0'-34'10'0,"-12"21"1"0,12 13-2 0,0 0 1 0,0 0-4 0,0 47-1 0,0 13-1 0,0 10-1 0,0 2 0 0,0 22 1 0,12-13-2 0,0 72 2 0,-1-104-3 0,0-15-1 0,2-21 1 0,-13-2 0 0,0-11 2 0,24-24-2 0,-13-10-2 0,24-2-2 0,-23-11-1 0,35-12 0 0,-35 12 0 0,23 11 2 0,1 25 1 0,-12-2 0 0,-13 13 2 0,1 24 0 0,12 47 2 0,-24-24-3 0,47 47-11 0,-35-47-18 0,-1-12-24 0,0 2-41 0</inkml:trace>
  <inkml:trace contextRef="#ctx0" brushRef="#br0">30032 10855 98 0,'0'0'12'0,"11"-12"3"0,1 12 5 0,-12 36 7 0,0-1-22 0,0 12-4 0,0-11 0 0,0-1 1 0,13 1 1 0,-2-36 0 0,1 0 4 0,12-13-5 0,-1-21-1 0,-1 10 0 0,3-12-1 0,33-23-2 0,-45 36 1 0,10 11 1 0,-23 12-1 0,11 0 0 0,2 12 2 0,-13 11 2 0,12 1 0 0,12 11 0 0,-13 1-1 0,12-12 0 0,24 23-7 0,-11-36-65 0,-24-11-47 0</inkml:trace>
  <inkml:trace contextRef="#ctx0" brushRef="#br0">30880 10384 130 0,'0'0'0'0,"13"-12"22"0,22 12-17 0,0 23 9 0,23 24 6 0,1 1-5 0,48 93-3 0,-71-59-7 0,-25 24 1 0,1-11-2 0,-24-1-1 0,-12 2-1 0,-23-27-2 0,-12-9-4 0,-12-2-18 0,-10 2-29 0,-14-13-94 0</inkml:trace>
  <inkml:trace contextRef="#ctx0" brushRef="#br0">26672 5881 132 0,'0'-12'6'0,"0"-12"1"0,0 24-5 0,0 0-3 0,-11 0-6 0,11 0-4 0,-12 0-4 0,12 0 1 0,0-11 8 0,12 11 5 0,-1-12 2 0,2 1 1 0,-2 0 26 0,-11 11-12 0,-11 22-6 0,-2 14 0 0,-10 11-4 0,12 0-1 0,-2-12-3 0,13-11 2 0,13-24 0 0,-2-24 0 0,25-11-3 0,-25-12 0 0,13 11 0 0,-12-11-1 0,-12 12 1 0,12 11-1 0,-12 0 1 0,0 24 1 0,-12 12 1 0,0 24-1 0,-23 22 1 0,22-34-2 0,2 12-1 0,-1-24 0 0,12-1-1 0,0-11-2 0,0 0 1 0,0 0-2 0,12-23 0 0,-12 10 2 0,11 2 2 0,-11-1 0 0,13 12 0 0,-13 0 3 0,0-11 8 0,0 11 23 0,0 0-29 0,-13 0-4 0,13 0-1 0,24 34-209 0</inkml:trace>
  <inkml:trace contextRef="#ctx0" brushRef="#br0">27227 5822 30 0,'0'-11'12'0,"12"-13"1"0,-1-12 2 0,1 24 2 0,-12-23 1 0,0 24 0 0,0-12-3 0,0 10 5 0,0 13-16 0,-12 13-1 0,1 21 0 0,-13 1 0 0,-12 1 1 0,-45 70 4 0,21-35-5 0,13 24 1 0,-25 22-1 0,-80 190-1 0,57-118-1 0,1 10 1 0,0 2-1 0,-12-25 1 0,12-10 1 0,-1-48 3 0,25 0 0 0,-25-13 0 0,36-46-3 0,12 0-2 0,12-23 0 0,-1-12 0 0,24-1-1 0,1 1-1 0,-1-13-2 0,12 1-3 0,-12-12-18 0,12-12-64 0,12-59-9 0</inkml:trace>
  <inkml:trace contextRef="#ctx0" brushRef="#br0">25860 7650 48 0,'0'-25'7'0,"0"-9"13"0,11-2 2 0,-11 36 0 0,0 0-2 0,0 0-2 0,-11 36-8 0,11 11-3 0,-13 12-2 0,1-13-1 0,-11 13 1 0,11-12-2 0,0 1 0 0,12-13 0 0,0-23 1 0,24 12 4 0,11-24 0 0,12-13 1 0,0-10-3 0,13 12-2 0,-24-13-3 0,-2 12-1 0,-10-1 1 0,0 13-8 0,-24 13-22 0,12 23-137 0</inkml:trace>
  <inkml:trace contextRef="#ctx0" brushRef="#br0">26059 6317 137 0,'0'-12'6'0,"23"48"1"0,49 34 5 0,11 24 0 0,11 2-6 0,35-3 2 0,-11 3-3 0,24 9-4 0,-83-46-2 0,23 35-5 0,-47-24-20 0,-23-10-20 0,-12-26-5 0,24-21 1 0</inkml:trace>
  <inkml:trace contextRef="#ctx0" brushRef="#br0">27002 6577 57 0,'-34'-36'45'0,"-15"13"-18"0,3 23-2 0,-14 23-4 0,-33 37-6 0,-38 10-8 0,2 24-5 0,11 0-3 0,1 25-26 0,11 10-65 0,58-82 36 0</inkml:trace>
  <inkml:trace contextRef="#ctx0" brushRef="#br0">21993 3169 151 0,'-70'-58'-3'0,"-13"71"3"0,25 21 0 0,-227 262 0 0,144-97 1 0,-12 13-2 0,1 48 1 0,10 23-1 0,-1 0 2 0,26 11-2 0,0 0 1 0,11 25 1 0,11 11 7 0,25 0-1 0,46 35-1 0,12 1-1 0,24 23-3 0,35 13 0 0,24-14-1 0,35 12 1 0,24-23 1 0,22-11-3 0,26-36 1 0,10 0-2 0,12-36 1 0,13-22 0 0,11-24 0 0,-24-36-1 0,-12-36-1 0,-33-23 1 0,-27-58 0 0,-57-12 1 0,-35-48 0 0,-24-23 1 0,-24-12 3 0,-12-12-3 0,-23-35-4 0,-12-13-8 0,-1 2-5 0,2-13-1 0,-1 1 2 0,24-13 9 0,-1 1 5 0,36 11 2 0,13 23 6 0,57 13 23 0,35 93 0 0,-58 14-20 0,2-1-4 0,-2 82-5 0,-71-83-6 0,-35-10-12 0,-212 10-154 0</inkml:trace>
  <inkml:trace contextRef="#ctx0" brushRef="#br0">20685 9558 114 0,'0'-11'8'0,"23"46"-3"0,95 95 18 0,-35-47-13 0,-13-1 0 0,154 119 3 0,-141-131-11 0,83 94-2 0,-121-115-10 0,-8-26-19 0,-13-12-18 0,-24-11-36 0</inkml:trace>
  <inkml:trace contextRef="#ctx0" brushRef="#br0">21262 9688 120 0,'-36'-11'28'0,"-22"22"-11"0,10 49 5 0,-10 33-7 0,-25 48-8 0,-153 166-5 0,107-130-38 0,-24 35-109 0</inkml:trace>
</inkml:ink>
</file>

<file path=ppt/ink/ink8.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17T22:13: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16632 2624 15 0,'0'0'17'0,"-13"0"-1"0,1 13-1 0,0-13 0 0,12 0-1 0,0 0-4 0,0 11-1 0,0-11 2 0,0 0 0 0,12 0 2 0,-12-11 0 0,12-2-3 0,12-11-3 0,-13-11-2 0,14-15 1 0,48-82 4 0,-37 71-4 0,37-72 2 0,-25 61-7 0,-12-2 4 0,-11 39-2 0,-13 11 0 0,1 12 0 0,-13 0-3 0,11 12 2 0,-22 0-66 0,11 0-68 0</inkml:trace>
  <inkml:trace contextRef="#ctx0" brushRef="#br0">16654 1003 28 0,'0'-11'23'0,"0"11"-3"0,0-24 4 0,0 12-1 0,-11-12-6 0,0 0-5 0,-14 10-6 0,1 3 1 0,-1 11-3 0,-11 0-2 0,0 11 1 0,12 3-4 0,-1 10 2 0,13 0-1 0,12 12 0 0,0-12 0 0,25 1-2 0,11-2 1 0,0 1-1 0,0-11 3 0,-11-2-1 0,-1 2 0 0,-12 11 5 0,-12-11-3 0,0-13 4 0,-36 11-2 0,11 2-3 0,-11-2 0 0,-12-11-4 0,11 13-8 0,13-13-21 0,0 0-33 0,24 0 18 0</inkml:trace>
  <inkml:trace contextRef="#ctx0" brushRef="#br0">16897 762 71 0,'0'0'0'0,"0"-12"25"0,0 12-8 0,0-12 9 0,0 0-6 0,0 12-15 0,0 0 1 0,-12 12-1 0,12 24 1 0,0 1-4 0,0 23 1 0,0 1-2 0,0 60 1 0,0-73-3 0,12 0 1 0,0-11-8 0,0-2-33 0,-12-35-11 0</inkml:trace>
  <inkml:trace contextRef="#ctx0" brushRef="#br0">16679 1041 68 0,'0'0'6'0,"0"0"21"0,12-14-5 0,1 14-8 0,11-11-5 0,12-2-5 0,0 13-2 0,1-11 1 0,-1-2-1 0,0 13 0 0,0 0 2 0,-23 0-2 0,24 0 1 0,-26 0-2 0,2 13 1 0,-2 11 0 0,0-13 0 0,2 15 0 0,-13-15-1 0,12 2 3 0,-12-2 1 0,0-11 6 0,0 0-1 0,0 0-2 0,0-11-7 0,0-2 2 0,0 2-2 0,0-1-1 0,0-13 2 0,12 1-4 0,1 11 0 0,-13 2-9 0,24-1-17 0,-13 12-27 0,26 0-61 0</inkml:trace>
  <inkml:trace contextRef="#ctx0" brushRef="#br0">17345 992 78 0,'0'0'17'0,"0"0"6"0,-13 0-4 0,13 0-12 0,0 0-7 0,0 0 4 0,13 49-1 0,-1-26-3 0,-12 1 2 0,12 13-1 0,1-13-9 0,-13-11-21 0,0-2-29 0,0-11 17 0</inkml:trace>
  <inkml:trace contextRef="#ctx0" brushRef="#br0">17332 714 70 0,'0'0'13'0,"0"0"0"0,0-13-12 0,0 13 0 0,0 0-9 0,13 0-24 0,-1 0-15 0</inkml:trace>
  <inkml:trace contextRef="#ctx0" brushRef="#br0">17538 1112 58 0,'0'0'0'0,"0"0"15"0,0 13 2 0,0-2-3 0,0 15 16 0,0-26-18 0,0 11-2 0,12-11-5 0,0-11-1 0,-12 11-2 0,12-26 1 0,13 2-2 0,-13 0 0 0,12-11 0 0,-12 9-2 0,12-9 3 0,-11 22 1 0,-2 2 0 0,2-1 2 0,-13 12-4 0,0 12 2 0,12 12-2 0,-12 11-1 0,12 2-7 0,-12 0-10 0,24-2-5 0,0-9-2 0,0-2-1 0,12-13 6 0,49 2 11 0,-49-37 9 0,13 11 4 0,-25-24 11 0,0 2 6 0,-11-2-3 0,-2 0 0 0,-11 13-3 0,-24 0-5 0,12 13-4 0,-12 11-5 0,12 0 0 0,-12 11-2 0,24 13-1 0,-12-11 3 0,12 24-3 0,12-2 3 0,-12-11-2 0,24 13-1 0,0 11 1 0,-12-11-1 0,24 60-1 0,-25-25 4 0,-11-11 3 0,-59-13 11 0,35-48-13 0,0-13-4 0,-25-10-94 0,49 23 21 0</inkml:trace>
  <inkml:trace contextRef="#ctx0" brushRef="#br0">16341 1621 68 0,'0'0'9'0,"-11"0"19"0,11-13-3 0,0 13-14 0,-14 13-3 0,14 11-2 0,0 13-2 0,0 11-1 0,14 0-1 0,-14 1-1 0,11-1 1 0,25-13 1 0,-24-21 0 0,0-2 3 0,0-12 0 0,0-12-2 0,0-2-1 0,1 3-2 0,-1-13 0 0,0 0-1 0,0 12 0 0,-12 0 1 0,12 12-1 0,0-12 0 0,-12 12 0 0,12 12 0 0,0 0 0 0,23 24 2 0,-21-24-2 0,-2 0 0 0,0-1 2 0,13-11-2 0,10 0 4 0,-23 0-2 0,13-11 0 0,-25-13 0 0,24 12 0 0,-24 0-1 0,11-24 1 0,2 11-1 0,-13 13 0 0,12 0-1 0,0-12 1 0,-12-1-1 0,24 14 0 0,-24-2 0 0,24 2 0 0,-24 11-2 0,13 0 2 0,-13 0-1 0,0 35 2 0,0-10 0 0,12 35-1 0,-12-47 1 0,48 23-1 0,-24-12 0 0,0-24 0 0,1 0 1 0,0 0-1 0,-1-12 1 0,-13 12 0 0,0-24 0 0,-11 24-1 0,0-24 0 0,-22-1 0 0,-2 1-2 0,-37 0 0 0,36-1 3 0,13 25-2 0,0-24-1 0,36-12-1 0,1 24 3 0,11-1 1 0,13 2 0 0,-14 11-1 0,15 0-1 0,-15 11 0 0,-11 14 0 0,0 0 1 0,0 10 0 0,-11 2 0 0,-1-1 0 0,0-11 0 0,-12-13 1 0,0 0 1 0,0-12 6 0,0-12-2 0,0-25-3 0,0 25-3 0,12-49-7 0,0 26-9 0,24-2-17 0,13 13-16 0,11 11-59 0</inkml:trace>
  <inkml:trace contextRef="#ctx0" brushRef="#br0">17695 1706 85 0,'0'0'0'0,"0"0"28"0,-11 0-3 0,-2-13-1 0,1 2-2 0,0-2-11 0,0 1-5 0,-12-13-5 0,-1 25 1 0,1-11-2 0,0 11-1 0,-1 0 0 0,1 24 1 0,2 37 0 0,22-37 0 0,11 12 0 0,13-12-1 0,0 1 0 0,12-13 0 0,-12-12 1 0,13 0 1 0,-13-37 0 0,0-11-1 0,-24 12 0 0,13 12 1 0,-2-37-1 0,-11-37-1 0,0 63 0 0,0-1 2 0,0 0-2 0,0-1 3 0,0 13-1 0,0 12 3 0,0 12-1 0,0 47 0 0,0 27 0 0,0-2 2 0,0-11-2 0,0 11-4 0,13-11 2 0,11-1-3 0,0-11-9 0,-11-37-38 0,-2 0-68 0</inkml:trace>
  <inkml:trace contextRef="#ctx0" brushRef="#br0">17780 2637 37 0,'0'0'0'0,"0"0"53"0,0 0 3 0,0 0-36 0,-11 0-4 0,11 0-5 0,11 0-5 0,-11-13-3 0,11 13 2 0,13-24 0 0,15 13-3 0,8-26 2 0,13-11 0 0,25-12 2 0,36-25 0 0,-36 24-1 0,36-24 4 0,60-48-3 0,242-157-5 0,-205 132-1 0,-120 87 0 0,11-2 0 0,-13 1 0 0,-12 11 0 0,-11 1 0 0,-2-1 0 0,-58 48 0 0,13-11 0 0,-26 13-29 0,-13 11-65 0,13 11 10 0</inkml:trace>
  <inkml:trace contextRef="#ctx0" brushRef="#br0">14164 4730 22 0,'-13'0'23'0,"13"0"-6"0,0 0 2 0,-12 0 0 0,24 0 17 0,-12 0-29 0,13 0-1 0,-1 0-1 0,12 0 0 0,-24 0-2 0,24 0 1 0,1 0 0 0,-3 0-2 0,16 11 0 0,9-11 0 0,-10 0 0 0,24 0 1 0,11 0-1 0,1 0 1 0,12-11-2 0,-1-2 1 0,13 13-1 0,109 0 1 0,-110 0-2 0,1 0 0 0,0 0 0 0,0 0 0 0,-1 0 1 0,1 0-1 0,0 0 0 0,-12-12 0 0,-1 12 0 0,13 0 0 0,71 0 0 0,-83 12 0 0,0-12 1 0,0 0 0 0,12 0-1 0,1 0 0 0,-2 0 1 0,0 0-1 0,1 0 1 0,108-12 2 0,-107 0-1 0,-1 12 2 0,10 0 0 0,3 0 0 0,-13 0-1 0,0 12 0 0,-25-12 0 0,-11 0 0 0,-13-12 2 0,-24 12-2 0,-12 0 0 0,-12-13-3 0,0 13-23 0,-24 0-80 0,0 13 29 0</inkml:trace>
  <inkml:trace contextRef="#ctx0" brushRef="#br0">20441 605 58 0,'0'0'24'0,"0"0"-3"0,0-13-1 0,0 2-7 0,-12-2-2 0,0 2-4 0,0-1-2 0,-37 0 0 0,13 12-2 0,12 0 0 0,0 0-1 0,-1 0 0 0,13 0 0 0,-12 35-3 0,24-22 2 0,0 22 0 0,0-10 3 0,0 24-2 0,0 47 0 0,-12-35 0 0,0 12 1 0,-12-1-4 0,13-11 2 0,-15 11-1 0,13-24-2 0,2-11 5 0,11-13-1 0,0-12 5 0,0-12-2 0,11 12-1 0,15-12-2 0,9-12-1 0,38 0 2 0,-36 12-1 0,-13 0-3 0,37 0-35 0,-37 0-21 0,-12 0-36 0</inkml:trace>
  <inkml:trace contextRef="#ctx0" brushRef="#br0">20526 1149 110 0,'0'-13'24'0,"0"2"-10"0,0-13 4 0,13 0-8 0,-2-26-4 0,0 15-2 0,14-13-3 0,-13-13 1 0,0 13-2 0,0-1 4 0,0 1-1 0,13 0-2 0,-25 35-2 0,0 13 3 0,0 24-1 0,12-11-1 0,-12 35 1 0,0 1-1 0,0-1 2 0,0-13-3 0,12 27 1 0,0-2 1 0,0-49 1 0,0 3 0 0,-12-14-1 0,37-25-1 0,-25-12 0 0,12 14-1 0,12-74-1 0,-1 37 2 0,15-38-2 0,-37 63 3 0,9 10-3 0,-9 13 2 0,-1 12-1 0,-12 24 2 0,0 0 0 0,0 13 0 0,0 23 2 0,0-11-2 0,-12 11 0 0,12 1 0 0,0-2-1 0,12-21 2 0,-12 9-4 0,0-23 2 0,12 0-2 0,-12 2-23 0,12-26-23 0,-12 0-38 0</inkml:trace>
  <inkml:trace contextRef="#ctx0" brushRef="#br0">21179 616 111 0,'0'0'15'0,"-12"-11"-12"0,12 11 0 0,0-13 4 0,0 13-1 0,0-11 0 0,12 11-2 0,24 0-1 0,-1 0-2 0,15 0 1 0,-2 0 0 0,13 0 1 0,-1 0 1 0,1 0 1 0,-25 0 0 0,-12-13 2 0,1 13-1 0,-25 0-3 0,0 13-4 0,-13-2 0 0,13 2 2 0,-12 23 0 0,0 0 0 0,12 1 1 0,0 11-3 0,0 13 4 0,0 10-4 0,0-9 3 0,12-2-2 0,-12 1 1 0,12-26 2 0,-12 2-1 0,0 0 3 0,0-26-1 0,0 2 0 0,0-13 0 0,-12 11-4 0,0-11 2 0,-12 0-3 0,-13 0 2 0,13 0 2 0,-12 0-5 0,-1 0 4 0,1 0-1 0,24 0-1 0,-12 0 2 0,11 0-4 0,13 0-38 0,-11 0-88 0</inkml:trace>
  <inkml:trace contextRef="#ctx0" brushRef="#br0">18361 242 21 0,'0'0'17'0,"0"0"-1"0,0 0 1 0,0-12 8 0,12 0 0 0,0-1-3 0,-12 2-4 0,12-13-5 0,-12 11-12 0,-12 2-1 0,0 11 0 0,-25 0 0 0,1 0 0 0,-23 35 0 0,33-22 0 0,2 23 1 0,24 0-1 0,-13-12 2 0,13 60 0 0,0-46-1 0,0 10-1 0,0-12 0 0,0 13-2 0,0-13 2 0,-11-1 2 0,0 2-3 0,-2-13 3 0,13-11 1 0,-12 11 1 0,0-24-4 0,12 0 3 0,12 12-1 0,0 0 3 0,12 0 2 0,-24 0-6 0,24-12 3 0,-12 0-5 0,0 0-10 0,14 0-24 0,9 0-109 0</inkml:trace>
  <inkml:trace contextRef="#ctx0" brushRef="#br0">18469 714 100 0,'0'0'7'0,"0"0"10"0,0-24 13 0,0 11-24 0,0 2-2 0,13-2 1 0,-13-11 3 0,0 0-3 0,12-13 0 0,-12 2-2 0,0-2-2 0,0-11 1 0,0 12-1 0,0-2 0 0,0 15 0 0,12-1 0 0,-12 12-1 0,0 12 3 0,12 12-3 0,0 35 2 0,1-9-2 0,9-2 1 0,-9-1 1 0,-1 2-4 0,26 0 1 0,-27-2 1 0,13-22 1 0,-12-2 0 0,12 2 6 0,-24-13 3 0,12 0-4 0,0 0 3 0,-12-24-5 0,0 0-2 0,0 0-1 0,0-13-1 0,12 0-2 0,-12-34-4 0,13 33-13 0,-13 3-9 0,12 11-26 0,12-1-34 0,-12 25 52 0</inkml:trace>
  <inkml:trace contextRef="#ctx0" brushRef="#br0">19015 218 99 0,'0'-13'9'0,"0"13"5"0,0-11-4 0,0-2 1 0,0 2-1 0,11-2-4 0,0 13-3 0,14-11 0 0,-1 11 0 0,0 0 0 0,1 0 0 0,-1 11-1 0,36-11 1 0,-23 13-2 0,-25-13 0 0,0 11 1 0,-12-11 2 0,0 13-2 0,0-2 1 0,0 2-1 0,0 23 1 0,0 0-1 0,-12 1 0 0,12 10 1 0,0 3-1 0,0 9-3 0,0 3 0 0,0-2 3 0,0 1-3 0,0-13 6 0,0-24-4 0,0 0 2 0,0-12 1 0,0 0 5 0,0-12-4 0,-12 0-4 0,0 0 0 0,-13 0 1 0,-11 0-3 0,0 0 3 0,-13 0-3 0,1 0 2 0,13 0-8 0,-3 0-40 0,26 13-79 0</inkml:trace>
  <inkml:trace contextRef="#ctx0" brushRef="#br0">29464 9604 15 0,'0'0'-9'0</inkml:trace>
  <inkml:trace contextRef="#ctx0" brushRef="#br0">29440 9314 50 0,'0'0'0'0,"0"-24"27"0,0 24-12 0,11-13-2 0,-11 13-1 0,0 0 0 0,-47 48-1 0,9-11-4 0,27-1-3 0,-25 13-1 0,24-13-2 0,0-1 0 0,12 3-1 0,24-2 1 0,1-1-1 0,60 2 0 0,-14-12 0 0,-10-25 1 0,-13 0-1 0,13-25 0 0,-25-12 1 0,0 14 2 0,-12-13-1 0,-12-14 2 0,-12-9-1 0,0-2-1 0,-25 1 1 0,3-1-1 0,-15 24-1 0,1 2 1 0,-1 22-1 0,-11 2-1 0,-1 11-1 0,13 0-14 0,-12 35-131 0</inkml:trace>
  <inkml:trace contextRef="#ctx0" brushRef="#br0">31810 10813 78 0,'0'0'9'0,"0"-24"27"0,-12 11-23 0,12-11-2 0,-25 0 2 0,1 13-9 0,2 11 1 0,-15 11-1 0,-24 37-1 0,1 13-2 0,23 12 1 0,13 0-2 0,0-2 1 0,24 14-1 0,0-23 0 0,24-15 0 0,12-23 0 0,-11-11 2 0,23-2 0 0,-1 2 0 0,16-13 0 0,8-13 0 0,2-22 0 0,36-63-2 0,-73 27 0 0,-23-111 1 0,-13 85-1 0,-37 25 0 0,1 24-1 0,11 35-1 0</inkml:trace>
  <inkml:trace contextRef="#ctx0" brushRef="#br0">29319 16595 100 0,'0'0'9'0,"0"-12"14"0,0 0-4 0,0 12-8 0,0 0-7 0,12 0-41 0,-12 12-61 0</inkml:trace>
  <inkml:trace contextRef="#ctx0" brushRef="#br0">28229 12640 85 0,'0'0'4'0,"-11"12"1"0,11-12 11 0,0 12 5 0,-11-12-10 0,-2 11-3 0,13-11 2 0,-24 0 8 0,12 0-10 0,0-11-1 0,12-1-1 0,-12 0 0 0,12 0-3 0,0 0-2 0,12 12 0 0,0-12-1 0,12 0 0 0,-12 12 0 0,12 0 1 0,-13 0-1 0,2 12 0 0,-1 12 1 0,-12-12-1 0,13 23 1 0,-13-22 0 0,-13-2 1 0,1 15 0 0,-1-14-2 0,2-12 3 0,-13 12-1 0,12-12 0 0,0 0 0 0,-12-12-1 0,24 0 0 0,0-1-1 0,0 0 0 0,12 2 0 0,0-13 1 0,0 12 0 0,13 12-2 0,-14 0 1 0,0 0 1 0,-11 0-1 0,13 12 0 0,-13-1-1 0,0 2 2 0,0-2 0 0,-24 2 1 0,24-13-1 0,-11 0 1 0,11-13-2 0,0 13-5 0,22-11-83 0,-9 11-4 0</inkml:trace>
</inkml:ink>
</file>

<file path=ppt/ink/ink9.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17T22:13: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22908 9518 33 0,'0'0'6'0,"0"0"5"0,0 13 22 0,0-13-19 0,0 13-4 0,12-1 0 0,-12 0-2 0,13 12 0 0,-13-12-3 0,11 11 0 0,2 1-2 0,-1 14 0 0,0-15-1 0,12 1 0 0,-12 0 0 0,25 1 0 0,-25-13 0 0,24 1 1 0,-12-2 0 0,0-11 1 0,0 0 0 0,13 0-3 0,-2 0 0 0,-10-11 0 0,35-26 0 0,-23 24-1 0,-1 2 1 0,1-2-1 0,-1 2 0 0,0 11 1 0,-1 0-1 0,3 0 0 0,-2 0 0 0,0 0 0 0,2 11 0 0,9 2 0 0,-11 11 0 0,49 24 1 0,-49-35-1 0,-1 11 0 0,-9 0 1 0,-2-12 0 0,-11 0 0 0,-2 0 1 0,-11-12 0 0,11 0 8 0,2-12-6 0,24-24 0 0,-2 11-3 0,2-10-1 0,11 10 0 0,13 0 1 0,-12-10-1 0,-1 22 1 0,11 2-1 0,-9-1 0 0,-15 0 0 0,14 12 0 0,-12 0 0 0,11 0 0 0,0 0 0 0,37 12 0 0,-37 11 0 0,0-10 0 0,1 11 0 0,-1 0 0 0,13-12 0 0,-13 0-1 0,73 12 1 0,-48-24 2 0,-13-11 1 0,1-14 1 0,11 13 0 0,2-25 2 0,-15 26-2 0,-11-25-1 0,-11 11-2 0,-25 1-1 0,0 0-77 0,-12 24-21 0</inkml:trace>
  <inkml:trace contextRef="#ctx0" brushRef="#br0">22848 10354 93 0,'0'-13'8'0,"0"-11"9"0,0 13-3 0,0 11 7 0,0 24-16 0,0 11 0 0,0 14 1 0,0 12 0 0,0-2-2 0,0-9-2 0,0 9 0 0,0-9-2 0,0-2 1 0,0-24-1 0,0-13-1 0,0 2-9 0,0-13-16 0,0 0-30 0,0 0 2 0</inkml:trace>
  <inkml:trace contextRef="#ctx0" brushRef="#br0">22496 10378 90 0,'0'0'0'0,"37"-24"8"0,24 0 11 0,-1 0 6 0,86-26 5 0,-62 26-25 0,-11 13-3 0,-25 11-1 0,-24 0-2 0,1 0-5 0,-13 35-93 0,-12-22 46 0</inkml:trace>
  <inkml:trace contextRef="#ctx0" brushRef="#br0">23150 10560 56 0,'0'0'0'0,"0"0"18"0,0 0-18 0,0 24 6 0,0 0 5 0,0 11-1 0,0 2-4 0,0 0-1 0,0-13 3 0,11 11 1 0,-11-22-2 0,13-1 1 0,-13-12 3 0,0 0 17 0,13-36-24 0,-13 12 0 0,12-24-2 0,13-2-2 0,-14 3 1 0,13 11-1 0,0 10-1 0,2 3-27 0,9 23-14 0,-11 23-63 0</inkml:trace>
  <inkml:trace contextRef="#ctx0" brushRef="#br0">23682 10741 109 0,'0'0'0'0,"-12"-36"9"0,0-13-8 0,0 1 1 0,-12 12 2 0,0-2 2 0,0 27-1 0,-13-1-1 0,1 24 3 0,0-1 0 0,12 39-2 0,11-14-3 0,13 24 0 0,0-12-2 0,13 0 0 0,11-11 1 0,0-24 0 0,13-2-1 0,-15-11 1 0,4 0 1 0,-2-24-1 0,-11-13 0 0,-2 2-1 0,-11-13 1 0,11-13-1 0,-11 49-1 0,13 0 2 0,-13 12-3 0,0 0 0 0,0 12 1 0,0 24 1 0,12 1 0 0,-12 11-13 0,24-13-33 0,-10-10-37 0</inkml:trace>
  <inkml:trace contextRef="#ctx0" brushRef="#br0">23864 10560 67 0,'-12'-13'19'0,"0"-11"-7"0,12 24 0 0,0 0 1 0,-12 0-6 0,12 11 0 0,12 39-2 0,0-14-2 0,0 11-1 0,12 3 0 0,-12-2-2 0,1-24 1 0,-13-12-1 0,0 0 2 0,0 1 2 0,0-38 11 0,0 0-14 0,0-10 0 0,0-1 0 0,11-26-2 0,0 15 2 0,3-2-2 0,11 13 1 0,-14 24 0 0,2 0 0 0,-13 12 0 0,11 12 1 0,0 12 1 0,2 13-1 0,11-1 0 0,0 61 0 0,-24-62-1 0,13-11 0 0,-13 0 0 0,0-11-2 0,0-13-10 0,0 12-24 0,0-12-75 0</inkml:trace>
  <inkml:trace contextRef="#ctx0" brushRef="#br0">24407 10511 109 0,'0'0'0'0,"-11"-12"8"0,-2 0 0 0,-9 12 1 0,-3 12-4 0,-11 0-2 0,23 0-2 0,2 12 1 0,-2 1-1 0,13-1 0 0,13 0 0 0,-2 12-1 0,26-12 1 0,11 1-1 0,0 11 1 0,-48-12-1 0,0-13 3 0,-13 2 4 0,-11-13-1 0,-11 12-2 0,11-12-1 0,0 0-3 0,-13 12 0 0,25-12-8 0,0 0-31 0,12 0-71 0</inkml:trace>
  <inkml:trace contextRef="#ctx0" brushRef="#br0">24578 10499 81 0,'0'-12'34'0,"-13"0"-31"0,13 12-1 0,0 24 26 0,0-12-22 0,13 24-3 0,-1 1-2 0,-12 22-1 0,12-35-3 0,-12-11-16 0,0-13-18 0,0 13-48 0</inkml:trace>
  <inkml:trace contextRef="#ctx0" brushRef="#br0">24565 10256 34 0,'0'0'1'0,"13"0"-9"0,-1 0-16 0</inkml:trace>
  <inkml:trace contextRef="#ctx0" brushRef="#br0">24783 10256 58 0,'0'0'0'0,"11"-11"26"0,-11-13-6 0,13 11 2 0,-13 13-8 0,0 0-8 0,0 0-3 0,12 13 3 0,2 22 2 0,-3 2-3 0,0 72-1 0,2-48-2 0,-13-1-1 0,12 1 0 0,-12-13-1 0,0-13 0 0,0-9 1 0,0-2-1 0,-12-13 2 0,-1-11 1 0,2-11-3 0,0-13-2 0,-3 11 0 0,2 0-2 0,-1-22 2 0,13 23 1 0,0 0 0 0,13-12-1 0,13 12 2 0,33-13 0 0,-23 25 2 0,1 13-1 0,-25-13-1 0,12 48 2 0,-12 0-2 0,0-24 0 0,-12 1-1 0,12-13-8 0,-12-12-22 0,0 0-68 0</inkml:trace>
  <inkml:trace contextRef="#ctx0" brushRef="#br0">25110 10280 130 0,'-12'-11'3'0,"12"-2"-3"0,0 13 0 0,0 0-1 0,24 13-9 0,-11 11-64 0,-2-11 35 0</inkml:trace>
  <inkml:trace contextRef="#ctx0" brushRef="#br0">25255 10534 108 0,'0'0'5'0,"-13"0"2"0,-9 13 22 0,8 0-22 0,14 23-3 0,14-12-1 0,-3-1-1 0,13 1 0 0,0 2 0 0,37-14 3 0,-37-12 0 0,12-12 1 0,-24-14 0 0,0 2-1 0,-12-11-1 0,0 11-1 0,-36 0-2 0,12-2 0 0,-13 15 0 0,1 11 0 0,36 0-2 0,0 0 0 0,12 0 2 0,12 0-1 0,13 0 0 0,47 0 0 0,-47 0 0 0,-13-12 1 0,0 24 1 0,-13 12 2 0,-11 1 0 0,0 11-1 0,0-1 0 0,13 2-2 0,-13-12 0 0,12-13 0 0,13-1 2 0,-12-22 0 0,9-13-1 0,3-2-1 0,11-9-1 0,25-37 1 0,-37 46-2 0,-12 15 1 0,25 11 0 0,-26 11 0 0,26 63 9 0,-25-39-3 0,0 15-3 0,1-2-2 0,22-24 0 0,-23-13-3 0,13 2-15 0,-1-13-69 0,-13-13-11 0</inkml:trace>
  <inkml:trace contextRef="#ctx0" brushRef="#br0">29174 2843 88 0,'0'-25'6'0,"0"13"-3"0,0 12 4 0,0 0 2 0,-12 49 7 0,-13-1-12 0,-11 25 1 0,-1-1 0 0,2 37-2 0,-2 12 2 0,2 23-2 0,-14 15 1 0,24-2-1 0,-11 12 2 0,0 13 0 0,-37 398 6 0,49-399-9 0,0-11 0 0,13-14 0 0,-13-10 0 0,11-14 1 0,-13-23 2 0,4 0 2 0,-2-35-1 0,-25 71 5 0,37-85-8 0,-13-23-1 0,25-25-1 0,-12 0-1 0,12-12 1 0,12 0-48 0,13-24-97 0</inkml:trace>
  <inkml:trace contextRef="#ctx0" brushRef="#br0">28327 1839 74 0,'0'0'26'0,"0"-12"-13"0,0-13 2 0,0 13-2 0,0 12-7 0,0 12-2 0,0 13-1 0,0 23 1 0,0 25-2 0,0-2-1 0,0-10 1 0,0 11-2 0,0-35 2 0,0 0 0 0,12-13-1 0,0-12 1 0,0 0 0 0,13 0 1 0,-14-12-3 0,26 0 1 0,-13 0-1 0,0 0-8 0,13 0-17 0,-25 0-22 0,0-12-18 0</inkml:trace>
  <inkml:trace contextRef="#ctx0" brushRef="#br0">28314 2080 86 0,'0'0'8'0,"13"0"1"0,23-11 8 0,0-1-6 0,13-2-7 0,-13 14-3 0,1-11-2 0,-1 11-9 0,-23 0-22 0,-2 0-49 0</inkml:trace>
  <inkml:trace contextRef="#ctx0" brushRef="#br0">28314 1875 89 0,'0'0'0'0,"0"-12"5"0,25 0 1 0,11 0 3 0,1 0-6 0,11 0-14 0,1 12-37 0,-37 0 9 0</inkml:trace>
  <inkml:trace contextRef="#ctx0" brushRef="#br0">28738 2032 74 0,'-12'0'8'0,"12"25"-3"0,0 46 19 0,0-21-15 0,0-15-6 0,24 14-2 0,-12-25 0 0,1 1 3 0,-2-38 3 0,-11 1-3 0,0-12 1 0,0-1-3 0,13-23 0 0,-13 0-2 0,12 24 0 0,12-13 0 0,-12 14 0 0,0 23 0 0,12 0 0 0,1 12 2 0,24 60 0 0,-25-35-1 0,-13 11-1 0,13-12 0 0,-11-12 1 0,11-12 0 0,-13-12 0 0,-11-12-1 0,13-12 0 0,-2-1 0 0,2-23 0 0,11 11 0 0,13-11-1 0,-25 24 1 0,12 1 0 0,0 9 0 0,-12 14 1 0,0 14 0 0,1 9 3 0,-2 14 0 0,-11-2-1 0,13 2-3 0,-13 11 0 0,24 13 1 0,-12-37-4 0,-12-11-12 0,0-1-69 0,12-24 22 0</inkml:trace>
  <inkml:trace contextRef="#ctx0" brushRef="#br0">29549 2032 82 0,'0'0'20'0,"0"0"-12"0,-13 11 6 0,13 15 1 0,0 9-6 0,-12 2-5 0,12 48-3 0,0-61-2 0,12 24-9 0,-12-24-17 0,13-24-20 0,-13 0-11 0</inkml:trace>
  <inkml:trace contextRef="#ctx0" brushRef="#br0">29524 1815 70 0,'-12'-13'37'0,"12"13"-38"0,-12 0-8 0,36 0-20 0,1 13-35 0</inkml:trace>
  <inkml:trace contextRef="#ctx0" brushRef="#br0">30069 2008 118 0,'-12'0'8'0,"-25"0"-3"0,1 0 7 0,-12 11-3 0,-1-11-5 0,-11 38-3 0,60-26-2 0,0-1-1 0,11 13 1 0,14 0 0 0,35 13 1 0,-35-13 1 0,11 13 1 0,-24-26-1 0,-24 2 3 0,-12 11-1 0,-13-24-2 0,-11 12-1 0,24-12 0 0,-11 0-5 0,10 0-13 0,12 0-23 0,13 0-48 0</inkml:trace>
  <inkml:trace contextRef="#ctx0" brushRef="#br0">30371 2069 103 0,'0'0'0'0,"-12"-12"25"0,12-13-18 0,-24 25 4 0,-12 0-2 0,-13-13-5 0,2 13-2 0,10 13-2 0,11 12 0 0,4-13-1 0,22 23 0 0,0-11 0 0,35 13-1 0,15-13 0 0,-3-11 1 0,13 11 0 0,-11-13 2 0,-13 14-1 0,-36-13 2 0,0-12 5 0,-36 12-2 0,0 0-1 0,-13 1 0 0,-11-2-3 0,12 2 0 0,11-1-3 0,13-12-8 0,24 0-13 0,0 0-19 0,24 0-45 0</inkml:trace>
  <inkml:trace contextRef="#ctx0" brushRef="#br0">30612 2104 106 0,'0'0'11'0,"0"0"-9"0,0 13 17 0,0 11-11 0,0 37-3 0,13-13-4 0,-1-12-2 0,-12-11-6 0,12-14-10 0,-12 2-19 0,12-13-45 0</inkml:trace>
  <inkml:trace contextRef="#ctx0" brushRef="#br0">30601 1827 74 0,'0'0'13'0,"-11"-12"-5"0,-2-1-7 0,13 13-1 0,0 13 1 0,24-1-7 0,12 24-40 0,-24-24 12 0</inkml:trace>
  <inkml:trace contextRef="#ctx0" brushRef="#br0">30892 2117 86 0,'-13'0'25'0,"-11"0"-19"0,12 11 4 0,-12 26 10 0,24-13-19 0,0 0 1 0,24 0-1 0,12 13-1 0,-1-25 1 0,-9 0-1 0,33 1 2 0,-46-26 2 0,-13 1 1 0,0-48 3 0,-24 23-6 0,0 0-1 0,13 13 1 0,-14 0-2 0,0 13 1 0,14-2-1 0,11 13-1 0,22 0 1 0,4 0-1 0,11 0 1 0,22 13 0 0,-11-13-1 0,13 11 1 0,-12 13 0 0,-13 37 4 0,-24-24-2 0,-12-13-1 0,0 0 0 0,0 0-1 0,0-11 1 0,13-2 2 0,-2-22-2 0,24-14-1 0,-9 13 0 0,9-12 0 0,2-24-1 0,0 11 1 0,-2 13 0 0,2 0-2 0,-25 24 2 0,12 0 0 0,-11 24 1 0,-1 0 0 0,-12 37 1 0,24 48 1 0,-12-73-2 0,0-12-2 0,13 0-9 0,10-11-131 0</inkml:trace>
  <inkml:trace contextRef="#ctx0" brushRef="#br0">6144 4547 56 0,'0'0'15'0,"0"0"4"0,0-11 0 0,0 11-5 0,0-24-4 0,25 12-4 0,-13-12 1 0,23-14 1 0,2 3 2 0,11-14-2 0,-11 1-2 0,-1 11-2 0,-12 13-3 0,-11 13 1 0,-13-2-1 0,0 13-15 0,-13 0-27 0,13 13-82 0</inkml:trace>
  <inkml:trace contextRef="#ctx0" brushRef="#br0">6701 3749 30 0,'0'0'6'0,"-13"0"4"0,13 0 8 0,-11-11 0 0,-2 11-1 0,1 0-6 0,-12-13-2 0,-1 13-8 0,14 0-1 0,-13 13 4 0,12-13-1 0,0 0 1 0,-1 0 3 0,0 0-2 0,13 11-2 0,0-11-3 0,0 37 1 0,-11-13 0 0,11 37-1 0,0-1 0 0,0 1 1 0,-11-26-1 0,11 39 0 0,-13-26 0 0,13-13 0 0,0-9 0 0,0-15 0 0,0 2 1 0,0-13 0 0,0 0 3 0,13 0 2 0,22 0 2 0,-10 0-5 0,0 0-1 0,-3 0-1 0,3 0-1 0,-25 0-7 0,24 11-28 0,-12-11-34 0,-12 0 22 0</inkml:trace>
  <inkml:trace contextRef="#ctx0" brushRef="#br0">6713 4184 69 0,'0'0'0'0,"0"-11"10"0,12-2 7 0,-12-22 6 0,12 11-12 0,-12-13-4 0,12 0 0 0,0 2-2 0,0-15 1 0,-12 15-3 0,12-1-1 0,-12 12-1 0,13-1 0 0,-13 25-1 0,0 0-2 0,12 12 2 0,-12 13 1 0,12 11 0 0,-12 0-1 0,24 60 1 0,-12-59-1 0,0 0 0 0,-12-26 1 0,13-11 0 0,-13 0 2 0,0 0-1 0,22-48-1 0,-22 11-1 0,13 14 0 0,0-13-1 0,-1-13 0 0,0 25 0 0,-12 0 0 0,13 0 0 0,-2 11 0 0,0 13-1 0,2 13 2 0,-1 11 2 0,0 12-1 0,14 37 1 0,-26-37-2 0,11 12 0 0,-11-23 0 0,11-2-3 0,2-10-41 0,-13-13-9 0,12-13-6 0</inkml:trace>
  <inkml:trace contextRef="#ctx0" brushRef="#br0">7124 3810 69 0,'0'0'0'0,"0"-12"18"0,0 0-15 0,24 0 8 0,-24 0-1 0,24 12-2 0,1 0-7 0,-1 0 0 0,12 0 0 0,-23 0 1 0,9 12 1 0,-8 0-1 0,-2-12 0 0,0 12 0 0,0-12 1 0,-12 12 0 0,0-12 1 0,0 12 1 0,0-12 1 0,0 12-4 0,-12-12 1 0,12 13-1 0,12-1 0 0,1 12-1 0,-2 0-1 0,0 11 0 0,14 63 2 0,-25-49-2 0,0-2 0 0,0 14 3 0,-12-37 2 0,12-11 2 0,-13-2-2 0,-9 2 0 0,-15-2-3 0,11-11-1 0,-9 13 0 0,11-1 0 0,-12-12-1 0,24 12 0 0,-1-12-3 0,13 0-17 0,0-12-49 0,13 12-21 0</inkml:trace>
  <inkml:trace contextRef="#ctx0" brushRef="#br0">7934 4705 59 0,'0'0'23'0,"25"-49"6"0,-1 14-10 0,48-26 2 0,-47 25-15 0,11 12-1 0,-12-12-2 0,-13 23 1 0,2-11-2 0,-1 24 0 0,-12-12-1 0,0 12-3 0,0 0-15 0,-12 0-26 0</inkml:trace>
  <inkml:trace contextRef="#ctx0" brushRef="#br0">8492 3834 53 0,'0'0'0'0,"-13"-12"6"0,13 12 4 0,-37-24 21 0,24 24-21 0,-9 0-3 0,9-12-3 0,-11 12 3 0,0 0 0 0,12 0-3 0,12 0 0 0,-12 0-2 0,12 0-1 0,-13 12-1 0,13 12 0 0,0 1 1 0,0 35 0 0,-12-11-1 0,12-1 0 0,-12 37 0 0,12-49 0 0,0 49 0 0,0-37 0 0,0-12-1 0,12-12 2 0,-12-12-1 0,0 1 0 0,12-13 1 0,-12 0 1 0,0 0-1 0,0 0 2 0,13 11 0 0,11-11 0 0,0 0 1 0,13-11-1 0,-2-2 0 0,-10 13-3 0,11-12-1 0,-12 12-13 0,-13 0-20 0,2-12-29 0,-1 12 19 0</inkml:trace>
  <inkml:trace contextRef="#ctx0" brushRef="#br0">8599 4294 55 0,'-11'-12'31'0,"11"-1"-22"0,0-11 7 0,11 0 1 0,-11-13-5 0,0 13-5 0,13-11-3 0,-13-1 1 0,12-2-2 0,-12-9-1 0,0-1-1 0,12 11 0 0,0 13-1 0,0 12 3 0,0 12-1 0,-12 0-1 0,0 12 1 0,12 12-1 0,-12 13 0 0,12-1-1 0,1 12 0 0,-1 1 1 0,0 22-1 0,0-47 0 0,-12-11 0 0,0-13 1 0,0 0 6 0,0-13-6 0,0-11-1 0,0 0 0 0,12-11 0 0,0-2 1 0,-12-11-1 0,25 0-1 0,-14 11 1 0,14 1-2 0,-13 12 2 0,12 12-2 0,-11 12 1 0,-13 12 1 0,11 24 1 0,0 37 1 0,-11-26-1 0,13 1 0 0,-13-11 0 0,0 0-1 0,12-2 0 0,-12-9 0 0,0-15 0 0,12 2-4 0,-12-2-5 0,0-11-27 0,0 0-16 0</inkml:trace>
  <inkml:trace contextRef="#ctx0" brushRef="#br0">9059 3834 83 0,'0'-12'11'0,"-12"0"-10"0,24 0 3 0,-12 0 11 0,0 12-4 0,25 0-7 0,-13 0-3 0,12 0-1 0,0 0 1 0,35 12 0 0,-33 0 0 0,11 0-1 0,-26 0 3 0,0-12 0 0,-11 0 5 0,0 0 12 0,0 0-15 0,13 13 0 0,-13-13-5 0,0 12 0 0,12 12 0 0,-12-12 0 0,0 12 0 0,12-1 1 0,1 15-1 0,0-14 0 0,-2 12 0 0,-11-1 0 0,0-9 0 0,0 9 1 0,0-11-1 0,0 0 1 0,-11 2 0 0,11-26-1 0,0 11 1 0,-13 13 0 0,0-11 0 0,13-13 0 0,0 0 0 0,0 11 0 0,0-11 0 0,0 0 0 0,0 0-1 0,0 0 0 0,0 0 3 0,-12 0 0 0,0 13 4 0,12-13-5 0,-24 0 2 0,-12 12 1 0,-13-12-1 0,25-12-3 0,0 12-1 0,0 0 0 0,0 0-4 0,12 0-7 0,12 12-66 0,12-12-26 0</inkml:trace>
  <inkml:trace contextRef="#ctx0" brushRef="#br0">9229 4887 23 0,'0'0'0'0,"-12"0"31"0,12 0-14 0,0 0 4 0,0 0-4 0,0-12-6 0,0 12-5 0,24-12 2 0,12-25 2 0,0 13 3 0,13-24 2 0,11-1-1 0,25-11-2 0,-13-1-5 0,13 1-4 0,-24 12-1 0,-26 10 0 0,-10 27-1 0,-25-1 0 0,0 12-1 0,0 0-8 0,-25 0-32 0,14 0-97 0</inkml:trace>
  <inkml:trace contextRef="#ctx0" brushRef="#br0">10245 3810 74 0,'0'0'0'0,"-13"-12"13"0,13 0-4 0,0 12 1 0,-24-12-5 0,0 12-3 0,-35 12-1 0,21 0-1 0,13 0 1 0,3-12 1 0,9 12 3 0,13-12-1 0,0 25 6 0,0-13-7 0,13 24-1 0,-13 0 0 0,0 13 1 0,0 22-2 0,0-10 0 0,0 11-1 0,-13 2 1 0,13 11 0 0,0-61 2 0,0-12 3 0,0-12 0 0,0 12 0 0,13-12 0 0,9 0 2 0,3-12-6 0,-11 12-1 0,10 0 0 0,23 0-2 0,-23 0-5 0,-12 0-18 0,12-12-31 0,1 12-28 0</inkml:trace>
  <inkml:trace contextRef="#ctx0" brushRef="#br0">10366 4318 39 0,'0'0'8'0,"0"0"-1"0,0-12 11 0,0 12 6 0,0-12 8 0,0 12-21 0,-12-25 9 0,12 14-13 0,0-26-2 0,0 0 0 0,-12 2-1 0,12-13-1 0,-13-26-2 0,13 27 1 0,0 9 0 0,0 27 0 0,0-1 4 0,0 0-4 0,0 12-2 0,13 12 0 0,-1 0 0 0,12 13 0 0,-12 23 0 0,12-12 1 0,0 13 0 0,0-13 0 0,2-1-1 0,-4 2 0 0,2-13 0 0,-11 0 0 0,-1-11 1 0,0-2-1 0,-12-11 0 0,0 0 2 0,0 0 0 0,0-11 1 0,0-2-1 0,12-11 0 0,0-13 0 0,-12-11 0 0,13 1-1 0,-1-2-1 0,0 1 1 0,12-25-1 0,-24 49 0 0,12 36-87 0,0 0-25 0</inkml:trace>
  <inkml:trace contextRef="#ctx0" brushRef="#br0">10812 3847 83 0,'0'0'0'0,"0"-25"9"0,13 13 3 0,-2 0 9 0,2 0-4 0,-13 12-7 0,26 0-4 0,-4 0-1 0,-9 0-1 0,23 0 0 0,-12 0-3 0,-12 12 1 0,13-12 0 0,-13 0-1 0,0 12 2 0,-12 0-2 0,12-12 2 0,-12 12 1 0,0 1 1 0,0-1-3 0,0-12 1 0,0 36 1 0,0 11-2 0,0 51 2 0,0-26-3 0,0 0-1 0,0 2 1 0,0-14-1 0,0-24 1 0,12 1-1 0,-12-25 0 0,12 0 3 0,-12-12 2 0,-12 0 0 0,0 0-2 0,0-12-1 0,0 0-2 0,-25-12 1 0,25 24 0 0,-24 0 0 0,24 0-1 0,0 0 0 0,-12 0-3 0,24 0-42 0,11 0-94 0</inkml:trace>
  <inkml:trace contextRef="#ctx0" brushRef="#br0">11769 5189 1 0,'0'0'1'0,"0"0"4"0,-13 0 2 0,1 0 0 0,0 0-2 0,12 0 2 0,-12 0 19 0,12 0-13 0,0-13-2 0,0 13 4 0,0 0-4 0,0 0 6 0,0 0-11 0,0 0-1 0,0 0-2 0,0 0 1 0,0 13 1 0,24-13 3 0,-12 0-6 0,1 0 0 0,-1 0-1 0,0 0 1 0,0 11-1 0,24 2 2 0,-11 0-2 0,-13-13 0 0,24 11 0 0,-12 2-1 0,0-2 2 0,12-11-1 0,2 0 0 0,-3 13-1 0,1-13 1 0,0 0 0 0,13 11 0 0,-13-11 0 0,1 0-1 0,-1 13 1 0,1-13-1 0,-15 12 0 0,41 0 1 0,-28-12-1 0,-11 0 0 0,0 0 0 0,13 0 1 0,-1 0-1 0,49-12 3 0,-48 12-2 0,9 0 0 0,-7-12 0 0,7 12 0 0,-9 0-1 0,0 0-1 0,-1-13 3 0,-12 13-1 0,0 0 2 0,13-11-2 0,-1 11 1 0,-11-13 0 0,-3 13 0 0,2-11 2 0,15-2-1 0,8 2 4 0,-23 11-7 0,-12 0 3 0,-24 0-29 0,0 0-126 0</inkml:trace>
  <inkml:trace contextRef="#ctx0" brushRef="#br0">25220 6350 25 0,'0'0'6'0,"0"0"9"0,0 12 59 0,0-12-69 0,11 0 55 0,-11-24-53 0,11 12-4 0,-11-24 0 0,13 12 0 0,-1-26 1 0,0-9-2 0,12 9-1 0,0-21 0 0,1 23 0 0,35-37-1 0,-35 48 1 0,-25 25 0 0,11 0 0 0,-11 12 0 0,0 0-36 0,11 12-24 0,-11-12-30 0</inkml:trace>
  <inkml:trace contextRef="#ctx0" brushRef="#br0">25448 5419 67 0,'0'0'9'0,"0"-12"4"0,-11 12-6 0,11 12 8 0,11 0-7 0,-11 11-3 0,0 27 0 0,0-26-2 0,11 11-2 0,3 2 1 0,-14-24-1 0,0-13 0 0,0 0 15 0,0-26-14 0,0 2-2 0,0 1 1 0,12-25-1 0,0 10-1 0,0 3 0 0,1-1 1 0,-2 12 1 0,25 11 2 0,-36 13-2 0,12 24 1 0,1 13-2 0,0-1 1 0,-2 13 1 0,0-13-1 0,2 12 0 0,-1-11 0 0,-12-37-1 0,0 0 3 0,0-13-1 0,12-11-2 0,-12 0 0 0,12-12-1 0,0 0 2 0,0-1-3 0,-12 1 2 0,12 12 0 0,1 11 0 0,-13 13 0 0,0 0-1 0,12 13 2 0,0 23-1 0,-12-1 0 0,12-9 2 0,0 22-1 0,-12-24 0 0,24 24-1 0,-24-23 0 0,0-25-2 0,0 0-11 0,0 0-15 0,0-12-20 0,12-25-24 0</inkml:trace>
  <inkml:trace contextRef="#ctx0" brushRef="#br0">25944 5141 90 0,'0'0'14'0,"0"0"2"0,0 0 3 0,0 24 3 0,0 11-8 0,0 2-8 0,-24 11-3 0,13 1-9 0,11 0-81 0,0-37 21 0</inkml:trace>
  <inkml:trace contextRef="#ctx0" brushRef="#br0">22376 7838 13 0,'0'0'20'0,"0"0"-2"0,0 0 15 0,11-25-5 0,2 25-16 0,12-24-1 0,11 13 0 0,-1-14-2 0,15 0 1 0,22 1-1 0,110-35 4 0,-86 46-8 0,25-11-1 0,-12 11 0 0,-24-10 0 0,35 11 1 0,-95 0-4 0,-25 12-15 0,-25 12-65 0,14-12 1 0</inkml:trace>
  <inkml:trace contextRef="#ctx0" brushRef="#br0">21335 7753 56 0,'0'-12'24'0,"0"12"-8"0,0 0-5 0,0 0-4 0,0 12-1 0,-11 37-2 0,11-13-3 0,0 0 0 0,0 1 0 0,11-13 0 0,-11 0 4 0,0-24 18 0,13-24-20 0,-13 12-2 0,0-37 0 0,0 13-1 0,12-13 0 0,12-36 2 0,-12 61-1 0,12 13 0 0,-11-1 0 0,-1 12 1 0,12 12-1 0,-12 23 0 0,0 2 0 0,0 11 0 0,0 1-1 0,1-1 1 0,-1-11-1 0,0-25 0 0,-12 0 1 0,0 0 0 0,12-36 3 0,-12 12-3 0,12-37-1 0,25-23 1 0,-15 23-1 0,4 0 0 0,-2 25 0 0,-11 13-1 0,-2 11 0 0,0 0 1 0,2 35 0 0,-13 2 0 0,12 11 1 0,-12 1 0 0,12 48-1 0,-12-61-6 0,0-12-32 0,0-13-83 0</inkml:trace>
  <inkml:trace contextRef="#ctx0" brushRef="#br0">28097 19570 255 0</inkml:trace>
  <inkml:trace contextRef="#ctx0" brushRef="#br0">25086 7486 19 0,'0'0'21'0,"0"0"-2"0,-14 0 19 0,28 0-25 0,-14-11-2 0,0 11-2 0,12-12-2 0,0 0-1 0,-12-12 1 0,12-1-1 0,23-35 5 0,-35 24-6 0,13 12-1 0,-1-13-1 0,0 24-1 0,-12 2 0 0,0-2 0 0,0 13 0 0,0 0-2 0,0 24 0 0,12-11 0 0,-12 11 0 0,0 0 0 0,0-11 0 0,0 11 0 0,0 0 0 0,0 13 0 0,14-1 0 0,-14 0 0 0,0 0 0 0,0-11 0 0,-14 11 0 0,14-12 1 0,0 0-1 0,0 0 0 0,0-11 0 0,0-1 0 0,0-12 0 0,0 12 0 0,0-12 1 0,0 0-1 0,0 0 1 0,0 0 0 0,-12 0-1 0,12 0 0 0,0 0 1 0,-12 0-1 0,12 0 0 0,0 0 0 0,-12 0 1 0,-12 0-1 0,13 0 0 0,-2 0 0 0,1 0 0 0,0 11 0 0,12-11 0 0,0 0 0 0,0 0 1 0,0 0 2 0,0 0 0 0,12 0 4 0,-12 0-7 0,12 0 1 0,12 0 0 0,0 0 0 0,12 0 0 0,-11 0 2 0,23 0-1 0,-24 0 1 0,25 0-1 0,-37 0-1 0,12-11 0 0,-12 11 1 0,-12 0-2 0,0 0-13 0,-12 0-75 0,0 11 5 0</inkml:trace>
  <inkml:trace contextRef="#ctx0" brushRef="#br0">24300 7197 51 0,'0'-13'8'0,"-13"2"-1"0,2 11-2 0,-26 0-2 0,1 11 3 0,-13 13 1 0,-11 26-4 0,11 22-1 0,2 13 1 0,10 12-1 0,0-1-1 0,13 13 0 0,12-13-1 0,0-11 1 0,12 0-1 0,37 0 0 0,-15-25 1 0,17-12-1 0,7 0 0 0,4-24 1 0,10 2-1 0,0-26 2 0,-11 0-1 0,-12-26 2 0,-2-9-1 0,2-2-1 0,-13-11 1 0,36-74 1 0,-48 39-1 0,1-14 2 0,-2-12 3 0,-11-13 0 0,-11 13 2 0,-50-60 8 0,13 121-14 0,0 11-3 0,-74 13-41 0,110 24 1 0,0 24-31 0</inkml:trace>
  <inkml:trace contextRef="#ctx0" brushRef="#br0">25206 8115 61 0,'-12'-11'12'0,"-12"11"-5"0,0 0 2 0,-24 0 1 0,-13 24 1 0,25 13-1 0,-13 22-5 0,25 15-2 0,0-2-2 0,12 13-1 0,24-12 1 0,24-13-1 0,13-24 0 0,23 1 2 0,2-2 0 0,11-22-1 0,-2-2-1 0,2-11 2 0,0-24 1 0,-14 13 2 0,-8-39 4 0,-4 3-2 0,-35-13 0 0,-12-13-1 0,-12-12-1 0,-24 0 0 0,-25 24-2 0,-11 26 0 0,0-1-2 0,-12 22-4 0,11 14-18 0,12 14-34 0,37-2-33 0</inkml:trace>
  <inkml:trace contextRef="#ctx0" brushRef="#br0">25412 6712 41 0,'0'0'7'0,"0"0"-4"0,-12 0 2 0,12 13 7 0,-12 11-4 0,-12 24-3 0,24 1-2 0,0 0 0 0,24-13-1 0,12 12 2 0,-1-23 1 0,15-13 2 0,-15 0 3 0,2-12 2 0,0-24-1 0,-13-13-1 0,0-11-1 0,-24-1-2 0,0-24-4 0,-24 13-1 0,0 11 0 0,-13 25-2 0,0 1-3 0,2 23-27 0,-1 47-83 0</inkml:trace>
  <inkml:trace contextRef="#ctx0" brushRef="#br0">28521 7499 44 0,'0'-13'19'0,"0"13"-4"0,0-11 5 0,0 11-5 0,0 0-3 0,0-12-3 0,0 12 1 0,0-12 1 0,-12 12-3 0,-1-12-4 0,1 12-1 0,-24-12-1 0,12 24-2 0,-12 0 1 0,-1-12-1 0,13 24 0 0,0 0-1 0,13-11 1 0,-2 11 0 0,13 0 0 0,0-12 0 0,24 11 0 0,0-10 0 0,12-13 0 0,13 0 1 0,-13 0-1 0,12 0 0 0,-23 0 1 0,-1-13-1 0,1 13 1 0,-25-11 1 0,11-1 1 0,-22-12 1 0,11 0-2 0,-25-1-1 0,1 1 0 0,12 0-1 0,-13 12-2 0,13 0-5 0,0 0-11 0,12 12-17 0,0 0-9 0,0 12-34 0</inkml:trace>
  <inkml:trace contextRef="#ctx0" brushRef="#br0">28496 7366 46 0,'0'0'14'0,"0"-24"6"0,13-1 0 0,-1 1 3 0,-12 13-7 0,0-2-8 0,0 13-1 0,0 0-5 0,0 0 1 0,0 24-2 0,0 13 2 0,0 11-1 0,-12 13 1 0,-1-1 0 0,1 1-2 0,0-2 0 0,0-9 0 0,12-2-1 0,-12-12 1 0,12-11-1 0,0-14 0 0,0 13 0 0,0-24-1 0,0 0-18 0,12 0-46 0</inkml:trace>
  <inkml:trace contextRef="#ctx0" brushRef="#br0">29029 7269 91 0,'0'0'0'0,"-13"-24"20"0,0 24-13 0,13 0 1 0,-22 0 0 0,-2 24 0 0,-13 0-5 0,13 13-1 0,0 24 0 0,-1-1 2 0,1 73 4 0,12-60-5 0,24-26-1 0,0 2 0 0,0 0-2 0,24-25 2 0,-11 0-2 0,11-12 1 0,-12-12-5 0,11 0-32 0,-22 0-56 0</inkml:trace>
  <inkml:trace contextRef="#ctx0" brushRef="#br0">29585 7258 82 0,'0'0'20'0,"0"-26"-16"0,24 26-1 0,13 0 14 0,-37 13 0 0,36 24-3 0,0-2-6 0,-1 26-1 0,-10 12 1 0,-12-12-2 0,-13 11-2 0,-13-11 0 0,-12-13-2 0,-22 0 0 0,-1-11 0 0,-13-2-1 0,0-10-9 0,13-1-75 0,24-12 8 0</inkml:trace>
  <inkml:trace contextRef="#ctx0" brushRef="#br0">8055 9011 55 0,'0'-12'10'0,"0"-12"16"0,13 0-4 0,-13 24-5 0,0 0 2 0,-13 48-12 0,-11 60 3 0,0-46-6 0,12-2-2 0,-12-12-2 0,12 13-3 0,-25 11-40 0,37-35-52 0</inkml:trace>
  <inkml:trace contextRef="#ctx0" brushRef="#br0">6556 9410 69 0,'0'-12'4'0,"-12"0"8"0,12 0-2 0,12 0-1 0,13-1-2 0,-3 13-4 0,3 0-2 0,-1 37 0 0,1-13-1 0,-14 13 2 0,2 11-1 0,-13-25 1 0,-13 15 0 0,-11-26 5 0,12 0-1 0,-12-12-1 0,-1 0-1 0,14-24 1 0,-13-1-2 0,12-11 0 0,0-12-1 0,12-1-1 0,12 0 0 0,0 1 0 0,12 24-1 0,12 11 1 0,0 26-1 0,-23 35 1 0,23 61-1 0,-24-48 1 0,-12-12-2 0,0-25 0 0,-12-12 3 0,0 0 2 0,-12-24-1 0,-13-24 0 0,13-1 3 0,-11-47-2 0,35 47-3 0,11 13-1 0,13 11-1 0,12 13-8 0,13 37-40 0,-25-13-31 0</inkml:trace>
  <inkml:trace contextRef="#ctx0" brushRef="#br0">13088 16789 34 0,'-13'-13'39'0,"13"13"-29"0,13 0 3 0,-2 13-2 0,24-1-4 0,15 11 0 0,10-10 2 0,13-2 0 0,0 2 2 0,-1-2-1 0,13-22 0 0,-13-2-3 0,-24-11-3 0,-11 13-3 0,-25-1-49 0,-36 0-57 0</inkml:trace>
  <inkml:trace contextRef="#ctx0" brushRef="#br0">1403 16619 52 0,'0'0'0'0,"0"-12"16"0,0 12-8 0,0-24 2 0,0 12 4 0,0 0-8 0,-12-1-3 0,12 13 4 0,-12 25 2 0,-12 11 1 0,12 0-2 0,-1 25-1 0,1 11-3 0,0-11-4 0,12 11 2 0,0-11 3 0,0-13 0 0,0-11 1 0,12-13 0 0,0 0 1 0,13-12-2 0,11 0-2 0,-12-12 0 0,13 0-4 0,-1 0 1 0,11 0 0 0,-10-12-1 0,0 0 1 0,-1 0 1 0,-12 0 0 0,0-12 1 0,-12 11-1 0,1-23 1 0,-13 24 0 0,0 0-2 0,-13 0 0 0,13-1 0 0,-12 13 0 0,12 13 0 0,0 11-3 0,0 0 1 0,0 13 0 0,25-1 0 0,-13 0 0 0,12-13-1 0,12 3 2 0,0-14 0 0,1 0 3 0,0-24-1 0,-15 0-1 0,15-25 1 0,-11 13 0 0,-15-12 1 0,0-13 2 0,-11 1-3 0,-22 12 1 0,-4-1-2 0,-11 13 2 0,-10 0-3 0,-2 11-13 0,13 13-24 0,-12 13-38 0,36-2 25 0</inkml:trace>
  <inkml:trace contextRef="#ctx0" brushRef="#br0">2394 16909 49 0,'0'0'13'0,"-11"-12"-7"0,11 0 4 0,0-12 7 0,-11 11-2 0,-2-11-5 0,-12 1-5 0,0 23-3 0,-10-12 1 0,-1 24 1 0,0 0 0 0,-13 23-3 0,13 2-1 0,11 11-1 0,13 1 0 0,0-1 0 0,24-11-1 0,25 11 1 0,11-24 0 0,13 1 0 0,72-1 3 0,-13-24-1 0,-23-38 1 0,-24 15 0 0,-1-13 0 0,-23 0 5 0,-25-1 0 0,-12 13-1 0,-24 0-4 0,-12 11 0 0,-25 13-1 0,-23 0-2 0,-1 37 2 0,13-1-1 0,23 1-1 0,1-1 0 0,24 37 0 0,36-61 2 0,37-12 2 0,-25-12-2 0,1-25 1 0,-1 1-1 0,0 12-1 0,-12 0 1 0,-13-1 0 0,2 25-1 0,-1-12-1 0,-12 24 1 0,0 0 1 0,25 25 0 0,-1-1-2 0,-13-1 1 0,26 3 0 0,-13-26 0 0,25 12 1 0,-25-13-1 0,12-11 2 0,25-23 6 0,-25-13-6 0,-1-13-1 0,15 1 0 0,-15-1 0 0,-10-24 2 0,24-60-4 0,-25 48 0 0,-12-11 1 0,0 24 0 0,0 23 1 0,-24 25-1 0,0 12-1 0,0 24 0 0,-25 12 1 0,37 0 0 0,-48 122 1 0,48-49 0 0,0-14 1 0,12-9-1 0,12-2 2 0,73 25 2 0,24-48-2 0,-47-37-23 0,-15 0-89 0,-35-12 52 0</inkml:trace>
  <inkml:trace contextRef="#ctx0" brushRef="#br0">4475 5903 23 0,'-12'0'12'0,"-24"-12"-7"0,24 12 7 0,-13-12 23 0,13 12-16 0,12 0-1 0,-12 0-5 0,12 0-1 0,0 0-3 0,12 0-4 0,-12-13-3 0,0 13-2 0,25 0 1 0,-13 0 0 0,24 0 0 0,-12 13 1 0,25-13 1 0,-1 0-1 0,12 12 0 0,25-12-1 0,0 0 2 0,36 0-2 0,0 12 0 0,12-12 0 0,12 0 2 0,194-12 4 0,-171 0-3 0,27-1-3 0,-14-11 0 0,12 12 2 0,12 0-1 0,14 0 0 0,-14 12-1 0,13-12 1 0,181 12-1 0,-181 0-1 0,-12 12 0 0,-1 0 2 0,49-12 2 0,-85 12-1 0,-71-12-1 0,72 0 4 0,-87 12-1 0,-10-12 1 0,-97-12-28 0,-73 36-162 0</inkml:trace>
  <inkml:trace contextRef="#ctx0" brushRef="#br0">16099 18845 40 0,'0'0'11'0,"-12"0"4"0,12 0-1 0,-12-12-3 0,-1 12 1 0,1 0-3 0,0 0-4 0,12 0-3 0,0 0 2 0,12 0 2 0,0 0-2 0,25 0-1 0,24 0 1 0,-1 0 0 0,-24 0-2 0,85 0 1 0,-24 0 0 0,12 0-2 0,12 0 1 0,145 0 1 0,-121 12-3 0,12-12 1 0,-1 0 0 0,196 0 2 0,-171-12-2 0,25 0-1 0,-12-1 0 0,23 0 0 0,13 2 1 0,-1 11-1 0,2-13 0 0,-14 13 0 0,2 0 0 0,-26 13 1 0,-12-13-1 0,-12 0 1 0,-23 0-1 0,-25-13 1 0,-25 13-1 0,-23-11 1 0,-25-1-1 0,-36 12-1 0</inkml:trace>
  <inkml:trace contextRef="#ctx0" brushRef="#br0">22981 18506 3 0,'0'0'2'0,"0"-13"1"0,-12-11 4 0,0 0 7 0,-1-24 4 0,2-13-2 0,-2-11-4 0,13-12 0 0,0-1-2 0,13 12 0 0,-2 0-2 0,38-23 7 0,-37 83-10 0,12 13 0 0,1 0-2 0,-13 24-1 0,0 25-2 0,12 11-1 0,0 1 0 0,-11 12-1 0,9 12 2 0,-9-13-1 0,12-23 1 0,0-2 1 0,-14-23 1 0,0-11-1 0,2-13 1 0,-1-24-3 0,0-13 1 0,0-11 0 0,2 0-2 0,-3-26 0 0,25-82-1 0,-24 84 3 0,0 11 0 0,0 13 0 0,0 24 2 0,0 24 2 0,0 12-2 0,1 24-1 0,11 12 0 0,-24 0-2 0,12 25 1 0,0 0-1 0,-12-2 1 0,0 3-2 0,0-15-6 0,12 2-12 0,-12-24-19 0,0 0-6 0,0-26 13 0</inkml:trace>
  <inkml:trace contextRef="#ctx0" brushRef="#br0">23779 17829 29 0,'0'-12'21'0,"0"12"8"0,0-12-9 0,0-1-4 0,-12 13-5 0,0 25-4 0,0-2-3 0,12 25-2 0,-12 13-1 0,-1 12-1 0,13 0-1 0,0-2 1 0,0 3 1 0,13-15-1 0,-1-9 0 0,12-15 2 0,0-11 0 0,1-11 1 0,-1 11-2 0,0-11 0 0,12-2 0 0,-12-11-1 0,13 13-1 0,-13-13-10 0,11 0-9 0,-10-13-19 0,0 13-13 0,-25 0 29 0</inkml:trace>
  <inkml:trace contextRef="#ctx0" brushRef="#br0">23779 18264 18 0,'0'0'0'0,"0"-13"13"0,0 13 2 0,0-11 5 0,24-1-3 0,-11 0-9 0,23 0-6 0,0 0-1 0,0 0-1 0,14-2-11 0,-15 14-28 0,-24-11-4 0</inkml:trace>
  <inkml:trace contextRef="#ctx0" brushRef="#br0">23718 17913 47 0,'0'0'10'0,"0"-12"7"0,13-12 1 0,11 11-5 0,12-22-9 0,1 23-4 0,11 0-7 0,0 12-26 0,26 0-35 0</inkml:trace>
  <inkml:trace contextRef="#ctx0" brushRef="#br0">24227 18408 40 0,'0'0'4'0,"-12"0"8"0,12 0 7 0,0 0 3 0,-12 0-10 0,12 0-7 0,0 0-3 0,0-11 0 0,0-2 3 0,12-22 1 0,0-1-3 0,-12-13-1 0,12 1 1 0,-12-13-2 0,12-11 1 0,0-1-2 0,-12 25-1 0,13 24 2 0,11 11-1 0,-13 13-2 0,14 13 1 0,0 35-1 0,-3 0 1 0,2 13 0 0,13 10 0 0,-24 3 1 0,11-15 0 0,-13-9 0 0,2-15 0 0,-1-11 3 0,0-24-1 0,-12 0-1 0,12-11-1 0,-12-26 2 0,12-10-1 0,13-15 0 0,-1-9 1 0,-12-2 0 0,12-12-2 0,1 12 0 0,-14 25 0 0,13 11 0 0,-11 13 0 0,-1 24 3 0,0 37 0 0,1-1-1 0,-2 13-2 0,0 11 0 0,-11 13 0 0,24-13-4 0,-11 13-13 0,-1-13-18 0,13 1-28 0,-14-26 28 0</inkml:trace>
  <inkml:trace contextRef="#ctx0" brushRef="#br0">25013 18493 30 0,'0'0'0'0,"0"0"64"0,0-11-45 0,0 11-10 0,0-13-4 0,12-11 1 0,-12 0-1 0,12-13-2 0,-12 2 1 0,24-15-2 0,-13-9 0 0,15-15 0 0,-2 3-1 0,0 10-1 0,-13 0 1 0,14 26 1 0,-13 10 0 0,0 25 0 0,2 12-1 0,-3 12 0 0,0 25 0 0,-11 11 0 0,13-11 0 0,-1 10 0 0,12-9 0 0,-24-2 0 0,12-24 2 0,0-13 2 0,0 3-1 0,1-28-3 0,-13 3-1 0,12-26 0 0,12 2 1 0,-12-15-2 0,12-9 0 0,1-2-1 0,-3 1 0 0,4-1 1 0,11 13 1 0,-15 24 0 0,-9 24 3 0,-1 24 1 0,0 12 1 0,1 49 2 0,-13-25-5 0,13-11-1 0,-2 24 1 0,-11 11-7 0,11-35-23 0,2-13-51 0,-13-12 0 0</inkml:trace>
</inkml:ink>
</file>

<file path=ppt/ink/ink10.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17T22:13: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351 7983 80 0,'-12'0'22'0,"12"0"-11"0,-12-12 3 0,12 12-3 0,-14-12-6 0,14 12-3 0,0 0 5 0,14 12-5 0,-14 12 1 0,12-13 0 0,0 15 1 0,13-2 6 0,-14-12-6 0,0 0 0 0,2-12 1 0,11 0-1 0,-11 0 0 0,11-12-1 0,0-12-1 0,12 0-1 0,0-13 1 0,13 1 1 0,-13-13-2 0,13 1-10 0,-1 0-39 0,-13 24-66 0</inkml:trace>
  <inkml:trace contextRef="#ctx0" brushRef="#br0">254 14249 24 0,'0'0'3'0,"0"-14"7"0,-12 14 4 0,12-11 0 0,0-2 0 0,0 2 1 0,0-2 0 0,0 13-1 0,0-11-2 0,0 11 0 0,0 0-8 0,0 0-2 0,0 0-3 0,0 0 3 0,0 11-2 0,0 13 1 0,12 0-1 0,0 13-1 0,-12-13 1 0,12 13 0 0,1 0 1 0,-2-26 1 0,0 2 1 0,15-2 2 0,-2-11-1 0,11-11 0 0,15-13 1 0,-2-13-1 0,12-11-1 0,1-13-1 0,11 1-6 0,-11 12-28 0,-1 11-91 0</inkml:trace>
  <inkml:trace contextRef="#ctx0" brushRef="#br0">26561 10934 34 0,'0'0'13'0,"-12"0"8"0,12 0-2 0,-12 0 0 0,0 0-3 0,12-12-3 0,0 12-3 0,0 0 3 0,36 0-7 0,37-12 2 0,-2-12-1 0,14 12 1 0,25-25-1 0,23 1-1 0,0 11-3 0,0 1-1 0,-24 0 0 0,-49 13-2 0,12-1 1 0,1 0 2 0,-48-1-2 0,-13 13 2 0,-12-13-15 0,0 13-45 0</inkml:trace>
  <inkml:trace contextRef="#ctx0" brushRef="#br0">4645 7232 12 0,'0'0'7'0,"0"-11"7"0,-13-13-4 0,1 0 3 0,12 11 0 0,-13 2 1 0,13-15-1 0,0 26-2 0,-11 0-2 0,11 14 2 0,0 57-6 0,11-34-4 0,-11 24-1 0,13 11 2 0,-13 13-1 0,12 12 1 0,-12 0-1 0,0 24 0 0,0-1-1 0,0 2 1 0,0-14-1 0,0-12 0 0,0 2 0 0,0-2 0 0,-12-23 0 0,12 0 0 0,-13-13 1 0,2 12 0 0,11-48-1 0,-11 13 3 0,11-25-2 0,0 0 0 0,0 1 0 0,0-2 0 0,0-11 2 0,0-11 8 0,0 11-10 0,-13-25-1 0,1 0 1 0,12 1 0 0,-12 0 1 0,0-11-2 0,0 9 0 0,12 2 1 0,-12 13-1 0,12-1 0 0,0 12 1 0,0 0 2 0,0 0-2 0,0 12-1 0,0 12 1 0,12 13-1 0,-12 11-1 0,12-13 0 0,0 15 1 0,0-15 1 0,-12 2 0 0,12-13-1 0,-12-12 0 0,0-12 3 0,13 0 3 0,-2-12 2 0,13-36-3 0,-12 0-4 0,26-13 0 0,-16 13-3 0,15-2-33 0,11 15-100 0</inkml:trace>
  <inkml:trace contextRef="#ctx0" brushRef="#br0">4692 12397 26 0,'-22'0'18'0,"22"13"-9"0,0-13-1 0,-13 0-3 0,13 0 0 0,0 12 1 0,-12 0 0 0,12 12 1 0,0 13 0 0,0 11-2 0,0 1-1 0,0 11 0 0,12 85 1 0,-12-73-3 0,13 25-1 0,-13-12 1 0,0 12-2 0,0 0 1 0,-13-14-1 0,13-9 1 0,-12 71 1 0,12-97-1 0,-13 1 1 0,13-13-2 0,0-1 1 0,0 3 0 0,0-26-1 0,0 12 0 0,13-13 0 0,-13 2 1 0,0-2-1 0,0-11 1 0,0 0 0 0,0 13 0 0,0-13-2 0,-25 0-7 0,12-13 1 0,2-35-4 0,0 13 9 0,-2-2 1 0,1-11 1 0,-12 12 0 0,0-2 0 0,-1 15 0 0,1-1 4 0,12 12 2 0,0 0 2 0,0 12 0 0,0 0-2 0,12 24-4 0,12 12 0 0,12 13 0 0,0 11-1 0,1-12 0 0,-1 0-1 0,0-11 1 0,0-1 0 0,0 0 3 0,-24-36-1 0,11 0-1 0,-11-24 1 0,13-13 0 0,24-22-2 0,-13-2 0 0,24-23-16 0,0 11-80 0</inkml:trace>
  <inkml:trace contextRef="#ctx0" brushRef="#br0">11671 6375 89 0,'0'0'0'0,"-11"-49"21"0,11 37-10 0,0-1 5 0,0 2-2 0,-11 11-6 0,-14 11-5 0,-13 26-1 0,-9 0 1 0,-74 96 2 0,36-62-3 0,1 14-1 0,-25 0 1 0,0-12-1 0,0 12 0 0,12-13 0 0,1 1-1 0,11-26 0 0,12 3 0 0,25-15 0 0,24-11-1 0,-1-11-8 0,25-13-15 0,0 0-9 0,25-24-22 0,-14 24 12 0</inkml:trace>
  <inkml:trace contextRef="#ctx0" brushRef="#br0">10812 6846 80 0,'-35'0'40'0,"-1"0"-23"0,0 0-4 0,-1 36-3 0,-11 1 1 0,-1 23-2 0,12 1-6 0,13-2 0 0,2 2 1 0,22-13 1 0,0-11-1 0,35-13 1 0,13-24 2 0,37-24-3 0,36-24-3 0,12-12-11 0,24-2-45 0,-47 39-62 0</inkml:trace>
</inkml:ink>
</file>

<file path=ppt/ink/ink11.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3-01-12T13:41:0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28738 11805 31 0,'-12'0'7'0,"12"0"3"0,-12 0 12 0,24 0-13 0,-12 0-2 0,24-13 0 0,-12 13 0 0,12 0-1 0,-11 0-3 0,23 0-1 0,-24 0-1 0,24 0 0 0,-11 0-1 0,24 13 0 0,-3-13 1 0,4 0-1 0,10 0 0 0,-11 0 1 0,23 0 1 0,1-13-2 0,10 13 1 0,-9 0-1 0,11 0 1 0,-1 0-2 0,-11 0 1 0,24 0-1 0,-25 0 0 0,13 0 1 0,-25 0 0 0,13 13 1 0,0-13-1 0,-14 0 2 0,2 0 0 0,0-13 1 0,-13 13-2 0,1 0 1 0,-1 0 2 0,0-11 0 0,-11 11 2 0,11-13-1 0,-12 13 1 0,-11-11-3 0,11 11-1 0,-24 0-2 0,12 0 0 0,-24 0-25 0,12 0-84 0</inkml:trace>
  <inkml:trace contextRef="#ctx0" brushRef="#br0">28642 11817 31 0,'-13'-12'13'0,"-11"-1"-1"0,24 2-1 0,0-2 2 0,0 2 0 0,-11 11-4 0,11-13-2 0,11 13-2 0,-11 0 0 0,0 0 5 0,0 13-5 0,0-13-1 0,0 24 0 0,0-13-1 0,11 14 0 0,-11 0 0 0,0-1 0 0,0 12-1 0,13 0 2 0,-13 13 0 0,0-1 0 0,0 13 1 0,0-2-2 0,0 3 0 0,0 9-1 0,-13 14 0 0,13-24 0 0,-11 12-1 0,0-1 0 0,11 1 1 0,-13 0-2 0,2-1 1 0,11 13-1 0,-13-13 1 0,1 1 0 0,12 84-1 0,-12-85 1 0,0-11-1 0,0-13 0 0,12 13 2 0,-13-13-1 0,13 13 0 0,-12-14 0 0,12 3 0 0,0-2 0 0,0-13-1 0,0 15 1 0,0-15 0 0,12-11-1 0,1 13 0 0,-13 0 1 0,0-13-1 0,0-12 0 0,0 12 1 0,0-24-1 0,0 12 1 0,0-12-1 0,0 0 2 0,0 0-2 0,0 0 0 0,0 0 0 0,12 12 0 0,-12-12 0 0,0 0 1 0,0 0-1 0,0 0 0 0,0 0 0 0,0 12 0 0,0 1 1 0,0-13-1 0,12 0 0 0,0 12 1 0,13-12-1 0,10 12 0 0,2-12 0 0,11 12-1 0,-12 0 2 0,24-12-2 0,1 0 1 0,12 12 0 0,10-12-1 0,2 0 1 0,13 0 1 0,11 0-2 0,12 0 1 0,-13 0 0 0,14 0 0 0,-15 0 0 0,3 0-1 0,-1 0 2 0,-24 0-1 0,11 0 0 0,-11 0 0 0,0 0 0 0,-13 0 0 0,-11 12-1 0,-12-12 1 0,-1 0 0 0,-11 0 0 0,-15 0 0 0,3 0 0 0,-13 0 0 0,-12 0-1 0,0 0-1 0,0 0-27 0,0-24-66 0,0 24 37 0</inkml:trace>
  <inkml:trace contextRef="#ctx0" brushRef="#br0">30807 11890 7 0,'0'0'0'0,"0"0"14"0,12-13-4 0,0 2-1 0,0-2-2 0,-12 2-1 0,0-2 1 0,0 1-1 0,12 0 0 0,-12 12 0 0,0-13 0 0,0 2-2 0,12 11 0 0,-12-13 0 0,12 13 2 0,-12 0-1 0,13 0-1 0,-13 0-1 0,11 0 0 0,-11 13 0 0,0-2 0 0,0 14 1 0,0 11-1 0,0-12 0 0,0 13 0 0,0 11 1 0,0 1-1 0,11 84 2 0,3-60-2 0,-14 11 0 0,0 1-2 0,0 0 2 0,0-13 0 0,0 1-1 0,-14 10 2 0,14-9-1 0,-11-2-2 0,11 13 1 0,0-12-1 0,-11-1 0 0,11 1-1 0,0-2 1 0,-13-10 1 0,1 0-1 0,12 0 0 0,-12 11 0 0,12-23 1 0,0 10-1 0,0-9-1 0,0-2 2 0,0 0-2 0,-12 0 1 0,12 0 0 0,0-11 0 0,0 11 0 0,-12-23 0 0,12-1 1 0,0 0-1 0,0-12 1 0,-12-12-1 0,12 13 0 0,0-13 0 0,0 12 0 0,0 0-1 0,-12-12 1 0,12 12 0 0,0 0 0 0,-13-12-1 0,13 0 1 0,-24 12-1 0,12-12-2 0,-12 0-74 0,24 0-7 0</inkml:trace>
  <inkml:trace contextRef="#ctx0" brushRef="#br0">28629 11296 9 0,'0'0'14'0,"0"-11"-3"0,0-13-2 0,0 11 0 0,0-22 2 0,0 9 1 0,-13 2-1 0,13 0 0 0,0 1 1 0,0 11-2 0,0 0-3 0,0 0-3 0,0 12 0 0,13 24-3 0,0 11 1 0,11 27 0 0,-11-2 0 0,9 25-1 0,-22 24-1 0,13-1-9 0,-13 1-78 0,0-72 49 0</inkml:trace>
  <inkml:trace contextRef="#ctx0" brushRef="#br0">27880 11768 30 0,'0'0'0'0,"-49"-11"25"0,25 11-12 0,24 0-2 0,24 0 2 0,37 0 8 0,23 0 1 0,49 0-7 0,50 0-8 0,21 0-4 0,14 0-3 0,-24 11-15 0,-1-11-99 0</inkml:trace>
  <inkml:trace contextRef="#ctx0" brushRef="#br0">25727 13245 54 0,'0'0'0'0,"-37"0"11"0,25 0-6 0,12 0-1 0,0 0 5 0,12 0 14 0,12 0 3 0,1-37-9 0,11 13-8 0,13-12-3 0,-13-12-4 0,0-13-2 0,-1 0 1 0,-10 13 0 0,0-13-1 0,-1 13 1 0,-13 11 0 0,2 2 0 0,11 23-1 0,0 12 0 0,-12 23 0 0,0 14-1 0,1 24 3 0,23-1-1 0,-24 0 0 0,12 13 0 0,12-12-1 0,-11-13 0 0,0-13 0 0,-1 3-2 0,-13-15-14 0,-11 1-117 0</inkml:trace>
  <inkml:trace contextRef="#ctx0" brushRef="#br0">25642 13269 92 0,'-13'0'6'0,"2"-13"7"0,22 13-6 0,50-11-2 0,36-15-2 0,25 2-3 0,10 24-9 0,-47 0-67 0</inkml:trace>
  <inkml:trace contextRef="#ctx0" brushRef="#br0">29753 11248 60 0,'0'-11'10'0,"-11"11"5"0,11 0-2 0,0 0-2 0,0-13-2 0,0 2-4 0,11-1-1 0,-11-13-2 0,13-12 0 0,-1 2 0 0,1-1 0 0,12-1 0 0,-25 13-2 0,22 0 2 0,-22 12-2 0,13 0 0 0,-13 12 0 0,24 12 1 0,-12 12-1 0,0 24 1 0,12-11 2 0,-11 11-2 0,11-13-2 0,-12-11 1 0,12-10 2 0,-24-2-2 0,0-12 2 0,12 0 1 0,13-26-1 0,-13 2-2 0,0-23 0 0,12 11 0 0,-12-13 0 0,13 1 0 0,-3-1 1 0,-22 25-1 0,26 0 0 0,-26 24 0 0,0 24 0 0,12 25 0 0,0-1 0 0,1 13 1 0,-2-1-1 0,25-1 0 0,-12 26 0 0,-24-48-1 0</inkml:trace>
  <inkml:trace contextRef="#ctx0" brushRef="#br0">27263 13063 42 0,'0'0'0'0,"-12"0"15"0,12 0-6 0,0 0 28 0,12-24-26 0,0 12-4 0,12-12-4 0,12-37 2 0,-23 12-3 0,-2-36 3 0,-11 37-1 0,13 25 1 0,-13 11-1 0,0 12-2 0,12 0 0 0,0 12 1 0,0 35 2 0,13 2 0 0,-3 11-1 0,3-11 0 0,-13 0-2 0,1-1 1 0,11-1 0 0,-13-33-1 0,-11-14 2 0,0 0 0 0,0-25-2 0,13 1-1 0,-1-12-1 0,12-1 0 0,-24 1 0 0,24-13-1 0,-12-11 1 0,1 11 0 0,-13 25 0 0,12 1 0 0,0 23-1 0,-12 0 2 0,12 36-2 0,0-1 2 0,12 2-1 0,-12 24 0 0,12-25 1 0,1 13-2 0,-1-1 1 0,12-1-11 0,-25 27-129 0</inkml:trace>
  <inkml:trace contextRef="#ctx0" brushRef="#br0">28679 12373 22 0,'0'-11'5'0,"-13"11"6"0,13-13-1 0,0 2-2 0,0-2-1 0,0 13-1 0,0-13-2 0,13 13 9 0,-13 0 1 0,0 0 9 0,0 0-19 0,11 13-1 0,0-13-1 0,-11 13 0 0,13-2-2 0,-1 13 1 0,-12-11 0 0,12 11 0 0,0 0 0 0,0-12-1 0,1 13 1 0,11-1-1 0,0 0 0 0,-12 12 0 0,25-12 0 0,-13 13 0 0,0-1 0 0,0 0 0 0,0-12 0 0,0 13 0 0,13-2 0 0,-13-11 0 0,-13 13 0 0,26-13 0 0,11 25 0 0,-23-37 0 0,11 24 1 0,0 1-1 0,1-13 0 0,-1 12 0 0,-11-13 0 0,10 15 0 0,2-2 0 0,-2-1 0 0,14 3 0 0,0-2 0 0,-1-1 0 0,-12-11 0 0,1 13 1 0,-13-13 2 0,13 0-1 0,-15 1 0 0,16-1-1 0,-2 1 0 0,0-1 0 0,13 0 0 0,-13 12 0 0,12 1-1 0,-11-13 0 0,-1 12 1 0,13 11 0 0,-38-21 0 0,0-2 0 0,2-13 1 0,0 13 1 0,11-11 1 0,11 35 2 0,-10-24-3 0,11 0-1 0,-12 1-2 0,13-13-2 0,-25 0-49 0,-12-12-48 0</inkml:trace>
  <inkml:trace contextRef="#ctx0" brushRef="#br0">28883 11842 19 0,'0'0'16'0,"0"0"-8"0,25 0 1 0,-25 0 2 0,24 11-1 0,1 13 2 0,21 25 5 0,-20-13-9 0,22 1 1 0,-12 11-3 0,13 1-1 0,-1-13 0 0,12 24-2 0,1-12 0 0,-13 13 0 0,13 0-1 0,-13-13 0 0,13 0 1 0,-13 13 0 0,1-14-1 0,-25 3 0 0,24-2-1 0,-13 0-1 0,3 0 1 0,9 0-1 0,-10 13 1 0,11-12 1 0,1-1-1 0,12 1 0 0,-1 11-1 0,-13 1 1 0,16-13-1 0,-28 1 0 0,26-13 0 0,-13 12 1 0,0 0-1 0,1-11 1 0,-1-1 1 0,0 0 1 0,-11-12 0 0,11 1 1 0,-36-13-1 0,12 0 0 0,1 0-2 0,-14 0-1 0,2-1-1 0,-1 2-3 0,-12 0-32 0,0-1-84 0</inkml:trace>
  <inkml:trace contextRef="#ctx0" brushRef="#br0">29137 12312 29 0,'0'-11'16'0,"-36"-26"-13"0,23 37 0 0,-11-11 5 0,-11 22 6 0,-13 13 0 0,11 26-3 0,13-2-3 0,24 0 0 0,-12 0 0 0,36-11 3 0,1-1 0 0,21 1-1 0,4-25 0 0,-2-12-1 0,0-12 1 0,-23-14-3 0,-1-9-4 0,-12-25-2 0,-12 11 0 0,-24 0-1 0,-13 1 0 0,-11 24-1 0,11 24 0 0,-11 0-1 0,13 37-15 0,11-2-42 0,24 26-40 0</inkml:trace>
  <inkml:trace contextRef="#ctx0" brushRef="#br0">29536 12808 49 0,'0'-11'5'0,"-24"-2"1"0,12 13 8 0,-12 0 3 0,-1 0 1 0,14 37-7 0,0-13-4 0,11 24-1 0,11-11 1 0,13-1-2 0,0 13-1 0,24-13 0 0,-11-12 0 0,11 1 3 0,-11-25 2 0,-13-14 1 0,12-9-3 0,-36-25-4 0,13-1-1 0,-26 1-1 0,1 12 0 0,-12-1 0 0,0 13-1 0,-13 11-2 0,1 13 0 0,-13 37-18 0,49-13-5 0,-12 25-59 0,12-25 38 0</inkml:trace>
  <inkml:trace contextRef="#ctx0" brushRef="#br0">30190 13341 47 0,'13'-13'9'0,"-2"2"-4"0,-11-2 24 0,-48 13 0 0,22 24-20 0,4 2-2 0,9-15-1 0,1 26 0 0,12-1-1 0,25 0 1 0,-3-12 0 0,16 1-2 0,-13-1-1 0,10-24 1 0,-23 12 1 0,24-12 3 0,-36-24-2 0,0-13-2 0,-24 1-1 0,12-13-1 0,-13 14-1 0,3 11 0 0,-3 11-2 0,13 13 1 0,-1 13-15 0,26 11-23 0,11 11-40 0,-24-22 27 0</inkml:trace>
  <inkml:trace contextRef="#ctx0" brushRef="#br0">30468 13680 55 0,'-12'-12'16'0,"12"12"-10"0,-24 12 20 0,12-1-14 0,-1 13-5 0,13 2-2 0,0-14-1 0,0 11 1 0,13-10 6 0,11-13 4 0,0 0 1 0,0 0-3 0,0-24-4 0,-13 0-4 0,2-13-4 0,-13 1 0 0,-24 12-1 0,-24 0 0 0,12 24-9 0,-37 0-90 0,61 12 29 0</inkml:trace>
  <inkml:trace contextRef="#ctx0" brushRef="#br0">29838 12023 47 0,'-11'-24'48'0,"11"24"-31"0,0-12 1 0,11 12-2 0,-11 0-5 0,25 0-4 0,-13 12-1 0,12 0-2 0,-11 0-1 0,23 0-2 0,0 12 0 0,13 1-1 0,-1-1 0 0,-11-12 0 0,-15 0-1 0,4 0 2 0,-14-12-1 0,0 0 2 0,-24 11 4 0,0-11-3 0,-14 13-2 0,-9-2 1 0,-1 13-2 0,0-10 1 0,-1 9-1 0,-11 1 0 0,-25 13-3 0,36-13-29 0,37-11-19 0,0 11-14 0,0-24 32 0</inkml:trace>
  <inkml:trace contextRef="#ctx0" brushRef="#br0">30140 12312 33 0,'0'0'0'0,"0"-11"44"0,-11 11-25 0,0 0 0 0,-14 11-1 0,13 2-6 0,-24 11-5 0,11 0-4 0,1 0-1 0,0 1-1 0,-12-1-2 0,23-12-5 0,-11 1-16 0,24 11-28 0,0-24-13 0</inkml:trace>
  <inkml:trace contextRef="#ctx0" brushRef="#br0">30395 12120 37 0,'0'-12'40'0,"0"12"-24"0,0 0 2 0,-12 24 7 0,0-1-11 0,12 14-7 0,-12 11-4 0,12 0-2 0,0-11 1 0,24 0-1 0,0-13 0 0,1-13 1 0,11 2 1 0,-12-13 0 0,11 0 1 0,-22-13 2 0,0-11 1 0,-1-11 1 0,-12-15 0 0,-25 2-2 0,-10-13-3 0,-2 26-3 0,13 23-3 0,-25 12-14 0,13 12-47 0,0 12-41 0</inkml:trace>
  <inkml:trace contextRef="#ctx0" brushRef="#br0">28594 13462 35 0,'0'-12'13'0,"-13"0"5"0,13 12 1 0,0 0-10 0,13 0-2 0,-2 12 0 0,26 12-1 0,-13 0-1 0,11-11 0 0,2 11 1 0,0-12-1 0,11 0 1 0,-24-12 0 0,1 12-1 0,-14-12-1 0,-11 0-1 0,0 0 5 0,-11 11-2 0,-2 2-2 0,-23 0-1 0,-1 11-1 0,1-12 0 0,0 24-1 0,1-25-1 0,-2 13-2 0,24-11-7 0,-11 0-13 0,24-1-24 0,0 0-16 0,11-1 29 0</inkml:trace>
  <inkml:trace contextRef="#ctx0" brushRef="#br0">28872 13728 45 0,'0'0'6'0,"0"0"8"0,-13 0 17 0,-11 13-18 0,12 11-5 0,-12 0-4 0,0 11-2 0,-1-22-3 0,-11 24-7 0,23-26-12 0,2 2-12 0,11-2-16 0</inkml:trace>
  <inkml:trace contextRef="#ctx0" brushRef="#br0">29125 13582 38 0,'-12'0'4'0,"-13"0"5"0,25 0 6 0,-24 26 4 0,24 10-5 0,0 11-6 0,0 3-3 0,13-15 0 0,23 13 0 0,-24-23 1 0,37-13 2 0,-25 1 4 0,24-13 0 0,-11-25-2 0,-1 0 0 0,-11-10-2 0,-25-13-1 0,0-13-2 0,-37-11-2 0,-24 59-6 0,13 0-13 0,-37 51-69 0,60-14 14 0</inkml:trace>
</inkml:ink>
</file>

<file path=ppt/ink/ink12.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26T18:52: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14708 16111 23 0,'-11'-12'20'0,"11"-12"9"0,-13 12-9 0,13 12-4 0,0 0-8 0,-12 0-4 0,-13 24-1 0,14 23 1 0,-14 15 2 0,1 9 0 0,0 27-2 0,-1 23-2 0,-11-12-1 0,-12 97-2 0,24-159 2 0,13-10 1 0,-3 0-2 0,-22 23-14 0,23-48-54 0,13 0 20 0</inkml:trace>
  <inkml:trace contextRef="#ctx0" brushRef="#br0">13777 17259 30 0,'0'0'11'0,"-13"0"5"0,-11 0 0 0,0 0 3 0,0 24-4 0,-1 13-6 0,14 11-3 0,11 13-4 0,0-13 0 0,11 13-2 0,2-24 2 0,23-13 0 0,0-12 1 0,1-12-1 0,-13 0 1 0,0-12 0 0,-12-12-1 0,1-37 1 0,-13 24-3 0,-13 2 1 0,1-2 0 0,-12-11 0 0,12 11 0 0,0-24-1 0,36 37 0 0,47 1 0 0,-33 23 0 0,9 0 0 0,14 47-1 0,-48 3 1 0,-2-2-1 0,-11 0 1 0,0 13 0 0,-11-13 0 0,11-11 0 0,0-13 3 0,0-24 6 0,0-13-1 0,24-11-7 0,0-12-1 0,0 0 1 0,25-49 0 0,-25 48-1 0,0 2 0 0,-12-2 0 0,0 13-1 0,1 24 1 0,-13 11 0 0,11 13 0 0,-11 13-1 0,11 0 0 0,2 11 1 0,12-11-1 0,0-13 1 0,-3 0 0 0,15-12 0 0,11-12 1 0,1 0-2 0,-1-25 1 0,1 1 1 0,48-37 1 0,-49 13-2 0,-37 13 1 0,-11 9-1 0,0 2 0 0,-59 0-1 0,22 24 1 0,1 24-1 0,0 14 2 0,-1 9-1 0,25 1 0 0,12 2-1 0,12-15 2 0,25 2-1 0,11-13 1 0,13-11 0 0,11-2-3 0,13-11-16 0,12 0-96 0</inkml:trace>
  <inkml:trace contextRef="#ctx0" brushRef="#br0">15446 17248 92 0,'-12'-13'10'0,"-1"-22"-4"0,13 11 0 0,0-13 2 0,0 37 0 0,13-12-2 0,-1 35 2 0,13 15-2 0,-14 9-2 0,0 27 1 0,-11 9-2 0,0 2-1 0,0 49-1 0,0-25-1 0,-11-50 0 0,11-9 0 0,-11-15 0 0,11-11 0 0,-13-11-1 0,13-1-1 0,0-12 0 0</inkml:trace>
  <inkml:trace contextRef="#ctx0" brushRef="#br0">15517 17150 53 0,'0'-11'13'0,"13"-1"11"0,11 0-5 0,13 0-3 0,11 24-2 0,-12 0-4 0,13 25-5 0,-13-1-4 0,-12 12 1 0,-24-13-1 0,0 2 1 0,-48 0-1 0,0-13 1 0,-13 0-1 0,-12-24-1 0,12 13 0 0,2-13-2 0,22 0-12 0,26 0-20 0,11 0-69 0</inkml:trace>
  <inkml:trace contextRef="#ctx0" brushRef="#br0">16245 17200 75 0,'0'-24'38'0,"0"-13"-30"0,0 1-1 0,0 0 3 0,-13 24-3 0,1-13-2 0,-12 25-2 0,-12 0-2 0,-1 12 1 0,1 25-1 0,-25 34 0 0,49-33 0 0,12-2-1 0,12-25 1 0,12 13 0 0,13 0 1 0,36 2 1 0,-37-2-3 0,0-13 0 0,-23 13 1 0,22 0-1 0,-35-11 2 0,12 11 1 0,-24 0-1 0,-1 0 1 0,-9 1 0 0,-15-13 0 0,0 12 0 0,1-24-1 0,0 0 0 0,24 0 0 0,-13-24-1 0,13 12-2 0,12 0-16 0,12-12-103 0</inkml:trace>
  <inkml:trace contextRef="#ctx0" brushRef="#br0">15736 17283 42 0,'-12'-24'56'0,"0"-23"-29"0,12 11-9 0,0-1-7 0,36 13-5 0,0 12-6 0,-25 12 2 0,27 12-1 0,-13 0 0 0,-3 37 0 0,-9-13 0 0,-1 0 0 0,-12 13 0 0,-25-2 0 0,3 1-1 0,-15 2 1 0,0-26 4 0,1-13 3 0,12-11-2 0,0-24-2 0,-1-11-1 0,25-15-3 0,25 15-8 0,11-15-70 0,-24 50 4 0</inkml:trace>
  <inkml:trace contextRef="#ctx0" brushRef="#br0">17332 17333 18 0,'0'0'0'0,"0"0"88"0,0 0-64 0,13 0-7 0,24 0-7 0,-2 0-3 0,26 0-2 0,23 0 0 0,25-13-1 0,11 13-2 0,26 0 0 0,158 0-1 0,-172-11 0 0,-23 11 0 0,-26 0 1 0,-20 0-2 0,-41 0 2 0,-9-12-1 0,-13 12-1 0,-61-25-10 0,24 12-1 0,-10 2-1 0,-2 11 4 0,-11-13 3 0,24 2 4 0,-1 11 0 0,1-12 3 0,24 12 2 0,12-12-2 0,0 12 2 0,24 0 1 0,12 12 0 0,25-12-2 0,-12 23 0 0,-1 1-1 0,0-11 2 0,-37 24-2 0,-11-26 2 0,-11 26-3 0,-37-2 0 0,0-9 0 0,-62 22-5 0,62-24-29 0,24-12-65 0</inkml:trace>
  <inkml:trace contextRef="#ctx0" brushRef="#br0">19098 17164 24 0,'0'0'18'0,"0"-37"9"0,0 1-1 0,0 0-8 0,12-1-7 0,25-11-4 0,-1 0-2 0,49-37-1 0,-14 37 1 0,99-13 5 0,-97 49-6 0,12 0-2 0,-13 12 0 0,0 24-1 0,2 24-1 0,-26 0 0 0,-12-11 2 0,1 11-1 0,-1 25-2 0,-24 0 1 0,1 22 0 0,-13-10 0 0,-25 61 1 0,-11-74 0 0,-13-11 1 0,-11-13 0 0,-26-11 1 0,1-13 2 0,2-12 0 0,-14-1-2 0,0 2-2 0,-96-26 3 0,108-10-2 0,12-1 0 0,25-13-1 0,0-72-2 0,61 13-39 0,34 59-27 0,-35 26 8 0</inkml:trace>
  <inkml:trace contextRef="#ctx0" brushRef="#br0">19098 17200 66 0,'0'0'25'0,"-12"-12"-10"0,12 0-9 0,24 12 8 0,25-12 0 0,24 12-3 0,12 0-3 0,35 0-2 0,1 0-3 0,-12 0-2 0,-24 0 0 0,-13 0 0 0,-24 0-1 0,-23 0-2 0,-13 0-12 0,-24 0-19 0,-13-14-55 0</inkml:trace>
  <inkml:trace contextRef="#ctx0" brushRef="#br0">19558 16728 49 0,'0'-12'12'0,"-24"-36"7"0,12 36-1 0,-1-1 1 0,2 13-12 0,-2 49-2 0,13-2 3 0,0 27 2 0,0-15 0 0,13 26-2 0,-2 37-4 0,-11 11-2 0,13-12-1 0,-1-25-1 0,0-23 0 0,-12-13 1 0,0-11 1 0,0-37-6 0,-12 0-47 0,0-12-24 0</inkml:trace>
  <inkml:trace contextRef="#ctx0" brushRef="#br0">20622 17272 60 0,'0'0'31'0,"-12"0"-5"0,0-13-13 0,36 13 10 0,25 0-14 0,23 0-4 0,26 0-2 0,9 0 0 0,27-11 1 0,12 11-2 0,-14-13-1 0,-11 13-1 0,-24-11 1 0,-38 11-1 0,-33 0 2 0,-39-24 0 0,-22 12-2 0,-26 0 0 0,0 0-1 0,1-2 2 0,11 3-1 0,25 11-1 0,12 0 0 0,24 0 0 0,12 11 1 0,25 3 0 0,-13 10 0 0,0 0-1 0,-24-1 0 0,1 1 2 0,-26 14-1 0,-23-15 0 0,-12 1-4 0,11-11-29 0,1-2-97 0</inkml:trace>
  <inkml:trace contextRef="#ctx0" brushRef="#br0">22365 16885 50 0,'0'-24'35'0,"0"-13"-15"0,11 2 1 0,-11 22-11 0,11-24 9 0,-11 26-10 0,-11 11-2 0,11-12-3 0,0 12-3 0,-11 12 0 0,-2 23 0 0,1 3 1 0,-12-2-1 0,12-1 1 0,-25 26-1 0,1 0 1 0,-12 12-1 0,-1 10-1 0,0-21 1 0,14-2 0 0,23-35-1 0,-2-2 0 0,14-23 3 0,14 13 2 0,11-13-3 0,-3-13-1 0,15 13-1 0,11-11 0 0,1 11 0 0,-1-12 0 0,1 24 0 0,-13-12 0 0,12 11 0 0,-11 2 0 0,-13-13 0 0,-13 11 0 0,2-11 1 0,-13-11 0 0,0-2 0 0,0-24 0 0,0 2 1 0,-24-13 1 0,0-25 0 0,-13 1-2 0,-11-50 0 0,0 2-1 0,24 35 0 0,11 25 0 0,13 22-4 0,37 27-15 0,11 11-40 0,-35 0-19 0</inkml:trace>
  <inkml:trace contextRef="#ctx0" brushRef="#br0">23139 16426 97 0,'0'0'0'0,"-13"-50"26"0,1 26-16 0,0 13-3 0,-36 11-2 0,-13 24 1 0,1 13-2 0,11 22-2 0,2 26 1 0,-3 37 0 0,26-1 0 0,13-13 0 0,-2 37-1 0,61 133-1 0,-11-180 2 0,11-26 1 0,13-11-1 0,-1-25-2 0,-12-12 0 0,1-12-1 0,0 0-39 0,-38-1-33 0</inkml:trace>
  <inkml:trace contextRef="#ctx0" brushRef="#br0">23295 17368 55 0,'0'0'50'0,"-12"-11"-30"0,12-13-11 0,12 0 3 0,2-13-3 0,21 13-2 0,-11-24 2 0,12-13-2 0,-12 13-2 0,1-13-2 0,-25 13-1 0,0-1-1 0,-12 13 0 0,-13 11 0 0,13 25-1 0,12 0 0 0,0 25 0 0,12 11 1 0,13 13-2 0,11-1 1 0,13 13 0 0,-13-2-1 0,0-9 0 0,-23-15 1 0,-2 2 1 0,-35-26-1 0,-12 3 2 0,-13-14-1 0,1 0 0 0,-1-14-1 0,25 14 0 0,12-11-6 0,12 11-15 0,12 0-11 0,37 0-30 0,-25 0 12 0</inkml:trace>
  <inkml:trace contextRef="#ctx0" brushRef="#br0">23840 17309 40 0,'0'0'0'0,"0"0"49"0,0-12-25 0,0-13-6 0,12 1-4 0,12 0-3 0,0-12-2 0,11-13-2 0,4 1-3 0,-15 12-1 0,-2-25 1 0,-22 24-2 0,0 26 1 0,-11-2-2 0,-13 2 0 0,-26 22-1 0,15 2 0 0,-1 23 1 0,0 12-2 0,24 1 1 0,-1 11-1 0,38 1 1 0,-1-26 0 0,37 2 0 0,0-37-1 0,10 11 0 0,14-11 1 0,0-11 0 0,-13-13-1 0,-11 0 2 0,-26-12-1 0,-11-2 1 0,-24 3 0 0,-24-1-1 0,-11 12 0 0,-2-1 1 0,-11 13 0 0,0 12 0 0,11 0-2 0,13 12 1 0,24 0 0 0,0 13 0 0,24-13 0 0,13 0-1 0,11 0 0 0,-11 0 1 0,-13 0 0 0,13 49-1 0,-37-14 1 0,0 1-1 0,0 13 2 0,0 13-1 0,11 83 0 0,-11-109 1 0,0-12-1 0,0 1 0 0,0-1 0 0,0 0 0 0,-11-12 0 0,11-11 1 0,-13-1-1 0,1-12-1 0,12 0-2 0</inkml:trace>
  <inkml:trace contextRef="#ctx0" brushRef="#br0">24794 17368 111 0,'0'0'33'0,"0"0"-32"0,0 24 0 0,0 2 3 0,-11 9 0 0,-2 2-2 0,13-1-2 0,-11 0-2 0,0 13-28 0,11-14-84 0</inkml:trace>
  <inkml:trace contextRef="#ctx0" brushRef="#br0">25220 17224 81 0,'-14'0'38'0,"2"-24"-26"0,0 12-1 0,12-26-1 0,12 15-1 0,0-13-5 0,13-13-2 0,-14 13 0 0,2 0-1 0,-1-1 0 0,-12 26 1 0,0-2-2 0,0 13 0 0,12 13 0 0,0 22 0 0,49 63-2 0,-25-50 2 0,-12-1 0 0,-12-9-1 0,1-14 1 0,-26-12 2 0,-11-12-1 0,-12 0 1 0,-13 0-2 0,1 0 1 0,12-12-1 0,25 12 0 0,11 0 0 0,0 0 0 0,35 0 0 0,25 12-1 0,13-12 1 0,108-24 0 0,-84 0-1 0,-12-2 1 0,-1-9-1 0,-23-1 2 0,-13-13 0 0,-24 1-1 0,-24 12 1 0,-12-1 0 0,-60 13 1 0,23 24-1 0,-11 24-1 0,12 0 0 0,11 25-1 0,25-1 1 0,0 1-1 0,24 11 0 0,73 13 0 0,-13-61 0 0,74-1 1 0,-86-34 1 0,0-1 0 0,-23-14 0 0,-25 3-1 0,0-13 2 0,-24-1-1 0,0 1-1 0,-25 11 1 0,25 26-1 0,0 11 0 0,12 0 0 0,0 0 0 0,0 11 0 0,0 2 0 0,12 23-1 0,-12-12 1 0,0 12 0 0,0 13-1 0,-12 48 2 0,12-37-1 0,0 1 0 0,12-2 0 0,-12 2 0 0,25 0 0 0,-13-13 0 0,0 1 0 0,0-25 0 0,-12 11 2 0,12-22 2 0,0-13-2 0,0 0 1 0,-12 0-3 0,25-24 0 0,-14 12 1 0,2-24 0 0,-13 11-1 0,-13-60-5 0,2 50 3 0,-14-2 1 0,-11 0 1 0,36 26 0 0,0-2 1 0,24 2-2 0,13-2 1 0,-1 2-5 0,13-1-23 0,12-2-71 0</inkml:trace>
  <inkml:trace contextRef="#ctx0" brushRef="#br0">26501 16571 69 0,'-13'-25'32'0,"26"14"-17"0,11 11-9 0,36 0 1 0,-11 24 2 0,22 24-1 0,3 25-2 0,11 23-2 0,-49-24 1 0,-12 37-1 0,0 25-1 0,-24 10-1 0,-60 123 1 0,11-182 0 0,0-49-3 0,14 0 0 0,-15 13 0 0,-9-13 1 0,11-12-2 0,24-13-1 0</inkml:trace>
</inkml:ink>
</file>

<file path=ppt/ink/ink13.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26T18:52: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23513 7862 23 0,'0'0'23'0,"0"-12"0"0,0 0-3 0,-12 12-9 0,12 0-4 0,-12 0-1 0,0 12-2 0,0 12 1 0,0 13-1 0,12-1 1 0,0 23-3 0,0 3 1 0,12-2-2 0,12 1 1 0,24-2 0 0,-11-9 1 0,11-15 0 0,0 2 2 0,0-25 0 0,13 0-3 0,-24 1-1 0,-1-2 0 0,-36-11 0 0,0 13-8 0,12-13-29 0,-24 12-60 0</inkml:trace>
  <inkml:trace contextRef="#ctx0" brushRef="#br0">24541 8322 67 0,'-24'0'20'0,"12"-13"-7"0,-1 2-3 0,-11 11-4 0,0 0-1 0,12 24-1 0,-13 12 0 0,1 0-1 0,2 13-1 0,22-1-1 0,0 1 1 0,0-13-2 0,35-1 1 0,-11-22 0 0,37-13 3 0,-37 0-1 0,24-36 1 0,1 12 0 0,-25-12 0 0,0-13-1 0,-11 1 0 0,-13 11-2 0,-37-11 0 0,1 11-1 0,-1 26 0 0,-11 11-1 0,11 11-3 0,13 13-17 0,12 1-36 0,12-13 0 0</inkml:trace>
  <inkml:trace contextRef="#ctx0" brushRef="#br0">24844 8358 80 0,'-11'0'21'0,"-3"-12"-17"0,14 12 1 0,0 0-1 0,0 24 1 0,25 13-3 0,-1-1 0 0,0 0-2 0,12 0 1 0,-12-11 0 0,13-1 1 0,-13 0 2 0,0-24 6 0,-24 0 4 0,13-12-3 0,-2-24-4 0,0 11-2 0,3-11-2 0,-2 0-3 0,25-49-6 0,-15 49-11 0,15-12-73 0,-25 35 42 0</inkml:trace>
  <inkml:trace contextRef="#ctx0" brushRef="#br0">25327 8552 76 0,'0'0'0'0,"0"0"14"0,13-24 5 0,23 11-1 0,-24-23-6 0,12 0-5 0,12 0-3 0,-11-1-2 0,-13 0 0 0,-12 2 0 0,0 11-1 0,-26 11 1 0,4 13-1 0,-15 0 0 0,13 37-1 0,-12-2 1 0,23 2-1 0,13 11 0 0,0-11 0 0,25 10 0 0,11-21 1 0,13-2-2 0,-1-12 2 0,11-12-1 0,-22-12 0 0,0-12 0 0,-13-2-1 0,0-9 1 0,0-1-1 0,-12 23 1 0,0 2-1 0,1 11-1 0,-13 0 1 0,0 24 0 0,0 12 1 0,0-1 0 0,12 39 0 0,0-50 0 0,0 0 0 0,0-24 1 0,0 0 1 0,-12-24 0 0,12-12 1 0,0 0 0 0,-12-13-2 0,13 13 0 0,-13-13 0 0,11 25-2 0,2 0-7 0,11 0-17 0,13 24-76 0</inkml:trace>
  <inkml:trace contextRef="#ctx0" brushRef="#br0">26744 8285 99 0,'0'0'0'0,"11"-24"20"0,-11 11-18 0,0 2 5 0,-37 11 0 0,-22 0 1 0,-2 24-3 0,-12 13-2 0,12-13-2 0,13 24-1 0,24-11 1 0,13-13-2 0,70 36 1 0,-11-36 0 0,25 1 0 0,-12-1 0 0,0-12-1 0,-39 0 1 0,-9 0 0 0,-13-12 0 0,-24 11 1 0,-11-11 0 0,-26 13 0 0,0-13-4 0,12 11-15 0,1-11-29 0,36 0 2 0</inkml:trace>
  <inkml:trace contextRef="#ctx0" brushRef="#br0">26900 8635 74 0,'12'0'14'0,"97"-59"8"0,-49 35-8 0,73-121 10 0,-109 60-18 0,-36 48-4 0,-146 0 3 0,99 63-3 0,-38 107 0 0,97-85-2 0,60 49 0 0,99-38-17 0,33-22-118 0</inkml:trace>
  <inkml:trace contextRef="#ctx0" brushRef="#br0">27722 8455 92 0,'0'-24'9'0,"-24"-13"9"0,0 25-3 0,-12 0-5 0,-13 12-2 0,0 12-4 0,1 13-3 0,24 11 1 0,11 0-2 0,2 13 0 0,22-13-1 0,2-12 2 0,24-24-2 0,-2 12 2 0,2-36 0 0,11-12 0 0,-11 11 2 0,-13-11 0 0,-12 24 1 0,0-12 2 0,-12 12-2 0,0 12 0 0,-12 0-4 0,12 36 0 0,0 12 0 0,0 1 0 0,12 22 0 0,0 3-1 0,-12 11 1 0,13-13 0 0,-13-11 0 0,0-1 0 0,0-25 0 0,-13 3-2 0,1-14-23 0,-12-12-87 0</inkml:trace>
  <inkml:trace contextRef="#ctx0" brushRef="#br0">25364 11272 38 0,'0'0'0'0,"-12"-11"43"0,12 11-29 0,0-24 2 0,0 0-1 0,12-13-4 0,0-11-2 0,0 0-2 0,12-13-1 0,-12-12-2 0,12 1 0 0,1 11-1 0,-13 13 0 0,12 24 0 0,-11 11 0 0,-2 2-1 0,-11 11-1 0,11 24 2 0,14 11-2 0,-13 15 0 0,1-2 0 0,22 73-1 0,-22-62 0 0,-1-9 0 0,0-15 0 0,-12-22 0 0,12-13-1 0,-12 0 3 0,0 0 2 0,0-36-2 0,12 0-2 0,0-25 1 0,0 1-1 0,1-1 0 0,11-11 0 0,-12-2-2 0,0 15 1 0,12 33 1 0,-24 15-1 0,12 35 1 0,1 72 2 0,-2-35 0 0,-11 0 0 0,13 12 0 0,-1-1-2 0,0-11 0 0,0-13 0 0,0-13-1 0,1 2 1 0,-13-24 0 0,0-13 0 0,0 0-31 0,0-13-22 0,0-24-50 0</inkml:trace>
  <inkml:trace contextRef="#ctx0" brushRef="#br0">26307 10439 91 0,'-11'0'15'0,"-2"24"-12"0,13 0 6 0,0 23 10 0,0 3-3 0,0-2-9 0,13 13-2 0,-2-13-2 0,0 0-1 0,2-24-1 0,-1 0 0 0,-12-11 0 0,14-13-2 0,-14 11-4 0,-14-11-11 0,2-11-16 0,12-2-24 0,-13 2 10 0</inkml:trace>
  <inkml:trace contextRef="#ctx0" brushRef="#br0">26053 10534 95 0,'-12'0'13'0,"12"0"-12"0,24 0 3 0,25-11 13 0,11-1 5 0,182-36 9 0,-97 11-24 0,-36 25-6 0,-24-12 0 0,-37 24-6 0,-36 0-42 0,-24 0-64 0</inkml:trace>
</inkml:ink>
</file>

<file path=ppt/ink/ink14.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26T18:52: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3326 11139 8 0,'-24'-11'24'0,"12"-1"5"0,0 12-8 0,12-12-3 0,0 12-12 0,0 0 6 0,12 0-9 0,0 12-2 0,0 0 0 0,13-1 0 0,11 26-1 0,0-26 3 0,1 3 1 0,-2-2-1 0,26 12-1 0,60 0 1 0,-60-13-3 0,24 2 1 0,0-2-1 0,-2-11 2 0,14 13-1 0,0-13 0 0,120 13 0 0,-95-13-1 0,-27 11 1 0,27-11-1 0,-13 13 1 0,0-13 0 0,12 11 0 0,12-11 0 0,0 0-1 0,-1 0 0 0,14 0-1 0,156-11 3 0,-144 11 0 0,-1-24 3 0,-12 11 1 0,-1-11 0 0,-10 11-3 0,-13-11-1 0,49-11 8 0,-123 23-4 0,2-2 0 0,-35 3-3 0,-3-2-2 0,-11 13 0 0,0 13-32 0,-37 24-106 0</inkml:trace>
  <inkml:trace contextRef="#ctx0" brushRef="#br0">17467 10027 64 0,'0'-12'31'0,"0"0"-12"0,-14 12-8 0,14 12-1 0,14 11-7 0,-3 27 1 0,13-2 1 0,0 13 1 0,0 11 0 0,0-11-2 0,13-1-1 0,-25 0 1 0,0-23-2 0,0-1 2 0,0-12-2 0,-12-11 0 0,0-1 1 0,0-12-18 0,-12 0-81 0</inkml:trace>
  <inkml:trace contextRef="#ctx0" brushRef="#br0">16522 10874 79 0,'-12'0'3'0,"-24"36"-3"0,24 13 0 0,0-1 1 0,12-1 0 0,0 27 0 0,24-15-1 0,12-22 0 0,1-24 1 0,-1-13 4 0,0 0 8 0,-12-24 2 0,0-13-1 0,-24 0-1 0,12-22 0 0,-37-2-9 0,3 1-1 0,-15 11-1 0,0 0-1 0,13 38-1 0,0-2-4 0,12 13-11 0,0 37-16 0,36 11-72 0</inkml:trace>
  <inkml:trace contextRef="#ctx0" brushRef="#br0">16861 11092 64 0,'0'0'0'0,"-24"-12"22"0,11 12-10 0,13 0 2 0,-12 12-7 0,12 12-3 0,0-1-2 0,0 14-1 0,12-12 1 0,1-2-1 0,11 1 1 0,-12-11 3 0,-12-13-1 0,12 0 3 0,-12 0 1 0,12-24-3 0,-12 11-2 0,24-24-2 0,-24 2 1 0,24-13 0 0,1-2-1 0,-13 27 0 0,12-1-2 0,-11 24 2 0,-13 0-1 0,11 36 1 0,0 1 0 0,14-1 0 0,-13 11-1 0,14-9 0 0,9 9 0 0,1-23 1 0,0-11-1 0,-11-2 1 0,11-11 0 0,0 0 0 0,1-24 0 0,0-11 0 0,-13-1 0 0,-2-2 0 0,-22-9 1 0,0-1-1 0,0-1-1 0,-11 25 0 0,-13 12 1 0,13 12-1 0,-14 0-1 0,0 24 0 0,14 12 1 0,-2 49-1 0,37-37 1 0,1-11 0 0,11-13 0 0,-1-13 0 0,15 2 0 0,10-13-3 0,-12 0-22 0,25 0-45 0,-61 0 12 0</inkml:trace>
  <inkml:trace contextRef="#ctx0" brushRef="#br0">18058 11007 97 0,'0'0'0'0,"-12"-24"21"0,12 12-12 0,0 0 6 0,0-1-1 0,0 13-11 0,0 25 1 0,12-1 2 0,1 35 0 0,-13 3-2 0,11 9-1 0,0 3-3 0,3 11 1 0,10-13-1 0,-12 1 0 0,1-14 1 0,-2-9-1 0,-11-2-4 0,0-48-8 0,0-12-55 0,0-12-2 0</inkml:trace>
  <inkml:trace contextRef="#ctx0" brushRef="#br0">18143 10910 125 0,'0'-12'9'0,"0"12"-5"0,13 0 0 0,22 12 7 0,-23 0-4 0,13 12-4 0,-1 13-2 0,-24-1 0 0,11-1-1 0,-22-9 1 0,-13-2 1 0,-37 0-12 0,50-13-25 0,-14-11-70 0</inkml:trace>
  <inkml:trace contextRef="#ctx0" brushRef="#br0">18530 11128 102 0,'0'0'6'0,"0"-12"12"0,13 0 0 0,9 0-10 0,-9-12-4 0,-1-37 4 0,-12 37-4 0,-12 0-1 0,-12 11-1 0,0-11-1 0,-12 24 0 0,11 0-1 0,1 24 0 0,0 49 0 0,24-38 0 0,12 15 1 0,24-15-2 0,13-11 0 0,-2 14 2 0,-10-26-1 0,0-12 1 0,-13 0 0 0,0 0-1 0,-12-26 1 0,12-9 2 0,-24 22-3 0,0 37-4 0,12 26 4 0,-12-39 0 0,25 2 0 0,-13-2 1 0,-12-11 3 0,0-24 1 0,12 1-1 0,0-62 4 0,12 37-7 0,1-1-1 0,-1 13-18 0,12 24-135 0</inkml:trace>
  <inkml:trace contextRef="#ctx0" brushRef="#br0">19667 10959 132 0,'-12'0'10'0,"12"-13"-6"0,0 13-3 0,-12 13 5 0,12-1-1 0,0 24-2 0,0 0-1 0,0 1-1 0,0-13 0 0,12 11-1 0,-12-11-7 0,0-11-21 0,12-13-65 0</inkml:trace>
  <inkml:trace contextRef="#ctx0" brushRef="#br0">19715 10620 40 0,'0'0'-1'0,"11"0"-19"0,2 0 3 0</inkml:trace>
  <inkml:trace contextRef="#ctx0" brushRef="#br0">19993 11031 38 0,'-11'49'23'0,"-2"-25"-8"0,13 0 4 0,-12-13 7 0,24-22-6 0,12-37-14 0,1-37-4 0,-1 0-1 0,23 36-1 0,-10 49 0 0,11 37 4 0,-23 36-1 0,-1 24-4 0,-24-61-14 0,24-1-53 0,1-35 9 0</inkml:trace>
  <inkml:trace contextRef="#ctx0" brushRef="#br0">20550 10886 42 0,'0'-12'15'0,"11"-12"21"0,-11 11-8 0,0 2-10 0,-11 11-9 0,-25 0-5 0,23 24-1 0,-12-13-1 0,25 26-2 0,0-13 1 0,25 37-1 0,13-37 1 0,-3 0-1 0,1-12 1 0,-24-1-2 0,-12 3 2 0,0-2 3 0,-36 0-2 0,-11-12-1 0,-27 0-5 0,63 0-14 0,-2 0-28 0,13 0-32 0</inkml:trace>
  <inkml:trace contextRef="#ctx0" brushRef="#br0">20852 10643 75 0,'-11'-35'35'0,"11"-26"10"0,-13 61-37 0,13 49-4 0,0 11 0 0,0 12-2 0,0-11 1 0,13 24-2 0,9-25 1 0,-9 1-2 0,-1-13 0 0,1-11 1 0,-13-13-2 0,12-12-2 0,-12-12-10 0,0-12-62 0,0 0-2 0</inkml:trace>
  <inkml:trace contextRef="#ctx0" brushRef="#br0">20828 10898 44 0,'24'-12'13'0,"12"12"-3"0,37-12 10 0,-25-1-3 0,25 13-5 0,-12-11-5 0,-1 11-2 0,-24 0-2 0,-12 0 1 0,-24 0 12 0,0 0-9 0,-24 11-6 0,0 2-1 0,-12 11 1 0,12 0-1 0,-13 37 0 0,37-37 0 0,0 12 0 0,25-11 0 0,-1-13 1 0,0-12 0 0,0 0 0 0,-11-12 0 0,9-2 0 0,4-9 0 0,-26-1-1 0,12-12 1 0,0 24-1 0,1-13 0 0,-13 13 0 0,11 12 0 0,0 0 0 0,2 0-1 0,-13 12 2 0,12 25-1 0,12-13 0 0,-12 12 0 0,1 1 0 0,-2-1 1 0,14-24-2 0,-13 11 2 0,12-10-1 0,-24-13 1 0,12 0 0 0,37-36 1 0,-37 12-1 0,12-14-1 0,0 3 0 0,-11 11 0 0,9 0 1 0,4 12-2 0,-13 12 1 0,-13 0-1 0,11 12 1 0,24 36 1 0,-22-24 0 0,11 1-1 0,0-1 2 0,0-24 0 0,1 0 0 0,-1-24 0 0,-12-1-2 0,12 13 0 0,-12-24 1 0,13 24-1 0,-13 0 0 0,0 12-1 0,0 0 1 0,-12 0 1 0,13 12-1 0,-2 0 1 0,2 0-1 0,-2 12 0 0,0-1 0 0,15 3-3 0,-2-14-16 0,0 0-29 0,0-12-39 0</inkml:trace>
  <inkml:trace contextRef="#ctx0" brushRef="#br0">22376 10898 63 0,'0'0'32'0,"-11"-24"-22"0,-2 11-6 0,1 13 5 0,-12 0 1 0,0 0-7 0,12 13 0 0,-13 23-1 0,13-12 2 0,0 13-1 0,12-13 1 0,24 12-1 0,1-13 1 0,11 3 0 0,0-14-1 0,23 0-1 0,76-12 1 0,-63-24 0 0,-11-2-1 0,-13-9 0 0,-12-1-1 0,-12-1 0 0,-11 1 0 0,-13 0-1 0,-13 12 0 0,-22 11 1 0,10 13-2 0,-11 0 0 0,-1 24 1 0,1 86 0 0,36-62 1 0,61 13 0 0,-13-37 0 0,-1-12 0 0,16-12 0 0,-16 0-3 0,13-12-22 0,1-24-107 0</inkml:trace>
  <inkml:trace contextRef="#ctx0" brushRef="#br0">19704 10643 73 0,'0'0'0'0,"22"-11"41"0,28 11-19 0,-26-12-5 0,-13 12-6 0,2 0 3 0,-26 12-6 0,2-1-3 0,-37 2-2 0,35-2-27 0,13-11-96 0</inkml:trace>
  <inkml:trace contextRef="#ctx0" brushRef="#br0">13777 8431 46 0,'0'0'6'0,"0"0"-1"0,0 12 4 0,0 0 8 0,0 0-2 0,0 0-4 0,12 0-2 0,0-1 1 0,12 15-2 0,13-14-2 0,-2 12 0 0,2-12-1 0,-2-12 1 0,-10 0-1 0,11 0-1 0,1 0 1 0,-13-12-2 0,12 0-1 0,-12-12-1 0,1 11 0 0,-1 0 0 0,12 2-1 0,-23-1 0 0,9 0 0 0,-9 12 0 0,12 0 0 0,0 12 1 0,-14 0-2 0,13 12 1 0,-12 1 0 0,12-13 0 0,-10 12 0 0,8-12 1 0,-9 0-1 0,11-12 1 0,-12 0 0 0,12 0 0 0,0-12 1 0,1 0-1 0,-1 0 0 0,0-12-1 0,1 12 1 0,-3-1-1 0,4 0 0 0,-2 13 1 0,0-11-1 0,0 11 0 0,12 0 0 0,-24 0 0 0,25 0 0 0,-25 11 0 0,24 2 0 0,-12 0 0 0,-11 11 0 0,11-24 0 0,-12 24 0 0,12-24 0 0,0 0 0 0,11 12 0 0,4-12 1 0,7 0-1 0,4-12-1 0,-2 0 1 0,0 12 1 0,-11-12 0 0,-1 12-1 0,-12-12 2 0,-11 12 3 0,-2-12 1 0,0 12-1 0,-11-13 0 0,13 0-3 0,0 13-2 0,11-11 0 0,0 11-1 0,11 0-18 0,2 0-125 0</inkml:trace>
  <inkml:trace contextRef="#ctx0" brushRef="#br0">6155 8382 2 0,'0'0'0'0,"-24"0"22"0,13-12-7 0,0 12-2 0,-2 0-3 0,1-12 1 0,12 0 1 0,-12 12-2 0,12-13-4 0,0 13 2 0,0 0-7 0,12 0-1 0,0 0 1 0,23 13 1 0,-11-1 0 0,2 0 0 0,46 0 3 0,-35 0-2 0,59-12 6 0,-47 13-6 0,12-13-1 0,-1 11 0 0,0 2-1 0,12-13 1 0,13 0-1 0,0 0 0 0,0 12-1 0,-1-12 1 0,13 12-1 0,85 0 1 0,-98 0-1 0,13 0 1 0,24-1 0 0,-36 2-1 0,11-13 0 0,86 25 2 0,-85-13-1 0,-1 0 0 0,98 12-1 0,-85-24 0 0,1 12 0 0,-3-1 0 0,3-11 2 0,-14 0-2 0,0 13-1 0,-11-2 2 0,97-11-1 0,-84 0 0 0,-3-11 1 0,14-2 0 0,-11 13 0 0,-2-11-1 0,110-1 0 0,-99 12 0 0,-9-12 0 0,11 0 0 0,-12 12 0 0,96-24 0 0,1-1 0 0,-85 12 1 0,-13 13-1 0,1-11 0 0,12-1 0 0,0 0 1 0,-13 0 0 0,14 0 0 0,-3 0 1 0,15-1 2 0,-13 2 0 0,0-2 2 0,12-11 1 0,-12 0-1 0,-12 11 0 0,-1-11-2 0,13-11 1 0,-85 35-5 0,-24-13-3 0,-24 13-24 0,-48 0-120 0</inkml:trace>
  <inkml:trace contextRef="#ctx0" brushRef="#br0">9458 8673 80 0,'0'0'0'0,"13"0"14"0,-1-12-1 0,0-14 10 0,0 2-18 0,-12 13 1 0,0-13-1 0,0-12 0 0,0 11 0 0,-12-11-2 0,-12 12-1 0,-1 12-1 0,-11 12-1 0,12 0 0 0,-11 24 0 0,22-12 0 0,0 24-1 0,1 1 1 0,24-1-1 0,14-13 0 0,9 1 1 0,-11-11 0 0,24-13 0 0,-23 0 1 0,-1-13 1 0,0-11 0 0,-12 13 0 0,0-1 0 0,-12 0 0 0,13 24-3 0,-2 11 1 0,2 14 0 0,11 0 0 0,-24 22-2 0,24 2 3 0,-24 12 0 0,-12 36-3 0,-12-74 3 0,-12 3-1 0,11-2 1 0,-11-25 0 0,-13 2 4 0,37-37-4 0,0 0-1 0,12-12 2 0,0-13-2 0,24-11 0 0,1 11 0 0,11-11-1 0,49-49 3 0,-49 61 0 0,12 22-3 0,-11 2 1 0,-2 13 0 0,2 11 0 0,-37 0-1 0,12 35 2 0,-12-9-2 0,0-2 1 0,12 0-1 0,-12 0 1 0,37 0 0 0,-13-24 0 0,12 0 0 0,1-13 1 0,-26 2-1 0,2-13 2 0,-1 0-1 0,-12-37 0 0,-25 37 0 0,1 12-1 0,0 0 0 0,-12 12 0 0,24-12 0 0,0 12 0 0,24 0-1 0,0 0 1 0,24 0 0 0,73 0 0 0,-61 0-1 0,2 0 1 0,-39 0 0 0,-11 0 0 0,0 24 0 0,0 12 0 0,0-12 0 0,24 1 0 0,-12-2 0 0,24-10-1 0,1-2 0 0,47-11 1 0,-59 0 1 0,11-11-1 0,-36-2 1 0,13-10 0 0,-38-15 0 0,1 14-1 0,-12 1 0 0,11 11 1 0,1 0-2 0,12 12 0 0,0 0-9 0,-1 24-14 0,26-12-8 0,23 23-76 0</inkml:trace>
  <inkml:trace contextRef="#ctx0" brushRef="#br0">10571 8673 73 0,'0'-12'13'0,"0"-14"2"0,0 2 0 0,-12 1-2 0,12 11-6 0,-25-12 0 0,14 24-5 0,-2 0-1 0,2 0 0 0,0 12-1 0,-15 12 0 0,26-1 1 0,0 1-1 0,0 2 1 0,26 9-1 0,-4-22 0 0,2 11 0 0,1-24 1 0,-1 0 1 0,1 0-1 0,-13-13 3 0,0-11-1 0,12-11-2 0,-12-2 0 0,0-11 0 0,-12 0 0 0,12-13 0 0,-12 1-1 0,0-1 1 0,0 0-1 0,0 0 0 0,-12 26 1 0,12 22-1 0,0 2 0 0,0 35-2 0,0 11 3 0,0 26-1 0,0 0 1 0,12 0 0 0,12-1 0 0,-11 13 0 0,11-13-1 0,0-12 1 0,11-23 0 0,2-13 1 0,11 12 1 0,-35-24-9 0,-1 0-136 0</inkml:trace>
  <inkml:trace contextRef="#ctx0" brushRef="#br0">17272 8370 23 0,'0'0'15'0,"-12"-12"-8"0,12 12 1 0,-12 0 3 0,0 0 2 0,0 0 4 0,-1 0-4 0,13 0-1 0,0 0 12 0,13 0-18 0,-13 12-1 0,12-12-1 0,-12 0 1 0,12 12-1 0,-12-12-1 0,0 12 1 0,24-12 0 0,1 13-1 0,-1-13-1 0,12 11 0 0,0-11-2 0,-1 13 1 0,15-1 0 0,-2 0 0 0,12 0 1 0,13-12-1 0,0 12 2 0,-1-12-1 0,13 12-1 0,-13-12 0 0,1 0-1 0,12 11 0 0,-1-11 0 0,-11 0 1 0,-1 0-1 0,-11 0-1 0,12 0 2 0,-12 0-2 0,11 13 1 0,0-13 0 0,1 0 0 0,-1 0 1 0,1 0-2 0,-1 0 2 0,13 0-1 0,-12 0 0 0,-13 0 0 0,1 0 0 0,0-13 0 0,0 13 1 0,-2 0-1 0,2 0 0 0,11 0 0 0,-11 0 0 0,-1-11 0 0,1 11 0 0,-13 0 0 0,0 0 0 0,1 0 0 0,-1 0 0 0,0 0 0 0,1 0-1 0,11-12 2 0,1 12-1 0,-13 0 2 0,13 0-2 0,-1 0 0 0,1 0 0 0,0 0 0 0,24-12 1 0,-26 12-1 0,2-12 0 0,-1 12 0 0,1 0 0 0,11 0 0 0,-11 0 0 0,-1 0 0 0,-11-12 1 0,-13 12-2 0,0 0 2 0,0-12-1 0,1 12 0 0,-1 0 0 0,11-13 0 0,3 13 1 0,-2-11-1 0,13 11 0 0,-13 0 0 0,0 0-1 0,13-13 2 0,-12 13-1 0,-1 0 0 0,0 0 0 0,12-12 0 0,-11 12 1 0,-1-12 0 0,13 0-1 0,-1 12 0 0,1-12 0 0,-2-1 0 0,15 2 1 0,-14-2-1 0,-11 13 1 0,-1-11 0 0,-12 11-1 0,-1 0 1 0,-9 0 0 0,-13 0-1 0,9-13 1 0,2 2-1 0,13 11 0 0,0 0 0 0,-1-13 0 0,12 13 0 0,-11 0 1 0,-1 0-1 0,-11 0 0 0,-14 0 2 0,0 0 0 0,2 0 0 0,0 0-1 0,11 0 0 0,-11 0 0 0,9 0-1 0,15 0 0 0,0 13 0 0,11-13 1 0,12 0-1 0,-11 0 0 0,-13 0 0 0,-1 11 0 0,-9-11 0 0,-26 0 1 0,12 0 0 0,-12 0 0 0,0 0-1 0,12 0 1 0,12 13-2 0,0-13 2 0,0 11-2 0,13-11 1 0,-13 0 0 0,-12 13 0 0,12-13 0 0,-24 0 1 0,12 0 0 0,-12 0-1 0,12 0 0 0,0 0 0 0,25 11 0 0,-13 2 0 0,12-1 0 0,-12-12 0 0,1 12 0 0,-13-12 1 0,-12 0 2 0,-12-12 0 0,-2 0-2 0,3 12-1 0,-13-13-2 0,0-11-7 0,-12 24-11 0,-1-11-28 0,13 11-65 0</inkml:trace>
  <inkml:trace contextRef="#ctx0" brushRef="#br0">19765 8502 43 0,'0'0'0'0,"-13"-23"36"0,0-1-9 0,0 0-5 0,2 0-9 0,-24-1 7 0,22-11-9 0,1 23-3 0,12 13-3 0,0 0-4 0,0 25-1 0,0-1 1 0,0 49 1 0,0 0 0 0,12 10 0 0,1 2-1 0,-13 0 0 0,11-24-1 0,-11-13 0 0,0-36 1 0,13-12 5 0,-13-12-4 0,0-60-1 0,22 35-1 0,17-11-1 0,-4 11-1 0,1 2 1 0,0 9 0 0,-11 26-1 0,-1 0 1 0,-12 0 1 0,0 26-1 0,-12 9 1 0,-12 50 1 0,-12-48-1 0,0-13 2 0,-13-12-1 0,0 0 0 0,2 0-1 0,-37 0-1 0,48-12-12 0,35-24-55 0,24 12-30 0</inkml:trace>
  <inkml:trace contextRef="#ctx0" brushRef="#br0">20332 8673 90 0,'-12'0'12'0,"-24"-12"2"0,11-1 4 0,-23 13-7 0,11 13-6 0,2 11 0 0,-2-13-3 0,13 37 0 0,24-11-2 0,0-13 0 0,24-11 0 0,13-2 1 0,23-11 3 0,-24-24-3 0,-12 13-1 0,1-14 1 0,-13 0 0 0,0 1 0 0,-12 24-1 0,0 0 0 0,36 0 0 0,-11 13 0 0,11-2 0 0,13-11 1 0,11 0-1 0,12 0 0 0,-12 0 0 0,-23-11 0 0,-13-13 2 0,-24 11 3 0,-12-10 0 0,-61-2 2 0,25 12-3 0,13 13-2 0,10 0 0 0,12 13-2 0,1 0 1 0,12 22-2 0,37 13 1 0,-13 2 1 0,24 10-1 0,-12 0 0 0,1 86 0 0,-37-75 0 0,0-21 1 0,-37-26 1 0,13 0 7 0,-72-37 1 0,47-83-7 0,38 24-4 0,33-1-9 0,41 0-25 0,44 13-98 0</inkml:trace>
  <inkml:trace contextRef="#ctx0" brushRef="#br0">20465 8914 45 0,'0'0'7'0,"49"-24"30"0,-13 12-23 0,12 0-3 0,0 0-1 0,1 0 2 0,-1-12 0 0,-11 0 1 0,-25-1-3 0,0 0-1 0,-12-10-5 0,0 11 0 0,-24 0-1 0,12-2-2 0,-25 26 1 0,13 0-2 0,-24 26 0 0,-1-2 0 0,13 11 1 0,1 14-1 0,10 11 1 0,12 1-1 0,13-12-1 0,0-1 1 0,38-24 1 0,-3 1-2 0,1-25 2 0,0 0-1 0,25-61 2 0,-25 13-2 0,1-25 1 0,-1-24-1 0,-11 1 0 0,10-98 0 0,-23 97 0 0,-24-12-1 0,12 24 0 0,-24 13 1 0,24 59 0 0,-11 13-1 0,-2 13 0 0,1 36 1 0,0 22 0 0,0 27 0 0,12 11 1 0,0 12 0 0,0 12 1 0,0-13-2 0,49 26 0 0,-14-122 1 0,-10-12-1 0,11-12-1 0,12 0-11 0,0-24-35 0,1 0-57 0</inkml:trace>
  <inkml:trace contextRef="#ctx0" brushRef="#br0">23949 8176 68 0,'-14'-11'7'0,"-21"-15"16"0,23 15 1 0,0-2-6 0,12 13-11 0,0 0-4 0,24 24 3 0,0 13-1 0,26 0 1 0,9-2 0 0,26 2-1 0,24 0 0 0,12-13 0 0,12-12 0 0,49 0-1 0,23-12-2 0,13 12 0 0,240-12 1 0,-203-12-3 0,-25 0 2 0,24-13-1 0,-12-10 2 0,-1-2 0 0,-10 0 0 0,-2-11 0 0,-22 0-3 0,-15 11 1 0,-34 2 0 0,-1-1-2 0,-60 11-1 0,-49 1-9 0,-36 24-6 0,-24-12-26 0,-36 12-91 0</inkml:trace>
  <inkml:trace contextRef="#ctx0" brushRef="#br0">25944 8564 106 0,'0'0'0'0,"0"-12"6"0,0 0 4 0,0 12 5 0,0 24-7 0,0 12-4 0,0-1-1 0,12-9-1 0,0 9 0 0,1-22 1 0,0-13 1 0,-2 0 3 0,0-13-2 0,2-22-2 0,-1 9-2 0,12-21 0 0,0 11-1 0,-12 12 0 0,13-2 1 0,-1 15-1 0,-12-1-1 0,0 24 1 0,0-1 1 0,0 27 0 0,12 33 0 0,1-34 0 0,0 0-1 0,-14-37 1 0,2 11 0 0,-2-11 1 0,13-11 0 0,-12-13-1 0,2 11 0 0,21-47 0 0,1 12-2 0,0 10 1 0,-24 38-1 0,-12 50 2 0,12 22 0 0,25-23-2 0,-1-26-7 0,1-10-13 0,11-2-15 0,-11 2-39 0,-26-13 34 0</inkml:trace>
  <inkml:trace contextRef="#ctx0" brushRef="#br0">26900 8528 77 0,'-12'-13'12'0,"-12"0"8"0,-1 2 0 0,1-1-5 0,-1 24-6 0,-10 25-1 0,35-1-6 0,0-12-1 0,0 36 2 0,11-47-3 0,2-1 1 0,-2 0 4 0,2-36 1 0,11-26-4 0,-12 27-1 0,0-1-1 0,13-12 0 0,-13 23 0 0,-12 26 0 0,0 23 1 0,12-12-1 0,0 12 1 0,0-12-1 0,0-24 1 0,13 13-1 0,-14-13 1 0,2 0 1 0,-13 0-1 0,12-50-1 0,0 27 0 0,-12-1 0 0,0-12 0 0,0 36 0 0,0-13-1 0,12 13-1 0,0 13 2 0,12-1 0 0,11 0-1 0,-22 0 0 0,24 0 0 0,-1-12 0 0,-12 12 0 0,0-12 1 0,-12 0 0 0,1-12-1 0,-1 0 2 0,-12 0 0 0,0 0 0 0,-12 0 4 0,12 12-4 0,-13 0 0 0,13 12-2 0,0 12 2 0,0 12-1 0,25-1 0 0,23 63-1 0,-36-37 0 0,-12-1 2 0,0 37-1 0,-12-49 1 0,-12-36 0 0,-12-1 1 0,-1-11 0 0,1-11-1 0,11-13 1 0,3-12-1 0,22-13-1 0,11 1 0 0,37-12-1 0,0-14 1 0,37 15 0 0,0 22-1 0,-13 1 0 0,1 24 0 0,-25 0 1 0,-24 12 0 0,-11 0 1 0,-13 24 1 0,-13-1-1 0,1 14-1 0,12-12 0 0,0-2 0 0,0-10 1 0,25-2-3 0,-13-11 3 0,24 0 0 0,-12-11 1 0,12-13-3 0,-11 12 2 0,-13-13-2 0,12 25-3 0,0-13 0 0,-13 13 0 0,2 0 2 0,-1 13 0 0,26 0-1 0,-16-13-1 0,3 12-5 0,-13-12 2 0,0 0 0 0,0-25-20 0,-12 1-40 0,0 11 22 0</inkml:trace>
  <inkml:trace contextRef="#ctx0" brushRef="#br0">27892 8502 70 0,'0'0'0'0,"-37"-11"55"0,13-13-23 0,24 24-32 0,36-12-117 0</inkml:trace>
  <inkml:trace contextRef="#ctx0" brushRef="#br0">13873 8528 61 0,'0'0'0'0,"-11"0"32"0,-2-13-15 0,13 13-5 0,13-13-4 0,-13 13-3 0,22 0 0 0,4-11-2 0,22 11 2 0,-12 11 0 0,13 2 0 0,-1 12-1 0,12-13-1 0,-11 0 0 0,11 0-1 0,1 0 0 0,-1-12 0 0,13 12-1 0,-1-12 1 0,1 0-1 0,12 0 0 0,11 0 0 0,13-12 0 0,12 0 1 0,-1-12-1 0,2 0 0 0,-25-2 1 0,-12 15-1 0,-26-1 0 0,-35 12-1 0,-24-12 0 0,0 24 5 0,-35-12-4 0,-1 0-1 0,-24 12 1 0,11-1-1 0,-24 2 0 0,-11 0-1 0,-12-13 2 0,-2 12-1 0,-11 0 0 0,0-12 1 0,-12 0-1 0,0 0 0 0,-12 0-1 0,0 0 2 0,-84-12 1 0,156 24-1 0,26-12 0 0,35 0-2 0,0 0 1 0,47 12 1 0,26 0 0 0,48-12-1 0,12 0 0 0,12 0 1 0,12-12 0 0,12 0 0 0,1-12 0 0,-37 11 1 0,-37 0-1 0,-47-10 4 0,-49 23-4 0,-85 0-130 0,60 12 65 0</inkml:trace>
  <inkml:trace contextRef="#ctx0" brushRef="#br0">6931 16437 80 0,'0'0'8'0,"-26"13"8"0,15-13 1 0,11 0 1 0,0 11-9 0,0-11-5 0,11 0 5 0,39-11 8 0,-26-2-13 0,85-59 7 0,-37 24-7 0,13-2-2 0,0 15 0 0,-13-1-1 0,37-12 0 0,-73 34-1 0,-23 3 1 0,-1 11 0 0,-12 0 2 0,-12-12-1 0,-13 12-1 0,1-12-2 0,0 12 1 0,-12 0 0 0,11 0 0 0,1 0 1 0,12 0-1 0,12 0 0 0,0-12-1 0,36 12 2 0,-11 0 0 0,-1 12 1 0,0 0 0 0,-12 0 1 0,-36 84-5 0,-23-11-54 0,-3 0-85 0</inkml:trace>
  <inkml:trace contextRef="#ctx0" brushRef="#br0">11442 15881 35 0,'0'0'0'0,"-12"-12"23"0,-12-49-2 0,24 26-2 0,-12-2-3 0,12 13-4 0,12 12-3 0,-12 24-5 0,0 36-2 0,12 13 1 0,-12 24-1 0,0 11-1 0,12-11 1 0,0 24-1 0,0-97-1 0,-12-1 2 0,0-11 5 0,12-23-3 0,-12-1-3 0,13-14 1 0,-2-9-2 0,2 11 0 0,23-1-1 0,-24 1 0 0,61 24 1 0,-37 12-1 0,0 36 0 0,-12 1 2 0,-12 11 0 0,0-1-1 0,-12-9-1 0,0-2 1 0,-60-1 4 0,12-22-2 0,-13-2 0 0,13-11-1 0,0 0 0 0,23-11 0 0,13-2-1 0,0 2-7 0,24-2-19 0,61-10-95 0</inkml:trace>
  <inkml:trace contextRef="#ctx0" brushRef="#br0">12095 16148 65 0,'-12'-14'10'0,"-13"-33"7"0,14 11-2 0,0-1-1 0,-14 25 0 0,0 0-5 0,1 12-5 0,0 24-1 0,-12 61 3 0,36-36-4 0,0-13-2 0,12-1 0 0,12-11 0 0,49-11 4 0,-48-37-3 0,10-12 0 0,-11 0 0 0,13-49 0 0,-26 73-1 0,2-12 0 0,-13 24 0 0,12 12-1 0,-12 24 2 0,12 0-1 0,12 13-1 0,0-13 1 0,49 23-6 0,-25-45-4 0,2-2-3 0,9-24 8 0,2-13 3 0,-13 1 1 0,0-12 1 0,-23 0 1 0,-1-13 1 0,-24 13 2 0,-12 12 3 0,-25 12 0 0,-11 12 0 0,0 0-2 0,-1 12-2 0,2 24-1 0,23 0-2 0,11 1 0 0,13-13 0 0,0 11 0 0,37-11-1 0,-2-11 2 0,1-13-1 0,0 0 0 0,1-24 1 0,-1 0-1 0,-24-12 1 0,25-61 0 0,-25 48 0 0,-12-11-1 0,-12 0 1 0,0-14 0 0,-13-70-1 0,13 108 0 0,12 24-1 0,0 24 0 0,0 83 0 0,12-21 0 0,0 22 1 0,13 1 0 0,-1 0 1 0,36 24-2 0,-36-86 1 0,2-9 0 0,-4-15-37 0,15-11-82 0</inkml:trace>
  <inkml:trace contextRef="#ctx0" brushRef="#br0">17211 16039 58 0,'0'-13'9'0,"0"1"-1"0,0 0-3 0,13 12 1 0,-1 24 2 0,0 1-1 0,0 23-3 0,0-13-2 0,0 3 1 0,-12-2 0 0,0-25 1 0,0-11 6 0,0 0 3 0,0-35-11 0,13 11-1 0,-2-25-1 0,13 13 0 0,-11-13 1 0,11 1-1 0,0 24 0 0,0 0 0 0,0 11 0 0,-12 13-1 0,13 24 1 0,-14 13 1 0,2-1 0 0,-2 13 0 0,2-1 0 0,-1-11-1 0,0-1 0 0,0-24 1 0,0 0 0 0,-12-12 1 0,12 0 3 0,1-24-4 0,-1-12 1 0,0-1-2 0,12 1 0 0,0 0 1 0,13-1 0 0,-13 1 0 0,0 11-1 0,0 14 0 0,-13 11 0 0,2 11-1 0,-2 14 0 0,-11 11 1 0,0 1 0 0,0 11 1 0,13-12 0 0,-13 13 0 0,26-25-1 0,-4-1-2 0,3-10-17 0,11-2-27 0,1-11-43 0</inkml:trace>
  <inkml:trace contextRef="#ctx0" brushRef="#br0">18324 16039 55 0,'0'-13'12'0,"-12"-11"7"0,-12 0 1 0,-1 12-3 0,-10 0-6 0,10 12-5 0,-11 12-3 0,0 12-2 0,24 12-1 0,-14 13 1 0,15-1-1 0,22 1 1 0,3-25 0 0,22-1-1 0,-23-10 1 0,22-13-1 0,-23-13 2 0,13 2-1 0,-1-25 0 0,-24-2-2 0,11 3 2 0,2-13-1 0,-1 11 0 0,-12 1 1 0,12 24-1 0,0 0 0 0,0 24 0 0,0 12 1 0,-12 12 0 0,12 13 0 0,1-13-1 0,-1 13 2 0,12-13-2 0,12-13-16 0,-11 1-18 0,-1-24-18 0,-12 0 12 0</inkml:trace>
  <inkml:trace contextRef="#ctx0" brushRef="#br0">18628 16051 30 0,'0'0'0'0,"0"-12"15"0,0 24-7 0,0 0 4 0,0 12 1 0,0 0-3 0,11-1-3 0,-11 15-3 0,0-26 0 0,0 0 1 0,11-12 2 0,-11 0 6 0,-11 0 1 0,11 0-7 0,0-24-2 0,-11 0 1 0,11-1-1 0,0-11 0 0,0 0-4 0,11-1 0 0,-11 1 0 0,24 24-1 0,0 0 0 0,0-1-3 0,13 13-14 0,-1 13-21 0,12 11-16 0,-24-12-3 0</inkml:trace>
  <inkml:trace contextRef="#ctx0" brushRef="#br0">19110 16063 42 0,'0'0'0'0,"0"-37"34"0,0 25-16 0,-12-24 4 0,-12 12-5 0,12 0-7 0,0 24-5 0,-12 0-2 0,13 0-3 0,-2 0 1 0,2 24-1 0,-3-12 0 0,14 0 0 0,0 0 0 0,14 0 0 0,-3 12 0 0,2-11 0 0,9-1 1 0,-22 24 0 0,13 0-1 0,-1 1 2 0,0 11 0 0,0 25-1 0,-12 11 0 0,12-12 0 0,0-11 0 0,-12-24 0 0,-12-13 5 0,-24-12 8 0,0-12-6 0,-25 0-3 0,1-25-1 0,0 1-1 0,11-12-1 0,25 11-1 0,12 1-1 0,24-11-3 0,24 9-23 0,12 15-52 0,-23 11 10 0</inkml:trace>
  <inkml:trace contextRef="#ctx0" brushRef="#br0">23998 16075 47 0,'0'-12'11'0,"11"-12"8"0,13-13 2 0,0 1 1 0,-11 0-5 0,-2-13-7 0,-11 13-4 0,-24-1-2 0,0 37-2 0,-24 0 0 0,12 24 0 0,-13 25 0 0,25 0-2 0,24 11 1 0,0 1-1 0,24-13 1 0,11-24-1 0,15-24 0 0,-15 0 1 0,15-12 0 0,-26-12 0 0,-13-12 0 0,2-1 1 0,-13 13-2 0,0 0 1 0,0 24 0 0,0 0-1 0,0 0 0 0,0 24 0 0,12 25 0 0,0-1 1 0,0 13-1 0,0 10 0 0,0 86 0 0,-12-96 0 0,-24-12 1 0,12 0-1 0,-12-25 1 0,-24-12 4 0,23-12 3 0,-11-25-3 0,25 14-3 0,-2-26 0 0,2 13-2 0,46-74 1 0,1 39-1 0,13-2 0 0,11 1-2 0,1-2 1 0,0 15 2 0,-13 23-1 0,-11 12-1 0,-15-13 1 0,-9 25-1 0,-13 25 1 0,0-1 1 0,24 24-2 0,-12-37 2 0,13-11-1 0,-1 0 0 0,-13-11 0 0,2-1 0 0,-13-24 1 0,0 24 0 0,0-25-2 0,-24 25 1 0,11-12 1 0,-48 0-2 0,61 24 1 0,0-12 0 0,25 12 0 0,48 0-1 0,-37 0 1 0,1 0-1 0,35 24 1 0,-48-12 0 0,-24 37-1 0,0-25 2 0,0 0-1 0,11-12 0 0,2 0 0 0,12-12 0 0,0 0 0 0,-3 0 0 0,15-24 0 0,-11 12 1 0,-15-12-1 0,-11-13 0 0,0 13 1 0,-25 0 0 0,0 12-1 0,1-1 0 0,-11 13 0 0,-2 25-32 0,62 23-66 0,0-36 51 0</inkml:trace>
  <inkml:trace contextRef="#ctx0" brushRef="#br0">25206 16075 53 0,'0'0'0'0,"-12"-24"30"0,0 12-8 0,-13-13 1 0,-10 1-7 0,-1 0-6 0,11 24-3 0,1-25-3 0,0 25-1 0,0-11-2 0,0 22 0 0,11 2-1 0,1-1 0 0,0 12 1 0,12-12-1 0,0 12 0 0,12-11 0 0,0-13 0 0,13 0 1 0,-1 0 0 0,-12-13 0 0,12-23 0 0,-11 12-1 0,9-12 1 0,4-13 1 0,-14 13-2 0,-12 23 0 0,0 2 0 0,0 11 1 0,0 0-1 0,0 24 1 0,-12-13 1 0,12 26 2 0,0 11 0 0,12-11 2 0,0 11-2 0,1 1 0 0,22-13-1 0,-11-13 0 0,2-9 1 0,-4-14-1 0,3 0 0 0,-1-14-2 0,0-9-2 0,-12 11-23 0,1 0-123 0</inkml:trace>
  <inkml:trace contextRef="#ctx0" brushRef="#br0">25182 15736 27 0,'-12'-36'12'0,"-1"-24"9"0,2-1 5 0,0 12 4 0,-2 25-6 0,13 24-8 0,0 24-10 0,0 37-5 0,0 12-1 0,13 23-23 0,-2-11-80 0</inkml:trace>
</inkml:ink>
</file>

<file path=ppt/ink/ink15.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26T18:52: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4137 9882 28 0,'0'0'0'0,"-13"-12"22"0,13 12-18 0,25-12 4 0,-13-1 3 0,12 13-1 0,0-11 0 0,0 11-1 0,26-13-3 0,-3 13-1 0,74 0 4 0,-48 0-6 0,23 0-2 0,1 0 1 0,24-11 1 0,0 11 0 0,24-13-1 0,12 1 0 0,-11 0 0 0,11 12-1 0,145-13 3 0,-157 13-1 0,13-11-1 0,-13 11-1 0,-12-13 2 0,1 13-1 0,-2 0 0 0,1 0-1 0,-11 0-1 0,95 0 1 0,-110 0 0 0,3 0-1 0,-13 0 1 0,12 0-1 0,1 0 1 0,10 0-1 0,122 0 2 0,-73 0-1 0,120-11 3 0,-131 11-2 0,-12 0-1 0,-2 11 1 0,-10 2-1 0,-1-2-1 0,0-11 1 0,0 13-1 0,-24-13 1 0,12 12 1 0,-12 0 1 0,-1 12 1 0,1-11 0 0,0-2 2 0,-12 2 0 0,-12-13 0 0,48-13-2 0,-85 2-3 0,-24 11-1 0,-24 0-9 0,-12 0-45 0,0 11-23 0</inkml:trace>
  <inkml:trace contextRef="#ctx0" brushRef="#br0">22074 6483 52 0,'0'0'3'0,"0"0"2"0,0 0 56 0,0 0-58 0,11 13-1 0,13-1 0 0,1-12 0 0,11 12 0 0,13 0 2 0,-1 0-1 0,13 0 0 0,11 0-1 0,13-1-1 0,12 2 0 0,0-13 0 0,11 11 0 0,1 2-1 0,12 0 1 0,12-1-1 0,-12 0 0 0,12-12 0 0,-11 11 0 0,-2-11 1 0,13 13-1 0,12-13 0 0,1 0-1 0,11 0 1 0,-1 0 1 0,-10 0-1 0,-1 0 0 0,-12 0 0 0,0 0-1 0,13 0 3 0,-1-13-1 0,0 13 0 0,1-11 0 0,10 11-1 0,-10-12 1 0,-2 12-1 0,2 0 1 0,12-12 0 0,-2-1 0 0,14 13-1 0,-2-13 1 0,2 2 3 0,25-2-2 0,-15 13-1 0,1-11 2 0,1 11 2 0,-14-12 0 0,2 0-1 0,0 0 1 0,-13 0-1 0,-12-12 1 0,0-2-1 0,-12 15 0 0,1-13-1 0,-27 12 0 0,-22 0-1 0,-24 0 0 0,-24-1-2 0,-25 13-5 0,-24 0-45 0,-12 0-76 0</inkml:trace>
  <inkml:trace contextRef="#ctx0" brushRef="#br0">25533 6556 39 0,'0'0'0'0,"0"0"15"0,24-12 4 0,-24-12-2 0,12 12 0 0,13-61 15 0,-25 37-22 0,0-13-2 0,0-48 3 0,0 60-6 0,0 13 3 0,0 24-4 0,0 0-4 0,24 85 2 0,-24-24 0 0,0 12 0 0,0 12-1 0,0 22 0 0,0 2-1 0,0 74 1 0,11-111 0 0,2-23-1 0,-1-13 0 0,-12-13 1 0,36-23 1 0,-24-23 0 0,25-1-2 0,-13-14 1 0,0-9-2 0,0-50-5 0,-11 48 1 0,-13 14 2 0,-25-15 2 0,-11 39 0 0,0-13 0 0,-1 11 0 0,1 13 2 0,11-11-1 0,25 11 0 0,-11 0 1 0,35 0-3 0,0-12 3 0,24-13-1 0,13 12 0 0,60-22-1 0,-73 23 1 0,-24 12 1 0,-11 0 0 0,-13 0 0 0,0 23 6 0,0 1-6 0,-13 2-1 0,13-2 0 0,0 0 0 0,0-13-3 0,13 2-10 0,11-2-95 0,-13-11 58 0</inkml:trace>
  <inkml:trace contextRef="#ctx0" brushRef="#br0">25931 6181 139 0,'0'0'0'0,"-59"-37"2"0,47 14-1 0,12 9-2 0,0 3-5 0,12-2-18 0,25 13-15 0,10 38-24 0</inkml:trace>
  <inkml:trace contextRef="#ctx0" brushRef="#br0">26150 6350 62 0,'0'0'35'0,"0"0"-20"0,0 12 2 0,12 1 8 0,12-2-11 0,-12 14-5 0,25-1-5 0,0 11-2 0,-2 3-1 0,1-2-1 0,2-1 0 0,-16-11-2 0,-9 2-4 0,-13-14-6 0,0-12 1 0,0 0-25 0,0-38 14 0,0 3 7 0,0-1-3 0,0-13 1 0,12 13 11 0,-12 12 8 0,-12 12 15 0,-1 0 10 0,2 24-6 0,-24 12-3 0,-4 11-4 0,4 15-4 0,-1-2-5 0,11 0-3 0,1 13-2 0,24-13-6 0,0-11-9 0,13-13-18 0,35-13-63 0</inkml:trace>
  <inkml:trace contextRef="#ctx0" brushRef="#br0">26513 6677 75 0,'12'-24'19'0,"12"0"-7"0,12 11 5 0,-11-11-2 0,11 0-5 0,-12 0-6 0,11 12-1 0,-10-12-1 0,-11-1 3 0,-14 25 2 0,0-13 7 0,-26 13-12 0,2 26 0 0,0-2 1 0,0 0 0 0,0 11-2 0,12 2 0 0,12 0-1 0,12-13 0 0,25 0-3 0,-2 0-7 0,86-24-44 0,-48 0 12 0,0-13 1 0,-25 2 3 0</inkml:trace>
  <inkml:trace contextRef="#ctx0" brushRef="#br0">27178 6579 22 0,'0'-23'29'0,"-25"-13"11"0,3-1-9 0,-17 13-9 0,-7 12-3 0,-3 12-6 0,13 0-6 0,11 0-4 0,1 23-1 0,12 15-1 0,12-14 0 0,-12 12-2 0,24-1 1 0,12-22 1 0,0 0-1 0,13-1 1 0,-13-12-1 0,48-62 1 0,-48 15-1 0,2-2 1 0,-4-11-1 0,-22-25 1 0,0 0 1 0,0 0-2 0,0 24 0 0,-11-34 0 0,11 71 0 0,0 24 3 0,-11 12-1 0,-2 36 0 0,13 11 3 0,0 26 0 0,0 13-1 0,24-13-1 0,12 10-2 0,0-33-1 0,1-2-2 0,-1-11-25 0,-12-2-74 0,-12-34 35 0</inkml:trace>
  <inkml:trace contextRef="#ctx0" brushRef="#br0">8672 6277 26 0,'-12'0'20'0,"0"-11"1"0,0-2-3 0,0 13-5 0,0 0 0 0,12 0-3 0,0 0-6 0,0 0-4 0,12 13 1 0,12-13 1 0,-12 11 2 0,12-11 0 0,-12 13-1 0,13-2 0 0,11-11-1 0,-12 13 1 0,25-1 1 0,0 0-2 0,10 0 2 0,2 0-2 0,24 1 0 0,-1-2-1 0,14 14-1 0,-2-13 1 0,0 0 0 0,25 0-1 0,-12-12 2 0,-12 12-1 0,109-12 0 0,-110 0-1 0,1 0 0 0,0-12-1 0,0 12 1 0,-1 0 2 0,1 0 0 0,-12-12-1 0,0 12-1 0,108 0 0 0,-96-12-1 0,0 12 2 0,-1-12 0 0,86 0 0 0,-85 12-1 0,-1-13 0 0,1 2 0 0,12-2 1 0,0 1-1 0,96 12 2 0,-108 0-2 0,-12-12 1 0,0 12-1 0,11 0 1 0,74-12-1 0,-86 0 0 0,12 12 0 0,2-13-2 0,-1 2 4 0,84-13 1 0,37 11-3 0,-134 13 0 0,1-11 0 0,12 11-2 0,-12-13 2 0,0 0 1 0,0-11 1 0,-26 24 2 0,62-24 5 0,-36 13-2 0,48-13 4 0,-109 24-11 0,-12 0 1 0,-12 0-32 0,-47 11-126 0</inkml:trace>
  <inkml:trace contextRef="#ctx0" brushRef="#br0">15869 6229 54 0,'-11'-13'16'0,"-14"-11"6"0,13 13-5 0,-1-2-4 0,13 13-6 0,25 13-3 0,0 11-1 0,22-13 2 0,26 2-1 0,11 11-1 0,14 0 1 0,-2-11 1 0,25 11-1 0,12-12-2 0,11 12-1 0,14-12 1 0,0 1-1 0,11-2 1 0,-11-11 0 0,-2 13-1 0,14-13 2 0,-13-13-1 0,0 13-1 0,-12-11 1 0,158-2 0 0,-170 1 0 0,12 0 2 0,0 0 1 0,-12 0 1 0,12-1-2 0,62 2 0 0,-51-2 1 0,-59 13-2 0,109-24 3 0,-73 13 0 0,0-2-2 0,60-11 2 0,-157 24-4 0,-36-13-1 0,-12 2-14 0,-71 11-76 0,44 11 2 0</inkml:trace>
  <inkml:trace contextRef="#ctx0" brushRef="#br0">10016 6653 19 0,'0'-12'3'0,"24"0"8"0,-13-14 9 0,0 2 8 0,2 1-7 0,-13 23-4 0,12-12-4 0,-12 12 1 0,0 0-3 0,-12 0-6 0,-12 0-2 0,-24 24-2 0,11 0 1 0,1 0-1 0,0 13-1 0,24-26 0 0,12 26 0 0,0-26 0 0,48 39-1 0,-12-39 1 0,1 26 0 0,0-1 0 0,-37-12 1 0,0-12 3 0,-37 1 3 0,0-1-3 0,1 0-1 0,0-12-3 0,-37 12-6 0,61-12-18 0,0 0-51 0,12-12 17 0</inkml:trace>
  <inkml:trace contextRef="#ctx0" brushRef="#br0">10378 6688 64 0,'0'0'0'0,"0"-59"50"0,0 33-36 0,0 15 2 0,-12-2-6 0,12 13-5 0,-12 0-4 0,-13 37 0 0,14 0 0 0,-14 47 2 0,13-35-3 0,24-13 0 0,0 0 0 0,25-12 1 0,35 1 0 0,-37-25 2 0,63-49 0 0,-62 13 0 0,-11 11-2 0,-1-10 1 0,-12 10-1 0,-12 0 0 0,0 25 0 0,0-11 1 0,0 22-3 0,0 2 2 0,-12 24-2 0,24-2 2 0,0 2-2 0,12-1 0 0,12-11 0 0,1-1 1 0,-13-12 0 0,11-12 1 0,2 0-1 0,0-12 0 0,-26-12 0 0,14-1 2 0,-13 1 3 0,-12-12 2 0,-12-1-2 0,0 1 0 0,-23 0-2 0,9 12-1 0,-11 11-1 0,2 2-1 0,11 11 1 0,0 11-2 0,0 13-6 0,11 13-12 0,13-13-18 0,13 13-90 0</inkml:trace>
  <inkml:trace contextRef="#ctx0" brushRef="#br0">11007 6737 80 0,'0'-12'12'0,"0"12"-9"0,0 0-1 0,12 0 2 0,0 24 0 0,12 0-1 0,-12 13-2 0,0-1 0 0,1-12 0 0,-2 13 0 0,-11-25 3 0,0 0 6 0,0-12 4 0,0 0 0 0,-11 0-3 0,11-12-3 0,0-25 1 0,0 13-2 0,11-61 0 0,14 49-5 0,-13 0-2 0,12 12 0 0,11 11-1 0,2 2-7 0,36 11-63 0,-37 11 0 0,-24 2 35 0</inkml:trace>
  <inkml:trace contextRef="#ctx0" brushRef="#br0">11442 6870 69 0,'0'0'0'0,"0"0"27"0,12-12-17 0,13 0 9 0,-14-24-1 0,26 23-8 0,35-47-1 0,-60 35-6 0,1-10-1 0,-1 22 1 0,-24-10 0 0,-13 11-1 0,-10 12-1 0,10 0-1 0,-11 24 1 0,23 11-1 0,-11 2 1 0,12 0 2 0,12 11-1 0,0-12-1 0,25 13 0 0,-1-25 1 0,12-12 3 0,24 0-1 0,-10 0-1 0,-3-12-1 0,-11-12-1 0,-12 0-7 0,-11 0-43 0,-13 0-68 0</inkml:trace>
  <inkml:trace contextRef="#ctx0" brushRef="#br0">16849 6677 61 0,'0'0'0'0,"0"-24"38"0,0 24-28 0,0 0-6 0,0 11 3 0,-12 26-1 0,12-1-2 0,0 13-1 0,12-13 0 0,-12 0-2 0,12 1 0 0,0-37 2 0,-12 12 2 0,12-12 5 0,-12-12-1 0,0-13-6 0,12 13 0 0,0-36-2 0,0 11 1 0,1 1-1 0,11-13 0 0,13 2-1 0,-26 9 1 0,13 27-1 0,0-2 0 0,0 13 0 0,-11 24 0 0,11 14 0 0,-13-2 1 0,14-1-1 0,-13 2 0 0,0 0 0 0,0-13 0 0,-12 0 1 0,12-12-1 0,-12-12 1 0,12-12 7 0,-12-12-7 0,13 0 0 0,-1 0-1 0,0-13 0 0,12 0 0 0,1 13 0 0,10-11 0 0,-22 9 1 0,11 15-2 0,-11 11 1 0,-13 11-1 0,11 2 1 0,-11 24 1 0,13-2-1 0,-13 2 0 0,11 0 0 0,-11-13 0 0,11 0 0 0,-11 0-2 0,13-12-9 0,13 12-16 0,-4-24-31 0,-9 0-15 0</inkml:trace>
  <inkml:trace contextRef="#ctx0" brushRef="#br0">17828 6653 90 0,'0'-24'14'0,"-24"-2"0"0,11 15 1 0,-22-2-4 0,11 13-4 0,-13 13-3 0,13 24-2 0,0-2 0 0,12 2-1 0,0 11 0 0,24-11-1 0,0-13 1 0,12 0 0 0,0-12 0 0,1-12 0 0,-1-12 0 0,1 0 1 0,-14-13 0 0,0-10 0 0,-11 10-2 0,13-11 1 0,-13 12 0 0,11 0-1 0,2 12 0 0,-13 12 0 0,12 0 0 0,2 12 0 0,-3 12 1 0,0 0 0 0,14 12 0 0,-13-11-1 0,0-1 0 0,0 0-1 0,12 0-9 0,1-12-29 0,-1-12-39 0,-12 0 40 0</inkml:trace>
  <inkml:trace contextRef="#ctx0" brushRef="#br0">18178 6688 56 0,'0'0'11'0,"-11"-11"16"0,11-2-4 0,0 2-3 0,0 11-9 0,0 11-7 0,0 13-1 0,11-11-2 0,-11 23 0 0,0 0 0 0,-11 1-1 0,11-13 0 0,0-12 1 0,0 0-1 0,0 0 1 0,0-24 14 0,11-49-5 0,2-24-1 0,-13 50-7 0,24-1-2 0,2-2 0 0,-15 14-2 0,25 24-7 0,-12 0-14 0,12 13-23 0,13 24-44 0</inkml:trace>
  <inkml:trace contextRef="#ctx0" brushRef="#br0">18723 6712 111 0,'0'-11'19'0,"-12"-37"-8"0,12 11 2 0,-12 0 0 0,-12 14-3 0,-1 11-4 0,14 12-5 0,-13 12-1 0,-13 11 0 0,24 27-1 0,2-15 0 0,11 13 0 0,0-23 1 0,24 0 1 0,13-25-1 0,-13 0 1 0,12-13 1 0,-12-24 3 0,0 2 3 0,-24-1-1 0,12-2-2 0,-12 3-1 0,0 23-1 0,0 12-2 0,-12 12-3 0,24 23 2 0,1 26 0 0,23 37 1 0,-36-38-1 0,24 61 0 0,-12-36 0 0,-12-1-1 0,0 1 1 0,-12-37 0 0,-12 0 1 0,12-24 1 0,-25-11 1 0,13-13 1 0,0 0-1 0,0-37-2 0,0 13 1 0,0-24-1 0,11-61-2 0,39 49-2 0,-4-2-10 0,51-9-18 0,12-14-39 0,-24 37-21 0</inkml:trace>
  <inkml:trace contextRef="#ctx0" brushRef="#br0">19328 6797 86 0,'0'0'48'0,"0"13"-15"0,0 11-15 0,-24-24-11 0,-12 12-33 0,12-12-102 0</inkml:trace>
</inkml:ink>
</file>

<file path=ppt/ink/ink16.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26T18:52: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20948 8588 98 0,'0'0'15'0,"25"0"-9"0,-1 0 14 0,12 0-1 0,1-12-7 0,36 12-4 0,-13-12-3 0,0 0-3 0,1 12-1 0,-1-12-2 0,-24 12-9 0,-23 0-20 0,-13 0-26 0,-13 0-22 0</inkml:trace>
  <inkml:trace contextRef="#ctx0" brushRef="#br0">21022 8769 72 0,'0'0'15'0,"24"25"32"0,12-25-22 0,0 0-8 0,25 0-8 0,-1 0-5 0,-11 0-4 0,-2 0-17 0,2 0-52 0,-13 0-23 0</inkml:trace>
  <inkml:trace contextRef="#ctx0" brushRef="#br0">22146 8298 121 0,'0'0'0'0,"12"-37"12"0,13 24-6 0,-14 13 11 0,2 13 0 0,-13 24-3 0,0 23-4 0,-13 25-4 0,2 0-1 0,-2 22-1 0,1-9-3 0,0-13 0 0,0-1-1 0,12-23 0 0,0-25-3 0,-12-24-4 0,12-12-10 0,0 0-15 0,12-36-36 0,0 12-4 0</inkml:trace>
  <inkml:trace contextRef="#ctx0" brushRef="#br0">22352 8261 130 0,'0'0'4'0,"-12"24"-2"0,12 13 7 0,0 11 13 0,0 13-2 0,-12 10-10 0,12 15-5 0,-12 70-2 0,12-82-3 0,-12-26 0 0,12-12 1 0,0-11-2 0,0-13 0 0,-12 0-8 0,12-12-11 0,0-12-28 0,-12 0-51 0</inkml:trace>
  <inkml:trace contextRef="#ctx0" brushRef="#br0">22024 8502 108 0,'0'0'8'0,"26"0"-7"0,9 0 14 0,26-23 10 0,24 11-7 0,-12-12-11 0,10 12-6 0,2-1-3 0,-48 13-10 0,-25 0-18 0,-12 0-18 0,-12 0 5 0,-47 25 1 0</inkml:trace>
  <inkml:trace contextRef="#ctx0" brushRef="#br0">22134 8611 18 0,'-36'24'20'0,"1"2"4"0,10-2-3 0,25-13 4 0,25-11 1 0,10 13-7 0,13-13-6 0,13-13-2 0,-1 2-3 0,13-13-1 0,-13 24-4 0,1-13-14 0,-50 13-62 0,-11 0-2 0</inkml:trace>
  <inkml:trace contextRef="#ctx0" brushRef="#br0">23224 8502 56 0,'0'0'30'0,"-13"-11"-18"0,13 35 4 0,-12 13 1 0,-13 46-3 0,25-22-12 0,0-13-1 0,0 13-6 0,-13-24-15 0,13-13-20 0,0-24-31 0</inkml:trace>
  <inkml:trace contextRef="#ctx0" brushRef="#br0">23211 8115 61 0,'0'0'0'0,"0"0"-2"0,24 24-3 0,-13 2-9 0,38 22-24 0</inkml:trace>
  <inkml:trace contextRef="#ctx0" brushRef="#br0">23428 8757 52 0,'0'0'0'0,"-12"12"5"0,0 13 4 0,0-14 15 0,12-11 10 0,12-24-29 0,0 0-3 0,13-13 0 0,-1 2-1 0,0-15-1 0,13 3 0 0,35-26 0 0,-24 49 1 0,-12 12 5 0,0 12 4 0,13 12 0 0,24 49 2 0,-61-13-10 0,0 0-2 0,-12 0 0 0,0 0-7 0,0-23-8 0,0 0-67 0,12-14 18 0</inkml:trace>
  <inkml:trace contextRef="#ctx0" brushRef="#br0">24203 8515 64 0,'0'-36'34'0,"0"24"-2"0,-13 12-17 0,-23 12-5 0,12 24-2 0,-25 49-3 0,25-37-4 0,24 13-1 0,0-13 0 0,24-24 0 0,13 0 0 0,72-11 2 0,-60-26-1 0,-1-11 0 0,0-13 0 0,-24 13 0 0,0-11 0 0,-12-2 1 0,-12 13-1 0,0 0 1 0,0 24-1 0,-12 0-1 0,12 48 0 0,12-11 0 0,0 11 0 0,12-12 1 0,0 0-1 0,1 1-1 0,-1-25 0 0,37 0 2 0,-13-36 0 0,-13-13 0 0,28-48 9 0,-52 50-3 0,0-26-2 0,-11 13-1 0,-22 24-1 0,-41-13-3 0,28 37-2 0,-1 13-9 0,-13 47-77 0,37-37-9 0</inkml:trace>
  <inkml:trace contextRef="#ctx0" brushRef="#br0">24880 8600 88 0,'-12'0'9'0,"12"-12"-7"0,12 12 3 0,0 12 5 0,-12 12-1 0,12 13-5 0,0 11-3 0,-12-13 0 0,12 2 0 0,-12-13-1 0,0-11 5 0,0-2 11 0,0-11 3 0,0-24-9 0,0-12-2 0,12-37 0 0,0 38-7 0,25-2-1 0,-13 1-1 0,0 12-2 0,0 0-11 0,1 24-30 0,11-12-36 0,-23 12 38 0</inkml:trace>
  <inkml:trace contextRef="#ctx0" brushRef="#br0">25327 8600 70 0,'-12'-12'29'0,"24"12"-12"0,-12 12 4 0,0 12-7 0,13 13-6 0,-13 11-5 0,12 0-1 0,-12 0 1 0,0 1-1 0,-12-25 0 0,12-12 2 0,0 0 5 0,0-24 17 0,12-12-20 0,0-13-1 0,0 2-1 0,12-15-3 0,13 2 0 0,-15 0 0 0,16 0-5 0,-13 0-6 0,10 24-10 0,-11 11-6 0,13 26-5 0,-13 11-1 0,0 12 0 0,-12 0 6 0,12 13 12 0,1-2 9 0,11-23 6 0,0 1 5 0,0-13 16 0,-11-12 11 0,-1 0-2 0,12-12-5 0,-12-13-10 0,-12 1-9 0,0 0-4 0,-12-11-2 0,0-2 0 0,-37-11-1 0,2 48 3 0,-1 0 0 0,-13 24 2 0,1 11-1 0,24 3-2 0,-1 9-1 0,25-10 0 0,13 11-1 0,23-11-1 0,25-1 0 0,11-24-9 0,26-12-16 0,-3 12-24 0,-10-24-16 0,-48 12 34 0</inkml:trace>
  <inkml:trace contextRef="#ctx0" brushRef="#br0">26464 8661 109 0,'0'0'0'0,"-36"-13"28"0,11 13-11 0,3 0 0 0,-16 0 1 0,2 25-8 0,1-2-6 0,22 14-5 0,-11-1 1 0,24 0 1 0,12 13-2 0,24-13 0 0,-1-12-2 0,28-11 1 0,69-1-9 0,-47-24-1 0,0-25-4 0,-50 13 12 0,26-48-1 0,-37 11 6 0,-12-11 2 0,0-13 0 0,-12 0 0 0,-12 1 2 0,0 10 4 0,-1 39 2 0,2 22-1 0,-2 13-4 0,13 13-3 0,-11 22 2 0,11 14 0 0,0 24 0 0,0 0-3 0,11 95-1 0,2-83-3 0,-2-12-6 0,14-25-3 0,-13-23-8 0,-12-25-11 0,0 0-10 0,-12-13-25 0,0 1 30 0</inkml:trace>
  <inkml:trace contextRef="#ctx0" brushRef="#br0">26610 8635 47 0,'0'0'0'0,"12"-11"26"0,12 11-3 0,24 0 5 0,13 11-6 0,-1 2-7 0,25-13-6 0,-13 13-3 0,-11-13-1 0,48-37 1 0,-85 1-3 0,-12 0 1 0,0-14-2 0,-12 3 1 0,0-14-1 0,0 0 0 0,-12 13-1 0,12 0 0 0,0 24 3 0,-12 24-1 0,12 0-3 0,0 24 2 0,-13 13 0 0,2 22 1 0,0 15-1 0,11 21 0 0,0 14-2 0,11-11-1 0,0-2 0 0,26-35 2 0,-1-13-1 0,-11-35 1 0,-1-38 0 0,12 1 0 0,1-25-1 0,-13 1 1 0,0 0-2 0,0 0 2 0,36 11-4 0,-48 37 2 0,1 25 1 0,0 11-2 0,-2 12 2 0,0 0 0 0,26 1 0 0,-25-25-1 0,12 0 2 0,1-12 0 0,-13-12-1 0,24-24 0 0,-12 12 2 0,25-72-2 0,-25 34 2 0,-12 15-1 0,-12-13 1 0,12 35 0 0,1 0 1 0,-13 13-1 0,0 85-3 0,0-24 1 0,0 24 0 0,0 24 1 0,0 12-1 0,0-12 0 0,0-13 0 0,-13-23-1 0,-23-13 1 0,0-35 1 0,-1-13 4 0,-23-12 1 0,-13-48 2 0,61-1-7 0,-1 0-1 0,26-12-1 0,23 2-8 0,37-15-19 0,24 15-71 0,-61 35 17 0</inkml:trace>
  <inkml:trace contextRef="#ctx0" brushRef="#br0">28762 8248 114 0,'0'-24'13'0,"0"-35"4"0,0 47 5 0,0 12-3 0,-12 12-10 0,0 47 0 0,-25 15 0 0,26 10-3 0,-13 13-4 0,13 12 0 0,-2-12-1 0,13-25-2 0,13-11 0 0,-13-25 2 0,11-24-1 0,-11 0-4 0,0-12-9 0,0 0-10 0,13-24-33 0,22-1-51 0</inkml:trace>
  <inkml:trace contextRef="#ctx0" brushRef="#br0">29162 8564 104 0,'0'0'25'0,"-13"-24"-17"0,13 24 5 0,-24 0 6 0,-37 0-2 0,13 24-8 0,0 23-5 0,12 3-2 0,12-2-2 0,12 0-1 0,24-11 1 0,12-26-1 0,12 2 2 0,60-26 1 0,-47-23-2 0,-25 11 0 0,1-34 4 0,-13 35-4 0,12-13 1 0,0 13-2 0,-12 24 1 0,0 24 0 0,1 13 0 0,11 11-1 0,24 12-1 0,-24-35 2 0,11-14 0 0,-9 2 0 0,-2-26-1 0,0-11 2 0,0-13 0 0,0-11 0 0,-12-13 0 0,0-10 0 0,1-14-1 0,-1-120 1 0,-12 120-1 0,-12 35 1 0,-1 26 1 0,13 24 0 0,0 24 0 0,-12 26 0 0,-12 22 0 0,24 13-1 0,0 24-1 0,0 121-2 0,0-146 1 0,12-24 0 0,0-47 0 0,0-1 2 0,37-61 0 0,-13-12 0 0,1 2 1 0,47-50-2 0,-10 73 0 0,-52 36-1 0,-9 36 2 0,-13-1-1 0,0 15 0 0,-13-2 1 0,-22-13 0 0,-37 26 2 0,35-48-3 0,-11-13-1 0,11 0-5 0,1-13-9 0,12-23-17 0,24 11-21 0,0 1-36 0</inkml:trace>
  <inkml:trace contextRef="#ctx0" brushRef="#br0">29875 8757 51 0,'12'0'23'0,"37"24"-2"0,-1-11-21 0,1-13 1 0,-13 0 0 0,0-13 1 0,-1 1-1 0,3-24 1 0,-2-1-1 0,-25 2 1 0,2-2 0 0,-13 1 0 0,0 12 0 0,-24 12 0 0,0 0 0 0,-13 12 0 0,13 24 0 0,-12 12 0 0,24-1 0 0,0 15 0 0,24-2 0 0,25 13 1 0,11-26-2 0,11-10 1 0,2-1 0 0,12-24-1 0,-12-12 1 0,-1-25 0 0,0 2-1 0,-10-26 0 0,-28 1 1 0,3-25-1 0,-13-12 1 0,-12 0-1 0,12-12 0 0,-24 24 1 0,-12 24-1 0,11 50 0 0,2 11 0 0,0 11 1 0,-2 39-1 0,1 22 0 0,0 0 0 0,12 13 0 0,12-1 0 0,13 14 0 0,-3-25 0 0,15-26 0 0,0-10 0 0,-1-13 0 0,12 0 0 0,25-11 0 0,-2-26 0 0,3-11 0 0,-2-13 0 0,13-46 0 0,-61 22 0 0,-36 25 0 0,-12 12 0 0,-12 12 0 0,-25 12 0 0,13 24 0 0,0 12 0 0,36 0 0 0,-2 13 0 0,28-13 0 0,22 12 0 0,36 0 0 0,25-11-1 0,12-25 1 0,0 0-1 0,-13-12 0 0,-35-12 0 0,-12 0 0 0,11-12 0 0,-13-13 0 0,3 0 1 0,-26 2-1 0,-24-13 1 0,-11 11 0 0,-26 13 0 0,-48 0 0 0,0 24 0 0,36 35 0 0,14-11 0 0,10 74 1 0,37-62-1 0,36 13-1 0,-11-25 1 0,-1-24 0 0,-11 12-1 0,11-12 1 0,12-25-1 0,1 1 1 0,35-85 0 0,-60 37 0 0,0-12 0 0,-11-25-1 0,-13 0 1 0,0 24 0 0,0 1-1 0,-24 22 1 0,-1 62 0 0,-11 109 0 0,23-35-1 0,13 22 1 0,49 98 0 0,12-110-1 0,24-12 1 0,-13-35-1 0,-11-25 0 0,-24-12-1 0,-2-12-1 0</inkml:trace>
  <inkml:trace contextRef="#ctx0" brushRef="#br0">24361 9192 131 0,'0'0'0'0,"-25"-23"12"0,25 23-4 0,-12 23 7 0,12 25 1 0,0 26-5 0,0-2-2 0,0 25-4 0,0-12-4 0,0-2 0 0,0 2-1 0,0-24 1 0,0-13-2 0,0-23 0 0,0-1-9 0,0-24-9 0,0 0-18 0,-13-12-68 0</inkml:trace>
  <inkml:trace contextRef="#ctx0" brushRef="#br0">24057 9531 105 0,'0'0'19'0,"-12"-13"-18"0,24 13 1 0,49-23 16 0,-37 23-11 0,73-24 2 0,-12 12-4 0,-2 0 1 0,2 12 0 0,-36 0-3 0,-12 0 0 0,-25 24 2 0,-12 12 2 0,-12 1-1 0,-13 23-2 0,1-13-3 0,12 14 0 0,36 12 0 0,13-48 0 0,23-14-1 0,0-11 1 0,12 0-1 0,-35-24 2 0,0-13-1 0,-26 13 1 0,2-23 1 0,-48-2-2 0,-4 1-1 0,-20-13 0 0,-86 13-14 0,84 48-9 0,0 35-125 0</inkml:trace>
  <inkml:trace contextRef="#ctx0" brushRef="#br0">25086 9290 125 0,'-25'-74'9'0,"14"27"0"0,11 22 10 0,-13 12 0 0,13 13-11 0,0 24-4 0,-12 37 1 0,0 24 1 0,12 12-1 0,-12 0-3 0,12 12-2 0,0-24 0 0,0-1 1 0,12-23-1 0,-12-13 1 0,0-24 1 0,0-36 2 0,0 0-1 0,0-36-3 0,24 11 1 0,-11-11-2 0,35-12 0 0,-11-2 0 0,10 3-1 0,2 9 2 0,-25 3 0 0,0 23 0 0,-24 24 0 0,-12-13 0 0,0 26 0 0,-37 11 0 0,13 12 1 0,1 13-2 0,-28 46 0 0,63-21 2 0,26-50-1 0,11-13 1 0,22 2-2 0,14-13 2 0,12-13-2 0,0-11 1 0,35-11 0 0,-48-2 0 0,-35 13 0 0,-1-24 1 0,-24 12-1 0,-48-25 3 0,-13 49-2 0,1 0 0 0,0 24 1 0,12 12-1 0,-24 61-2 0,60-26 1 0,36 50 1 0,0-72-1 0,12 0 0 0,2-13 0 0,-3-12-1 0,1-12 2 0,1-25 0 0,-25 14-1 0,12-26 0 0,-12-11 0 0,-11 11 2 0,23 2-1 0,-11-15-1 0,-14 39 0 0,13 35 0 0,-24 0 1 0,12 24-1 0,0-11 1 0,-12-1-1 0,13 0 0 0,11-12 1 0,0-11-1 0,-12-13 2 0,24-13-1 0,1-22-1 0,11-2 1 0,-12 0-1 0,13-10 0 0,-13 9 0 0,-12 14-1 0,-13 13 2 0,2 11-2 0,-13 11 1 0,0 26 1 0,37 35 2 0,-24-48-2 0,34 13 2 0,-23-37-2 0,0 0-1 0,1-24-6 0,35-60-160 0,-47 72 107 0</inkml:trace>
  <inkml:trace contextRef="#ctx0" brushRef="#br0">27384 9580 81 0,'0'-12'51'0,"-12"0"-35"0,12 12-7 0,-13 48 16 0,13 12-15 0,13 1-2 0,-1 24-2 0,0-1-2 0,-12 13-2 0,12-12-1 0,-12-1-1 0,0-12 0 0,-12-24 0 0,0-11 1 0,12-13-1 0,-12-24 2 0,-1 0 0 0,13-35-1 0,-11-2 0 0,-2-24-1 0,13 0 0 0,0-34 1 0,13-2-2 0,11-24 0 0,37-121-6 0,-14 157 6 0,-9 37 0 0,9 48-1 0,1 0 1 0,1 24 2 0,-25 24 1 0,-12 98 1 0,-12-87-2 0,-36 15 1 0,-13-26-1 0,1-12-1 0,1-24 0 0,-3-12 2 0,2 0-3 0,24-12-10 0,12-12-15 0,24-12-25 0,25-1-28 0,-15 25 39 0</inkml:trace>
  <inkml:trace contextRef="#ctx0" brushRef="#br0">27927 9604 67 0,'-22'0'48'0,"-16"36"-41"0,13 1 7 0,14 11 3 0,11 0-6 0,-11-11-4 0,33 11-3 0,16-12-2 0,-2-12 2 0,12-24 0 0,0 12 0 0,1-12-1 0,12-24 0 0,-13-12 0 0,-11 0 1 0,-26-1-2 0,0-11 0 0,-11 0-1 0,-22-2 0 0,-15 15 0 0,-11 23 0 0,-1 0-2 0,1 12-3 0,11 12-12 0,25 11-20 0,-12 1-37 0,24-11 2 0</inkml:trace>
  <inkml:trace contextRef="#ctx0" brushRef="#br0">28605 9604 151 0,'0'0'0'0,"-11"-24"14"0,-2 12-10 0,-11 0 5 0,-12 12 0 0,-13 0-3 0,13 0-3 0,-1 12-3 0,26 12 0 0,-2 0 0 0,13 0 0 0,24 0-1 0,13 13 2 0,11-13-1 0,1 11 0 0,-1-10 0 0,-13-13-1 0,-22 12 1 0,-13-11 1 0,-13-2 2 0,-9-11 1 0,-27 13 0 0,0-13-1 0,-11 0-2 0,12-13-1 0,11 13-6 0,13 0-15 0,24-11-31 0,12 11-62 0</inkml:trace>
  <inkml:trace contextRef="#ctx0" brushRef="#br0">28896 9627 100 0,'0'-11'39'0,"0"-1"-34"0,-13 12 13 0,2 36 3 0,-14 49-7 0,25-50-10 0,0 39-1 0,12-2-2 0,1-48-4 0,-2-24-12 0,2 0-18 0,-1-12-49 0,-12 0 29 0</inkml:trace>
  <inkml:trace contextRef="#ctx0" brushRef="#br0">28823 9253 115 0,'0'0'8'0,"12"0"-9"0,12 0 0 0,-11 11-11 0,23 15-23 0,0-2-30 0</inkml:trace>
  <inkml:trace contextRef="#ctx0" brushRef="#br0">29283 9386 112 0,'0'0'0'0,"0"-12"17"0,0 12-5 0,12 0 11 0,-12 0-5 0,-12 0-11 0,12 24-2 0,0 12-1 0,0 13-1 0,-13-1 1 0,-11 25-2 0,12-13-2 0,12 1 1 0,-12-13 0 0,24 0 0 0,-12 1 0 0,12-25-1 0,12-12 1 0,-24 0-1 0,37 0-1 0,-13-12-6 0,74-36-66 0,-51 12-40 0</inkml:trace>
  <inkml:trace contextRef="#ctx0" brushRef="#br0">29016 9664 99 0,'0'0'19'0,"0"-13"-11"0,26-11 1 0,9 13 9 0,13-1-3 0,25-12-6 0,12 12-5 0,-2 12-1 0,-20 0-1 0,-4-12 1 0,-23 24-1 0,-11-12 0 0,-25 12 3 0,0 12 1 0,0-1 0 0,-13 14-2 0,1 0-1 0,0-2-2 0,12 2 0 0,12-13-1 0,0 0 0 0,1-11-5 0,11-2-11 0,0-11-11 0,12-11-25 0,-11-13-49 0</inkml:trace>
  <inkml:trace contextRef="#ctx0" brushRef="#br0">29585 9264 137 0,'0'0'0'0,"-12"-35"13"0,12 35-11 0,12 0-2 0,0 0 1 0,24 0-14 0,13 35-50 0,-25-22-6 0</inkml:trace>
  <inkml:trace contextRef="#ctx0" brushRef="#br0">29887 9544 115 0,'-12'0'4'0,"-12"0"0"0,11 12 11 0,-9 0 4 0,22 0-9 0,-13 12-6 0,13 12-2 0,0 13 0 0,13-13-1 0,9-1-1 0,15-10 2 0,-13 0-1 0,-11-14 3 0,11-11 0 0,0 0-3 0,0 0-1 0,0-24 0 0,1 0 0 0,-13-24 0 0,-12 12 1 0,-25-26-1 0,1 15 0 0,-12 11 0 0,-1-1 0 0,13 25 1 0,12 0-1 0,24 12 6 0,12 0-6 0,86 12 0 0,-50 11 0 0,-13 3 0 0,3-2 0 0,-26 12 0 0,0 0 0 0,-24-12 0 0,0 13 0 0,0-2 1 0,0-11-1 0,0 1 0 0,0-25 0 0,12 0 0 0,-12 0 1 0,24-12-1 0,1-12 1 0,11 0-1 0,-12-12 1 0,12-2-1 0,-11 3 1 0,11-1-1 0,-24 12 0 0,0 24 1 0,-12 0-1 0,0 0 1 0,0 36-1 0,0-1 0 0,0 2 1 0,0 11-1 0,0 13 0 0,0-37 1 0,25 37-1 0,-3-49 0 0,41 0 1 0,-16-36-1 0,-23 0 1 0,12 0-1 0,13-13 0 0,12-11 0 0,-13 0 1 0,37-73-1 0,-61 60 1 0,-11 0-1 0,-13 25 0 0,-13 12 1 0,2 24-1 0,-14 0 0 0,11 36 0 0,3 1 1 0,11 11-1 0,25 13 1 0,11-13-1 0,-1-1 0 0,2 3 1 0,-13-15-1 0,0-11 1 0,-24-24-1 0,-11 13 1 0,-26-13-1 0,0-13 1 0,-22-11-1 0,-74 0-3 0</inkml:trace>
  <inkml:trace contextRef="#ctx0" brushRef="#br0">2661 12725 38 0,'0'0'9'0,"-12"-13"14"0,12 0 1 0,0 2-1 0,0-2-11 0,0 2-10 0,0 22 0 0,12 13-1 0,-12 14 1 0,0 9 0 0,-12 87 1 0,-12 23-2 0,24-96-1 0,-12-13 1 0,12-13 1 0,12-21 4 0,0-2 4 0,0-1-3 0,24-11-1 0,0 0-4 0,49-11 1 0,-49-1-3 0,37 12-20 0,-61 0-16 0,24 0-73 0</inkml:trace>
  <inkml:trace contextRef="#ctx0" brushRef="#br0">3387 12773 77 0,'0'0'0'0,"0"-13"14"0,0 26-2 0,-12 22 4 0,0 15-8 0,-1 10-2 0,-23 0-1 0,12 13-1 0,-13 0-1 0,13-13-2 0,12-25-1 0,0-9 1 0,0-2-1 0,0-24-2 0,12 0-10 0,36-24-10 0,-24-13-5 0,12-11-11 0,1 12-6 0</inkml:trace>
  <inkml:trace contextRef="#ctx0" brushRef="#br0">3387 12664 61 0,'0'-24'13'0,"0"24"4"0,0 0-9 0,0 12 9 0,12 24-4 0,13 13-4 0,-1-2-1 0,-2 27-3 0,-9-2 0 0,13-11-3 0,-4-1-1 0,-9-11 0 0,-2-1-1 0,14-25 1 0,-25-10-1 0,0-2 1 0,12-11-12 0,-24-11-134 0</inkml:trace>
  <inkml:trace contextRef="#ctx0" brushRef="#br0">3253 13027 95 0,'0'0'4'0,"25"0"14"0,11-12 6 0,13 0-9 0,23-13-8 0,13 13-4 0,-13 12-2 0,-35 0-12 0,-25 12-47 0,-12-12-9 0</inkml:trace>
  <inkml:trace contextRef="#ctx0" brushRef="#br0">12966 17127 255 0</inkml:trace>
  <inkml:trace contextRef="#ctx0" brushRef="#br0">11177 11322 48 0,'0'-13'15'0,"-13"-11"-4"0,13 11 0 0,0 2 2 0,0 11-5 0,0 0-7 0,0 35 4 0,0 15 1 0,0 22-1 0,-12 1-2 0,-12 12 1 0,12-13-2 0,-12 1-1 0,11-26 0 0,13-23-1 0,0 1 2 0,13-25 3 0,-2 0 0 0,26 0-2 0,-13-12-2 0,11-1-5 0,-10-11-21 0,24 13-70 0</inkml:trace>
  <inkml:trace contextRef="#ctx0" brushRef="#br0">11406 11768 60 0,'-12'0'4'0,"-13"37"3"0,13-13 4 0,0-11 8 0,12-2 1 0,0-35 1 0,12 0-16 0,13-13-1 0,-1-10-1 0,12-15-1 0,1 3-1 0,-13-2 0 0,0-23 0 0,13 23-1 0,-26 0 0 0,13 13 1 0,-12 35-1 0,1 13 0 0,-1 0-1 0,1 13 1 0,-2 24 2 0,-11 22-2 0,11 2 1 0,-11 12 0 0,0 0 0 0,13-2-1 0,-13-21 1 0,0-15-1 0,12-11-1 0,0-11-12 0,-12-13-24 0</inkml:trace>
  <inkml:trace contextRef="#ctx0" brushRef="#br0">11515 11612 103 0,'0'0'3'0,"0"0"-1"0,24 0 10 0,36-12 5 0,12 12-10 0,38 0-16 0,-62 24-83 0</inkml:trace>
  <inkml:trace contextRef="#ctx0" brushRef="#br0">10523 13293 44 0,'0'-13'15'0,"-13"-11"1"0,13 1-1 0,0 9 1 0,0 3-4 0,0 11-5 0,0 0-7 0,0 25 2 0,0 22 0 0,0 1-1 0,-11 13 0 0,0 0 0 0,-3 12 0 0,-11-1 0 0,25-47 0 0,0-25-1 0,13 12 2 0,13-12 0 0,9-12-1 0,1 0-5 0,0-1-18 0,13 0-36 0,-37 13 16 0</inkml:trace>
  <inkml:trace contextRef="#ctx0" brushRef="#br0">10729 13620 73 0,'0'-12'6'0,"-13"12"10"0,13-26 1 0,0 3-2 0,13-25-5 0,-1 24-6 0,12-37 1 0,12 24-4 0,12-24 1 0,-22 13-2 0,9 1 0 0,-23-2 1 0,12 13-1 0,-24 24 0 0,12 0 0 0,-12 36-2 0,0 12 3 0,0 25-1 0,12 11 0 0,-12 0 1 0,0 13-1 0,0-24 0 0,12-14 0 0,-12-21 0 0,13-2-4 0,-13-24-21 0</inkml:trace>
  <inkml:trace contextRef="#ctx0" brushRef="#br0">10729 13450 117 0,'0'0'3'0,"0"-12"7"0,48 12 8 0,11-25-4 0,15 14-10 0,-2 11-6 0,13 0-28 0,-12 0-68 0</inkml:trace>
</inkml:ink>
</file>

<file path=ppt/ink/ink17.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26T18:52: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2613 6737 31 0,'0'0'23'0,"0"-12"-14"0,0 12 2 0,12 0-2 0,-12 0 4 0,0 0 2 0,0 0-6 0,0 12-2 0,0-12-1 0,0 25 1 0,0-14-4 0,0 2-2 0,0 11 1 0,0-12-1 0,0 0 0 0,0 12 0 0,-12 0 0 0,12-24 1 0,0 0 0 0,0 0 2 0,0 0 1 0,0-36-3 0,0 12-2 0,12-1 1 0,-12 1 0 0,12 0 0 0,0 0 0 0,0 11 0 0,12-11 0 0,-13 13 0 0,2-2 0 0,-1 2 0 0,13 11 0 0,-12 0 1 0,-2 11-1 0,0 13 0 0,-11-11-1 0,13-2 1 0,-13 26 0 0,0-24-1 0,0-2 1 0,0 2-1 0,0-2 1 0,0-11-1 0,12 0 3 0,-12 0-1 0,0-35-2 0,12 22 0 0,-12-11 0 0,12 0 0 0,0 0 0 0,0 11-1 0,13-10 2 0,-13 23-2 0,0 0 1 0,0 0 0 0,-12 0 0 0,12 12 0 0,0 23 3 0,-12-11 0 0,0 1-2 0,12 0 1 0,-12-14-1 0,0 13 0 0,0-11-1 0,0-1 0 0,0 0-27 0,0-12-86 0</inkml:trace>
  <inkml:trace contextRef="#ctx0" brushRef="#br0">1972 6568 22 0,'0'0'17'0,"0"0"6"0,0-12-2 0,0 0-3 0,0 0-1 0,0 0-2 0,13 0 0 0,-13 12-9 0,0-12-5 0,0 12 1 0,0 12 1 0,0 0-1 0,0 0-1 0,0 24 0 0,0-12-1 0,-13 13 1 0,13-2-1 0,0 2 0 0,0-1 0 0,0-11 0 0,0-1 1 0,0-13-1 0,0 2 0 0,13-1 1 0,-2-12-2 0,0 0 1 0,14 0 1 0,-25 0-6 0,24 0-12 0,0 0-16 0,-12-12-20 0,-12 12 11 0</inkml:trace>
  <inkml:trace contextRef="#ctx0" brushRef="#br0">1900 6641 52 0,'0'0'6'0,"-13"0"15"0,26 12 11 0,22-12-18 0,26 0-10 0,-1 0-93 0</inkml:trace>
  <inkml:trace contextRef="#ctx0" brushRef="#br0">3496 6579 60 0,'-13'0'17'0,"13"-11"4"0,0 11 3 0,0 0-6 0,0 0-10 0,0 0-2 0,13 0-1 0,0 0 0 0,9 0 0 0,2 0-2 0,-11 0 0 0,11 0-2 0,-12 0 0 0,0 11 0 0,-12-11-1 0,13 0 0 0,-13 13 0 0,0-2 1 0,0 2 0 0,0-13 0 0,0 13 0 0,0-1 0 0,-13 0 0 0,1 12 0 0,0-13 0 0,12 2-1 0,-24 11 0 0,11 0 0 0,2-11 0 0,11-2 1 0,0 2-1 0,0-2 0 0,0-11 2 0,11 0 0 0,2 13 2 0,11-13 0 0,13-13 0 0,-13 13-1 0,0 0 0 0,0 0-2 0,12-11-1 0,-23 11 1 0,-1 0-5 0,0 0-29 0,-12 0-109 0</inkml:trace>
  <inkml:trace contextRef="#ctx0" brushRef="#br0">7197 6579 5 0,'0'0'6'0,"-12"-11"12"0,12 11-1 0,-13-12-3 0,1-12 9 0,12 12-10 0,-12 0-1 0,12 0 0 0,0-1-3 0,0 0 0 0,0 2 3 0,0 11-7 0,-12 0-2 0,12 0 1 0,0 0-2 0,0 0 0 0,0 0 1 0,0 0-1 0,-12 11-2 0,12-11 1 0,0 26-1 0,0-14-1 0,0 36 1 0,-12-36 1 0,12 36-1 0,-12-11 0 0,12-26 0 0,0 13 0 0,0-11-1 0,12 11 1 0,-12-12 0 0,0 0 1 0,12 1-2 0,-12-13 1 0,0 11 0 0,12-11 0 0,0 0-1 0,0 13-3 0,0-13-5 0,1 0-5 0,-1 0-3 0,12-13-11 0,0 13-20 0,-24 0 11 0</inkml:trace>
  <inkml:trace contextRef="#ctx0" brushRef="#br0">7088 6616 11 0,'-13'0'26'0,"2"0"-4"0,0 0-6 0,11 0-2 0,0 0-1 0,0 0-2 0,0 0-3 0,0 0-2 0,11-13-3 0,-11 13 0 0,24 13 2 0,-24-13-1 0,24 0 1 0,0 0-1 0,0 0 1 0,13 0-2 0,-13-13 0 0,0 13-3 0,-12 0-6 0,1 0-39 0,-13 0-49 0</inkml:trace>
  <inkml:trace contextRef="#ctx0" brushRef="#br0">7668 6664 24 0,'0'0'18'0,"0"-11"5"0,0 11 6 0,0 11-25 0,0 13-3 0,0 0 0 0,11-11 0 0,-11 11-1 0,0-11 1 0,0-2-1 0,14 2 9 0,-14-13-2 0,0-13 4 0,0 13-10 0,0-11 0 0,0-2 0 0,0-11 0 0,0 0 2 0,0 11-2 0,0 2 1 0,0-2-1 0,12 13 0 0,-12 0-1 0,13 0 1 0,-2 13 0 0,-11-2 1 0,13 2-2 0,-2-2 1 0,-11 14-1 0,11-13 0 0,2 1 0 0,-13-13 0 0,0 11 1 0,0-11 2 0,0-11 7 0,0-2-9 0,0 1-1 0,12 12 0 0,0-36 0 0,14 12 0 0,-26 11 0 0,11 2 0 0,0 11 0 0,-11 0 0 0,13 0 0 0,-13 0 0 0,24 35 0 0,-12-22 0 0,-12 11 0 0,12-12 1 0,-12 0 0 0,12 1 0 0,-12-2 1 0,0-11 0 0</inkml:trace>
  <inkml:trace contextRef="#ctx0" brushRef="#br0">8407 6556 14 0,'0'0'16'0,"-13"-12"16"0,13 12-10 0,0 0-5 0,0 0 18 0,13 12-28 0,-2-12-2 0,0 0 0 0,15 12-1 0,-14-12-1 0,0 0 1 0,12 0-2 0,0-12 0 0,-13 12-1 0,2 0 1 0,-1 0-2 0,-12 0 1 0,0 0 0 0,0 12 2 0,0-12 0 0,0 11-1 0,0 2-1 0,0-2 0 0,0 2 0 0,-12 12 0 0,-1-2-1 0,2 14 1 0,-13-26-1 0,13 26 0 0,-14-24 1 0,13 11-1 0,-1 0 0 0,13-12 0 0,0-12 0 0,0 0 1 0,13 0 0 0,-1 0 1 0,13 0 1 0,10 0-1 0,-11-12 0 0,2 12 0 0,9 0 0 0,-11 0-2 0,0 0 1 0,-12 0 0 0,0 0-1 0,0 0 1 0,-12 0-9 0,0-13-161 0</inkml:trace>
  <inkml:trace contextRef="#ctx0" brushRef="#br0">9894 7499 38 0,'0'0'0'0,"-12"0"44"0,12-13-21 0,0 13-3 0,0-11 3 0,0 11-17 0,0 0-2 0,0 0-3 0,0 0 1 0,12 24 5 0,24-11-4 0,-24-1-1 0,25 12 0 0,11-12 1 0,0 0-3 0,13 0 1 0,-1-1 0 0,73 13 2 0,-72-11-2 0,23-13 0 0,-11 0 1 0,24 0 0 0,71 0 0 0,-83-13-1 0,0 13 0 0,-12-11 0 0,0 11 0 0,72-24 4 0,-49 12-1 0,-71 12-1 0,-13-12-1 0,-12 12 0 0,0 0 0 0,0 0-10 0,-12 0-44 0,0 12-79 0</inkml:trace>
  <inkml:trace contextRef="#ctx0" brushRef="#br0">5927 16184 32 0,'-13'-12'15'0,"13"12"11"0,-12 0 1 0,12 0-8 0,0 0-8 0,0 0 3 0,25 12-5 0,-14 0-2 0,62 24 5 0,-12-25-7 0,120 13 3 0,-84-35-4 0,109-37 6 0,-122 0-3 0,1-1-2 0,-25 13 0 0,-11 0-3 0,-37 11 1 0,-12 1 1 0,-12 12-1 0,-12 0-2 0,12 12-6 0,-1 24-25 0,1 12-58 0,12-23 17 0</inkml:trace>
  <inkml:trace contextRef="#ctx0" brushRef="#br0">17659 15881 39 0,'-12'0'6'0,"12"-12"11"0,-12 12 8 0,12 0-2 0,0 0 9 0,12 0-23 0,0 12-2 0,13 13-1 0,-1-14 0 0,12 13-1 0,0-11-2 0,24 11 0 0,1 0 0 0,24-12 2 0,11-12 0 0,13 0 0 0,0-12 0 0,0-12 0 0,-12-13 0 0,-25 2 1 0,0-2-3 0,-11-11 1 0,-24 12-1 0,-1-2-1 0,-24 14-1 0,-12 13-1 0,12 11 0 0,-24 24-36 0,-12 25-75 0,24-26 49 0</inkml:trace>
  <inkml:trace contextRef="#ctx0" brushRef="#br0">25279 15688 39 0,'0'0'21'0,"-12"0"-4"0,12 0-2 0,0 0 8 0,12 24-8 0,49 24 9 0,-1-11-15 0,13-2-1 0,23 2-2 0,25-13 0 0,24 0 0 0,25-11 2 0,206-13 1 0,33-74 2 0,-166-46-3 0,-184 11-4 0,-130 73-47 0,-14 109-117 0</inkml:trace>
  <inkml:trace contextRef="#ctx0" brushRef="#br0">18191 17805 35 0,'-13'0'14'0,"13"-13"-2"0,0 13 0 0,0-13-5 0,-11 2-4 0,11-2-1 0,11 13 5 0,-11-11 4 0,0 11 0 0,13 0 0 0,-13 0 6 0,0 0 1 0,12 0 7 0,-12 0-10 0,0 11-14 0,0-11 0 0,12 0 0 0,14 13 0 0,9-2 0 0,13 2 0 0,13 0 2 0,12-1-2 0,12 0-1 0,22-1 0 0,3-11 0 0,-14 13 0 0,0-13 1 0,-11 0-1 0,-24 0 1 0,-24-13-1 0,-13 13 1 0,-12-11 0 0,-12 11-1 0,0-12 1 0,0 0 0 0,0-1-1 0,0 13 0 0,-12 0-2 0,12 0 0 0</inkml:trace>
  <inkml:trace contextRef="#ctx0" brushRef="#br0">26174 17477 5 0,'0'0'4'0,"0"0"6"0,0 0-1 0,-12-11-1 0,12-2-2 0,-12 13-3 0,12-11-2 0,0-2 2 0,0 13 2 0,0 0 5 0,0-11 4 0,0 11 1 0,12 0-5 0,-12 0-5 0,0 0 3 0,24 11 3 0,49 62 0 0,-25-24-7 0,13 11 0 0,-26-25-2 0,2 3-1 0,-1-2-1 0,13-1 0 0,-13 2 0 0,-12 0 0 0,1-13 0 0,-13 0-1 0,-12-13-2 0</inkml:trace>
  <inkml:trace contextRef="#ctx0" brushRef="#br0">26561 17453 66 0,'0'0'11'0,"0"-11"2"0,-12 11 1 0,0 24 4 0,0 0-7 0,-25 24-3 0,1 13-2 0,24-25-4 0,-25 13-2 0,15 11 1 0,-16 1-1 0,-9-2 0 0,10 15 0 0,0-14-1 0,13-36-1 0</inkml:trace>
</inkml:ink>
</file>

<file path=ppt/ink/ink18.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26T18:52: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20308 4051 27 0,'0'0'0'0,"0"0"18"0,-12-11 1 0,12 11 0 0,0-24 22 0,0 12-27 0,0 12-2 0,0-12-1 0,0 12-2 0,12 0-3 0,-12 24-2 0,24 24 1 0,0-11-2 0,-11-2-1 0,23 74 1 0,0-48-2 0,-23-13 0 0,34 49 2 0,-22-72 1 0,-1-1 1 0,-24-12-1 0,0 0 0 0,0 0-2 0,0-12 0 0,0 0-1 0,0 0-6 0,-11 11-29 0,-2 2-114 0</inkml:trace>
  <inkml:trace contextRef="#ctx0" brushRef="#br0">18735 4294 21 0,'0'0'5'0,"0"-12"8"0,0-1 3 0,0-11 2 0,0 24 0 0,0 0 0 0,-12 0-4 0,12 0 0 0,0 24-8 0,0 1 1 0,0 11-2 0,0 13 0 0,0-1 1 0,-12 25-1 0,-12 11 0 0,12 1-2 0,-13-13 0 0,3-11 2 0,9 0 0 0,-12-13 0 0,13-12-2 0,-1-25 0 0,2 15 0 0,11-26-2 0,0 0-1 0,0 12-13 0,0-12-33 0,0 12-82 0</inkml:trace>
  <inkml:trace contextRef="#ctx0" brushRef="#br0">19050 4899 73 0,'0'0'0'0,"-24"-12"24"0,13 0-7 0,-2 0-4 0,-72 24 4 0,24 24-9 0,50-12-7 0,-2-1-1 0,13 3 1 0,24 10 0 0,1 0-1 0,11-25 1 0,-12 27 0 0,-13-26 0 0,2 12 1 0,-13-13 5 0,-13 2 3 0,-22-2-5 0,-1 2-4 0,0-2 0 0,-37-11-107 0,61-11 35 0</inkml:trace>
  <inkml:trace contextRef="#ctx0" brushRef="#br0">19074 5152 75 0,'0'0'8'0,"24"-11"18"0,-12 11-15 0,13-24 1 0,-1-2-4 0,36 2 0 0,-23-11-4 0,-13-1 0 0,0 12-1 0,-11-1-1 0,-13 1 1 0,-13 0-1 0,-23 12 1 0,12 24-2 0,-1 0-1 0,1 24-1 0,0 1 2 0,24 11-2 0,-12-13 1 0,24 15 0 0,12-26-9 0,13 0-16 0,59-13-66 0,-72-11 60 0</inkml:trace>
  <inkml:trace contextRef="#ctx0" brushRef="#br0">19619 4984 49 0,'0'0'0'0,"-13"-26"30"0,2 3-5 0,-14 23-6 0,1 0-6 0,0 0-3 0,-13 0-6 0,25 0-2 0,0 12-2 0,12 13 0 0,0-13 0 0,0 12 1 0,12-12-1 0,0 0 0 0,1-12 0 0,-2 0 1 0,2 0 1 0,-13 0-1 0,12 0 0 0,-12 0 0 0,0 24 0 0,0 0 2 0,12 24-1 0,0 0-1 0,0 13 1 0,-12 12-1 0,12 0 0 0,1-13-1 0,-13-11 2 0,11-13-1 0,-11-12-1 0,0-13-3 0,0-11-19 0,-11 13-36 0,11-13-15 0</inkml:trace>
  <inkml:trace contextRef="#ctx0" brushRef="#br0">19811 4947 48 0,'-11'0'34'0,"11"25"-24"0,0 11-3 0,0-1-1 0,24 2-2 0,-12-12-3 0,12-13 1 0,-12-1-1 0,13 2 2 0,-13-13 0 0,12-13 1 0,0-10-1 0,1-2-1 0,-14 1-1 0,2-12 0 0,-13 0 0 0,12 10 1 0,-12 15 0 0,0 11 1 0,0 0-2 0,24 61 3 0,1-26-3 0,-14-11-1 0,50 14 2 0,-37-26 0 0,12-12-1 0,-12 0 0 0,12-12 0 0,-11-13 1 0,-1 1-2 0,0 0 1 0,-12-12 0 0,-12-13 2 0,-12 25-3 0,0 24 1 0,-12 0-1 0,12 0 0 0,0 24 0 0,12 1 0 0,-13 11 0 0,26 12 0 0,23 13 1 0,25-37-1 0,-25-24 1 0,-12 0-1 0,1-13 1 0,-14-10 0 0,13-2 1 0,1 1-1 0,-13 0 0 0,12-12 0 0,-13 24 0 0,2 0-1 0,-1 24 0 0,0 12 2 0,-12 11-1 0,12-11-1 0,-12 0 1 0,24 13 0 0,1-37-1 0,-25 0 2 0,24 0 0 0,-12-23-2 0,12 9 1 0,0-10 0 0,1-11 0 0,11-25-1 0,-24 46 0 0,0 14 0 0,-12 0 0 0,0 0 0 0,13 38 0 0,-2 9 0 0,38-10-8 0,-2-26-53 0,27-22-48 0</inkml:trace>
  <inkml:trace contextRef="#ctx0" brushRef="#br0">21167 4935 23 0,'0'0'0'0,"-12"-48"63"0,-13 24-27 0,1 24-22 0,0 36-9 0,0 12 1 0,24 25-4 0,36-26-1 0,37-23 2 0,23-24-1 0,13-48 3 0,-24-23 1 0,-49 10-3 0,-36 37-2 0,0 0 0 0,-24 11-1 0,12 1 0 0,-12 12 0 0,11 12 0 0,2 13-1 0,11-1 1 0,-13 12 0 0,13-13 0 0,13 15 0 0,-2-14 0 0,14-12 0 0,-1-1 0 0,12 2 0 0,25-26 0 0,-25-10 0 0,-1-1 0 0,4-14 0 0,-4 15 0 0,-11-13 0 0,12 0 0 0,-24 11 0 0,12 13 0 0,1 0 0 0,-13 12 0 0,0 0 0 0,0 24 1 0,12 13 3 0,-12-25-3 0,1 24-2 0,11-24-16 0,0-12-38 0,13 0-29 0</inkml:trace>
  <inkml:trace contextRef="#ctx0" brushRef="#br0">22219 4863 85 0,'0'0'40'0,"0"0"-18"0,0 12-17 0,0-12-29 0,-12 12-82 0</inkml:trace>
  <inkml:trace contextRef="#ctx0" brushRef="#br0">14913 9544 36 0,'0'0'35'0,"0"-13"-17"0,-12 13-3 0,0 0 3 0,12 0-14 0,0 0-1 0,0 0 1 0,0 13 1 0,12-1 0 0,0-12 0 0,1 12 0 0,23-12-1 0,-12 12-1 0,13-12-1 0,-1 0 0 0,0 12-1 0,12-12 0 0,0 12 0 0,13-12 0 0,0 12 2 0,12-1-2 0,12-11 0 0,-2 13 0 0,2-2-1 0,0 2 0 0,12-13 0 0,84 25-1 0,-108-13 2 0,-1-1 1 0,1 2-2 0,-1-2 0 0,-12-11 1 0,13 13-2 0,0-2 2 0,12 2-1 0,96-13-1 0,-96 0 1 0,11 0 2 0,-22 0-2 0,11 0 0 0,-14 12 0 0,2-12 1 0,0 0-1 0,-1 0 0 0,13 0 0 0,-1-12-1 0,1 12 1 0,12 0 1 0,-13 0-1 0,1 0 1 0,-12 0-1 0,-1 0 0 0,13 0 1 0,-13 0-2 0,13 0 1 0,12 0 0 0,-25 0 0 0,2 0 1 0,11-13-1 0,-14 13 1 0,14-11-1 0,0 11 1 0,-2 0-1 0,2-13 1 0,97 2-1 0,-97-2 0 0,13 2 3 0,-2-1-2 0,1 0 1 0,-1-14 1 0,13 15-1 0,0-2 1 0,0 2-2 0,-1-1 1 0,-11 0-1 0,0 0 0 0,-24 0 0 0,-1-12 0 0,2 11 1 0,-27 0-1 0,-11 2 0 0,-12 11-1 0,1-12-1 0,-25 12-21 0,-12-12-112 0</inkml:trace>
  <inkml:trace contextRef="#ctx0" brushRef="#br0">16352 10038 97 0,'0'0'0'0,"0"-23"31"0,0-1-3 0,13 24-20 0,-13 0-5 0,12 12 2 0,12 23 0 0,-12 27 0 0,0-2 1 0,-12 25-2 0,0 11-2 0,-12 2-1 0,12-3-1 0,0-21 1 0,12-15-1 0,-12-9 0 0,0-26-1 0,0-24-1 0,0 11-6 0,0-22-8 0,12-2-13 0,-12-22-9 0,0-15-50 0</inkml:trace>
  <inkml:trace contextRef="#ctx0" brushRef="#br0">16413 10052 81 0,'0'-25'17'0,"12"1"-1"0,13 0-4 0,11 12 2 0,0 0-3 0,11 12-5 0,-9 24-1 0,-13 0-2 0,-14 11-1 0,0 15 0 0,-11-2 1 0,-22 1-1 0,-15-13-1 0,-11-1 1 0,-13-22 0 0,-12 11-2 0,49-24-8 0,36 0-56 0,24-13-34 0</inkml:trace>
  <inkml:trace contextRef="#ctx0" brushRef="#br0">16788 10136 77 0,'-12'0'22'0,"-12"11"-15"0,0 2 2 0,0 12 3 0,24-2-3 0,-13 14-4 0,39-13-3 0,-15 0 0 0,25 0 0 0,0-24 2 0,49 0 5 0,-36-11-3 0,-25-15 0 0,0 2-2 0,13-11-1 0,-26-1 0 0,-11-2-2 0,0 3 0 0,-24-1 0 0,13 24-1 0,-26 12 0 0,0 0-2 0,-47 24-33 0,71 0-7 0,13-13-31 0</inkml:trace>
  <inkml:trace contextRef="#ctx0" brushRef="#br0">17345 10076 105 0,'0'-12'22'0,"0"-14"-11"0,-13 15-7 0,-22-1 3 0,-2 12-2 0,13 0-3 0,-1 0-1 0,-11 23-1 0,24 3 0 0,12-2 0 0,12 0 1 0,12 0 0 0,25-13 0 0,0 13 0 0,-1-10 1 0,-24-2-2 0,0 12 6 0,-48-13 7 0,-24 2-10 0,-1-2 0 0,1-11-2 0,11 0 0 0,1 13-1 0,24-13-1 0,-1 0-8 0,13 0-15 0,37 11-93 0</inkml:trace>
  <inkml:trace contextRef="#ctx0" brushRef="#br0">17586 9882 94 0,'0'-12'14'0,"-12"-48"0"0,12 23-5 0,12 13 2 0,-12 0 4 0,0 11-4 0,0 13-7 0,0 24-1 0,-12 0-1 0,0 26-1 0,12 10 1 0,0-12 0 0,0 13-1 0,0-13 1 0,12 1 0 0,-12-13-1 0,12 12 0 0,1 13-1 0,-1-50 1 0,0 2-1 0,-12-13 0 0,12 0 2 0,0 0-1 0,0-13-1 0,0 2 0 0,12-2-4 0,1 2-5 0,-1-1-6 0,12-2-7 0,-12 3-19 0,-13-2-32 0</inkml:trace>
  <inkml:trace contextRef="#ctx0" brushRef="#br0">17586 10064 102 0,'0'0'0'0,"0"0"17"0,0-12-11 0,25 12 9 0,11-14-4 0,1 3-9 0,11 11-7 0,0 0-32 0,-13 0-52 0</inkml:trace>
  <inkml:trace contextRef="#ctx0" brushRef="#br0">18107 10256 71 0,'-14'0'56'0,"3"-24"-47"0,11 24-10 0,11-24-12 0,27 13-73 0</inkml:trace>
  <inkml:trace contextRef="#ctx0" brushRef="#br0">18530 10160 124 0,'0'0'0'0,"0"-48"23"0,24 24-8 0,0-12 2 0,-12 11-5 0,-12 25-6 0,0 0-5 0,0 11 0 0,0 27-1 0,0 9 1 0,12 15 0 0,-12 9 0 0,0 3 0 0,0-2 0 0,0 1-1 0,13-14 1 0,-13 3-1 0,0-15 0 0,0-10 0 0,0 0-2 0,0-26-2 0,0-11-10 0,13 0-13 0,-13 0-33 0,0 0-1 0</inkml:trace>
  <inkml:trace contextRef="#ctx0" brushRef="#br0">18530 10088 86 0,'0'-36'27'0,"13"11"-21"0,22 13 2 0,26 0 9 0,-13 0-2 0,37 24-4 0,-37 12-7 0,-12 1-2 0,-23 23 2 0,-13-25-1 0,0 25 4 0,-24-11-4 0,-1 0 0 0,-11-26-1 0,0 2-2 0,11-2-1 0,1-11-5 0,12 13-10 0,0-13-15 0,24-13-26 0,0 2-20 0</inkml:trace>
  <inkml:trace contextRef="#ctx0" brushRef="#br0">18917 10088 85 0,'0'0'0'0,"24"-12"15"0,12 12-4 0,2 0 0 0,-27 12-1 0,13 23-1 0,0 2-5 0,-12 11 0 0,0-11 0 0,0-13 2 0,-12 0-1 0,12-11 2 0,-12-2-2 0,0-11 1 0,0 0 10 0,0-24-13 0,0 0-2 0,0-13 0 0,0 2 0 0,25-50-1 0,11 49 0 0,-24 12-1 0,37-1-6 0,-13 25-10 0,-12 0-13 0,0 25-21 0,0-13-27 0</inkml:trace>
  <inkml:trace contextRef="#ctx0" brushRef="#br0">19485 10136 85 0,'-12'0'20'0,"12"-13"0"0,-12 2 13 0,12 11-27 0,0 11-5 0,0 13 0 0,24 37 1 0,13-48-2 0,-13 11 1 0,0-13 2 0,1 2 0 0,11-13 1 0,-24-24 1 0,25 11 1 0,-26-22-2 0,-11-2-1 0,0 13-2 0,0-12 0 0,-36 12-1 0,12 12 0 0,-1 0-3 0,1 12-8 0,0 0-13 0,0 36-116 0</inkml:trace>
  <inkml:trace contextRef="#ctx0" brushRef="#br0">19848 9797 115 0,'0'0'0'0,"-12"-48"22"0,12 35-11 0,0-11 3 0,0 24-3 0,0 24-7 0,0 13-2 0,0 24 1 0,0 11 0 0,0 1-1 0,24 71-1 0,-12-96 0 0,1-11 0 0,-1-24 0 0,-12-2 1 0,12-11 2 0,-12-11 0 0,12-13-3 0,24-13 0 0,-11 0-1 0,23 14-1 0,-11-1 0 0,-2 12 1 0,2 0 0 0,-13 12-1 0,-13 24 2 0,-11 36-1 0,0-25 1 0,-22 2 1 0,-63 0 2 0,36-26-2 0,-12-11-1 0,13 0 0 0,-1-11-2 0,25-2-5 0,24 2-33 0,0-2-85 0</inkml:trace>
  <inkml:trace contextRef="#ctx0" brushRef="#br0">16280 9423 58 0,'-13'0'14'0,"-9"0"13"0,9 0-6 0,13 0-4 0,13-13-9 0,22 13-1 0,15-12-1 0,21 12 1 0,14 0-2 0,36-12-1 0,-37 12-2 0,-11 0 0 0,-37 0-1 0,1-12 3 0,-37 12 4 0,-13 0-4 0,-23 0-3 0,-24-12 0 0,-14 12 0 0,-11 12-1 0,-10 0 0 0,22 0-1 0,2 0 1 0,21 1 0 0,26-2 0 0,13 2-1 0,22-13 0 0,13 12 2 0,26-12-1 0,21 0 1 0,14 0-1 0,12 0 0 0,-13 0 0 0,1 0 0 0,-25 0 0 0,-23 0 1 0,-25 0 5 0,-36 0-6 0,-37 0 0 0,-11 0 1 0,-13 12-1 0,-24-12 1 0,24 12-1 0,-24 0 0 0,97 0-1 0,12-12 1 0,37 11 0 0,23-11 0 0,25 0 1 0,12-11-1 0,-1-1 0 0,-11 12 1 0,24-12-8 0,-97 36-141 0</inkml:trace>
  <inkml:trace contextRef="#ctx0" brushRef="#br0">21650 9518 31 0,'0'0'16'0,"-24"-11"13"0,13-1-8 0,11 0-5 0,0 12-5 0,0-12-3 0,11 12-4 0,-11 0 0 0,11 12-1 0,2-12 1 0,0 12 0 0,0 0 0 0,22-1 0 0,1 2-1 0,13 0 0 0,11-1 0 0,25 0 1 0,12-12-1 0,23 12 1 0,14-12-2 0,11 0 0 0,0 12-2 0,132 0 2 0,-131 0-2 0,-12-12-1 0,155 11 2 0,-143-11-1 0,-2 0 0 0,14 0 0 0,-25 0 0 0,36 13 0 0,-96-13 0 0,48 0 1 0,-12 11-1 0,36-11 1 0,-23 0-1 0,107-11 0 0,-108-2-1 0,1 2 2 0,10-13 1 0,-25 12-1 0,41 0-2 0,-126 12 1 0,-9 0-60 0,-26 0-54 0</inkml:trace>
  <inkml:trace contextRef="#ctx0" brushRef="#br0">23017 10136 52 0,'0'0'18'0,"12"11"-8"0,-12 2 6 0,0-13-2 0,0 0-1 0,12 0 24 0,-12-24-32 0,13 0 0 0,11-24-2 0,0-13 1 0,13 1-1 0,-26-1 0 0,13-72 0 0,-24 96-2 0,0 14 1 0,0 23-1 0,0 84-1 0,-13-12 0 0,26 1 0 0,0 24 0 0,-1-12 0 0,0 0 0 0,12-14 0 0,12-10 0 0,-24-48 1 0,0-26 0 0,2 2 1 0,8-26-1 0,3 0-1 0,-1 2 0 0,0-2 0 0,-12 13 1 0,0 0-1 0,1 24 0 0,-1 0-1 0,-12 35 1 0,24 3 0 0,-12-2 0 0,12-1 0 0,11-11 0 0,3-11 1 0,-13-13-1 0,10 13 0 0,-23-13 1 0,0-13 0 0,0 0 1 0,-12-11 0 0,0-11-1 0,-12-1 1 0,-12-2-2 0,11 3 0 0,-22 11 0 0,-1 0-1 0,22 12-2 0,-21 12-8 0,23 0-11 0,0 0-11 0,36 36-77 0</inkml:trace>
  <inkml:trace contextRef="#ctx0" brushRef="#br0">23974 10088 97 0,'0'-12'30'0,"0"0"-13"0,-13 0-8 0,-24-2-1 0,1 14-1 0,12 0-3 0,0 0-2 0,0 0-1 0,24 14-2 0,0 10 1 0,12 0 1 0,24-1-1 0,0 14 0 0,13-12 0 0,-13 11 0 0,-23-25 1 0,-2 13 0 0,0-11 0 0,-22-13 5 0,-13 11-1 0,0-11-2 0,-24 0-1 0,11 0-2 0,-11 0 1 0,23 0-2 0,13-11-4 0,12 11-25 0,25-13 7 0,47 2-64 0,-60-2 48 0</inkml:trace>
  <inkml:trace contextRef="#ctx0" brushRef="#br0">24300 10123 63 0,'0'-11'51'0,"-13"-13"-28"0,13 12-9 0,-60-12 5 0,36 10-14 0,-1 14-3 0,13 14 0 0,0-14-1 0,0 12-1 0,24 12 0 0,12 0 1 0,1 0 0 0,23 11 2 0,1-9-2 0,-1-2 1 0,-13 0-1 0,-11-13 0 0,-11 13 5 0,-37-11-1 0,-24 0-4 0,-49-2 2 0,49-11-4 0,-1 0 1 0,37-11-1 0,12 11-6 0,0 0-20 0,36 0-40 0,-11 0-2 0</inkml:trace>
  <inkml:trace contextRef="#ctx0" brushRef="#br0">24928 10185 69 0,'12'-14'16'0,"0"3"9"0,1 11 1 0,-13 0-6 0,-13 0-11 0,13 0-7 0,-12 0-1 0,12 11-1 0,0 15 1 0,0-2 1 0,12-13-2 0,1 13 1 0,11-24 1 0,-24 13 0 0,24-13 1 0,-24-13 2 0,0 2-4 0,-12-37-1 0,0 36 0 0,12-13 0 0,24 12 0 0,-12-11 0 0,0 13 0 0,23-1-1 0,-9-12 1 0,11 12 1 0,-26-14-1 0,0 15 0 0,-11-1 1 0,-11-12 2 0,0 24-1 0,-2 0-2 0,13 0 0 0,0 24 0 0,13-1 0 0,22 39 0 0,-11-15 1 0,13 51-2 0,-13-13 1 0,0 11-1 0,0-11 1 0,-12-24 0 0,-12-1 1 0,-12-36 2 0,0 0 0 0,-12-24 1 0,-12-24-2 0,11 0 0 0,-11-12-2 0,23-13 1 0,2 1-1 0,47-61-2 0,24 60-7 0,1-12-25 0,12 2-89 0</inkml:trace>
  <inkml:trace contextRef="#ctx0" brushRef="#br0">25267 9580 70 0,'-12'-12'15'0,"-23"0"2"0,35 0-1 0,0 12-2 0,22-13-6 0,15 13 3 0,36-13-3 0,12 13-2 0,11-11-1 0,-11 11 0 0,-13 0-1 0,-11 0-1 0,-37-12 1 0,-24 0 3 0,-12 12-3 0,-37-24-4 0,-11 24 1 0,-25-12 0 0,1 12-1 0,-13 0-1 0,24 0 1 0,25 12 1 0,23-12-2 0,14 12 1 0,22 0 0 0,26 0 0 0,96 24 0 0,-60-23-1 0,-14-1 1 0,-9-12 1 0,-37 12-1 0,-13-12 1 0,-13 0 1 0,-37 12-2 0,-21-24 1 0,-2 0-1 0,0 12 0 0,13-12 0 0,35-1 1 0,25 13 0 0,0 0-2 0,49 0 2 0,12 13-2 0,24-13 1 0,-13 0 1 0,0 12-1 0,-11-12 0 0,24-12 1 0,-98 12 3 0,-23-13-4 0,-13 13 1 0,1 0-3 0,0 13-175 0</inkml:trace>
  <inkml:trace contextRef="#ctx0" brushRef="#br0">13582 10208 32 0,'-11'0'8'0,"-25"-23"17"0,23-15-9 0,-12 3-1 0,14-13-3 0,0-49 3 0,11 36-11 0,0 0 1 0,11-11 0 0,0 0-1 0,63-73 2 0,-26 84-3 0,85-60 0 0,-48 72-2 0,12 14 1 0,-1-2-1 0,13 24 0 0,-12 2 0 0,72 35-1 0,-96 0 1 0,0 13 0 0,-13 11-1 0,-13 0 0 0,16 25 1 0,-28 0-1 0,1 22 1 0,25 99 0 0,-61-109-1 0,12 0 1 0,-12-24 0 0,-12 10 1 0,0-10 0 0,-25 0 0 0,1-13 0 0,0 0-1 0,1 13 0 0,-26-24 1 0,12 11-2 0,-12-25 1 0,1 15 0 0,-1-26 0 0,-10-12 2 0,-3 0 1 0,-10-12-1 0,-1-13 1 0,0-11-1 0,1 0-1 0,24-13-1 0,11 1 0 0,0 0-6 0,49 48-48 0,0 24-35 0</inkml:trace>
  <inkml:trace contextRef="#ctx0" brushRef="#br0">10753 9955 76 0,'-12'0'18'0,"0"-25"-11"0,-1 38-4 0,13 11 0 0,13 12 3 0,11 13 0 0,13-1 0 0,22 12-2 0,14 1 1 0,36-2-1 0,157 26 4 0,-121-48-3 0,24-25-1 0,1 0 0 0,-25-12 3 0,0-24 1 0,85-72 6 0,-145 46-10 0,11-35 1 0,-96 74-9 0,0 11-30 0,0 0-69 0</inkml:trace>
  <inkml:trace contextRef="#ctx0" brushRef="#br0">8225 9845 29 0,'-13'-11'17'0,"2"-2"10"0,-2 2-11 0,1 11-3 0,12-13-1 0,-12 13-4 0,12 0-4 0,12 0-3 0,0 37 0 0,25-1 0 0,-1 12 0 0,25 13 1 0,11-13 0 0,26 1 0 0,22 11 0 0,25 1 2 0,36-2 1 0,37 2-2 0,12 0-3 0,0 0 1 0,-1-25 0 0,-12 0 0 0,-10-24 0 0,-14-12 5 0,-11-24 1 0,-25-12-1 0,-12-13-1 0,-36 0-1 0,-24 14 0 0,-37 11-1 0,-24 11-2 0,-24 0 0 0,-24 39-133 0</inkml:trace>
  <inkml:trace contextRef="#ctx0" brushRef="#br0">19389 11515 30 0,'0'12'16'0,"0"-12"-7"0,24 0 11 0,12-12 3 0,0-12-9 0,49-37 12 0,121-73 8 0,-85 62-20 0,24 0-4 0,-24 12-1 0,0 11-6 0,-36 13-1 0,-37 12-1 0,-36 12-1 0,-12 12-5 0,-12 0-74 0,-25 36-27 0</inkml:trace>
  <inkml:trace contextRef="#ctx0" brushRef="#br0">19339 12035 45 0,'0'0'0'0,"-11"0"14"0,0-24 5 0,11 0-8 0,11-13 0 0,-11-11-3 0,11-1 0 0,2 1-2 0,-1-13 0 0,-12 26-1 0,0-2-1 0,0 13 2 0,-12 12 1 0,12 12 1 0,-13 0-4 0,2 12-3 0,11 23-1 0,-11 15 1 0,11 22 1 0,0 13 0 0,11 24 0 0,0-12-1 0,14-1-1 0,0-24 1 0,-1 2-1 0,0-15 0 0,0-22 1 0,-12-25-1 0,0 0 0 0,1-12 2 0,-2-12 1 0,-11 0 0 0,13-49-1 0,-1 37-2 0,-24-61 1 0,-1 50-1 0,-11-2 0 0,0 13-1 0,-13 0 0 0,15 24 0 0,-41-12-1 0,28 24 2 0,11-12 0 0,0 0 0 0,24 0 1 0,12-12-3 0,24-24 2 0,73-49 0 0,-49 49 0 0,13-1 0 0,-24 13 1 0,-25 0-2 0,-24 24 2 0,0 0 2 0,-24 60 0 0,11-23-2 0,1-1-1 0,12-12 1 0,0-1-1 0,25 3 0 0,-1-14 0 0,12-12 1 0,0 0-1 0,12-12 0 0,-22 0 0 0,-4-13 1 0,-22 13 1 0,13 0-1 0,-26-12 0 0,-9 12 0 0,-17-12-1 0,-7 11 0 0,21 13 0 0,13-12 0 0,0 12 0 0,12 0-1 0,12-12 0 0,12 12 0 0,13 0 1 0,11 12 0 0,-13 13-1 0,2-1 0 0,-1 12 2 0,-11-12-1 0,-13-13 0 0,0 3 0 0,0-14 0 0,-12 0 2 0,0-14-1 0,12-21 2 0,0-1 0 0,12-13 1 0,0 1-3 0,13 12-1 0,-13 12-1 0,0 11-18 0,0 13-59 0,-13 0 5 0</inkml:trace>
  <inkml:trace contextRef="#ctx0" brushRef="#br0">25763 11213 68 0,'0'-26'12'0,"-12"2"9"0,12 24-4 0,0-11 1 0,-12 11-6 0,0 0-8 0,-37 72 1 0,25-24-1 0,-1 13 0 0,-10 12-1 0,10 0-1 0,-22 36 1 0,34-85-1 0,13-12 0 0,0 0 0 0,24 0 2 0,12-12-2 0,-11 0 0 0,23 0-1 0,0 11-1 0,13-11 0 0,36 13 1 0,-49-2-1 0,0-11 1 0,-24 0-1 0,2-11 1 0,-15 11 2 0,-11-13 2 0,0-10-1 0,0-1 0 0,-37-49 2 0,25 13-4 0,-24-1-1 0,-12-72-1 0,24 35 1 0,11 74-4 0,13 24-36 0,25 24-103 0</inkml:trace>
</inkml:ink>
</file>

<file path=ppt/ink/ink19.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26T18:52: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18409 4560 7 0,'0'-13'27'0,"12"13"3"0,-12 0-5 0,0-11 8 0,0 11-22 0,0 0 18 0,-12 11-28 0,-24 13 1 0,24-11-2 0,-1 12 1 0,-35 35-2 0,11-24 1 0,26 0 1 0,-26 1-1 0,13-1 0 0,0 0 1 0,-24 13 1 0,11-25-1 0,26 0 0 0,-14-13 1 0,13 3-1 0,-12-2 0 0,24 0-4 0,0-24-155 0</inkml:trace>
  <inkml:trace contextRef="#ctx0" brushRef="#br0">18191 4571 16 0,'0'0'0'0,"0"0"31"0,0 0 17 0,12 0-38 0,-12-11-4 0,25 11 2 0,-12-13-1 0,9 2 0 0,3 11 2 0,11-24 3 0,1 12-8 0,-1 0-2 0,-12 0-1 0,0 0 1 0,0-1-2 0,-11 13 3 0,-1 0-1 0,-12 0 5 0,0 0-7 0,0 13 0 0,0-1 1 0,0 12-1 0,0 0 0 0,-12 12 0 0,-1 25-2 0,13-37 2 0,0 11-1 0,-11-22 1 0,11-1 1 0,0 0-1 0,0-12 2 0,0 0 6 0,-13 0-7 0,1-24 2 0,-12-13-1 0,12 26-2 0,-12-25 0 0,-1 11 1 0,1 1-1 0,0 0 1 0,12 12 0 0,0 0-1 0,-12 0 0 0,24 12 1 0,-11 0-2 0,11 0 1 0,11 36-2 0,0-25 2 0,2 13-1 0,23 2 1 0,-24-14 0 0,0 0 1 0,0-12-1 0,1 11 0 0,-1-11 0 0,-12 0 2 0,0-11 0 0,12 11-18 0,0-12-134 0</inkml:trace>
  <inkml:trace contextRef="#ctx0" brushRef="#br0">17937 4996 5 0,'0'0'11'0,"0"0"26"0,0 0-26 0,0 0 7 0,-12 0-11 0,12 0-2 0,-12 0-2 0,0-12 0 0,12 12 0 0,-25 0-1 0,14-12 1 0,0 12-1 0,-3 0 0 0,2 0 1 0,-12-14-1 0,11 14 1 0,2-11 0 0,0 11 0 0,-2-12 0 0,-11 0 0 0,12 12-1 0,-13-12 0 0,1 0-1 0,0 0 1 0,0 0 0 0,-13-13 0 0,13 25 0 0,-12-24 0 0,12 12 0 0,0-12-1 0,-1 12 1 0,0-1 0 0,14-11 0 0,0 13 1 0,-2-2 0 0,13 1 0 0,-11-13-1 0,11 1 1 0,-13 13 0 0,1-13-1 0,-24-13 1 0,36 37-2 0,-13-13-1 0,13 13 0 0,0 13-166 0</inkml:trace>
  <inkml:trace contextRef="#ctx0" brushRef="#br0">3350 4669 23 0,'0'0'7'0,"-11"-24"10"0,11 11-4 0,0 2 0 0,-13-1-2 0,13 0-1 0,0-1-3 0,0 13-2 0,0 0-2 0,0 0-2 0,0 13-2 0,0 11 2 0,0 0-1 0,13 24 0 0,-13-24 0 0,11 13 1 0,-11-13-1 0,13 12 1 0,-1-24-1 0,-12 0 1 0,12 0 1 0,0-12 1 0,0 0 2 0,12 0-2 0,0 0-1 0,-13 0-1 0,15 13 0 0,-2-13 0 0,-13 0-1 0,13 0 0 0,1 12 1 0,11 0-1 0,1-12 0 0,-1 0 1 0,1 0-1 0,11 12-1 0,0-12 2 0,-13 0-1 0,63 0 0 0,-37 12 0 0,84 0 3 0,24-12-1 0,13 0 0 0,-87 0-1 0,-10 0-1 0,13 0 3 0,11 0-1 0,-14 0-2 0,3 0 2 0,23 0-1 0,121 0 0 0,-121-12-1 0,0 12 1 0,145-12 2 0,-133 0-3 0,133 0 1 0,-132 12-1 0,34 0 0 0,99 0 1 0,-134 0-1 0,-12 0 0 0,12 0 0 0,0 0 0 0,145-12 0 0,-145 12 0 0,12 0-1 0,-12 0 2 0,0 0-1 0,157 0 0 0,-144 0 0 0,156 0 0 0,-157 0 1 0,12 0 0 0,-12 0-1 0,170 0 3 0,-170-13-2 0,157 13-2 0,-144 0 2 0,-13-12 1 0,-12 12 0 0,12 0-2 0,-12-12 0 0,0 12 0 0,12 0 0 0,-12-12 1 0,1 12 1 0,-2 0-3 0,1-12 2 0,1 12-2 0,-1 0 1 0,-25 0-1 0,13 0 1 0,121 0 1 0,-145 0-1 0,25 0 0 0,-15 0 0 0,124 0-2 0,-122 0 2 0,-1 0 0 0,13 0 0 0,-12 0 0 0,0 12-1 0,0-12 0 0,0 0 1 0,0 0 1 0,-1 0-1 0,13 0 0 0,-12 12 0 0,12-12 1 0,97 0 1 0,-96 0-2 0,-15 0 1 0,15 0 0 0,83 12 0 0,-96-12-1 0,-12 12 0 0,13-12 1 0,-14 0-1 0,12 13 1 0,12-13 0 0,-22 0-1 0,11 0 1 0,0 12 0 0,-12-12 0 0,-1 12 0 0,74 0 1 0,-86 0-1 0,86 0 0 0,-86-12-1 0,1 0 1 0,-12 0 0 0,83 12 1 0,-83-12-1 0,25 0-1 0,33 12 0 0,-70-12 2 0,0 0-2 0,0 11 2 0,-13-11-1 0,37 0 1 0,-49 0-1 0,-25 0 1 0,2 0-1 0,-13 0 5 0,-13 0-15 0,-22 14-51 0,23-2-59 0</inkml:trace>
</inkml:ink>
</file>

<file path=ppt/ink/ink20.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5-01-31T10:37:42"/>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6290 4790 40 0,'0'-12'1'0,"-13"12"3"0,1-13-1 0,12 13 1 0,-25 0 1 0,1 13 1 0,13 11-1 0,-25 12 0 0,22 13 1 0,-21 11 1 0,-1 25-1 0,12 0-1 0,-12-2 0 0,23 2-1 0,-11 13 0 0,12-1-1 0,12-1 1 0,0 0-2 0,0-11 1 0,24 0 1 0,-12-24 0 0,13 10 0 0,-1-21-1 0,0-2-1 0,1 1-1 0,-14-26-1 0,0 14-1 0,2-13-9 0,-2 0-52 0,-11-11 13 0</inkml:trace>
  <inkml:trace contextRef="#ctx0" brushRef="#br0">15301 4838 30 0,'0'0'0'0,"0"-24"12"0,0 24 0 0,12-12-3 0,0 0 0 0,0 12-2 0,0 0-1 0,12 0-2 0,0 12 0 0,-13 0-1 0,27 24-1 0,-13 1 0 0,10 34 0 0,-11 27 0 0,0-2 1 0,-11 26-1 0,11 11 1 0,0-12 0 0,-24 12-2 0,12-13 1 0,-12 2 0 0,0-13 3 0,-12-14 0 0,-12 3 2 0,0-13-1 0,-13-25 1 0,0 1 1 0,-10-13 0 0,9-24-2 0,3 1-4 0,11-13-1 0,0 12-6 0,0 0-47 0,24 0-41 0</inkml:trace>
  <inkml:trace contextRef="#ctx0" brushRef="#br0">7608 5008 7 0,'0'0'16'0,"0"0"-11"0,0 12-3 0,0-12 3 0,0 0-2 0,0 0 55 0,0-12-49 0,0 12-3 0,0 0-4 0,0 0 3 0,0-12-2 0,0 12-2 0,0 0-1 0,0 0 1 0,0 0 0 0,0-12-1 0,0 12 1 0,0-12 0 0,0 12 0 0,0-14 0 0,12 3 1 0,-12-13-2 0,0 24 1 0,12-24-1 0,-12 12 1 0,12 0-1 0,1-25 1 0,-13 13-1 0,11 0 1 0,-11 12-1 0,11-12 1 0,3 11-1 0,-14-11 1 0,12 12 0 0,1-13 0 0,-2 14 0 0,-11-13 0 0,13 11 0 0,-2 2-1 0,0-1 1 0,2 0-1 0,-1-1 0 0,0-11 0 0,-12 11 1 0,13 2 0 0,0-1 0 0,9-12 0 0,-9 24-1 0,11-12 1 0,-12 0-1 0,37-13 0 0,-13 1 1 0,-24 24 0 0,13-12 0 0,-14 0 1 0,13 0-1 0,-11 12-1 0,-1-12 1 0,13 0-1 0,-3 12 1 0,-9 0-1 0,-2-13 1 0,14 13-1 0,0-11 0 0,-14 11 0 0,26 0 1 0,-25 0-2 0,0-13 2 0,12 13-1 0,1 0 0 0,11 0 0 0,-12 13 0 0,-12-13 0 0,12 11 1 0,-13-11-2 0,2 13 1 0,24 11 0 0,-24-12 1 0,9 12-2 0,2-13 1 0,1 2 0 0,0 12 0 0,-14-1 1 0,38 12-2 0,-25-12 1 0,0 0 0 0,-24-11 1 0,25 22-1 0,23 13 1 0,-36-35-1 0,1 24 1 0,-2-13-1 0,0 12-1 0,3-12 1 0,-2 0 1 0,0 1-1 0,0-1 1 0,-12-12-1 0,13 12 1 0,-13-12-1 0,0-12 0 0,0 12 1 0,0-12-1 0,0 0 10 0,0-12-7 0,-13 0-3 0,1 0 0 0,-12-12 0 0,-1 12 2 0,14-13-2 0,-2 25 0 0,1-12 0 0,0 0 0 0,0 12 0 0,12-12 0 0,0 12 0 0,0 0-4 0,12 12 4 0,0 25 0 0,0-25 1 0,1 12-1 0,-13-12 1 0,36 24-3 0,-24-36 4 0,0 0 2 0,13-12 3 0,-14 0-3 0,0-12 0 0,2 12-1 0,11-12-2 0,-12 11 0 0,-12-11 0 0,14 12-1 0,-14 0-11 0,0 0-103 0,0 12 59 0</inkml:trace>
  <inkml:trace contextRef="#ctx0" brushRef="#br0">8080 4210 38 0,'-12'-26'20'0,"12"15"-6"0,0 11 3 0,0 0-7 0,12 0-9 0,0 0 1 0,1 11 0 0,22 15 2 0,-11-2 1 0,0 11 1 0,13 14-1 0,-13-13-1 0,12 1-2 0,-12 10-1 0,1-9 0 0,-13-14 0 0,12 0 1 0,-12-24-1 0,-12 0-1 0,0 0-54 0,0-24 18 0,0 12-1 0</inkml:trace>
  <inkml:trace contextRef="#ctx0" brushRef="#br0">8467 4101 41 0,'0'-12'10'0,"-12"-2"8"0,12 14 3 0,-13 0-8 0,0 26-4 0,-9 9 1 0,-15 13-2 0,-11 13-2 0,11 0 0 0,-47 71 0 0,34-58-4 0,15-26-1 0,-1 1 0 0,0-26 0 0,23 1 0 0,2-11-10 0,11-2-43 0,0 2-24 0</inkml:trace>
  <inkml:trace contextRef="#ctx0" brushRef="#br0">14321 5105 29 0,'-12'-14'14'0,"12"3"-7"0,0-37 9 0,0 12-7 0,12 12 0 0,12-13 0 0,0-11-1 0,0-1 0 0,13 1-2 0,59-73 3 0,-35 73-5 0,-1-13-1 0,1 13-1 0,-1-13 1 0,13 13-1 0,85-37 2 0,-86 36-2 0,24 14 0 0,-11-15 0 0,0 26 1 0,-1 0-1 0,-12 13-1 0,-11-2 1 0,0 2 0 0,-1 11 0 0,13 0-1 0,-13 0 0 0,-10 11-1 0,9 13 0 0,-11-11 1 0,1 11-1 0,-1 0 1 0,-11 13-1 0,-1-2 1 0,11-10-1 0,-9 11 1 0,-2 13 0 0,0-13 0 0,37 61 0 0,-37-49-2 0,0 13 2 0,-11-13 0 0,11 0-1 0,-24-11 1 0,0-13 0 0,0 0 0 0,-12-12 0 0,0-12 2 0,0 0 16 0,0 0-16 0,13-12-1 0,-13-12-1 0,0-13-1 0,0 13 0 0,0-13 0 0,0-11 1 0,-13 13-2 0,13-15 1 0,0 27 2 0,0 11-2 0,0 12 0 0,13 0-1 0,-13 12-2 0,11 24 2 0,0 1 1 0,-11 11 0 0,0 12 1 0,0-11 1 0,0-1 0 0,-11-12 0 0,-13-11 2 0,12-1 2 0,-24-12-1 0,0-12-2 0,11 0 0 0,-23 0-1 0,48 0-1 0,-12-12-4 0,-1 12-16 0,13 0-156 0</inkml:trace>
  <inkml:trace contextRef="#ctx0" brushRef="#br0">15084 3822 61 0,'0'0'0'0,"-13"-12"17"0,13 12-1 0,0 0-8 0,0 0 5 0,0 12-8 0,0 25 0 0,24-13 1 0,-13 0 0 0,13 0 3 0,1-24 1 0,11 11 1 0,13-34-1 0,24-25-1 0,22-13-1 0,14-24-3 0,13 0-1 0,-1 13-3 0,-23 12 0 0,-27 24 0 0,-35 12-14 0,1 24-43 0,-37 36-68 0</inkml:trace>
  <inkml:trace contextRef="#ctx0" brushRef="#br0">16897 4972 29 0,'-12'-25'7'0,"12"1"-1"0,0-12 5 0,12-13 3 0,12 1-1 0,13-12-2 0,11-14 0 0,12-11-3 0,13 2-2 0,12-2-1 0,-1 25-1 0,14 11-2 0,-15 0 0 0,39 25-1 0,-49-13 0 0,-13 37 0 0,50 13 2 0,-27 24-1 0,-10-2 0 0,10 39-1 0,-9-2 1 0,-13 13-2 0,-13 12 0 0,0 11-1 0,-11 1 1 0,-25-24 1 0,0-12 0 0,0-25-1 0,-12-25 1 0,0 1 0 0,0-24 2 0,-12 0-1 0,12 0-11 0,-12-35-27 0,-13 11-30 0,25 12 35 0</inkml:trace>
  <inkml:trace contextRef="#ctx0" brushRef="#br0">17538 3992 60 0,'-25'-12'3'0,"25"0"3"0,0 12-4 0,0 12 7 0,0 12-2 0,13 12-2 0,-1-1-1 0,0 2-1 0,0-13 2 0,12 0 4 0,1-11 5 0,-1-13 1 0,25-24-3 0,-1-24-4 0,11 11-1 0,15-23-2 0,-2-2-1 0,-11 15-2 0,-13-1-1 0,-12 11 0 0,-11 25-2 0,-13 0-8 0,-12 12-32 0,0 0-65 0</inkml:trace>
  <inkml:trace contextRef="#ctx0" brushRef="#br0">21396 5080 32 0,'0'0'0'0,"-12"0"22"0,0-13 12 0,0 2 3 0,0-49-14 0,24-1-7 0,12 13-10 0,49-98 0 0,-25 85-4 0,-11 2-1 0,47-38 0 0,1 24-1 0,-13 13 0 0,13 12 0 0,-12 23 0 0,-1 1 1 0,-11 12-2 0,11 12 2 0,62 12-2 0,-74 24 1 0,0 13 0 0,1-1-1 0,-13 13 0 0,0-2 1 0,-11 3 1 0,-1-2-1 0,-12 1 1 0,1-1-1 0,-13-24 1 0,0 1 0 0,-12-25-1 0,0 0 2 0,12 0 1 0,-12-12 3 0,0-12 7 0,0 0-12 0,0 0-3 0,-12-1-1 0,0-11-1 0,0 0-1 0,0 0 2 0,-1 0 1 0,1 24 2 0,0 0-4 0,12 0 0 0,12 24 4 0,-12 0 1 0,12 0 1 0,1 0-1 0,11-11 1 0,0-1-1 0,-12-12-1 0,24 0-10 0,-12-12-40 0,13-13-61 0</inkml:trace>
  <inkml:trace contextRef="#ctx0" brushRef="#br0">21832 3942 71 0,'-12'-11'10'0,"-1"-25"3"0,2 24 2 0,11 0-1 0,0 12-6 0,0 12-4 0,0 12 1 0,11 11 0 0,2 3-2 0,11 9 0 0,12-23 2 0,-12-24 6 0,37 0 2 0,-2-35-2 0,26-13-2 0,25-25-4 0,-1 12-2 0,-37 13-3 0,-22 0 1 0,-28 35-14 0,-9 2-51 0,-2 22-40 0</inkml:trace>
  <inkml:trace contextRef="#ctx0" brushRef="#br0">29500 14816 2 0,'0'0'13'0,"-12"0"-2"0,12 0-4 0,0-11 0 0,0 11 2 0,0 0 4 0,-12-13 2 0,12 13-2 0,0-11-1 0,-12-1-2 0,12 12-1 0,-13 0-3 0,13-12 0 0,-11 12 1 0,22 0-1 0,-11 0 4 0,0 0-5 0,0 0-6 0,0 12 1 0,13 0 0 0,-1-1 0 0,-12 2 1 0,12-2-1 0,0 2 0 0,0-2 0 0,0 2 0 0,13-1 0 0,-25 0 0 0,24 1 0 0,-12-2 0 0,12 13 1 0,25-11 0 0,-25-1 0 0,0 0-1 0,1-12 1 0,-3 12 0 0,3-12 0 0,0 12 0 0,-12 0-1 0,9-12 1 0,27 12 2 0,-24-12-1 0,-1 0 2 0,0-12-3 0,0 12 1 0,12-12-1 0,-11 12-1 0,-1 0 0 0,0-12 1 0,-12 12 0 0,12 0 1 0,-13-12 2 0,15 0-1 0,-2 12 0 0,0-12-1 0,36-12-2 0,-35 11 1 0,11 2-1 0,-12-2 1 0,-12 13 0 0,12-12 1 0,-12 0 1 0,13-1-1 0,-13 2 0 0,12-13-1 0,-12 24 0 0,0-13 0 0,1-10 0 0,-2 23 0 0,-11-25 1 0,11 12 0 0,15-11 1 0,-14 13-1 0,-12-1 0 0,0 12-2 0,0-12 2 0,0 12-2 0,0 12-85 0,0 11-38 0</inkml:trace>
  <inkml:trace contextRef="#ctx0" brushRef="#br0">31301 14877 23 0,'0'0'16'0,"0"-12"6"0,-11-13-3 0,0 25-5 0,11-11-4 0,0 11-8 0,-13 0-3 0,13 0 0 0,13 36 1 0,-13 0 0 0,11 73 3 0,14-24 1 0,-13 0-3 0,1-14 0 0,-2 14 0 0,0-24 0 0,2 12 0 0,-13-13 1 0,0-11-1 0,0-14 2 0,-13-9-1 0,13-14 1 0,-11 0 0 0,11 0-9 0,-11-12-28 0,11 0-26 0,0 0 35 0</inkml:trace>
  <inkml:trace contextRef="#ctx0" brushRef="#br0">31097 15107 21 0,'0'0'9'0,"0"0"15"0,0-12-11 0,36-36 10 0,-12 24-14 0,-12-13-2 0,25 13-1 0,-25-13-1 0,12 13-1 0,0 0-1 0,-11 12 1 0,-2 12-1 0,14 0-1 0,0 0 0 0,-3 25 2 0,15-1 0 0,0 0 0 0,11-12-2 0,-24 0-1 0,25 12-6 0,-13-12-53 0,-24 0-22 0</inkml:trace>
</inkml:ink>
</file>

<file path=ppt/ink/ink21.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26T18:52:4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3061 4597 3 0,'0'0'0'0,"0"0"21"0,0 0-12 0,0-13-2 0,-13 13 8 0,13-13-6 0,0 13-2 0,0-11 1 0,0 11-1 0,0 0-2 0,0-13 0 0,0 2 0 0,0 11 0 0,0 0-1 0,0-12 1 0,0 12 0 0,0-12 1 0,0 12-1 0,0-12 1 0,-11 12 0 0,11 0-1 0,0-12-1 0,0 12-1 0,0 0 0 0,0-12-1 0,0 12 4 0,0 0 3 0,-13 0-3 0,13 0-4 0,0 0 1 0,0 12-3 0,0-12 0 0,0 12 0 0,13 0 1 0,-13 0-1 0,0 0 0 0,0-1 1 0,0 2-1 0,-13 24 1 0,13-25-1 0,0 11 0 0,0-10 0 0,13 11-1 0,-13-13 1 0,0 26 1 0,0-13 0 0,0 0-1 0,0-11 1 0,0 11 0 0,0-12 0 0,11 0 0 0,-11 12 0 0,0-11-1 0,0 11 1 0,0 12 1 0,13-24-1 0,-13 11-1 0,0 3 1 0,0-2 0 0,0-12 0 0,-13 24-1 0,13-25 1 0,0 13-1 0,0-10 1 0,0-2-1 0,0-1 1 0,-11 13-1 0,11-11 0 0,0 11 1 0,0 0 0 0,0-11-1 0,0 11 0 0,0-13 1 0,0 13 0 0,0 1-2 0,0-1 1 0,0-12 1 0,0 12-1 0,0 13 1 0,0-13 0 0,0-12 0 0,0-1-2 0,0 15 1 0,0-2 0 0,0 0 2 0,0 0-2 0,0 0 0 0,0-13-1 0,0 15 0 0,0-2 2 0,0-13-2 0,-13 13 1 0,13 0 1 0,0-11-1 0,0 11 0 0,0 0 1 0,0-11-1 0,0 11 0 0,0 0 0 0,0 0 0 0,0-12 0 0,0 13 0 0,0 23 1 0,-12-36-2 0,12 12 1 0,0-13 1 0,0 15-2 0,0-14 2 0,0 0-1 0,0 12 0 0,0-13 0 0,0 13 0 0,0-11 1 0,-12-2-1 0,12 15 0 0,0-15 0 0,0 2 0 0,0 11 0 0,0-13 0 0,-12 13 0 0,12-11 0 0,0 0 1 0,0-2-1 0,12 13-1 0,-12-11 2 0,0-2 0 0,0 2 0 0,0-1 1 0,0-12-2 0,-12 12 1 0,12 0 0 0,0-12-1 0,0 0 0 0,0 0 1 0,0 0 1 0,0 0-11 0,0-12-17 0,0 0-49 0,0 12-27 0</inkml:trace>
  <inkml:trace contextRef="#ctx0" brushRef="#br0">6036 4403 27 0,'0'0'0'0,"0"-12"17"0,0 12-1 0,0-12-1 0,0 0-2 0,0-1-2 0,0 13-3 0,0-11 0 0,12 11 1 0,-12-13-1 0,0 1 1 0,0 12 0 0,0 0 0 0,12 0 1 0,-12 0-5 0,0 12-1 0,0 1-1 0,0 11-1 0,0 0-1 0,0 12 2 0,12-12-2 0,-12 25 2 0,12-13-1 0,0 12 1 0,-12 37 1 0,13-37-2 0,-13 0-1 0,0-11 1 0,0 11 0 0,0 1-1 0,0-13 1 0,0 13-1 0,0-13 0 0,0 0 0 0,11 13 0 0,-11-26 0 0,0 14-1 0,11-2 1 0,-11-9 0 0,0 9-1 0,13 2 0 0,-13-13 1 0,0 0-1 0,0 37 0 0,0-37 1 0,0-1-1 0,0 3-1 0,0-2 2 0,0 0-1 0,0 0 1 0,0 0 0 0,0-13-1 0,0 27 1 0,0-15-1 0,0 1 0 0,0 0 0 0,0 1 1 0,0 0-1 0,0-1 0 0,0 0 0 0,0 0 0 0,0 0 1 0,-13 13-2 0,13-13 2 0,0 12-2 0,0-1 2 0,0-9-1 0,0-2 0 0,0 11 0 0,-11-22 1 0,11 22-1 0,0-21 1 0,0 9-1 0,0-10-1 0,0-2 1 0,0 13 0 0,0-11 0 0,-11-13 1 0,11 11-1 0,0-11 0 0,0-11 0 0,-13-13-1 0,13-13 0 0,-12-24-1 0,0 2-2 0,0-14-1 0,12-24 0 0,0-11-1 0,0 10 2 0,0-22 0 0,0 11 2 0,0-12 1 0,0-12 0 0,-12 0 1 0,0 12-1 0,0 0 2 0,-1 24-1 0,13 25-1 0,-12 22 2 0,12 3 0 0,0 23 1 0,0 12-1 0,0 0 1 0,0 12 1 0,0 0-1 0,-12 0 1 0,12 0-3 0,0 36 0 0,0 12 1 0,-12 24-1 0,12 13 1 0,0 12 0 0,12 0 0 0,-12 0 1 0,0 23-1 0,12-11 0 0,-12-12-1 0,-12 23 0 0,12 98 2 0,0-109-2 0,0-11 0 0,0-3 1 0,0 3-1 0,-12-13 0 0,12-13-1 0,0-11 0 0,0-37 0 0,0-12-1 0,0 0-11 0,0-36-139 0</inkml:trace>
  <inkml:trace contextRef="#ctx0" brushRef="#br0">3037 4705 51 0,'0'0'0'0,"-13"-25"10"0,13-23 6 0,0-13 2 0,-12 14-1 0,12-1 1 0,0 23-4 0,-12 12 1 0,0 2 9 0,12 11-20 0,0 11-4 0,0 39 2 0,0 9 0 0,12 26 0 0,0 0 0 0,13 24 0 0,-14 12 0 0,13-1-2 0,-13 13 1 0,2-11 0 0,-13-1-2 0,12-12 1 0,-12 0 1 0,-12-24 1 0,12-1-1 0,-13-23 0 0,2 36-1 0,11-85 1 0,0 0 0 0,0-12-2 0,0 0-4 0</inkml:trace>
  <inkml:trace contextRef="#ctx0" brushRef="#br0">15663 4741 6 0,'0'-11'7'0,"-12"-2"7"0,0-11 0 0,0 0 1 0,-12 0 0 0,12 0-3 0,-1 0-3 0,2-2 0 0,-14-9 0 0,13 23 2 0,-1 0 0 0,13 12-1 0,0-12-3 0,0 36 2 0,0 12-6 0,13 13 0 0,-1 11 1 0,0 12 0 0,-12 25 0 0,13 0-2 0,-13 11 0 0,0 14-1 0,0-13 0 0,0 12 0 0,0 0 0 0,-13 0 0 0,13-12 0 0,-12-13 0 0,12 1-1 0,-12-12 1 0,12-26 0 0,-13 2-1 0,13-13 1 0,0 2-1 0,0-26 1 0,-11-13-2 0,11 2 1 0,0-2 0 0,0-22 3 0,-13-13-2 0,13-13-1 0,-11-11 0 0,11-26-1 0,0 3-1 0,0-26 0 0,24-170-3 0,-24 123 2 0,11-14 1 0,-11 14 0 0,0-15 1 0,-11 15 1 0,-2-1-1 0,2 12 2 0,0 0 0 0,-2 24-2 0,13 24 1 0,0 25 1 0,0 12-1 0,0 22 3 0,0 26 0 0,0 13 0 0,0 48-1 0,0 35-1 0,13 14 0 0,-2 23-1 0,-11 24 0 0,0 12 1 0,0 13 0 0,-11 11 0 0,-14 25 1 0,0-1-1 0,12 1 0 0,2-25-1 0,0-36 0 0,-2-47 0 0,1-13 1 0,12-37-1 0,0-12 0 0,12 0-15 0,12-24-51 0,0-35-34 0</inkml:trace>
  <inkml:trace contextRef="#ctx0" brushRef="#br0">17744 4754 28 0,'0'-24'7'0,"-12"-26"8"0,24 2 3 0,-12 0-6 0,0 11 1 0,0 2 4 0,-12 11-4 0,12 12-3 0,-12 0 1 0,12 12-1 0,0 0-6 0,-12 24-3 0,12 35 0 0,12 26 0 0,0 24 0 0,0 13 1 0,0 11 0 0,1 12 0 0,-2-12-1 0,-11 0 0 0,0 23 1 0,-11-47 0 0,-2 0-2 0,1-11 2 0,0-14-1 0,12-11-1 0,0-2 1 0,0-21-1 0,0-26 0 0,0-13 0 0,0 2 1 0,0-13 0 0,0-13-1 0,0 2 0 0,-12-26-1 0,0-11-3 0,-1-12-1 0,2-2 0 0,11-33 0 0,0-27 2 0,0 2 1 0,-13-13 0 0,13-25 2 0,0-12 0 0,0 2-1 0,0 23 1 0,13 23 1 0,-13 13 0 0,-13 1-1 0,1 35 2 0,-12 13-1 0,0 36 2 0,-1 24 1 0,1 0-2 0,12 36-2 0,0 49 1 0,0 36 0 0,24 11-2 0,12 14 2 0,-12 10 0 0,0 14-1 0,1 0 1 0,-1-1 1 0,-12 12-1 0,0-11-1 0,-12-14 1 0,12-23 0 0,-13-35 1 0,1-26 3 0,12-35-3 0,0-13-1 0,0-12-2 0,-12 0-10 0,24-24-27 0,-12-12-77 0</inkml:trace>
  <inkml:trace contextRef="#ctx0" brushRef="#br0">22013 4778 9 0,'0'-13'11'0,"0"-11"3"0,11-12-1 0,-11 0 1 0,0-1-3 0,0 2-4 0,0-2-1 0,0 1 2 0,0 12 2 0,0 0 0 0,0-1 2 0,0 1-1 0,0 24-2 0,0-12-1 0,0 12-3 0,0-12-1 0,0 24-3 0,-11 24 0 0,11 25 0 0,0 11 0 0,0 37 3 0,11 12 0 0,-11 12-1 0,0 0 0 0,14 13-2 0,-14-13-1 0,12 0 0 0,-12 0 2 0,13-25-1 0,-13 1 2 0,0-12-1 0,11-24 0 0,-11-2-1 0,0-10-1 0,0-13 0 0,0-24 1 0,-11-11-1 0,11 0 0 0,0-13-1 0,0-13 0 0,-13-24-1 0,13 2 0 0,-12-15 0 0,12-9-1 0,-14-26-1 0,14-12 0 0,0-23-1 0,-11-13 0 0,11 0 2 0,0-13 1 0,-11-12 2 0,11 2 0 0,0-1 0 0,0 24 0 0,0 24-1 0,-13 24 2 0,13 37 1 0,0 11 0 0,0 24 1 0,0 13-2 0,0 13 0 0,0 36 0 0,0 48-1 0,13 11 1 0,-2 25 1 0,0 25 1 0,-11-2-2 0,0 14 1 0,0 12 0 0,-11-14 0 0,0 14 0 0,11-12-2 0,-13-26 1 0,13-22-1 0,0-50 0 0,0-35 0 0,0-13 0 0,0-24 0 0,13 0 0 0,-13-24-2 0,11-25 1 0,-11-24-2 0,11 1-3 0,3-26-1 0,-14-21-4 0,0-15 2 0,0-24 1 0,0 2 3 0,0-14 1 0,0 26 2 0,0 9 1 0,-14 87 3 0,14 37 2 0,-11-1 3 0,11 24-2 0,0 36 1 0,0 48 0 0,11 26 1 0,3 34-1 0,-14 15 1 0,12 10-3 0,-12 13-3 0,0-26 0 0,0-22-1 0,-12-13-3 0,-2-24-16 0,14-24-54 0,0-49 13 0</inkml:trace>
  <inkml:trace contextRef="#ctx0" brushRef="#br0">23961 4802 35 0,'0'0'0'0,"-26"-85"47"0,40 61-35 0,-2 11-3 0,1 2 0 0,-13 11 1 0,11 24 3 0,13 37-2 0,-13 35-4 0,14 12-3 0,-13 1 0 0,12 24-1 0,-11 13-1 0,11 0-1 0,0 10 0 0,0-10 0 0,-24-13 0 0,12-24 1 0,-12 23 2 0,0-47-2 0,-12-24 0 0,12-25-1 0,-12-11-1 0,12-25 1 0,0 11-1 0,-12-35 1 0,-12-24-1 0,11 0-1 0,2-37 1 0,-2 0-2 0,2-37 1 0,-2-10-1 0,13-14 1 0,0-22 0 0,0-1-2 0,0-1 3 0,24 1-1 0,0 24 1 0,25-61-1 0,-13 134 1 0,-23 22 0 0,-1 27 1 0,-12 11 0 0,0 12 1 0,0 0 0 0,-12 24-2 0,-1 49-1 0,-11 205 2 0,12-85-1 0,0 25 0 0,0 0 1 0,0-38 0 0,-1-10-1 0,2-24 0 0,-2-37 0 0,2-25 0 0,-2-60 0 0,13 0 0 0,0-24 1 0,-12-24 0 0,0-24-2 0,12-26 1 0,-13-21 0 0,13-26 0 0,-11-183-5 0,11 136 3 0,0-146 0 0,0 205 1 0,11 60 1 0,2 37 1 0,-13 24 3 0,24 49 0 0,0 72-1 0,-11 11-2 0,11 25 0 0,-12 14-1 0,0-2-6 0,12 1-35 0,-12-25-78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DF259-98E0-4652-8540-AF6BBE44BBC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610A94-E363-45F2-BDB2-3B2DA585C48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D16F8B-C1BF-4A55-91D4-7BC4F121A8BD}"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D16F8B-C1BF-4A55-91D4-7BC4F121A8BD}"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D16F8B-C1BF-4A55-91D4-7BC4F121A8B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471805" y="1322705"/>
            <a:ext cx="11255375" cy="2186940"/>
          </a:xfrm>
        </p:spPr>
        <p:txBody>
          <a:bodyPr anchor="b">
            <a:normAutofit/>
          </a:bodyPr>
          <a:lstStyle>
            <a:lvl1pPr algn="ctr">
              <a:lnSpc>
                <a:spcPct val="130000"/>
              </a:lnSpc>
              <a:defRPr sz="6000">
                <a:solidFill>
                  <a:schemeClr val="accent5"/>
                </a:solidFill>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3" name="副标题 2"/>
          <p:cNvSpPr>
            <a:spLocks noGrp="1"/>
          </p:cNvSpPr>
          <p:nvPr>
            <p:ph type="subTitle" idx="1"/>
          </p:nvPr>
        </p:nvSpPr>
        <p:spPr>
          <a:xfrm>
            <a:off x="1524000" y="3602355"/>
            <a:ext cx="9144000" cy="1956435"/>
          </a:xfrm>
        </p:spPr>
        <p:txBody>
          <a:bodyPr>
            <a:normAutofit/>
          </a:bodyPr>
          <a:lstStyle>
            <a:lvl1pPr marL="0" indent="0" algn="ctr">
              <a:buNone/>
              <a:defRPr sz="36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endParaRPr lang="zh-CN" alt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标题占位符 1"/>
          <p:cNvSpPr>
            <a:spLocks noGrp="1"/>
          </p:cNvSpPr>
          <p:nvPr>
            <p:ph type="title"/>
          </p:nvPr>
        </p:nvSpPr>
        <p:spPr>
          <a:xfrm>
            <a:off x="74295" y="58420"/>
            <a:ext cx="12056110" cy="854075"/>
          </a:xfrm>
          <a:prstGeom prst="rect">
            <a:avLst/>
          </a:prstGeom>
        </p:spPr>
        <p:txBody>
          <a:bodyPr vert="horz" lIns="91440" tIns="45720" rIns="91440" bIns="45720" rtlCol="0" anchor="ctr">
            <a:normAutofit/>
          </a:bodyPr>
          <a:lstStyle>
            <a:lvl1pPr>
              <a:defRPr>
                <a:solidFill>
                  <a:schemeClr val="accent5">
                    <a:lumMod val="75000"/>
                  </a:schemeClr>
                </a:solidFill>
              </a:defRPr>
            </a:lvl1pPr>
          </a:lstStyle>
          <a:p>
            <a:r>
              <a:rPr lang="zh-CN" altLang="en-US" dirty="0"/>
              <a:t>Click to edit Master title style</a:t>
            </a:r>
            <a:endParaRPr lang="zh-CN" altLang="en-US" dirty="0"/>
          </a:p>
        </p:txBody>
      </p:sp>
      <p:sp>
        <p:nvSpPr>
          <p:cNvPr id="8" name="文本占位符 2"/>
          <p:cNvSpPr>
            <a:spLocks noGrp="1"/>
          </p:cNvSpPr>
          <p:nvPr>
            <p:ph type="body" idx="1"/>
          </p:nvPr>
        </p:nvSpPr>
        <p:spPr>
          <a:xfrm>
            <a:off x="74930" y="913130"/>
            <a:ext cx="12055475" cy="5859780"/>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76835" y="84455"/>
            <a:ext cx="12024995" cy="805815"/>
          </a:xfrm>
        </p:spPr>
        <p:txBody>
          <a:bodyPr/>
          <a:lstStyle>
            <a:lvl1pPr>
              <a:defRPr>
                <a:solidFill>
                  <a:schemeClr val="accent5">
                    <a:lumMod val="75000"/>
                  </a:schemeClr>
                </a:solidFill>
              </a:defRPr>
            </a:lvl1pPr>
          </a:lstStyle>
          <a:p>
            <a:r>
              <a:rPr lang="zh-CN" altLang="en-US"/>
              <a:t>Click to edit Master title style</a:t>
            </a:r>
            <a:endParaRPr lang="zh-CN" altLang="en-US"/>
          </a:p>
        </p:txBody>
      </p:sp>
      <p:sp>
        <p:nvSpPr>
          <p:cNvPr id="4" name="内容占位符 3"/>
          <p:cNvSpPr>
            <a:spLocks noGrp="1"/>
          </p:cNvSpPr>
          <p:nvPr>
            <p:ph sz="half" idx="2"/>
          </p:nvPr>
        </p:nvSpPr>
        <p:spPr>
          <a:xfrm>
            <a:off x="76200" y="890270"/>
            <a:ext cx="6095365" cy="5862320"/>
          </a:xfrm>
        </p:spPr>
        <p:txBody>
          <a:bodyPr/>
          <a:lstStyle>
            <a:lvl1pPr>
              <a:defRPr sz="4000"/>
            </a:lvl1pPr>
            <a:lvl2pPr>
              <a:defRPr sz="3600"/>
            </a:lvl2pPr>
            <a:lvl3pPr>
              <a:defRPr sz="3200"/>
            </a:lvl3pPr>
            <a:lvl4pPr>
              <a:defRPr sz="3200"/>
            </a:lvl4pPr>
            <a:lvl5pPr>
              <a:defRPr sz="2400"/>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6" name="内容占位符 5"/>
          <p:cNvSpPr>
            <a:spLocks noGrp="1"/>
          </p:cNvSpPr>
          <p:nvPr>
            <p:ph sz="quarter" idx="4"/>
          </p:nvPr>
        </p:nvSpPr>
        <p:spPr>
          <a:xfrm>
            <a:off x="6172200" y="889635"/>
            <a:ext cx="5929630" cy="5863590"/>
          </a:xfrm>
        </p:spPr>
        <p:txBody>
          <a:bodyPr/>
          <a:lstStyle>
            <a:lvl1pPr>
              <a:defRPr sz="4000"/>
            </a:lvl1pPr>
            <a:lvl2pPr>
              <a:defRPr sz="3600"/>
            </a:lvl2pPr>
            <a:lvl3pPr>
              <a:defRPr sz="3200"/>
            </a:lvl3pPr>
            <a:lvl4pPr>
              <a:defRPr sz="3200"/>
            </a:lvl4pPr>
            <a:lvl5pPr>
              <a:defRPr sz="2400"/>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标题占位符 1"/>
          <p:cNvSpPr>
            <a:spLocks noGrp="1"/>
          </p:cNvSpPr>
          <p:nvPr>
            <p:ph type="title"/>
          </p:nvPr>
        </p:nvSpPr>
        <p:spPr>
          <a:xfrm>
            <a:off x="74295" y="58420"/>
            <a:ext cx="12056110" cy="854075"/>
          </a:xfrm>
          <a:prstGeom prst="rect">
            <a:avLst/>
          </a:prstGeom>
        </p:spPr>
        <p:txBody>
          <a:bodyPr vert="horz" lIns="91440" tIns="45720" rIns="91440" bIns="45720" rtlCol="0" anchor="ctr">
            <a:normAutofit/>
          </a:bodyPr>
          <a:lstStyle>
            <a:lvl1pPr>
              <a:defRPr>
                <a:solidFill>
                  <a:schemeClr val="accent5">
                    <a:lumMod val="75000"/>
                  </a:schemeClr>
                </a:solidFill>
              </a:defRPr>
            </a:lvl1pPr>
          </a:lstStyle>
          <a:p>
            <a:r>
              <a:rPr lang="zh-CN" altLang="en-US" dirty="0"/>
              <a:t>Click to edit Master title style</a:t>
            </a:r>
            <a:endParaRPr lang="zh-CN" alt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标题 1"/>
          <p:cNvSpPr>
            <a:spLocks noGrp="1"/>
          </p:cNvSpPr>
          <p:nvPr>
            <p:ph type="ctrTitle"/>
          </p:nvPr>
        </p:nvSpPr>
        <p:spPr>
          <a:xfrm>
            <a:off x="471805" y="1322705"/>
            <a:ext cx="11255375" cy="2186940"/>
          </a:xfrm>
        </p:spPr>
        <p:txBody>
          <a:bodyPr anchor="b">
            <a:normAutofit/>
          </a:bodyPr>
          <a:lstStyle>
            <a:lvl1pPr algn="ctr">
              <a:lnSpc>
                <a:spcPct val="130000"/>
              </a:lnSpc>
              <a:defRPr sz="6000">
                <a:solidFill>
                  <a:schemeClr val="accent6">
                    <a:lumMod val="75000"/>
                  </a:schemeClr>
                </a:solidFill>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p:spPr>
        <p:txBody>
          <a:bodyPr/>
          <a:lstStyle/>
          <a:p>
            <a:endParaRPr lang="en-US"/>
          </a:p>
        </p:txBody>
      </p:sp>
      <p:sp>
        <p:nvSpPr>
          <p:cNvPr id="7" name="Slide Number Placeholder 6"/>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74295" y="58420"/>
            <a:ext cx="12056110" cy="854075"/>
          </a:xfrm>
          <a:prstGeom prst="rect">
            <a:avLst/>
          </a:prstGeom>
        </p:spPr>
        <p:txBody>
          <a:bodyPr vert="horz" lIns="91440" tIns="45720" rIns="91440" bIns="45720" rtlCol="0" anchor="ctr">
            <a:normAutofit/>
          </a:body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74930" y="913130"/>
            <a:ext cx="12055475" cy="5859780"/>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l" defTabSz="914400" rtl="0" eaLnBrk="1" latinLnBrk="0" hangingPunct="1">
        <a:lnSpc>
          <a:spcPct val="90000"/>
        </a:lnSpc>
        <a:spcBef>
          <a:spcPct val="0"/>
        </a:spcBef>
        <a:buNone/>
        <a:defRPr sz="4400" b="0" kern="1200">
          <a:solidFill>
            <a:schemeClr val="tx1"/>
          </a:solidFill>
          <a:latin typeface="+mn-ea"/>
          <a:ea typeface="+mj-ea"/>
          <a:cs typeface="+mn-ea"/>
        </a:defRPr>
      </a:lvl1pPr>
    </p:titleStyle>
    <p:bodyStyle>
      <a:lvl1pPr marL="228600" indent="-228600" algn="l" defTabSz="914400" rtl="0" eaLnBrk="1" latinLnBrk="0" hangingPunct="1">
        <a:lnSpc>
          <a:spcPct val="90000"/>
        </a:lnSpc>
        <a:spcBef>
          <a:spcPts val="1000"/>
        </a:spcBef>
        <a:buClr>
          <a:srgbClr val="CC0000"/>
        </a:buClr>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5B9BD5"/>
        </a:buClr>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70AD47"/>
        </a:buClr>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hyperlink" Target="https://research.google/blog/all-our-n-gram-are-belong-to-you/" TargetMode="Externa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customXml" Target="../ink/ink1.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en.wikipedia.org/wiki/A_Song_of_Ice_and_Fire" TargetMode="External"/><Relationship Id="rId1" Type="http://schemas.openxmlformats.org/officeDocument/2006/relationships/hyperlink" Target="https://www.kdnuggets.com/2019/11/markov-chains-train-text-generation.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6.png"/><Relationship Id="rId2" Type="http://schemas.openxmlformats.org/officeDocument/2006/relationships/customXml" Target="../ink/ink2.xml"/><Relationship Id="rId1"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customXml" Target="../ink/ink3.xml"/><Relationship Id="rId1" Type="http://schemas.openxmlformats.org/officeDocument/2006/relationships/image" Target="../media/image3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mailto:fagin@us.ibm.com" TargetMode="Externa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customXml" Target="../ink/ink4.xml"/><Relationship Id="rId1" Type="http://schemas.openxmlformats.org/officeDocument/2006/relationships/hyperlink" Target="mailto:fagin@us.ibm.com" TargetMode="Externa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customXml" Target="../ink/ink5.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35.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png"/><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2" Type="http://schemas.openxmlformats.org/officeDocument/2006/relationships/slideLayout" Target="../slideLayouts/slideLayout2.xml"/><Relationship Id="rId11" Type="http://schemas.openxmlformats.org/officeDocument/2006/relationships/image" Target="../media/image51.png"/><Relationship Id="rId10" Type="http://schemas.openxmlformats.org/officeDocument/2006/relationships/image" Target="../media/image50.png"/><Relationship Id="rId1"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image" Target="../media/image56.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customXml" Target="../ink/ink6.xml"/></Relationships>
</file>

<file path=ppt/slides/_rels/slide43.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png"/><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3" Type="http://schemas.openxmlformats.org/officeDocument/2006/relationships/slideLayout" Target="../slideLayouts/slideLayout2.xml"/><Relationship Id="rId12" Type="http://schemas.openxmlformats.org/officeDocument/2006/relationships/image" Target="../media/image71.png"/><Relationship Id="rId11" Type="http://schemas.openxmlformats.org/officeDocument/2006/relationships/image" Target="../media/image70.png"/><Relationship Id="rId10" Type="http://schemas.openxmlformats.org/officeDocument/2006/relationships/image" Target="../media/image69.png"/><Relationship Id="rId1" Type="http://schemas.openxmlformats.org/officeDocument/2006/relationships/image" Target="../media/image68.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5.png"/><Relationship Id="rId2" Type="http://schemas.openxmlformats.org/officeDocument/2006/relationships/customXml" Target="../ink/ink7.xml"/><Relationship Id="rId1" Type="http://schemas.openxmlformats.org/officeDocument/2006/relationships/hyperlink" Target="https://stackoverflow.com/questions/17116446/what-do-the-bilou-tags-mean-in-named-entity-recognition" TargetMode="Externa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77.png"/><Relationship Id="rId1" Type="http://schemas.openxmlformats.org/officeDocument/2006/relationships/image" Target="../media/image76.png"/></Relationships>
</file>

<file path=ppt/slides/_rels/slide48.xml.rels><?xml version="1.0" encoding="UTF-8" standalone="yes"?>
<Relationships xmlns="http://schemas.openxmlformats.org/package/2006/relationships"><Relationship Id="rId9" Type="http://schemas.openxmlformats.org/officeDocument/2006/relationships/customXml" Target="../ink/ink8.xml"/><Relationship Id="rId8" Type="http://schemas.openxmlformats.org/officeDocument/2006/relationships/image" Target="../media/image85.png"/><Relationship Id="rId7" Type="http://schemas.openxmlformats.org/officeDocument/2006/relationships/image" Target="../media/image84.png"/><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79.png"/><Relationship Id="rId11" Type="http://schemas.openxmlformats.org/officeDocument/2006/relationships/slideLayout" Target="../slideLayouts/slideLayout2.xml"/><Relationship Id="rId10" Type="http://schemas.openxmlformats.org/officeDocument/2006/relationships/image" Target="../media/image86.png"/><Relationship Id="rId1" Type="http://schemas.openxmlformats.org/officeDocument/2006/relationships/image" Target="../media/image78.png"/></Relationships>
</file>

<file path=ppt/slides/_rels/slide49.xml.rels><?xml version="1.0" encoding="UTF-8" standalone="yes"?>
<Relationships xmlns="http://schemas.openxmlformats.org/package/2006/relationships"><Relationship Id="rId9" Type="http://schemas.openxmlformats.org/officeDocument/2006/relationships/image" Target="../media/image92.png"/><Relationship Id="rId8" Type="http://schemas.openxmlformats.org/officeDocument/2006/relationships/image" Target="../media/image91.png"/><Relationship Id="rId7" Type="http://schemas.openxmlformats.org/officeDocument/2006/relationships/image" Target="../media/image90.png"/><Relationship Id="rId6" Type="http://schemas.openxmlformats.org/officeDocument/2006/relationships/image" Target="../media/image89.png"/><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88.png"/><Relationship Id="rId13" Type="http://schemas.openxmlformats.org/officeDocument/2006/relationships/slideLayout" Target="../slideLayouts/slideLayout2.xml"/><Relationship Id="rId12" Type="http://schemas.openxmlformats.org/officeDocument/2006/relationships/image" Target="../media/image94.png"/><Relationship Id="rId11" Type="http://schemas.openxmlformats.org/officeDocument/2006/relationships/customXml" Target="../ink/ink9.xml"/><Relationship Id="rId10" Type="http://schemas.openxmlformats.org/officeDocument/2006/relationships/image" Target="../media/image93.png"/><Relationship Id="rId1" Type="http://schemas.openxmlformats.org/officeDocument/2006/relationships/image" Target="../media/image87.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customXml" Target="../ink/ink10.xml"/><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image" Target="../media/image97.png"/></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image" Target="../media/image10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8.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9.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0.png"/><Relationship Id="rId1" Type="http://schemas.openxmlformats.org/officeDocument/2006/relationships/hyperlink" Target="https://bitbucket.org/soumenchakrabarti/mtwowi/src/master/sequence/" TargetMode="Externa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customXml" Target="../ink/ink12.xml"/><Relationship Id="rId3" Type="http://schemas.openxmlformats.org/officeDocument/2006/relationships/image" Target="../media/image113.png"/><Relationship Id="rId2" Type="http://schemas.openxmlformats.org/officeDocument/2006/relationships/customXml" Target="../ink/ink11.xml"/><Relationship Id="rId1" Type="http://schemas.openxmlformats.org/officeDocument/2006/relationships/image" Target="../media/image112.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6.png"/><Relationship Id="rId2" Type="http://schemas.openxmlformats.org/officeDocument/2006/relationships/customXml" Target="../ink/ink13.xml"/><Relationship Id="rId1" Type="http://schemas.openxmlformats.org/officeDocument/2006/relationships/image" Target="../media/image115.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8.png"/><Relationship Id="rId2" Type="http://schemas.openxmlformats.org/officeDocument/2006/relationships/customXml" Target="../ink/ink14.xml"/><Relationship Id="rId1" Type="http://schemas.openxmlformats.org/officeDocument/2006/relationships/image" Target="../media/image117.png"/></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0.png"/><Relationship Id="rId3" Type="http://schemas.openxmlformats.org/officeDocument/2006/relationships/customXml" Target="../ink/ink15.xml"/><Relationship Id="rId2" Type="http://schemas.openxmlformats.org/officeDocument/2006/relationships/image" Target="../media/image119.png"/><Relationship Id="rId1" Type="http://schemas.openxmlformats.org/officeDocument/2006/relationships/hyperlink" Target="https://www.cs.cornell.edu/people/tj/svm_light/svm_struct.html" TargetMode="Externa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2.png"/><Relationship Id="rId2" Type="http://schemas.openxmlformats.org/officeDocument/2006/relationships/customXml" Target="../ink/ink16.xml"/><Relationship Id="rId1" Type="http://schemas.openxmlformats.org/officeDocument/2006/relationships/image" Target="../media/image121.png"/></Relationships>
</file>

<file path=ppt/slides/_rels/slide65.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customXml" Target="../ink/ink17.xml"/><Relationship Id="rId4" Type="http://schemas.openxmlformats.org/officeDocument/2006/relationships/image" Target="../media/image126.png"/><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image" Target="../media/image123.png"/></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30.png"/><Relationship Id="rId3" Type="http://schemas.openxmlformats.org/officeDocument/2006/relationships/customXml" Target="../ink/ink18.xml"/><Relationship Id="rId2" Type="http://schemas.openxmlformats.org/officeDocument/2006/relationships/image" Target="../media/image129.png"/><Relationship Id="rId1" Type="http://schemas.openxmlformats.org/officeDocument/2006/relationships/image" Target="../media/image128.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1.png"/><Relationship Id="rId1" Type="http://schemas.openxmlformats.org/officeDocument/2006/relationships/customXml" Target="../ink/ink19.xml"/></Relationships>
</file>

<file path=ppt/slides/_rels/slide68.xml.rels><?xml version="1.0" encoding="UTF-8" standalone="yes"?>
<Relationships xmlns="http://schemas.openxmlformats.org/package/2006/relationships"><Relationship Id="rId9" Type="http://schemas.openxmlformats.org/officeDocument/2006/relationships/image" Target="../media/image138.png"/><Relationship Id="rId8" Type="http://schemas.openxmlformats.org/officeDocument/2006/relationships/customXml" Target="../ink/ink21.xml"/><Relationship Id="rId7" Type="http://schemas.openxmlformats.org/officeDocument/2006/relationships/image" Target="../media/image137.png"/><Relationship Id="rId6" Type="http://schemas.openxmlformats.org/officeDocument/2006/relationships/customXml" Target="../ink/ink20.xml"/><Relationship Id="rId5" Type="http://schemas.openxmlformats.org/officeDocument/2006/relationships/image" Target="../media/image136.png"/><Relationship Id="rId4" Type="http://schemas.openxmlformats.org/officeDocument/2006/relationships/image" Target="../media/image135.png"/><Relationship Id="rId3" Type="http://schemas.openxmlformats.org/officeDocument/2006/relationships/image" Target="../media/image134.png"/><Relationship Id="rId2" Type="http://schemas.openxmlformats.org/officeDocument/2006/relationships/image" Target="../media/image133.png"/><Relationship Id="rId10" Type="http://schemas.openxmlformats.org/officeDocument/2006/relationships/slideLayout" Target="../slideLayouts/slideLayout2.xml"/><Relationship Id="rId1" Type="http://schemas.openxmlformats.org/officeDocument/2006/relationships/image" Target="../media/image132.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image" Target="../media/image139.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“Pre-deep” Learning for</a:t>
            </a:r>
            <a:br>
              <a:rPr lang="en-US"/>
            </a:br>
            <a:r>
              <a:rPr lang="en-US"/>
              <a:t>Sequences</a:t>
            </a:r>
            <a:endParaRPr lang="en-IN"/>
          </a:p>
        </p:txBody>
      </p:sp>
      <p:sp>
        <p:nvSpPr>
          <p:cNvPr id="3" name="Subtitle 2"/>
          <p:cNvSpPr>
            <a:spLocks noGrp="1"/>
          </p:cNvSpPr>
          <p:nvPr>
            <p:ph type="subTitle" idx="1"/>
          </p:nvPr>
        </p:nvSpPr>
        <p:spPr>
          <a:xfrm>
            <a:off x="1524000" y="4193540"/>
            <a:ext cx="9144000" cy="1365250"/>
          </a:xfrm>
        </p:spPr>
        <p:txBody>
          <a:bodyPr/>
          <a:lstStyle/>
          <a:p>
            <a:r>
              <a:rPr lang="en-US"/>
              <a:t>CS728</a:t>
            </a:r>
            <a:endParaRPr lang="en-US"/>
          </a:p>
          <a:p>
            <a:r>
              <a:rPr lang="en-US"/>
              <a:t>Soumen Chakrabarti</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“Pre-deep” language models</a:t>
            </a:r>
            <a:endParaRPr lang="en-US"/>
          </a:p>
        </p:txBody>
      </p:sp>
      <p:sp>
        <p:nvSpPr>
          <p:cNvPr id="3" name="Text Placeholder 2"/>
          <p:cNvSpPr>
            <a:spLocks noGrp="1"/>
          </p:cNvSpPr>
          <p:nvPr>
            <p:ph type="body" idx="1"/>
          </p:nvPr>
        </p:nvSpPr>
        <p:spPr>
          <a:xfrm>
            <a:off x="74930" y="912495"/>
            <a:ext cx="12055475" cy="5860415"/>
          </a:xfrm>
        </p:spPr>
        <p:txBody>
          <a:bodyPr/>
          <a:lstStyle/>
          <a:p>
            <a:r>
              <a:rPr lang="en-US"/>
              <a:t>“Life can only be understood</a:t>
            </a:r>
            <a:br>
              <a:rPr lang="en-US"/>
            </a:br>
            <a:r>
              <a:rPr lang="en-US"/>
              <a:t>backwards; but it must be lived </a:t>
            </a:r>
            <a:br>
              <a:rPr lang="en-US"/>
            </a:br>
            <a:r>
              <a:rPr lang="en-US"/>
              <a:t>forwards.” </a:t>
            </a:r>
            <a:r>
              <a:rPr lang="en-US">
                <a:latin typeface="Clear Sans" panose="020B0503030202020304" charset="0"/>
                <a:cs typeface="Clear Sans" panose="020B0503030202020304" charset="0"/>
              </a:rPr>
              <a:t>― Soren Kierkegaard</a:t>
            </a:r>
            <a:endParaRPr lang="en-US">
              <a:latin typeface="Clear Sans" panose="020B0503030202020304" charset="0"/>
              <a:cs typeface="Clear Sans" panose="020B0503030202020304" charset="0"/>
            </a:endParaRPr>
          </a:p>
          <a:p>
            <a:r>
              <a:rPr lang="en-US">
                <a:latin typeface="Clear Sans" panose="020B0503030202020304" charset="0"/>
                <a:cs typeface="Clear Sans" panose="020B0503030202020304" charset="0"/>
              </a:rPr>
              <a:t>Set up a shared vocabulary</a:t>
            </a:r>
            <a:endParaRPr lang="en-US">
              <a:latin typeface="Clear Sans" panose="020B0503030202020304" charset="0"/>
              <a:cs typeface="Clear Sans" panose="020B0503030202020304" charset="0"/>
            </a:endParaRPr>
          </a:p>
          <a:p>
            <a:r>
              <a:rPr lang="en-US">
                <a:latin typeface="Clear Sans" panose="020B0503030202020304" charset="0"/>
                <a:cs typeface="Clear Sans" panose="020B0503030202020304" charset="0"/>
              </a:rPr>
              <a:t>Many lessons carry forward</a:t>
            </a:r>
            <a:endParaRPr lang="en-US">
              <a:latin typeface="Clear Sans" panose="020B0503030202020304" charset="0"/>
              <a:cs typeface="Clear Sans" panose="020B0503030202020304" charset="0"/>
            </a:endParaRPr>
          </a:p>
          <a:p>
            <a:r>
              <a:rPr lang="en-US">
                <a:latin typeface="Clear Sans" panose="020B0503030202020304" charset="0"/>
                <a:cs typeface="Clear Sans" panose="020B0503030202020304" charset="0"/>
              </a:rPr>
              <a:t>Integrates diverse perspectives into modeling and problem solving</a:t>
            </a:r>
            <a:endParaRPr lang="en-US">
              <a:latin typeface="Clear Sans" panose="020B0503030202020304" charset="0"/>
              <a:cs typeface="Clear Sans" panose="020B0503030202020304" charset="0"/>
            </a:endParaRPr>
          </a:p>
        </p:txBody>
      </p:sp>
      <p:pic>
        <p:nvPicPr>
          <p:cNvPr id="4" name="Picture 3"/>
          <p:cNvPicPr>
            <a:picLocks noChangeAspect="1"/>
          </p:cNvPicPr>
          <p:nvPr/>
        </p:nvPicPr>
        <p:blipFill>
          <a:blip r:embed="rId1"/>
          <a:stretch>
            <a:fillRect/>
          </a:stretch>
        </p:blipFill>
        <p:spPr>
          <a:xfrm>
            <a:off x="8557895" y="912495"/>
            <a:ext cx="3572510" cy="24168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Working model for sequences</a:t>
            </a:r>
            <a:endParaRPr lang="en-IN"/>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lnSpcReduction="10000"/>
              </a:bodyPr>
              <a:lstStyle/>
              <a:p>
                <a:pPr>
                  <a:lnSpc>
                    <a:spcPct val="100000"/>
                  </a:lnSpc>
                </a:pPr>
                <a:r>
                  <a:rPr lang="en-US" sz="2800">
                    <a:effectLst>
                      <a:glow rad="228600">
                        <a:schemeClr val="accent4">
                          <a:satMod val="175000"/>
                          <a:alpha val="40000"/>
                        </a:schemeClr>
                      </a:glow>
                    </a:effectLst>
                  </a:rPr>
                  <a:t>Vocabulary</a:t>
                </a:r>
                <a:r>
                  <a:rPr lang="en-US" sz="2800"/>
                  <a:t> with </a:t>
                </a:r>
                <a14:m>
                  <m:oMath xmlns:m="http://schemas.openxmlformats.org/officeDocument/2006/math">
                    <m:r>
                      <a:rPr lang="en-US" sz="2800" i="1" dirty="0" smtClean="0">
                        <a:latin typeface="Cambria Math" panose="02040503050406030204" pitchFamily="18" charset="0"/>
                      </a:rPr>
                      <m:t>𝑁</m:t>
                    </m:r>
                  </m:oMath>
                </a14:m>
                <a:r>
                  <a:rPr lang="en-US" sz="2800"/>
                  <a:t> discrete </a:t>
                </a:r>
                <a:r>
                  <a:rPr lang="en-US" sz="2800">
                    <a:effectLst>
                      <a:glow rad="228600">
                        <a:schemeClr val="accent4">
                          <a:satMod val="175000"/>
                          <a:alpha val="40000"/>
                        </a:schemeClr>
                      </a:glow>
                    </a:effectLst>
                  </a:rPr>
                  <a:t>symbols</a:t>
                </a:r>
                <a:r>
                  <a:rPr lang="en-US" sz="2800"/>
                  <a:t> (bytes, characters, words)</a:t>
                </a:r>
                <a:endParaRPr lang="en-US" sz="2800"/>
              </a:p>
              <a:p>
                <a:pPr>
                  <a:lnSpc>
                    <a:spcPct val="100000"/>
                  </a:lnSpc>
                </a:pPr>
                <a:r>
                  <a:rPr lang="en-US" sz="2800">
                    <a:effectLst>
                      <a:glow rad="228600">
                        <a:schemeClr val="accent4">
                          <a:satMod val="175000"/>
                          <a:alpha val="40000"/>
                        </a:schemeClr>
                      </a:glow>
                    </a:effectLst>
                  </a:rPr>
                  <a:t>Passage</a:t>
                </a:r>
                <a:r>
                  <a:rPr lang="en-US" sz="2800"/>
                  <a:t> = sequence of symbols aka </a:t>
                </a:r>
                <a:r>
                  <a:rPr lang="en-US" sz="2800">
                    <a:effectLst>
                      <a:glow rad="228600">
                        <a:schemeClr val="accent4">
                          <a:satMod val="175000"/>
                          <a:alpha val="40000"/>
                        </a:schemeClr>
                      </a:glow>
                    </a:effectLst>
                  </a:rPr>
                  <a:t>tokens</a:t>
                </a:r>
                <a:r>
                  <a:rPr lang="en-US" sz="2800"/>
                  <a: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𝑇</m:t>
                        </m:r>
                      </m:sub>
                    </m:sSub>
                  </m:oMath>
                </a14:m>
                <a:endParaRPr lang="en-US" sz="2800"/>
              </a:p>
              <a:p>
                <a:pPr lvl="1">
                  <a:lnSpc>
                    <a:spcPct val="100000"/>
                  </a:lnSpc>
                </a:pPr>
                <a:r>
                  <a:rPr lang="en-US" sz="2400"/>
                  <a:t>Ravi, went, to, Delhi, in, 2018</a:t>
                </a:r>
                <a:endParaRPr lang="en-US" sz="2400"/>
              </a:p>
              <a:p>
                <a:pPr lvl="1">
                  <a:lnSpc>
                    <a:spcPct val="100000"/>
                  </a:lnSpc>
                </a:pPr>
                <a:r>
                  <a:rPr lang="en-US" sz="2400"/>
                  <a:t>Washington, reclined, on, a, Barcelona, and, popped, open, a, cold, Newcastle</a:t>
                </a:r>
                <a:endParaRPr lang="en-US" sz="2400"/>
              </a:p>
              <a:p>
                <a:pPr>
                  <a:lnSpc>
                    <a:spcPct val="100000"/>
                  </a:lnSpc>
                </a:pPr>
                <a:r>
                  <a:rPr lang="en-US" sz="2800">
                    <a:effectLst>
                      <a:glow rad="228600">
                        <a:schemeClr val="accent4">
                          <a:satMod val="175000"/>
                          <a:alpha val="40000"/>
                        </a:schemeClr>
                      </a:glow>
                    </a:effectLst>
                  </a:rPr>
                  <a:t>Tasks</a:t>
                </a:r>
                <a:r>
                  <a:rPr lang="en-US" sz="2800"/>
                  <a:t> facilitated by a “</a:t>
                </a:r>
                <a:r>
                  <a:rPr lang="en-US" sz="2800">
                    <a:effectLst>
                      <a:glow rad="228600">
                        <a:schemeClr val="accent4">
                          <a:satMod val="175000"/>
                          <a:alpha val="40000"/>
                        </a:schemeClr>
                      </a:glow>
                    </a:effectLst>
                  </a:rPr>
                  <a:t>language model</a:t>
                </a:r>
                <a:r>
                  <a:rPr lang="en-US" sz="2800"/>
                  <a:t>”</a:t>
                </a:r>
                <a:endParaRPr lang="en-US" sz="2800"/>
              </a:p>
              <a:p>
                <a:pPr lvl="1">
                  <a:lnSpc>
                    <a:spcPct val="100000"/>
                  </a:lnSpc>
                </a:pPr>
                <a:r>
                  <a:rPr lang="en-US" sz="2400"/>
                  <a:t>Estimate </a:t>
                </a:r>
                <a14:m>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Pr</m:t>
                        </m:r>
                      </m:fName>
                      <m:e>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i="1" smtClean="0">
                                <a:latin typeface="Cambria Math" panose="02040503050406030204" pitchFamily="18" charset="0"/>
                              </a:rPr>
                              <m:t> </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𝑇</m:t>
                                </m:r>
                              </m:sub>
                            </m:sSub>
                          </m:e>
                        </m:d>
                      </m:e>
                    </m:func>
                  </m:oMath>
                </a14:m>
                <a:r>
                  <a:rPr lang="en-US" sz="2400"/>
                  <a:t> or compare likelihood of various sequences</a:t>
                </a:r>
                <a:endParaRPr lang="en-US" sz="2400"/>
              </a:p>
              <a:p>
                <a:pPr lvl="1">
                  <a:lnSpc>
                    <a:spcPct val="100000"/>
                  </a:lnSpc>
                </a:pPr>
                <a:r>
                  <a:rPr lang="en-US" sz="2400"/>
                  <a:t>Predict the next token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1</m:t>
                        </m:r>
                      </m:sub>
                    </m:sSub>
                  </m:oMath>
                </a14:m>
                <a:r>
                  <a:rPr lang="en-US" sz="2400"/>
                  <a:t>, after seeing prefix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oMath>
                </a14:m>
                <a:endParaRPr lang="en-US" sz="2400"/>
              </a:p>
              <a:p>
                <a:pPr lvl="2">
                  <a:lnSpc>
                    <a:spcPct val="100000"/>
                  </a:lnSpc>
                </a:pPr>
                <a:r>
                  <a:rPr lang="en-US" sz="2400"/>
                  <a:t>Washington, reclined, on, a, {chair, sofa, couch, Barcelona, hill, porcupine, Ukraine , …}</a:t>
                </a:r>
                <a:endParaRPr lang="en-US" sz="2400"/>
              </a:p>
              <a:p>
                <a:pPr lvl="1">
                  <a:lnSpc>
                    <a:spcPct val="100000"/>
                  </a:lnSpc>
                </a:pPr>
                <a:r>
                  <a:rPr lang="en-US" sz="2400"/>
                  <a:t>Predict a token somewhere in the middle </a:t>
                </a:r>
                <a14:m>
                  <m:oMath xmlns:m="http://schemas.openxmlformats.org/officeDocument/2006/math">
                    <m:r>
                      <a:rPr lang="en-US" sz="2400" i="1">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highlight>
                          <a:srgbClr val="FFFF00"/>
                        </a:highlight>
                        <a:latin typeface="Cambria Math" panose="02040503050406030204" pitchFamily="18" charset="0"/>
                      </a:rPr>
                      <m:t>?</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oMath>
                </a14:m>
                <a:endParaRPr lang="en-US" sz="2400"/>
              </a:p>
              <a:p>
                <a:pPr lvl="2">
                  <a:lnSpc>
                    <a:spcPct val="100000"/>
                  </a:lnSpc>
                </a:pPr>
                <a:r>
                  <a:rPr lang="en-US" sz="2400"/>
                  <a:t>Rome, was, not, {built, diluted, cooked, Tokyo …} in, a, day</a:t>
                </a:r>
                <a:endParaRPr lang="en-US" sz="2400"/>
              </a:p>
              <a:p>
                <a:pPr lvl="1">
                  <a:lnSpc>
                    <a:spcPct val="100000"/>
                  </a:lnSpc>
                </a:pPr>
                <a:r>
                  <a:rPr lang="en-US" sz="2400"/>
                  <a:t>Classify the whole sequence to one of </a:t>
                </a:r>
                <a14:m>
                  <m:oMath xmlns:m="http://schemas.openxmlformats.org/officeDocument/2006/math">
                    <m:r>
                      <a:rPr lang="en-US" sz="2400" i="1" dirty="0" smtClean="0">
                        <a:latin typeface="Cambria Math" panose="02040503050406030204" pitchFamily="18" charset="0"/>
                      </a:rPr>
                      <m:t>𝑀</m:t>
                    </m:r>
                  </m:oMath>
                </a14:m>
                <a:r>
                  <a:rPr lang="en-US" sz="2400"/>
                  <a:t> labels (spam, sentiment, entailment)</a:t>
                </a:r>
                <a:endParaRPr lang="en-US" sz="2400"/>
              </a:p>
              <a:p>
                <a:pPr lvl="1">
                  <a:lnSpc>
                    <a:spcPct val="100000"/>
                  </a:lnSpc>
                </a:pPr>
                <a:r>
                  <a:rPr lang="en-US" sz="2400"/>
                  <a:t>Classify each token to one of </a:t>
                </a:r>
                <a14:m>
                  <m:oMath xmlns:m="http://schemas.openxmlformats.org/officeDocument/2006/math">
                    <m:r>
                      <a:rPr lang="en-US" sz="2400" i="1" dirty="0">
                        <a:latin typeface="Cambria Math" panose="02040503050406030204" pitchFamily="18" charset="0"/>
                      </a:rPr>
                      <m:t>𝑀</m:t>
                    </m:r>
                  </m:oMath>
                </a14:m>
                <a:r>
                  <a:rPr lang="en-US" sz="2400"/>
                  <a:t> labels (part of speech, named entity)</a:t>
                </a:r>
                <a:endParaRPr lang="en-US" sz="2400"/>
              </a:p>
              <a:p>
                <a:pPr lvl="1">
                  <a:lnSpc>
                    <a:spcPct val="100000"/>
                  </a:lnSpc>
                </a:pPr>
                <a:r>
                  <a:rPr lang="en-US" sz="2400"/>
                  <a:t>Map </a:t>
                </a:r>
                <a14:m>
                  <m:oMath xmlns:m="http://schemas.openxmlformats.org/officeDocument/2006/math">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𝑇</m:t>
                            </m:r>
                          </m:sub>
                        </m:sSub>
                      </m:e>
                    </m:d>
                  </m:oMath>
                </a14:m>
                <a:r>
                  <a:rPr lang="en-US" sz="2400"/>
                  <a:t> to output sequence </a:t>
                </a:r>
                <a14:m>
                  <m:oMath xmlns:m="http://schemas.openxmlformats.org/officeDocument/2006/math">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i="1">
                                <a:latin typeface="Cambria Math" panose="02040503050406030204" pitchFamily="18" charset="0"/>
                              </a:rPr>
                              <m:t>2</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i="1">
                                <a:latin typeface="Cambria Math" panose="02040503050406030204" pitchFamily="18" charset="0"/>
                              </a:rPr>
                              <m:t>𝑇</m:t>
                            </m:r>
                          </m:sub>
                        </m:sSub>
                      </m:e>
                    </m:d>
                  </m:oMath>
                </a14:m>
                <a:r>
                  <a:rPr lang="en-US" sz="2400"/>
                  <a:t> (translation)</a:t>
                </a:r>
                <a:endParaRPr lang="en-US" sz="2400"/>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l="-5" t="-325"/>
                </a:stretch>
              </a:blipFill>
            </p:spPr>
            <p:txBody>
              <a:bodyPr/>
              <a:lstStyle/>
              <a:p>
                <a:r>
                  <a:rPr lang="en-US"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‘Events’ defined around tokens</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lnSpcReduction="10000"/>
              </a:bodyPr>
              <a:lstStyle/>
              <a:p>
                <a:r>
                  <a:rPr lang="en-US"/>
                  <a:t>Each token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r>
                  <a:rPr lang="en-US"/>
                  <a:t> can have one of </a:t>
                </a:r>
                <a14:m>
                  <m:oMath xmlns:m="http://schemas.openxmlformats.org/officeDocument/2006/math">
                    <m:r>
                      <a:rPr lang="en-US" i="1">
                        <a:latin typeface="Cambria Math" panose="02040503050406030204" pitchFamily="18" charset="0"/>
                        <a:cs typeface="DejaVu Math TeX Gyre" panose="02000503000000000000" charset="0"/>
                      </a:rPr>
                      <m:t>𝑁</m:t>
                    </m:r>
                  </m:oMath>
                </a14:m>
                <a:r>
                  <a:rPr lang="en-US"/>
                  <a:t> possible values</a:t>
                </a:r>
                <a:endParaRPr lang="en-US"/>
              </a:p>
              <a:p>
                <a:pPr lvl="1"/>
                <a:r>
                  <a:rPr lang="en-US" sz="3600"/>
                  <a:t>Probabilities </a:t>
                </a:r>
                <a14:m>
                  <m:oMath xmlns:m="http://schemas.openxmlformats.org/officeDocument/2006/math">
                    <m:sSub>
                      <m:sSubPr>
                        <m:ctrlPr>
                          <a:rPr lang="en-US" sz="3600" i="1">
                            <a:latin typeface="Cambria Math" panose="02040503050406030204" pitchFamily="18" charset="0"/>
                            <a:cs typeface="DejaVu Math TeX Gyre" panose="02000503000000000000" charset="0"/>
                          </a:rPr>
                        </m:ctrlPr>
                      </m:sSubPr>
                      <m:e>
                        <m:r>
                          <a:rPr lang="en-US" sz="3600" i="1">
                            <a:latin typeface="Cambria Math" panose="02040503050406030204" pitchFamily="18" charset="0"/>
                            <a:cs typeface="DejaVu Math TeX Gyre" panose="02000503000000000000" charset="0"/>
                          </a:rPr>
                          <m:t>𝑝</m:t>
                        </m:r>
                      </m:e>
                      <m:sub>
                        <m:r>
                          <a:rPr lang="en-US" sz="3600" i="1">
                            <a:latin typeface="Cambria Math" panose="02040503050406030204" pitchFamily="18" charset="0"/>
                            <a:cs typeface="DejaVu Math TeX Gyre" panose="02000503000000000000" charset="0"/>
                          </a:rPr>
                          <m:t>1</m:t>
                        </m:r>
                      </m:sub>
                    </m:sSub>
                    <m:r>
                      <a:rPr lang="en-US" sz="3600"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𝑁</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oMath>
                </a14:m>
                <a:endParaRPr lang="en-US" i="1">
                  <a:latin typeface="DejaVu Math TeX Gyre" panose="02000503000000000000" charset="0"/>
                  <a:cs typeface="DejaVu Math TeX Gyre" panose="02000503000000000000" charset="0"/>
                </a:endParaRPr>
              </a:p>
              <a:p>
                <a:pPr lvl="1"/>
                <a14:m>
                  <m:oMath xmlns:m="http://schemas.openxmlformats.org/officeDocument/2006/math">
                    <m:r>
                      <a:rPr lang="en-US" i="1">
                        <a:latin typeface="Cambria Math" panose="02040503050406030204" pitchFamily="18" charset="0"/>
                        <a:cs typeface="DejaVu Math TeX Gyre" panose="02000503000000000000" charset="0"/>
                      </a:rPr>
                      <m:t>𝑁</m:t>
                    </m:r>
                  </m:oMath>
                </a14:m>
                <a:r>
                  <a:rPr lang="en-US"/>
                  <a:t>-faced die, unit probability simplex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m:t>
                        </m:r>
                      </m:e>
                      <m:sup>
                        <m:r>
                          <a:rPr lang="en-US" i="1">
                            <a:latin typeface="Cambria Math" panose="02040503050406030204" pitchFamily="18" charset="0"/>
                            <a:cs typeface="DejaVu Math TeX Gyre" panose="02000503000000000000" charset="0"/>
                          </a:rPr>
                          <m:t>𝑁</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p>
                    </m:sSup>
                  </m:oMath>
                </a14:m>
                <a:endParaRPr lang="en-US" i="1">
                  <a:latin typeface="DejaVu Math TeX Gyre" panose="02000503000000000000" charset="0"/>
                  <a:cs typeface="DejaVu Math TeX Gyre" panose="02000503000000000000" charset="0"/>
                </a:endParaRPr>
              </a:p>
              <a:p>
                <a:pPr lvl="1"/>
                <a:r>
                  <a:rPr lang="en-US"/>
                  <a:t>More accurately, </a:t>
                </a:r>
                <a14:m>
                  <m:oMath xmlns:m="http://schemas.openxmlformats.org/officeDocument/2006/math">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𝑡</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sub>
                        </m:sSub>
                      </m:e>
                    </m:d>
                  </m:oMath>
                </a14:m>
                <a:r>
                  <a:rPr lang="en-US"/>
                  <a:t> depends on previous words</a:t>
                </a:r>
                <a:endParaRPr lang="en-US"/>
              </a:p>
              <a:p>
                <a:pPr lvl="1"/>
                <a:r>
                  <a:rPr lang="en-US"/>
                  <a:t>In reality, not quite a flat exclusive event space: “confident it is a person name, not sure who”?</a:t>
                </a:r>
                <a:endParaRPr lang="en-US"/>
              </a:p>
              <a:p>
                <a:r>
                  <a:rPr lang="en-US"/>
                  <a:t>Later, token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r>
                  <a:rPr lang="en-US"/>
                  <a:t> will be associated with </a:t>
                </a:r>
                <a:r>
                  <a:rPr lang="en-US" i="1"/>
                  <a:t>features</a:t>
                </a:r>
                <a:endParaRPr lang="en-US"/>
              </a:p>
              <a:p>
                <a:pPr lvl="1"/>
                <a:r>
                  <a:rPr lang="en-US" sz="3600"/>
                  <a:t>allCaps, startsWithCap, Aaa, digit+, DDDD</a:t>
                </a:r>
                <a:endParaRPr lang="en-US" sz="3600"/>
              </a:p>
              <a:p>
                <a:pPr lvl="1"/>
                <a:r>
                  <a:rPr lang="en-US" sz="3600"/>
                  <a:t>Token occurs in list of person, city, company names</a:t>
                </a:r>
                <a:endParaRPr lang="en-US" sz="3600"/>
              </a:p>
              <a:p>
                <a:pPr lvl="1"/>
                <a:r>
                  <a:rPr lang="en-US" sz="3600"/>
                  <a:t>Not exclusive, not independent</a:t>
                </a:r>
                <a:endParaRPr lang="en-US" sz="3600"/>
              </a:p>
              <a:p>
                <a:pPr lvl="0"/>
                <a:endParaRPr lang="en-US" sz="4000"/>
              </a:p>
              <a:p>
                <a:pPr marL="0" lvl="0" indent="0">
                  <a:buNone/>
                </a:pPr>
                <a:endParaRPr lang="en-US" sz="4000"/>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564" b="-9905"/>
                </a:stretch>
              </a:blipFill>
            </p:spPr>
            <p:txBody>
              <a:bodyPr/>
              <a:lstStyle/>
              <a:p>
                <a:r>
                  <a:rPr lang="en-US"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a:t>Early language models used </a:t>
                </a:r>
                <a14:m>
                  <m:oMath xmlns:m="http://schemas.openxmlformats.org/officeDocument/2006/math">
                    <m:r>
                      <a:rPr lang="en-US" i="1">
                        <a:latin typeface="Cambria Math" panose="02040503050406030204" pitchFamily="18" charset="0"/>
                        <a:cs typeface="DejaVu Math TeX Gyre" panose="02000503000000000000" charset="0"/>
                      </a:rPr>
                      <m:t>𝑄</m:t>
                    </m:r>
                  </m:oMath>
                </a14:m>
                <a:r>
                  <a:rPr lang="en-US"/>
                  <a:t>-gram statistics</a:t>
                </a:r>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90000" lnSpcReduction="10000"/>
              </a:bodyPr>
              <a:lstStyle/>
              <a:p>
                <a:pPr>
                  <a:lnSpc>
                    <a:spcPct val="100000"/>
                  </a:lnSpc>
                </a:pPr>
                <a14:m>
                  <m:oMath xmlns:m="http://schemas.openxmlformats.org/officeDocument/2006/math">
                    <m:r>
                      <m:rPr>
                        <m:sty m:val="p"/>
                      </m:rPr>
                      <a:rPr lang="en-US">
                        <a:latin typeface="Cambria Math" panose="02040503050406030204" pitchFamily="18" charset="0"/>
                        <a:cs typeface="DejaVu Math TeX Gyre" panose="02000503000000000000" charset="0"/>
                      </a:rPr>
                      <m:t>Pr</m:t>
                    </m:r>
                    <m:d>
                      <m:dPr>
                        <m:ctrlPr>
                          <a:rPr lang="en-US" i="1">
                            <a:latin typeface="Cambria Math" panose="02040503050406030204" pitchFamily="18" charset="0"/>
                            <a:cs typeface="DejaVu Math TeX Gyre" panose="02000503000000000000" charset="0"/>
                          </a:rPr>
                        </m:ctrlPr>
                      </m:dPr>
                      <m:e>
                        <m:r>
                          <m:rPr>
                            <m:sty m:val="p"/>
                          </m:rPr>
                          <a:rPr lang="en-US">
                            <a:effectLst>
                              <a:glow rad="228600">
                                <a:schemeClr val="accent6">
                                  <a:satMod val="175000"/>
                                  <a:alpha val="40000"/>
                                </a:schemeClr>
                              </a:glow>
                            </a:effectLst>
                            <a:latin typeface="Cambria Math" panose="02040503050406030204" pitchFamily="18" charset="0"/>
                            <a:cs typeface="DejaVu Math TeX Gyre" panose="02000503000000000000" charset="0"/>
                          </a:rPr>
                          <m:t>jumped</m:t>
                        </m:r>
                        <m:r>
                          <a:rPr lang="en-US" i="1">
                            <a:latin typeface="Cambria Math" panose="02040503050406030204" pitchFamily="18" charset="0"/>
                            <a:cs typeface="DejaVu Math TeX Gyre" panose="02000503000000000000" charset="0"/>
                          </a:rPr>
                          <m:t>|</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The</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quick</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brown</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fox</m:t>
                        </m:r>
                      </m:e>
                    </m:d>
                    <m:r>
                      <a:rPr lang="en-US" i="1">
                        <a:latin typeface="Cambria Math" panose="02040503050406030204" pitchFamily="18" charset="0"/>
                        <a:cs typeface="DejaVu Math TeX Gyre" panose="02000503000000000000" charset="0"/>
                      </a:rPr>
                      <m:t>=</m:t>
                    </m:r>
                    <m:f>
                      <m:fPr>
                        <m:ctrlP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ctrlPr>
                      </m:fPr>
                      <m:num>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𝐶</m:t>
                        </m:r>
                        <m:d>
                          <m:dPr>
                            <m:ctrlP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ctrlPr>
                          </m:dPr>
                          <m:e>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The</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quick</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brown</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fox</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6">
                                      <a:satMod val="175000"/>
                                      <a:alpha val="40000"/>
                                    </a:schemeClr>
                                  </a:glow>
                                </a:effectLst>
                                <a:latin typeface="Cambria Math" panose="02040503050406030204" pitchFamily="18" charset="0"/>
                                <a:cs typeface="DejaVu Math TeX Gyre" panose="02000503000000000000" charset="0"/>
                              </a:rPr>
                              <m:t>jumped</m:t>
                            </m:r>
                          </m:e>
                        </m:d>
                      </m:num>
                      <m:den>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𝐶</m:t>
                        </m:r>
                        <m:d>
                          <m:dPr>
                            <m:ctrlP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ctrlPr>
                          </m:dPr>
                          <m:e>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The</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quick</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brown</m:t>
                            </m:r>
                            <m: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 </m:t>
                            </m:r>
                            <m:r>
                              <m:rPr>
                                <m:sty m:val="p"/>
                              </m:rPr>
                              <a:rPr lang="en-US">
                                <a:effectLst>
                                  <a:glow rad="228600">
                                    <a:schemeClr val="accent4">
                                      <a:satMod val="175000"/>
                                      <a:alpha val="40000"/>
                                    </a:schemeClr>
                                  </a:glow>
                                </a:effectLst>
                                <a:latin typeface="Cambria Math" panose="02040503050406030204" pitchFamily="18" charset="0"/>
                                <a:cs typeface="DejaVu Math TeX Gyre" panose="02000503000000000000" charset="0"/>
                              </a:rPr>
                              <m:t>fox</m:t>
                            </m:r>
                          </m:e>
                        </m:d>
                      </m:den>
                    </m:f>
                  </m:oMath>
                </a14:m>
                <a:r>
                  <a:rPr lang="en-US" i="1">
                    <a:latin typeface="DejaVu Math TeX Gyre" panose="02000503000000000000" charset="0"/>
                    <a:cs typeface="DejaVu Math TeX Gyre" panose="02000503000000000000" charset="0"/>
                  </a:rPr>
                  <a:t> </a:t>
                </a:r>
                <a:r>
                  <a:rPr lang="en-US"/>
                  <a:t>(4th order Markov chain)</a:t>
                </a:r>
                <a:endParaRPr lang="en-US"/>
              </a:p>
              <a:p>
                <a:pPr>
                  <a:lnSpc>
                    <a:spcPct val="100000"/>
                  </a:lnSpc>
                </a:pPr>
                <a:r>
                  <a:rPr lang="en-US"/>
                  <a:t>Can use this to repeatedly sample next words (next)</a:t>
                </a:r>
                <a:endParaRPr lang="en-US" i="1">
                  <a:latin typeface="DejaVu Math TeX Gyre" panose="02000503000000000000" charset="0"/>
                  <a:cs typeface="DejaVu Math TeX Gyre" panose="02000503000000000000" charset="0"/>
                </a:endParaRPr>
              </a:p>
              <a:p>
                <a:pPr>
                  <a:lnSpc>
                    <a:spcPct val="100000"/>
                  </a:lnSpc>
                </a:pPr>
                <a:r>
                  <a:rPr lang="en-US">
                    <a:hlinkClick r:id="rId2" action="ppaction://hlinkfile"/>
                  </a:rPr>
                  <a:t>All our q-grams are belong to you</a:t>
                </a:r>
                <a:r>
                  <a:rPr lang="en-US"/>
                  <a:t> (Google, 2006)</a:t>
                </a:r>
                <a:endParaRPr lang="en-US"/>
              </a:p>
              <a:p>
                <a:pPr lvl="1">
                  <a:lnSpc>
                    <a:spcPct val="100000"/>
                  </a:lnSpc>
                </a:pPr>
                <a:r>
                  <a:rPr lang="en-US"/>
                  <a:t>1,024,908,267,229 words of running text</a:t>
                </a:r>
                <a:endParaRPr lang="en-US"/>
              </a:p>
              <a:p>
                <a:pPr lvl="1">
                  <a:lnSpc>
                    <a:spcPct val="100000"/>
                  </a:lnSpc>
                </a:pPr>
                <a:r>
                  <a:rPr lang="en-US"/>
                  <a:t>13,588,391 unique words each appearing </a:t>
                </a:r>
                <a14:m>
                  <m:oMath xmlns:m="http://schemas.openxmlformats.org/officeDocument/2006/math">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200</m:t>
                    </m:r>
                  </m:oMath>
                </a14:m>
                <a:r>
                  <a:rPr lang="en-US"/>
                  <a:t> times</a:t>
                </a:r>
                <a:endParaRPr lang="en-US"/>
              </a:p>
              <a:p>
                <a:pPr lvl="1">
                  <a:lnSpc>
                    <a:spcPct val="100000"/>
                  </a:lnSpc>
                </a:pPr>
                <a:r>
                  <a:rPr lang="en-US"/>
                  <a:t>Counts of 1,176,470,663 five-word sequences that appear at least 40 times</a:t>
                </a:r>
                <a:endParaRPr lang="en-US"/>
              </a:p>
              <a:p>
                <a:pPr lvl="1">
                  <a:lnSpc>
                    <a:spcPct val="100000"/>
                  </a:lnSpc>
                </a:pPr>
                <a:r>
                  <a:rPr lang="en-US"/>
                  <a:t>24GB as gzip; how to organize as a search index</a:t>
                </a:r>
                <a:endParaRPr lang="en-US"/>
              </a:p>
              <a:p>
                <a:pPr lvl="1">
                  <a:lnSpc>
                    <a:spcPct val="100000"/>
                  </a:lnSpc>
                </a:pPr>
                <a:r>
                  <a:rPr lang="en-US"/>
                  <a:t>How did they compute these counts efficiently?</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3"/>
                <a:stretch>
                  <a:fillRect t="-1246"/>
                </a:stretch>
              </a:blipFill>
            </p:spPr>
            <p:txBody>
              <a:bodyPr/>
              <a:lstStyle/>
              <a:p>
                <a:r>
                  <a:rPr lang="en-US"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14:m>
                  <m:oMathPara xmlns:m="http://schemas.openxmlformats.org/officeDocument/2006/math">
                    <m:oMathParaPr>
                      <m:jc m:val="left"/>
                    </m:oMathParaPr>
                    <m:oMath xmlns:m="http://schemas.openxmlformats.org/officeDocument/2006/math">
                      <m:func>
                        <m:funcPr>
                          <m:ctrlPr>
                            <a:rPr lang="en-US" b="0" i="1">
                              <a:latin typeface="Cambria Math" panose="02040503050406030204" pitchFamily="18" charset="0"/>
                            </a:rPr>
                          </m:ctrlPr>
                        </m:funcPr>
                        <m:fName>
                          <m:r>
                            <m:rPr>
                              <m:sty m:val="p"/>
                            </m:rPr>
                            <a:rPr lang="en-US" b="0">
                              <a:latin typeface="Cambria Math" panose="02040503050406030204" pitchFamily="18" charset="0"/>
                            </a:rPr>
                            <m:t>Pr</m:t>
                          </m:r>
                        </m:fName>
                        <m:e>
                          <m:d>
                            <m:dPr>
                              <m:ctrlPr>
                                <a:rPr lang="en-US" b="0"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e>
                          </m:d>
                        </m:e>
                      </m:func>
                    </m:oMath>
                  </m:oMathPara>
                </a14:m>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4930" y="913130"/>
                <a:ext cx="9386570" cy="5859780"/>
              </a:xfrm>
            </p:spPr>
            <p:txBody>
              <a:bodyPr/>
              <a:lstStyle/>
              <a:p>
                <a:pPr>
                  <a:lnSpc>
                    <a:spcPct val="100000"/>
                  </a:lnSpc>
                </a:pPr>
                <a:r>
                  <a:rPr lang="en-US" sz="2800"/>
                  <a:t>Intractable colossal-dimensional estimation problem</a:t>
                </a:r>
                <a:endParaRPr lang="en-US" sz="2800"/>
              </a:p>
              <a:p>
                <a:pPr lvl="1">
                  <a:lnSpc>
                    <a:spcPct val="100000"/>
                  </a:lnSpc>
                </a:pPr>
                <a14:m>
                  <m:oMath xmlns:m="http://schemas.openxmlformats.org/officeDocument/2006/math">
                    <m:r>
                      <a:rPr lang="en-US" sz="2400" b="0" i="1" smtClean="0">
                        <a:latin typeface="Cambria Math" panose="02040503050406030204" pitchFamily="18" charset="0"/>
                      </a:rPr>
                      <m:t>𝑁</m:t>
                    </m:r>
                    <m:r>
                      <a:rPr lang="en-US" sz="2400" b="0" i="1" smtClean="0">
                        <a:latin typeface="Cambria Math" panose="02040503050406030204" pitchFamily="18" charset="0"/>
                      </a:rPr>
                      <m:t>≈</m:t>
                    </m:r>
                    <m:r>
                      <a:rPr lang="en-US" sz="2400" b="0" i="1" smtClean="0">
                        <a:latin typeface="Cambria Math" panose="02040503050406030204" pitchFamily="18" charset="0"/>
                      </a:rPr>
                      <m:t>100000</m:t>
                    </m:r>
                    <m:r>
                      <a:rPr lang="en-US" sz="2400" b="0" i="1" smtClean="0">
                        <a:latin typeface="Cambria Math" panose="02040503050406030204" pitchFamily="18" charset="0"/>
                      </a:rPr>
                      <m:t>, </m:t>
                    </m:r>
                    <m:r>
                      <a:rPr lang="en-US" sz="2400" b="0" i="1" smtClean="0">
                        <a:latin typeface="Cambria Math" panose="02040503050406030204" pitchFamily="18" charset="0"/>
                      </a:rPr>
                      <m:t>𝑇</m:t>
                    </m:r>
                    <m:r>
                      <a:rPr lang="en-US" sz="2400" b="0" i="1" smtClean="0">
                        <a:latin typeface="Cambria Math" panose="02040503050406030204" pitchFamily="18" charset="0"/>
                      </a:rPr>
                      <m:t>≈</m:t>
                    </m:r>
                    <m:r>
                      <a:rPr lang="en-US" sz="2400" b="0" i="1" smtClean="0">
                        <a:latin typeface="Cambria Math" panose="02040503050406030204" pitchFamily="18" charset="0"/>
                      </a:rPr>
                      <m:t>20</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100000</m:t>
                            </m:r>
                          </m:e>
                        </m:d>
                      </m:e>
                      <m:sup>
                        <m:r>
                          <a:rPr lang="en-US" sz="2400" b="0" i="1" smtClean="0">
                            <a:latin typeface="Cambria Math" panose="02040503050406030204" pitchFamily="18" charset="0"/>
                          </a:rPr>
                          <m:t>20</m:t>
                        </m:r>
                      </m:sup>
                    </m:sSup>
                  </m:oMath>
                </a14:m>
                <a:r>
                  <a:rPr lang="en-US" sz="2400"/>
                  <a:t> possible events</a:t>
                </a:r>
                <a:endParaRPr lang="en-US" sz="2400"/>
              </a:p>
              <a:p>
                <a:pPr>
                  <a:lnSpc>
                    <a:spcPct val="100000"/>
                  </a:lnSpc>
                </a:pPr>
                <a:r>
                  <a:rPr lang="en-US" sz="2800"/>
                  <a:t>Must make drastic simplifications and assumptions</a:t>
                </a:r>
                <a:endParaRPr lang="en-US" sz="2800"/>
              </a:p>
              <a:p>
                <a:pPr>
                  <a:lnSpc>
                    <a:spcPct val="100000"/>
                  </a:lnSpc>
                </a:pPr>
                <a:r>
                  <a:rPr lang="en-US" sz="2800"/>
                  <a:t>Always true: </a:t>
                </a:r>
                <a14:m>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2</m:t>
                                </m:r>
                              </m:sub>
                            </m:sSub>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𝑇</m:t>
                                </m:r>
                              </m:sub>
                            </m:sSub>
                          </m:e>
                        </m:d>
                      </m:e>
                    </m:func>
                    <m:r>
                      <a:rPr lang="en-US" sz="2800" i="1">
                        <a:latin typeface="Cambria Math" panose="02040503050406030204" pitchFamily="18" charset="0"/>
                      </a:rPr>
                      <m:t>=</m:t>
                    </m:r>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1</m:t>
                                </m:r>
                              </m:sub>
                            </m:sSub>
                          </m:e>
                        </m:d>
                      </m:e>
                    </m:func>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2</m:t>
                                </m:r>
                              </m:sub>
                            </m:sSub>
                          </m:e>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1</m:t>
                                </m:r>
                              </m:sub>
                            </m:sSub>
                          </m:e>
                        </m:d>
                      </m:e>
                    </m:func>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3</m:t>
                                </m:r>
                              </m:sub>
                            </m:sSub>
                          </m:e>
                        </m:d>
                      </m:e>
                    </m:func>
                    <m:sSub>
                      <m:sSubPr>
                        <m:ctrlPr>
                          <a:rPr lang="en-US" sz="2800" i="1">
                            <a:effectLst>
                              <a:glow rad="228600">
                                <a:schemeClr val="accent2">
                                  <a:satMod val="175000"/>
                                  <a:alpha val="40000"/>
                                </a:schemeClr>
                              </a:glow>
                            </a:effectLst>
                            <a:latin typeface="Cambria Math" panose="02040503050406030204" pitchFamily="18" charset="0"/>
                          </a:rPr>
                        </m:ctrlPr>
                      </m:sSubPr>
                      <m:e>
                        <m:r>
                          <a:rPr lang="en-US" sz="2800" i="1">
                            <a:effectLst>
                              <a:glow rad="228600">
                                <a:schemeClr val="accent2">
                                  <a:satMod val="175000"/>
                                  <a:alpha val="40000"/>
                                </a:schemeClr>
                              </a:glow>
                            </a:effectLst>
                            <a:latin typeface="Cambria Math" panose="02040503050406030204" pitchFamily="18" charset="0"/>
                          </a:rPr>
                          <m:t>𝑥</m:t>
                        </m:r>
                      </m:e>
                      <m:sub>
                        <m:r>
                          <a:rPr lang="en-US" sz="2800" i="1">
                            <a:effectLst>
                              <a:glow rad="228600">
                                <a:schemeClr val="accent2">
                                  <a:satMod val="175000"/>
                                  <a:alpha val="40000"/>
                                </a:schemeClr>
                              </a:glow>
                            </a:effectLst>
                            <a:latin typeface="Cambria Math" panose="02040503050406030204" pitchFamily="18" charset="0"/>
                          </a:rPr>
                          <m:t>1</m:t>
                        </m:r>
                      </m:sub>
                    </m:sSub>
                    <m:r>
                      <a:rPr lang="en-US" sz="2800" i="1">
                        <a:effectLst>
                          <a:glow rad="228600">
                            <a:schemeClr val="accent2">
                              <a:satMod val="175000"/>
                              <a:alpha val="40000"/>
                            </a:schemeClr>
                          </a:glow>
                        </a:effectLst>
                        <a:latin typeface="Cambria Math" panose="02040503050406030204" pitchFamily="18" charset="0"/>
                      </a:rPr>
                      <m:t>,</m:t>
                    </m:r>
                    <m:sSub>
                      <m:sSubPr>
                        <m:ctrlPr>
                          <a:rPr lang="en-US" sz="2800" i="1">
                            <a:effectLst>
                              <a:glow rad="228600">
                                <a:schemeClr val="accent2">
                                  <a:satMod val="175000"/>
                                  <a:alpha val="40000"/>
                                </a:schemeClr>
                              </a:glow>
                            </a:effectLst>
                            <a:latin typeface="Cambria Math" panose="02040503050406030204" pitchFamily="18" charset="0"/>
                          </a:rPr>
                        </m:ctrlPr>
                      </m:sSubPr>
                      <m:e>
                        <m:r>
                          <a:rPr lang="en-US" sz="2800" i="1">
                            <a:effectLst>
                              <a:glow rad="228600">
                                <a:schemeClr val="accent2">
                                  <a:satMod val="175000"/>
                                  <a:alpha val="40000"/>
                                </a:schemeClr>
                              </a:glow>
                            </a:effectLst>
                            <a:latin typeface="Cambria Math" panose="02040503050406030204" pitchFamily="18" charset="0"/>
                          </a:rPr>
                          <m:t>𝑥</m:t>
                        </m:r>
                      </m:e>
                      <m:sub>
                        <m:r>
                          <a:rPr lang="en-US" sz="2800" i="1">
                            <a:effectLst>
                              <a:glow rad="228600">
                                <a:schemeClr val="accent2">
                                  <a:satMod val="175000"/>
                                  <a:alpha val="40000"/>
                                </a:schemeClr>
                              </a:glow>
                            </a:effectLst>
                            <a:latin typeface="Cambria Math" panose="02040503050406030204" pitchFamily="18" charset="0"/>
                          </a:rPr>
                          <m:t>2</m:t>
                        </m:r>
                      </m:sub>
                    </m:sSub>
                    <m:r>
                      <a:rPr lang="en-US" sz="2800" i="1">
                        <a:latin typeface="Cambria Math" panose="02040503050406030204" pitchFamily="18" charset="0"/>
                      </a:rPr>
                      <m:t>)…</m:t>
                    </m:r>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𝑇</m:t>
                                </m:r>
                              </m:sub>
                            </m:sSub>
                          </m:e>
                        </m:d>
                      </m:e>
                    </m:func>
                    <m:sSub>
                      <m:sSubPr>
                        <m:ctrlPr>
                          <a:rPr lang="en-US" sz="2800" i="1">
                            <a:effectLst>
                              <a:glow rad="228600">
                                <a:schemeClr val="accent2">
                                  <a:satMod val="175000"/>
                                  <a:alpha val="40000"/>
                                </a:schemeClr>
                              </a:glow>
                            </a:effectLst>
                            <a:latin typeface="Cambria Math" panose="02040503050406030204" pitchFamily="18" charset="0"/>
                          </a:rPr>
                        </m:ctrlPr>
                      </m:sSubPr>
                      <m:e>
                        <m:r>
                          <a:rPr lang="en-US" sz="2800" i="1">
                            <a:effectLst>
                              <a:glow rad="228600">
                                <a:schemeClr val="accent2">
                                  <a:satMod val="175000"/>
                                  <a:alpha val="40000"/>
                                </a:schemeClr>
                              </a:glow>
                            </a:effectLst>
                            <a:latin typeface="Cambria Math" panose="02040503050406030204" pitchFamily="18" charset="0"/>
                          </a:rPr>
                          <m:t>𝑥</m:t>
                        </m:r>
                      </m:e>
                      <m:sub>
                        <m:r>
                          <a:rPr lang="en-US" sz="2800" i="1">
                            <a:effectLst>
                              <a:glow rad="228600">
                                <a:schemeClr val="accent2">
                                  <a:satMod val="175000"/>
                                  <a:alpha val="40000"/>
                                </a:schemeClr>
                              </a:glow>
                            </a:effectLst>
                            <a:latin typeface="Cambria Math" panose="02040503050406030204" pitchFamily="18" charset="0"/>
                          </a:rPr>
                          <m:t>1</m:t>
                        </m:r>
                        <m:r>
                          <a:rPr lang="en-US" sz="2800" i="1">
                            <a:effectLst>
                              <a:glow rad="228600">
                                <a:schemeClr val="accent2">
                                  <a:satMod val="175000"/>
                                  <a:alpha val="40000"/>
                                </a:schemeClr>
                              </a:glow>
                            </a:effectLst>
                            <a:latin typeface="Cambria Math" panose="02040503050406030204" pitchFamily="18" charset="0"/>
                          </a:rPr>
                          <m:t>:</m:t>
                        </m:r>
                        <m:r>
                          <a:rPr lang="en-US" sz="2800" i="1">
                            <a:effectLst>
                              <a:glow rad="228600">
                                <a:schemeClr val="accent2">
                                  <a:satMod val="175000"/>
                                  <a:alpha val="40000"/>
                                </a:schemeClr>
                              </a:glow>
                            </a:effectLst>
                            <a:latin typeface="Cambria Math" panose="02040503050406030204" pitchFamily="18" charset="0"/>
                          </a:rPr>
                          <m:t>𝑇</m:t>
                        </m:r>
                        <m:r>
                          <a:rPr lang="en-US" sz="2800" i="1">
                            <a:effectLst>
                              <a:glow rad="228600">
                                <a:schemeClr val="accent2">
                                  <a:satMod val="175000"/>
                                  <a:alpha val="40000"/>
                                </a:schemeClr>
                              </a:glow>
                            </a:effectLst>
                            <a:latin typeface="Cambria Math" panose="02040503050406030204" pitchFamily="18" charset="0"/>
                          </a:rPr>
                          <m:t>−</m:t>
                        </m:r>
                        <m:r>
                          <a:rPr lang="en-US" sz="2800" i="1">
                            <a:effectLst>
                              <a:glow rad="228600">
                                <a:schemeClr val="accent2">
                                  <a:satMod val="175000"/>
                                  <a:alpha val="40000"/>
                                </a:schemeClr>
                              </a:glow>
                            </a:effectLst>
                            <a:latin typeface="Cambria Math" panose="02040503050406030204" pitchFamily="18" charset="0"/>
                          </a:rPr>
                          <m:t>1</m:t>
                        </m:r>
                      </m:sub>
                    </m:sSub>
                    <m:r>
                      <a:rPr lang="en-US" sz="2800" i="1">
                        <a:latin typeface="Cambria Math" panose="02040503050406030204" pitchFamily="18" charset="0"/>
                      </a:rPr>
                      <m:t>)</m:t>
                    </m:r>
                  </m:oMath>
                </a14:m>
                <a:endParaRPr lang="en-US" sz="2800" i="1">
                  <a:latin typeface="Cambria Math" panose="02040503050406030204" pitchFamily="18" charset="0"/>
                </a:endParaRPr>
              </a:p>
              <a:p>
                <a:pPr>
                  <a:lnSpc>
                    <a:spcPct val="100000"/>
                  </a:lnSpc>
                </a:pPr>
                <a:r>
                  <a:rPr lang="en-US" sz="2800"/>
                  <a:t>Zeroeth order approximation: </a:t>
                </a:r>
                <a14:m>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1</m:t>
                                </m:r>
                              </m:sub>
                            </m:sSub>
                          </m:e>
                        </m:d>
                      </m:e>
                    </m:func>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ctrlPr>
                              <a:rPr lang="en-US" sz="2800" i="1">
                                <a:latin typeface="Cambria Math" panose="02040503050406030204" pitchFamily="18" charset="0"/>
                                <a:cs typeface="DejaVu Math TeX Gyre" panose="02000503000000000000"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2</m:t>
                                </m:r>
                              </m:sub>
                            </m:sSub>
                          </m:e>
                        </m:d>
                      </m:e>
                    </m:func>
                    <m:r>
                      <a:rPr lang="en-US" sz="2800" i="1">
                        <a:latin typeface="Cambria Math" panose="02040503050406030204" pitchFamily="18" charset="0"/>
                        <a:cs typeface="DejaVu Math TeX Gyre" panose="02000503000000000000" charset="0"/>
                      </a:rPr>
                      <m:t>⋯</m:t>
                    </m:r>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ctrlPr>
                              <a:rPr lang="en-US" sz="2800" i="1">
                                <a:latin typeface="Cambria Math" panose="02040503050406030204" pitchFamily="18" charset="0"/>
                                <a:cs typeface="DejaVu Math TeX Gyre" panose="02000503000000000000"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𝑇</m:t>
                                </m:r>
                              </m:sub>
                            </m:sSub>
                          </m:e>
                        </m:d>
                      </m:e>
                    </m:func>
                  </m:oMath>
                </a14:m>
                <a:endParaRPr lang="en-US" sz="2800" i="1">
                  <a:latin typeface="Cambria Math" panose="02040503050406030204" pitchFamily="18" charset="0"/>
                </a:endParaRPr>
              </a:p>
              <a:p>
                <a:pPr>
                  <a:lnSpc>
                    <a:spcPct val="100000"/>
                  </a:lnSpc>
                </a:pPr>
                <a:r>
                  <a:rPr lang="en-US" sz="2800"/>
                  <a:t>First order: </a:t>
                </a:r>
                <a14:m>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1</m:t>
                                </m:r>
                              </m:sub>
                            </m:sSub>
                          </m:e>
                        </m:d>
                      </m:e>
                    </m:func>
                    <m:nary>
                      <m:naryPr>
                        <m:chr m:val="∏"/>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2</m:t>
                        </m:r>
                        <m:r>
                          <a:rPr lang="en-US" sz="2800" b="0" i="1" smtClean="0">
                            <a:latin typeface="Cambria Math" panose="02040503050406030204" pitchFamily="18" charset="0"/>
                          </a:rPr>
                          <m:t>&lt;</m:t>
                        </m:r>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𝑇</m:t>
                        </m:r>
                      </m:sub>
                      <m:sup/>
                      <m:e>
                        <m:r>
                          <m:rPr>
                            <m:sty m:val="p"/>
                          </m:rPr>
                          <a:rPr lang="en-US" sz="2800" b="0" i="0" smtClean="0">
                            <a:latin typeface="Cambria Math" panose="02040503050406030204" pitchFamily="18" charset="0"/>
                          </a:rPr>
                          <m:t>Pr</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e>
                    </m:nary>
                  </m:oMath>
                </a14:m>
                <a:endParaRPr lang="en-US" sz="2800" b="0" i="1">
                  <a:latin typeface="Cambria Math" panose="02040503050406030204" pitchFamily="18" charset="0"/>
                </a:endParaRPr>
              </a:p>
              <a:p>
                <a:pPr>
                  <a:lnSpc>
                    <a:spcPct val="100000"/>
                  </a:lnSpc>
                </a:pPr>
                <a:r>
                  <a:rPr lang="en-US" sz="2800"/>
                  <a:t>Second order: </a:t>
                </a:r>
                <a14:m>
                  <m:oMath xmlns:m="http://schemas.openxmlformats.org/officeDocument/2006/math">
                    <m:nary>
                      <m:naryPr>
                        <m:chr m:val="∏"/>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2</m:t>
                        </m:r>
                        <m:r>
                          <a:rPr lang="en-US" sz="2800" b="0" i="1" smtClean="0">
                            <a:latin typeface="Cambria Math" panose="02040503050406030204" pitchFamily="18" charset="0"/>
                          </a:rPr>
                          <m:t>&lt;</m:t>
                        </m:r>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𝑇</m:t>
                        </m:r>
                      </m:sub>
                      <m:sup/>
                      <m:e>
                        <m:r>
                          <m:rPr>
                            <m:sty m:val="p"/>
                          </m:rPr>
                          <a:rPr lang="en-US" sz="2800" b="0" i="0" smtClean="0">
                            <a:latin typeface="Cambria Math" panose="02040503050406030204" pitchFamily="18" charset="0"/>
                          </a:rPr>
                          <m:t>Pr</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e>
                    </m:nary>
                  </m:oMath>
                </a14:m>
                <a:r>
                  <a:rPr lang="en-US" sz="2800"/>
                  <a:t> </a:t>
                </a:r>
                <a:br>
                  <a:rPr lang="en-US" sz="2800"/>
                </a:br>
                <a:r>
                  <a:rPr lang="en-US" sz="2800"/>
                  <a:t>(with suitable sentinels, say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oMath>
                </a14:m>
                <a:r>
                  <a:rPr lang="en-US" sz="2800"/>
                  <a:t> is always “[START]”)</a:t>
                </a:r>
                <a:endParaRPr lang="en-US" sz="2800"/>
              </a:p>
              <a:p>
                <a:pPr>
                  <a:lnSpc>
                    <a:spcPct val="100000"/>
                  </a:lnSpc>
                </a:pPr>
                <a14:m>
                  <m:oMath xmlns:m="http://schemas.openxmlformats.org/officeDocument/2006/math">
                    <m:r>
                      <a:rPr lang="en-US" sz="2800" i="1">
                        <a:latin typeface="Cambria Math" panose="02040503050406030204" pitchFamily="18" charset="0"/>
                        <a:cs typeface="DejaVu Math TeX Gyre" panose="02000503000000000000" charset="0"/>
                      </a:rPr>
                      <m:t>𝑄</m:t>
                    </m:r>
                  </m:oMath>
                </a14:m>
                <a:r>
                  <a:rPr lang="en-US" sz="2800"/>
                  <a:t>th order: </a:t>
                </a:r>
                <a14:m>
                  <m:oMath xmlns:m="http://schemas.openxmlformats.org/officeDocument/2006/math">
                    <m:nary>
                      <m:naryPr>
                        <m:chr m:val="∏"/>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𝑄</m:t>
                        </m:r>
                        <m:r>
                          <a:rPr lang="en-US" sz="2800" b="0" i="1" smtClean="0">
                            <a:latin typeface="Cambria Math" panose="02040503050406030204" pitchFamily="18" charset="0"/>
                          </a:rPr>
                          <m:t>&lt;</m:t>
                        </m:r>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𝑇</m:t>
                        </m:r>
                      </m:sub>
                      <m:sup/>
                      <m:e>
                        <m:r>
                          <m:rPr>
                            <m:sty m:val="p"/>
                          </m:rPr>
                          <a:rPr lang="en-US" sz="2800" b="0" i="0" smtClean="0">
                            <a:latin typeface="Cambria Math" panose="02040503050406030204" pitchFamily="18" charset="0"/>
                          </a:rPr>
                          <m:t>Pr</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𝑄</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e>
                    </m:nary>
                  </m:oMath>
                </a14:m>
                <a:endParaRPr lang="en-US" sz="2800"/>
              </a:p>
            </p:txBody>
          </p:sp>
        </mc:Choice>
        <mc:Fallback>
          <p:sp>
            <p:nvSpPr>
              <p:cNvPr id="3" name="Text Placeholder 2"/>
              <p:cNvSpPr>
                <a:spLocks noRot="1" noChangeAspect="1" noMove="1" noResize="1" noEditPoints="1" noAdjustHandles="1" noChangeArrowheads="1" noChangeShapeType="1" noTextEdit="1"/>
              </p:cNvSpPr>
              <p:nvPr>
                <p:ph type="body" idx="1"/>
              </p:nvPr>
            </p:nvSpPr>
            <p:spPr>
              <a:xfrm>
                <a:off x="74930" y="913130"/>
                <a:ext cx="9386570" cy="5859780"/>
              </a:xfrm>
              <a:blipFill rotWithShape="1">
                <a:blip r:embed="rId2"/>
                <a:stretch>
                  <a:fillRect/>
                </a:stretch>
              </a:blipFill>
            </p:spPr>
            <p:txBody>
              <a:bodyPr/>
              <a:lstStyle/>
              <a:p>
                <a:r>
                  <a:rPr lang="en-US" altLang="en-US">
                    <a:noFill/>
                  </a:rPr>
                  <a:t> </a:t>
                </a:r>
              </a:p>
            </p:txBody>
          </p:sp>
        </mc:Fallback>
      </mc:AlternateContent>
      <p:sp>
        <p:nvSpPr>
          <p:cNvPr id="4" name="Oval 3"/>
          <p:cNvSpPr/>
          <p:nvPr/>
        </p:nvSpPr>
        <p:spPr>
          <a:xfrm>
            <a:off x="9406255" y="430068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9897745" y="430068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389235" y="430068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0880725" y="430068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1372215" y="430068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1863705" y="430068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a:stCxn id="4" idx="6"/>
            <a:endCxn id="5" idx="2"/>
          </p:cNvCxnSpPr>
          <p:nvPr/>
        </p:nvCxnSpPr>
        <p:spPr>
          <a:xfrm>
            <a:off x="9596755" y="4391170"/>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 idx="6"/>
            <a:endCxn id="6" idx="2"/>
          </p:cNvCxnSpPr>
          <p:nvPr/>
        </p:nvCxnSpPr>
        <p:spPr>
          <a:xfrm>
            <a:off x="10088245" y="4391170"/>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6"/>
            <a:endCxn id="7" idx="2"/>
          </p:cNvCxnSpPr>
          <p:nvPr/>
        </p:nvCxnSpPr>
        <p:spPr>
          <a:xfrm>
            <a:off x="10579735" y="4391170"/>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6"/>
            <a:endCxn id="8" idx="2"/>
          </p:cNvCxnSpPr>
          <p:nvPr/>
        </p:nvCxnSpPr>
        <p:spPr>
          <a:xfrm>
            <a:off x="11071225" y="4391170"/>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6"/>
            <a:endCxn id="9" idx="2"/>
          </p:cNvCxnSpPr>
          <p:nvPr/>
        </p:nvCxnSpPr>
        <p:spPr>
          <a:xfrm>
            <a:off x="11562715" y="4391170"/>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9544050" y="1495425"/>
            <a:ext cx="253365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0201275" y="1028700"/>
            <a:ext cx="0" cy="181927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9160824" y="1900881"/>
            <a:ext cx="985206" cy="646331"/>
          </a:xfrm>
          <a:prstGeom prst="rect">
            <a:avLst/>
          </a:prstGeom>
          <a:noFill/>
        </p:spPr>
        <p:txBody>
          <a:bodyPr wrap="none" rtlCol="0">
            <a:spAutoFit/>
          </a:bodyPr>
          <a:lstStyle/>
          <a:p>
            <a:pPr algn="r"/>
            <a:r>
              <a:rPr lang="en-US"/>
              <a:t>Previous</a:t>
            </a:r>
            <a:br>
              <a:rPr lang="en-US"/>
            </a:br>
            <a:r>
              <a:rPr lang="en-US"/>
              <a:t>token</a:t>
            </a:r>
            <a:endParaRPr lang="en-US"/>
          </a:p>
        </p:txBody>
      </p:sp>
      <p:sp>
        <p:nvSpPr>
          <p:cNvPr id="21" name="TextBox 20"/>
          <p:cNvSpPr txBox="1"/>
          <p:nvPr/>
        </p:nvSpPr>
        <p:spPr>
          <a:xfrm>
            <a:off x="10705975" y="849094"/>
            <a:ext cx="899285" cy="646331"/>
          </a:xfrm>
          <a:prstGeom prst="rect">
            <a:avLst/>
          </a:prstGeom>
          <a:noFill/>
        </p:spPr>
        <p:txBody>
          <a:bodyPr wrap="none" rtlCol="0">
            <a:spAutoFit/>
          </a:bodyPr>
          <a:lstStyle/>
          <a:p>
            <a:pPr algn="ctr"/>
            <a:r>
              <a:rPr lang="en-US"/>
              <a:t>Current</a:t>
            </a:r>
            <a:br>
              <a:rPr lang="en-US"/>
            </a:br>
            <a:r>
              <a:rPr lang="en-US"/>
              <a:t>token</a:t>
            </a:r>
            <a:endParaRPr lang="en-US"/>
          </a:p>
        </p:txBody>
      </p:sp>
      <p:sp>
        <p:nvSpPr>
          <p:cNvPr id="23" name="Rectangle 22"/>
          <p:cNvSpPr/>
          <p:nvPr/>
        </p:nvSpPr>
        <p:spPr>
          <a:xfrm>
            <a:off x="10828020" y="2038350"/>
            <a:ext cx="678179" cy="4286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Prob</a:t>
            </a:r>
            <a:endParaRPr lang="en-US"/>
          </a:p>
        </p:txBody>
      </p:sp>
      <p:sp>
        <p:nvSpPr>
          <p:cNvPr id="16" name="Oval 15"/>
          <p:cNvSpPr/>
          <p:nvPr/>
        </p:nvSpPr>
        <p:spPr>
          <a:xfrm>
            <a:off x="9406255" y="521889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897745" y="521889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389235" y="521889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880725" y="521889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1372215" y="521889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1863705" y="5218892"/>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p:cNvCxnSpPr>
            <a:stCxn id="16" idx="6"/>
            <a:endCxn id="26" idx="2"/>
          </p:cNvCxnSpPr>
          <p:nvPr/>
        </p:nvCxnSpPr>
        <p:spPr>
          <a:xfrm>
            <a:off x="9596755" y="531001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26" idx="6"/>
            <a:endCxn id="27" idx="2"/>
          </p:cNvCxnSpPr>
          <p:nvPr/>
        </p:nvCxnSpPr>
        <p:spPr>
          <a:xfrm>
            <a:off x="10088245" y="531001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7" idx="6"/>
            <a:endCxn id="28" idx="2"/>
          </p:cNvCxnSpPr>
          <p:nvPr/>
        </p:nvCxnSpPr>
        <p:spPr>
          <a:xfrm>
            <a:off x="10579735" y="531001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8" idx="6"/>
            <a:endCxn id="29" idx="2"/>
          </p:cNvCxnSpPr>
          <p:nvPr/>
        </p:nvCxnSpPr>
        <p:spPr>
          <a:xfrm>
            <a:off x="11071225" y="531001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9" idx="6"/>
            <a:endCxn id="30" idx="2"/>
          </p:cNvCxnSpPr>
          <p:nvPr/>
        </p:nvCxnSpPr>
        <p:spPr>
          <a:xfrm>
            <a:off x="11562715" y="531001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urved Connector 35"/>
          <p:cNvCxnSpPr>
            <a:stCxn id="16" idx="0"/>
            <a:endCxn id="27" idx="0"/>
          </p:cNvCxnSpPr>
          <p:nvPr/>
        </p:nvCxnSpPr>
        <p:spPr>
          <a:xfrm rot="16200000">
            <a:off x="9992995" y="4727575"/>
            <a:ext cx="3175" cy="982980"/>
          </a:xfrm>
          <a:prstGeom prst="curvedConnector3">
            <a:avLst>
              <a:gd name="adj1" fmla="val 75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urved Connector 36"/>
          <p:cNvCxnSpPr>
            <a:stCxn id="26" idx="0"/>
            <a:endCxn id="28" idx="0"/>
          </p:cNvCxnSpPr>
          <p:nvPr/>
        </p:nvCxnSpPr>
        <p:spPr>
          <a:xfrm rot="16200000">
            <a:off x="10484485" y="4727575"/>
            <a:ext cx="3175" cy="982980"/>
          </a:xfrm>
          <a:prstGeom prst="curvedConnector3">
            <a:avLst>
              <a:gd name="adj1" fmla="val 75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37"/>
          <p:cNvCxnSpPr>
            <a:stCxn id="27" idx="0"/>
            <a:endCxn id="29" idx="0"/>
          </p:cNvCxnSpPr>
          <p:nvPr/>
        </p:nvCxnSpPr>
        <p:spPr>
          <a:xfrm rot="16200000">
            <a:off x="10975975" y="4727575"/>
            <a:ext cx="3175" cy="982980"/>
          </a:xfrm>
          <a:prstGeom prst="curvedConnector3">
            <a:avLst>
              <a:gd name="adj1" fmla="val 75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urved Connector 38"/>
          <p:cNvCxnSpPr>
            <a:stCxn id="28" idx="0"/>
            <a:endCxn id="30" idx="0"/>
          </p:cNvCxnSpPr>
          <p:nvPr/>
        </p:nvCxnSpPr>
        <p:spPr>
          <a:xfrm rot="16200000">
            <a:off x="11467465" y="4727575"/>
            <a:ext cx="3175" cy="982980"/>
          </a:xfrm>
          <a:prstGeom prst="curvedConnector3">
            <a:avLst>
              <a:gd name="adj1" fmla="val 7550000"/>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Toy example [TC.p100]</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90000" lnSpcReduction="10000"/>
              </a:bodyPr>
              <a:lstStyle/>
              <a:p>
                <a:r>
                  <a:rPr lang="en-US"/>
                  <a:t>Documents (N=33 words, 41 tokens)</a:t>
                </a:r>
                <a:endParaRPr lang="en-US"/>
              </a:p>
              <a:p>
                <a:pPr lvl="1"/>
                <a:r>
                  <a:rPr lang="en-US"/>
                  <a:t>the cat sat on the mat</a:t>
                </a:r>
                <a:endParaRPr lang="en-US"/>
              </a:p>
              <a:p>
                <a:pPr lvl="1"/>
                <a:r>
                  <a:rPr lang="en-US"/>
                  <a:t>a quick brown fox jumps over the lazy dog</a:t>
                </a:r>
                <a:endParaRPr lang="en-US"/>
              </a:p>
              <a:p>
                <a:pPr lvl="1"/>
                <a:r>
                  <a:rPr lang="en-US"/>
                  <a:t>she sells sea shells by the sea shore</a:t>
                </a:r>
                <a:endParaRPr lang="en-US"/>
              </a:p>
              <a:p>
                <a:pPr lvl="1"/>
                <a:r>
                  <a:rPr lang="en-US"/>
                  <a:t>he reads books every evening before bed</a:t>
                </a:r>
                <a:endParaRPr lang="en-US"/>
              </a:p>
              <a:p>
                <a:pPr lvl="1"/>
                <a:r>
                  <a:rPr lang="en-US"/>
                  <a:t>the sun rises in the east and sets in the west</a:t>
                </a:r>
                <a:endParaRPr lang="en-US"/>
              </a:p>
              <a:p>
                <a:pPr lvl="0"/>
                <a:r>
                  <a:rPr lang="en-US"/>
                  <a:t>Unigram probabilities</a:t>
                </a:r>
                <a:endParaRPr lang="en-US"/>
              </a:p>
              <a:p>
                <a:pPr lvl="0"/>
                <a:r>
                  <a:rPr lang="en-US"/>
                  <a:t>P(The) = count(The)/N = 7/41, P(lazy) = 1/41, </a:t>
                </a:r>
                <a:br>
                  <a:rPr lang="en-US"/>
                </a:br>
                <a:r>
                  <a:rPr lang="en-US"/>
                  <a:t>P(cat) = 1/41, P(sells) = 1/41, P(sea) = 2/41, </a:t>
                </a:r>
                <a:br>
                  <a:rPr lang="en-US"/>
                </a:br>
                <a:r>
                  <a:rPr lang="en-US"/>
                  <a:t>P(shells) = 1/41</a:t>
                </a:r>
                <a:endParaRPr lang="en-US"/>
              </a:p>
              <a:p>
                <a:pPr lvl="0"/>
                <a:r>
                  <a:rPr lang="en-US"/>
                  <a:t>P(The lazy cat sells sea shells)=</a:t>
                </a:r>
                <a14:m>
                  <m:oMath xmlns:m="http://schemas.openxmlformats.org/officeDocument/2006/math">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7</m:t>
                        </m:r>
                      </m:num>
                      <m:den>
                        <m:r>
                          <a:rPr lang="en-US" i="1">
                            <a:latin typeface="Cambria Math" panose="02040503050406030204" pitchFamily="18" charset="0"/>
                            <a:cs typeface="DejaVu Math TeX Gyre" panose="02000503000000000000" charset="0"/>
                          </a:rPr>
                          <m:t>41</m:t>
                        </m:r>
                      </m:den>
                    </m:f>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num>
                      <m:den>
                        <m:r>
                          <a:rPr lang="en-US" i="1">
                            <a:latin typeface="Cambria Math" panose="02040503050406030204" pitchFamily="18" charset="0"/>
                            <a:cs typeface="DejaVu Math TeX Gyre" panose="02000503000000000000" charset="0"/>
                          </a:rPr>
                          <m:t>41</m:t>
                        </m:r>
                      </m:den>
                    </m:f>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num>
                      <m:den>
                        <m:r>
                          <a:rPr lang="en-US" i="1">
                            <a:latin typeface="Cambria Math" panose="02040503050406030204" pitchFamily="18" charset="0"/>
                            <a:cs typeface="DejaVu Math TeX Gyre" panose="02000503000000000000" charset="0"/>
                          </a:rPr>
                          <m:t>41</m:t>
                        </m:r>
                      </m:den>
                    </m:f>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num>
                      <m:den>
                        <m:r>
                          <a:rPr lang="en-US" i="1">
                            <a:latin typeface="Cambria Math" panose="02040503050406030204" pitchFamily="18" charset="0"/>
                            <a:cs typeface="DejaVu Math TeX Gyre" panose="02000503000000000000" charset="0"/>
                          </a:rPr>
                          <m:t>41</m:t>
                        </m:r>
                      </m:den>
                    </m:f>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2</m:t>
                        </m:r>
                      </m:num>
                      <m:den>
                        <m:r>
                          <a:rPr lang="en-US" i="1">
                            <a:latin typeface="Cambria Math" panose="02040503050406030204" pitchFamily="18" charset="0"/>
                            <a:cs typeface="DejaVu Math TeX Gyre" panose="02000503000000000000" charset="0"/>
                          </a:rPr>
                          <m:t>41</m:t>
                        </m:r>
                      </m:den>
                    </m:f>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num>
                      <m:den>
                        <m:r>
                          <a:rPr lang="en-US" i="1">
                            <a:latin typeface="Cambria Math" panose="02040503050406030204" pitchFamily="18" charset="0"/>
                            <a:cs typeface="DejaVu Math TeX Gyre" panose="02000503000000000000" charset="0"/>
                          </a:rPr>
                          <m:t>41</m:t>
                        </m:r>
                      </m:den>
                    </m:f>
                    <m:r>
                      <a:rPr lang="en-US" i="1">
                        <a:latin typeface="Cambria Math" panose="02040503050406030204" pitchFamily="18" charset="0"/>
                        <a:cs typeface="DejaVu Math TeX Gyre" panose="02000503000000000000" charset="0"/>
                      </a:rPr>
                      <m:t>=</m:t>
                    </m:r>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14</m:t>
                        </m:r>
                      </m:num>
                      <m:den>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41</m:t>
                            </m:r>
                          </m:e>
                          <m:sup>
                            <m:r>
                              <a:rPr lang="en-US" i="1">
                                <a:latin typeface="Cambria Math" panose="02040503050406030204" pitchFamily="18" charset="0"/>
                                <a:cs typeface="DejaVu Math TeX Gyre" panose="02000503000000000000" charset="0"/>
                              </a:rPr>
                              <m:t>6</m:t>
                            </m:r>
                          </m:sup>
                        </m:sSup>
                      </m:den>
                    </m:f>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444"/>
                </a:stretch>
              </a:blipFill>
            </p:spPr>
            <p:txBody>
              <a:bodyPr/>
              <a:lstStyle/>
              <a:p>
                <a:r>
                  <a:rPr lang="en-US" altLang="en-US">
                    <a:noFill/>
                  </a:rPr>
                  <a:t> </a:t>
                </a:r>
              </a:p>
            </p:txBody>
          </p:sp>
        </mc:Fallback>
      </mc:AlternateContent>
      <p:sp>
        <p:nvSpPr>
          <p:cNvPr id="4" name="Rectangular Callout 3"/>
          <p:cNvSpPr/>
          <p:nvPr/>
        </p:nvSpPr>
        <p:spPr>
          <a:xfrm>
            <a:off x="9683115" y="1896745"/>
            <a:ext cx="2419985" cy="3486785"/>
          </a:xfrm>
          <a:prstGeom prst="wedgeRectCallout">
            <a:avLst>
              <a:gd name="adj1" fmla="val -12923"/>
              <a:gd name="adj2" fmla="val 61481"/>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a:t>Extremely small values: need great caution with numeric manipulation code</a:t>
            </a:r>
            <a:endParaRPr 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Bigram-based estimate</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P([START] The cat sells sea shells) =</a:t>
                </a:r>
                <a:br>
                  <a:rPr lang="en-US"/>
                </a:br>
                <a:r>
                  <a:rPr lang="en-US"/>
                  <a:t>P([START]) × P(The | [START]) × P(cat | The) × P(sells | cat) × P(sea | sells) × P(shells | sea)</a:t>
                </a:r>
                <a:endParaRPr lang="en-US"/>
              </a:p>
              <a:p>
                <a:r>
                  <a:rPr lang="en-US"/>
                  <a:t>Evaluates to </a:t>
                </a:r>
                <a14:m>
                  <m:oMath xmlns:m="http://schemas.openxmlformats.org/officeDocument/2006/math">
                    <m:r>
                      <a:rPr lang="en-US">
                        <a:latin typeface="Cambria Math" panose="02040503050406030204" pitchFamily="18" charset="0"/>
                      </a:rPr>
                      <m:t>1</m:t>
                    </m:r>
                    <m:r>
                      <a:rPr lang="en-US">
                        <a:latin typeface="Cambria Math" panose="02040503050406030204" pitchFamily="18" charset="0"/>
                        <a:cs typeface="DejaVu Math TeX Gyre" panose="02000503000000000000" charset="0"/>
                      </a:rPr>
                      <m:t>×</m:t>
                    </m:r>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3</m:t>
                        </m:r>
                      </m:num>
                      <m:den>
                        <m:r>
                          <a:rPr lang="en-US" i="1">
                            <a:latin typeface="Cambria Math" panose="02040503050406030204" pitchFamily="18" charset="0"/>
                            <a:cs typeface="DejaVu Math TeX Gyre" panose="02000503000000000000" charset="0"/>
                          </a:rPr>
                          <m:t>5</m:t>
                        </m:r>
                      </m:den>
                    </m:f>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num>
                      <m:den>
                        <m:r>
                          <a:rPr lang="en-US" i="1">
                            <a:latin typeface="Cambria Math" panose="02040503050406030204" pitchFamily="18" charset="0"/>
                            <a:cs typeface="DejaVu Math TeX Gyre" panose="02000503000000000000" charset="0"/>
                          </a:rPr>
                          <m:t>4</m:t>
                        </m:r>
                      </m:den>
                    </m:f>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num>
                      <m:den>
                        <m:r>
                          <a:rPr lang="en-US" i="1">
                            <a:latin typeface="Cambria Math" panose="02040503050406030204" pitchFamily="18" charset="0"/>
                            <a:cs typeface="DejaVu Math TeX Gyre" panose="02000503000000000000" charset="0"/>
                          </a:rPr>
                          <m:t>2</m:t>
                        </m:r>
                      </m:den>
                    </m:f>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num>
                      <m:den>
                        <m:r>
                          <a:rPr lang="en-US" i="1">
                            <a:latin typeface="Cambria Math" panose="02040503050406030204" pitchFamily="18" charset="0"/>
                            <a:cs typeface="DejaVu Math TeX Gyre" panose="02000503000000000000" charset="0"/>
                          </a:rPr>
                          <m:t>2</m:t>
                        </m:r>
                      </m:den>
                    </m:f>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num>
                      <m:den>
                        <m:r>
                          <a:rPr lang="en-US" i="1">
                            <a:latin typeface="Cambria Math" panose="02040503050406030204" pitchFamily="18" charset="0"/>
                            <a:cs typeface="DejaVu Math TeX Gyre" panose="02000503000000000000" charset="0"/>
                          </a:rPr>
                          <m:t>2</m:t>
                        </m:r>
                      </m:den>
                    </m:f>
                    <m:r>
                      <a:rPr lang="en-US" i="1">
                        <a:latin typeface="Cambria Math" panose="02040503050406030204" pitchFamily="18" charset="0"/>
                        <a:cs typeface="DejaVu Math TeX Gyre" panose="02000503000000000000" charset="0"/>
                      </a:rPr>
                      <m:t>=</m:t>
                    </m:r>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3</m:t>
                        </m:r>
                      </m:num>
                      <m:den>
                        <m:r>
                          <a:rPr lang="en-US" i="1">
                            <a:latin typeface="Cambria Math" panose="02040503050406030204" pitchFamily="18" charset="0"/>
                            <a:cs typeface="DejaVu Math TeX Gyre" panose="02000503000000000000" charset="0"/>
                          </a:rPr>
                          <m:t>160</m:t>
                        </m:r>
                      </m:den>
                    </m:f>
                  </m:oMath>
                </a14:m>
                <a:endParaRPr lang="en-US" i="1">
                  <a:latin typeface="DejaVu Math TeX Gyre" panose="02000503000000000000" charset="0"/>
                  <a:cs typeface="DejaVu Math TeX Gyre" panose="02000503000000000000" charset="0"/>
                </a:endParaRPr>
              </a:p>
              <a:p>
                <a:r>
                  <a:rPr lang="en-US"/>
                  <a:t>A lot bigger than unigram estimate</a:t>
                </a:r>
                <a:endParaRPr lang="en-US"/>
              </a:p>
              <a:p>
                <a:r>
                  <a:rPr lang="en-US"/>
                  <a:t>Given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1</m:t>
                        </m:r>
                      </m:sub>
                    </m:sSub>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2</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oMath>
                </a14:m>
                <a:r>
                  <a:rPr lang="en-US"/>
                  <a:t>, for each word </a:t>
                </a:r>
                <a14:m>
                  <m:oMath xmlns:m="http://schemas.openxmlformats.org/officeDocument/2006/math">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𝑁</m:t>
                        </m:r>
                      </m:e>
                    </m:d>
                  </m:oMath>
                </a14:m>
                <a:endParaRPr lang="en-US" i="1">
                  <a:latin typeface="DejaVu Math TeX Gyre" panose="02000503000000000000" charset="0"/>
                  <a:cs typeface="DejaVu Math TeX Gyre" panose="02000503000000000000" charset="0"/>
                </a:endParaRPr>
              </a:p>
              <a:p>
                <a:pPr lvl="1"/>
                <a:r>
                  <a:rPr lang="en-US"/>
                  <a:t>Find </a:t>
                </a:r>
                <a14:m>
                  <m:oMath xmlns:m="http://schemas.openxmlformats.org/officeDocument/2006/math">
                    <m:r>
                      <a:rPr lang="en-US" i="1">
                        <a:latin typeface="Cambria Math" panose="02040503050406030204" pitchFamily="18" charset="0"/>
                        <a:cs typeface="DejaVu Math TeX Gyre" panose="02000503000000000000" charset="0"/>
                      </a:rPr>
                      <m:t>𝑃</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1</m:t>
                            </m:r>
                          </m:sub>
                        </m:sSub>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2</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𝑛</m:t>
                        </m:r>
                      </m:e>
                    </m:d>
                  </m:oMath>
                </a14:m>
                <a:endParaRPr lang="en-US" i="1">
                  <a:latin typeface="DejaVu Math TeX Gyre" panose="02000503000000000000" charset="0"/>
                  <a:cs typeface="DejaVu Math TeX Gyre" panose="02000503000000000000" charset="0"/>
                </a:endParaRPr>
              </a:p>
              <a:p>
                <a:pPr lvl="1"/>
                <a:r>
                  <a:rPr lang="en-US"/>
                  <a:t>Sample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sub>
                    </m:sSub>
                  </m:oMath>
                </a14:m>
                <a:r>
                  <a:rPr lang="en-US"/>
                  <a:t> with these probabilities</a:t>
                </a:r>
                <a:endParaRPr lang="en-US"/>
              </a:p>
              <a:p>
                <a:pPr lvl="1"/>
                <a:r>
                  <a:rPr lang="en-US"/>
                  <a:t>Append and keep going</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Conditional probability tables (CPT)</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For each combination of the last </a:t>
                </a:r>
                <a14:m>
                  <m:oMath xmlns:m="http://schemas.openxmlformats.org/officeDocument/2006/math">
                    <m:r>
                      <a:rPr lang="en-US" i="1">
                        <a:latin typeface="Cambria Math" panose="02040503050406030204" pitchFamily="18" charset="0"/>
                        <a:cs typeface="DejaVu Math TeX Gyre" panose="02000503000000000000" charset="0"/>
                      </a:rPr>
                      <m:t>𝑄</m:t>
                    </m:r>
                  </m:oMath>
                </a14:m>
                <a:r>
                  <a:rPr lang="en-US"/>
                  <a:t> tokens</a:t>
                </a:r>
                <a:endParaRPr lang="en-US"/>
              </a:p>
              <a:p>
                <a:pPr lvl="1"/>
                <a:r>
                  <a:rPr lang="en-US"/>
                  <a:t>Of which there are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𝑁</m:t>
                        </m:r>
                      </m:e>
                      <m:sup>
                        <m:r>
                          <a:rPr lang="en-US" i="1">
                            <a:latin typeface="Cambria Math" panose="02040503050406030204" pitchFamily="18" charset="0"/>
                            <a:cs typeface="DejaVu Math TeX Gyre" panose="02000503000000000000" charset="0"/>
                          </a:rPr>
                          <m:t>𝑄</m:t>
                        </m:r>
                      </m:sup>
                    </m:sSup>
                  </m:oMath>
                </a14:m>
                <a:endParaRPr lang="en-US"/>
              </a:p>
              <a:p>
                <a:r>
                  <a:rPr lang="en-US"/>
                  <a:t>Estimate a multinomial distribution over the next token</a:t>
                </a:r>
                <a:endParaRPr lang="en-US"/>
              </a:p>
              <a:p>
                <a:pPr lvl="1"/>
                <a14:m>
                  <m:oMath xmlns:m="http://schemas.openxmlformats.org/officeDocument/2006/math">
                    <m:r>
                      <a:rPr lang="en-US" i="1">
                        <a:latin typeface="Cambria Math" panose="02040503050406030204" pitchFamily="18" charset="0"/>
                        <a:cs typeface="DejaVu Math TeX Gyre" panose="02000503000000000000" charset="0"/>
                      </a:rPr>
                      <m:t>𝑁</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oMath>
                </a14:m>
                <a:r>
                  <a:rPr lang="en-US"/>
                  <a:t> degrees of freedom</a:t>
                </a:r>
                <a:endParaRPr lang="en-US"/>
              </a:p>
              <a:p>
                <a:pPr lvl="1"/>
                <a:r>
                  <a:rPr lang="en-US"/>
                  <a:t>Casually mentioned as “</a:t>
                </a:r>
                <a14:m>
                  <m:oMath xmlns:m="http://schemas.openxmlformats.org/officeDocument/2006/math">
                    <m:r>
                      <a:rPr lang="en-US" i="1">
                        <a:latin typeface="Cambria Math" panose="02040503050406030204" pitchFamily="18" charset="0"/>
                        <a:cs typeface="DejaVu Math TeX Gyre" panose="02000503000000000000" charset="0"/>
                      </a:rPr>
                      <m:t>𝑁</m:t>
                    </m:r>
                  </m:oMath>
                </a14:m>
                <a:r>
                  <a:rPr lang="en-US"/>
                  <a:t> parameters”</a:t>
                </a:r>
                <a:endParaRPr lang="en-US"/>
              </a:p>
              <a:p>
                <a:pPr lvl="0"/>
                <a:r>
                  <a:rPr lang="en-US"/>
                  <a:t>Overall, CPT has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𝑁</m:t>
                        </m:r>
                      </m:e>
                      <m:sup>
                        <m:r>
                          <a:rPr lang="en-US" i="1">
                            <a:latin typeface="Cambria Math" panose="02040503050406030204" pitchFamily="18" charset="0"/>
                            <a:cs typeface="DejaVu Math TeX Gyre" panose="02000503000000000000" charset="0"/>
                          </a:rPr>
                          <m:t>𝑄</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p>
                    </m:sSup>
                  </m:oMath>
                </a14:m>
                <a:r>
                  <a:rPr lang="en-US"/>
                  <a:t> parameters</a:t>
                </a:r>
                <a:endParaRPr lang="en-US"/>
              </a:p>
              <a:p>
                <a:pPr lvl="1"/>
                <a:r>
                  <a:rPr lang="en-US"/>
                  <a:t>“Curse of dimensionality” (grows exponentially with </a:t>
                </a:r>
                <a14:m>
                  <m:oMath xmlns:m="http://schemas.openxmlformats.org/officeDocument/2006/math">
                    <m:r>
                      <a:rPr lang="en-US" i="1">
                        <a:latin typeface="Cambria Math" panose="02040503050406030204" pitchFamily="18" charset="0"/>
                        <a:cs typeface="DejaVu Math TeX Gyre" panose="02000503000000000000" charset="0"/>
                      </a:rPr>
                      <m:t>𝑄</m:t>
                    </m:r>
                  </m:oMath>
                </a14:m>
                <a:r>
                  <a:rPr lang="en-US"/>
                  <a:t>)</a:t>
                </a:r>
                <a:endParaRPr lang="en-US"/>
              </a:p>
              <a:p>
                <a:pPr lvl="1"/>
                <a:r>
                  <a:rPr lang="en-US"/>
                  <a:t>Mitigated by neural language models</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[UNK] token</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Any unknown token or </a:t>
                </a:r>
                <a14:m>
                  <m:oMath xmlns:m="http://schemas.openxmlformats.org/officeDocument/2006/math">
                    <m:r>
                      <a:rPr lang="en-US" i="1">
                        <a:latin typeface="Cambria Math" panose="02040503050406030204" pitchFamily="18" charset="0"/>
                        <a:cs typeface="DejaVu Math TeX Gyre" panose="02000503000000000000" charset="0"/>
                      </a:rPr>
                      <m:t>𝑄</m:t>
                    </m:r>
                  </m:oMath>
                </a14:m>
                <a:r>
                  <a:rPr lang="en-US"/>
                  <a:t>-gram collapses product of probabilities to 0</a:t>
                </a:r>
                <a:endParaRPr lang="en-US"/>
              </a:p>
              <a:p>
                <a:r>
                  <a:rPr lang="en-US"/>
                  <a:t>Any token that appears very few times in corpus renamed to [UNK] during training</a:t>
                </a:r>
                <a:endParaRPr lang="en-US"/>
              </a:p>
              <a:p>
                <a:r>
                  <a:rPr lang="en-US"/>
                  <a:t>Any token in test text not seen in training corpus is replaced by [UNK]</a:t>
                </a:r>
                <a:endParaRPr lang="en-US"/>
              </a:p>
              <a:p>
                <a:r>
                  <a:rPr lang="en-US"/>
                  <a:t>Helps, but two kinds of [UNK] may not have same distribution</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Smoothing</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0000"/>
              </a:bodyPr>
              <a:lstStyle/>
              <a:p>
                <a:r>
                  <a:rPr lang="en-US"/>
                  <a:t>Similar to token not seen during training</a:t>
                </a:r>
                <a:r>
                  <a:rPr lang="en-US">
                    <a:latin typeface="Arial" panose="020B0604020202020204" pitchFamily="34" charset="0"/>
                    <a:cs typeface="Arial" panose="020B0604020202020204" pitchFamily="34" charset="0"/>
                  </a:rPr>
                  <a:t>…</a:t>
                </a:r>
                <a:endParaRPr lang="en-US"/>
              </a:p>
              <a:p>
                <a:r>
                  <a:rPr lang="en-US">
                    <a:sym typeface="+mn-ea"/>
                  </a:rPr>
                  <a:t>If </a:t>
                </a:r>
                <a14:m>
                  <m:oMath xmlns:m="http://schemas.openxmlformats.org/officeDocument/2006/math">
                    <m:r>
                      <a:rPr lang="en-US" i="1">
                        <a:latin typeface="Cambria Math" panose="02040503050406030204" pitchFamily="18" charset="0"/>
                        <a:cs typeface="DejaVu Math TeX Gyre" panose="02000503000000000000" charset="0"/>
                      </a:rPr>
                      <m:t>𝑘</m:t>
                    </m:r>
                  </m:oMath>
                </a14:m>
                <a:r>
                  <a:rPr lang="en-US">
                    <a:sym typeface="+mn-ea"/>
                  </a:rPr>
                  <a:t> heads from </a:t>
                </a:r>
                <a14:m>
                  <m:oMath xmlns:m="http://schemas.openxmlformats.org/officeDocument/2006/math">
                    <m:r>
                      <a:rPr lang="en-US" i="1">
                        <a:latin typeface="Cambria Math" panose="02040503050406030204" pitchFamily="18" charset="0"/>
                        <a:cs typeface="DejaVu Math TeX Gyre" panose="02000503000000000000" charset="0"/>
                      </a:rPr>
                      <m:t>𝑛</m:t>
                    </m:r>
                  </m:oMath>
                </a14:m>
                <a:r>
                  <a:rPr lang="en-US">
                    <a:sym typeface="+mn-ea"/>
                  </a:rPr>
                  <a:t> coin tosses, we say “probability of head is </a:t>
                </a:r>
                <a14:m>
                  <m:oMath xmlns:m="http://schemas.openxmlformats.org/officeDocument/2006/math">
                    <m:r>
                      <a:rPr lang="en-US" i="1">
                        <a:latin typeface="Cambria Math" panose="02040503050406030204" pitchFamily="18" charset="0"/>
                        <a:cs typeface="DejaVu Math TeX Gyre" panose="02000503000000000000" charset="0"/>
                        <a:sym typeface="+mn-ea"/>
                      </a:rPr>
                      <m:t>𝑝</m:t>
                    </m:r>
                    <m:r>
                      <a:rPr lang="en-US" i="1">
                        <a:latin typeface="Cambria Math" panose="02040503050406030204" pitchFamily="18" charset="0"/>
                        <a:cs typeface="DejaVu Math TeX Gyre" panose="02000503000000000000" charset="0"/>
                        <a:sym typeface="+mn-ea"/>
                      </a:rPr>
                      <m:t>=</m:t>
                    </m:r>
                    <m:r>
                      <a:rPr lang="en-US" i="1">
                        <a:latin typeface="Cambria Math" panose="02040503050406030204" pitchFamily="18" charset="0"/>
                        <a:cs typeface="DejaVu Math TeX Gyre" panose="02000503000000000000" charset="0"/>
                        <a:sym typeface="+mn-ea"/>
                      </a:rPr>
                      <m:t>𝑘</m:t>
                    </m:r>
                    <m:r>
                      <a:rPr lang="en-US" i="1">
                        <a:latin typeface="Cambria Math" panose="02040503050406030204" pitchFamily="18" charset="0"/>
                        <a:cs typeface="DejaVu Math TeX Gyre" panose="02000503000000000000" charset="0"/>
                        <a:sym typeface="+mn-ea"/>
                      </a:rPr>
                      <m:t>/</m:t>
                    </m:r>
                    <m:r>
                      <a:rPr lang="en-US" i="1">
                        <a:latin typeface="Cambria Math" panose="02040503050406030204" pitchFamily="18" charset="0"/>
                        <a:cs typeface="DejaVu Math TeX Gyre" panose="02000503000000000000" charset="0"/>
                        <a:sym typeface="+mn-ea"/>
                      </a:rPr>
                      <m:t>𝑛</m:t>
                    </m:r>
                  </m:oMath>
                </a14:m>
                <a:r>
                  <a:rPr lang="en-US"/>
                  <a:t>”</a:t>
                </a:r>
                <a:endParaRPr lang="en-US"/>
              </a:p>
              <a:p>
                <a:r>
                  <a:rPr lang="en-US"/>
                  <a:t>If coin tossed </a:t>
                </a:r>
                <a14:m>
                  <m:oMath xmlns:m="http://schemas.openxmlformats.org/officeDocument/2006/math">
                    <m:r>
                      <a:rPr lang="en-US" i="1">
                        <a:latin typeface="Cambria Math" panose="02040503050406030204" pitchFamily="18" charset="0"/>
                        <a:cs typeface="DejaVu Math TeX Gyre" panose="02000503000000000000" charset="0"/>
                      </a:rPr>
                      <m:t>𝑛</m:t>
                    </m:r>
                  </m:oMath>
                </a14:m>
                <a:r>
                  <a:rPr lang="en-US"/>
                  <a:t> times gave </a:t>
                </a:r>
                <a14:m>
                  <m:oMath xmlns:m="http://schemas.openxmlformats.org/officeDocument/2006/math">
                    <m:r>
                      <a:rPr lang="en-US" i="1">
                        <a:latin typeface="Cambria Math" panose="02040503050406030204" pitchFamily="18" charset="0"/>
                        <a:cs typeface="DejaVu Math TeX Gyre" panose="02000503000000000000" charset="0"/>
                      </a:rPr>
                      <m:t>0</m:t>
                    </m:r>
                  </m:oMath>
                </a14:m>
                <a:r>
                  <a:rPr lang="en-US"/>
                  <a:t> heads, what is the probability of heads in the next toss?</a:t>
                </a:r>
                <a:endParaRPr lang="en-US"/>
              </a:p>
              <a:p>
                <a:pPr lvl="1"/>
                <a:r>
                  <a:rPr lang="en-US"/>
                  <a:t>What if </a:t>
                </a:r>
                <a14:m>
                  <m:oMath xmlns:m="http://schemas.openxmlformats.org/officeDocument/2006/math">
                    <m:r>
                      <a:rPr lang="en-US" i="1">
                        <a:latin typeface="Cambria Math" panose="02040503050406030204" pitchFamily="18" charset="0"/>
                        <a:cs typeface="DejaVu Math TeX Gyre" panose="02000503000000000000" charset="0"/>
                      </a:rPr>
                      <m:t>𝑛</m:t>
                    </m:r>
                  </m:oMath>
                </a14:m>
                <a:r>
                  <a:rPr lang="en-US"/>
                  <a:t> is 0? 1? 10 million?</a:t>
                </a:r>
                <a:endParaRPr lang="en-US"/>
              </a:p>
              <a:p>
                <a:pPr lvl="1"/>
                <a:r>
                  <a:rPr lang="en-US"/>
                  <a:t>What prior belief do we hold about </a:t>
                </a:r>
                <a14:m>
                  <m:oMath xmlns:m="http://schemas.openxmlformats.org/officeDocument/2006/math">
                    <m:r>
                      <a:rPr lang="en-US" i="1">
                        <a:latin typeface="Cambria Math" panose="02040503050406030204" pitchFamily="18" charset="0"/>
                        <a:cs typeface="DejaVu Math TeX Gyre" panose="02000503000000000000" charset="0"/>
                        <a:sym typeface="+mn-ea"/>
                      </a:rPr>
                      <m:t>𝑝</m:t>
                    </m:r>
                  </m:oMath>
                </a14:m>
                <a:r>
                  <a:rPr lang="en-US"/>
                  <a:t> before tossing?</a:t>
                </a:r>
                <a:endParaRPr lang="en-US"/>
              </a:p>
              <a:p>
                <a:pPr lvl="1"/>
                <a:r>
                  <a:rPr lang="en-US"/>
                  <a:t>How do toss outcomes change our belief?</a:t>
                </a:r>
                <a:endParaRPr lang="en-US"/>
              </a:p>
              <a:p>
                <a:pPr lvl="0"/>
                <a:r>
                  <a:rPr lang="en-US" sz="4000"/>
                  <a:t>Under “uniform prior”, </a:t>
                </a:r>
                <a14:m>
                  <m:oMath xmlns:m="http://schemas.openxmlformats.org/officeDocument/2006/math">
                    <m:r>
                      <a:rPr lang="en-US" sz="4000" i="1">
                        <a:latin typeface="Cambria Math" panose="02040503050406030204" pitchFamily="18" charset="0"/>
                        <a:cs typeface="DejaVu Math TeX Gyre" panose="02000503000000000000" charset="0"/>
                      </a:rPr>
                      <m:t>𝑃</m:t>
                    </m:r>
                    <m:d>
                      <m:dPr>
                        <m:ctrlPr>
                          <a:rPr lang="en-US" sz="4000" i="1">
                            <a:latin typeface="Cambria Math" panose="02040503050406030204" pitchFamily="18" charset="0"/>
                            <a:cs typeface="DejaVu Math TeX Gyre" panose="02000503000000000000" charset="0"/>
                          </a:rPr>
                        </m:ctrlPr>
                      </m:dPr>
                      <m:e>
                        <m:sSub>
                          <m:sSubPr>
                            <m:ctrlPr>
                              <a:rPr lang="en-US" sz="4000" i="1">
                                <a:latin typeface="Cambria Math" panose="02040503050406030204" pitchFamily="18" charset="0"/>
                                <a:cs typeface="DejaVu Math TeX Gyre" panose="02000503000000000000" charset="0"/>
                              </a:rPr>
                            </m:ctrlPr>
                          </m:sSubPr>
                          <m:e>
                            <m:r>
                              <a:rPr lang="en-US" sz="4000" i="1">
                                <a:latin typeface="Cambria Math" panose="02040503050406030204" pitchFamily="18" charset="0"/>
                                <a:cs typeface="DejaVu Math TeX Gyre" panose="02000503000000000000" charset="0"/>
                              </a:rPr>
                              <m:t>𝑥</m:t>
                            </m:r>
                          </m:e>
                          <m:sub>
                            <m:r>
                              <a:rPr lang="en-US" sz="4000" i="1">
                                <a:latin typeface="Cambria Math" panose="02040503050406030204" pitchFamily="18" charset="0"/>
                                <a:cs typeface="DejaVu Math TeX Gyre" panose="02000503000000000000" charset="0"/>
                              </a:rPr>
                              <m:t>𝑛</m:t>
                            </m:r>
                            <m:r>
                              <a:rPr lang="en-US" sz="4000" i="1">
                                <a:latin typeface="Cambria Math" panose="02040503050406030204" pitchFamily="18" charset="0"/>
                                <a:cs typeface="DejaVu Math TeX Gyre" panose="02000503000000000000" charset="0"/>
                              </a:rPr>
                              <m:t>+</m:t>
                            </m:r>
                            <m:r>
                              <a:rPr lang="en-US" sz="4000" i="1">
                                <a:latin typeface="Cambria Math" panose="02040503050406030204" pitchFamily="18" charset="0"/>
                                <a:cs typeface="DejaVu Math TeX Gyre" panose="02000503000000000000" charset="0"/>
                              </a:rPr>
                              <m:t>1</m:t>
                            </m:r>
                          </m:sub>
                        </m:sSub>
                        <m:r>
                          <a:rPr lang="en-US" sz="4000" i="1">
                            <a:latin typeface="Cambria Math" panose="02040503050406030204" pitchFamily="18" charset="0"/>
                            <a:cs typeface="DejaVu Math TeX Gyre" panose="02000503000000000000" charset="0"/>
                          </a:rPr>
                          <m:t>=</m:t>
                        </m:r>
                        <m:r>
                          <a:rPr lang="en-US" sz="4000" i="1">
                            <a:latin typeface="Cambria Math" panose="02040503050406030204" pitchFamily="18" charset="0"/>
                            <a:cs typeface="DejaVu Math TeX Gyre" panose="02000503000000000000" charset="0"/>
                          </a:rPr>
                          <m:t>𝐻</m:t>
                        </m:r>
                        <m:r>
                          <a:rPr lang="en-US" sz="4000" i="1">
                            <a:latin typeface="Cambria Math" panose="02040503050406030204" pitchFamily="18" charset="0"/>
                            <a:cs typeface="DejaVu Math TeX Gyre" panose="02000503000000000000" charset="0"/>
                          </a:rPr>
                          <m:t>|</m:t>
                        </m:r>
                        <m:r>
                          <a:rPr lang="en-US" sz="4000" i="1">
                            <a:latin typeface="Cambria Math" panose="02040503050406030204" pitchFamily="18" charset="0"/>
                            <a:cs typeface="DejaVu Math TeX Gyre" panose="02000503000000000000" charset="0"/>
                          </a:rPr>
                          <m:t>𝑇</m:t>
                        </m:r>
                        <m:r>
                          <a:rPr lang="en-US" sz="4000" i="1">
                            <a:latin typeface="Cambria Math" panose="02040503050406030204" pitchFamily="18" charset="0"/>
                            <a:cs typeface="DejaVu Math TeX Gyre" panose="02000503000000000000" charset="0"/>
                          </a:rPr>
                          <m:t>⋯</m:t>
                        </m:r>
                        <m:r>
                          <a:rPr lang="en-US" sz="4000" i="1">
                            <a:latin typeface="Cambria Math" panose="02040503050406030204" pitchFamily="18" charset="0"/>
                            <a:cs typeface="DejaVu Math TeX Gyre" panose="02000503000000000000" charset="0"/>
                          </a:rPr>
                          <m:t>𝑇</m:t>
                        </m:r>
                      </m:e>
                    </m:d>
                    <m:r>
                      <a:rPr lang="en-US" sz="4000" i="1">
                        <a:latin typeface="Cambria Math" panose="02040503050406030204" pitchFamily="18" charset="0"/>
                        <a:cs typeface="DejaVu Math TeX Gyre" panose="02000503000000000000" charset="0"/>
                      </a:rPr>
                      <m:t>=</m:t>
                    </m:r>
                    <m:f>
                      <m:fPr>
                        <m:ctrlPr>
                          <a:rPr lang="en-US" sz="4000" i="1">
                            <a:latin typeface="Cambria Math" panose="02040503050406030204" pitchFamily="18" charset="0"/>
                            <a:cs typeface="DejaVu Math TeX Gyre" panose="02000503000000000000" charset="0"/>
                          </a:rPr>
                        </m:ctrlPr>
                      </m:fPr>
                      <m:num>
                        <m:r>
                          <a:rPr lang="en-US" sz="4000" i="1">
                            <a:latin typeface="Cambria Math" panose="02040503050406030204" pitchFamily="18" charset="0"/>
                            <a:cs typeface="DejaVu Math TeX Gyre" panose="02000503000000000000" charset="0"/>
                          </a:rPr>
                          <m:t>1</m:t>
                        </m:r>
                      </m:num>
                      <m:den>
                        <m:r>
                          <a:rPr lang="en-US" sz="4000" i="1">
                            <a:effectLst>
                              <a:glow rad="228600">
                                <a:schemeClr val="accent2">
                                  <a:satMod val="175000"/>
                                  <a:alpha val="40000"/>
                                </a:schemeClr>
                              </a:glow>
                            </a:effectLst>
                            <a:latin typeface="Cambria Math" panose="02040503050406030204" pitchFamily="18" charset="0"/>
                            <a:cs typeface="DejaVu Math TeX Gyre" panose="02000503000000000000" charset="0"/>
                          </a:rPr>
                          <m:t>2</m:t>
                        </m:r>
                        <m:r>
                          <a:rPr lang="en-US" sz="4000" i="1">
                            <a:effectLst>
                              <a:glow rad="228600">
                                <a:schemeClr val="accent2">
                                  <a:satMod val="175000"/>
                                  <a:alpha val="40000"/>
                                </a:schemeClr>
                              </a:glow>
                            </a:effectLst>
                            <a:latin typeface="Cambria Math" panose="02040503050406030204" pitchFamily="18" charset="0"/>
                            <a:cs typeface="DejaVu Math TeX Gyre" panose="02000503000000000000" charset="0"/>
                          </a:rPr>
                          <m:t>+</m:t>
                        </m:r>
                        <m:r>
                          <a:rPr lang="en-US" sz="4000" i="1">
                            <a:latin typeface="Cambria Math" panose="02040503050406030204" pitchFamily="18" charset="0"/>
                            <a:cs typeface="DejaVu Math TeX Gyre" panose="02000503000000000000" charset="0"/>
                          </a:rPr>
                          <m:t>𝑛</m:t>
                        </m:r>
                      </m:den>
                    </m:f>
                  </m:oMath>
                </a14:m>
                <a:endParaRPr lang="en-US" sz="4000" i="1">
                  <a:latin typeface="DejaVu Math TeX Gyre" panose="02000503000000000000" charset="0"/>
                  <a:cs typeface="DejaVu Math TeX Gyre" panose="02000503000000000000" charset="0"/>
                </a:endParaRPr>
              </a:p>
              <a:p>
                <a:pPr lvl="0"/>
                <a:r>
                  <a:rPr lang="en-US"/>
                  <a:t>Generally, </a:t>
                </a:r>
                <a14:m>
                  <m:oMath xmlns:m="http://schemas.openxmlformats.org/officeDocument/2006/math">
                    <m:r>
                      <a:rPr lang="en-US" i="1">
                        <a:latin typeface="Cambria Math" panose="02040503050406030204" pitchFamily="18" charset="0"/>
                        <a:cs typeface="DejaVu Math TeX Gyre" panose="02000503000000000000" charset="0"/>
                      </a:rPr>
                      <m:t>𝑃</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𝐻</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𝑘</m:t>
                        </m:r>
                        <m:r>
                          <a:rPr lang="en-US" i="1">
                            <a:latin typeface="Cambria Math" panose="02040503050406030204" pitchFamily="18" charset="0"/>
                            <a:cs typeface="DejaVu Math TeX Gyre" panose="02000503000000000000" charset="0"/>
                          </a:rPr>
                          <m:t> </m:t>
                        </m:r>
                        <m:r>
                          <m:rPr>
                            <m:sty m:val="p"/>
                          </m:rPr>
                          <a:rPr lang="en-US">
                            <a:latin typeface="Cambria Math" panose="02040503050406030204" pitchFamily="18" charset="0"/>
                            <a:cs typeface="DejaVu Math TeX Gyre" panose="02000503000000000000" charset="0"/>
                          </a:rPr>
                          <m:t>of</m:t>
                        </m:r>
                        <m:r>
                          <a:rPr lang="en-US" i="1">
                            <a:latin typeface="Cambria Math" panose="02040503050406030204" pitchFamily="18" charset="0"/>
                            <a:cs typeface="DejaVu Math TeX Gyre" panose="02000503000000000000" charset="0"/>
                          </a:rPr>
                          <m:t> </m:t>
                        </m:r>
                        <m:r>
                          <a:rPr lang="en-US" i="1">
                            <a:latin typeface="Cambria Math" panose="02040503050406030204" pitchFamily="18" charset="0"/>
                            <a:cs typeface="DejaVu Math TeX Gyre" panose="02000503000000000000" charset="0"/>
                          </a:rPr>
                          <m:t>𝑛</m:t>
                        </m:r>
                      </m:e>
                    </m:d>
                    <m:r>
                      <a:rPr lang="en-US" i="1">
                        <a:latin typeface="Cambria Math" panose="02040503050406030204" pitchFamily="18" charset="0"/>
                        <a:cs typeface="DejaVu Math TeX Gyre" panose="02000503000000000000" charset="0"/>
                      </a:rPr>
                      <m:t>=</m:t>
                    </m:r>
                    <m:f>
                      <m:fPr>
                        <m:ctrlPr>
                          <a:rPr lang="en-US" i="1">
                            <a:latin typeface="Cambria Math" panose="02040503050406030204" pitchFamily="18" charset="0"/>
                            <a:cs typeface="DejaVu Math TeX Gyre" panose="02000503000000000000" charset="0"/>
                          </a:rPr>
                        </m:ctrlPr>
                      </m:fPr>
                      <m:num>
                        <m:r>
                          <a:rPr lang="en-US" i="1">
                            <a:effectLst>
                              <a:glow rad="228600">
                                <a:schemeClr val="accent2">
                                  <a:satMod val="175000"/>
                                  <a:alpha val="40000"/>
                                </a:schemeClr>
                              </a:glow>
                            </a:effectLst>
                            <a:latin typeface="Cambria Math" panose="02040503050406030204" pitchFamily="18" charset="0"/>
                            <a:cs typeface="DejaVu Math TeX Gyre" panose="02000503000000000000" charset="0"/>
                          </a:rPr>
                          <m:t>1</m:t>
                        </m:r>
                        <m:r>
                          <a:rPr lang="en-US" i="1">
                            <a:effectLst>
                              <a:glow rad="228600">
                                <a:schemeClr val="accent2">
                                  <a:satMod val="175000"/>
                                  <a:alpha val="40000"/>
                                </a:schemeClr>
                              </a:glow>
                            </a:effectLst>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𝑘</m:t>
                        </m:r>
                      </m:num>
                      <m:den>
                        <m:r>
                          <a:rPr lang="en-US" i="1">
                            <a:effectLst>
                              <a:glow rad="228600">
                                <a:schemeClr val="accent2">
                                  <a:satMod val="175000"/>
                                  <a:alpha val="40000"/>
                                </a:schemeClr>
                              </a:glow>
                            </a:effectLst>
                            <a:latin typeface="Cambria Math" panose="02040503050406030204" pitchFamily="18" charset="0"/>
                            <a:cs typeface="DejaVu Math TeX Gyre" panose="02000503000000000000" charset="0"/>
                          </a:rPr>
                          <m:t>2</m:t>
                        </m:r>
                        <m:r>
                          <a:rPr lang="en-US" i="1">
                            <a:effectLst>
                              <a:glow rad="228600">
                                <a:schemeClr val="accent2">
                                  <a:satMod val="175000"/>
                                  <a:alpha val="40000"/>
                                </a:schemeClr>
                              </a:glow>
                            </a:effectLst>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den>
                    </m:f>
                  </m:oMath>
                </a14:m>
                <a:endParaRPr lang="en-US" i="1">
                  <a:latin typeface="DejaVu Math TeX Gyre" panose="02000503000000000000" charset="0"/>
                  <a:cs typeface="DejaVu Math TeX Gyre" panose="02000503000000000000" charset="0"/>
                </a:endParaRPr>
              </a:p>
              <a:p>
                <a:pPr lvl="0"/>
                <a:r>
                  <a:rPr lang="en-US"/>
                  <a:t>In case of die with 6 faces with counts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𝑘</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𝑘</m:t>
                        </m:r>
                      </m:e>
                      <m:sub>
                        <m:r>
                          <a:rPr lang="en-US" i="1">
                            <a:latin typeface="Cambria Math" panose="02040503050406030204" pitchFamily="18" charset="0"/>
                            <a:cs typeface="DejaVu Math TeX Gyre" panose="02000503000000000000" charset="0"/>
                          </a:rPr>
                          <m:t>6</m:t>
                        </m:r>
                      </m:sub>
                    </m:sSub>
                  </m:oMath>
                </a14:m>
                <a:r>
                  <a:rPr lang="en-US"/>
                  <a:t>, estimate is</a:t>
                </a:r>
                <a:br>
                  <a:rPr lang="en-US"/>
                </a:b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P</m:t>
                      </m:r>
                      <m:r>
                        <a:rPr lang="en-US">
                          <a:latin typeface="Cambria Math" panose="02040503050406030204" pitchFamily="18" charset="0"/>
                        </a:rPr>
                        <m:t>(∎)=</m:t>
                      </m:r>
                      <m:f>
                        <m:fPr>
                          <m:ctrlPr>
                            <a:rPr lang="en-US" i="1">
                              <a:latin typeface="Cambria Math" panose="02040503050406030204" pitchFamily="18" charset="0"/>
                              <a:cs typeface="DejaVu Math TeX Gyre" panose="02000503000000000000" charset="0"/>
                            </a:rPr>
                          </m:ctrlPr>
                        </m:fPr>
                        <m:num>
                          <m:r>
                            <a:rPr lang="en-US" i="1">
                              <a:effectLst>
                                <a:glow rad="228600">
                                  <a:schemeClr val="accent2">
                                    <a:satMod val="175000"/>
                                    <a:alpha val="40000"/>
                                  </a:schemeClr>
                                </a:glow>
                              </a:effectLst>
                              <a:latin typeface="Cambria Math" panose="02040503050406030204" pitchFamily="18" charset="0"/>
                              <a:cs typeface="DejaVu Math TeX Gyre" panose="02000503000000000000" charset="0"/>
                            </a:rPr>
                            <m:t>1</m:t>
                          </m:r>
                          <m:r>
                            <a:rPr lang="en-US" i="1">
                              <a:effectLst>
                                <a:glow rad="228600">
                                  <a:schemeClr val="accent2">
                                    <a:satMod val="175000"/>
                                    <a:alpha val="40000"/>
                                  </a:schemeClr>
                                </a:glow>
                              </a:effectLst>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𝑘</m:t>
                              </m:r>
                            </m:e>
                            <m:sub>
                              <m:r>
                                <a:rPr lang="en-US" i="1">
                                  <a:latin typeface="Cambria Math" panose="02040503050406030204" pitchFamily="18" charset="0"/>
                                  <a:cs typeface="DejaVu Math TeX Gyre" panose="02000503000000000000" charset="0"/>
                                </a:rPr>
                                <m:t>∎</m:t>
                              </m:r>
                            </m:sub>
                          </m:sSub>
                        </m:num>
                        <m:den>
                          <m:r>
                            <a:rPr lang="en-US" i="1">
                              <a:effectLst>
                                <a:glow rad="228600">
                                  <a:schemeClr val="accent2">
                                    <a:satMod val="175000"/>
                                    <a:alpha val="40000"/>
                                  </a:schemeClr>
                                </a:glow>
                              </a:effectLst>
                              <a:latin typeface="Cambria Math" panose="02040503050406030204" pitchFamily="18" charset="0"/>
                              <a:cs typeface="DejaVu Math TeX Gyre" panose="02000503000000000000" charset="0"/>
                            </a:rPr>
                            <m:t>6</m:t>
                          </m:r>
                          <m:r>
                            <a:rPr lang="en-US" i="1">
                              <a:effectLst>
                                <a:glow rad="228600">
                                  <a:schemeClr val="accent2">
                                    <a:satMod val="175000"/>
                                    <a:alpha val="40000"/>
                                  </a:schemeClr>
                                </a:glow>
                              </a:effectLst>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𝑘</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𝑘</m:t>
                              </m:r>
                            </m:e>
                            <m:sub>
                              <m:r>
                                <a:rPr lang="en-US" i="1">
                                  <a:latin typeface="Cambria Math" panose="02040503050406030204" pitchFamily="18" charset="0"/>
                                  <a:cs typeface="DejaVu Math TeX Gyre" panose="02000503000000000000" charset="0"/>
                                </a:rPr>
                                <m:t>6</m:t>
                              </m:r>
                            </m:sub>
                          </m:sSub>
                        </m:den>
                      </m:f>
                    </m:oMath>
                  </m:oMathPara>
                </a14:m>
                <a:endParaRPr lang="en-US" i="1">
                  <a:latin typeface="DejaVu Math TeX Gyre" panose="02000503000000000000" charset="0"/>
                  <a:cs typeface="DejaVu Math TeX Gyre" panose="02000503000000000000" charset="0"/>
                </a:endParaRPr>
              </a:p>
              <a:p>
                <a:pPr lvl="0"/>
                <a:endParaRPr lang="en-US"/>
              </a:p>
              <a:p>
                <a:pPr lvl="0"/>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b="-13697"/>
                </a:stretch>
              </a:blipFill>
            </p:spPr>
            <p:txBody>
              <a:bodyPr/>
              <a:lstStyle/>
              <a:p>
                <a:r>
                  <a:rPr lang="en-US"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Smoothing example [TC.p104]</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lnSpcReduction="10000"/>
              </a:bodyPr>
              <a:lstStyle/>
              <a:p>
                <a:r>
                  <a:rPr lang="en-US" sz="4000">
                    <a:sym typeface="+mn-ea"/>
                  </a:rPr>
                  <a:t>Documents (</a:t>
                </a:r>
                <a14:m>
                  <m:oMath xmlns:m="http://schemas.openxmlformats.org/officeDocument/2006/math">
                    <m:r>
                      <a:rPr lang="en-US" sz="4000" i="1">
                        <a:latin typeface="Cambria Math" panose="02040503050406030204" pitchFamily="18" charset="0"/>
                        <a:cs typeface="DejaVu Math TeX Gyre" panose="02000503000000000000" charset="0"/>
                        <a:sym typeface="+mn-ea"/>
                      </a:rPr>
                      <m:t>𝑁</m:t>
                    </m:r>
                    <m:r>
                      <a:rPr lang="en-US" sz="4000" i="1">
                        <a:latin typeface="Cambria Math" panose="02040503050406030204" pitchFamily="18" charset="0"/>
                        <a:cs typeface="DejaVu Math TeX Gyre" panose="02000503000000000000" charset="0"/>
                        <a:sym typeface="+mn-ea"/>
                      </a:rPr>
                      <m:t>=?</m:t>
                    </m:r>
                  </m:oMath>
                </a14:m>
                <a:r>
                  <a:rPr lang="en-US" sz="4000">
                    <a:sym typeface="+mn-ea"/>
                  </a:rPr>
                  <a:t>)</a:t>
                </a:r>
                <a:endParaRPr lang="en-US" sz="4000"/>
              </a:p>
              <a:p>
                <a:pPr lvl="1"/>
                <a:r>
                  <a:rPr lang="en-US" sz="4000">
                    <a:sym typeface="+mn-ea"/>
                  </a:rPr>
                  <a:t>The cat sat on the mat</a:t>
                </a:r>
                <a:endParaRPr lang="en-US" sz="4000"/>
              </a:p>
              <a:p>
                <a:pPr lvl="1"/>
                <a:r>
                  <a:rPr lang="en-US" sz="4000">
                    <a:sym typeface="+mn-ea"/>
                  </a:rPr>
                  <a:t>A quick brown fox jumps over the lazy dog</a:t>
                </a:r>
                <a:endParaRPr lang="en-US" sz="4000"/>
              </a:p>
              <a:p>
                <a:pPr lvl="1"/>
                <a:r>
                  <a:rPr lang="en-US" sz="4000">
                    <a:sym typeface="+mn-ea"/>
                  </a:rPr>
                  <a:t>She sells sea shells by the sea shore</a:t>
                </a:r>
                <a:endParaRPr lang="en-US" sz="4000"/>
              </a:p>
              <a:p>
                <a:pPr lvl="1"/>
                <a:r>
                  <a:rPr lang="en-US" sz="4000">
                    <a:sym typeface="+mn-ea"/>
                  </a:rPr>
                  <a:t>He reads books every evening before bed</a:t>
                </a:r>
                <a:endParaRPr lang="en-US" sz="4000"/>
              </a:p>
              <a:p>
                <a:pPr lvl="1"/>
                <a:r>
                  <a:rPr lang="en-US" sz="4000">
                    <a:sym typeface="+mn-ea"/>
                  </a:rPr>
                  <a:t>The sun rises in the east and sets in the west</a:t>
                </a:r>
                <a:endParaRPr lang="en-US" sz="4000"/>
              </a:p>
              <a:p>
                <a:r>
                  <a:rPr lang="en-US"/>
                  <a:t>Bigram P(The </a:t>
                </a:r>
                <a:r>
                  <a:rPr lang="en-US">
                    <a:effectLst>
                      <a:glow rad="228600">
                        <a:schemeClr val="accent2">
                          <a:satMod val="175000"/>
                          <a:alpha val="40000"/>
                        </a:schemeClr>
                      </a:glow>
                    </a:effectLst>
                  </a:rPr>
                  <a:t>furry</a:t>
                </a:r>
                <a:r>
                  <a:rPr lang="en-US"/>
                  <a:t> cat sells sea shells) = ?</a:t>
                </a:r>
                <a:endParaRPr lang="en-US"/>
              </a:p>
              <a:p>
                <a14:m>
                  <m:oMath xmlns:m="http://schemas.openxmlformats.org/officeDocument/2006/math">
                    <m:r>
                      <m:rPr>
                        <m:sty m:val="p"/>
                      </m:rPr>
                      <a:rPr lang="en-US">
                        <a:latin typeface="Cambria Math" panose="02040503050406030204" pitchFamily="18" charset="0"/>
                        <a:cs typeface="DejaVu Math TeX Gyre" panose="02000503000000000000" charset="0"/>
                      </a:rPr>
                      <m:t>P</m:t>
                    </m:r>
                    <m:r>
                      <a:rPr lang="en-US">
                        <a:latin typeface="Cambria Math" panose="02040503050406030204" pitchFamily="18" charset="0"/>
                        <a:cs typeface="DejaVu Math TeX Gyre" panose="02000503000000000000" charset="0"/>
                      </a:rPr>
                      <m:t>(</m:t>
                    </m:r>
                    <m:r>
                      <m:rPr>
                        <m:sty m:val="p"/>
                      </m:rPr>
                      <a:rPr lang="en-US">
                        <a:latin typeface="Cambria Math" panose="02040503050406030204" pitchFamily="18" charset="0"/>
                        <a:cs typeface="DejaVu Math TeX Gyre" panose="02000503000000000000" charset="0"/>
                      </a:rPr>
                      <m:t>furry</m:t>
                    </m:r>
                    <m:r>
                      <a:rPr lang="en-US">
                        <a:latin typeface="Cambria Math" panose="02040503050406030204" pitchFamily="18" charset="0"/>
                        <a:cs typeface="DejaVu Math TeX Gyre" panose="02000503000000000000" charset="0"/>
                      </a:rPr>
                      <m:t>|</m:t>
                    </m:r>
                    <m:r>
                      <m:rPr>
                        <m:sty m:val="p"/>
                      </m:rPr>
                      <a:rPr lang="en-US">
                        <a:latin typeface="Cambria Math" panose="02040503050406030204" pitchFamily="18" charset="0"/>
                        <a:cs typeface="DejaVu Math TeX Gyre" panose="02000503000000000000" charset="0"/>
                      </a:rPr>
                      <m:t>The</m:t>
                    </m:r>
                    <m:r>
                      <a:rPr lang="en-US">
                        <a:latin typeface="Cambria Math" panose="02040503050406030204" pitchFamily="18" charset="0"/>
                        <a:cs typeface="DejaVu Math TeX Gyre" panose="02000503000000000000" charset="0"/>
                      </a:rPr>
                      <m:t>)=</m:t>
                    </m:r>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𝐶</m:t>
                        </m:r>
                        <m:d>
                          <m:dPr>
                            <m:ctrlPr>
                              <a:rPr lang="en-US" i="1">
                                <a:latin typeface="Cambria Math" panose="02040503050406030204" pitchFamily="18" charset="0"/>
                                <a:cs typeface="DejaVu Math TeX Gyre" panose="02000503000000000000" charset="0"/>
                              </a:rPr>
                            </m:ctrlPr>
                          </m:dPr>
                          <m:e>
                            <m:r>
                              <m:rPr>
                                <m:sty m:val="p"/>
                              </m:rPr>
                              <a:rPr lang="en-US">
                                <a:latin typeface="Cambria Math" panose="02040503050406030204" pitchFamily="18" charset="0"/>
                                <a:cs typeface="DejaVu Math TeX Gyre" panose="02000503000000000000" charset="0"/>
                              </a:rPr>
                              <m:t>The</m:t>
                            </m:r>
                            <m:r>
                              <a:rPr lang="en-US">
                                <a:latin typeface="Cambria Math" panose="02040503050406030204" pitchFamily="18" charset="0"/>
                                <a:cs typeface="DejaVu Math TeX Gyre" panose="02000503000000000000" charset="0"/>
                              </a:rPr>
                              <m:t> </m:t>
                            </m:r>
                            <m:r>
                              <m:rPr>
                                <m:sty m:val="p"/>
                              </m:rPr>
                              <a:rPr lang="en-US">
                                <a:latin typeface="Cambria Math" panose="02040503050406030204" pitchFamily="18" charset="0"/>
                                <a:cs typeface="DejaVu Math TeX Gyre" panose="02000503000000000000" charset="0"/>
                              </a:rPr>
                              <m:t>furry</m:t>
                            </m:r>
                          </m:e>
                        </m:d>
                      </m:num>
                      <m:den>
                        <m:r>
                          <a:rPr lang="en-US" i="1">
                            <a:latin typeface="Cambria Math" panose="02040503050406030204" pitchFamily="18" charset="0"/>
                            <a:cs typeface="DejaVu Math TeX Gyre" panose="02000503000000000000" charset="0"/>
                          </a:rPr>
                          <m:t>𝑁</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𝐶</m:t>
                        </m:r>
                        <m:r>
                          <a:rPr lang="en-US" i="1">
                            <a:latin typeface="Cambria Math" panose="02040503050406030204" pitchFamily="18" charset="0"/>
                            <a:cs typeface="DejaVu Math TeX Gyre" panose="02000503000000000000" charset="0"/>
                          </a:rPr>
                          <m:t>(</m:t>
                        </m:r>
                        <m:r>
                          <m:rPr>
                            <m:sty m:val="p"/>
                          </m:rPr>
                          <a:rPr lang="en-US">
                            <a:latin typeface="Cambria Math" panose="02040503050406030204" pitchFamily="18" charset="0"/>
                            <a:cs typeface="DejaVu Math TeX Gyre" panose="02000503000000000000" charset="0"/>
                          </a:rPr>
                          <m:t>The</m:t>
                        </m:r>
                        <m:r>
                          <a:rPr lang="en-US" i="1">
                            <a:latin typeface="Cambria Math" panose="02040503050406030204" pitchFamily="18" charset="0"/>
                            <a:cs typeface="DejaVu Math TeX Gyre" panose="02000503000000000000" charset="0"/>
                          </a:rPr>
                          <m:t>)</m:t>
                        </m:r>
                      </m:den>
                    </m:f>
                  </m:oMath>
                </a14:m>
                <a:endParaRPr lang="en-US"/>
              </a:p>
              <a:p>
                <a14:m>
                  <m:oMath xmlns:m="http://schemas.openxmlformats.org/officeDocument/2006/math">
                    <m:r>
                      <m:rPr>
                        <m:sty m:val="p"/>
                      </m:rPr>
                      <a:rPr lang="en-US">
                        <a:latin typeface="Cambria Math" panose="02040503050406030204" pitchFamily="18" charset="0"/>
                        <a:cs typeface="DejaVu Math TeX Gyre" panose="02000503000000000000" charset="0"/>
                      </a:rPr>
                      <m:t>P</m:t>
                    </m:r>
                    <m:r>
                      <a:rPr lang="en-US">
                        <a:latin typeface="Cambria Math" panose="02040503050406030204" pitchFamily="18" charset="0"/>
                        <a:cs typeface="DejaVu Math TeX Gyre" panose="02000503000000000000" charset="0"/>
                      </a:rPr>
                      <m:t>(</m:t>
                    </m:r>
                    <m:r>
                      <m:rPr>
                        <m:sty m:val="p"/>
                      </m:rPr>
                      <a:rPr lang="en-US">
                        <a:latin typeface="Cambria Math" panose="02040503050406030204" pitchFamily="18" charset="0"/>
                        <a:cs typeface="DejaVu Math TeX Gyre" panose="02000503000000000000" charset="0"/>
                      </a:rPr>
                      <m:t>cat</m:t>
                    </m:r>
                    <m:r>
                      <a:rPr lang="en-US">
                        <a:latin typeface="Cambria Math" panose="02040503050406030204" pitchFamily="18" charset="0"/>
                        <a:cs typeface="DejaVu Math TeX Gyre" panose="02000503000000000000" charset="0"/>
                      </a:rPr>
                      <m:t>|</m:t>
                    </m:r>
                    <m:r>
                      <m:rPr>
                        <m:sty m:val="p"/>
                      </m:rPr>
                      <a:rPr lang="en-US">
                        <a:latin typeface="Cambria Math" panose="02040503050406030204" pitchFamily="18" charset="0"/>
                        <a:cs typeface="DejaVu Math TeX Gyre" panose="02000503000000000000" charset="0"/>
                      </a:rPr>
                      <m:t>furry</m:t>
                    </m:r>
                    <m:r>
                      <a:rPr lang="en-US">
                        <a:latin typeface="Cambria Math" panose="02040503050406030204" pitchFamily="18" charset="0"/>
                        <a:cs typeface="DejaVu Math TeX Gyre" panose="02000503000000000000" charset="0"/>
                      </a:rPr>
                      <m:t>)=</m:t>
                    </m:r>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𝐶</m:t>
                        </m:r>
                        <m:d>
                          <m:dPr>
                            <m:ctrlPr>
                              <a:rPr lang="en-US" i="1">
                                <a:latin typeface="Cambria Math" panose="02040503050406030204" pitchFamily="18" charset="0"/>
                                <a:cs typeface="DejaVu Math TeX Gyre" panose="02000503000000000000" charset="0"/>
                              </a:rPr>
                            </m:ctrlPr>
                          </m:dPr>
                          <m:e>
                            <m:r>
                              <m:rPr>
                                <m:sty m:val="p"/>
                              </m:rPr>
                              <a:rPr lang="en-US">
                                <a:latin typeface="Cambria Math" panose="02040503050406030204" pitchFamily="18" charset="0"/>
                                <a:cs typeface="DejaVu Math TeX Gyre" panose="02000503000000000000" charset="0"/>
                              </a:rPr>
                              <m:t>furry</m:t>
                            </m:r>
                            <m:r>
                              <a:rPr lang="en-US">
                                <a:latin typeface="Cambria Math" panose="02040503050406030204" pitchFamily="18" charset="0"/>
                                <a:cs typeface="DejaVu Math TeX Gyre" panose="02000503000000000000" charset="0"/>
                              </a:rPr>
                              <m:t> </m:t>
                            </m:r>
                            <m:r>
                              <m:rPr>
                                <m:sty m:val="p"/>
                              </m:rPr>
                              <a:rPr lang="en-US">
                                <a:latin typeface="Cambria Math" panose="02040503050406030204" pitchFamily="18" charset="0"/>
                                <a:cs typeface="DejaVu Math TeX Gyre" panose="02000503000000000000" charset="0"/>
                              </a:rPr>
                              <m:t>cat</m:t>
                            </m:r>
                          </m:e>
                        </m:d>
                      </m:num>
                      <m:den>
                        <m:r>
                          <a:rPr lang="en-US" i="1">
                            <a:latin typeface="Cambria Math" panose="02040503050406030204" pitchFamily="18" charset="0"/>
                            <a:cs typeface="DejaVu Math TeX Gyre" panose="02000503000000000000" charset="0"/>
                          </a:rPr>
                          <m:t>𝑁</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𝐶</m:t>
                        </m:r>
                        <m:d>
                          <m:dPr>
                            <m:ctrlPr>
                              <a:rPr lang="en-US" i="1">
                                <a:latin typeface="Cambria Math" panose="02040503050406030204" pitchFamily="18" charset="0"/>
                                <a:cs typeface="DejaVu Math TeX Gyre" panose="02000503000000000000" charset="0"/>
                              </a:rPr>
                            </m:ctrlPr>
                          </m:dPr>
                          <m:e>
                            <m:r>
                              <m:rPr>
                                <m:sty m:val="p"/>
                              </m:rPr>
                              <a:rPr lang="en-US">
                                <a:latin typeface="Cambria Math" panose="02040503050406030204" pitchFamily="18" charset="0"/>
                                <a:cs typeface="DejaVu Math TeX Gyre" panose="02000503000000000000" charset="0"/>
                              </a:rPr>
                              <m:t>furry</m:t>
                            </m:r>
                          </m:e>
                        </m:d>
                      </m:den>
                    </m:f>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585"/>
                </a:stretch>
              </a:blipFill>
            </p:spPr>
            <p:txBody>
              <a:bodyPr/>
              <a:lstStyle/>
              <a:p>
                <a:r>
                  <a:rPr lang="en-US"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Backoff</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Finite training corpus will have zero count for large fraction of </a:t>
                </a:r>
                <a14:m>
                  <m:oMath xmlns:m="http://schemas.openxmlformats.org/officeDocument/2006/math">
                    <m:r>
                      <a:rPr lang="en-US" i="1">
                        <a:latin typeface="Cambria Math" panose="02040503050406030204" pitchFamily="18" charset="0"/>
                        <a:cs typeface="DejaVu Math TeX Gyre" panose="02000503000000000000" charset="0"/>
                      </a:rPr>
                      <m:t>𝑄</m:t>
                    </m:r>
                  </m:oMath>
                </a14:m>
                <a:r>
                  <a:rPr lang="en-US"/>
                  <a:t>-grams as </a:t>
                </a:r>
                <a14:m>
                  <m:oMath xmlns:m="http://schemas.openxmlformats.org/officeDocument/2006/math">
                    <m:r>
                      <a:rPr lang="en-US" i="1">
                        <a:latin typeface="Cambria Math" panose="02040503050406030204" pitchFamily="18" charset="0"/>
                        <a:cs typeface="DejaVu Math TeX Gyre" panose="02000503000000000000" charset="0"/>
                      </a:rPr>
                      <m:t>𝑄</m:t>
                    </m:r>
                  </m:oMath>
                </a14:m>
                <a:r>
                  <a:rPr lang="en-US"/>
                  <a:t> grows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𝑁</m:t>
                        </m:r>
                      </m:e>
                      <m:sup>
                        <m:r>
                          <a:rPr lang="en-US" i="1">
                            <a:latin typeface="Cambria Math" panose="02040503050406030204" pitchFamily="18" charset="0"/>
                            <a:cs typeface="DejaVu Math TeX Gyre" panose="02000503000000000000" charset="0"/>
                          </a:rPr>
                          <m:t>𝑄</m:t>
                        </m:r>
                      </m:sup>
                    </m:sSup>
                  </m:oMath>
                </a14:m>
                <a:r>
                  <a:rPr lang="en-US">
                    <a:sym typeface="+mn-ea"/>
                  </a:rPr>
                  <a:t> explodes)</a:t>
                </a:r>
                <a:endParaRPr lang="en-US">
                  <a:sym typeface="+mn-ea"/>
                </a:endParaRPr>
              </a:p>
              <a:p>
                <a:r>
                  <a:rPr lang="en-US"/>
                  <a:t>Keep around 1-, 2-, </a:t>
                </a:r>
                <a:r>
                  <a:rPr lang="en-US">
                    <a:latin typeface="Arial" panose="020B0604020202020204" pitchFamily="34" charset="0"/>
                    <a:cs typeface="Arial" panose="020B0604020202020204" pitchFamily="34" charset="0"/>
                  </a:rPr>
                  <a:t>…, </a:t>
                </a:r>
                <a14:m>
                  <m:oMath xmlns:m="http://schemas.openxmlformats.org/officeDocument/2006/math">
                    <m:r>
                      <a:rPr lang="en-US" i="1">
                        <a:latin typeface="Cambria Math" panose="02040503050406030204" pitchFamily="18" charset="0"/>
                        <a:cs typeface="DejaVu Math TeX Gyre" panose="02000503000000000000" charset="0"/>
                      </a:rPr>
                      <m:t>𝑄</m:t>
                    </m:r>
                  </m:oMath>
                </a14:m>
                <a:r>
                  <a:rPr lang="en-US">
                    <a:sym typeface="+mn-ea"/>
                  </a:rPr>
                  <a:t>-gram counts</a:t>
                </a:r>
                <a:endParaRPr lang="en-US">
                  <a:sym typeface="+mn-ea"/>
                </a:endParaRPr>
              </a:p>
              <a:p>
                <a:r>
                  <a:rPr lang="en-US">
                    <a:latin typeface="Arial" panose="020B0604020202020204" pitchFamily="34" charset="0"/>
                    <a:cs typeface="Arial" panose="020B0604020202020204" pitchFamily="34" charset="0"/>
                  </a:rPr>
                  <a:t>Use </a:t>
                </a:r>
                <a14:m>
                  <m:oMath xmlns:m="http://schemas.openxmlformats.org/officeDocument/2006/math">
                    <m:r>
                      <a:rPr lang="en-US" i="1">
                        <a:latin typeface="Cambria Math" panose="02040503050406030204" pitchFamily="18" charset="0"/>
                        <a:cs typeface="DejaVu Math TeX Gyre" panose="02000503000000000000" charset="0"/>
                      </a:rPr>
                      <m:t>𝑄</m:t>
                    </m:r>
                  </m:oMath>
                </a14:m>
                <a:r>
                  <a:rPr lang="en-US">
                    <a:sym typeface="+mn-ea"/>
                  </a:rPr>
                  <a:t>-gram count if positive, else </a:t>
                </a:r>
                <a14:m>
                  <m:oMath xmlns:m="http://schemas.openxmlformats.org/officeDocument/2006/math">
                    <m:d>
                      <m:dPr>
                        <m:ctrlPr>
                          <a:rPr lang="en-US" i="1">
                            <a:latin typeface="Cambria Math" panose="02040503050406030204" pitchFamily="18" charset="0"/>
                            <a:cs typeface="DejaVu Math TeX Gyre" panose="02000503000000000000" charset="0"/>
                            <a:sym typeface="+mn-ea"/>
                          </a:rPr>
                        </m:ctrlPr>
                      </m:dPr>
                      <m:e>
                        <m:r>
                          <a:rPr lang="en-US" i="1">
                            <a:latin typeface="Cambria Math" panose="02040503050406030204" pitchFamily="18" charset="0"/>
                            <a:cs typeface="DejaVu Math TeX Gyre" panose="02000503000000000000" charset="0"/>
                          </a:rPr>
                          <m:t>𝑄</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e>
                    </m:d>
                  </m:oMath>
                </a14:m>
                <a:r>
                  <a:rPr lang="en-US">
                    <a:sym typeface="+mn-ea"/>
                  </a:rPr>
                  <a:t>-gram count, and so on</a:t>
                </a:r>
                <a:endParaRPr lang="en-US">
                  <a:sym typeface="+mn-ea"/>
                </a:endParaRPr>
              </a:p>
              <a:p>
                <a14:m>
                  <m:oMath xmlns:m="http://schemas.openxmlformats.org/officeDocument/2006/math">
                    <m:r>
                      <a:rPr lang="en-US" i="1">
                        <a:latin typeface="Cambria Math" panose="02040503050406030204" pitchFamily="18" charset="0"/>
                        <a:cs typeface="DejaVu Math TeX Gyre" panose="02000503000000000000" charset="0"/>
                      </a:rPr>
                      <m:t>𝑃</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𝑄</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e>
                            </m:d>
                            <m:r>
                              <a:rPr lang="en-US" i="1">
                                <a:latin typeface="Cambria Math" panose="02040503050406030204" pitchFamily="18" charset="0"/>
                                <a:cs typeface="DejaVu Math TeX Gyre" panose="02000503000000000000" charset="0"/>
                              </a:rPr>
                              <m:t>,⋯,</m:t>
                            </m:r>
                          </m:sub>
                        </m:sSub>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3</m:t>
                            </m:r>
                          </m:sub>
                        </m:sSub>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2</m:t>
                            </m:r>
                          </m:sub>
                        </m:sSub>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e>
                    </m:d>
                  </m:oMath>
                </a14:m>
                <a:endParaRPr lang="en-US">
                  <a:latin typeface="Arial" panose="020B0604020202020204" pitchFamily="34" charset="0"/>
                  <a:cs typeface="Arial" panose="020B0604020202020204" pitchFamily="34" charset="0"/>
                </a:endParaRPr>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2" p14:bwMode="auto">
            <p14:nvContentPartPr>
              <p14:cNvPr id="4" name="Ink 3"/>
              <p14:cNvContentPartPr/>
              <p14:nvPr/>
            </p14:nvContentPartPr>
            <p14:xfrm>
              <a:off x="997200" y="4846320"/>
              <a:ext cx="4790160" cy="1698840"/>
            </p14:xfrm>
          </p:contentPart>
        </mc:Choice>
        <mc:Fallback xmlns="">
          <p:pic>
            <p:nvPicPr>
              <p:cNvPr id="4" name="Ink 3"/>
            </p:nvPicPr>
            <p:blipFill>
              <a:blip r:embed="rId3"/>
            </p:blipFill>
            <p:spPr>
              <a:xfrm>
                <a:off x="997200" y="4846320"/>
                <a:ext cx="4790160" cy="1698840"/>
              </a:xfrm>
              <a:prstGeom prst="rect"/>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hlinkClick r:id="rId1" action="ppaction://hlinkfile"/>
              </a:rPr>
              <a:t>Modest experiment</a:t>
            </a:r>
            <a:r>
              <a:rPr lang="en-US"/>
              <a:t> (2019)</a:t>
            </a:r>
            <a:endParaRPr lang="en-US"/>
          </a:p>
        </p:txBody>
      </p:sp>
      <p:sp>
        <p:nvSpPr>
          <p:cNvPr id="3" name="Text Placeholder 2"/>
          <p:cNvSpPr>
            <a:spLocks noGrp="1"/>
          </p:cNvSpPr>
          <p:nvPr>
            <p:ph type="body" idx="1"/>
          </p:nvPr>
        </p:nvSpPr>
        <p:spPr/>
        <p:txBody>
          <a:bodyPr/>
          <a:lstStyle/>
          <a:p>
            <a:r>
              <a:rPr lang="en-US"/>
              <a:t>Corpus = </a:t>
            </a:r>
            <a:r>
              <a:rPr lang="en-US">
                <a:hlinkClick r:id="rId2" action="ppaction://hlinkfile"/>
              </a:rPr>
              <a:t>A Song of Ice and Fire</a:t>
            </a:r>
            <a:endParaRPr lang="en-US"/>
          </a:p>
          <a:p>
            <a:r>
              <a:rPr lang="en-US"/>
              <a:t>2185918 words in the corpus</a:t>
            </a:r>
            <a:endParaRPr lang="en-US"/>
          </a:p>
          <a:p>
            <a:r>
              <a:rPr lang="en-US"/>
              <a:t>429582 different sequences of 2 words, each followed by one of 32663 words</a:t>
            </a:r>
            <a:endParaRPr lang="en-US"/>
          </a:p>
          <a:p>
            <a:r>
              <a:rPr lang="en-US"/>
              <a:t>Previous- vs next-word matrix is 0.015% full</a:t>
            </a:r>
            <a:endParaRPr lang="en-US"/>
          </a:p>
          <a:p>
            <a:r>
              <a:rPr lang="en-US"/>
              <a:t>Previous-two vs next-word is even bigger and sparser</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generations for first order</a:t>
            </a:r>
            <a:endParaRPr lang="en-US"/>
          </a:p>
        </p:txBody>
      </p:sp>
      <p:sp>
        <p:nvSpPr>
          <p:cNvPr id="3" name="Text Placeholder 2"/>
          <p:cNvSpPr>
            <a:spLocks noGrp="1"/>
          </p:cNvSpPr>
          <p:nvPr>
            <p:ph type="body" idx="1"/>
          </p:nvPr>
        </p:nvSpPr>
        <p:spPr/>
        <p:txBody>
          <a:bodyPr>
            <a:normAutofit fontScale="70000"/>
          </a:bodyPr>
          <a:lstStyle/>
          <a:p>
            <a:pPr>
              <a:lnSpc>
                <a:spcPct val="100000"/>
              </a:lnSpc>
            </a:pPr>
            <a:r>
              <a:rPr lang="en-US">
                <a:effectLst>
                  <a:glow rad="228600">
                    <a:schemeClr val="accent4">
                      <a:satMod val="175000"/>
                      <a:alpha val="40000"/>
                    </a:schemeClr>
                  </a:glow>
                </a:effectLst>
              </a:rPr>
              <a:t>the</a:t>
            </a:r>
            <a:r>
              <a:rPr lang="en-US"/>
              <a:t> Seven in front of whitefish in a huge blazes burning flesh . I had been</a:t>
            </a:r>
            <a:endParaRPr lang="en-US"/>
          </a:p>
          <a:p>
            <a:pPr>
              <a:lnSpc>
                <a:spcPct val="100000"/>
              </a:lnSpc>
            </a:pPr>
            <a:r>
              <a:rPr lang="en-US">
                <a:effectLst>
                  <a:glow rad="228600">
                    <a:schemeClr val="accent4">
                      <a:satMod val="175000"/>
                      <a:alpha val="40000"/>
                    </a:schemeClr>
                  </a:glow>
                </a:effectLst>
              </a:rPr>
              <a:t>a</a:t>
            </a:r>
            <a:r>
              <a:rPr lang="en-US"/>
              <a:t> squire , slain , they thought . " He bathed in his head . The</a:t>
            </a:r>
            <a:endParaRPr lang="en-US"/>
          </a:p>
          <a:p>
            <a:pPr>
              <a:lnSpc>
                <a:spcPct val="100000"/>
              </a:lnSpc>
            </a:pPr>
            <a:r>
              <a:rPr lang="en-US">
                <a:effectLst>
                  <a:glow rad="228600">
                    <a:schemeClr val="accent4">
                      <a:satMod val="175000"/>
                      <a:alpha val="40000"/>
                    </a:schemeClr>
                  </a:glow>
                </a:effectLst>
              </a:rPr>
              <a:t>Bran</a:t>
            </a:r>
            <a:r>
              <a:rPr lang="en-US"/>
              <a:t> said Melisandre had been in fear I’ve done . " It must needs you will</a:t>
            </a:r>
            <a:endParaRPr lang="en-US"/>
          </a:p>
          <a:p>
            <a:pPr>
              <a:lnSpc>
                <a:spcPct val="100000"/>
              </a:lnSpc>
            </a:pPr>
            <a:r>
              <a:rPr lang="en-US">
                <a:effectLst>
                  <a:glow rad="228600">
                    <a:schemeClr val="accent4">
                      <a:satMod val="175000"/>
                      <a:alpha val="40000"/>
                    </a:schemeClr>
                  </a:glow>
                </a:effectLst>
              </a:rPr>
              <a:t>Melisandre</a:t>
            </a:r>
            <a:r>
              <a:rPr lang="en-US"/>
              <a:t> would have feared he’d squired for something else I put his place of Ser Meryn</a:t>
            </a:r>
            <a:endParaRPr lang="en-US"/>
          </a:p>
          <a:p>
            <a:pPr>
              <a:lnSpc>
                <a:spcPct val="100000"/>
              </a:lnSpc>
            </a:pPr>
            <a:r>
              <a:rPr lang="en-US">
                <a:effectLst>
                  <a:glow rad="228600">
                    <a:schemeClr val="accent4">
                      <a:satMod val="175000"/>
                      <a:alpha val="40000"/>
                    </a:schemeClr>
                  </a:glow>
                </a:effectLst>
              </a:rPr>
              <a:t>Daenerys</a:t>
            </a:r>
            <a:r>
              <a:rPr lang="en-US"/>
              <a:t> is dead cat - TOOTH , AT THE GREAT , Asha , which fills our</a:t>
            </a:r>
            <a:endParaRPr lang="en-US"/>
          </a:p>
          <a:p>
            <a:pPr>
              <a:lnSpc>
                <a:spcPct val="100000"/>
              </a:lnSpc>
            </a:pPr>
            <a:r>
              <a:rPr lang="en-US">
                <a:effectLst>
                  <a:glow rad="228600">
                    <a:schemeClr val="accent4">
                      <a:satMod val="175000"/>
                      <a:alpha val="40000"/>
                    </a:schemeClr>
                  </a:glow>
                </a:effectLst>
              </a:rPr>
              <a:t>Daenerys</a:t>
            </a:r>
            <a:r>
              <a:rPr lang="en-US"/>
              <a:t> Targaryen after Melara had worn rich grey sheep to encircle Stannis . " The deep</a:t>
            </a:r>
            <a:endParaRPr lang="en-US"/>
          </a:p>
          <a:p>
            <a:pPr marL="0" indent="0">
              <a:lnSpc>
                <a:spcPct val="100000"/>
              </a:lnSpc>
              <a:buNone/>
            </a:pPr>
            <a:r>
              <a:rPr lang="en-US">
                <a:latin typeface="Clear Sans" panose="020B0503030202020304" charset="0"/>
                <a:cs typeface="Clear Sans" panose="020B0503030202020304" charset="0"/>
              </a:rPr>
              <a:t>― unreadable nonsense</a:t>
            </a:r>
            <a:endParaRPr lang="en-US">
              <a:latin typeface="Clear Sans" panose="020B0503030202020304" charset="0"/>
              <a:cs typeface="Clear Sans" panose="020B0503030202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generations for second order</a:t>
            </a:r>
            <a:endParaRPr lang="en-US"/>
          </a:p>
        </p:txBody>
      </p:sp>
      <p:sp>
        <p:nvSpPr>
          <p:cNvPr id="3" name="Text Placeholder 2"/>
          <p:cNvSpPr>
            <a:spLocks noGrp="1"/>
          </p:cNvSpPr>
          <p:nvPr>
            <p:ph type="body" idx="1"/>
          </p:nvPr>
        </p:nvSpPr>
        <p:spPr/>
        <p:txBody>
          <a:bodyPr>
            <a:normAutofit fontScale="80000"/>
          </a:bodyPr>
          <a:lstStyle/>
          <a:p>
            <a:pPr>
              <a:lnSpc>
                <a:spcPct val="100000"/>
              </a:lnSpc>
            </a:pPr>
            <a:r>
              <a:rPr lang="en-US">
                <a:effectLst>
                  <a:glow rad="228600">
                    <a:schemeClr val="accent4">
                      <a:satMod val="175000"/>
                      <a:alpha val="40000"/>
                    </a:schemeClr>
                  </a:glow>
                </a:effectLst>
              </a:rPr>
              <a:t>the world</a:t>
            </a:r>
            <a:r>
              <a:rPr lang="en-US"/>
              <a:t> . And Ramsay loved the feel of grass welcomed them warmly , the axehead flew</a:t>
            </a:r>
            <a:endParaRPr lang="en-US"/>
          </a:p>
          <a:p>
            <a:pPr>
              <a:lnSpc>
                <a:spcPct val="100000"/>
              </a:lnSpc>
            </a:pPr>
            <a:r>
              <a:rPr lang="en-US">
                <a:effectLst>
                  <a:glow rad="228600">
                    <a:schemeClr val="accent4">
                      <a:satMod val="175000"/>
                      <a:alpha val="40000"/>
                    </a:schemeClr>
                  </a:glow>
                </a:effectLst>
              </a:rPr>
              <a:t>Jon Snow</a:t>
            </a:r>
            <a:r>
              <a:rPr lang="en-US"/>
              <a:t> . You are to strike at him . The bold ones have had no sense</a:t>
            </a:r>
            <a:endParaRPr lang="en-US"/>
          </a:p>
          <a:p>
            <a:pPr>
              <a:lnSpc>
                <a:spcPct val="100000"/>
              </a:lnSpc>
            </a:pPr>
            <a:r>
              <a:rPr lang="en-US">
                <a:effectLst>
                  <a:glow rad="228600">
                    <a:schemeClr val="accent4">
                      <a:satMod val="175000"/>
                      <a:alpha val="40000"/>
                    </a:schemeClr>
                  </a:glow>
                </a:effectLst>
              </a:rPr>
              <a:t>Eddard Stark</a:t>
            </a:r>
            <a:r>
              <a:rPr lang="en-US"/>
              <a:t> had done his best to give her the promise was broken . By tradition the</a:t>
            </a:r>
            <a:endParaRPr lang="en-US"/>
          </a:p>
          <a:p>
            <a:pPr>
              <a:lnSpc>
                <a:spcPct val="100000"/>
              </a:lnSpc>
            </a:pPr>
            <a:r>
              <a:rPr lang="en-US">
                <a:effectLst>
                  <a:glow rad="228600">
                    <a:schemeClr val="accent4">
                      <a:satMod val="175000"/>
                      <a:alpha val="40000"/>
                    </a:schemeClr>
                  </a:glow>
                </a:effectLst>
              </a:rPr>
              <a:t>The game</a:t>
            </a:r>
            <a:r>
              <a:rPr lang="en-US"/>
              <a:t> of thrones , so you must tell her the next buyer who comes running ,</a:t>
            </a:r>
            <a:endParaRPr lang="en-US"/>
          </a:p>
          <a:p>
            <a:pPr>
              <a:lnSpc>
                <a:spcPct val="100000"/>
              </a:lnSpc>
            </a:pPr>
            <a:r>
              <a:rPr lang="en-US">
                <a:effectLst>
                  <a:glow rad="228600">
                    <a:schemeClr val="accent4">
                      <a:satMod val="175000"/>
                      <a:alpha val="40000"/>
                    </a:schemeClr>
                  </a:glow>
                </a:effectLst>
              </a:rPr>
              <a:t>The game</a:t>
            </a:r>
            <a:r>
              <a:rPr lang="en-US"/>
              <a:t> trail brought her messages , strange spices . The Frey stronghold was not large enough</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generations for third order</a:t>
            </a:r>
            <a:endParaRPr lang="en-US"/>
          </a:p>
        </p:txBody>
      </p:sp>
      <p:sp>
        <p:nvSpPr>
          <p:cNvPr id="3" name="Text Placeholder 2"/>
          <p:cNvSpPr>
            <a:spLocks noGrp="1"/>
          </p:cNvSpPr>
          <p:nvPr>
            <p:ph type="body" idx="1"/>
          </p:nvPr>
        </p:nvSpPr>
        <p:spPr/>
        <p:txBody>
          <a:bodyPr>
            <a:normAutofit fontScale="60000"/>
          </a:bodyPr>
          <a:lstStyle/>
          <a:p>
            <a:pPr>
              <a:lnSpc>
                <a:spcPct val="150000"/>
              </a:lnSpc>
            </a:pPr>
            <a:r>
              <a:rPr lang="en-US">
                <a:effectLst>
                  <a:glow rad="228600">
                    <a:schemeClr val="accent4">
                      <a:satMod val="175000"/>
                      <a:alpha val="40000"/>
                    </a:schemeClr>
                  </a:glow>
                </a:effectLst>
              </a:rPr>
              <a:t>I am a</a:t>
            </a:r>
            <a:r>
              <a:rPr lang="en-US"/>
              <a:t> master armorer , lords of Westeros , sawing out each bay and peninsula until </a:t>
            </a:r>
            <a:endParaRPr lang="en-US"/>
          </a:p>
          <a:p>
            <a:pPr>
              <a:lnSpc>
                <a:spcPct val="150000"/>
              </a:lnSpc>
            </a:pPr>
            <a:r>
              <a:rPr lang="en-US">
                <a:effectLst>
                  <a:glow rad="228600">
                    <a:schemeClr val="accent4">
                      <a:satMod val="175000"/>
                      <a:alpha val="40000"/>
                    </a:schemeClr>
                  </a:glow>
                </a:effectLst>
              </a:rPr>
              <a:t>Jon Snow is</a:t>
            </a:r>
            <a:r>
              <a:rPr lang="en-US"/>
              <a:t> with the Night’s Watch . I did not survive a broken hip , a leathern</a:t>
            </a:r>
            <a:endParaRPr lang="en-US"/>
          </a:p>
          <a:p>
            <a:pPr>
              <a:lnSpc>
                <a:spcPct val="150000"/>
              </a:lnSpc>
            </a:pPr>
            <a:r>
              <a:rPr lang="en-US">
                <a:effectLst>
                  <a:glow rad="228600">
                    <a:schemeClr val="accent4">
                      <a:satMod val="175000"/>
                      <a:alpha val="40000"/>
                    </a:schemeClr>
                  </a:glow>
                </a:effectLst>
              </a:rPr>
              <a:t>Jon Snow is</a:t>
            </a:r>
            <a:r>
              <a:rPr lang="en-US"/>
              <a:t> with the Hound in the woods . He won’t do it . " Please don’t</a:t>
            </a:r>
            <a:endParaRPr lang="en-US"/>
          </a:p>
          <a:p>
            <a:pPr>
              <a:lnSpc>
                <a:spcPct val="150000"/>
              </a:lnSpc>
            </a:pPr>
            <a:r>
              <a:rPr lang="en-US">
                <a:effectLst>
                  <a:glow rad="228600">
                    <a:schemeClr val="accent4">
                      <a:satMod val="175000"/>
                      <a:alpha val="40000"/>
                    </a:schemeClr>
                  </a:glow>
                </a:effectLst>
              </a:rPr>
              <a:t>Where are the</a:t>
            </a:r>
            <a:r>
              <a:rPr lang="en-US"/>
              <a:t> chains , and the Knight of Flowers to treat with you , Imp . "</a:t>
            </a:r>
            <a:endParaRPr lang="en-US"/>
          </a:p>
          <a:p>
            <a:pPr>
              <a:lnSpc>
                <a:spcPct val="150000"/>
              </a:lnSpc>
            </a:pPr>
            <a:r>
              <a:rPr lang="en-US">
                <a:effectLst>
                  <a:glow rad="228600">
                    <a:schemeClr val="accent4">
                      <a:satMod val="175000"/>
                      <a:alpha val="40000"/>
                    </a:schemeClr>
                  </a:glow>
                </a:effectLst>
              </a:rPr>
              <a:t>Those were the</a:t>
            </a:r>
            <a:r>
              <a:rPr lang="en-US"/>
              <a:t> same . Arianne demurred . " So the fishwives say , " It was Tyrion’s</a:t>
            </a:r>
            <a:endParaRPr lang="en-US"/>
          </a:p>
          <a:p>
            <a:pPr>
              <a:lnSpc>
                <a:spcPct val="150000"/>
              </a:lnSpc>
            </a:pPr>
            <a:r>
              <a:rPr lang="en-US">
                <a:effectLst>
                  <a:glow rad="228600">
                    <a:schemeClr val="accent4">
                      <a:satMod val="175000"/>
                      <a:alpha val="40000"/>
                    </a:schemeClr>
                  </a:glow>
                </a:effectLst>
              </a:rPr>
              <a:t>He thought that</a:t>
            </a:r>
            <a:r>
              <a:rPr lang="en-US"/>
              <a:t> would be good or bad for their escape . If they can truly give us</a:t>
            </a:r>
            <a:endParaRPr lang="en-US"/>
          </a:p>
          <a:p>
            <a:pPr>
              <a:lnSpc>
                <a:spcPct val="150000"/>
              </a:lnSpc>
            </a:pPr>
            <a:r>
              <a:rPr lang="en-US">
                <a:effectLst>
                  <a:glow rad="228600">
                    <a:schemeClr val="accent4">
                      <a:satMod val="175000"/>
                      <a:alpha val="40000"/>
                    </a:schemeClr>
                  </a:glow>
                </a:effectLst>
              </a:rPr>
              <a:t>I thought that</a:t>
            </a:r>
            <a:r>
              <a:rPr lang="en-US"/>
              <a:t> she was like to remember a young crow he’d met briefly years before .</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err="1"/>
              <a:t>ChatGPT</a:t>
            </a:r>
            <a:r>
              <a:rPr lang="en-US"/>
              <a:t> prefix completion</a:t>
            </a:r>
            <a:endParaRPr lang="en-IN"/>
          </a:p>
        </p:txBody>
      </p:sp>
      <p:sp>
        <p:nvSpPr>
          <p:cNvPr id="5" name="Text Placeholder 4"/>
          <p:cNvSpPr>
            <a:spLocks noGrp="1"/>
          </p:cNvSpPr>
          <p:nvPr>
            <p:ph type="body" idx="1"/>
          </p:nvPr>
        </p:nvSpPr>
        <p:spPr>
          <a:solidFill>
            <a:schemeClr val="bg1">
              <a:lumMod val="95000"/>
            </a:schemeClr>
          </a:solidFill>
        </p:spPr>
        <p:txBody>
          <a:bodyPr>
            <a:normAutofit fontScale="72500" lnSpcReduction="20000"/>
          </a:bodyPr>
          <a:lstStyle/>
          <a:p>
            <a:pPr>
              <a:lnSpc>
                <a:spcPct val="100000"/>
              </a:lnSpc>
            </a:pPr>
            <a:r>
              <a:rPr lang="en-US">
                <a:solidFill>
                  <a:schemeClr val="accent6">
                    <a:lumMod val="75000"/>
                  </a:schemeClr>
                </a:solidFill>
              </a:rPr>
              <a:t>The sky is blue because</a:t>
            </a:r>
            <a:endParaRPr lang="en-US">
              <a:solidFill>
                <a:schemeClr val="accent6">
                  <a:lumMod val="75000"/>
                </a:schemeClr>
              </a:solidFill>
            </a:endParaRPr>
          </a:p>
          <a:p>
            <a:pPr>
              <a:lnSpc>
                <a:spcPct val="100000"/>
              </a:lnSpc>
            </a:pPr>
            <a:r>
              <a:rPr lang="en-US">
                <a:solidFill>
                  <a:schemeClr val="accent6">
                    <a:lumMod val="75000"/>
                  </a:schemeClr>
                </a:solidFill>
                <a:effectLst>
                  <a:glow rad="228600">
                    <a:schemeClr val="accent4">
                      <a:satMod val="175000"/>
                      <a:alpha val="40000"/>
                    </a:schemeClr>
                  </a:glow>
                </a:effectLst>
              </a:rPr>
              <a:t>The sky is blue because</a:t>
            </a:r>
            <a:r>
              <a:rPr lang="en-US"/>
              <a:t> of the scattering of sunlight by the Earth's atmosphere. When sunlight reaches the Earth's atmosphere, the short wavelengths of light, such as blue and violet, are scattered much more easily than the longer wavelengths, such as red and orange. This is because the shorter wavelengths are absorbed more readily by the gas molecules and small particles in the atmosphere.</a:t>
            </a:r>
            <a:br>
              <a:rPr lang="en-US"/>
            </a:br>
            <a:r>
              <a:rPr lang="en-US"/>
              <a:t>As a result, when sunlight hits the Earth's atmosphere and travels through the sky, more of the shorter wavelengths are scattered in all directions, including back towards the Earth. This scattered blue light is what gives the sky its blue color.</a:t>
            </a:r>
            <a:br>
              <a:rPr lang="en-US"/>
            </a:br>
            <a:r>
              <a:rPr lang="en-US"/>
              <a:t>The intensity of the blue color can vary depending on the amount of dust and other particles in the atmosphere. A clear, dust-free sky will appear a deeper blue than a sky that is hazy or polluted.</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Perplexity (not the company!)</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How natural or likely is a sentence?</a:t>
                </a:r>
                <a:endParaRPr lang="en-US"/>
              </a:p>
              <a:p>
                <a:pPr lvl="1"/>
                <a:r>
                  <a:rPr lang="en-US"/>
                  <a:t>More likely = higher probability = lower ‘surprise’ = lower entropy</a:t>
                </a:r>
                <a:endParaRPr lang="en-US"/>
              </a:p>
              <a:p>
                <a:pPr lvl="0"/>
                <a14:m>
                  <m:oMath xmlns:m="http://schemas.openxmlformats.org/officeDocument/2006/math">
                    <m:r>
                      <a:rPr lang="en-US" i="1">
                        <a:latin typeface="Cambria Math" panose="02040503050406030204" pitchFamily="18" charset="0"/>
                        <a:cs typeface="DejaVu Math TeX Gyre" panose="02000503000000000000" charset="0"/>
                      </a:rPr>
                      <m:t>−</m:t>
                    </m:r>
                    <m:func>
                      <m:funcPr>
                        <m:ctrlPr>
                          <a:rPr lang="en-US" i="1">
                            <a:latin typeface="Cambria Math" panose="02040503050406030204" pitchFamily="18" charset="0"/>
                            <a:cs typeface="DejaVu Math TeX Gyre" panose="02000503000000000000" charset="0"/>
                          </a:rPr>
                        </m:ctrlPr>
                      </m:funcPr>
                      <m:fName>
                        <m:r>
                          <m:rPr>
                            <m:sty m:val="p"/>
                          </m:rPr>
                          <a:rPr lang="en-US">
                            <a:latin typeface="Cambria Math" panose="02040503050406030204" pitchFamily="18" charset="0"/>
                            <a:cs typeface="DejaVu Math TeX Gyre" panose="02000503000000000000" charset="0"/>
                          </a:rPr>
                          <m:t>log</m:t>
                        </m:r>
                      </m:fName>
                      <m:e>
                        <m:d>
                          <m:dPr>
                            <m:ctrlPr>
                              <a:rPr lang="en-US" i="1">
                                <a:latin typeface="Cambria Math" panose="02040503050406030204" pitchFamily="18" charset="0"/>
                                <a:cs typeface="DejaVu Math TeX Gyre" panose="02000503000000000000" charset="0"/>
                              </a:rPr>
                            </m:ctrlPr>
                          </m:dPr>
                          <m:e>
                            <m:r>
                              <m:rPr>
                                <m:sty m:val="p"/>
                              </m:rPr>
                              <a:rPr lang="en-US">
                                <a:latin typeface="Cambria Math" panose="02040503050406030204" pitchFamily="18" charset="0"/>
                                <a:cs typeface="DejaVu Math TeX Gyre" panose="02000503000000000000" charset="0"/>
                              </a:rPr>
                              <m:t>prob</m:t>
                            </m:r>
                          </m:e>
                        </m:d>
                      </m:e>
                    </m:func>
                  </m:oMath>
                </a14:m>
                <a:r>
                  <a:rPr lang="en-US"/>
                  <a:t> is an estimate of surprise</a:t>
                </a:r>
                <a:endParaRPr lang="en-US"/>
              </a:p>
              <a:p>
                <a:pPr lvl="0"/>
                <a14:m>
                  <m:oMath xmlns:m="http://schemas.openxmlformats.org/officeDocument/2006/math">
                    <m:r>
                      <a:rPr lang="en-US" i="1">
                        <a:latin typeface="Cambria Math" panose="02040503050406030204" pitchFamily="18" charset="0"/>
                        <a:cs typeface="DejaVu Math TeX Gyre" panose="02000503000000000000" charset="0"/>
                      </a:rPr>
                      <m:t>−</m:t>
                    </m:r>
                    <m:func>
                      <m:funcPr>
                        <m:ctrlPr>
                          <a:rPr lang="en-US" i="1">
                            <a:latin typeface="Cambria Math" panose="02040503050406030204" pitchFamily="18" charset="0"/>
                            <a:cs typeface="DejaVu Math TeX Gyre" panose="02000503000000000000" charset="0"/>
                          </a:rPr>
                        </m:ctrlPr>
                      </m:funcPr>
                      <m:fName>
                        <m:r>
                          <m:rPr>
                            <m:sty m:val="p"/>
                          </m:rPr>
                          <a:rPr lang="en-US">
                            <a:latin typeface="Cambria Math" panose="02040503050406030204" pitchFamily="18" charset="0"/>
                            <a:cs typeface="DejaVu Math TeX Gyre" panose="02000503000000000000" charset="0"/>
                          </a:rPr>
                          <m:t>log</m:t>
                        </m:r>
                      </m:fName>
                      <m:e>
                        <m:r>
                          <a:rPr lang="en-US" i="1">
                            <a:latin typeface="Cambria Math" panose="02040503050406030204" pitchFamily="18" charset="0"/>
                            <a:cs typeface="DejaVu Math TeX Gyre" panose="02000503000000000000" charset="0"/>
                          </a:rPr>
                          <m:t>𝑃</m:t>
                        </m:r>
                        <m:r>
                          <a:rPr lang="en-US" i="1">
                            <a:latin typeface="Cambria Math" panose="02040503050406030204" pitchFamily="18" charset="0"/>
                            <a:cs typeface="DejaVu Math TeX Gyre" panose="02000503000000000000" charset="0"/>
                          </a:rPr>
                          <m:t>(</m:t>
                        </m:r>
                        <m:r>
                          <m:rPr>
                            <m:sty m:val="p"/>
                          </m:rPr>
                          <a:rPr lang="en-US">
                            <a:latin typeface="Cambria Math" panose="02040503050406030204" pitchFamily="18" charset="0"/>
                            <a:cs typeface="DejaVu Math TeX Gyre" panose="02000503000000000000" charset="0"/>
                          </a:rPr>
                          <m:t>word</m:t>
                        </m:r>
                        <m:r>
                          <a:rPr lang="en-US" i="1">
                            <a:latin typeface="Cambria Math" panose="02040503050406030204" pitchFamily="18" charset="0"/>
                            <a:cs typeface="DejaVu Math TeX Gyre" panose="02000503000000000000" charset="0"/>
                          </a:rPr>
                          <m:t>|</m:t>
                        </m:r>
                        <m:r>
                          <m:rPr>
                            <m:sty m:val="p"/>
                          </m:rPr>
                          <a:rPr lang="en-US">
                            <a:latin typeface="Cambria Math" panose="02040503050406030204" pitchFamily="18" charset="0"/>
                            <a:cs typeface="DejaVu Math TeX Gyre" panose="02000503000000000000" charset="0"/>
                          </a:rPr>
                          <m:t>history</m:t>
                        </m:r>
                        <m:r>
                          <a:rPr lang="en-US" i="1">
                            <a:latin typeface="Cambria Math" panose="02040503050406030204" pitchFamily="18" charset="0"/>
                            <a:cs typeface="DejaVu Math TeX Gyre" panose="02000503000000000000" charset="0"/>
                          </a:rPr>
                          <m:t>)</m:t>
                        </m:r>
                      </m:e>
                    </m:func>
                  </m:oMath>
                </a14:m>
                <a:r>
                  <a:rPr lang="en-US"/>
                  <a:t> is the surprise on seeing a word given we have seen a text history</a:t>
                </a:r>
                <a:endParaRPr lang="en-US"/>
              </a:p>
              <a:p>
                <a:pPr lvl="0"/>
                <a:r>
                  <a:rPr lang="en-US"/>
                  <a:t>Perplexity (smaller is better) defined as</a:t>
                </a:r>
                <a:br>
                  <a:rPr lang="en-US"/>
                </a:b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2</m:t>
                          </m:r>
                        </m:e>
                        <m:sup>
                          <m:box>
                            <m:boxPr>
                              <m:noBreak m:val="on"/>
                              <m:ctrlPr>
                                <a:rPr lang="en-US" i="1">
                                  <a:latin typeface="Cambria Math" panose="02040503050406030204" pitchFamily="18" charset="0"/>
                                  <a:cs typeface="DejaVu Math TeX Gyre" panose="02000503000000000000" charset="0"/>
                                </a:rPr>
                              </m:ctrlPr>
                            </m:boxPr>
                            <m:e>
                              <m:argPr>
                                <m:argSz m:val="-1"/>
                              </m:argPr>
                              <m:r>
                                <a:rPr lang="en-US" i="1">
                                  <a:latin typeface="Cambria Math" panose="02040503050406030204" pitchFamily="18" charset="0"/>
                                  <a:cs typeface="DejaVu Math TeX Gyre" panose="02000503000000000000" charset="0"/>
                                </a:rPr>
                                <m:t>−</m:t>
                              </m:r>
                              <m:f>
                                <m:fPr>
                                  <m:ctrlPr>
                                    <a:rPr lang="en-US" i="1">
                                      <a:latin typeface="Cambria Math" panose="02040503050406030204" pitchFamily="18" charset="0"/>
                                      <a:cs typeface="DejaVu Math TeX Gyre" panose="02000503000000000000" charset="0"/>
                                    </a:rPr>
                                  </m:ctrlPr>
                                </m:fPr>
                                <m:num>
                                  <m:r>
                                    <a:rPr lang="en-US" i="1">
                                      <a:latin typeface="Cambria Math" panose="02040503050406030204" pitchFamily="18" charset="0"/>
                                      <a:cs typeface="DejaVu Math TeX Gyre" panose="02000503000000000000" charset="0"/>
                                    </a:rPr>
                                    <m:t>1</m:t>
                                  </m:r>
                                </m:num>
                                <m:den>
                                  <m:r>
                                    <a:rPr lang="en-US" i="1">
                                      <a:latin typeface="Cambria Math" panose="02040503050406030204" pitchFamily="18" charset="0"/>
                                      <a:cs typeface="DejaVu Math TeX Gyre" panose="02000503000000000000" charset="0"/>
                                    </a:rPr>
                                    <m:t>𝑇</m:t>
                                  </m:r>
                                </m:den>
                              </m:f>
                              <m:nary>
                                <m:naryPr>
                                  <m:chr m:val="∑"/>
                                  <m:limLoc m:val="subSup"/>
                                  <m:supHide m:val="on"/>
                                  <m:ctrlPr>
                                    <a:rPr lang="en-US" i="1">
                                      <a:latin typeface="Cambria Math" panose="02040503050406030204" pitchFamily="18" charset="0"/>
                                      <a:cs typeface="DejaVu Math TeX Gyre" panose="02000503000000000000" charset="0"/>
                                    </a:rPr>
                                  </m:ctrlPr>
                                </m:naryPr>
                                <m:sub>
                                  <m:r>
                                    <a:rPr lang="en-US" i="1">
                                      <a:latin typeface="Cambria Math" panose="02040503050406030204" pitchFamily="18" charset="0"/>
                                      <a:cs typeface="DejaVu Math TeX Gyre" panose="02000503000000000000" charset="0"/>
                                    </a:rPr>
                                    <m:t>𝑡</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𝑇</m:t>
                                      </m:r>
                                    </m:e>
                                  </m:d>
                                </m:sub>
                                <m:sup/>
                                <m:e>
                                  <m:func>
                                    <m:funcPr>
                                      <m:ctrlPr>
                                        <a:rPr lang="en-US" i="1">
                                          <a:latin typeface="Cambria Math" panose="02040503050406030204" pitchFamily="18" charset="0"/>
                                          <a:cs typeface="DejaVu Math TeX Gyre" panose="02000503000000000000" charset="0"/>
                                        </a:rPr>
                                      </m:ctrlPr>
                                    </m:funcPr>
                                    <m:fName>
                                      <m:sSub>
                                        <m:sSubPr>
                                          <m:ctrlPr>
                                            <a:rPr lang="en-US" i="1">
                                              <a:latin typeface="Cambria Math" panose="02040503050406030204" pitchFamily="18" charset="0"/>
                                              <a:cs typeface="DejaVu Math TeX Gyre" panose="02000503000000000000" charset="0"/>
                                            </a:rPr>
                                          </m:ctrlPr>
                                        </m:sSubPr>
                                        <m:e>
                                          <m:r>
                                            <m:rPr>
                                              <m:sty m:val="p"/>
                                            </m:rPr>
                                            <a:rPr lang="en-US">
                                              <a:latin typeface="Cambria Math" panose="02040503050406030204" pitchFamily="18" charset="0"/>
                                              <a:cs typeface="DejaVu Math TeX Gyre" panose="02000503000000000000" charset="0"/>
                                            </a:rPr>
                                            <m:t>log</m:t>
                                          </m:r>
                                        </m:e>
                                        <m:sub>
                                          <m:r>
                                            <a:rPr lang="en-US" i="1">
                                              <a:latin typeface="Cambria Math" panose="02040503050406030204" pitchFamily="18" charset="0"/>
                                              <a:cs typeface="DejaVu Math TeX Gyre" panose="02000503000000000000" charset="0"/>
                                            </a:rPr>
                                            <m:t>2</m:t>
                                          </m:r>
                                        </m:sub>
                                      </m:sSub>
                                    </m:fName>
                                    <m:e>
                                      <m:r>
                                        <m:rPr>
                                          <m:sty m:val="p"/>
                                        </m:rPr>
                                        <a:rPr lang="en-US">
                                          <a:latin typeface="Cambria Math" panose="02040503050406030204" pitchFamily="18" charset="0"/>
                                          <a:cs typeface="DejaVu Math TeX Gyre" panose="02000503000000000000" charset="0"/>
                                        </a:rPr>
                                        <m:t>LM</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&lt;</m:t>
                                              </m:r>
                                              <m:r>
                                                <a:rPr lang="en-US" i="1">
                                                  <a:latin typeface="Cambria Math" panose="02040503050406030204" pitchFamily="18" charset="0"/>
                                                  <a:cs typeface="DejaVu Math TeX Gyre" panose="02000503000000000000" charset="0"/>
                                                </a:rPr>
                                                <m:t>𝑡</m:t>
                                              </m:r>
                                            </m:sub>
                                          </m:sSub>
                                        </m:e>
                                      </m:d>
                                    </m:e>
                                  </m:func>
                                </m:e>
                              </m:nary>
                            </m:e>
                          </m:box>
                        </m:sup>
                      </m:sSup>
                    </m:oMath>
                  </m:oMathPara>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Fill in the blank</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cs typeface="DejaVu Math TeX Gyre" panose="02000503000000000000" charset="0"/>
                              </a:rPr>
                            </m:ctrlPr>
                          </m:sSubPr>
                          <m:e>
                            <m:r>
                              <a:rPr lang="en-US">
                                <a:latin typeface="Cambria Math" panose="02040503050406030204" pitchFamily="18" charset="0"/>
                                <a:cs typeface="DejaVu Math TeX Gyre" panose="02000503000000000000" charset="0"/>
                              </a:rPr>
                              <m:t>𝑥</m:t>
                            </m:r>
                          </m:e>
                          <m:sub>
                            <m:r>
                              <a:rPr lang="en-US">
                                <a:latin typeface="Cambria Math" panose="02040503050406030204" pitchFamily="18" charset="0"/>
                                <a:cs typeface="DejaVu Math TeX Gyre" panose="02000503000000000000" charset="0"/>
                              </a:rPr>
                              <m:t>𝑡</m:t>
                            </m:r>
                            <m:r>
                              <a:rPr lang="en-US">
                                <a:latin typeface="Cambria Math" panose="02040503050406030204" pitchFamily="18" charset="0"/>
                                <a:ea typeface="MS Mincho" charset="0"/>
                                <a:cs typeface="DejaVu Math TeX Gyre" panose="02000503000000000000" charset="0"/>
                              </a:rPr>
                              <m:t>−</m:t>
                            </m:r>
                            <m:r>
                              <a:rPr lang="en-US">
                                <a:latin typeface="Cambria Math" panose="02040503050406030204" pitchFamily="18" charset="0"/>
                                <a:ea typeface="MS Mincho" charset="0"/>
                                <a:cs typeface="DejaVu Math TeX Gyre" panose="02000503000000000000" charset="0"/>
                              </a:rPr>
                              <m:t>1</m:t>
                            </m:r>
                          </m:sub>
                        </m:sSub>
                        <m:r>
                          <a:rPr lang="en-US">
                            <a:latin typeface="Cambria Math" panose="02040503050406030204" pitchFamily="18" charset="0"/>
                            <a:ea typeface="MS Mincho" charset="0"/>
                            <a:cs typeface="DejaVu Math TeX Gyre" panose="02000503000000000000" charset="0"/>
                          </a:rPr>
                          <m:t>,</m:t>
                        </m:r>
                        <m:r>
                          <a:rPr lang="en-US">
                            <a:highlight>
                              <a:srgbClr val="00FF00"/>
                            </a:highlight>
                            <a:latin typeface="Cambria Math" panose="02040503050406030204" pitchFamily="18" charset="0"/>
                            <a:ea typeface="MS Mincho" charset="0"/>
                            <a:cs typeface="DejaVu Math TeX Gyre" panose="02000503000000000000" charset="0"/>
                          </a:rPr>
                          <m:t>?</m:t>
                        </m:r>
                        <m:r>
                          <a:rPr lang="en-US">
                            <a:latin typeface="Cambria Math" panose="02040503050406030204" pitchFamily="18" charset="0"/>
                            <a:ea typeface="MS Mincho"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a:latin typeface="Cambria Math" panose="02040503050406030204" pitchFamily="18" charset="0"/>
                                <a:cs typeface="DejaVu Math TeX Gyre" panose="02000503000000000000" charset="0"/>
                              </a:rPr>
                              <m:t>𝑥</m:t>
                            </m:r>
                          </m:e>
                          <m:sub>
                            <m:r>
                              <a:rPr lang="en-US">
                                <a:latin typeface="Cambria Math" panose="02040503050406030204" pitchFamily="18" charset="0"/>
                                <a:cs typeface="DejaVu Math TeX Gyre" panose="02000503000000000000" charset="0"/>
                              </a:rPr>
                              <m:t>𝑡</m:t>
                            </m:r>
                            <m:r>
                              <a:rPr lang="en-US">
                                <a:latin typeface="Cambria Math" panose="02040503050406030204" pitchFamily="18" charset="0"/>
                                <a:ea typeface="MS Mincho" charset="0"/>
                                <a:cs typeface="DejaVu Math TeX Gyre" panose="02000503000000000000" charset="0"/>
                              </a:rPr>
                              <m:t>+</m:t>
                            </m:r>
                            <m:r>
                              <a:rPr lang="en-US">
                                <a:latin typeface="Cambria Math" panose="02040503050406030204" pitchFamily="18" charset="0"/>
                                <a:ea typeface="MS Mincho" charset="0"/>
                                <a:cs typeface="DejaVu Math TeX Gyre" panose="02000503000000000000" charset="0"/>
                              </a:rPr>
                              <m:t>1</m:t>
                            </m:r>
                          </m:sub>
                        </m:sSub>
                        <m:r>
                          <a:rPr lang="en-US" i="1">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𝑇</m:t>
                        </m:r>
                      </m:sub>
                    </m:sSub>
                  </m:oMath>
                </a14:m>
                <a:endParaRPr lang="en-US" i="1">
                  <a:latin typeface="Cambria Math" panose="02040503050406030204" pitchFamily="18" charset="0"/>
                </a:endParaRPr>
              </a:p>
              <a:p>
                <a:r>
                  <a:rPr lang="en-US">
                    <a:sym typeface="+mn-ea"/>
                  </a:rPr>
                  <a:t>The cat </a:t>
                </a:r>
                <a14:m>
                  <m:oMath xmlns:m="http://schemas.openxmlformats.org/officeDocument/2006/math">
                    <m:r>
                      <a:rPr lang="en-US">
                        <a:highlight>
                          <a:srgbClr val="00FF00"/>
                        </a:highlight>
                        <a:latin typeface="Cambria Math" panose="02040503050406030204" pitchFamily="18" charset="0"/>
                        <a:ea typeface="MS Mincho" charset="0"/>
                        <a:cs typeface="DejaVu Math TeX Gyre" panose="02000503000000000000" charset="0"/>
                      </a:rPr>
                      <m:t>?</m:t>
                    </m:r>
                  </m:oMath>
                </a14:m>
                <a:r>
                  <a:rPr lang="en-US">
                    <a:sym typeface="+mn-ea"/>
                  </a:rPr>
                  <a:t> on the mat</a:t>
                </a:r>
                <a:endParaRPr lang="en-US">
                  <a:sym typeface="+mn-ea"/>
                </a:endParaRPr>
              </a:p>
              <a:p>
                <a:r>
                  <a:rPr lang="en-US">
                    <a:sym typeface="+mn-ea"/>
                  </a:rPr>
                  <a:t>For predicting symbol in the middle</a:t>
                </a:r>
                <a:br>
                  <a:rPr lang="en-US" i="1">
                    <a:latin typeface="Cambria Math" panose="02040503050406030204" pitchFamily="18" charset="0"/>
                    <a:sym typeface="+mn-ea"/>
                  </a:rPr>
                </a:b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sSub>
                                    <m:sSubPr>
                                      <m:ctrlPr>
                                        <a:rPr lang="en-US" i="1" smtClean="0">
                                          <a:effectLst>
                                            <a:glow rad="228600">
                                              <a:schemeClr val="accent4">
                                                <a:satMod val="175000"/>
                                                <a:alpha val="40000"/>
                                              </a:schemeClr>
                                            </a:glow>
                                          </a:effectLst>
                                          <a:latin typeface="Cambria Math" panose="02040503050406030204" pitchFamily="18" charset="0"/>
                                        </a:rPr>
                                      </m:ctrlPr>
                                    </m:sSubPr>
                                    <m:e>
                                      <m:r>
                                        <a:rPr lang="en-US" i="1">
                                          <a:effectLst>
                                            <a:glow rad="228600">
                                              <a:schemeClr val="accent4">
                                                <a:satMod val="175000"/>
                                                <a:alpha val="40000"/>
                                              </a:schemeClr>
                                            </a:glow>
                                          </a:effectLst>
                                          <a:latin typeface="Cambria Math" panose="02040503050406030204" pitchFamily="18" charset="0"/>
                                        </a:rPr>
                                        <m:t>𝑥</m:t>
                                      </m:r>
                                    </m:e>
                                    <m:sub>
                                      <m:r>
                                        <a:rPr lang="en-US" i="1">
                                          <a:effectLst>
                                            <a:glow rad="228600">
                                              <a:schemeClr val="accent4">
                                                <a:satMod val="175000"/>
                                                <a:alpha val="40000"/>
                                              </a:schemeClr>
                                            </a:glow>
                                          </a:effectLst>
                                          <a:latin typeface="Cambria Math" panose="02040503050406030204" pitchFamily="18" charset="0"/>
                                        </a:rPr>
                                        <m:t>𝑡</m:t>
                                      </m:r>
                                      <m:r>
                                        <a:rPr lang="en-US" i="1">
                                          <a:effectLst>
                                            <a:glow rad="228600">
                                              <a:schemeClr val="accent4">
                                                <a:satMod val="175000"/>
                                                <a:alpha val="40000"/>
                                              </a:schemeClr>
                                            </a:glow>
                                          </a:effectLst>
                                          <a:latin typeface="Cambria Math" panose="02040503050406030204" pitchFamily="18" charset="0"/>
                                        </a:rPr>
                                        <m:t>−</m:t>
                                      </m:r>
                                      <m:r>
                                        <a:rPr lang="en-US" i="1">
                                          <a:effectLst>
                                            <a:glow rad="228600">
                                              <a:schemeClr val="accent4">
                                                <a:satMod val="175000"/>
                                                <a:alpha val="40000"/>
                                              </a:schemeClr>
                                            </a:glow>
                                          </a:effectLst>
                                          <a:latin typeface="Cambria Math" panose="02040503050406030204" pitchFamily="18" charset="0"/>
                                        </a:rPr>
                                        <m:t>1</m:t>
                                      </m:r>
                                    </m:sub>
                                  </m:sSub>
                                  <m:r>
                                    <a:rPr lang="en-US" i="1">
                                      <a:effectLst>
                                        <a:glow rad="228600">
                                          <a:schemeClr val="accent4">
                                            <a:satMod val="175000"/>
                                            <a:alpha val="40000"/>
                                          </a:schemeClr>
                                        </a:glow>
                                      </a:effectLst>
                                      <a:latin typeface="Cambria Math" panose="02040503050406030204" pitchFamily="18" charset="0"/>
                                    </a:rPr>
                                    <m:t>,</m:t>
                                  </m:r>
                                  <m:sSub>
                                    <m:sSubPr>
                                      <m:ctrlPr>
                                        <a:rPr lang="en-US" i="1">
                                          <a:effectLst>
                                            <a:glow rad="228600">
                                              <a:schemeClr val="accent4">
                                                <a:satMod val="175000"/>
                                                <a:alpha val="40000"/>
                                              </a:schemeClr>
                                            </a:glow>
                                          </a:effectLst>
                                          <a:latin typeface="Cambria Math" panose="02040503050406030204" pitchFamily="18" charset="0"/>
                                        </a:rPr>
                                      </m:ctrlPr>
                                    </m:sSubPr>
                                    <m:e>
                                      <m:r>
                                        <a:rPr lang="en-US" i="1">
                                          <a:effectLst>
                                            <a:glow rad="228600">
                                              <a:schemeClr val="accent4">
                                                <a:satMod val="175000"/>
                                                <a:alpha val="40000"/>
                                              </a:schemeClr>
                                            </a:glow>
                                          </a:effectLst>
                                          <a:latin typeface="Cambria Math" panose="02040503050406030204" pitchFamily="18" charset="0"/>
                                        </a:rPr>
                                        <m:t>𝑥</m:t>
                                      </m:r>
                                    </m:e>
                                    <m:sub>
                                      <m:r>
                                        <a:rPr lang="en-US" i="1">
                                          <a:effectLst>
                                            <a:glow rad="228600">
                                              <a:schemeClr val="accent4">
                                                <a:satMod val="175000"/>
                                                <a:alpha val="40000"/>
                                              </a:schemeClr>
                                            </a:glow>
                                          </a:effectLst>
                                          <a:latin typeface="Cambria Math" panose="02040503050406030204" pitchFamily="18" charset="0"/>
                                        </a:rPr>
                                        <m:t>𝑡</m:t>
                                      </m:r>
                                      <m:r>
                                        <a:rPr lang="en-US" i="1">
                                          <a:effectLst>
                                            <a:glow rad="228600">
                                              <a:schemeClr val="accent4">
                                                <a:satMod val="175000"/>
                                                <a:alpha val="40000"/>
                                              </a:schemeClr>
                                            </a:glow>
                                          </a:effectLst>
                                          <a:latin typeface="Cambria Math" panose="02040503050406030204" pitchFamily="18" charset="0"/>
                                        </a:rPr>
                                        <m:t>+</m:t>
                                      </m:r>
                                      <m:r>
                                        <a:rPr lang="en-US" i="1">
                                          <a:effectLst>
                                            <a:glow rad="228600">
                                              <a:schemeClr val="accent4">
                                                <a:satMod val="175000"/>
                                                <a:alpha val="40000"/>
                                              </a:schemeClr>
                                            </a:glow>
                                          </a:effectLst>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𝑇</m:t>
                                  </m:r>
                                </m:sub>
                              </m:sSub>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𝑥</m:t>
                                          </m:r>
                                        </m:e>
                                        <m:sub>
                                          <m:r>
                                            <a:rPr lang="en-US" b="0" i="1" smtClean="0">
                                              <a:effectLst>
                                                <a:glow rad="228600">
                                                  <a:schemeClr val="accent4">
                                                    <a:satMod val="175000"/>
                                                    <a:alpha val="40000"/>
                                                  </a:schemeClr>
                                                </a:glow>
                                              </a:effectLst>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𝑇</m:t>
                                      </m:r>
                                    </m:sub>
                                  </m:sSub>
                                </m:e>
                              </m:d>
                            </m:e>
                          </m:func>
                        </m:num>
                        <m:den>
                          <m:nary>
                            <m:naryPr>
                              <m:chr m:val="∑"/>
                              <m:supHide m:val="on"/>
                              <m:ctrlPr>
                                <a:rPr lang="en-US" b="0" i="1" smtClean="0">
                                  <a:latin typeface="Cambria Math" panose="02040503050406030204" pitchFamily="18" charset="0"/>
                                </a:rPr>
                              </m:ctrlPr>
                            </m:naryPr>
                            <m:sub>
                              <m:r>
                                <m:rPr>
                                  <m:brk m:alnAt="7"/>
                                </m:rPr>
                                <a:rPr lang="en-US" b="0" i="1" smtClean="0">
                                  <a:effectLst>
                                    <a:glow rad="228600">
                                      <a:schemeClr val="accent4">
                                        <a:satMod val="175000"/>
                                        <a:alpha val="40000"/>
                                      </a:schemeClr>
                                    </a:glow>
                                  </a:effectLst>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i="1" smtClean="0">
                                          <a:effectLst>
                                            <a:glow rad="228600">
                                              <a:schemeClr val="accent4">
                                                <a:satMod val="175000"/>
                                                <a:alpha val="40000"/>
                                              </a:schemeClr>
                                            </a:glow>
                                          </a:effectLst>
                                          <a:latin typeface="Cambria Math" panose="02040503050406030204" pitchFamily="18" charset="0"/>
                                        </a:rPr>
                                        <m:t>𝑛</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e>
                                  </m:d>
                                </m:e>
                              </m:func>
                            </m:e>
                          </m:nary>
                        </m:den>
                      </m:f>
                    </m:oMath>
                  </m:oMathPara>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184"/>
                </a:stretch>
              </a:blipFill>
            </p:spPr>
            <p:txBody>
              <a:bodyPr/>
              <a:lstStyle/>
              <a:p>
                <a:r>
                  <a:rPr lang="en-US" altLang="en-US">
                    <a:noFill/>
                  </a:rPr>
                  <a:t> </a:t>
                </a:r>
              </a:p>
            </p:txBody>
          </p:sp>
        </mc:Fallback>
      </mc:AlternateContent>
      <p:sp>
        <p:nvSpPr>
          <p:cNvPr id="12" name="Left Brace 11"/>
          <p:cNvSpPr/>
          <p:nvPr/>
        </p:nvSpPr>
        <p:spPr>
          <a:xfrm rot="16200000">
            <a:off x="5857240" y="3384550"/>
            <a:ext cx="483870" cy="2640330"/>
          </a:xfrm>
          <a:prstGeom prst="leftBrace">
            <a:avLst>
              <a:gd name="adj1" fmla="val 43498"/>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Left Brace 21"/>
          <p:cNvSpPr/>
          <p:nvPr/>
        </p:nvSpPr>
        <p:spPr>
          <a:xfrm rot="16200000">
            <a:off x="9401810" y="3441700"/>
            <a:ext cx="483870" cy="2526030"/>
          </a:xfrm>
          <a:prstGeom prst="leftBrace">
            <a:avLst>
              <a:gd name="adj1" fmla="val 43498"/>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a:off x="5537200" y="4943475"/>
            <a:ext cx="1045845" cy="368300"/>
          </a:xfrm>
          <a:prstGeom prst="rect">
            <a:avLst/>
          </a:prstGeom>
          <a:noFill/>
        </p:spPr>
        <p:txBody>
          <a:bodyPr wrap="square" rtlCol="0">
            <a:spAutoFit/>
          </a:bodyPr>
          <a:lstStyle/>
          <a:p>
            <a:pPr algn="ctr"/>
            <a:r>
              <a:rPr lang="en-US"/>
              <a:t>Prefix</a:t>
            </a:r>
            <a:endParaRPr lang="en-US"/>
          </a:p>
        </p:txBody>
      </p:sp>
      <p:sp>
        <p:nvSpPr>
          <p:cNvPr id="25" name="TextBox 24"/>
          <p:cNvSpPr txBox="1"/>
          <p:nvPr/>
        </p:nvSpPr>
        <p:spPr>
          <a:xfrm>
            <a:off x="9129395" y="4943475"/>
            <a:ext cx="1026160" cy="368300"/>
          </a:xfrm>
          <a:prstGeom prst="rect">
            <a:avLst/>
          </a:prstGeom>
          <a:noFill/>
        </p:spPr>
        <p:txBody>
          <a:bodyPr wrap="square" rtlCol="0">
            <a:spAutoFit/>
          </a:bodyPr>
          <a:lstStyle/>
          <a:p>
            <a:pPr algn="ctr"/>
            <a:r>
              <a:rPr lang="en-US"/>
              <a:t>Suffix</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a:t>Step back: predict </a:t>
                </a:r>
                <a14:m>
                  <m:oMath xmlns:m="http://schemas.openxmlformats.org/officeDocument/2006/math">
                    <m:r>
                      <a:rPr lang="en-US" i="1">
                        <a:latin typeface="Cambria Math" panose="02040503050406030204" pitchFamily="18" charset="0"/>
                        <a:cs typeface="DejaVu Math TeX Gyre" panose="02000503000000000000" charset="0"/>
                      </a:rPr>
                      <m:t>𝑦</m:t>
                    </m:r>
                  </m:oMath>
                </a14:m>
                <a:r>
                  <a:rPr lang="en-US"/>
                  <a:t> from single word </a:t>
                </a:r>
                <a14:m>
                  <m:oMath xmlns:m="http://schemas.openxmlformats.org/officeDocument/2006/math">
                    <m:r>
                      <a:rPr lang="en-US" i="1">
                        <a:latin typeface="Cambria Math" panose="02040503050406030204" pitchFamily="18" charset="0"/>
                        <a:cs typeface="DejaVu Math TeX Gyre" panose="02000503000000000000" charset="0"/>
                      </a:rPr>
                      <m:t>𝑥</m:t>
                    </m:r>
                  </m:oMath>
                </a14:m>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90000"/>
              </a:bodyPr>
              <a:lstStyle/>
              <a:p>
                <a:pPr>
                  <a:lnSpc>
                    <a:spcPct val="100000"/>
                  </a:lnSpc>
                </a:pPr>
                <a:r>
                  <a:rPr lang="en-US"/>
                  <a:t>Will help us set up notation for later</a:t>
                </a:r>
                <a:endParaRPr lang="en-US"/>
              </a:p>
              <a:p>
                <a:pPr>
                  <a:lnSpc>
                    <a:spcPct val="100000"/>
                  </a:lnSpc>
                </a:pPr>
                <a14:m>
                  <m:oMath xmlns:m="http://schemas.openxmlformats.org/officeDocument/2006/math">
                    <m:r>
                      <a:rPr lang="en-US" i="1">
                        <a:latin typeface="Cambria Math" panose="02040503050406030204" pitchFamily="18" charset="0"/>
                        <a:cs typeface="DejaVu Math TeX Gyre" panose="02000503000000000000" charset="0"/>
                      </a:rPr>
                      <m:t>𝑦</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𝑀</m:t>
                        </m:r>
                      </m:e>
                    </m:d>
                  </m:oMath>
                </a14:m>
                <a:r>
                  <a:rPr lang="en-US"/>
                  <a:t>; </a:t>
                </a:r>
                <a14:m>
                  <m:oMath xmlns:m="http://schemas.openxmlformats.org/officeDocument/2006/math">
                    <m:r>
                      <a:rPr lang="en-US" i="1">
                        <a:latin typeface="Cambria Math" panose="02040503050406030204" pitchFamily="18" charset="0"/>
                        <a:cs typeface="DejaVu Math TeX Gyre" panose="02000503000000000000" charset="0"/>
                      </a:rPr>
                      <m:t>𝑥</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𝑁</m:t>
                        </m:r>
                      </m:e>
                    </m:d>
                  </m:oMath>
                </a14:m>
                <a:endParaRPr lang="en-US" i="1">
                  <a:latin typeface="DejaVu Math TeX Gyre" panose="02000503000000000000" charset="0"/>
                  <a:cs typeface="DejaVu Math TeX Gyre" panose="02000503000000000000" charset="0"/>
                </a:endParaRPr>
              </a:p>
              <a:p>
                <a:pPr>
                  <a:lnSpc>
                    <a:spcPct val="100000"/>
                  </a:lnSpc>
                </a:pP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e>
                    </m:d>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e>
                    </m:d>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𝑛</m:t>
                        </m:r>
                      </m:e>
                    </m:d>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e>
                    </m:d>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𝑚</m:t>
                        </m:r>
                      </m:e>
                    </m:d>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𝑚</m:t>
                        </m:r>
                      </m:e>
                    </m:d>
                  </m:oMath>
                </a14:m>
                <a:endParaRPr lang="en-US" i="1">
                  <a:latin typeface="DejaVu Math TeX Gyre" panose="02000503000000000000" charset="0"/>
                  <a:cs typeface="DejaVu Math TeX Gyre" panose="02000503000000000000" charset="0"/>
                </a:endParaRPr>
              </a:p>
              <a:p>
                <a:pPr>
                  <a:lnSpc>
                    <a:spcPct val="100000"/>
                  </a:lnSpc>
                </a:pPr>
                <a:r>
                  <a:rPr lang="en-US"/>
                  <a:t>Each of </a:t>
                </a: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𝑚</m:t>
                        </m:r>
                      </m:e>
                    </m:d>
                  </m:oMath>
                </a14:m>
                <a:r>
                  <a:rPr lang="en-US"/>
                  <a:t> and </a:t>
                </a: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𝑚</m:t>
                        </m:r>
                      </m:e>
                    </m:d>
                  </m:oMath>
                </a14:m>
                <a:r>
                  <a:rPr lang="en-US"/>
                  <a:t> implemented as lookup table</a:t>
                </a:r>
                <a:endParaRPr lang="en-US"/>
              </a:p>
              <a:p>
                <a:pPr lvl="1">
                  <a:lnSpc>
                    <a:spcPct val="100000"/>
                  </a:lnSpc>
                </a:pP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𝑚</m:t>
                        </m:r>
                      </m:e>
                    </m:d>
                  </m:oMath>
                </a14:m>
                <a:r>
                  <a:rPr lang="en-US"/>
                  <a:t> has </a:t>
                </a:r>
                <a14:m>
                  <m:oMath xmlns:m="http://schemas.openxmlformats.org/officeDocument/2006/math">
                    <m:r>
                      <a:rPr lang="en-US" i="1">
                        <a:latin typeface="Cambria Math" panose="02040503050406030204" pitchFamily="18" charset="0"/>
                        <a:cs typeface="DejaVu Math TeX Gyre" panose="02000503000000000000" charset="0"/>
                      </a:rPr>
                      <m:t>𝑀</m:t>
                    </m:r>
                  </m:oMath>
                </a14:m>
                <a:r>
                  <a:rPr lang="en-US"/>
                  <a:t> parameters (</a:t>
                </a:r>
                <a14:m>
                  <m:oMath xmlns:m="http://schemas.openxmlformats.org/officeDocument/2006/math">
                    <m:r>
                      <a:rPr lang="en-US" i="1">
                        <a:latin typeface="Cambria Math" panose="02040503050406030204" pitchFamily="18" charset="0"/>
                        <a:cs typeface="DejaVu Math TeX Gyre" panose="02000503000000000000" charset="0"/>
                      </a:rPr>
                      <m:t>𝑀</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oMath>
                </a14:m>
                <a:r>
                  <a:rPr lang="en-US"/>
                  <a:t> degrees of freedom)</a:t>
                </a:r>
                <a:endParaRPr lang="en-US"/>
              </a:p>
              <a:p>
                <a:pPr lvl="1">
                  <a:lnSpc>
                    <a:spcPct val="100000"/>
                  </a:lnSpc>
                </a:pP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𝑚</m:t>
                        </m:r>
                      </m:e>
                    </m:d>
                  </m:oMath>
                </a14:m>
                <a:r>
                  <a:rPr lang="en-US"/>
                  <a:t> needs </a:t>
                </a:r>
                <a14:m>
                  <m:oMath xmlns:m="http://schemas.openxmlformats.org/officeDocument/2006/math">
                    <m:r>
                      <a:rPr lang="en-US" i="1">
                        <a:latin typeface="Cambria Math" panose="02040503050406030204" pitchFamily="18" charset="0"/>
                        <a:cs typeface="DejaVu Math TeX Gyre" panose="02000503000000000000" charset="0"/>
                      </a:rPr>
                      <m:t>𝑀𝑁</m:t>
                    </m:r>
                  </m:oMath>
                </a14:m>
                <a:r>
                  <a:rPr lang="en-US"/>
                  <a:t> parameters with </a:t>
                </a:r>
                <a14:m>
                  <m:oMath xmlns:m="http://schemas.openxmlformats.org/officeDocument/2006/math">
                    <m:r>
                      <a:rPr lang="en-US" i="1">
                        <a:latin typeface="Cambria Math" panose="02040503050406030204" pitchFamily="18" charset="0"/>
                        <a:cs typeface="DejaVu Math TeX Gyre" panose="02000503000000000000" charset="0"/>
                      </a:rPr>
                      <m:t>𝑀</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𝑁</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e>
                    </m:d>
                  </m:oMath>
                </a14:m>
                <a:r>
                  <a:rPr lang="en-US"/>
                  <a:t> degrees of freedom</a:t>
                </a:r>
                <a:endParaRPr lang="en-US"/>
              </a:p>
              <a:p>
                <a:pPr lvl="0">
                  <a:lnSpc>
                    <a:spcPct val="100000"/>
                  </a:lnSpc>
                </a:pPr>
                <a:r>
                  <a:rPr lang="en-US"/>
                  <a:t>Training data gives (unigram) counts to estimate </a:t>
                </a: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𝑚</m:t>
                        </m:r>
                      </m:e>
                    </m:d>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Modified notation using feature function</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90000" lnSpcReduction="10000"/>
              </a:bodyPr>
              <a:lstStyle/>
              <a:p>
                <a:pPr>
                  <a:lnSpc>
                    <a:spcPct val="100000"/>
                  </a:lnSpc>
                </a:pPr>
                <a:r>
                  <a:rPr lang="en-US"/>
                  <a:t>Starter option: feature function </a:t>
                </a:r>
                <a14:m>
                  <m:oMath xmlns:m="http://schemas.openxmlformats.org/officeDocument/2006/math">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𝑥</m:t>
                        </m:r>
                      </m:e>
                    </m:d>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0</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e>
                        </m:d>
                      </m:e>
                      <m:sup>
                        <m:r>
                          <a:rPr lang="en-US" i="1">
                            <a:latin typeface="Cambria Math" panose="02040503050406030204" pitchFamily="18" charset="0"/>
                            <a:cs typeface="DejaVu Math TeX Gyre" panose="02000503000000000000" charset="0"/>
                          </a:rPr>
                          <m:t>𝑁</m:t>
                        </m:r>
                      </m:sup>
                    </m:sSup>
                  </m:oMath>
                </a14:m>
                <a:endParaRPr lang="en-US" i="1">
                  <a:latin typeface="DejaVu Math TeX Gyre" panose="02000503000000000000" charset="0"/>
                  <a:cs typeface="DejaVu Math TeX Gyre" panose="02000503000000000000" charset="0"/>
                </a:endParaRPr>
              </a:p>
              <a:p>
                <a:pPr>
                  <a:lnSpc>
                    <a:spcPct val="100000"/>
                  </a:lnSpc>
                </a:pPr>
                <a14:m>
                  <m:oMath xmlns:m="http://schemas.openxmlformats.org/officeDocument/2006/math">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𝑥</m:t>
                        </m:r>
                      </m:e>
                    </m:d>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oMath>
                </a14:m>
                <a:r>
                  <a:rPr lang="en-US"/>
                  <a:t> if </a:t>
                </a:r>
                <a14:m>
                  <m:oMath xmlns:m="http://schemas.openxmlformats.org/officeDocument/2006/math">
                    <m:r>
                      <a:rPr lang="en-US" i="1">
                        <a:latin typeface="Cambria Math" panose="02040503050406030204" pitchFamily="18" charset="0"/>
                        <a:cs typeface="DejaVu Math TeX Gyre" panose="02000503000000000000" charset="0"/>
                      </a:rPr>
                      <m:t>𝑥</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oMath>
                </a14:m>
                <a:r>
                  <a:rPr lang="en-US"/>
                  <a:t> and </a:t>
                </a:r>
                <a14:m>
                  <m:oMath xmlns:m="http://schemas.openxmlformats.org/officeDocument/2006/math">
                    <m:r>
                      <a:rPr lang="en-US">
                        <a:latin typeface="Cambria Math" panose="02040503050406030204" pitchFamily="18" charset="0"/>
                        <a:cs typeface="DejaVu Math TeX Gyre" panose="02000503000000000000" charset="0"/>
                      </a:rPr>
                      <m:t>0</m:t>
                    </m:r>
                  </m:oMath>
                </a14:m>
                <a:r>
                  <a:rPr lang="en-US"/>
                  <a:t> otherwise (“1-hot”)</a:t>
                </a:r>
                <a:endParaRPr lang="en-US"/>
              </a:p>
              <a:p>
                <a:pPr lvl="1">
                  <a:lnSpc>
                    <a:spcPct val="100000"/>
                  </a:lnSpc>
                </a:pPr>
                <a:r>
                  <a:rPr lang="en-US"/>
                  <a:t>Soon we will make </a:t>
                </a:r>
                <a14:m>
                  <m:oMath xmlns:m="http://schemas.openxmlformats.org/officeDocument/2006/math">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𝑥</m:t>
                        </m:r>
                      </m:e>
                    </m:d>
                  </m:oMath>
                </a14:m>
                <a:r>
                  <a:rPr lang="en-US"/>
                  <a:t> more general</a:t>
                </a:r>
                <a:endParaRPr lang="en-US"/>
              </a:p>
              <a:p>
                <a:pPr lvl="0">
                  <a:lnSpc>
                    <a:spcPct val="100000"/>
                  </a:lnSpc>
                </a:pPr>
                <a:r>
                  <a:rPr lang="en-US"/>
                  <a:t>“Label/class vector”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cs typeface="DejaVu Math TeX Gyre" panose="02000503000000000000" charset="0"/>
                          </a:rPr>
                          <m:t>𝑁</m:t>
                        </m:r>
                      </m:sup>
                    </m:sSup>
                  </m:oMath>
                </a14:m>
                <a:r>
                  <a:rPr lang="en-US"/>
                  <a:t> for each label </a:t>
                </a:r>
                <a14:m>
                  <m:oMath xmlns:m="http://schemas.openxmlformats.org/officeDocument/2006/math">
                    <m:r>
                      <a:rPr lang="en-US" i="1">
                        <a:latin typeface="Cambria Math" panose="02040503050406030204" pitchFamily="18" charset="0"/>
                        <a:cs typeface="DejaVu Math TeX Gyre" panose="02000503000000000000" charset="0"/>
                      </a:rPr>
                      <m:t>𝑚</m:t>
                    </m:r>
                  </m:oMath>
                </a14:m>
                <a:endParaRPr lang="en-US" i="1">
                  <a:latin typeface="DejaVu Math TeX Gyre" panose="02000503000000000000" charset="0"/>
                  <a:cs typeface="DejaVu Math TeX Gyre" panose="02000503000000000000" charset="0"/>
                </a:endParaRPr>
              </a:p>
              <a:p>
                <a:pPr lvl="1">
                  <a:lnSpc>
                    <a:spcPct val="100000"/>
                  </a:lnSpc>
                </a:pPr>
                <a:r>
                  <a:rPr lang="en-US"/>
                  <a:t>So, overall </a:t>
                </a:r>
                <a14:m>
                  <m:oMath xmlns:m="http://schemas.openxmlformats.org/officeDocument/2006/math">
                    <m:r>
                      <a:rPr lang="en-US" i="1">
                        <a:latin typeface="Cambria Math" panose="02040503050406030204" pitchFamily="18" charset="0"/>
                        <a:cs typeface="DejaVu Math TeX Gyre" panose="02000503000000000000" charset="0"/>
                      </a:rPr>
                      <m:t>𝑀𝑁</m:t>
                    </m:r>
                  </m:oMath>
                </a14:m>
                <a:r>
                  <a:rPr lang="en-US"/>
                  <a:t> parameters as before</a:t>
                </a:r>
                <a:endParaRPr lang="en-US"/>
              </a:p>
              <a:p>
                <a:pPr lvl="1">
                  <a:lnSpc>
                    <a:spcPct val="100000"/>
                  </a:lnSpc>
                </a:pPr>
                <a:r>
                  <a:rPr lang="en-US"/>
                  <a:t>Can write as a matrix </a:t>
                </a:r>
                <a14:m>
                  <m:oMath xmlns:m="http://schemas.openxmlformats.org/officeDocument/2006/math">
                    <m:r>
                      <a:rPr lang="en-US" i="1">
                        <a:latin typeface="Cambria Math" panose="02040503050406030204" pitchFamily="18" charset="0"/>
                        <a:cs typeface="DejaVu Math TeX Gyre" panose="02000503000000000000" charset="0"/>
                      </a:rPr>
                      <m:t>𝑊</m:t>
                    </m:r>
                  </m:oMath>
                </a14:m>
                <a:r>
                  <a:rPr lang="en-US"/>
                  <a:t>; row </a:t>
                </a:r>
                <a14:m>
                  <m:oMath xmlns:m="http://schemas.openxmlformats.org/officeDocument/2006/math">
                    <m:r>
                      <a:rPr lang="en-US" i="1">
                        <a:latin typeface="Cambria Math" panose="02040503050406030204" pitchFamily="18" charset="0"/>
                        <a:cs typeface="DejaVu Math TeX Gyre" panose="02000503000000000000" charset="0"/>
                      </a:rPr>
                      <m:t>𝑚</m:t>
                    </m:r>
                  </m:oMath>
                </a14:m>
                <a:r>
                  <a:rPr lang="en-US"/>
                  <a:t> being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oMath>
                </a14:m>
                <a:endParaRPr lang="en-US"/>
              </a:p>
              <a:p>
                <a:pPr lvl="0">
                  <a:lnSpc>
                    <a:spcPct val="100000"/>
                  </a:lnSpc>
                </a:pPr>
                <a:r>
                  <a:rPr lang="en-US"/>
                  <a:t>Given word </a:t>
                </a:r>
                <a14:m>
                  <m:oMath xmlns:m="http://schemas.openxmlformats.org/officeDocument/2006/math">
                    <m:r>
                      <a:rPr lang="en-US" i="1">
                        <a:latin typeface="Cambria Math" panose="02040503050406030204" pitchFamily="18" charset="0"/>
                        <a:cs typeface="DejaVu Math TeX Gyre" panose="02000503000000000000" charset="0"/>
                      </a:rPr>
                      <m:t>𝑛</m:t>
                    </m:r>
                  </m:oMath>
                </a14:m>
                <a:r>
                  <a:rPr lang="en-US"/>
                  <a:t>, raw score of label </a:t>
                </a:r>
                <a14:m>
                  <m:oMath xmlns:m="http://schemas.openxmlformats.org/officeDocument/2006/math">
                    <m:r>
                      <a:rPr lang="en-US" i="1">
                        <a:latin typeface="Cambria Math" panose="02040503050406030204" pitchFamily="18" charset="0"/>
                        <a:cs typeface="DejaVu Math TeX Gyre" panose="02000503000000000000" charset="0"/>
                      </a:rPr>
                      <m:t>𝑚</m:t>
                    </m:r>
                  </m:oMath>
                </a14:m>
                <a:r>
                  <a:rPr lang="en-US"/>
                  <a:t> is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𝑛</m:t>
                        </m:r>
                      </m:e>
                    </m:d>
                  </m:oMath>
                </a14:m>
                <a:r>
                  <a:rPr lang="en-US"/>
                  <a:t> which just reads off </a:t>
                </a:r>
                <a14:m>
                  <m:oMath xmlns:m="http://schemas.openxmlformats.org/officeDocument/2006/math">
                    <m:r>
                      <a:rPr lang="en-US" i="1">
                        <a:latin typeface="Cambria Math" panose="02040503050406030204" pitchFamily="18" charset="0"/>
                        <a:cs typeface="DejaVu Math TeX Gyre" panose="02000503000000000000" charset="0"/>
                      </a:rPr>
                      <m:t>𝑊</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e>
                    </m:d>
                  </m:oMath>
                </a14:m>
                <a:endParaRPr lang="en-US" i="1">
                  <a:latin typeface="DejaVu Math TeX Gyre" panose="02000503000000000000" charset="0"/>
                  <a:cs typeface="DejaVu Math TeX Gyre" panose="02000503000000000000" charset="0"/>
                </a:endParaRPr>
              </a:p>
              <a:p>
                <a:pPr lvl="0">
                  <a:lnSpc>
                    <a:spcPct val="100000"/>
                  </a:lnSpc>
                </a:pPr>
                <a:r>
                  <a:rPr lang="en-US"/>
                  <a:t>Logistic regression and SVM use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𝑛</m:t>
                        </m:r>
                      </m:e>
                    </m:d>
                  </m:oMath>
                </a14:m>
                <a:r>
                  <a:rPr lang="en-US"/>
                  <a:t> in slightly different ways to train </a:t>
                </a:r>
                <a14:m>
                  <m:oMath xmlns:m="http://schemas.openxmlformats.org/officeDocument/2006/math">
                    <m:r>
                      <a:rPr lang="en-US" i="1">
                        <a:latin typeface="Cambria Math" panose="02040503050406030204" pitchFamily="18" charset="0"/>
                        <a:cs typeface="DejaVu Math TeX Gyre" panose="02000503000000000000" charset="0"/>
                      </a:rPr>
                      <m:t>𝑊</m:t>
                    </m:r>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SVM</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lnSpcReduction="20000"/>
              </a:bodyPr>
              <a:lstStyle/>
              <a:p>
                <a14:m>
                  <m:oMath xmlns:m="http://schemas.openxmlformats.org/officeDocument/2006/math">
                    <m:r>
                      <a:rPr lang="en-US" i="1">
                        <a:latin typeface="Cambria Math" panose="02040503050406030204" pitchFamily="18" charset="0"/>
                        <a:cs typeface="DejaVu Math TeX Gyre" panose="02000503000000000000" charset="0"/>
                      </a:rPr>
                      <m:t>𝐼</m:t>
                    </m:r>
                  </m:oMath>
                </a14:m>
                <a:r>
                  <a:rPr lang="en-US"/>
                  <a:t> training instances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d>
                          <m:dPr>
                            <m:begChr m:val="〈"/>
                            <m:endChr m:val="〉"/>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𝑦</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𝑖</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𝐼</m:t>
                            </m:r>
                          </m:e>
                        </m:d>
                      </m:e>
                    </m:d>
                  </m:oMath>
                </a14:m>
                <a:endParaRPr lang="en-US" i="1">
                  <a:latin typeface="DejaVu Math TeX Gyre" panose="02000503000000000000" charset="0"/>
                  <a:cs typeface="DejaVu Math TeX Gyre" panose="02000503000000000000" charset="0"/>
                </a:endParaRPr>
              </a:p>
              <a:p>
                <a:pPr lvl="1"/>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𝑁</m:t>
                        </m:r>
                      </m:e>
                    </m:d>
                    <m:r>
                      <a:rPr lang="en-US" i="1">
                        <a:latin typeface="Cambria Math" panose="02040503050406030204" pitchFamily="18" charset="0"/>
                        <a:cs typeface="DejaVu Math TeX Gyre" panose="02000503000000000000" charset="0"/>
                      </a:rPr>
                      <m:t>, </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𝑦</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𝑀</m:t>
                        </m:r>
                      </m:e>
                    </m:d>
                  </m:oMath>
                </a14:m>
                <a:endParaRPr lang="en-US" i="1">
                  <a:latin typeface="DejaVu Math TeX Gyre" panose="02000503000000000000" charset="0"/>
                  <a:cs typeface="DejaVu Math TeX Gyre" panose="02000503000000000000" charset="0"/>
                </a:endParaRPr>
              </a:p>
              <a:p>
                <a:pPr lvl="0"/>
                <a:r>
                  <a:rPr lang="en-US"/>
                  <a:t>Fix one instance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𝑦</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oMath>
                </a14:m>
                <a:endParaRPr lang="en-US" i="1">
                  <a:latin typeface="DejaVu Math TeX Gyre" panose="02000503000000000000" charset="0"/>
                  <a:cs typeface="DejaVu Math TeX Gyre" panose="02000503000000000000" charset="0"/>
                </a:endParaRPr>
              </a:p>
              <a:p>
                <a:pPr lvl="0"/>
                <a:r>
                  <a:rPr lang="en-US"/>
                  <a:t>Consider the score of the gold label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𝑦</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oMath>
                </a14:m>
                <a:endParaRPr lang="en-US" i="1">
                  <a:latin typeface="DejaVu Math TeX Gyre" panose="02000503000000000000" charset="0"/>
                  <a:cs typeface="DejaVu Math TeX Gyre" panose="02000503000000000000" charset="0"/>
                </a:endParaRPr>
              </a:p>
              <a:p>
                <a:pPr lvl="0"/>
                <a:r>
                  <a:rPr lang="en-US"/>
                  <a:t>This score must beat all other scores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oMath>
                </a14:m>
                <a:r>
                  <a:rPr lang="en-US"/>
                  <a:t> for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𝑦</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oMath>
                </a14:m>
                <a:endParaRPr lang="en-US" i="1">
                  <a:latin typeface="DejaVu Math TeX Gyre" panose="02000503000000000000" charset="0"/>
                  <a:cs typeface="DejaVu Math TeX Gyre" panose="02000503000000000000" charset="0"/>
                </a:endParaRPr>
              </a:p>
              <a:p>
                <a:pPr lvl="0"/>
                <a:r>
                  <a:rPr lang="en-US"/>
                  <a:t>Convert to non-negative loss</a:t>
                </a:r>
                <a:br>
                  <a:rPr lang="en-US"/>
                </a:b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cs typeface="DejaVu Math TeX Gyre" panose="02000503000000000000" charset="0"/>
                        </a:rPr>
                        <m:t>max</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0</m:t>
                          </m:r>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𝑦</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e>
                      </m:d>
                    </m:oMath>
                  </m:oMathPara>
                </a14:m>
                <a:endParaRPr lang="en-US" i="1">
                  <a:latin typeface="DejaVu Math TeX Gyre" panose="02000503000000000000" charset="0"/>
                  <a:cs typeface="DejaVu Math TeX Gyre" panose="02000503000000000000" charset="0"/>
                </a:endParaRPr>
              </a:p>
              <a:p>
                <a:pPr lvl="0"/>
                <a:r>
                  <a:rPr lang="en-US"/>
                  <a:t>Sum over all instances</a:t>
                </a:r>
                <a:endParaRPr lang="en-US"/>
              </a:p>
              <a:p>
                <a:pPr lvl="0"/>
                <a:r>
                  <a:rPr lang="en-US"/>
                  <a:t>Minimize wrt all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e>
                    </m:d>
                  </m:oMath>
                </a14:m>
                <a:r>
                  <a:rPr lang="en-US"/>
                  <a:t> (+margin and regularization)</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1225"/>
                </a:stretch>
              </a:blipFill>
            </p:spPr>
            <p:txBody>
              <a:bodyPr/>
              <a:lstStyle/>
              <a:p>
                <a:r>
                  <a:rPr lang="en-US"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Logistic regression (LR)</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Model </a:t>
                </a: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𝑊</m:t>
                        </m:r>
                      </m:e>
                    </m:d>
                    <m:r>
                      <a:rPr lang="en-US" i="1">
                        <a:latin typeface="Cambria Math" panose="02040503050406030204" pitchFamily="18" charset="0"/>
                        <a:cs typeface="DejaVu Math TeX Gyre" panose="02000503000000000000" charset="0"/>
                      </a:rPr>
                      <m:t>∝</m:t>
                    </m:r>
                    <m:r>
                      <m:rPr>
                        <m:sty m:val="p"/>
                      </m:rPr>
                      <a:rPr lang="en-US">
                        <a:latin typeface="Cambria Math" panose="02040503050406030204" pitchFamily="18" charset="0"/>
                        <a:cs typeface="DejaVu Math TeX Gyre" panose="02000503000000000000" charset="0"/>
                      </a:rPr>
                      <m:t>exp</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e>
                    </m:d>
                  </m:oMath>
                </a14:m>
                <a:endParaRPr lang="en-US" i="1">
                  <a:latin typeface="DejaVu Math TeX Gyre" panose="02000503000000000000" charset="0"/>
                  <a:cs typeface="DejaVu Math TeX Gyre" panose="02000503000000000000" charset="0"/>
                </a:endParaRPr>
              </a:p>
              <a:p>
                <a:r>
                  <a:rPr lang="en-US"/>
                  <a:t>I.e., </a:t>
                </a: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𝑊</m:t>
                        </m:r>
                      </m:e>
                    </m:d>
                    <m:r>
                      <a:rPr lang="en-US" i="1">
                        <a:latin typeface="Cambria Math" panose="02040503050406030204" pitchFamily="18" charset="0"/>
                        <a:cs typeface="DejaVu Math TeX Gyre" panose="02000503000000000000" charset="0"/>
                      </a:rPr>
                      <m:t>=</m:t>
                    </m:r>
                    <m:f>
                      <m:fPr>
                        <m:ctrlPr>
                          <a:rPr lang="en-US" i="1">
                            <a:latin typeface="Cambria Math" panose="02040503050406030204" pitchFamily="18" charset="0"/>
                            <a:cs typeface="DejaVu Math TeX Gyre" panose="02000503000000000000" charset="0"/>
                          </a:rPr>
                        </m:ctrlPr>
                      </m:fPr>
                      <m:num>
                        <m:r>
                          <m:rPr>
                            <m:sty m:val="p"/>
                          </m:rPr>
                          <a:rPr lang="en-US">
                            <a:latin typeface="Cambria Math" panose="02040503050406030204" pitchFamily="18" charset="0"/>
                            <a:cs typeface="DejaVu Math TeX Gyre" panose="02000503000000000000" charset="0"/>
                          </a:rPr>
                          <m:t>exp</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e>
                        </m:d>
                      </m:num>
                      <m:den>
                        <m:nary>
                          <m:naryPr>
                            <m:chr m:val="∑"/>
                            <m:limLoc m:val="subSup"/>
                            <m:supHide m:val="on"/>
                            <m:ctrlPr>
                              <a:rPr lang="en-US" i="1">
                                <a:latin typeface="Cambria Math" panose="02040503050406030204" pitchFamily="18" charset="0"/>
                                <a:cs typeface="DejaVu Math TeX Gyre" panose="02000503000000000000" charset="0"/>
                              </a:rPr>
                            </m:ctrlPr>
                          </m:naryPr>
                          <m:sub>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sub>
                          <m:sup/>
                          <m:e>
                            <m:r>
                              <m:rPr>
                                <m:sty m:val="p"/>
                              </m:rPr>
                              <a:rPr lang="en-US">
                                <a:latin typeface="Cambria Math" panose="02040503050406030204" pitchFamily="18" charset="0"/>
                                <a:cs typeface="DejaVu Math TeX Gyre" panose="02000503000000000000" charset="0"/>
                              </a:rPr>
                              <m:t>exp</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e>
                            </m:d>
                          </m:e>
                        </m:nary>
                      </m:den>
                    </m:f>
                  </m:oMath>
                </a14:m>
                <a:endParaRPr lang="en-US" i="1">
                  <a:latin typeface="DejaVu Math TeX Gyre" panose="02000503000000000000" charset="0"/>
                  <a:cs typeface="DejaVu Math TeX Gyre" panose="02000503000000000000" charset="0"/>
                </a:endParaRPr>
              </a:p>
              <a:p>
                <a:r>
                  <a:rPr lang="en-US"/>
                  <a:t>Probability of gold label is </a:t>
                </a: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𝑦</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𝑊</m:t>
                        </m:r>
                      </m:e>
                    </m:d>
                  </m:oMath>
                </a14:m>
                <a:endParaRPr lang="en-US" i="1">
                  <a:latin typeface="DejaVu Math TeX Gyre" panose="02000503000000000000" charset="0"/>
                  <a:cs typeface="DejaVu Math TeX Gyre" panose="02000503000000000000" charset="0"/>
                </a:endParaRPr>
              </a:p>
              <a:p>
                <a:r>
                  <a:rPr lang="en-US"/>
                  <a:t>Choose </a:t>
                </a:r>
                <a14:m>
                  <m:oMath xmlns:m="http://schemas.openxmlformats.org/officeDocument/2006/math">
                    <m:r>
                      <a:rPr lang="en-US" i="1">
                        <a:latin typeface="Cambria Math" panose="02040503050406030204" pitchFamily="18" charset="0"/>
                        <a:cs typeface="DejaVu Math TeX Gyre" panose="02000503000000000000" charset="0"/>
                      </a:rPr>
                      <m:t>𝑊</m:t>
                    </m:r>
                  </m:oMath>
                </a14:m>
                <a:r>
                  <a:rPr lang="en-US"/>
                  <a:t> to maximize </a:t>
                </a:r>
                <a14:m>
                  <m:oMath xmlns:m="http://schemas.openxmlformats.org/officeDocument/2006/math">
                    <m:nary>
                      <m:naryPr>
                        <m:chr m:val="∏"/>
                        <m:limLoc m:val="subSup"/>
                        <m:supHide m:val="on"/>
                        <m:ctrlPr>
                          <a:rPr lang="en-US" i="1">
                            <a:latin typeface="Cambria Math" panose="02040503050406030204" pitchFamily="18" charset="0"/>
                            <a:cs typeface="DejaVu Math TeX Gyre" panose="02000503000000000000" charset="0"/>
                          </a:rPr>
                        </m:ctrlPr>
                      </m:naryPr>
                      <m:sub>
                        <m:r>
                          <a:rPr lang="en-US" i="1">
                            <a:latin typeface="Cambria Math" panose="02040503050406030204" pitchFamily="18" charset="0"/>
                            <a:cs typeface="DejaVu Math TeX Gyre" panose="02000503000000000000" charset="0"/>
                          </a:rPr>
                          <m:t>𝑖</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𝐼</m:t>
                            </m:r>
                          </m:e>
                        </m:d>
                      </m:sub>
                      <m:sup/>
                      <m:e>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𝑦</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𝑥</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𝑊</m:t>
                            </m:r>
                          </m:e>
                        </m:d>
                      </m:e>
                    </m:nary>
                  </m:oMath>
                </a14:m>
                <a:endParaRPr lang="en-US" i="1">
                  <a:latin typeface="DejaVu Math TeX Gyre" panose="02000503000000000000" charset="0"/>
                  <a:cs typeface="DejaVu Math TeX Gyre" panose="02000503000000000000" charset="0"/>
                </a:endParaRPr>
              </a:p>
              <a:p>
                <a:pPr lvl="1"/>
                <a:r>
                  <a:rPr lang="en-US"/>
                  <a:t>With suitable regularization, usually </a:t>
                </a:r>
                <a14:m>
                  <m:oMath xmlns:m="http://schemas.openxmlformats.org/officeDocument/2006/math">
                    <m:sSubSup>
                      <m:sSubSupPr>
                        <m:ctrlPr>
                          <a:rPr lang="en-US" i="1">
                            <a:latin typeface="Cambria Math" panose="02040503050406030204" pitchFamily="18" charset="0"/>
                            <a:cs typeface="DejaVu Math TeX Gyre" panose="02000503000000000000" charset="0"/>
                          </a:rPr>
                        </m:ctrlPr>
                      </m:sSubSupPr>
                      <m:e>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𝑊</m:t>
                            </m:r>
                          </m:e>
                        </m:d>
                      </m:e>
                      <m:sub>
                        <m:r>
                          <a:rPr lang="en-US" i="1">
                            <a:latin typeface="Cambria Math" panose="02040503050406030204" pitchFamily="18" charset="0"/>
                            <a:cs typeface="DejaVu Math TeX Gyre" panose="02000503000000000000" charset="0"/>
                          </a:rPr>
                          <m:t>2</m:t>
                        </m:r>
                      </m:sub>
                      <m:sup>
                        <m:r>
                          <a:rPr lang="en-US" i="1">
                            <a:latin typeface="Cambria Math" panose="02040503050406030204" pitchFamily="18" charset="0"/>
                            <a:cs typeface="DejaVu Math TeX Gyre" panose="02000503000000000000" charset="0"/>
                          </a:rPr>
                          <m:t>2</m:t>
                        </m:r>
                      </m:sup>
                    </m:sSubSup>
                  </m:oMath>
                </a14:m>
                <a:endParaRPr lang="en-US"/>
              </a:p>
              <a:p>
                <a:pPr lvl="0"/>
                <a:r>
                  <a:rPr lang="en-US" sz="4000"/>
                  <a:t>Both SVM and LR involve efficient convex optimization</a:t>
                </a:r>
                <a:endParaRPr lang="en-US" i="1">
                  <a:latin typeface="DejaVu Math TeX Gyre" panose="02000503000000000000" charset="0"/>
                  <a:cs typeface="DejaVu Math TeX Gyre" panose="02000503000000000000" charset="0"/>
                </a:endParaRPr>
              </a:p>
              <a:p>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b="-8658"/>
                </a:stretch>
              </a:blipFill>
            </p:spPr>
            <p:txBody>
              <a:bodyPr/>
              <a:lstStyle/>
              <a:p>
                <a:r>
                  <a:rPr lang="en-US"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a:t>Warmup: predict label </a:t>
                </a:r>
                <a14:m>
                  <m:oMath xmlns:m="http://schemas.openxmlformats.org/officeDocument/2006/math">
                    <m:r>
                      <a:rPr lang="en-US" i="1">
                        <a:latin typeface="Cambria Math" panose="02040503050406030204" pitchFamily="18" charset="0"/>
                        <a:cs typeface="DejaVu Math TeX Gyre" panose="02000503000000000000" charset="0"/>
                      </a:rPr>
                      <m:t>𝑦</m:t>
                    </m:r>
                  </m:oMath>
                </a14:m>
                <a:r>
                  <a:rPr lang="en-US"/>
                  <a:t> from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1</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𝑇</m:t>
                        </m:r>
                      </m:sub>
                    </m:sSub>
                  </m:oMath>
                </a14:m>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Say label space </a:t>
                </a:r>
                <a14:m>
                  <m:oMath xmlns:m="http://schemas.openxmlformats.org/officeDocument/2006/math">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𝑀</m:t>
                        </m:r>
                      </m:e>
                    </m:d>
                  </m:oMath>
                </a14:m>
                <a:r>
                  <a:rPr lang="en-US"/>
                  <a:t> = {title, author, affiliation, email, body} (</a:t>
                </a:r>
                <a14:m>
                  <m:oMath xmlns:m="http://schemas.openxmlformats.org/officeDocument/2006/math">
                    <m:r>
                      <a:rPr lang="en-US" i="1">
                        <a:latin typeface="Cambria Math" panose="02040503050406030204" pitchFamily="18" charset="0"/>
                        <a:cs typeface="DejaVu Math TeX Gyre" panose="02000503000000000000" charset="0"/>
                      </a:rPr>
                      <m:t>𝑀</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5</m:t>
                    </m:r>
                  </m:oMath>
                </a14:m>
                <a:r>
                  <a:rPr lang="en-US"/>
                  <a:t>)</a:t>
                </a:r>
                <a:endParaRPr lang="en-US"/>
              </a:p>
              <a:p>
                <a:r>
                  <a:rPr lang="en-US"/>
                  <a:t> For each label </a:t>
                </a:r>
                <a14:m>
                  <m:oMath xmlns:m="http://schemas.openxmlformats.org/officeDocument/2006/math">
                    <m:r>
                      <a:rPr lang="en-US" i="1">
                        <a:latin typeface="Cambria Math" panose="02040503050406030204" pitchFamily="18" charset="0"/>
                        <a:cs typeface="DejaVu Math TeX Gyre" panose="02000503000000000000" charset="0"/>
                      </a:rPr>
                      <m:t>𝑚</m:t>
                    </m:r>
                  </m:oMath>
                </a14:m>
                <a:r>
                  <a:rPr lang="en-US"/>
                  <a:t>, build a </a:t>
                </a:r>
                <a14:m>
                  <m:oMath xmlns:m="http://schemas.openxmlformats.org/officeDocument/2006/math">
                    <m:r>
                      <a:rPr lang="en-US" i="1">
                        <a:latin typeface="Cambria Math" panose="02040503050406030204" pitchFamily="18" charset="0"/>
                        <a:cs typeface="DejaVu Math TeX Gyre" panose="02000503000000000000" charset="0"/>
                      </a:rPr>
                      <m:t>𝑄</m:t>
                    </m:r>
                  </m:oMath>
                </a14:m>
                <a:r>
                  <a:rPr lang="en-US"/>
                  <a:t>gram LM with separate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m:rPr>
                            <m:sty m:val="p"/>
                          </m:rPr>
                          <a:rPr lang="en-US">
                            <a:latin typeface="Cambria Math" panose="02040503050406030204" pitchFamily="18" charset="0"/>
                            <a:cs typeface="DejaVu Math TeX Gyre" panose="02000503000000000000" charset="0"/>
                          </a:rPr>
                          <m:t>CPT</m:t>
                        </m:r>
                      </m:e>
                      <m:sub>
                        <m:r>
                          <a:rPr lang="en-US" i="1">
                            <a:latin typeface="Cambria Math" panose="02040503050406030204" pitchFamily="18" charset="0"/>
                            <a:cs typeface="DejaVu Math TeX Gyre" panose="02000503000000000000" charset="0"/>
                          </a:rPr>
                          <m:t>𝑚</m:t>
                        </m:r>
                      </m:sub>
                    </m:sSub>
                  </m:oMath>
                </a14:m>
                <a:endParaRPr lang="en-US"/>
              </a:p>
              <a:p>
                <a:r>
                  <a:rPr lang="en-US"/>
                  <a:t>Given an input text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1</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𝑇</m:t>
                        </m:r>
                      </m:sub>
                    </m:sSub>
                  </m:oMath>
                </a14:m>
                <a:endParaRPr lang="en-US"/>
              </a:p>
              <a:p>
                <a:pPr lvl="1"/>
                <a:r>
                  <a:rPr lang="en-US"/>
                  <a:t>For each candidate label </a:t>
                </a:r>
                <a14:m>
                  <m:oMath xmlns:m="http://schemas.openxmlformats.org/officeDocument/2006/math">
                    <m:r>
                      <a:rPr lang="en-US" i="1">
                        <a:latin typeface="Cambria Math" panose="02040503050406030204" pitchFamily="18" charset="0"/>
                        <a:cs typeface="DejaVu Math TeX Gyre" panose="02000503000000000000" charset="0"/>
                      </a:rPr>
                      <m:t>𝑚</m:t>
                    </m:r>
                  </m:oMath>
                </a14:m>
                <a:endParaRPr lang="en-US" i="1">
                  <a:latin typeface="DejaVu Math TeX Gyre" panose="02000503000000000000" charset="0"/>
                  <a:cs typeface="DejaVu Math TeX Gyre" panose="02000503000000000000" charset="0"/>
                </a:endParaRPr>
              </a:p>
              <a:p>
                <a:pPr lvl="2"/>
                <a:r>
                  <a:rPr lang="en-US"/>
                  <a:t>Find </a:t>
                </a:r>
                <a14:m>
                  <m:oMath xmlns:m="http://schemas.openxmlformats.org/officeDocument/2006/math">
                    <m:r>
                      <a:rPr lang="en-US" i="1">
                        <a:latin typeface="Cambria Math" panose="02040503050406030204" pitchFamily="18" charset="0"/>
                        <a:cs typeface="DejaVu Math TeX Gyre" panose="02000503000000000000" charset="0"/>
                      </a:rPr>
                      <m:t>𝑃</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1</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𝑇</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m:rPr>
                                <m:sty m:val="p"/>
                              </m:rPr>
                              <a:rPr lang="en-US">
                                <a:latin typeface="Cambria Math" panose="02040503050406030204" pitchFamily="18" charset="0"/>
                                <a:cs typeface="DejaVu Math TeX Gyre" panose="02000503000000000000" charset="0"/>
                              </a:rPr>
                              <m:t>CPT</m:t>
                            </m:r>
                          </m:e>
                          <m:sub>
                            <m:r>
                              <a:rPr lang="en-US" i="1">
                                <a:latin typeface="Cambria Math" panose="02040503050406030204" pitchFamily="18" charset="0"/>
                                <a:cs typeface="DejaVu Math TeX Gyre" panose="02000503000000000000" charset="0"/>
                              </a:rPr>
                              <m:t>𝑚</m:t>
                            </m:r>
                          </m:sub>
                        </m:sSub>
                      </m:e>
                    </m:d>
                    <m:r>
                      <a:rPr lang="en-US" i="1">
                        <a:solidFill>
                          <a:schemeClr val="bg1">
                            <a:lumMod val="65000"/>
                          </a:schemeClr>
                        </a:solidFill>
                        <a:latin typeface="Cambria Math" panose="02040503050406030204" pitchFamily="18" charset="0"/>
                        <a:cs typeface="DejaVu Math TeX Gyre" panose="02000503000000000000" charset="0"/>
                      </a:rPr>
                      <m:t>×</m:t>
                    </m:r>
                    <m:r>
                      <m:rPr>
                        <m:sty m:val="p"/>
                      </m:rPr>
                      <a:rPr lang="en-US">
                        <a:solidFill>
                          <a:schemeClr val="bg1">
                            <a:lumMod val="65000"/>
                          </a:schemeClr>
                        </a:solidFill>
                        <a:latin typeface="Cambria Math" panose="02040503050406030204" pitchFamily="18" charset="0"/>
                        <a:cs typeface="DejaVu Math TeX Gyre" panose="02000503000000000000" charset="0"/>
                      </a:rPr>
                      <m:t>prior</m:t>
                    </m:r>
                    <m:d>
                      <m:dPr>
                        <m:ctrlPr>
                          <a:rPr lang="en-US" i="1">
                            <a:solidFill>
                              <a:schemeClr val="bg1">
                                <a:lumMod val="65000"/>
                              </a:schemeClr>
                            </a:solidFill>
                            <a:latin typeface="Cambria Math" panose="02040503050406030204" pitchFamily="18" charset="0"/>
                            <a:cs typeface="DejaVu Math TeX Gyre" panose="02000503000000000000" charset="0"/>
                          </a:rPr>
                        </m:ctrlPr>
                      </m:dPr>
                      <m:e>
                        <m:r>
                          <a:rPr lang="en-US" i="1">
                            <a:solidFill>
                              <a:schemeClr val="bg1">
                                <a:lumMod val="65000"/>
                              </a:schemeClr>
                            </a:solidFill>
                            <a:latin typeface="Cambria Math" panose="02040503050406030204" pitchFamily="18" charset="0"/>
                            <a:cs typeface="DejaVu Math TeX Gyre" panose="02000503000000000000" charset="0"/>
                          </a:rPr>
                          <m:t>𝑚</m:t>
                        </m:r>
                      </m:e>
                    </m:d>
                  </m:oMath>
                </a14:m>
                <a:r>
                  <a:rPr lang="en-US"/>
                  <a:t> as the score of label </a:t>
                </a:r>
                <a14:m>
                  <m:oMath xmlns:m="http://schemas.openxmlformats.org/officeDocument/2006/math">
                    <m:r>
                      <a:rPr lang="en-US" i="1">
                        <a:latin typeface="Cambria Math" panose="02040503050406030204" pitchFamily="18" charset="0"/>
                        <a:cs typeface="DejaVu Math TeX Gyre" panose="02000503000000000000" charset="0"/>
                      </a:rPr>
                      <m:t>𝑚</m:t>
                    </m:r>
                  </m:oMath>
                </a14:m>
                <a:endParaRPr lang="en-US" i="1">
                  <a:latin typeface="DejaVu Math TeX Gyre" panose="02000503000000000000" charset="0"/>
                  <a:cs typeface="DejaVu Math TeX Gyre" panose="02000503000000000000" charset="0"/>
                </a:endParaRPr>
              </a:p>
              <a:p>
                <a:pPr lvl="1"/>
                <a:r>
                  <a:rPr lang="en-US"/>
                  <a:t>Return label with largest score</a:t>
                </a:r>
                <a:endParaRPr lang="en-US"/>
              </a:p>
              <a:p>
                <a:pPr lvl="0"/>
                <a:r>
                  <a:rPr lang="en-US"/>
                  <a:t>Note, a single label for the whole sequence</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Graph representation of dependencies</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sz="quarter" idx="4"/>
              </p:nvPr>
            </p:nvSpPr>
            <p:spPr/>
            <p:txBody>
              <a:bodyPr/>
              <a:lstStyle/>
              <a:p>
                <a:r>
                  <a:rPr lang="en-US"/>
                  <a:t>Note, in all cases, the arrows go from </a:t>
                </a:r>
                <a14:m>
                  <m:oMath xmlns:m="http://schemas.openxmlformats.org/officeDocument/2006/math">
                    <m:r>
                      <a:rPr lang="en-US" i="1">
                        <a:latin typeface="Cambria Math" panose="02040503050406030204" pitchFamily="18" charset="0"/>
                        <a:cs typeface="DejaVu Math TeX Gyre" panose="02000503000000000000" charset="0"/>
                      </a:rPr>
                      <m:t>𝑦</m:t>
                    </m:r>
                  </m:oMath>
                </a14:m>
                <a:r>
                  <a:rPr lang="en-US"/>
                  <a:t> to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sub>
                    </m:sSub>
                  </m:oMath>
                </a14:m>
                <a:endParaRPr lang="en-US" i="1">
                  <a:latin typeface="DejaVu Math TeX Gyre" panose="02000503000000000000" charset="0"/>
                  <a:cs typeface="DejaVu Math TeX Gyre" panose="02000503000000000000" charset="0"/>
                </a:endParaRPr>
              </a:p>
              <a:p>
                <a:r>
                  <a:rPr lang="en-US"/>
                  <a:t>Notation: training data now looks like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d>
                          <m:dPr>
                            <m:begChr m:val="〈"/>
                            <m:endChr m:val="〉"/>
                            <m:ctrlPr>
                              <a:rPr lang="en-US" i="1">
                                <a:latin typeface="Cambria Math" panose="02040503050406030204" pitchFamily="18" charset="0"/>
                                <a:cs typeface="DejaVu Math TeX Gyre" panose="02000503000000000000" charset="0"/>
                              </a:rPr>
                            </m:ctrlPr>
                          </m:dPr>
                          <m:e>
                            <m:sSubSup>
                              <m:sSubSupPr>
                                <m:ctrlPr>
                                  <a:rPr lang="en-US" i="1">
                                    <a:latin typeface="Cambria Math" panose="02040503050406030204" pitchFamily="18" charset="0"/>
                                    <a:cs typeface="DejaVu Math TeX Gyre" panose="02000503000000000000" charset="0"/>
                                  </a:rPr>
                                </m:ctrlPr>
                              </m:sSubSup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1</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𝑇</m:t>
                                </m:r>
                              </m:sub>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bSup>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𝑦</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𝑖</m:t>
                                    </m:r>
                                  </m:e>
                                </m:d>
                              </m:sup>
                            </m:sSup>
                          </m:e>
                        </m:d>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𝑖</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𝐼</m:t>
                            </m:r>
                          </m:e>
                        </m:d>
                      </m:e>
                    </m:d>
                  </m:oMath>
                </a14:m>
                <a:endParaRPr lang="en-US" i="1">
                  <a:latin typeface="DejaVu Math TeX Gyre" panose="02000503000000000000" charset="0"/>
                  <a:cs typeface="DejaVu Math TeX Gyre" panose="02000503000000000000" charset="0"/>
                </a:endParaRPr>
              </a:p>
              <a:p>
                <a14:m>
                  <m:oMath xmlns:m="http://schemas.openxmlformats.org/officeDocument/2006/math">
                    <m:r>
                      <a:rPr lang="en-US" i="1">
                        <a:latin typeface="Cambria Math" panose="02040503050406030204" pitchFamily="18" charset="0"/>
                        <a:cs typeface="DejaVu Math TeX Gyre" panose="02000503000000000000" charset="0"/>
                      </a:rPr>
                      <m:t>𝑖</m:t>
                    </m:r>
                  </m:oMath>
                </a14:m>
                <a:r>
                  <a:rPr lang="en-US"/>
                  <a:t> indexes instances</a:t>
                </a:r>
                <a:endParaRPr lang="en-US"/>
              </a:p>
              <a:p>
                <a14:m>
                  <m:oMath xmlns:m="http://schemas.openxmlformats.org/officeDocument/2006/math">
                    <m:r>
                      <a:rPr lang="en-US" i="1">
                        <a:latin typeface="Cambria Math" panose="02040503050406030204" pitchFamily="18" charset="0"/>
                        <a:cs typeface="DejaVu Math TeX Gyre" panose="02000503000000000000" charset="0"/>
                      </a:rPr>
                      <m:t>𝑡</m:t>
                    </m:r>
                  </m:oMath>
                </a14:m>
                <a:r>
                  <a:rPr lang="en-US"/>
                  <a:t> indexes token position within an instance</a:t>
                </a:r>
                <a:endParaRPr lang="en-US"/>
              </a:p>
            </p:txBody>
          </p:sp>
        </mc:Choice>
        <mc:Fallback>
          <p:sp>
            <p:nvSpPr>
              <p:cNvPr id="3" name="Content Placeholder 2"/>
              <p:cNvSpPr>
                <a:spLocks noRot="1" noChangeAspect="1" noMove="1" noResize="1" noEditPoints="1" noAdjustHandles="1" noChangeArrowheads="1" noChangeShapeType="1" noTextEdit="1"/>
              </p:cNvSpPr>
              <p:nvPr>
                <p:ph sz="quarter" idx="4"/>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2" p14:bwMode="auto">
            <p14:nvContentPartPr>
              <p14:cNvPr id="5" name="Ink 4"/>
              <p14:cNvContentPartPr/>
              <p14:nvPr/>
            </p14:nvContentPartPr>
            <p14:xfrm>
              <a:off x="424815" y="1034415"/>
              <a:ext cx="4321175" cy="5420995"/>
            </p14:xfrm>
          </p:contentPart>
        </mc:Choice>
        <mc:Fallback xmlns="">
          <p:pic>
            <p:nvPicPr>
              <p:cNvPr id="5" name="Ink 4"/>
            </p:nvPicPr>
            <p:blipFill>
              <a:blip r:embed="rId3"/>
            </p:blipFill>
            <p:spPr>
              <a:xfrm>
                <a:off x="424815" y="1034415"/>
                <a:ext cx="4321175" cy="5420995"/>
              </a:xfrm>
              <a:prstGeom prst="rect"/>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80000" lnSpcReduction="20000"/>
              </a:bodyPr>
              <a:lstStyle/>
              <a:p>
                <a:pPr>
                  <a:lnSpc>
                    <a:spcPct val="120000"/>
                  </a:lnSpc>
                </a:pPr>
                <a:r>
                  <a:rPr lang="en-US"/>
                  <a:t>Single label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oMath>
                </a14:m>
                <a:r>
                  <a:rPr lang="en-US"/>
                  <a:t> given the whole input sequence</a:t>
                </a:r>
                <a:endParaRPr lang="en-US"/>
              </a:p>
              <a:p>
                <a:pPr lvl="1">
                  <a:lnSpc>
                    <a:spcPct val="120000"/>
                  </a:lnSpc>
                </a:pPr>
                <a:r>
                  <a:rPr lang="en-US"/>
                  <a:t>Spam/not-spam, sentiment/hate, topic/text classification</a:t>
                </a:r>
                <a:endParaRPr lang="en-US"/>
              </a:p>
              <a:p>
                <a:pPr lvl="1">
                  <a:lnSpc>
                    <a:spcPct val="120000"/>
                  </a:lnSpc>
                </a:pPr>
                <a:r>
                  <a:rPr lang="en-US"/>
                  <a:t>Early techniques may model input as </a:t>
                </a:r>
                <a:r>
                  <a:rPr lang="en-US" i="1"/>
                  <a:t>set/bag</a:t>
                </a:r>
                <a:r>
                  <a:rPr lang="en-US"/>
                  <a:t>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e>
                    </m:d>
                  </m:oMath>
                </a14:m>
                <a:r>
                  <a:rPr lang="en-US"/>
                  <a:t> instead of sequence </a:t>
                </a:r>
                <a:r>
                  <a:rPr lang="en-US">
                    <a:sym typeface="Symbol" panose="05050102010706020507" pitchFamily="18" charset="2"/>
                  </a:rPr>
                  <a:t> “bag of words” models</a:t>
                </a:r>
                <a:endParaRPr lang="en-US"/>
              </a:p>
              <a:p>
                <a:pPr>
                  <a:lnSpc>
                    <a:spcPct val="120000"/>
                  </a:lnSpc>
                </a:pP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𝑦</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𝑇</m:t>
                                </m:r>
                              </m:sub>
                            </m:sSub>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Pr</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𝑇</m:t>
                            </m:r>
                          </m:sub>
                        </m:sSub>
                        <m:r>
                          <a:rPr lang="en-US" b="0" i="1" smtClean="0">
                            <a:latin typeface="Cambria Math" panose="02040503050406030204" pitchFamily="18" charset="0"/>
                          </a:rPr>
                          <m:t>)</m:t>
                        </m:r>
                      </m:num>
                      <m:den>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𝑇</m:t>
                            </m:r>
                          </m:sub>
                        </m:sSub>
                        <m:r>
                          <a:rPr lang="en-US" b="0" i="1" smtClean="0">
                            <a:latin typeface="Cambria Math" panose="02040503050406030204" pitchFamily="18" charset="0"/>
                          </a:rPr>
                          <m:t>)</m:t>
                        </m:r>
                      </m:den>
                    </m:f>
                    <m:r>
                      <a:rPr lang="en-US" b="0" i="1" smtClean="0">
                        <a:latin typeface="Cambria Math" panose="02040503050406030204" pitchFamily="18" charset="0"/>
                      </a:rPr>
                      <m:t> </m:t>
                    </m:r>
                  </m:oMath>
                </a14:m>
                <a:r>
                  <a:rPr lang="en-US"/>
                  <a:t>= </a:t>
                </a:r>
                <a14:m>
                  <m:oMath xmlns:m="http://schemas.openxmlformats.org/officeDocument/2006/math">
                    <m:f>
                      <m:fPr>
                        <m:ctrlPr>
                          <a:rPr lang="en-US" i="1">
                            <a:latin typeface="Cambria Math" panose="02040503050406030204" pitchFamily="18" charset="0"/>
                          </a:rPr>
                        </m:ctrlPr>
                      </m:fPr>
                      <m:num>
                        <m:r>
                          <m:rPr>
                            <m:sty m:val="p"/>
                          </m:rPr>
                          <a:rPr lang="en-US">
                            <a:latin typeface="Cambria Math" panose="02040503050406030204" pitchFamily="18" charset="0"/>
                          </a:rPr>
                          <m:t>Pr</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r>
                          <a:rPr lang="en-US" i="1">
                            <a:latin typeface="Cambria Math" panose="02040503050406030204" pitchFamily="18" charset="0"/>
                          </a:rPr>
                          <m:t>)</m:t>
                        </m:r>
                      </m:num>
                      <m:den>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sub>
                          <m:sup/>
                          <m:e>
                            <m:r>
                              <m:rPr>
                                <m:sty m:val="p"/>
                              </m:rPr>
                              <a:rPr lang="en-US">
                                <a:latin typeface="Cambria Math" panose="02040503050406030204" pitchFamily="18" charset="0"/>
                              </a:rPr>
                              <m:t>Pr</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r>
                              <a:rPr lang="en-US" i="1">
                                <a:latin typeface="Cambria Math" panose="02040503050406030204" pitchFamily="18" charset="0"/>
                              </a:rPr>
                              <m:t>)</m:t>
                            </m:r>
                          </m:e>
                        </m:nary>
                      </m:den>
                    </m:f>
                  </m:oMath>
                </a14:m>
                <a:endParaRPr lang="en-US"/>
              </a:p>
              <a:p>
                <a:pPr>
                  <a:lnSpc>
                    <a:spcPct val="120000"/>
                  </a:lnSpc>
                </a:pPr>
                <a:r>
                  <a:rPr lang="en-US"/>
                  <a:t>How to model </a:t>
                </a:r>
                <a14:m>
                  <m:oMath xmlns:m="http://schemas.openxmlformats.org/officeDocument/2006/math">
                    <m:r>
                      <m:rPr>
                        <m:sty m:val="p"/>
                      </m:rPr>
                      <a:rPr lang="en-US">
                        <a:latin typeface="Cambria Math" panose="02040503050406030204" pitchFamily="18" charset="0"/>
                      </a:rPr>
                      <m:t>Pr</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r>
                      <a:rPr lang="en-US" i="1">
                        <a:latin typeface="Cambria Math" panose="02040503050406030204" pitchFamily="18" charset="0"/>
                      </a:rPr>
                      <m:t>)</m:t>
                    </m:r>
                  </m:oMath>
                </a14:m>
                <a:r>
                  <a:rPr lang="en-US"/>
                  <a:t>?</a:t>
                </a:r>
                <a:endParaRPr lang="en-US"/>
              </a:p>
              <a:p>
                <a:pPr lvl="1">
                  <a:lnSpc>
                    <a:spcPct val="120000"/>
                  </a:lnSpc>
                </a:pPr>
                <a14:m>
                  <m:oMath xmlns:m="http://schemas.openxmlformats.org/officeDocument/2006/math">
                    <m:r>
                      <m:rPr>
                        <m:sty m:val="p"/>
                      </m:rPr>
                      <a:rPr lang="en-US" b="0" i="0" smtClean="0">
                        <a:latin typeface="Cambria Math" panose="02040503050406030204" pitchFamily="18" charset="0"/>
                      </a:rPr>
                      <m:t>Pr</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up>
                        <m:r>
                          <a:rPr lang="en-US" b="0" i="1" smtClean="0">
                            <a:latin typeface="Cambria Math" panose="02040503050406030204" pitchFamily="18" charset="0"/>
                          </a:rPr>
                          <m:t>𝑇</m:t>
                        </m:r>
                      </m:sup>
                      <m:e>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e>
                    </m:nary>
                  </m:oMath>
                </a14:m>
                <a:r>
                  <a:rPr lang="en-US"/>
                  <a:t> (exact, intractable)</a:t>
                </a:r>
                <a:endParaRPr lang="en-US"/>
              </a:p>
              <a:p>
                <a:pPr lvl="1">
                  <a:lnSpc>
                    <a:spcPct val="120000"/>
                  </a:lnSpc>
                </a:pPr>
                <a14:m>
                  <m:oMath xmlns:m="http://schemas.openxmlformats.org/officeDocument/2006/math">
                    <m:r>
                      <m:rPr>
                        <m:sty m:val="p"/>
                      </m:rPr>
                      <a:rPr lang="en-US" b="0" i="0" smtClean="0">
                        <a:latin typeface="Cambria Math" panose="02040503050406030204" pitchFamily="18" charset="0"/>
                      </a:rPr>
                      <m:t>Pr</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up>
                        <m:r>
                          <a:rPr lang="en-US" b="0" i="1" smtClean="0">
                            <a:latin typeface="Cambria Math" panose="02040503050406030204" pitchFamily="18" charset="0"/>
                          </a:rPr>
                          <m:t>𝑇</m:t>
                        </m:r>
                      </m:sup>
                      <m:e>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e>
                    </m:nary>
                  </m:oMath>
                </a14:m>
                <a:r>
                  <a:rPr lang="en-US"/>
                  <a:t>  (first-order Markov)</a:t>
                </a:r>
                <a:endParaRPr lang="en-US"/>
              </a:p>
              <a:p>
                <a:pPr lvl="1">
                  <a:lnSpc>
                    <a:spcPct val="120000"/>
                  </a:lnSpc>
                </a:pPr>
                <a14:m>
                  <m:oMath xmlns:m="http://schemas.openxmlformats.org/officeDocument/2006/math">
                    <m:r>
                      <m:rPr>
                        <m:sty m:val="p"/>
                      </m:rPr>
                      <a:rPr lang="en-US" b="0" i="0" smtClean="0">
                        <a:latin typeface="Cambria Math" panose="02040503050406030204" pitchFamily="18" charset="0"/>
                      </a:rPr>
                      <m:t>Pr</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up>
                        <m:r>
                          <a:rPr lang="en-US" b="0" i="1" smtClean="0">
                            <a:latin typeface="Cambria Math" panose="02040503050406030204" pitchFamily="18" charset="0"/>
                          </a:rPr>
                          <m:t>𝑇</m:t>
                        </m:r>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e>
                        </m:func>
                        <m:r>
                          <a:rPr lang="en-US" b="0" i="1" smtClean="0">
                            <a:latin typeface="Cambria Math" panose="02040503050406030204" pitchFamily="18" charset="0"/>
                          </a:rPr>
                          <m:t>𝑦</m:t>
                        </m:r>
                        <m:r>
                          <a:rPr lang="en-US" b="0" i="1" smtClean="0">
                            <a:latin typeface="Cambria Math" panose="02040503050406030204" pitchFamily="18" charset="0"/>
                          </a:rPr>
                          <m:t>)</m:t>
                        </m:r>
                      </m:e>
                    </m:nary>
                  </m:oMath>
                </a14:m>
                <a:r>
                  <a:rPr lang="en-US"/>
                  <a:t>  (“Naïve Bayes” text classification)</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
        <p:nvSpPr>
          <p:cNvPr id="4" name="Speech Bubble: Rectangle with Corners Rounded 3"/>
          <p:cNvSpPr/>
          <p:nvPr/>
        </p:nvSpPr>
        <p:spPr>
          <a:xfrm>
            <a:off x="8349615" y="4037965"/>
            <a:ext cx="3594100" cy="596900"/>
          </a:xfrm>
          <a:prstGeom prst="wedgeRoundRectCallout">
            <a:avLst>
              <a:gd name="adj1" fmla="val -138191"/>
              <a:gd name="adj2" fmla="val -9878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From previous slide, assume we have a model for this</a:t>
            </a:r>
            <a:endParaRPr lang="en-US"/>
          </a:p>
        </p:txBody>
      </p:sp>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14:m>
                  <m:oMath xmlns:m="http://schemas.openxmlformats.org/officeDocument/2006/math">
                    <m:r>
                      <m:rPr>
                        <m:sty m:val="p"/>
                      </m:rPr>
                      <a:rPr lang="en-US">
                        <a:latin typeface="Cambria Math" panose="02040503050406030204" pitchFamily="18" charset="0"/>
                      </a:rPr>
                      <m:t>Pr</m:t>
                    </m:r>
                    <m:d>
                      <m:dPr>
                        <m:ctrlPr>
                          <a:rPr lang="en-US" i="1">
                            <a:latin typeface="Cambria Math" panose="02040503050406030204" pitchFamily="18" charset="0"/>
                          </a:rPr>
                        </m:ctrlPr>
                      </m:dPr>
                      <m:e>
                        <m:r>
                          <a:rPr lang="en-US" i="1">
                            <a:latin typeface="Cambria Math" panose="02040503050406030204" pitchFamily="18" charset="0"/>
                          </a:rPr>
                          <m:t>𝑦</m:t>
                        </m:r>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e>
                    </m:d>
                  </m:oMath>
                </a14:m>
                <a:r>
                  <a:rPr lang="en-US"/>
                  <a:t> via Bayes rule</a:t>
                </a:r>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en-US" altLang="en-US">
                    <a:noFill/>
                  </a:rPr>
                  <a:t> </a:t>
                </a:r>
              </a:p>
            </p:txBody>
          </p:sp>
        </mc:Fallback>
      </mc:AlternateContent>
      <p:sp>
        <p:nvSpPr>
          <p:cNvPr id="5" name="Speech Bubble: Rectangle with Corners Rounded 4"/>
          <p:cNvSpPr/>
          <p:nvPr/>
        </p:nvSpPr>
        <p:spPr>
          <a:xfrm>
            <a:off x="10717174" y="2528679"/>
            <a:ext cx="1413719" cy="881068"/>
          </a:xfrm>
          <a:prstGeom prst="wedgeRoundRectCallout">
            <a:avLst>
              <a:gd name="adj1" fmla="val -51501"/>
              <a:gd name="adj2" fmla="val 7423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Or, can express as this sum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a:bodyPr>
              <a:lstStyle/>
              <a:p>
                <a14:m>
                  <m:oMath xmlns:m="http://schemas.openxmlformats.org/officeDocument/2006/math">
                    <m:r>
                      <m:rPr>
                        <m:sty m:val="p"/>
                      </m:rPr>
                      <a:rPr lang="en-US">
                        <a:latin typeface="Cambria Math" panose="02040503050406030204" pitchFamily="18" charset="0"/>
                      </a:rPr>
                      <m:t>Pr</m:t>
                    </m:r>
                    <m:d>
                      <m:dPr>
                        <m:ctrlPr>
                          <a:rPr lang="en-US" i="1">
                            <a:latin typeface="Cambria Math" panose="02040503050406030204" pitchFamily="18" charset="0"/>
                          </a:rPr>
                        </m:ctrlPr>
                      </m:dPr>
                      <m:e>
                        <m:r>
                          <a:rPr lang="en-US" i="1">
                            <a:latin typeface="Cambria Math" panose="02040503050406030204" pitchFamily="18" charset="0"/>
                          </a:rPr>
                          <m:t>𝑦</m:t>
                        </m:r>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e>
                    </m:d>
                  </m:oMath>
                </a14:m>
                <a:r>
                  <a:rPr lang="en-US">
                    <a:sym typeface="+mn-ea"/>
                  </a:rPr>
                  <a:t> via SVM or LR</a:t>
                </a:r>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It will be easier if we directly take on the modeling of </a:t>
                </a:r>
                <a14:m>
                  <m:oMath xmlns:m="http://schemas.openxmlformats.org/officeDocument/2006/math">
                    <m:r>
                      <m:rPr>
                        <m:sty m:val="p"/>
                      </m:rPr>
                      <a:rPr lang="en-US">
                        <a:latin typeface="Cambria Math" panose="02040503050406030204" pitchFamily="18" charset="0"/>
                      </a:rPr>
                      <m:t>Pr</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𝑇</m:t>
                            </m:r>
                          </m:sub>
                        </m:sSub>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e>
                    </m:d>
                  </m:oMath>
                </a14:m>
                <a:endParaRPr lang="en-US" i="1">
                  <a:latin typeface="Cambria Math" panose="02040503050406030204" pitchFamily="18" charset="0"/>
                </a:endParaRPr>
              </a:p>
              <a:p>
                <a:pPr lvl="1"/>
                <a:r>
                  <a:rPr lang="en-US">
                    <a:sym typeface="+mn-ea"/>
                  </a:rPr>
                  <a:t>One label per token</a:t>
                </a:r>
                <a:endParaRPr lang="en-US">
                  <a:sym typeface="+mn-ea"/>
                </a:endParaRPr>
              </a:p>
              <a:p>
                <a:pPr lvl="1"/>
                <a:r>
                  <a:rPr lang="en-US"/>
                  <a:t>(We can tie all these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𝑇</m:t>
                        </m:r>
                      </m:sub>
                    </m:sSub>
                  </m:oMath>
                </a14:m>
                <a:r>
                  <a:rPr lang="en-US"/>
                  <a:t> together)</a:t>
                </a:r>
                <a:endParaRPr lang="en-US"/>
              </a:p>
              <a:p>
                <a:pPr lvl="1">
                  <a:lnSpc>
                    <a:spcPct val="120000"/>
                  </a:lnSpc>
                </a:pPr>
                <a:r>
                  <a:rPr lang="en-US">
                    <a:sym typeface="+mn-ea"/>
                  </a:rPr>
                  <a:t>POS and NE tagging</a:t>
                </a:r>
                <a:endParaRPr lang="en-US"/>
              </a:p>
              <a:p>
                <a:pPr lvl="1">
                  <a:lnSpc>
                    <a:spcPct val="120000"/>
                  </a:lnSpc>
                </a:pPr>
                <a:r>
                  <a:rPr lang="en-US">
                    <a:sym typeface="+mn-ea"/>
                  </a:rPr>
                  <a:t>Can think of this as per-position classification</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More sequence tasks</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Autofit/>
              </a:bodyPr>
              <a:lstStyle/>
              <a:p>
                <a:pPr lvl="0">
                  <a:lnSpc>
                    <a:spcPct val="100000"/>
                  </a:lnSpc>
                </a:pPr>
                <a:r>
                  <a:rPr lang="en-US" sz="2800"/>
                  <a:t>More messy:</a:t>
                </a:r>
                <a14:m>
                  <m:oMath xmlns:m="http://schemas.openxmlformats.org/officeDocument/2006/math">
                    <m:r>
                      <a:rPr lang="en-US" sz="3200">
                        <a:latin typeface="Cambria Math" panose="02040503050406030204" pitchFamily="18" charset="0"/>
                      </a:rPr>
                      <m:t> </m:t>
                    </m:r>
                    <m:r>
                      <m:rPr>
                        <m:sty m:val="p"/>
                      </m:rPr>
                      <a:rPr lang="en-US" sz="3200">
                        <a:latin typeface="Cambria Math" panose="02040503050406030204" pitchFamily="18" charset="0"/>
                      </a:rPr>
                      <m:t>Pr</m:t>
                    </m:r>
                    <m:d>
                      <m:dPr>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1</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smtClean="0">
                                <a:effectLst>
                                  <a:glow rad="228600">
                                    <a:schemeClr val="accent6">
                                      <a:satMod val="175000"/>
                                      <a:alpha val="40000"/>
                                    </a:schemeClr>
                                  </a:glow>
                                </a:effectLst>
                                <a:latin typeface="Cambria Math" panose="02040503050406030204" pitchFamily="18" charset="0"/>
                              </a:rPr>
                              <m:t>𝑇</m:t>
                            </m:r>
                          </m:sub>
                        </m:sSub>
                      </m:e>
                      <m:e>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1</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b="0" i="1" smtClean="0">
                                <a:effectLst>
                                  <a:glow rad="228600">
                                    <a:schemeClr val="accent1">
                                      <a:satMod val="175000"/>
                                      <a:alpha val="40000"/>
                                    </a:schemeClr>
                                  </a:glow>
                                </a:effectLst>
                                <a:latin typeface="Cambria Math" panose="02040503050406030204" pitchFamily="18" charset="0"/>
                              </a:rPr>
                              <m:t>𝑆</m:t>
                            </m:r>
                          </m:sub>
                        </m:sSub>
                      </m:e>
                    </m:d>
                  </m:oMath>
                </a14:m>
                <a:endParaRPr lang="en-US" sz="3200" b="0" i="1">
                  <a:effectLst>
                    <a:glow rad="228600">
                      <a:schemeClr val="accent1">
                        <a:satMod val="175000"/>
                        <a:alpha val="40000"/>
                      </a:schemeClr>
                    </a:glow>
                  </a:effectLst>
                  <a:latin typeface="Cambria Math" panose="02040503050406030204" pitchFamily="18" charset="0"/>
                </a:endParaRPr>
              </a:p>
              <a:p>
                <a:pPr lvl="1">
                  <a:lnSpc>
                    <a:spcPct val="100000"/>
                  </a:lnSpc>
                </a:pPr>
                <a:r>
                  <a:rPr lang="en-US" sz="2880"/>
                  <a:t>Sequence to sequence translation</a:t>
                </a:r>
                <a:endParaRPr lang="en-US" sz="2880"/>
              </a:p>
              <a:p>
                <a:pPr lvl="1">
                  <a:lnSpc>
                    <a:spcPct val="100000"/>
                  </a:lnSpc>
                </a:pPr>
                <a:r>
                  <a:rPr lang="en-US" sz="2800"/>
                  <a:t>Input and output lengths and vocabularies can be different (and large)</a:t>
                </a:r>
                <a:endParaRPr lang="en-US" sz="2800"/>
              </a:p>
              <a:p>
                <a:pPr lvl="1">
                  <a:lnSpc>
                    <a:spcPct val="100000"/>
                  </a:lnSpc>
                </a:pP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𝑠</m:t>
                        </m:r>
                      </m:sub>
                    </m:sSub>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rPr>
                      <m:t>]</m:t>
                    </m:r>
                  </m:oMath>
                </a14:m>
                <a:r>
                  <a:rPr lang="en-US" sz="2800"/>
                  <a:t>, the “English” vocabulary;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r>
                      <a:rPr lang="en-US" sz="2800" b="0" i="1" smtClean="0">
                        <a:latin typeface="Cambria Math" panose="02040503050406030204" pitchFamily="18" charset="0"/>
                      </a:rPr>
                      <m:t>𝑀</m:t>
                    </m:r>
                    <m:r>
                      <a:rPr lang="en-US" sz="2800" b="0" i="1" smtClean="0">
                        <a:latin typeface="Cambria Math" panose="02040503050406030204" pitchFamily="18" charset="0"/>
                      </a:rPr>
                      <m:t>]</m:t>
                    </m:r>
                  </m:oMath>
                </a14:m>
                <a:r>
                  <a:rPr lang="en-US" sz="2800"/>
                  <a:t>, the “French” vocabulary</a:t>
                </a:r>
                <a:endParaRPr lang="en-US" sz="2800"/>
              </a:p>
              <a:p>
                <a:pPr lvl="1">
                  <a:lnSpc>
                    <a:spcPct val="100000"/>
                  </a:lnSpc>
                </a:pPr>
                <a14:m>
                  <m:oMath xmlns:m="http://schemas.openxmlformats.org/officeDocument/2006/math">
                    <m:r>
                      <a:rPr lang="en-US" sz="2800" i="1" dirty="0" smtClean="0">
                        <a:latin typeface="Cambria Math" panose="02040503050406030204" pitchFamily="18" charset="0"/>
                      </a:rPr>
                      <m:t>𝑀</m:t>
                    </m:r>
                  </m:oMath>
                </a14:m>
                <a:r>
                  <a:rPr lang="en-US" sz="2800"/>
                  <a:t> here expected to be much larger than sequence labeling tasks</a:t>
                </a:r>
                <a:endParaRPr lang="en-US" sz="2800"/>
              </a:p>
              <a:p>
                <a:pPr lvl="1">
                  <a:lnSpc>
                    <a:spcPct val="100000"/>
                  </a:lnSpc>
                </a:pPr>
                <a:r>
                  <a:rPr lang="en-US" sz="2800"/>
                  <a:t>Language to language</a:t>
                </a:r>
                <a:endParaRPr lang="en-US" sz="2800"/>
              </a:p>
              <a:p>
                <a:pPr lvl="1">
                  <a:lnSpc>
                    <a:spcPct val="100000"/>
                  </a:lnSpc>
                </a:pPr>
                <a:r>
                  <a:rPr lang="en-US" sz="2800"/>
                  <a:t>Natural language to structured queries for KG or RDBMS</a:t>
                </a:r>
                <a:endParaRPr lang="en-US" sz="2800"/>
              </a:p>
              <a:p>
                <a:pPr>
                  <a:lnSpc>
                    <a:spcPct val="100000"/>
                  </a:lnSpc>
                </a:pPr>
                <a:r>
                  <a:rPr lang="en-US" sz="3200"/>
                  <a:t>Sequence to tree, graph, image, …</a:t>
                </a:r>
                <a:endParaRPr lang="en-US" sz="3200"/>
              </a:p>
              <a:p>
                <a:pPr>
                  <a:lnSpc>
                    <a:spcPct val="100000"/>
                  </a:lnSpc>
                </a:pPr>
                <a:r>
                  <a:rPr lang="en-US" sz="3200"/>
                  <a:t>Graph, tree to … </a:t>
                </a:r>
                <a:endParaRPr lang="en-US" sz="3200"/>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
        <p:nvSpPr>
          <p:cNvPr id="4" name="Oval 3"/>
          <p:cNvSpPr/>
          <p:nvPr/>
        </p:nvSpPr>
        <p:spPr>
          <a:xfrm>
            <a:off x="9095628" y="5363787"/>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9587118" y="5363787"/>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078608" y="5363787"/>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0570098" y="5363787"/>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1061588" y="5363787"/>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1553078" y="5363787"/>
            <a:ext cx="190500" cy="180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4" idx="6"/>
            <a:endCxn id="5" idx="2"/>
          </p:cNvCxnSpPr>
          <p:nvPr/>
        </p:nvCxnSpPr>
        <p:spPr>
          <a:xfrm>
            <a:off x="9286128" y="545427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6"/>
            <a:endCxn id="6" idx="2"/>
          </p:cNvCxnSpPr>
          <p:nvPr/>
        </p:nvCxnSpPr>
        <p:spPr>
          <a:xfrm>
            <a:off x="9777618" y="545427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6"/>
            <a:endCxn id="7" idx="2"/>
          </p:cNvCxnSpPr>
          <p:nvPr/>
        </p:nvCxnSpPr>
        <p:spPr>
          <a:xfrm>
            <a:off x="10269108" y="545427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760598" y="545427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6"/>
            <a:endCxn id="9" idx="2"/>
          </p:cNvCxnSpPr>
          <p:nvPr/>
        </p:nvCxnSpPr>
        <p:spPr>
          <a:xfrm>
            <a:off x="11252088" y="5454275"/>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9095628" y="6111526"/>
            <a:ext cx="190500" cy="180975"/>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9587118" y="6111526"/>
            <a:ext cx="190500" cy="180975"/>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10078608" y="6111526"/>
            <a:ext cx="190500" cy="180975"/>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0570098" y="6111526"/>
            <a:ext cx="190500" cy="180975"/>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11061588" y="6111526"/>
            <a:ext cx="190500" cy="180975"/>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1553078" y="6111526"/>
            <a:ext cx="190500" cy="180975"/>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p:cNvCxnSpPr>
            <a:stCxn id="15" idx="6"/>
            <a:endCxn id="16" idx="2"/>
          </p:cNvCxnSpPr>
          <p:nvPr/>
        </p:nvCxnSpPr>
        <p:spPr>
          <a:xfrm>
            <a:off x="9286128" y="6202014"/>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6" idx="6"/>
            <a:endCxn id="17" idx="2"/>
          </p:cNvCxnSpPr>
          <p:nvPr/>
        </p:nvCxnSpPr>
        <p:spPr>
          <a:xfrm>
            <a:off x="9777618" y="6202014"/>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7" idx="6"/>
            <a:endCxn id="18" idx="2"/>
          </p:cNvCxnSpPr>
          <p:nvPr/>
        </p:nvCxnSpPr>
        <p:spPr>
          <a:xfrm>
            <a:off x="10269108" y="6202014"/>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8" idx="6"/>
            <a:endCxn id="19" idx="2"/>
          </p:cNvCxnSpPr>
          <p:nvPr/>
        </p:nvCxnSpPr>
        <p:spPr>
          <a:xfrm>
            <a:off x="10760598" y="6202014"/>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9" idx="6"/>
            <a:endCxn id="20" idx="2"/>
          </p:cNvCxnSpPr>
          <p:nvPr/>
        </p:nvCxnSpPr>
        <p:spPr>
          <a:xfrm>
            <a:off x="11252088" y="6202014"/>
            <a:ext cx="300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4" idx="4"/>
            <a:endCxn id="15" idx="0"/>
          </p:cNvCxnSpPr>
          <p:nvPr/>
        </p:nvCxnSpPr>
        <p:spPr>
          <a:xfrm>
            <a:off x="9190878" y="5544762"/>
            <a:ext cx="0" cy="566764"/>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5" idx="4"/>
            <a:endCxn id="16" idx="0"/>
          </p:cNvCxnSpPr>
          <p:nvPr/>
        </p:nvCxnSpPr>
        <p:spPr>
          <a:xfrm>
            <a:off x="9682368" y="5544762"/>
            <a:ext cx="0" cy="566764"/>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6" idx="4"/>
            <a:endCxn id="19" idx="0"/>
          </p:cNvCxnSpPr>
          <p:nvPr/>
        </p:nvCxnSpPr>
        <p:spPr>
          <a:xfrm>
            <a:off x="10173858" y="5544762"/>
            <a:ext cx="982980" cy="566764"/>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7" idx="4"/>
            <a:endCxn id="17" idx="0"/>
          </p:cNvCxnSpPr>
          <p:nvPr/>
        </p:nvCxnSpPr>
        <p:spPr>
          <a:xfrm flipH="1">
            <a:off x="10173858" y="5544762"/>
            <a:ext cx="491490" cy="566764"/>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9752845" y="5602720"/>
            <a:ext cx="470000" cy="461665"/>
          </a:xfrm>
          <a:prstGeom prst="rect">
            <a:avLst/>
          </a:prstGeom>
          <a:noFill/>
        </p:spPr>
        <p:txBody>
          <a:bodyPr wrap="none" rtlCol="0">
            <a:spAutoFit/>
          </a:bodyPr>
          <a:lstStyle/>
          <a:p>
            <a:r>
              <a:rPr lang="en-US" sz="2400">
                <a:effectLst>
                  <a:glow rad="228600">
                    <a:schemeClr val="accent4">
                      <a:satMod val="175000"/>
                      <a:alpha val="40000"/>
                    </a:schemeClr>
                  </a:glow>
                </a:effectLst>
              </a:rPr>
              <a:t>??</a:t>
            </a:r>
            <a:endParaRPr lang="en-US" sz="2400">
              <a:effectLst>
                <a:glow rad="228600">
                  <a:schemeClr val="accent4">
                    <a:satMod val="175000"/>
                    <a:alpha val="40000"/>
                  </a:schemeClr>
                </a:glow>
              </a:effectLst>
            </a:endParaRPr>
          </a:p>
        </p:txBody>
      </p:sp>
      <mc:AlternateContent xmlns:mc="http://schemas.openxmlformats.org/markup-compatibility/2006" xmlns:p14="http://schemas.microsoft.com/office/powerpoint/2010/main">
        <mc:Choice Requires="p14">
          <p:contentPart r:id="rId2" p14:bwMode="auto">
            <p14:nvContentPartPr>
              <p14:cNvPr id="26" name="Ink 25"/>
              <p14:cNvContentPartPr/>
              <p14:nvPr/>
            </p14:nvContentPartPr>
            <p14:xfrm>
              <a:off x="9028698" y="5090528"/>
              <a:ext cx="2852640" cy="1550520"/>
            </p14:xfrm>
          </p:contentPart>
        </mc:Choice>
        <mc:Fallback xmlns="">
          <p:pic>
            <p:nvPicPr>
              <p:cNvPr id="26" name="Ink 25"/>
            </p:nvPicPr>
            <p:blipFill>
              <a:blip r:embed="rId3"/>
            </p:blipFill>
            <p:spPr>
              <a:xfrm>
                <a:off x="9028698" y="5090528"/>
                <a:ext cx="2852640" cy="1550520"/>
              </a:xfrm>
              <a:prstGeom prst="rect"/>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Example: segmentation into fields</a:t>
            </a:r>
            <a:endParaRPr lang="en-US"/>
          </a:p>
        </p:txBody>
      </p:sp>
      <p:sp>
        <p:nvSpPr>
          <p:cNvPr id="5" name="TextBox 4"/>
          <p:cNvSpPr txBox="1"/>
          <p:nvPr/>
        </p:nvSpPr>
        <p:spPr>
          <a:xfrm>
            <a:off x="480447" y="1307248"/>
            <a:ext cx="6491585" cy="1200329"/>
          </a:xfrm>
          <a:prstGeom prst="rect">
            <a:avLst/>
          </a:prstGeom>
          <a:noFill/>
        </p:spPr>
        <p:txBody>
          <a:bodyPr wrap="none" rtlCol="0">
            <a:spAutoFit/>
          </a:bodyPr>
          <a:lstStyle/>
          <a:p>
            <a:r>
              <a:rPr lang="en-US" sz="2400"/>
              <a:t>Belief, Awareness, and Limited Reasoning</a:t>
            </a:r>
            <a:br>
              <a:rPr lang="en-US" sz="2400"/>
            </a:br>
            <a:r>
              <a:rPr lang="en-US" sz="2400"/>
              <a:t>Ronald Fagin </a:t>
            </a:r>
            <a:r>
              <a:rPr lang="en-US" sz="2400">
                <a:hlinkClick r:id="rId1"/>
              </a:rPr>
              <a:t>fagin@us.ibm.com</a:t>
            </a:r>
            <a:r>
              <a:rPr lang="en-US" sz="2400"/>
              <a:t> Joseph Halpern</a:t>
            </a:r>
            <a:br>
              <a:rPr lang="en-US" sz="2400"/>
            </a:br>
            <a:r>
              <a:rPr lang="en-US" sz="2400"/>
              <a:t>IBM Almaden Research Center, San Jose, CA 95120</a:t>
            </a:r>
            <a:endParaRPr lang="en-US" sz="2400"/>
          </a:p>
        </p:txBody>
      </p:sp>
      <p:sp>
        <p:nvSpPr>
          <p:cNvPr id="6" name="TextBox 5"/>
          <p:cNvSpPr txBox="1"/>
          <p:nvPr/>
        </p:nvSpPr>
        <p:spPr>
          <a:xfrm>
            <a:off x="480695" y="2943225"/>
            <a:ext cx="10922635" cy="1198880"/>
          </a:xfrm>
          <a:prstGeom prst="rect">
            <a:avLst/>
          </a:prstGeom>
          <a:noFill/>
        </p:spPr>
        <p:txBody>
          <a:bodyPr wrap="square" rtlCol="0">
            <a:spAutoFit/>
          </a:bodyPr>
          <a:lstStyle/>
          <a:p>
            <a:r>
              <a:rPr lang="en-US" sz="2400"/>
              <a:t>Belief [COMMA] Awareness [COMMA] and Limited Reasoning [NEWLINE]</a:t>
            </a:r>
            <a:br>
              <a:rPr lang="en-US" sz="2400"/>
            </a:br>
            <a:r>
              <a:rPr lang="en-US" sz="2400"/>
              <a:t>Ronald Fagin [NEWLINE] </a:t>
            </a:r>
            <a:r>
              <a:rPr lang="en-US" sz="2400">
                <a:hlinkClick r:id="rId1"/>
              </a:rPr>
              <a:t>fagin@us.ibm.com</a:t>
            </a:r>
            <a:r>
              <a:rPr lang="en-US" sz="2400"/>
              <a:t> [TAB] Joseph Halpern [NEWLINE]</a:t>
            </a:r>
            <a:br>
              <a:rPr lang="en-US" sz="2400"/>
            </a:br>
            <a:r>
              <a:rPr lang="en-US" sz="2400"/>
              <a:t>IBM Almaden Research Center [COMMA] San Jose [COMMA] CA 95120</a:t>
            </a:r>
            <a:endParaRPr lang="en-US" sz="2400"/>
          </a:p>
        </p:txBody>
      </p:sp>
      <p:sp>
        <p:nvSpPr>
          <p:cNvPr id="7" name="TextBox 6"/>
          <p:cNvSpPr txBox="1"/>
          <p:nvPr/>
        </p:nvSpPr>
        <p:spPr>
          <a:xfrm>
            <a:off x="480447" y="4949125"/>
            <a:ext cx="7368540" cy="1198880"/>
          </a:xfrm>
          <a:prstGeom prst="rect">
            <a:avLst/>
          </a:prstGeom>
          <a:noFill/>
          <a:effectLst>
            <a:glow rad="228600">
              <a:schemeClr val="accent4">
                <a:satMod val="175000"/>
                <a:alpha val="40000"/>
              </a:schemeClr>
            </a:glow>
          </a:effectLst>
        </p:spPr>
        <p:txBody>
          <a:bodyPr wrap="none" rtlCol="0">
            <a:spAutoFit/>
          </a:bodyPr>
          <a:lstStyle/>
          <a:p>
            <a:r>
              <a:rPr lang="en-US" sz="2400">
                <a:effectLst>
                  <a:glow rad="228600">
                    <a:schemeClr val="accent1">
                      <a:satMod val="175000"/>
                      <a:alpha val="40000"/>
                    </a:schemeClr>
                  </a:glow>
                </a:effectLst>
              </a:rPr>
              <a:t>Belief , Awareness , and Limited Reasoning</a:t>
            </a:r>
            <a:br>
              <a:rPr lang="en-US" sz="2400"/>
            </a:br>
            <a:r>
              <a:rPr lang="en-US" sz="2400">
                <a:effectLst>
                  <a:glow rad="228600">
                    <a:schemeClr val="accent2">
                      <a:satMod val="175000"/>
                      <a:alpha val="40000"/>
                    </a:schemeClr>
                  </a:glow>
                </a:effectLst>
              </a:rPr>
              <a:t>Ronald Fagin</a:t>
            </a:r>
            <a:r>
              <a:rPr lang="en-US" sz="2400"/>
              <a:t> </a:t>
            </a:r>
            <a:r>
              <a:rPr lang="en-US" sz="2400">
                <a:effectLst>
                  <a:glow rad="228600">
                    <a:schemeClr val="accent6">
                      <a:satMod val="175000"/>
                      <a:alpha val="40000"/>
                    </a:schemeClr>
                  </a:glow>
                </a:effectLst>
                <a:hlinkClick r:id="rId1"/>
              </a:rPr>
              <a:t>fagin@us.ibm.com</a:t>
            </a:r>
            <a:r>
              <a:rPr lang="en-US" sz="2400"/>
              <a:t> </a:t>
            </a:r>
            <a:r>
              <a:rPr lang="en-US" sz="2400">
                <a:effectLst>
                  <a:glow rad="228600">
                    <a:schemeClr val="accent2">
                      <a:satMod val="175000"/>
                      <a:alpha val="40000"/>
                    </a:schemeClr>
                  </a:glow>
                </a:effectLst>
              </a:rPr>
              <a:t>Joseph Halpern</a:t>
            </a:r>
            <a:br>
              <a:rPr lang="en-US" sz="2400"/>
            </a:br>
            <a:r>
              <a:rPr lang="en-US" sz="2400">
                <a:effectLst>
                  <a:glow rad="228600">
                    <a:schemeClr val="accent3">
                      <a:satMod val="175000"/>
                      <a:alpha val="40000"/>
                    </a:schemeClr>
                  </a:glow>
                </a:effectLst>
              </a:rPr>
              <a:t>IBM Almaden Research Center</a:t>
            </a:r>
            <a:r>
              <a:rPr lang="en-US" sz="2400"/>
              <a:t> , </a:t>
            </a:r>
            <a:r>
              <a:rPr lang="en-US" sz="2400">
                <a:effectLst>
                  <a:glow rad="228600">
                    <a:schemeClr val="accent4">
                      <a:satMod val="175000"/>
                      <a:alpha val="40000"/>
                    </a:schemeClr>
                  </a:glow>
                </a:effectLst>
              </a:rPr>
              <a:t>San Jose</a:t>
            </a:r>
            <a:r>
              <a:rPr lang="en-US" sz="2400"/>
              <a:t> , </a:t>
            </a:r>
            <a:r>
              <a:rPr lang="en-US" sz="2400">
                <a:solidFill>
                  <a:schemeClr val="bg1"/>
                </a:solidFill>
                <a:effectLst>
                  <a:glow rad="127000">
                    <a:srgbClr val="7030A0"/>
                  </a:glow>
                </a:effectLst>
              </a:rPr>
              <a:t>CA</a:t>
            </a:r>
            <a:r>
              <a:rPr lang="en-US" sz="2400"/>
              <a:t> </a:t>
            </a:r>
            <a:r>
              <a:rPr lang="en-US" sz="2400">
                <a:effectLst>
                  <a:glow rad="127000">
                    <a:schemeClr val="accent2">
                      <a:lumMod val="75000"/>
                    </a:schemeClr>
                  </a:glow>
                </a:effectLst>
              </a:rPr>
              <a:t>95120</a:t>
            </a:r>
            <a:endParaRPr lang="en-US" sz="2400">
              <a:effectLst>
                <a:glow rad="127000">
                  <a:schemeClr val="accent2">
                    <a:lumMod val="75000"/>
                  </a:schemeClr>
                </a:glow>
              </a:effectLst>
            </a:endParaRPr>
          </a:p>
        </p:txBody>
      </p:sp>
      <p:sp>
        <p:nvSpPr>
          <p:cNvPr id="8" name="Callout: Line with No Border 7"/>
          <p:cNvSpPr/>
          <p:nvPr/>
        </p:nvSpPr>
        <p:spPr>
          <a:xfrm>
            <a:off x="5708374" y="4636591"/>
            <a:ext cx="775252" cy="378249"/>
          </a:xfrm>
          <a:prstGeom prst="callout1">
            <a:avLst>
              <a:gd name="adj1" fmla="val 55592"/>
              <a:gd name="adj2" fmla="val 4167"/>
              <a:gd name="adj3" fmla="val 112500"/>
              <a:gd name="adj4" fmla="val -38333"/>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Title</a:t>
            </a:r>
            <a:endParaRPr lang="en-US">
              <a:solidFill>
                <a:schemeClr val="tx1"/>
              </a:solidFill>
            </a:endParaRPr>
          </a:p>
        </p:txBody>
      </p:sp>
      <p:sp>
        <p:nvSpPr>
          <p:cNvPr id="9" name="Callout: Line with No Border 8"/>
          <p:cNvSpPr/>
          <p:nvPr/>
        </p:nvSpPr>
        <p:spPr>
          <a:xfrm>
            <a:off x="6755295" y="4636591"/>
            <a:ext cx="957470" cy="378249"/>
          </a:xfrm>
          <a:prstGeom prst="callout1">
            <a:avLst>
              <a:gd name="adj1" fmla="val 55592"/>
              <a:gd name="adj2" fmla="val 4167"/>
              <a:gd name="adj3" fmla="val 196585"/>
              <a:gd name="adj4" fmla="val -79359"/>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Author</a:t>
            </a:r>
            <a:endParaRPr lang="en-US">
              <a:solidFill>
                <a:schemeClr val="tx1"/>
              </a:solidFill>
            </a:endParaRPr>
          </a:p>
        </p:txBody>
      </p:sp>
      <p:sp>
        <p:nvSpPr>
          <p:cNvPr id="10" name="Callout: Line with No Border 9"/>
          <p:cNvSpPr/>
          <p:nvPr/>
        </p:nvSpPr>
        <p:spPr>
          <a:xfrm>
            <a:off x="2615676" y="4612877"/>
            <a:ext cx="957470" cy="378249"/>
          </a:xfrm>
          <a:prstGeom prst="callout1">
            <a:avLst>
              <a:gd name="adj1" fmla="val 92379"/>
              <a:gd name="adj2" fmla="val 33233"/>
              <a:gd name="adj3" fmla="val 249139"/>
              <a:gd name="adj4" fmla="val 7838"/>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Email</a:t>
            </a:r>
            <a:endParaRPr lang="en-US">
              <a:solidFill>
                <a:schemeClr val="tx1"/>
              </a:solidFill>
            </a:endParaRPr>
          </a:p>
        </p:txBody>
      </p:sp>
      <p:sp>
        <p:nvSpPr>
          <p:cNvPr id="11" name="Callout: Line with No Border 10"/>
          <p:cNvSpPr/>
          <p:nvPr/>
        </p:nvSpPr>
        <p:spPr>
          <a:xfrm>
            <a:off x="3508513" y="6249150"/>
            <a:ext cx="745435" cy="411934"/>
          </a:xfrm>
          <a:prstGeom prst="callout1">
            <a:avLst>
              <a:gd name="adj1" fmla="val 55592"/>
              <a:gd name="adj2" fmla="val 4167"/>
              <a:gd name="adj3" fmla="val -66182"/>
              <a:gd name="adj4" fmla="val -127110"/>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Org</a:t>
            </a:r>
            <a:endParaRPr lang="en-US">
              <a:solidFill>
                <a:schemeClr val="tx1"/>
              </a:solidFill>
            </a:endParaRPr>
          </a:p>
        </p:txBody>
      </p:sp>
      <p:sp>
        <p:nvSpPr>
          <p:cNvPr id="12" name="Callout: Line with No Border 11"/>
          <p:cNvSpPr/>
          <p:nvPr/>
        </p:nvSpPr>
        <p:spPr>
          <a:xfrm>
            <a:off x="5224671" y="6249150"/>
            <a:ext cx="745435" cy="411934"/>
          </a:xfrm>
          <a:prstGeom prst="callout1">
            <a:avLst>
              <a:gd name="adj1" fmla="val 26638"/>
              <a:gd name="adj2" fmla="val 84167"/>
              <a:gd name="adj3" fmla="val -33478"/>
              <a:gd name="adj4" fmla="val 70207"/>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City</a:t>
            </a:r>
            <a:endParaRPr lang="en-US">
              <a:solidFill>
                <a:schemeClr val="tx1"/>
              </a:solidFill>
            </a:endParaRPr>
          </a:p>
        </p:txBody>
      </p:sp>
      <p:sp>
        <p:nvSpPr>
          <p:cNvPr id="13" name="Callout: Line with No Border 12"/>
          <p:cNvSpPr/>
          <p:nvPr/>
        </p:nvSpPr>
        <p:spPr>
          <a:xfrm>
            <a:off x="6172174" y="6249150"/>
            <a:ext cx="745435" cy="411934"/>
          </a:xfrm>
          <a:prstGeom prst="callout1">
            <a:avLst>
              <a:gd name="adj1" fmla="val 26638"/>
              <a:gd name="adj2" fmla="val 84167"/>
              <a:gd name="adj3" fmla="val -43806"/>
              <a:gd name="adj4" fmla="val 72666"/>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State</a:t>
            </a:r>
            <a:endParaRPr lang="en-US">
              <a:solidFill>
                <a:schemeClr val="tx1"/>
              </a:solidFill>
            </a:endParaRPr>
          </a:p>
        </p:txBody>
      </p:sp>
      <p:sp>
        <p:nvSpPr>
          <p:cNvPr id="14" name="Callout: Line with No Border 13"/>
          <p:cNvSpPr/>
          <p:nvPr/>
        </p:nvSpPr>
        <p:spPr>
          <a:xfrm>
            <a:off x="7712393" y="6249150"/>
            <a:ext cx="745435" cy="411934"/>
          </a:xfrm>
          <a:prstGeom prst="callout1">
            <a:avLst>
              <a:gd name="adj1" fmla="val 36289"/>
              <a:gd name="adj2" fmla="val -3833"/>
              <a:gd name="adj3" fmla="val -46879"/>
              <a:gd name="adj4" fmla="val -55110"/>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ZIP</a:t>
            </a:r>
            <a:endParaRPr 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ldLvl="0" animBg="1"/>
      <p:bldP spid="8" grpId="0" animBg="1"/>
      <p:bldP spid="9" grpId="0" animBg="1"/>
      <p:bldP spid="10" grpId="0" animBg="1"/>
      <p:bldP spid="11" grpId="0" animBg="1"/>
      <p:bldP spid="12" grpId="0" bldLvl="0" animBg="1"/>
      <p:bldP spid="13" grpId="0" bldLvl="0" animBg="1"/>
      <p:bldP spid="14"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State transitions and symbol emissions</a:t>
            </a:r>
            <a:endParaRPr lang="en-US"/>
          </a:p>
        </p:txBody>
      </p:sp>
      <p:sp>
        <p:nvSpPr>
          <p:cNvPr id="63" name="Text Placeholder 62"/>
          <p:cNvSpPr>
            <a:spLocks noGrp="1"/>
          </p:cNvSpPr>
          <p:nvPr>
            <p:ph type="body" idx="1"/>
          </p:nvPr>
        </p:nvSpPr>
        <p:spPr>
          <a:xfrm>
            <a:off x="74930" y="913130"/>
            <a:ext cx="12055475" cy="975995"/>
          </a:xfrm>
        </p:spPr>
        <p:txBody>
          <a:bodyPr>
            <a:normAutofit fontScale="70000" lnSpcReduction="20000"/>
          </a:bodyPr>
          <a:lstStyle/>
          <a:p>
            <a:r>
              <a:rPr lang="en-US"/>
              <a:t>Per-author vs shared affiliation</a:t>
            </a:r>
            <a:endParaRPr lang="en-US"/>
          </a:p>
          <a:p>
            <a:r>
              <a:rPr lang="en-US"/>
              <a:t>Needs more elaborate (sparse) state transitions </a:t>
            </a:r>
            <a:r>
              <a:rPr lang="en-US">
                <a:solidFill>
                  <a:schemeClr val="bg1"/>
                </a:solidFill>
                <a:highlight>
                  <a:srgbClr val="000080"/>
                </a:highlight>
              </a:rPr>
              <a:t>HW</a:t>
            </a:r>
            <a:endParaRPr lang="en-US">
              <a:solidFill>
                <a:schemeClr val="bg1"/>
              </a:solidFill>
              <a:highlight>
                <a:srgbClr val="000080"/>
              </a:highlight>
            </a:endParaRPr>
          </a:p>
        </p:txBody>
      </p:sp>
      <p:sp>
        <p:nvSpPr>
          <p:cNvPr id="3" name="TextBox 2"/>
          <p:cNvSpPr txBox="1"/>
          <p:nvPr/>
        </p:nvSpPr>
        <p:spPr>
          <a:xfrm>
            <a:off x="1186787" y="2538420"/>
            <a:ext cx="7368540" cy="1198880"/>
          </a:xfrm>
          <a:prstGeom prst="rect">
            <a:avLst/>
          </a:prstGeom>
          <a:noFill/>
          <a:effectLst>
            <a:glow rad="228600">
              <a:schemeClr val="accent4">
                <a:satMod val="175000"/>
                <a:alpha val="40000"/>
              </a:schemeClr>
            </a:glow>
          </a:effectLst>
        </p:spPr>
        <p:txBody>
          <a:bodyPr wrap="none" rtlCol="0">
            <a:spAutoFit/>
          </a:bodyPr>
          <a:lstStyle/>
          <a:p>
            <a:r>
              <a:rPr lang="en-US" sz="2400">
                <a:effectLst>
                  <a:glow rad="228600">
                    <a:schemeClr val="accent1">
                      <a:satMod val="175000"/>
                      <a:alpha val="40000"/>
                    </a:schemeClr>
                  </a:glow>
                </a:effectLst>
              </a:rPr>
              <a:t>Belief , Awareness , and Limited Reasoning</a:t>
            </a:r>
            <a:br>
              <a:rPr lang="en-US" sz="2400"/>
            </a:br>
            <a:r>
              <a:rPr lang="en-US" sz="2400">
                <a:effectLst>
                  <a:glow rad="228600">
                    <a:schemeClr val="accent2">
                      <a:satMod val="175000"/>
                      <a:alpha val="40000"/>
                    </a:schemeClr>
                  </a:glow>
                </a:effectLst>
              </a:rPr>
              <a:t>Ronald Fagin</a:t>
            </a:r>
            <a:r>
              <a:rPr lang="en-US" sz="2400"/>
              <a:t> </a:t>
            </a:r>
            <a:r>
              <a:rPr lang="en-US" sz="2400">
                <a:effectLst>
                  <a:glow rad="228600">
                    <a:schemeClr val="accent6">
                      <a:satMod val="175000"/>
                      <a:alpha val="40000"/>
                    </a:schemeClr>
                  </a:glow>
                </a:effectLst>
                <a:hlinkClick r:id="rId1"/>
              </a:rPr>
              <a:t>fagin@us.ibm.com</a:t>
            </a:r>
            <a:r>
              <a:rPr lang="en-US" sz="2400"/>
              <a:t> </a:t>
            </a:r>
            <a:r>
              <a:rPr lang="en-US" sz="2400">
                <a:effectLst>
                  <a:glow rad="228600">
                    <a:schemeClr val="accent2">
                      <a:satMod val="175000"/>
                      <a:alpha val="40000"/>
                    </a:schemeClr>
                  </a:glow>
                </a:effectLst>
              </a:rPr>
              <a:t>Joseph Halpern</a:t>
            </a:r>
            <a:r>
              <a:rPr lang="en-US" sz="2400"/>
              <a:t> </a:t>
            </a:r>
            <a:br>
              <a:rPr lang="en-US" sz="2400"/>
            </a:br>
            <a:r>
              <a:rPr lang="en-US" sz="2400">
                <a:effectLst>
                  <a:glow rad="228600">
                    <a:schemeClr val="accent3">
                      <a:satMod val="175000"/>
                      <a:alpha val="40000"/>
                    </a:schemeClr>
                  </a:glow>
                </a:effectLst>
              </a:rPr>
              <a:t>IBM Almaden Research Center</a:t>
            </a:r>
            <a:r>
              <a:rPr lang="en-US" sz="2400"/>
              <a:t> , </a:t>
            </a:r>
            <a:r>
              <a:rPr lang="en-US" sz="2400">
                <a:effectLst>
                  <a:glow rad="228600">
                    <a:schemeClr val="accent4">
                      <a:satMod val="175000"/>
                      <a:alpha val="40000"/>
                    </a:schemeClr>
                  </a:glow>
                </a:effectLst>
              </a:rPr>
              <a:t>San Jose</a:t>
            </a:r>
            <a:r>
              <a:rPr lang="en-US" sz="2400"/>
              <a:t> , </a:t>
            </a:r>
            <a:r>
              <a:rPr lang="en-US" sz="2400">
                <a:solidFill>
                  <a:schemeClr val="bg1"/>
                </a:solidFill>
                <a:effectLst>
                  <a:glow rad="127000">
                    <a:srgbClr val="7030A0"/>
                  </a:glow>
                </a:effectLst>
              </a:rPr>
              <a:t>CA</a:t>
            </a:r>
            <a:r>
              <a:rPr lang="en-US" sz="2400"/>
              <a:t> </a:t>
            </a:r>
            <a:r>
              <a:rPr lang="en-US" sz="2400">
                <a:effectLst>
                  <a:glow rad="127000">
                    <a:schemeClr val="accent2">
                      <a:lumMod val="75000"/>
                    </a:schemeClr>
                  </a:glow>
                </a:effectLst>
              </a:rPr>
              <a:t>95120</a:t>
            </a:r>
            <a:endParaRPr lang="en-US" sz="2400">
              <a:effectLst>
                <a:glow rad="127000">
                  <a:schemeClr val="accent2">
                    <a:lumMod val="75000"/>
                  </a:schemeClr>
                </a:glow>
              </a:effectLst>
            </a:endParaRPr>
          </a:p>
        </p:txBody>
      </p:sp>
      <p:sp>
        <p:nvSpPr>
          <p:cNvPr id="4" name="Callout: Line with No Border 3"/>
          <p:cNvSpPr/>
          <p:nvPr/>
        </p:nvSpPr>
        <p:spPr>
          <a:xfrm>
            <a:off x="6414714" y="2225886"/>
            <a:ext cx="775252" cy="378249"/>
          </a:xfrm>
          <a:prstGeom prst="callout1">
            <a:avLst>
              <a:gd name="adj1" fmla="val 55592"/>
              <a:gd name="adj2" fmla="val 4167"/>
              <a:gd name="adj3" fmla="val 112500"/>
              <a:gd name="adj4" fmla="val -38333"/>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Title</a:t>
            </a:r>
            <a:endParaRPr lang="en-US">
              <a:solidFill>
                <a:schemeClr val="tx1"/>
              </a:solidFill>
            </a:endParaRPr>
          </a:p>
        </p:txBody>
      </p:sp>
      <p:sp>
        <p:nvSpPr>
          <p:cNvPr id="5" name="Callout: Line with No Border 4"/>
          <p:cNvSpPr/>
          <p:nvPr/>
        </p:nvSpPr>
        <p:spPr>
          <a:xfrm>
            <a:off x="7461635" y="2225886"/>
            <a:ext cx="957470" cy="378249"/>
          </a:xfrm>
          <a:prstGeom prst="callout1">
            <a:avLst>
              <a:gd name="adj1" fmla="val 55592"/>
              <a:gd name="adj2" fmla="val 4167"/>
              <a:gd name="adj3" fmla="val 196585"/>
              <a:gd name="adj4" fmla="val -79359"/>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Author</a:t>
            </a:r>
            <a:endParaRPr lang="en-US">
              <a:solidFill>
                <a:schemeClr val="tx1"/>
              </a:solidFill>
            </a:endParaRPr>
          </a:p>
        </p:txBody>
      </p:sp>
      <p:sp>
        <p:nvSpPr>
          <p:cNvPr id="6" name="Callout: Line with No Border 5"/>
          <p:cNvSpPr/>
          <p:nvPr/>
        </p:nvSpPr>
        <p:spPr>
          <a:xfrm>
            <a:off x="3833856" y="2225886"/>
            <a:ext cx="957470" cy="378249"/>
          </a:xfrm>
          <a:prstGeom prst="callout1">
            <a:avLst>
              <a:gd name="adj1" fmla="val 55592"/>
              <a:gd name="adj2" fmla="val 4167"/>
              <a:gd name="adj3" fmla="val 212351"/>
              <a:gd name="adj4" fmla="val -31608"/>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Email</a:t>
            </a:r>
            <a:endParaRPr lang="en-US">
              <a:solidFill>
                <a:schemeClr val="tx1"/>
              </a:solidFill>
            </a:endParaRPr>
          </a:p>
        </p:txBody>
      </p:sp>
      <p:sp>
        <p:nvSpPr>
          <p:cNvPr id="7" name="Callout: Line with No Border 6"/>
          <p:cNvSpPr/>
          <p:nvPr/>
        </p:nvSpPr>
        <p:spPr>
          <a:xfrm>
            <a:off x="4214853" y="3838445"/>
            <a:ext cx="745435" cy="411934"/>
          </a:xfrm>
          <a:prstGeom prst="callout1">
            <a:avLst>
              <a:gd name="adj1" fmla="val 55592"/>
              <a:gd name="adj2" fmla="val 4167"/>
              <a:gd name="adj3" fmla="val -66182"/>
              <a:gd name="adj4" fmla="val -127110"/>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Org</a:t>
            </a:r>
            <a:endParaRPr lang="en-US">
              <a:solidFill>
                <a:schemeClr val="tx1"/>
              </a:solidFill>
            </a:endParaRPr>
          </a:p>
        </p:txBody>
      </p:sp>
      <p:sp>
        <p:nvSpPr>
          <p:cNvPr id="8" name="Callout: Line with No Border 7"/>
          <p:cNvSpPr/>
          <p:nvPr/>
        </p:nvSpPr>
        <p:spPr>
          <a:xfrm>
            <a:off x="5931011" y="3838445"/>
            <a:ext cx="745435" cy="411934"/>
          </a:xfrm>
          <a:prstGeom prst="callout1">
            <a:avLst>
              <a:gd name="adj1" fmla="val 26638"/>
              <a:gd name="adj2" fmla="val 84167"/>
              <a:gd name="adj3" fmla="val -36964"/>
              <a:gd name="adj4" fmla="val 80825"/>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City</a:t>
            </a:r>
            <a:endParaRPr lang="en-US">
              <a:solidFill>
                <a:schemeClr val="tx1"/>
              </a:solidFill>
            </a:endParaRPr>
          </a:p>
        </p:txBody>
      </p:sp>
      <p:sp>
        <p:nvSpPr>
          <p:cNvPr id="9" name="Callout: Line with No Border 8"/>
          <p:cNvSpPr/>
          <p:nvPr/>
        </p:nvSpPr>
        <p:spPr>
          <a:xfrm>
            <a:off x="7055679" y="3838445"/>
            <a:ext cx="745435" cy="411934"/>
          </a:xfrm>
          <a:prstGeom prst="callout1">
            <a:avLst>
              <a:gd name="adj1" fmla="val 26638"/>
              <a:gd name="adj2" fmla="val 84167"/>
              <a:gd name="adj3" fmla="val -51608"/>
              <a:gd name="adj4" fmla="val 38222"/>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State</a:t>
            </a:r>
            <a:endParaRPr lang="en-US">
              <a:solidFill>
                <a:schemeClr val="tx1"/>
              </a:solidFill>
            </a:endParaRPr>
          </a:p>
        </p:txBody>
      </p:sp>
      <p:sp>
        <p:nvSpPr>
          <p:cNvPr id="10" name="Callout: Line with No Border 9"/>
          <p:cNvSpPr/>
          <p:nvPr/>
        </p:nvSpPr>
        <p:spPr>
          <a:xfrm>
            <a:off x="8461913" y="3838445"/>
            <a:ext cx="745435" cy="411934"/>
          </a:xfrm>
          <a:prstGeom prst="callout1">
            <a:avLst>
              <a:gd name="adj1" fmla="val 36289"/>
              <a:gd name="adj2" fmla="val -3833"/>
              <a:gd name="adj3" fmla="val -46879"/>
              <a:gd name="adj4" fmla="val -55110"/>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ZIP</a:t>
            </a:r>
            <a:endParaRPr lang="en-US">
              <a:solidFill>
                <a:schemeClr val="tx1"/>
              </a:solidFill>
            </a:endParaRPr>
          </a:p>
        </p:txBody>
      </p:sp>
      <p:sp>
        <p:nvSpPr>
          <p:cNvPr id="11" name="Rectangle: Rounded Corners 10"/>
          <p:cNvSpPr/>
          <p:nvPr/>
        </p:nvSpPr>
        <p:spPr>
          <a:xfrm>
            <a:off x="678018" y="5539275"/>
            <a:ext cx="1017104"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Title</a:t>
            </a:r>
            <a:endParaRPr lang="en-US" sz="2800">
              <a:solidFill>
                <a:schemeClr val="tx1"/>
              </a:solidFill>
            </a:endParaRPr>
          </a:p>
        </p:txBody>
      </p:sp>
      <p:cxnSp>
        <p:nvCxnSpPr>
          <p:cNvPr id="13" name="Connector: Curved 12"/>
          <p:cNvCxnSpPr>
            <a:stCxn id="11" idx="1"/>
            <a:endCxn id="11" idx="0"/>
          </p:cNvCxnSpPr>
          <p:nvPr/>
        </p:nvCxnSpPr>
        <p:spPr>
          <a:xfrm rot="10800000" flipH="1">
            <a:off x="678018" y="5539276"/>
            <a:ext cx="508552" cy="288515"/>
          </a:xfrm>
          <a:prstGeom prst="curvedConnector4">
            <a:avLst>
              <a:gd name="adj1" fmla="val -44951"/>
              <a:gd name="adj2" fmla="val 179233"/>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4" name="Rectangle: Rounded Corners 13"/>
          <p:cNvSpPr/>
          <p:nvPr/>
        </p:nvSpPr>
        <p:spPr>
          <a:xfrm>
            <a:off x="2301240" y="5539105"/>
            <a:ext cx="1372870" cy="577215"/>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Author</a:t>
            </a:r>
            <a:endParaRPr lang="en-US" sz="2800">
              <a:solidFill>
                <a:schemeClr val="tx1"/>
              </a:solidFill>
            </a:endParaRPr>
          </a:p>
        </p:txBody>
      </p:sp>
      <p:cxnSp>
        <p:nvCxnSpPr>
          <p:cNvPr id="15" name="Connector: Curved 14"/>
          <p:cNvCxnSpPr>
            <a:stCxn id="14" idx="1"/>
            <a:endCxn id="14" idx="0"/>
          </p:cNvCxnSpPr>
          <p:nvPr/>
        </p:nvCxnSpPr>
        <p:spPr>
          <a:xfrm rot="10800000" flipH="1">
            <a:off x="2301240" y="5539105"/>
            <a:ext cx="686435" cy="288925"/>
          </a:xfrm>
          <a:prstGeom prst="curvedConnector4">
            <a:avLst>
              <a:gd name="adj1" fmla="val -34690"/>
              <a:gd name="adj2" fmla="val 182418"/>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8" name="Rectangle: Rounded Corners 17"/>
          <p:cNvSpPr/>
          <p:nvPr/>
        </p:nvSpPr>
        <p:spPr>
          <a:xfrm>
            <a:off x="4328991" y="5539275"/>
            <a:ext cx="1252331"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Email</a:t>
            </a:r>
            <a:endParaRPr lang="en-US" sz="2800">
              <a:solidFill>
                <a:schemeClr val="tx1"/>
              </a:solidFill>
            </a:endParaRPr>
          </a:p>
        </p:txBody>
      </p:sp>
      <p:cxnSp>
        <p:nvCxnSpPr>
          <p:cNvPr id="20" name="Straight Arrow Connector 19"/>
          <p:cNvCxnSpPr>
            <a:stCxn id="14" idx="3"/>
            <a:endCxn id="18" idx="1"/>
          </p:cNvCxnSpPr>
          <p:nvPr/>
        </p:nvCxnSpPr>
        <p:spPr>
          <a:xfrm>
            <a:off x="3674389" y="5827790"/>
            <a:ext cx="654685"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Connector: Curved 21"/>
          <p:cNvCxnSpPr>
            <a:stCxn id="18" idx="3"/>
            <a:endCxn id="14" idx="1"/>
          </p:cNvCxnSpPr>
          <p:nvPr/>
        </p:nvCxnSpPr>
        <p:spPr>
          <a:xfrm flipH="1">
            <a:off x="2301240" y="5828030"/>
            <a:ext cx="3279775" cy="3175"/>
          </a:xfrm>
          <a:prstGeom prst="curvedConnector5">
            <a:avLst>
              <a:gd name="adj1" fmla="val -7260"/>
              <a:gd name="adj2" fmla="val 23620000"/>
              <a:gd name="adj3" fmla="val 107260"/>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1" idx="3"/>
            <a:endCxn id="14" idx="1"/>
          </p:cNvCxnSpPr>
          <p:nvPr/>
        </p:nvCxnSpPr>
        <p:spPr>
          <a:xfrm>
            <a:off x="1695757" y="5827790"/>
            <a:ext cx="605790"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Rectangle: Rounded Corners 26"/>
          <p:cNvSpPr/>
          <p:nvPr/>
        </p:nvSpPr>
        <p:spPr>
          <a:xfrm>
            <a:off x="6300251" y="5551975"/>
            <a:ext cx="927654"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Org</a:t>
            </a:r>
            <a:endParaRPr lang="en-US" sz="2800">
              <a:solidFill>
                <a:schemeClr val="tx1"/>
              </a:solidFill>
            </a:endParaRPr>
          </a:p>
        </p:txBody>
      </p:sp>
      <p:cxnSp>
        <p:nvCxnSpPr>
          <p:cNvPr id="28" name="Straight Arrow Connector 27"/>
          <p:cNvCxnSpPr>
            <a:stCxn id="18" idx="3"/>
            <a:endCxn id="27" idx="1"/>
          </p:cNvCxnSpPr>
          <p:nvPr/>
        </p:nvCxnSpPr>
        <p:spPr>
          <a:xfrm>
            <a:off x="5581322" y="5827790"/>
            <a:ext cx="718929" cy="1270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Connector: Curved 31"/>
          <p:cNvCxnSpPr>
            <a:stCxn id="14" idx="0"/>
            <a:endCxn id="27" idx="0"/>
          </p:cNvCxnSpPr>
          <p:nvPr/>
        </p:nvCxnSpPr>
        <p:spPr>
          <a:xfrm rot="16200000" flipH="1">
            <a:off x="4869815" y="3656965"/>
            <a:ext cx="12700" cy="3776980"/>
          </a:xfrm>
          <a:prstGeom prst="curvedConnector3">
            <a:avLst>
              <a:gd name="adj1" fmla="val -5945000"/>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6" name="Rectangle: Rounded Corners 45"/>
          <p:cNvSpPr/>
          <p:nvPr/>
        </p:nvSpPr>
        <p:spPr>
          <a:xfrm>
            <a:off x="7864007" y="5545624"/>
            <a:ext cx="927654"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City</a:t>
            </a:r>
            <a:endParaRPr lang="en-US" sz="2800">
              <a:solidFill>
                <a:schemeClr val="tx1"/>
              </a:solidFill>
            </a:endParaRPr>
          </a:p>
        </p:txBody>
      </p:sp>
      <p:cxnSp>
        <p:nvCxnSpPr>
          <p:cNvPr id="47" name="Straight Arrow Connector 46"/>
          <p:cNvCxnSpPr>
            <a:stCxn id="27" idx="3"/>
            <a:endCxn id="46" idx="1"/>
          </p:cNvCxnSpPr>
          <p:nvPr/>
        </p:nvCxnSpPr>
        <p:spPr>
          <a:xfrm flipV="1">
            <a:off x="7227905" y="5834139"/>
            <a:ext cx="636102" cy="6351"/>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0" name="Connector: Curved 49"/>
          <p:cNvCxnSpPr>
            <a:stCxn id="46" idx="1"/>
            <a:endCxn id="46" idx="0"/>
          </p:cNvCxnSpPr>
          <p:nvPr/>
        </p:nvCxnSpPr>
        <p:spPr>
          <a:xfrm rot="10800000" flipH="1">
            <a:off x="7864006" y="5545625"/>
            <a:ext cx="463827" cy="288515"/>
          </a:xfrm>
          <a:prstGeom prst="curvedConnector4">
            <a:avLst>
              <a:gd name="adj1" fmla="val -49286"/>
              <a:gd name="adj2" fmla="val 179233"/>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53" name="Rectangle: Rounded Corners 52"/>
          <p:cNvSpPr/>
          <p:nvPr/>
        </p:nvSpPr>
        <p:spPr>
          <a:xfrm>
            <a:off x="9207500" y="5551805"/>
            <a:ext cx="1200785" cy="577215"/>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State</a:t>
            </a:r>
            <a:endParaRPr lang="en-US" sz="2800">
              <a:solidFill>
                <a:schemeClr val="tx1"/>
              </a:solidFill>
            </a:endParaRPr>
          </a:p>
        </p:txBody>
      </p:sp>
      <p:cxnSp>
        <p:nvCxnSpPr>
          <p:cNvPr id="56" name="Straight Arrow Connector 55"/>
          <p:cNvCxnSpPr>
            <a:stCxn id="46" idx="3"/>
            <a:endCxn id="53" idx="1"/>
          </p:cNvCxnSpPr>
          <p:nvPr/>
        </p:nvCxnSpPr>
        <p:spPr>
          <a:xfrm>
            <a:off x="8791661" y="5834139"/>
            <a:ext cx="415925" cy="635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9" name="Rectangle: Rounded Corners 58"/>
          <p:cNvSpPr/>
          <p:nvPr/>
        </p:nvSpPr>
        <p:spPr>
          <a:xfrm>
            <a:off x="10852550" y="5539274"/>
            <a:ext cx="848141"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ZIP</a:t>
            </a:r>
            <a:endParaRPr lang="en-US" sz="2800">
              <a:solidFill>
                <a:schemeClr val="tx1"/>
              </a:solidFill>
            </a:endParaRPr>
          </a:p>
        </p:txBody>
      </p:sp>
      <p:cxnSp>
        <p:nvCxnSpPr>
          <p:cNvPr id="60" name="Straight Arrow Connector 59"/>
          <p:cNvCxnSpPr>
            <a:stCxn id="53" idx="3"/>
            <a:endCxn id="59" idx="1"/>
          </p:cNvCxnSpPr>
          <p:nvPr/>
        </p:nvCxnSpPr>
        <p:spPr>
          <a:xfrm flipV="1">
            <a:off x="10408426" y="5827790"/>
            <a:ext cx="444500" cy="1270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5" name="Connector: Curved 64"/>
          <p:cNvCxnSpPr>
            <a:stCxn id="27" idx="3"/>
            <a:endCxn id="27" idx="2"/>
          </p:cNvCxnSpPr>
          <p:nvPr/>
        </p:nvCxnSpPr>
        <p:spPr>
          <a:xfrm flipH="1">
            <a:off x="6764078" y="5840490"/>
            <a:ext cx="463827" cy="288515"/>
          </a:xfrm>
          <a:prstGeom prst="curvedConnector4">
            <a:avLst>
              <a:gd name="adj1" fmla="val -49286"/>
              <a:gd name="adj2" fmla="val 179233"/>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2" p14:bwMode="auto">
            <p14:nvContentPartPr>
              <p14:cNvPr id="12" name="Ink 11"/>
              <p14:cNvContentPartPr/>
              <p14:nvPr/>
            </p14:nvContentPartPr>
            <p14:xfrm>
              <a:off x="1332360" y="1319040"/>
              <a:ext cx="10402920" cy="5792040"/>
            </p14:xfrm>
          </p:contentPart>
        </mc:Choice>
        <mc:Fallback xmlns="">
          <p:pic>
            <p:nvPicPr>
              <p:cNvPr id="12" name="Ink 11"/>
            </p:nvPicPr>
            <p:blipFill>
              <a:blip r:embed="rId3"/>
            </p:blipFill>
            <p:spPr>
              <a:xfrm>
                <a:off x="1332360" y="1319040"/>
                <a:ext cx="10402920" cy="5792040"/>
              </a:xfrm>
              <a:prstGeom prst="rect"/>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Steps</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First we will describe a model where the arrows go from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sub>
                    </m:sSub>
                  </m:oMath>
                </a14:m>
                <a:r>
                  <a:rPr lang="en-US"/>
                  <a:t> to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sub>
                    </m:sSub>
                  </m:oMath>
                </a14:m>
                <a:r>
                  <a:rPr lang="en-US"/>
                  <a:t>, i.e., model </a:t>
                </a: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sub>
                        </m:sSub>
                      </m:e>
                    </m:d>
                  </m:oMath>
                </a14:m>
                <a:endParaRPr lang="en-US" i="1">
                  <a:latin typeface="DejaVu Math TeX Gyre" panose="02000503000000000000" charset="0"/>
                  <a:cs typeface="DejaVu Math TeX Gyre" panose="02000503000000000000" charset="0"/>
                </a:endParaRPr>
              </a:p>
              <a:p>
                <a:pPr lvl="1"/>
                <a:r>
                  <a:rPr lang="en-US"/>
                  <a:t>Standard Markov model</a:t>
                </a:r>
                <a:endParaRPr lang="en-US" i="1">
                  <a:latin typeface="DejaVu Math TeX Gyre" panose="02000503000000000000" charset="0"/>
                  <a:cs typeface="DejaVu Math TeX Gyre" panose="02000503000000000000" charset="0"/>
                </a:endParaRPr>
              </a:p>
              <a:p>
                <a:r>
                  <a:rPr lang="en-US"/>
                  <a:t>Second we will flip the arrows, i.e., apply LR and SVM to model </a:t>
                </a: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sub>
                        </m:sSub>
                      </m:e>
                    </m:d>
                  </m:oMath>
                </a14:m>
                <a:endParaRPr lang="en-US" i="1">
                  <a:latin typeface="DejaVu Math TeX Gyre" panose="02000503000000000000" charset="0"/>
                  <a:cs typeface="DejaVu Math TeX Gyre" panose="02000503000000000000" charset="0"/>
                </a:endParaRPr>
              </a:p>
              <a:p>
                <a:r>
                  <a:rPr lang="en-US"/>
                  <a:t>In both cases,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sub>
                    </m:sSub>
                  </m:oMath>
                </a14:m>
                <a:r>
                  <a:rPr lang="en-US"/>
                  <a:t> will depend on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Transition and emission probabilities</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4930" y="2802255"/>
                <a:ext cx="6926580" cy="3970655"/>
              </a:xfrm>
            </p:spPr>
            <p:txBody>
              <a:bodyPr>
                <a:normAutofit fontScale="80000" lnSpcReduction="10000"/>
              </a:bodyPr>
              <a:lstStyle/>
              <a:p>
                <a:pPr>
                  <a:lnSpc>
                    <a:spcPct val="100000"/>
                  </a:lnSpc>
                </a:pPr>
                <a:r>
                  <a:rPr lang="en-US"/>
                  <a:t>Current state </a:t>
                </a:r>
                <a14:m>
                  <m:oMath xmlns:m="http://schemas.openxmlformats.org/officeDocument/2006/math">
                    <m:r>
                      <a:rPr lang="en-US" i="1" dirty="0" smtClean="0">
                        <a:latin typeface="Cambria Math" panose="02040503050406030204" pitchFamily="18" charset="0"/>
                      </a:rPr>
                      <m:t>𝑚</m:t>
                    </m:r>
                  </m:oMath>
                </a14:m>
                <a:r>
                  <a:rPr lang="en-US"/>
                  <a:t> to next state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𝑚</m:t>
                        </m:r>
                      </m:e>
                      <m:sup>
                        <m:r>
                          <a:rPr lang="en-US" b="0" i="1" dirty="0" smtClean="0">
                            <a:latin typeface="Cambria Math" panose="02040503050406030204" pitchFamily="18" charset="0"/>
                          </a:rPr>
                          <m:t>′</m:t>
                        </m:r>
                      </m:sup>
                    </m:sSup>
                  </m:oMath>
                </a14:m>
                <a:endParaRPr lang="en-US" b="0"/>
              </a:p>
              <a:p>
                <a:pPr lvl="1">
                  <a:lnSpc>
                    <a:spcPct val="100000"/>
                  </a:lnSpc>
                </a:pP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2</m:t>
                        </m:r>
                      </m:sup>
                    </m:sSup>
                  </m:oMath>
                </a14:m>
                <a:r>
                  <a:rPr lang="en-US"/>
                  <a:t> model parameters </a:t>
                </a:r>
                <a14:m>
                  <m:oMath xmlns:m="http://schemas.openxmlformats.org/officeDocument/2006/math">
                    <m:r>
                      <a:rPr lang="en-US" b="0" i="1" smtClean="0">
                        <a:effectLst>
                          <a:glow rad="228600">
                            <a:schemeClr val="accent4">
                              <a:satMod val="175000"/>
                              <a:alpha val="40000"/>
                            </a:schemeClr>
                          </a:glow>
                        </a:effectLst>
                        <a:latin typeface="Cambria Math" panose="02040503050406030204" pitchFamily="18" charset="0"/>
                      </a:rPr>
                      <m:t>𝜓</m:t>
                    </m:r>
                    <m:r>
                      <a:rPr lang="en-US" b="0" i="1" smtClean="0">
                        <a:effectLst>
                          <a:glow rad="228600">
                            <a:schemeClr val="accent4">
                              <a:satMod val="175000"/>
                              <a:alpha val="40000"/>
                            </a:schemeClr>
                          </a:glow>
                        </a:effectLst>
                        <a:latin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rPr>
                      <m:t>𝑚</m:t>
                    </m:r>
                    <m:r>
                      <a:rPr lang="en-US" b="0" i="1" smtClean="0">
                        <a:effectLst>
                          <a:glow rad="228600">
                            <a:schemeClr val="accent4">
                              <a:satMod val="175000"/>
                              <a:alpha val="40000"/>
                            </a:schemeClr>
                          </a:glow>
                        </a:effectLst>
                        <a:latin typeface="Cambria Math" panose="02040503050406030204" pitchFamily="18" charset="0"/>
                      </a:rPr>
                      <m:t>→</m:t>
                    </m:r>
                    <m:sSup>
                      <m:sSupPr>
                        <m:ctrlPr>
                          <a:rPr lang="en-US" b="0" i="1" smtClean="0">
                            <a:effectLst>
                              <a:glow rad="228600">
                                <a:schemeClr val="accent4">
                                  <a:satMod val="175000"/>
                                  <a:alpha val="40000"/>
                                </a:schemeClr>
                              </a:glow>
                            </a:effectLst>
                            <a:latin typeface="Cambria Math" panose="02040503050406030204" pitchFamily="18" charset="0"/>
                          </a:rPr>
                        </m:ctrlPr>
                      </m:sSupPr>
                      <m:e>
                        <m:r>
                          <a:rPr lang="en-US" b="0" i="1" smtClean="0">
                            <a:effectLst>
                              <a:glow rad="228600">
                                <a:schemeClr val="accent4">
                                  <a:satMod val="175000"/>
                                  <a:alpha val="40000"/>
                                </a:schemeClr>
                              </a:glow>
                            </a:effectLst>
                            <a:latin typeface="Cambria Math" panose="02040503050406030204" pitchFamily="18" charset="0"/>
                          </a:rPr>
                          <m:t>𝑚</m:t>
                        </m:r>
                      </m:e>
                      <m:sup>
                        <m:r>
                          <a:rPr lang="en-US" b="0" i="1" smtClean="0">
                            <a:effectLst>
                              <a:glow rad="228600">
                                <a:schemeClr val="accent4">
                                  <a:satMod val="175000"/>
                                  <a:alpha val="40000"/>
                                </a:schemeClr>
                              </a:glow>
                            </a:effectLst>
                            <a:latin typeface="Cambria Math" panose="02040503050406030204" pitchFamily="18" charset="0"/>
                          </a:rPr>
                          <m:t>′</m:t>
                        </m:r>
                      </m:sup>
                    </m:sSup>
                    <m:r>
                      <a:rPr lang="en-US" b="0" i="1" smtClean="0">
                        <a:effectLst>
                          <a:glow rad="228600">
                            <a:schemeClr val="accent4">
                              <a:satMod val="175000"/>
                              <a:alpha val="40000"/>
                            </a:schemeClr>
                          </a:glow>
                        </a:effectLst>
                        <a:latin typeface="Cambria Math" panose="02040503050406030204" pitchFamily="18" charset="0"/>
                      </a:rPr>
                      <m:t>)</m:t>
                    </m:r>
                  </m:oMath>
                </a14:m>
                <a:endParaRPr lang="en-US"/>
              </a:p>
              <a:p>
                <a:pPr lvl="1">
                  <a:lnSpc>
                    <a:spcPct val="100000"/>
                  </a:lnSpc>
                </a:pPr>
                <a14:m>
                  <m:oMath xmlns:m="http://schemas.openxmlformats.org/officeDocument/2006/math">
                    <m:nary>
                      <m:naryPr>
                        <m:chr m:val="∑"/>
                        <m:supHide m:val="on"/>
                        <m:ctrlPr>
                          <a:rPr lang="en-US" i="1" smtClean="0">
                            <a:latin typeface="Cambria Math" panose="02040503050406030204" pitchFamily="18" charset="0"/>
                          </a:rPr>
                        </m:ctrlPr>
                      </m:naryPr>
                      <m:sub>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𝑚</m:t>
                            </m:r>
                          </m:e>
                          <m:sup>
                            <m:r>
                              <a:rPr lang="en-US" b="0" i="1" smtClean="0">
                                <a:latin typeface="Cambria Math" panose="02040503050406030204" pitchFamily="18" charset="0"/>
                              </a:rPr>
                              <m:t>′</m:t>
                            </m:r>
                          </m:sup>
                        </m:sSup>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r>
                          <a:rPr lang="en-US" b="0" i="1" smtClean="0">
                            <a:latin typeface="Cambria Math" panose="02040503050406030204" pitchFamily="18" charset="0"/>
                          </a:rPr>
                          <m:t>1</m:t>
                        </m:r>
                      </m:e>
                    </m:nary>
                  </m:oMath>
                </a14:m>
                <a:r>
                  <a:rPr lang="en-US"/>
                  <a:t> for each </a:t>
                </a:r>
                <a14:m>
                  <m:oMath xmlns:m="http://schemas.openxmlformats.org/officeDocument/2006/math">
                    <m:r>
                      <a:rPr lang="en-US" i="1" dirty="0" smtClean="0">
                        <a:latin typeface="Cambria Math" panose="02040503050406030204" pitchFamily="18" charset="0"/>
                      </a:rPr>
                      <m:t>𝑚</m:t>
                    </m:r>
                  </m:oMath>
                </a14:m>
                <a:endParaRPr lang="en-US"/>
              </a:p>
              <a:p>
                <a:pPr>
                  <a:lnSpc>
                    <a:spcPct val="100000"/>
                  </a:lnSpc>
                </a:pPr>
                <a:r>
                  <a:rPr lang="en-US"/>
                  <a:t>In each state, sample a word </a:t>
                </a:r>
                <a14:m>
                  <m:oMath xmlns:m="http://schemas.openxmlformats.org/officeDocument/2006/math">
                    <m:r>
                      <a:rPr lang="en-US" i="1" dirty="0" smtClean="0">
                        <a:latin typeface="Cambria Math" panose="02040503050406030204" pitchFamily="18" charset="0"/>
                      </a:rPr>
                      <m:t>𝑛</m:t>
                    </m:r>
                  </m:oMath>
                </a14:m>
                <a:r>
                  <a:rPr lang="en-US"/>
                  <a:t> to emit from multinomial distribution</a:t>
                </a:r>
                <a:endParaRPr lang="en-US"/>
              </a:p>
              <a:p>
                <a:pPr lvl="1">
                  <a:lnSpc>
                    <a:spcPct val="100000"/>
                  </a:lnSpc>
                </a:pPr>
                <a14:m>
                  <m:oMath xmlns:m="http://schemas.openxmlformats.org/officeDocument/2006/math">
                    <m:r>
                      <a:rPr lang="en-US" b="0" i="1" dirty="0" smtClean="0">
                        <a:latin typeface="Cambria Math" panose="02040503050406030204" pitchFamily="18" charset="0"/>
                      </a:rPr>
                      <m:t>𝑀𝑁</m:t>
                    </m:r>
                  </m:oMath>
                </a14:m>
                <a:r>
                  <a:rPr lang="en-US"/>
                  <a:t> model parameters </a:t>
                </a:r>
                <a14:m>
                  <m:oMath xmlns:m="http://schemas.openxmlformats.org/officeDocument/2006/math">
                    <m:r>
                      <a:rPr lang="en-US" b="0" i="1" smtClean="0">
                        <a:effectLst>
                          <a:glow rad="228600">
                            <a:schemeClr val="accent4">
                              <a:satMod val="175000"/>
                              <a:alpha val="40000"/>
                            </a:schemeClr>
                          </a:glow>
                        </a:effectLst>
                        <a:latin typeface="Cambria Math" panose="02040503050406030204" pitchFamily="18" charset="0"/>
                      </a:rPr>
                      <m:t>𝜆</m:t>
                    </m:r>
                    <m:r>
                      <a:rPr lang="en-US" b="0" i="1" smtClean="0">
                        <a:effectLst>
                          <a:glow rad="228600">
                            <a:schemeClr val="accent4">
                              <a:satMod val="175000"/>
                              <a:alpha val="40000"/>
                            </a:schemeClr>
                          </a:glow>
                        </a:effectLst>
                        <a:latin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rPr>
                      <m:t>𝑚</m:t>
                    </m:r>
                    <m:r>
                      <a:rPr lang="en-US" b="0" i="1" smtClean="0">
                        <a:effectLst>
                          <a:glow rad="228600">
                            <a:schemeClr val="accent4">
                              <a:satMod val="175000"/>
                              <a:alpha val="40000"/>
                            </a:schemeClr>
                          </a:glow>
                        </a:effectLst>
                        <a:latin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rPr>
                      <m:t>𝑛</m:t>
                    </m:r>
                    <m:r>
                      <a:rPr lang="en-US" b="0" i="1" smtClean="0">
                        <a:effectLst>
                          <a:glow rad="228600">
                            <a:schemeClr val="accent4">
                              <a:satMod val="175000"/>
                              <a:alpha val="40000"/>
                            </a:schemeClr>
                          </a:glow>
                        </a:effectLst>
                        <a:latin typeface="Cambria Math" panose="02040503050406030204" pitchFamily="18" charset="0"/>
                      </a:rPr>
                      <m:t>)</m:t>
                    </m:r>
                  </m:oMath>
                </a14:m>
                <a:endParaRPr lang="en-US"/>
              </a:p>
              <a:p>
                <a:pPr lvl="1">
                  <a:lnSpc>
                    <a:spcPct val="100000"/>
                  </a:lnSpc>
                </a:pPr>
                <a14:m>
                  <m:oMath xmlns:m="http://schemas.openxmlformats.org/officeDocument/2006/math">
                    <m:nary>
                      <m:naryPr>
                        <m:chr m:val="∑"/>
                        <m:limLoc m:val="subSup"/>
                        <m:supHide m:val="on"/>
                        <m:ctrlPr>
                          <a:rPr lang="en-US" i="1" smtClean="0">
                            <a:latin typeface="Cambria Math" panose="02040503050406030204" pitchFamily="18" charset="0"/>
                          </a:rPr>
                        </m:ctrlPr>
                      </m:naryPr>
                      <m:sub>
                        <m:r>
                          <m:rPr>
                            <m:brk m:alnAt="9"/>
                          </m:rPr>
                          <a:rPr lang="en-US" b="0" i="1" smtClean="0">
                            <a:latin typeface="Cambria Math" panose="02040503050406030204" pitchFamily="18" charset="0"/>
                          </a:rPr>
                          <m:t>𝑛</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e>
                        </m:func>
                        <m:r>
                          <a:rPr lang="en-US" b="0" i="1" smtClean="0">
                            <a:latin typeface="Cambria Math" panose="02040503050406030204" pitchFamily="18" charset="0"/>
                          </a:rPr>
                          <m:t>=</m:t>
                        </m:r>
                        <m:r>
                          <a:rPr lang="en-US" b="0" i="1" smtClean="0">
                            <a:latin typeface="Cambria Math" panose="02040503050406030204" pitchFamily="18" charset="0"/>
                          </a:rPr>
                          <m:t>1</m:t>
                        </m:r>
                      </m:e>
                    </m:nary>
                  </m:oMath>
                </a14:m>
                <a:r>
                  <a:rPr lang="en-US"/>
                  <a:t> for each state </a:t>
                </a:r>
                <a14:m>
                  <m:oMath xmlns:m="http://schemas.openxmlformats.org/officeDocument/2006/math">
                    <m:r>
                      <a:rPr lang="en-US" i="1" dirty="0" smtClean="0">
                        <a:latin typeface="Cambria Math" panose="02040503050406030204" pitchFamily="18" charset="0"/>
                      </a:rPr>
                      <m:t>𝑚</m:t>
                    </m:r>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xfrm>
                <a:off x="74930" y="2802255"/>
                <a:ext cx="6926580" cy="3970655"/>
              </a:xfrm>
              <a:blipFill rotWithShape="1">
                <a:blip r:embed="rId1"/>
                <a:stretch>
                  <a:fillRect/>
                </a:stretch>
              </a:blipFill>
            </p:spPr>
            <p:txBody>
              <a:bodyPr/>
              <a:lstStyle/>
              <a:p>
                <a:r>
                  <a:rPr lang="en-US" altLang="en-US">
                    <a:noFill/>
                  </a:rPr>
                  <a:t> </a:t>
                </a:r>
              </a:p>
            </p:txBody>
          </p:sp>
        </mc:Fallback>
      </mc:AlternateContent>
      <p:sp>
        <p:nvSpPr>
          <p:cNvPr id="4" name="Rectangle: Rounded Corners 3"/>
          <p:cNvSpPr/>
          <p:nvPr/>
        </p:nvSpPr>
        <p:spPr>
          <a:xfrm>
            <a:off x="659603" y="1448413"/>
            <a:ext cx="1017104"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Title</a:t>
            </a:r>
            <a:endParaRPr lang="en-US" sz="2800">
              <a:solidFill>
                <a:schemeClr val="tx1"/>
              </a:solidFill>
            </a:endParaRPr>
          </a:p>
        </p:txBody>
      </p:sp>
      <p:cxnSp>
        <p:nvCxnSpPr>
          <p:cNvPr id="5" name="Connector: Curved 4"/>
          <p:cNvCxnSpPr>
            <a:stCxn id="4" idx="1"/>
            <a:endCxn id="4" idx="0"/>
          </p:cNvCxnSpPr>
          <p:nvPr/>
        </p:nvCxnSpPr>
        <p:spPr>
          <a:xfrm rot="10800000" flipH="1">
            <a:off x="659603" y="1448414"/>
            <a:ext cx="508552" cy="288515"/>
          </a:xfrm>
          <a:prstGeom prst="curvedConnector4">
            <a:avLst>
              <a:gd name="adj1" fmla="val -44951"/>
              <a:gd name="adj2" fmla="val 179233"/>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 name="Rectangle: Rounded Corners 5"/>
          <p:cNvSpPr/>
          <p:nvPr/>
        </p:nvSpPr>
        <p:spPr>
          <a:xfrm>
            <a:off x="2231390" y="1448435"/>
            <a:ext cx="1405890" cy="577215"/>
          </a:xfrm>
          <a:prstGeom prst="roundRect">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bg1"/>
                </a:solidFill>
              </a:rPr>
              <a:t>Author</a:t>
            </a:r>
            <a:endParaRPr lang="en-US" sz="2800">
              <a:solidFill>
                <a:schemeClr val="bg1"/>
              </a:solidFill>
            </a:endParaRPr>
          </a:p>
        </p:txBody>
      </p:sp>
      <p:cxnSp>
        <p:nvCxnSpPr>
          <p:cNvPr id="7" name="Connector: Curved 6"/>
          <p:cNvCxnSpPr>
            <a:stCxn id="6" idx="1"/>
            <a:endCxn id="6" idx="0"/>
          </p:cNvCxnSpPr>
          <p:nvPr/>
        </p:nvCxnSpPr>
        <p:spPr>
          <a:xfrm rot="10800000" flipH="1">
            <a:off x="2231390" y="1448435"/>
            <a:ext cx="702945" cy="288925"/>
          </a:xfrm>
          <a:prstGeom prst="curvedConnector4">
            <a:avLst>
              <a:gd name="adj1" fmla="val -33875"/>
              <a:gd name="adj2" fmla="val 182418"/>
            </a:avLst>
          </a:prstGeom>
          <a:ln w="28575">
            <a:solidFill>
              <a:schemeClr val="accent2">
                <a:lumMod val="75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8" name="Rectangle: Rounded Corners 7"/>
          <p:cNvSpPr/>
          <p:nvPr/>
        </p:nvSpPr>
        <p:spPr>
          <a:xfrm>
            <a:off x="4310576" y="1448413"/>
            <a:ext cx="1252331"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Email</a:t>
            </a:r>
            <a:endParaRPr lang="en-US" sz="2800">
              <a:solidFill>
                <a:schemeClr val="tx1"/>
              </a:solidFill>
            </a:endParaRPr>
          </a:p>
        </p:txBody>
      </p:sp>
      <p:cxnSp>
        <p:nvCxnSpPr>
          <p:cNvPr id="9" name="Straight Arrow Connector 8"/>
          <p:cNvCxnSpPr>
            <a:stCxn id="6" idx="3"/>
            <a:endCxn id="8" idx="1"/>
          </p:cNvCxnSpPr>
          <p:nvPr/>
        </p:nvCxnSpPr>
        <p:spPr>
          <a:xfrm>
            <a:off x="3637559" y="1737563"/>
            <a:ext cx="673100" cy="0"/>
          </a:xfrm>
          <a:prstGeom prst="straightConnector1">
            <a:avLst/>
          </a:prstGeom>
          <a:ln w="28575">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nector: Curved 9"/>
          <p:cNvCxnSpPr>
            <a:stCxn id="8" idx="3"/>
            <a:endCxn id="6" idx="1"/>
          </p:cNvCxnSpPr>
          <p:nvPr/>
        </p:nvCxnSpPr>
        <p:spPr>
          <a:xfrm flipH="1">
            <a:off x="2231390" y="1737360"/>
            <a:ext cx="3331210" cy="3175"/>
          </a:xfrm>
          <a:prstGeom prst="curvedConnector5">
            <a:avLst>
              <a:gd name="adj1" fmla="val -7148"/>
              <a:gd name="adj2" fmla="val 19800000"/>
              <a:gd name="adj3" fmla="val 107148"/>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 idx="3"/>
            <a:endCxn id="6" idx="1"/>
          </p:cNvCxnSpPr>
          <p:nvPr/>
        </p:nvCxnSpPr>
        <p:spPr>
          <a:xfrm>
            <a:off x="1677342" y="1737563"/>
            <a:ext cx="554355"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Rectangle: Rounded Corners 11"/>
          <p:cNvSpPr/>
          <p:nvPr/>
        </p:nvSpPr>
        <p:spPr>
          <a:xfrm>
            <a:off x="6281836" y="1461113"/>
            <a:ext cx="927654"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Org</a:t>
            </a:r>
            <a:endParaRPr lang="en-US" sz="2800">
              <a:solidFill>
                <a:schemeClr val="tx1"/>
              </a:solidFill>
            </a:endParaRPr>
          </a:p>
        </p:txBody>
      </p:sp>
      <p:cxnSp>
        <p:nvCxnSpPr>
          <p:cNvPr id="13" name="Straight Arrow Connector 12"/>
          <p:cNvCxnSpPr>
            <a:stCxn id="8" idx="3"/>
            <a:endCxn id="12" idx="1"/>
          </p:cNvCxnSpPr>
          <p:nvPr/>
        </p:nvCxnSpPr>
        <p:spPr>
          <a:xfrm>
            <a:off x="5562907" y="1736928"/>
            <a:ext cx="718929" cy="1270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nector: Curved 13"/>
          <p:cNvCxnSpPr>
            <a:stCxn id="6" idx="0"/>
            <a:endCxn id="12" idx="0"/>
          </p:cNvCxnSpPr>
          <p:nvPr/>
        </p:nvCxnSpPr>
        <p:spPr>
          <a:xfrm rot="16200000" flipH="1">
            <a:off x="4833938" y="-451167"/>
            <a:ext cx="12700" cy="3811905"/>
          </a:xfrm>
          <a:prstGeom prst="curvedConnector3">
            <a:avLst>
              <a:gd name="adj1" fmla="val -1877500"/>
            </a:avLst>
          </a:prstGeom>
          <a:ln w="3810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Rectangle: Rounded Corners 14"/>
          <p:cNvSpPr/>
          <p:nvPr/>
        </p:nvSpPr>
        <p:spPr>
          <a:xfrm>
            <a:off x="7845592" y="1454762"/>
            <a:ext cx="927654"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City</a:t>
            </a:r>
            <a:endParaRPr lang="en-US" sz="2800">
              <a:solidFill>
                <a:schemeClr val="tx1"/>
              </a:solidFill>
            </a:endParaRPr>
          </a:p>
        </p:txBody>
      </p:sp>
      <p:cxnSp>
        <p:nvCxnSpPr>
          <p:cNvPr id="16" name="Straight Arrow Connector 15"/>
          <p:cNvCxnSpPr>
            <a:stCxn id="12" idx="3"/>
            <a:endCxn id="15" idx="1"/>
          </p:cNvCxnSpPr>
          <p:nvPr/>
        </p:nvCxnSpPr>
        <p:spPr>
          <a:xfrm flipV="1">
            <a:off x="7209490" y="1743277"/>
            <a:ext cx="636102" cy="6351"/>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nector: Curved 16"/>
          <p:cNvCxnSpPr>
            <a:stCxn id="15" idx="1"/>
            <a:endCxn id="15" idx="0"/>
          </p:cNvCxnSpPr>
          <p:nvPr/>
        </p:nvCxnSpPr>
        <p:spPr>
          <a:xfrm rot="10800000" flipH="1">
            <a:off x="7845591" y="1454763"/>
            <a:ext cx="463827" cy="288515"/>
          </a:xfrm>
          <a:prstGeom prst="curvedConnector4">
            <a:avLst>
              <a:gd name="adj1" fmla="val -49286"/>
              <a:gd name="adj2" fmla="val 179233"/>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8" name="Rectangle: Rounded Corners 17"/>
          <p:cNvSpPr/>
          <p:nvPr/>
        </p:nvSpPr>
        <p:spPr>
          <a:xfrm>
            <a:off x="9263380" y="1461135"/>
            <a:ext cx="1126490" cy="577215"/>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State</a:t>
            </a:r>
            <a:endParaRPr lang="en-US" sz="2800">
              <a:solidFill>
                <a:schemeClr val="tx1"/>
              </a:solidFill>
            </a:endParaRPr>
          </a:p>
        </p:txBody>
      </p:sp>
      <p:cxnSp>
        <p:nvCxnSpPr>
          <p:cNvPr id="19" name="Connector: Curved 18"/>
          <p:cNvCxnSpPr>
            <a:stCxn id="18" idx="1"/>
            <a:endCxn id="18" idx="0"/>
          </p:cNvCxnSpPr>
          <p:nvPr/>
        </p:nvCxnSpPr>
        <p:spPr>
          <a:xfrm rot="10800000" flipH="1">
            <a:off x="9263380" y="1461135"/>
            <a:ext cx="563245" cy="288925"/>
          </a:xfrm>
          <a:prstGeom prst="curvedConnector4">
            <a:avLst>
              <a:gd name="adj1" fmla="val -42277"/>
              <a:gd name="adj2" fmla="val 182418"/>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5" idx="3"/>
            <a:endCxn id="18" idx="1"/>
          </p:cNvCxnSpPr>
          <p:nvPr/>
        </p:nvCxnSpPr>
        <p:spPr>
          <a:xfrm>
            <a:off x="8773246" y="1743912"/>
            <a:ext cx="490220" cy="635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Rectangle: Rounded Corners 20"/>
          <p:cNvSpPr/>
          <p:nvPr/>
        </p:nvSpPr>
        <p:spPr>
          <a:xfrm>
            <a:off x="10834135" y="1448412"/>
            <a:ext cx="848141" cy="57703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ZIP</a:t>
            </a:r>
            <a:endParaRPr lang="en-US" sz="2800">
              <a:solidFill>
                <a:schemeClr val="tx1"/>
              </a:solidFill>
            </a:endParaRPr>
          </a:p>
        </p:txBody>
      </p:sp>
      <p:cxnSp>
        <p:nvCxnSpPr>
          <p:cNvPr id="22" name="Straight Arrow Connector 21"/>
          <p:cNvCxnSpPr>
            <a:stCxn id="18" idx="3"/>
            <a:endCxn id="21" idx="1"/>
          </p:cNvCxnSpPr>
          <p:nvPr/>
        </p:nvCxnSpPr>
        <p:spPr>
          <a:xfrm flipV="1">
            <a:off x="10390011" y="1737563"/>
            <a:ext cx="444500" cy="1270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100590" y="885863"/>
            <a:ext cx="508473" cy="400110"/>
          </a:xfrm>
          <a:prstGeom prst="rect">
            <a:avLst/>
          </a:prstGeom>
          <a:noFill/>
        </p:spPr>
        <p:txBody>
          <a:bodyPr wrap="none" rtlCol="0">
            <a:spAutoFit/>
          </a:bodyPr>
          <a:lstStyle/>
          <a:p>
            <a:r>
              <a:rPr lang="en-US" sz="2000" b="1">
                <a:solidFill>
                  <a:schemeClr val="accent2">
                    <a:lumMod val="75000"/>
                  </a:schemeClr>
                </a:solidFill>
              </a:rPr>
              <a:t>0.5</a:t>
            </a:r>
            <a:endParaRPr lang="en-US" sz="2000" b="1">
              <a:solidFill>
                <a:schemeClr val="accent2">
                  <a:lumMod val="75000"/>
                </a:schemeClr>
              </a:solidFill>
            </a:endParaRPr>
          </a:p>
        </p:txBody>
      </p:sp>
      <p:sp>
        <p:nvSpPr>
          <p:cNvPr id="24" name="TextBox 23"/>
          <p:cNvSpPr txBox="1"/>
          <p:nvPr/>
        </p:nvSpPr>
        <p:spPr>
          <a:xfrm>
            <a:off x="4053935" y="871382"/>
            <a:ext cx="513282" cy="400110"/>
          </a:xfrm>
          <a:prstGeom prst="rect">
            <a:avLst/>
          </a:prstGeom>
          <a:noFill/>
        </p:spPr>
        <p:txBody>
          <a:bodyPr wrap="none" rtlCol="0">
            <a:spAutoFit/>
          </a:bodyPr>
          <a:lstStyle/>
          <a:p>
            <a:r>
              <a:rPr lang="en-US" sz="2000" b="1">
                <a:solidFill>
                  <a:schemeClr val="accent2">
                    <a:lumMod val="75000"/>
                  </a:schemeClr>
                </a:solidFill>
              </a:rPr>
              <a:t>0.2</a:t>
            </a:r>
            <a:endParaRPr lang="en-US" sz="2000" b="1">
              <a:solidFill>
                <a:schemeClr val="accent2">
                  <a:lumMod val="75000"/>
                </a:schemeClr>
              </a:solidFill>
            </a:endParaRPr>
          </a:p>
        </p:txBody>
      </p:sp>
      <p:sp>
        <p:nvSpPr>
          <p:cNvPr id="25" name="TextBox 24"/>
          <p:cNvSpPr txBox="1"/>
          <p:nvPr/>
        </p:nvSpPr>
        <p:spPr>
          <a:xfrm>
            <a:off x="3628328" y="1736927"/>
            <a:ext cx="513282" cy="400110"/>
          </a:xfrm>
          <a:prstGeom prst="rect">
            <a:avLst/>
          </a:prstGeom>
          <a:noFill/>
        </p:spPr>
        <p:txBody>
          <a:bodyPr wrap="none" rtlCol="0">
            <a:spAutoFit/>
          </a:bodyPr>
          <a:lstStyle/>
          <a:p>
            <a:r>
              <a:rPr lang="en-US" sz="2000" b="1">
                <a:solidFill>
                  <a:schemeClr val="accent2">
                    <a:lumMod val="75000"/>
                  </a:schemeClr>
                </a:solidFill>
              </a:rPr>
              <a:t>0.3</a:t>
            </a:r>
            <a:endParaRPr lang="en-US" sz="2000" b="1">
              <a:solidFill>
                <a:schemeClr val="accent2">
                  <a:lumMod val="75000"/>
                </a:schemeClr>
              </a:solidFill>
            </a:endParaRPr>
          </a:p>
        </p:txBody>
      </p:sp>
      <p:cxnSp>
        <p:nvCxnSpPr>
          <p:cNvPr id="26" name="Connector: Curved 25"/>
          <p:cNvCxnSpPr>
            <a:stCxn id="12" idx="3"/>
            <a:endCxn id="12" idx="2"/>
          </p:cNvCxnSpPr>
          <p:nvPr/>
        </p:nvCxnSpPr>
        <p:spPr>
          <a:xfrm flipH="1">
            <a:off x="6745663" y="1749628"/>
            <a:ext cx="463827" cy="288515"/>
          </a:xfrm>
          <a:prstGeom prst="curvedConnector4">
            <a:avLst>
              <a:gd name="adj1" fmla="val -49286"/>
              <a:gd name="adj2" fmla="val 179233"/>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9" name="Table 28"/>
              <p:cNvGraphicFramePr>
                <a:graphicFrameLocks noGrp="1"/>
              </p:cNvGraphicFramePr>
              <p:nvPr/>
            </p:nvGraphicFramePr>
            <p:xfrm>
              <a:off x="7414137" y="3432466"/>
              <a:ext cx="4495653" cy="3016318"/>
            </p:xfrm>
            <a:graphic>
              <a:graphicData uri="http://schemas.openxmlformats.org/drawingml/2006/table">
                <a:tbl>
                  <a:tblPr firstRow="1" bandRow="1">
                    <a:tableStyleId>{5C22544A-7EE6-4342-B048-85BDC9FD1C3A}</a:tableStyleId>
                  </a:tblPr>
                  <a:tblGrid>
                    <a:gridCol w="1046058"/>
                    <a:gridCol w="229973"/>
                    <a:gridCol w="229973"/>
                    <a:gridCol w="229973"/>
                    <a:gridCol w="229973"/>
                    <a:gridCol w="229973"/>
                    <a:gridCol w="229973"/>
                    <a:gridCol w="229973"/>
                    <a:gridCol w="229973"/>
                    <a:gridCol w="229973"/>
                    <a:gridCol w="229973"/>
                    <a:gridCol w="229973"/>
                    <a:gridCol w="229973"/>
                    <a:gridCol w="229973"/>
                    <a:gridCol w="229973"/>
                    <a:gridCol w="229973"/>
                  </a:tblGrid>
                  <a:tr h="1166011">
                    <a:tc>
                      <a:txBody>
                        <a:bodyPr/>
                        <a:lstStyle/>
                        <a:p>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rPr>
                                  <m:t>𝜆</m:t>
                                </m:r>
                                <m:r>
                                  <a:rPr lang="en-US" sz="1800" b="0" i="1" smtClean="0">
                                    <a:effectLst/>
                                    <a:latin typeface="Cambria Math" panose="02040503050406030204" pitchFamily="18" charset="0"/>
                                  </a:rPr>
                                  <m:t>(</m:t>
                                </m:r>
                                <m:r>
                                  <a:rPr lang="en-US" sz="1800" b="0" i="1" smtClean="0">
                                    <a:effectLst/>
                                    <a:latin typeface="Cambria Math" panose="02040503050406030204" pitchFamily="18" charset="0"/>
                                  </a:rPr>
                                  <m:t>𝑚</m:t>
                                </m:r>
                                <m:r>
                                  <a:rPr lang="en-US" sz="1800" b="0" i="1" smtClean="0">
                                    <a:effectLst/>
                                    <a:latin typeface="Cambria Math" panose="02040503050406030204" pitchFamily="18" charset="0"/>
                                  </a:rPr>
                                  <m:t>↑</m:t>
                                </m:r>
                                <m:r>
                                  <a:rPr lang="en-US" sz="1800" b="0" i="1" smtClean="0">
                                    <a:effectLst/>
                                    <a:latin typeface="Cambria Math" panose="02040503050406030204" pitchFamily="18" charset="0"/>
                                  </a:rPr>
                                  <m:t>𝑛</m:t>
                                </m:r>
                                <m:r>
                                  <a:rPr lang="en-US" sz="1800" b="0" i="1" smtClean="0">
                                    <a:effectLst/>
                                    <a:latin typeface="Cambria Math" panose="02040503050406030204" pitchFamily="18" charset="0"/>
                                    <a:ea typeface="MS Mincho" charset="0"/>
                                    <a:cs typeface="Cambria Math" panose="02040503050406030204" pitchFamily="18" charset="0"/>
                                  </a:rPr>
                                  <m:t>)</m:t>
                                </m:r>
                              </m:oMath>
                            </m:oMathPara>
                          </a14:m>
                          <a:endParaRPr lang="en-US" sz="1800" b="0" i="1">
                            <a:effectLst/>
                            <a:latin typeface="Cambria Math" panose="02040503050406030204" pitchFamily="18" charset="0"/>
                          </a:endParaRPr>
                        </a:p>
                      </a:txBody>
                      <a:tcPr vert="vert270"/>
                    </a:tc>
                    <a:tc>
                      <a:txBody>
                        <a:bodyPr/>
                        <a:lstStyle/>
                        <a:p>
                          <a:pPr algn="ctr"/>
                          <a:r>
                            <a:rPr lang="en-US" b="0"/>
                            <a:t>Research</a:t>
                          </a:r>
                          <a:endParaRPr lang="en-US" b="0"/>
                        </a:p>
                      </a:txBody>
                      <a:tcPr vert="vert270" anchor="ctr"/>
                    </a:tc>
                    <a:tc>
                      <a:txBody>
                        <a:bodyPr/>
                        <a:lstStyle/>
                        <a:p>
                          <a:pPr algn="ctr"/>
                          <a:r>
                            <a:rPr lang="en-US" b="0"/>
                            <a:t>University</a:t>
                          </a:r>
                          <a:endParaRPr lang="en-US" b="0"/>
                        </a:p>
                      </a:txBody>
                      <a:tcPr vert="vert270" anchor="ctr"/>
                    </a:tc>
                    <a:tc>
                      <a:txBody>
                        <a:bodyPr/>
                        <a:lstStyle/>
                        <a:p>
                          <a:pPr algn="ctr"/>
                          <a:r>
                            <a:rPr lang="en-US" b="0"/>
                            <a:t>Lab</a:t>
                          </a:r>
                          <a:endParaRPr lang="en-US" b="0"/>
                        </a:p>
                      </a:txBody>
                      <a:tcPr vert="vert270" anchor="ctr"/>
                    </a:tc>
                    <a:tc>
                      <a:txBody>
                        <a:bodyPr/>
                        <a:lstStyle/>
                        <a:p>
                          <a:pPr algn="ctr"/>
                          <a:r>
                            <a:rPr lang="en-US" b="0"/>
                            <a:t>Belief</a:t>
                          </a:r>
                          <a:endParaRPr lang="en-US" b="0"/>
                        </a:p>
                      </a:txBody>
                      <a:tcPr vert="vert270" anchor="ctr"/>
                    </a:tc>
                    <a:tc>
                      <a:txBody>
                        <a:bodyPr/>
                        <a:lstStyle/>
                        <a:p>
                          <a:pPr algn="ctr"/>
                          <a:r>
                            <a:rPr lang="en-US" b="0"/>
                            <a:t>Algorithm</a:t>
                          </a:r>
                          <a:endParaRPr lang="en-US" b="0"/>
                        </a:p>
                      </a:txBody>
                      <a:tcPr vert="vert270" anchor="ctr"/>
                    </a:tc>
                    <a:tc>
                      <a:txBody>
                        <a:bodyPr/>
                        <a:lstStyle/>
                        <a:p>
                          <a:pPr algn="ctr"/>
                          <a:r>
                            <a:rPr lang="en-US" b="0"/>
                            <a:t>Ronald</a:t>
                          </a:r>
                          <a:endParaRPr lang="en-US" b="0"/>
                        </a:p>
                      </a:txBody>
                      <a:tcPr vert="vert270" anchor="ctr"/>
                    </a:tc>
                    <a:tc>
                      <a:txBody>
                        <a:bodyPr/>
                        <a:lstStyle/>
                        <a:p>
                          <a:pPr algn="ctr"/>
                          <a:r>
                            <a:rPr lang="en-US" b="0" err="1"/>
                            <a:t>Bengio</a:t>
                          </a:r>
                          <a:endParaRPr lang="en-US" b="0" err="1"/>
                        </a:p>
                      </a:txBody>
                      <a:tcPr vert="vert270" anchor="ctr"/>
                    </a:tc>
                    <a:tc>
                      <a:txBody>
                        <a:bodyPr/>
                        <a:lstStyle/>
                        <a:p>
                          <a:pPr algn="ctr"/>
                          <a:r>
                            <a:rPr lang="en-US" b="0"/>
                            <a:t>Agarwal</a:t>
                          </a:r>
                          <a:endParaRPr lang="en-US" b="0"/>
                        </a:p>
                      </a:txBody>
                      <a:tcPr vert="vert270" anchor="ctr"/>
                    </a:tc>
                    <a:tc>
                      <a:txBody>
                        <a:bodyPr/>
                        <a:lstStyle/>
                        <a:p>
                          <a:pPr algn="ctr"/>
                          <a:r>
                            <a:rPr lang="en-US" b="0"/>
                            <a:t>New</a:t>
                          </a:r>
                          <a:endParaRPr lang="en-US" b="0"/>
                        </a:p>
                      </a:txBody>
                      <a:tcPr vert="vert270" anchor="ctr"/>
                    </a:tc>
                    <a:tc>
                      <a:txBody>
                        <a:bodyPr/>
                        <a:lstStyle/>
                        <a:p>
                          <a:pPr algn="ctr"/>
                          <a:r>
                            <a:rPr lang="en-US" b="0"/>
                            <a:t>Mumbai</a:t>
                          </a:r>
                          <a:endParaRPr lang="en-US" b="0"/>
                        </a:p>
                      </a:txBody>
                      <a:tcPr vert="vert270" anchor="ctr"/>
                    </a:tc>
                    <a:tc>
                      <a:txBody>
                        <a:bodyPr/>
                        <a:lstStyle/>
                        <a:p>
                          <a:pPr algn="ctr"/>
                          <a:r>
                            <a:rPr lang="en-US" b="0"/>
                            <a:t>York</a:t>
                          </a:r>
                          <a:endParaRPr lang="en-US" b="0"/>
                        </a:p>
                      </a:txBody>
                      <a:tcPr vert="vert270" anchor="ctr"/>
                    </a:tc>
                    <a:tc>
                      <a:txBody>
                        <a:bodyPr/>
                        <a:lstStyle/>
                        <a:p>
                          <a:pPr algn="ctr"/>
                          <a:r>
                            <a:rPr lang="en-US" b="0"/>
                            <a:t>Delhi</a:t>
                          </a:r>
                          <a:endParaRPr lang="en-US" b="0"/>
                        </a:p>
                      </a:txBody>
                      <a:tcPr vert="vert270" anchor="ctr"/>
                    </a:tc>
                    <a:tc>
                      <a:txBody>
                        <a:bodyPr/>
                        <a:lstStyle/>
                        <a:p>
                          <a:pPr algn="ctr"/>
                          <a:r>
                            <a:rPr lang="en-US" b="0"/>
                            <a:t>TX</a:t>
                          </a:r>
                          <a:endParaRPr lang="en-US" b="0"/>
                        </a:p>
                      </a:txBody>
                      <a:tcPr vert="vert270" anchor="ctr"/>
                    </a:tc>
                    <a:tc>
                      <a:txBody>
                        <a:bodyPr/>
                        <a:lstStyle/>
                        <a:p>
                          <a:pPr algn="ctr"/>
                          <a:r>
                            <a:rPr lang="en-US" b="0"/>
                            <a:t>Kerala</a:t>
                          </a:r>
                          <a:endParaRPr lang="en-US" b="0"/>
                        </a:p>
                      </a:txBody>
                      <a:tcPr vert="vert270" anchor="ctr"/>
                    </a:tc>
                    <a:tc>
                      <a:txBody>
                        <a:bodyPr/>
                        <a:lstStyle/>
                        <a:p>
                          <a:pPr algn="ctr"/>
                          <a:r>
                            <a:rPr lang="en-US" b="0"/>
                            <a:t>CA</a:t>
                          </a:r>
                          <a:endParaRPr lang="en-US" b="0"/>
                        </a:p>
                      </a:txBody>
                      <a:tcPr vert="vert270" anchor="ctr"/>
                    </a:tc>
                  </a:tr>
                  <a:tr h="371078">
                    <a:tc>
                      <a:txBody>
                        <a:bodyPr/>
                        <a:lstStyle/>
                        <a:p>
                          <a:r>
                            <a:rPr lang="en-US"/>
                            <a:t>Title</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r h="371078">
                    <a:tc>
                      <a:txBody>
                        <a:bodyPr/>
                        <a:lstStyle/>
                        <a:p>
                          <a:r>
                            <a:rPr lang="en-US"/>
                            <a:t>Author</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r h="371078">
                    <a:tc>
                      <a:txBody>
                        <a:bodyPr/>
                        <a:lstStyle/>
                        <a:p>
                          <a:r>
                            <a:rPr lang="en-US"/>
                            <a:t>Org</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r h="371078">
                    <a:tc>
                      <a:txBody>
                        <a:bodyPr/>
                        <a:lstStyle/>
                        <a:p>
                          <a:r>
                            <a:rPr lang="en-US"/>
                            <a:t>City</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r h="365995">
                    <a:tc>
                      <a:txBody>
                        <a:bodyPr/>
                        <a:lstStyle/>
                        <a:p>
                          <a:r>
                            <a:rPr lang="en-US"/>
                            <a:t>State</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bl>
              </a:graphicData>
            </a:graphic>
          </p:graphicFrame>
        </mc:Choice>
        <mc:Fallback xmlns="">
          <p:graphicFrame>
            <p:nvGraphicFramePr>
              <p:cNvPr id="29" name="Table 28"/>
              <p:cNvGraphicFramePr>
                <a:graphicFrameLocks noGrp="1"/>
              </p:cNvGraphicFramePr>
              <p:nvPr/>
            </p:nvGraphicFramePr>
            <p:xfrm>
              <a:off x="7414137" y="3432466"/>
              <a:ext cx="4495653" cy="3016318"/>
            </p:xfrm>
            <a:graphic>
              <a:graphicData uri="http://schemas.openxmlformats.org/drawingml/2006/table">
                <a:tbl>
                  <a:tblPr firstRow="1" bandRow="1">
                    <a:tableStyleId>{5C22544A-7EE6-4342-B048-85BDC9FD1C3A}</a:tableStyleId>
                  </a:tblPr>
                  <a:tblGrid>
                    <a:gridCol w="1046058"/>
                    <a:gridCol w="229973"/>
                    <a:gridCol w="229973"/>
                    <a:gridCol w="229973"/>
                    <a:gridCol w="229973"/>
                    <a:gridCol w="229973"/>
                    <a:gridCol w="229973"/>
                    <a:gridCol w="229973"/>
                    <a:gridCol w="229973"/>
                    <a:gridCol w="229973"/>
                    <a:gridCol w="229973"/>
                    <a:gridCol w="229973"/>
                    <a:gridCol w="229973"/>
                    <a:gridCol w="229973"/>
                    <a:gridCol w="229973"/>
                    <a:gridCol w="229973"/>
                  </a:tblGrid>
                  <a:tr h="1165860">
                    <a:tc>
                      <a:txBody>
                        <a:bodyPr/>
                        <a:lstStyle/>
                        <a:p>
                          <a:endParaRPr lang="en-US"/>
                        </a:p>
                      </a:txBody>
                      <a:tcPr vert="vert270">
                        <a:blipFill>
                          <a:blip r:embed="rId2"/>
                        </a:blipFill>
                      </a:tcPr>
                    </a:tc>
                    <a:tc>
                      <a:txBody>
                        <a:bodyPr/>
                        <a:lstStyle/>
                        <a:p>
                          <a:pPr algn="ctr"/>
                          <a:r>
                            <a:rPr lang="en-US" b="0"/>
                            <a:t>Research</a:t>
                          </a:r>
                          <a:endParaRPr lang="en-US" b="0"/>
                        </a:p>
                      </a:txBody>
                      <a:tcPr vert="vert270" anchor="ctr"/>
                    </a:tc>
                    <a:tc>
                      <a:txBody>
                        <a:bodyPr/>
                        <a:lstStyle/>
                        <a:p>
                          <a:pPr algn="ctr"/>
                          <a:r>
                            <a:rPr lang="en-US" b="0"/>
                            <a:t>University</a:t>
                          </a:r>
                          <a:endParaRPr lang="en-US" b="0"/>
                        </a:p>
                      </a:txBody>
                      <a:tcPr vert="vert270" anchor="ctr"/>
                    </a:tc>
                    <a:tc>
                      <a:txBody>
                        <a:bodyPr/>
                        <a:lstStyle/>
                        <a:p>
                          <a:pPr algn="ctr"/>
                          <a:r>
                            <a:rPr lang="en-US" b="0"/>
                            <a:t>Lab</a:t>
                          </a:r>
                          <a:endParaRPr lang="en-US" b="0"/>
                        </a:p>
                      </a:txBody>
                      <a:tcPr vert="vert270" anchor="ctr"/>
                    </a:tc>
                    <a:tc>
                      <a:txBody>
                        <a:bodyPr/>
                        <a:lstStyle/>
                        <a:p>
                          <a:pPr algn="ctr"/>
                          <a:r>
                            <a:rPr lang="en-US" b="0"/>
                            <a:t>Belief</a:t>
                          </a:r>
                          <a:endParaRPr lang="en-US" b="0"/>
                        </a:p>
                      </a:txBody>
                      <a:tcPr vert="vert270" anchor="ctr"/>
                    </a:tc>
                    <a:tc>
                      <a:txBody>
                        <a:bodyPr/>
                        <a:lstStyle/>
                        <a:p>
                          <a:pPr algn="ctr"/>
                          <a:r>
                            <a:rPr lang="en-US" b="0"/>
                            <a:t>Algorithm</a:t>
                          </a:r>
                          <a:endParaRPr lang="en-US" b="0"/>
                        </a:p>
                      </a:txBody>
                      <a:tcPr vert="vert270" anchor="ctr"/>
                    </a:tc>
                    <a:tc>
                      <a:txBody>
                        <a:bodyPr/>
                        <a:lstStyle/>
                        <a:p>
                          <a:pPr algn="ctr"/>
                          <a:r>
                            <a:rPr lang="en-US" b="0"/>
                            <a:t>Ronald</a:t>
                          </a:r>
                          <a:endParaRPr lang="en-US" b="0"/>
                        </a:p>
                      </a:txBody>
                      <a:tcPr vert="vert270" anchor="ctr"/>
                    </a:tc>
                    <a:tc>
                      <a:txBody>
                        <a:bodyPr/>
                        <a:lstStyle/>
                        <a:p>
                          <a:pPr algn="ctr"/>
                          <a:r>
                            <a:rPr lang="en-US" b="0" err="1"/>
                            <a:t>Bengio</a:t>
                          </a:r>
                          <a:endParaRPr lang="en-US" b="0" err="1"/>
                        </a:p>
                      </a:txBody>
                      <a:tcPr vert="vert270" anchor="ctr"/>
                    </a:tc>
                    <a:tc>
                      <a:txBody>
                        <a:bodyPr/>
                        <a:lstStyle/>
                        <a:p>
                          <a:pPr algn="ctr"/>
                          <a:r>
                            <a:rPr lang="en-US" b="0"/>
                            <a:t>Agarwal</a:t>
                          </a:r>
                          <a:endParaRPr lang="en-US" b="0"/>
                        </a:p>
                      </a:txBody>
                      <a:tcPr vert="vert270" anchor="ctr"/>
                    </a:tc>
                    <a:tc>
                      <a:txBody>
                        <a:bodyPr/>
                        <a:lstStyle/>
                        <a:p>
                          <a:pPr algn="ctr"/>
                          <a:r>
                            <a:rPr lang="en-US" b="0"/>
                            <a:t>New</a:t>
                          </a:r>
                          <a:endParaRPr lang="en-US" b="0"/>
                        </a:p>
                      </a:txBody>
                      <a:tcPr vert="vert270" anchor="ctr"/>
                    </a:tc>
                    <a:tc>
                      <a:txBody>
                        <a:bodyPr/>
                        <a:lstStyle/>
                        <a:p>
                          <a:pPr algn="ctr"/>
                          <a:r>
                            <a:rPr lang="en-US" b="0"/>
                            <a:t>Mumbai</a:t>
                          </a:r>
                          <a:endParaRPr lang="en-US" b="0"/>
                        </a:p>
                      </a:txBody>
                      <a:tcPr vert="vert270" anchor="ctr"/>
                    </a:tc>
                    <a:tc>
                      <a:txBody>
                        <a:bodyPr/>
                        <a:lstStyle/>
                        <a:p>
                          <a:pPr algn="ctr"/>
                          <a:r>
                            <a:rPr lang="en-US" b="0"/>
                            <a:t>York</a:t>
                          </a:r>
                          <a:endParaRPr lang="en-US" b="0"/>
                        </a:p>
                      </a:txBody>
                      <a:tcPr vert="vert270" anchor="ctr"/>
                    </a:tc>
                    <a:tc>
                      <a:txBody>
                        <a:bodyPr/>
                        <a:lstStyle/>
                        <a:p>
                          <a:pPr algn="ctr"/>
                          <a:r>
                            <a:rPr lang="en-US" b="0"/>
                            <a:t>Delhi</a:t>
                          </a:r>
                          <a:endParaRPr lang="en-US" b="0"/>
                        </a:p>
                      </a:txBody>
                      <a:tcPr vert="vert270" anchor="ctr"/>
                    </a:tc>
                    <a:tc>
                      <a:txBody>
                        <a:bodyPr/>
                        <a:lstStyle/>
                        <a:p>
                          <a:pPr algn="ctr"/>
                          <a:r>
                            <a:rPr lang="en-US" b="0"/>
                            <a:t>TX</a:t>
                          </a:r>
                          <a:endParaRPr lang="en-US" b="0"/>
                        </a:p>
                      </a:txBody>
                      <a:tcPr vert="vert270" anchor="ctr"/>
                    </a:tc>
                    <a:tc>
                      <a:txBody>
                        <a:bodyPr/>
                        <a:lstStyle/>
                        <a:p>
                          <a:pPr algn="ctr"/>
                          <a:r>
                            <a:rPr lang="en-US" b="0"/>
                            <a:t>Kerala</a:t>
                          </a:r>
                          <a:endParaRPr lang="en-US" b="0"/>
                        </a:p>
                      </a:txBody>
                      <a:tcPr vert="vert270" anchor="ctr"/>
                    </a:tc>
                    <a:tc>
                      <a:txBody>
                        <a:bodyPr/>
                        <a:lstStyle/>
                        <a:p>
                          <a:pPr algn="ctr"/>
                          <a:r>
                            <a:rPr lang="en-US" b="0"/>
                            <a:t>CA</a:t>
                          </a:r>
                          <a:endParaRPr lang="en-US" b="0"/>
                        </a:p>
                      </a:txBody>
                      <a:tcPr vert="vert270" anchor="ctr"/>
                    </a:tc>
                  </a:tr>
                  <a:tr h="371078">
                    <a:tc>
                      <a:txBody>
                        <a:bodyPr/>
                        <a:lstStyle/>
                        <a:p>
                          <a:r>
                            <a:rPr lang="en-US"/>
                            <a:t>Title</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r h="371078">
                    <a:tc>
                      <a:txBody>
                        <a:bodyPr/>
                        <a:lstStyle/>
                        <a:p>
                          <a:r>
                            <a:rPr lang="en-US"/>
                            <a:t>Author</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r h="371078">
                    <a:tc>
                      <a:txBody>
                        <a:bodyPr/>
                        <a:lstStyle/>
                        <a:p>
                          <a:r>
                            <a:rPr lang="en-US"/>
                            <a:t>Org</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r h="371078">
                    <a:tc>
                      <a:txBody>
                        <a:bodyPr/>
                        <a:lstStyle/>
                        <a:p>
                          <a:r>
                            <a:rPr lang="en-US"/>
                            <a:t>City</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r h="365995">
                    <a:tc>
                      <a:txBody>
                        <a:bodyPr/>
                        <a:lstStyle/>
                        <a:p>
                          <a:r>
                            <a:rPr lang="en-US"/>
                            <a:t>State</a:t>
                          </a:r>
                          <a:endParaRPr lang="en-US"/>
                        </a:p>
                      </a:txBody>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r>
                </a:tbl>
              </a:graphicData>
            </a:graphic>
          </p:graphicFrame>
        </mc:Fallback>
      </mc:AlternateContent>
      <p:cxnSp>
        <p:nvCxnSpPr>
          <p:cNvPr id="31" name="Straight Arrow Connector 30"/>
          <p:cNvCxnSpPr>
            <a:stCxn id="32" idx="3"/>
          </p:cNvCxnSpPr>
          <p:nvPr/>
        </p:nvCxnSpPr>
        <p:spPr>
          <a:xfrm flipV="1">
            <a:off x="10908030" y="3162935"/>
            <a:ext cx="814705" cy="190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TextBox 31"/>
              <p:cNvSpPr txBox="1"/>
              <p:nvPr/>
            </p:nvSpPr>
            <p:spPr>
              <a:xfrm>
                <a:off x="7531100" y="2965450"/>
                <a:ext cx="3376930" cy="398780"/>
              </a:xfrm>
              <a:prstGeom prst="rect">
                <a:avLst/>
              </a:prstGeom>
              <a:noFill/>
            </p:spPr>
            <p:txBody>
              <a:bodyPr wrap="square" rtlCol="0">
                <a:spAutoFit/>
              </a:bodyPr>
              <a:lstStyle/>
              <a:p>
                <a:r>
                  <a:rPr lang="en-US" sz="2000"/>
                  <a:t>Emitted symbol (one of </a:t>
                </a:r>
                <a14:m>
                  <m:oMath xmlns:m="http://schemas.openxmlformats.org/officeDocument/2006/math">
                    <m:r>
                      <a:rPr lang="en-US" sz="2000" i="1">
                        <a:latin typeface="Cambria Math" panose="02040503050406030204" pitchFamily="18" charset="0"/>
                        <a:cs typeface="DejaVu Math TeX Gyre" panose="02000503000000000000" charset="0"/>
                      </a:rPr>
                      <m:t>𝑁</m:t>
                    </m:r>
                  </m:oMath>
                </a14:m>
                <a:r>
                  <a:rPr lang="en-US" sz="2000"/>
                  <a:t>)</a:t>
                </a:r>
                <a:endParaRPr lang="en-US" sz="2000"/>
              </a:p>
            </p:txBody>
          </p:sp>
        </mc:Choice>
        <mc:Fallback>
          <p:sp>
            <p:nvSpPr>
              <p:cNvPr id="32" name="TextBox 31"/>
              <p:cNvSpPr txBox="1">
                <a:spLocks noRot="1" noChangeAspect="1" noMove="1" noResize="1" noEditPoints="1" noAdjustHandles="1" noChangeArrowheads="1" noChangeShapeType="1" noTextEdit="1"/>
              </p:cNvSpPr>
              <p:nvPr/>
            </p:nvSpPr>
            <p:spPr>
              <a:xfrm>
                <a:off x="7531100" y="2965450"/>
                <a:ext cx="3376930" cy="398780"/>
              </a:xfrm>
              <a:prstGeom prst="rect">
                <a:avLst/>
              </a:prstGeom>
              <a:blipFill rotWithShape="1">
                <a:blip r:embed="rId3"/>
                <a:stretch>
                  <a:fillRect/>
                </a:stretch>
              </a:blipFill>
            </p:spPr>
            <p:txBody>
              <a:bodyPr/>
              <a:lstStyle/>
              <a:p>
                <a:r>
                  <a:rPr lang="en-US" altLang="en-US">
                    <a:noFill/>
                  </a:rPr>
                  <a:t> </a:t>
                </a:r>
              </a:p>
            </p:txBody>
          </p:sp>
        </mc:Fallback>
      </mc:AlternateContent>
      <p:cxnSp>
        <p:nvCxnSpPr>
          <p:cNvPr id="33" name="Straight Arrow Connector 32"/>
          <p:cNvCxnSpPr/>
          <p:nvPr/>
        </p:nvCxnSpPr>
        <p:spPr>
          <a:xfrm>
            <a:off x="7045960" y="5387975"/>
            <a:ext cx="0" cy="114871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 name="TextBox 35"/>
              <p:cNvSpPr txBox="1"/>
              <p:nvPr/>
            </p:nvSpPr>
            <p:spPr>
              <a:xfrm rot="16200000">
                <a:off x="5977223" y="4202652"/>
                <a:ext cx="2138045" cy="398780"/>
              </a:xfrm>
              <a:prstGeom prst="rect">
                <a:avLst/>
              </a:prstGeom>
              <a:noFill/>
            </p:spPr>
            <p:txBody>
              <a:bodyPr wrap="none" rtlCol="0">
                <a:spAutoFit/>
              </a:bodyPr>
              <a:lstStyle/>
              <a:p>
                <a:r>
                  <a:rPr lang="en-US" sz="2000"/>
                  <a:t>State (one of </a:t>
                </a:r>
                <a14:m>
                  <m:oMath xmlns:m="http://schemas.openxmlformats.org/officeDocument/2006/math">
                    <m:r>
                      <a:rPr lang="en-US" sz="2000" i="1">
                        <a:latin typeface="Cambria Math" panose="02040503050406030204" pitchFamily="18" charset="0"/>
                        <a:cs typeface="DejaVu Math TeX Gyre" panose="02000503000000000000" charset="0"/>
                      </a:rPr>
                      <m:t>𝑀</m:t>
                    </m:r>
                  </m:oMath>
                </a14:m>
                <a:r>
                  <a:rPr lang="en-US" sz="2000"/>
                  <a:t>)</a:t>
                </a:r>
                <a:endParaRPr lang="en-US" sz="2000"/>
              </a:p>
            </p:txBody>
          </p:sp>
        </mc:Choice>
        <mc:Fallback>
          <p:sp>
            <p:nvSpPr>
              <p:cNvPr id="36" name="TextBox 35"/>
              <p:cNvSpPr txBox="1">
                <a:spLocks noRot="1" noChangeAspect="1" noMove="1" noResize="1" noEditPoints="1" noAdjustHandles="1" noChangeArrowheads="1" noChangeShapeType="1" noTextEdit="1"/>
              </p:cNvSpPr>
              <p:nvPr/>
            </p:nvSpPr>
            <p:spPr>
              <a:xfrm rot="16200000">
                <a:off x="5977223" y="4202652"/>
                <a:ext cx="2138045" cy="398780"/>
              </a:xfrm>
              <a:prstGeom prst="rect">
                <a:avLst/>
              </a:prstGeom>
              <a:blipFill rotWithShape="1">
                <a:blip r:embed="rId4"/>
                <a:stretch>
                  <a:fillRect l="40661" t="-218209" r="40688" b="-217938"/>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5" p14:bwMode="auto">
            <p14:nvContentPartPr>
              <p14:cNvPr id="27" name="Ink 26"/>
              <p14:cNvContentPartPr/>
              <p14:nvPr/>
            </p14:nvContentPartPr>
            <p14:xfrm>
              <a:off x="1027440" y="4358880"/>
              <a:ext cx="10921320" cy="2129400"/>
            </p14:xfrm>
          </p:contentPart>
        </mc:Choice>
        <mc:Fallback xmlns="">
          <p:pic>
            <p:nvPicPr>
              <p:cNvPr id="27" name="Ink 26"/>
            </p:nvPicPr>
            <p:blipFill>
              <a:blip r:embed="rId6"/>
            </p:blipFill>
            <p:spPr>
              <a:xfrm>
                <a:off x="1027440" y="4358880"/>
                <a:ext cx="10921320" cy="2129400"/>
              </a:xfrm>
              <a:prstGeom prst="rect"/>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MLE estimates of parameters</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2500" lnSpcReduction="20000"/>
              </a:bodyPr>
              <a:lstStyle/>
              <a:p>
                <a:pPr>
                  <a:lnSpc>
                    <a:spcPct val="100000"/>
                  </a:lnSpc>
                </a:pPr>
                <a14:m>
                  <m:oMath xmlns:m="http://schemas.openxmlformats.org/officeDocument/2006/math">
                    <m:r>
                      <a:rPr lang="en-US">
                        <a:latin typeface="Cambria Math" panose="02040503050406030204" pitchFamily="18" charset="0"/>
                        <a:ea typeface="MS Mincho" charset="0"/>
                        <a:cs typeface="DejaVu Math TeX Gyre" panose="02000503000000000000" charset="0"/>
                      </a:rPr>
                      <m:t>𝜓</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number</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1" smtClean="0">
                            <a:latin typeface="Cambria Math" panose="02040503050406030204" pitchFamily="18" charset="0"/>
                          </a:rPr>
                          <m:t> </m:t>
                        </m:r>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 </m:t>
                        </m:r>
                        <m:r>
                          <m:rPr>
                            <m:sty m:val="p"/>
                          </m:rPr>
                          <a:rPr lang="en-US" b="0" i="0" smtClean="0">
                            <a:latin typeface="Cambria Math" panose="02040503050406030204" pitchFamily="18" charset="0"/>
                          </a:rPr>
                          <m:t>transitions</m:t>
                        </m:r>
                      </m:num>
                      <m:den>
                        <m:r>
                          <m:rPr>
                            <m:sty m:val="p"/>
                          </m:rPr>
                          <a:rPr lang="en-US" b="0" i="0" smtClean="0">
                            <a:latin typeface="Cambria Math" panose="02040503050406030204" pitchFamily="18" charset="0"/>
                          </a:rPr>
                          <m:t>number</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visits</m:t>
                        </m:r>
                        <m:r>
                          <a:rPr lang="en-US" b="0" i="0" smtClean="0">
                            <a:latin typeface="Cambria Math" panose="02040503050406030204" pitchFamily="18" charset="0"/>
                          </a:rPr>
                          <m:t> </m:t>
                        </m:r>
                        <m:r>
                          <m:rPr>
                            <m:sty m:val="p"/>
                          </m:rPr>
                          <a:rPr lang="en-US" b="0" i="0" smtClean="0">
                            <a:latin typeface="Cambria Math" panose="02040503050406030204" pitchFamily="18" charset="0"/>
                          </a:rPr>
                          <m:t>to</m:t>
                        </m:r>
                        <m:r>
                          <a:rPr lang="en-US" b="0" i="0" smtClean="0">
                            <a:latin typeface="Cambria Math" panose="02040503050406030204" pitchFamily="18" charset="0"/>
                          </a:rPr>
                          <m:t> </m:t>
                        </m:r>
                        <m:r>
                          <m:rPr>
                            <m:sty m:val="p"/>
                          </m:rPr>
                          <a:rPr lang="en-US" b="0" i="0" smtClean="0">
                            <a:latin typeface="Cambria Math" panose="02040503050406030204" pitchFamily="18" charset="0"/>
                          </a:rPr>
                          <m:t>state</m:t>
                        </m:r>
                        <m:r>
                          <a:rPr lang="en-US" b="0" i="1" smtClean="0">
                            <a:latin typeface="Cambria Math" panose="02040503050406030204" pitchFamily="18" charset="0"/>
                          </a:rPr>
                          <m:t> </m:t>
                        </m:r>
                        <m:r>
                          <a:rPr lang="en-US" b="0" i="1" smtClean="0">
                            <a:latin typeface="Cambria Math" panose="02040503050406030204" pitchFamily="18" charset="0"/>
                          </a:rPr>
                          <m:t>𝑚</m:t>
                        </m:r>
                      </m:den>
                    </m:f>
                  </m:oMath>
                </a14:m>
                <a:br>
                  <a:rPr lang="en-US"/>
                </a:br>
                <a:endParaRPr lang="en-US"/>
              </a:p>
              <a:p>
                <a:pPr>
                  <a:lnSpc>
                    <a:spcPct val="100000"/>
                  </a:lnSpc>
                </a:pPr>
                <a14:m>
                  <m:oMath xmlns:m="http://schemas.openxmlformats.org/officeDocument/2006/math">
                    <m:r>
                      <a:rPr lang="en-US" b="0" i="1" smtClean="0">
                        <a:latin typeface="Cambria Math" panose="02040503050406030204" pitchFamily="18" charset="0"/>
                      </a:rPr>
                      <m:t>𝜆</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number</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times</m:t>
                        </m:r>
                        <m:r>
                          <a:rPr lang="en-US" b="0" i="0" smtClean="0">
                            <a:latin typeface="Cambria Math" panose="02040503050406030204" pitchFamily="18" charset="0"/>
                          </a:rPr>
                          <m:t> </m:t>
                        </m:r>
                        <m:r>
                          <m:rPr>
                            <m:sty m:val="p"/>
                          </m:rPr>
                          <a:rPr lang="en-US" b="0" i="0" smtClean="0">
                            <a:latin typeface="Cambria Math" panose="02040503050406030204" pitchFamily="18" charset="0"/>
                          </a:rPr>
                          <m:t>symbol</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m:t>
                        </m:r>
                        <m:r>
                          <m:rPr>
                            <m:sty m:val="p"/>
                          </m:rPr>
                          <a:rPr lang="en-US" b="0" i="0" smtClean="0">
                            <a:latin typeface="Cambria Math" panose="02040503050406030204" pitchFamily="18" charset="0"/>
                          </a:rPr>
                          <m:t>emitted</m:t>
                        </m:r>
                        <m:r>
                          <a:rPr lang="en-US" b="0" i="0" smtClean="0">
                            <a:latin typeface="Cambria Math" panose="02040503050406030204" pitchFamily="18" charset="0"/>
                          </a:rPr>
                          <m:t> </m:t>
                        </m:r>
                        <m:r>
                          <m:rPr>
                            <m:sty m:val="p"/>
                          </m:rPr>
                          <a:rPr lang="en-US" b="0" i="0" smtClean="0">
                            <a:latin typeface="Cambria Math" panose="02040503050406030204" pitchFamily="18" charset="0"/>
                          </a:rPr>
                          <m:t>in</m:t>
                        </m:r>
                        <m:r>
                          <a:rPr lang="en-US" b="0" i="0" smtClean="0">
                            <a:latin typeface="Cambria Math" panose="02040503050406030204" pitchFamily="18" charset="0"/>
                          </a:rPr>
                          <m:t> </m:t>
                        </m:r>
                        <m:r>
                          <m:rPr>
                            <m:sty m:val="p"/>
                          </m:rPr>
                          <a:rPr lang="en-US" b="0" i="0" smtClean="0">
                            <a:latin typeface="Cambria Math" panose="02040503050406030204" pitchFamily="18" charset="0"/>
                          </a:rPr>
                          <m:t>state</m:t>
                        </m:r>
                        <m:r>
                          <a:rPr lang="en-US" b="0" i="1" smtClean="0">
                            <a:latin typeface="Cambria Math" panose="02040503050406030204" pitchFamily="18" charset="0"/>
                          </a:rPr>
                          <m:t> </m:t>
                        </m:r>
                        <m:r>
                          <a:rPr lang="en-US" b="0" i="1" smtClean="0">
                            <a:latin typeface="Cambria Math" panose="02040503050406030204" pitchFamily="18" charset="0"/>
                          </a:rPr>
                          <m:t>𝑚</m:t>
                        </m:r>
                      </m:num>
                      <m:den>
                        <m:r>
                          <m:rPr>
                            <m:sty m:val="p"/>
                          </m:rPr>
                          <a:rPr lang="en-US">
                            <a:latin typeface="Cambria Math" panose="02040503050406030204" pitchFamily="18" charset="0"/>
                          </a:rPr>
                          <m:t>number</m:t>
                        </m:r>
                        <m:r>
                          <a:rPr lang="en-US">
                            <a:latin typeface="Cambria Math" panose="02040503050406030204" pitchFamily="18" charset="0"/>
                          </a:rPr>
                          <m:t> </m:t>
                        </m:r>
                        <m:r>
                          <m:rPr>
                            <m:sty m:val="p"/>
                          </m:rPr>
                          <a:rPr lang="en-US">
                            <a:latin typeface="Cambria Math" panose="02040503050406030204" pitchFamily="18" charset="0"/>
                          </a:rPr>
                          <m:t>of</m:t>
                        </m:r>
                        <m:r>
                          <a:rPr lang="en-US">
                            <a:latin typeface="Cambria Math" panose="02040503050406030204" pitchFamily="18" charset="0"/>
                          </a:rPr>
                          <m:t> </m:t>
                        </m:r>
                        <m:r>
                          <m:rPr>
                            <m:sty m:val="p"/>
                          </m:rPr>
                          <a:rPr lang="en-US">
                            <a:latin typeface="Cambria Math" panose="02040503050406030204" pitchFamily="18" charset="0"/>
                          </a:rPr>
                          <m:t>visits</m:t>
                        </m:r>
                        <m:r>
                          <a:rPr lang="en-US">
                            <a:latin typeface="Cambria Math" panose="02040503050406030204" pitchFamily="18" charset="0"/>
                          </a:rPr>
                          <m:t> </m:t>
                        </m:r>
                        <m:r>
                          <m:rPr>
                            <m:sty m:val="p"/>
                          </m:rPr>
                          <a:rPr lang="en-US">
                            <a:latin typeface="Cambria Math" panose="02040503050406030204" pitchFamily="18" charset="0"/>
                          </a:rPr>
                          <m:t>to</m:t>
                        </m:r>
                        <m:r>
                          <a:rPr lang="en-US">
                            <a:latin typeface="Cambria Math" panose="02040503050406030204" pitchFamily="18" charset="0"/>
                          </a:rPr>
                          <m:t> </m:t>
                        </m:r>
                        <m:r>
                          <m:rPr>
                            <m:sty m:val="p"/>
                          </m:rPr>
                          <a:rPr lang="en-US">
                            <a:latin typeface="Cambria Math" panose="02040503050406030204" pitchFamily="18" charset="0"/>
                          </a:rPr>
                          <m:t>state</m:t>
                        </m:r>
                        <m:r>
                          <a:rPr lang="en-US" i="1">
                            <a:latin typeface="Cambria Math" panose="02040503050406030204" pitchFamily="18" charset="0"/>
                          </a:rPr>
                          <m:t> </m:t>
                        </m:r>
                        <m:r>
                          <a:rPr lang="en-US" i="1">
                            <a:latin typeface="Cambria Math" panose="02040503050406030204" pitchFamily="18" charset="0"/>
                          </a:rPr>
                          <m:t>𝑚</m:t>
                        </m:r>
                      </m:den>
                    </m:f>
                  </m:oMath>
                </a14:m>
                <a:br>
                  <a:rPr lang="en-US"/>
                </a:br>
                <a:endParaRPr lang="en-US"/>
              </a:p>
              <a:p>
                <a:pPr>
                  <a:lnSpc>
                    <a:spcPct val="100000"/>
                  </a:lnSpc>
                </a:pPr>
                <a:r>
                  <a:rPr lang="en-US"/>
                  <a:t>Zero counts considered harmful</a:t>
                </a:r>
                <a:endParaRPr lang="en-US"/>
              </a:p>
              <a:p>
                <a:pPr>
                  <a:lnSpc>
                    <a:spcPct val="100000"/>
                  </a:lnSpc>
                </a:pPr>
                <a:r>
                  <a:rPr lang="en-US"/>
                  <a:t>Many smoothing schemes, commonly</a:t>
                </a:r>
                <a:br>
                  <a:rPr lang="en-US"/>
                </a:b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ea typeface="MS Mincho" charset="0"/>
                          <a:cs typeface="DejaVu Math TeX Gyre" panose="02000503000000000000" charset="0"/>
                        </a:rPr>
                        <m:t>𝜓</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𝜖</m:t>
                          </m:r>
                        </m:num>
                        <m:den>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𝜖</m:t>
                          </m:r>
                        </m:den>
                      </m:f>
                    </m:oMath>
                  </m:oMathPara>
                </a14:m>
                <a:br>
                  <a:rPr lang="en-US"/>
                </a:br>
                <a:br>
                  <a:rPr lang="en-US"/>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𝛿</m:t>
                          </m:r>
                        </m:num>
                        <m:den>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𝛿</m:t>
                          </m:r>
                        </m:den>
                      </m:f>
                    </m:oMath>
                  </m:oMathPara>
                </a14:m>
                <a:endParaRPr lang="en-US"/>
              </a:p>
              <a:p>
                <a:pPr>
                  <a:lnSpc>
                    <a:spcPct val="100000"/>
                  </a:lnSpc>
                </a:pPr>
                <a:r>
                  <a:rPr lang="en-US"/>
                  <a:t>What if we don’t have fully-labeled sequences? (EM/Baum-Welch)</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76"/>
                </a:stretch>
              </a:blipFill>
            </p:spPr>
            <p:txBody>
              <a:bodyPr/>
              <a:lstStyle/>
              <a:p>
                <a:r>
                  <a:rPr lang="en-US"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Fully observed sequence</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4930" y="913130"/>
                <a:ext cx="11797030" cy="5167630"/>
              </a:xfrm>
            </p:spPr>
            <p:txBody>
              <a:bodyPr>
                <a:normAutofit fontScale="75000" lnSpcReduction="10000"/>
              </a:bodyPr>
              <a:lstStyle/>
              <a:p>
                <a:pPr>
                  <a:lnSpc>
                    <a:spcPct val="100000"/>
                  </a:lnSpc>
                </a:pP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d>
                        <m:r>
                          <a:rPr lang="en-US" b="0" i="1" smtClean="0">
                            <a:latin typeface="Cambria Math" panose="02040503050406030204" pitchFamily="18" charset="0"/>
                          </a:rPr>
                          <m:t>=</m:t>
                        </m:r>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𝑇</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𝑇</m:t>
                                </m:r>
                              </m:sub>
                            </m:sSub>
                          </m:e>
                        </m:d>
                      </m:e>
                    </m:func>
                    <m:r>
                      <a:rPr lang="en-US" b="0" i="1" smtClean="0">
                        <a:latin typeface="Cambria Math" panose="02040503050406030204" pitchFamily="18" charset="0"/>
                      </a:rPr>
                      <m:t>=?</m:t>
                    </m:r>
                  </m:oMath>
                </a14:m>
                <a:r>
                  <a:rPr lang="en-US"/>
                  <a:t> Here each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sub>
                    </m:sSub>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𝑁</m:t>
                        </m:r>
                      </m:e>
                    </m:d>
                  </m:oMath>
                </a14:m>
                <a:endParaRPr lang="en-US"/>
              </a:p>
              <a:p>
                <a:pPr>
                  <a:lnSpc>
                    <a:spcPct val="100000"/>
                  </a:lnSpc>
                </a:pPr>
                <a:r>
                  <a:rPr lang="en-US"/>
                  <a:t>Can factor as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e>
                    </m:func>
                    <m:r>
                      <m:rPr>
                        <m:sty m:val="p"/>
                      </m:rPr>
                      <a:rPr lang="en-US" b="0" i="0" smtClean="0">
                        <a:latin typeface="Cambria Math" panose="02040503050406030204" pitchFamily="18" charset="0"/>
                      </a:rPr>
                      <m:t>Pr</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oMath>
                </a14:m>
                <a:r>
                  <a:rPr lang="en-US"/>
                  <a:t>, but then …?</a:t>
                </a:r>
                <a:endParaRPr lang="en-US"/>
              </a:p>
              <a:p>
                <a:pPr>
                  <a:lnSpc>
                    <a:spcPct val="100000"/>
                  </a:lnSpc>
                </a:pPr>
                <a:r>
                  <a:rPr lang="en-US"/>
                  <a:t>One possibility is</a:t>
                </a:r>
                <a:br>
                  <a:rPr lang="en-US" b="0" i="1">
                    <a:latin typeface="Cambria Math" panose="02040503050406030204" pitchFamily="18" charset="0"/>
                  </a:rPr>
                </a:b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𝑇</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d>
                                    </m:e>
                                  </m:func>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e>
                              </m:nary>
                            </m:e>
                          </m:d>
                          <m:r>
                            <m:rPr>
                              <m:sty m:val="p"/>
                            </m:rPr>
                            <a:rPr lang="en-US" smtClean="0">
                              <a:effectLst>
                                <a:glow rad="228600">
                                  <a:schemeClr val="accent2">
                                    <a:satMod val="175000"/>
                                    <a:alpha val="40000"/>
                                  </a:schemeClr>
                                </a:glow>
                              </a:effectLst>
                              <a:latin typeface="Cambria Math" panose="02040503050406030204" pitchFamily="18" charset="0"/>
                            </a:rPr>
                            <m:t>Pr</m:t>
                          </m:r>
                          <m:r>
                            <a:rPr lang="en-US" i="1">
                              <a:effectLst>
                                <a:glow rad="228600">
                                  <a:schemeClr val="accent2">
                                    <a:satMod val="175000"/>
                                    <a:alpha val="40000"/>
                                  </a:schemeClr>
                                </a:glow>
                              </a:effectLst>
                              <a:latin typeface="Cambria Math" panose="02040503050406030204" pitchFamily="18" charset="0"/>
                            </a:rPr>
                            <m:t>⁡(</m:t>
                          </m:r>
                          <m:acc>
                            <m:accPr>
                              <m:chr m:val="⃗"/>
                              <m:ctrlPr>
                                <a:rPr lang="en-US" i="1">
                                  <a:effectLst>
                                    <a:glow rad="228600">
                                      <a:schemeClr val="accent2">
                                        <a:satMod val="175000"/>
                                        <a:alpha val="40000"/>
                                      </a:schemeClr>
                                    </a:glow>
                                  </a:effectLst>
                                  <a:latin typeface="Cambria Math" panose="02040503050406030204" pitchFamily="18" charset="0"/>
                                </a:rPr>
                              </m:ctrlPr>
                            </m:accPr>
                            <m:e>
                              <m:r>
                                <a:rPr lang="en-US" i="1">
                                  <a:effectLst>
                                    <a:glow rad="228600">
                                      <a:schemeClr val="accent2">
                                        <a:satMod val="175000"/>
                                        <a:alpha val="40000"/>
                                      </a:schemeClr>
                                    </a:glow>
                                  </a:effectLst>
                                  <a:latin typeface="Cambria Math" panose="02040503050406030204" pitchFamily="18" charset="0"/>
                                </a:rPr>
                                <m:t>𝑥</m:t>
                              </m:r>
                            </m:e>
                          </m:acc>
                          <m:r>
                            <a:rPr lang="en-US" i="1">
                              <a:effectLst>
                                <a:glow rad="228600">
                                  <a:schemeClr val="accent2">
                                    <a:satMod val="175000"/>
                                    <a:alpha val="40000"/>
                                  </a:schemeClr>
                                </a:glow>
                              </a:effectLst>
                              <a:latin typeface="Cambria Math" panose="02040503050406030204" pitchFamily="18" charset="0"/>
                            </a:rPr>
                            <m:t>|</m:t>
                          </m:r>
                          <m:acc>
                            <m:accPr>
                              <m:chr m:val="⃗"/>
                              <m:ctrlPr>
                                <a:rPr lang="en-US" i="1">
                                  <a:effectLst>
                                    <a:glow rad="228600">
                                      <a:schemeClr val="accent2">
                                        <a:satMod val="175000"/>
                                        <a:alpha val="40000"/>
                                      </a:schemeClr>
                                    </a:glow>
                                  </a:effectLst>
                                  <a:latin typeface="Cambria Math" panose="02040503050406030204" pitchFamily="18" charset="0"/>
                                </a:rPr>
                              </m:ctrlPr>
                            </m:accPr>
                            <m:e>
                              <m:r>
                                <a:rPr lang="en-US" i="1">
                                  <a:effectLst>
                                    <a:glow rad="228600">
                                      <a:schemeClr val="accent2">
                                        <a:satMod val="175000"/>
                                        <a:alpha val="40000"/>
                                      </a:schemeClr>
                                    </a:glow>
                                  </a:effectLst>
                                  <a:latin typeface="Cambria Math" panose="02040503050406030204" pitchFamily="18" charset="0"/>
                                </a:rPr>
                                <m:t>𝑦</m:t>
                              </m:r>
                            </m:e>
                          </m:acc>
                          <m:r>
                            <a:rPr lang="en-US" i="1">
                              <a:effectLst>
                                <a:glow rad="228600">
                                  <a:schemeClr val="accent2">
                                    <a:satMod val="175000"/>
                                    <a:alpha val="40000"/>
                                  </a:schemeClr>
                                </a:glow>
                              </a:effectLst>
                              <a:latin typeface="Cambria Math" panose="02040503050406030204" pitchFamily="18" charset="0"/>
                            </a:rPr>
                            <m:t>)</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e>
                          </m:d>
                          <m:d>
                            <m:dPr>
                              <m:begChr m:val="["/>
                              <m:endChr m:val="]"/>
                              <m:ctrlPr>
                                <a:rPr lang="en-US" i="1">
                                  <a:latin typeface="Cambria Math" panose="02040503050406030204" pitchFamily="18" charset="0"/>
                                </a:rPr>
                              </m:ctrlPr>
                            </m:dPr>
                            <m:e>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d>
                                    </m:e>
                                  </m:func>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e>
                              </m:nary>
                            </m:e>
                          </m:d>
                        </m:e>
                      </m:func>
                      <m:nary>
                        <m:naryPr>
                          <m:chr m:val="∏"/>
                          <m:supHide m:val="on"/>
                          <m:ctrlPr>
                            <a:rPr lang="en-US" b="0" i="1" smtClean="0">
                              <a:effectLst>
                                <a:glow rad="228600">
                                  <a:schemeClr val="accent2">
                                    <a:satMod val="175000"/>
                                    <a:alpha val="40000"/>
                                  </a:schemeClr>
                                </a:glow>
                              </a:effectLst>
                              <a:latin typeface="Cambria Math" panose="02040503050406030204" pitchFamily="18" charset="0"/>
                            </a:rPr>
                          </m:ctrlPr>
                        </m:naryPr>
                        <m:sub>
                          <m:r>
                            <m:rPr>
                              <m:brk m:alnAt="7"/>
                            </m:rPr>
                            <a:rPr lang="en-US" b="0" i="1" smtClean="0">
                              <a:effectLst>
                                <a:glow rad="228600">
                                  <a:schemeClr val="accent2">
                                    <a:satMod val="175000"/>
                                    <a:alpha val="40000"/>
                                  </a:schemeClr>
                                </a:glow>
                              </a:effectLst>
                              <a:latin typeface="Cambria Math" panose="02040503050406030204" pitchFamily="18" charset="0"/>
                            </a:rPr>
                            <m:t>1</m:t>
                          </m:r>
                          <m:r>
                            <a:rPr lang="en-US" b="0" i="1" smtClean="0">
                              <a:effectLst>
                                <a:glow rad="228600">
                                  <a:schemeClr val="accent2">
                                    <a:satMod val="175000"/>
                                    <a:alpha val="40000"/>
                                  </a:schemeClr>
                                </a:glow>
                              </a:effectLst>
                              <a:latin typeface="Cambria Math" panose="02040503050406030204" pitchFamily="18" charset="0"/>
                            </a:rPr>
                            <m:t>≤</m:t>
                          </m:r>
                          <m:r>
                            <a:rPr lang="en-US" b="0" i="1" smtClean="0">
                              <a:effectLst>
                                <a:glow rad="228600">
                                  <a:schemeClr val="accent2">
                                    <a:satMod val="175000"/>
                                    <a:alpha val="40000"/>
                                  </a:schemeClr>
                                </a:glow>
                              </a:effectLst>
                              <a:latin typeface="Cambria Math" panose="02040503050406030204" pitchFamily="18" charset="0"/>
                            </a:rPr>
                            <m:t>𝑡</m:t>
                          </m:r>
                          <m:r>
                            <a:rPr lang="en-US" b="0" i="1" smtClean="0">
                              <a:effectLst>
                                <a:glow rad="228600">
                                  <a:schemeClr val="accent2">
                                    <a:satMod val="175000"/>
                                    <a:alpha val="40000"/>
                                  </a:schemeClr>
                                </a:glow>
                              </a:effectLst>
                              <a:latin typeface="Cambria Math" panose="02040503050406030204" pitchFamily="18" charset="0"/>
                            </a:rPr>
                            <m:t>≤</m:t>
                          </m:r>
                          <m:r>
                            <a:rPr lang="en-US" b="0" i="1" smtClean="0">
                              <a:effectLst>
                                <a:glow rad="228600">
                                  <a:schemeClr val="accent2">
                                    <a:satMod val="175000"/>
                                    <a:alpha val="40000"/>
                                  </a:schemeClr>
                                </a:glow>
                              </a:effectLst>
                              <a:latin typeface="Cambria Math" panose="02040503050406030204" pitchFamily="18" charset="0"/>
                            </a:rPr>
                            <m:t>𝑇</m:t>
                          </m:r>
                        </m:sub>
                        <m:sup/>
                        <m:e>
                          <m:func>
                            <m:funcPr>
                              <m:ctrlPr>
                                <a:rPr lang="en-US" i="1">
                                  <a:effectLst>
                                    <a:glow rad="228600">
                                      <a:schemeClr val="accent2">
                                        <a:satMod val="175000"/>
                                        <a:alpha val="40000"/>
                                      </a:schemeClr>
                                    </a:glow>
                                  </a:effectLst>
                                  <a:latin typeface="Cambria Math" panose="02040503050406030204" pitchFamily="18" charset="0"/>
                                </a:rPr>
                              </m:ctrlPr>
                            </m:funcPr>
                            <m:fName>
                              <m:r>
                                <m:rPr>
                                  <m:sty m:val="p"/>
                                </m:rPr>
                                <a:rPr lang="en-US">
                                  <a:effectLst>
                                    <a:glow rad="228600">
                                      <a:schemeClr val="accent2">
                                        <a:satMod val="175000"/>
                                        <a:alpha val="40000"/>
                                      </a:schemeClr>
                                    </a:glow>
                                  </a:effectLst>
                                  <a:latin typeface="Cambria Math" panose="02040503050406030204" pitchFamily="18" charset="0"/>
                                </a:rPr>
                                <m:t>Pr</m:t>
                              </m:r>
                            </m:fName>
                            <m:e>
                              <m:d>
                                <m:dPr>
                                  <m:ctrlPr>
                                    <a:rPr lang="en-US" i="1">
                                      <a:effectLst>
                                        <a:glow rad="228600">
                                          <a:schemeClr val="accent2">
                                            <a:satMod val="175000"/>
                                            <a:alpha val="40000"/>
                                          </a:schemeClr>
                                        </a:glow>
                                      </a:effectLst>
                                      <a:latin typeface="Cambria Math" panose="02040503050406030204" pitchFamily="18" charset="0"/>
                                    </a:rPr>
                                  </m:ctrlPr>
                                </m:dPr>
                                <m:e>
                                  <m:sSub>
                                    <m:sSubPr>
                                      <m:ctrlPr>
                                        <a:rPr lang="en-US" i="1">
                                          <a:effectLst>
                                            <a:glow rad="228600">
                                              <a:schemeClr val="accent2">
                                                <a:satMod val="175000"/>
                                                <a:alpha val="40000"/>
                                              </a:schemeClr>
                                            </a:glow>
                                          </a:effectLst>
                                          <a:latin typeface="Cambria Math" panose="02040503050406030204" pitchFamily="18" charset="0"/>
                                        </a:rPr>
                                      </m:ctrlPr>
                                    </m:sSubPr>
                                    <m:e>
                                      <m:r>
                                        <a:rPr lang="en-US" i="1">
                                          <a:effectLst>
                                            <a:glow rad="228600">
                                              <a:schemeClr val="accent2">
                                                <a:satMod val="175000"/>
                                                <a:alpha val="40000"/>
                                              </a:schemeClr>
                                            </a:glow>
                                          </a:effectLst>
                                          <a:latin typeface="Cambria Math" panose="02040503050406030204" pitchFamily="18" charset="0"/>
                                        </a:rPr>
                                        <m:t>𝑥</m:t>
                                      </m:r>
                                    </m:e>
                                    <m:sub>
                                      <m:r>
                                        <a:rPr lang="en-US" i="1">
                                          <a:effectLst>
                                            <a:glow rad="228600">
                                              <a:schemeClr val="accent2">
                                                <a:satMod val="175000"/>
                                                <a:alpha val="40000"/>
                                              </a:schemeClr>
                                            </a:glow>
                                          </a:effectLst>
                                          <a:latin typeface="Cambria Math" panose="02040503050406030204" pitchFamily="18" charset="0"/>
                                        </a:rPr>
                                        <m:t>𝑡</m:t>
                                      </m:r>
                                    </m:sub>
                                  </m:sSub>
                                </m:e>
                                <m:e>
                                  <m:sSub>
                                    <m:sSubPr>
                                      <m:ctrlPr>
                                        <a:rPr lang="en-US" i="1">
                                          <a:effectLst>
                                            <a:glow rad="228600">
                                              <a:schemeClr val="accent2">
                                                <a:satMod val="175000"/>
                                                <a:alpha val="40000"/>
                                              </a:schemeClr>
                                            </a:glow>
                                          </a:effectLst>
                                          <a:latin typeface="Cambria Math" panose="02040503050406030204" pitchFamily="18" charset="0"/>
                                        </a:rPr>
                                      </m:ctrlPr>
                                    </m:sSubPr>
                                    <m:e>
                                      <m:r>
                                        <a:rPr lang="en-US" i="1">
                                          <a:effectLst>
                                            <a:glow rad="228600">
                                              <a:schemeClr val="accent2">
                                                <a:satMod val="175000"/>
                                                <a:alpha val="40000"/>
                                              </a:schemeClr>
                                            </a:glow>
                                          </a:effectLst>
                                          <a:latin typeface="Cambria Math" panose="02040503050406030204" pitchFamily="18" charset="0"/>
                                        </a:rPr>
                                        <m:t>𝑦</m:t>
                                      </m:r>
                                    </m:e>
                                    <m:sub>
                                      <m:r>
                                        <a:rPr lang="en-US" i="1">
                                          <a:effectLst>
                                            <a:glow rad="228600">
                                              <a:schemeClr val="accent2">
                                                <a:satMod val="175000"/>
                                                <a:alpha val="40000"/>
                                              </a:schemeClr>
                                            </a:glow>
                                          </a:effectLst>
                                          <a:latin typeface="Cambria Math" panose="02040503050406030204" pitchFamily="18" charset="0"/>
                                        </a:rPr>
                                        <m:t>𝑡</m:t>
                                      </m:r>
                                    </m:sub>
                                  </m:sSub>
                                </m:e>
                              </m:d>
                            </m:e>
                          </m:func>
                        </m:e>
                      </m:nary>
                    </m:oMath>
                  </m:oMathPara>
                </a14:m>
                <a:endParaRPr lang="en-US"/>
              </a:p>
              <a:p>
                <a:pPr>
                  <a:lnSpc>
                    <a:spcPct val="100000"/>
                  </a:lnSpc>
                </a:pPr>
                <a:r>
                  <a:rPr lang="en-US"/>
                  <a:t>To clean up notation slightly, use a sentinel</a:t>
                </a:r>
                <a:br>
                  <a:rPr lang="en-US"/>
                </a:br>
                <a:r>
                  <a:rPr lang="en-US"/>
                  <a:t>start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oMath>
                </a14:m>
                <a:endParaRPr lang="en-US"/>
              </a:p>
              <a:p>
                <a:pPr>
                  <a:lnSpc>
                    <a:spcPct val="100000"/>
                  </a:lnSpc>
                </a:pP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0</m:t>
                                </m:r>
                              </m:sub>
                            </m:sSub>
                          </m:e>
                        </m:d>
                      </m:e>
                    </m:func>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b="0" i="1" smtClean="0">
                            <a:latin typeface="Cambria Math" panose="02040503050406030204" pitchFamily="18" charset="0"/>
                          </a:rPr>
                          <m:t>1</m:t>
                        </m:r>
                      </m:sub>
                      <m:sup>
                        <m:r>
                          <a:rPr lang="en-US" i="1">
                            <a:latin typeface="Cambria Math" panose="02040503050406030204" pitchFamily="18" charset="0"/>
                          </a:rPr>
                          <m:t>𝑇</m:t>
                        </m:r>
                      </m:sup>
                      <m:e>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e>
                            </m:d>
                          </m:e>
                        </m:func>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d>
                          </m:e>
                        </m:func>
                      </m:e>
                    </m:nary>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xfrm>
                <a:off x="74930" y="913130"/>
                <a:ext cx="11797030" cy="5167630"/>
              </a:xfrm>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 name="Oval 3"/>
              <p:cNvSpPr/>
              <p:nvPr/>
            </p:nvSpPr>
            <p:spPr>
              <a:xfrm>
                <a:off x="8211660" y="4290934"/>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a:p>
            </p:txBody>
          </p:sp>
        </mc:Choice>
        <mc:Fallback>
          <p:sp>
            <p:nvSpPr>
              <p:cNvPr id="4" name="Oval 3"/>
              <p:cNvSpPr>
                <a:spLocks noRot="1" noChangeAspect="1" noMove="1" noResize="1" noEditPoints="1" noAdjustHandles="1" noChangeArrowheads="1" noChangeShapeType="1" noTextEdit="1"/>
              </p:cNvSpPr>
              <p:nvPr/>
            </p:nvSpPr>
            <p:spPr>
              <a:xfrm>
                <a:off x="8211660" y="4290934"/>
                <a:ext cx="397968" cy="388884"/>
              </a:xfrm>
              <a:prstGeom prst="ellipse">
                <a:avLst/>
              </a:prstGeom>
              <a:blipFill rotWithShape="1">
                <a:blip r:embed="rId2"/>
                <a:stretch>
                  <a:fillRect l="-1715" t="-1694" r="-10137" b="-1504"/>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5" name="Oval 4"/>
              <p:cNvSpPr/>
              <p:nvPr/>
            </p:nvSpPr>
            <p:spPr>
              <a:xfrm>
                <a:off x="8852696" y="4290934"/>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a:p>
            </p:txBody>
          </p:sp>
        </mc:Choice>
        <mc:Fallback>
          <p:sp>
            <p:nvSpPr>
              <p:cNvPr id="5" name="Oval 4"/>
              <p:cNvSpPr>
                <a:spLocks noRot="1" noChangeAspect="1" noMove="1" noResize="1" noEditPoints="1" noAdjustHandles="1" noChangeArrowheads="1" noChangeShapeType="1" noTextEdit="1"/>
              </p:cNvSpPr>
              <p:nvPr/>
            </p:nvSpPr>
            <p:spPr>
              <a:xfrm>
                <a:off x="8852696" y="4290934"/>
                <a:ext cx="397968" cy="388884"/>
              </a:xfrm>
              <a:prstGeom prst="ellipse">
                <a:avLst/>
              </a:prstGeom>
              <a:blipFill rotWithShape="1">
                <a:blip r:embed="rId3"/>
                <a:stretch>
                  <a:fillRect l="-1636" t="-1694" r="-10216" b="-1504"/>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Oval 5"/>
              <p:cNvSpPr/>
              <p:nvPr/>
            </p:nvSpPr>
            <p:spPr>
              <a:xfrm>
                <a:off x="9493732" y="4290934"/>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US"/>
              </a:p>
            </p:txBody>
          </p:sp>
        </mc:Choice>
        <mc:Fallback>
          <p:sp>
            <p:nvSpPr>
              <p:cNvPr id="6" name="Oval 5"/>
              <p:cNvSpPr>
                <a:spLocks noRot="1" noChangeAspect="1" noMove="1" noResize="1" noEditPoints="1" noAdjustHandles="1" noChangeArrowheads="1" noChangeShapeType="1" noTextEdit="1"/>
              </p:cNvSpPr>
              <p:nvPr/>
            </p:nvSpPr>
            <p:spPr>
              <a:xfrm>
                <a:off x="9493732" y="4290934"/>
                <a:ext cx="397968" cy="388884"/>
              </a:xfrm>
              <a:prstGeom prst="ellipse">
                <a:avLst/>
              </a:prstGeom>
              <a:blipFill rotWithShape="1">
                <a:blip r:embed="rId4"/>
                <a:stretch>
                  <a:fillRect l="-1717" t="-1694" r="-10135" b="-1504"/>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7" name="Oval 6"/>
          <p:cNvSpPr/>
          <p:nvPr/>
        </p:nvSpPr>
        <p:spPr>
          <a:xfrm>
            <a:off x="10134768" y="4290934"/>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endParaRPr lang="en-US"/>
          </a:p>
        </p:txBody>
      </p:sp>
      <p:sp>
        <p:nvSpPr>
          <p:cNvPr id="8" name="Oval 7"/>
          <p:cNvSpPr/>
          <p:nvPr/>
        </p:nvSpPr>
        <p:spPr>
          <a:xfrm>
            <a:off x="10775804" y="4290934"/>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endParaRPr lang="en-US"/>
          </a:p>
        </p:txBody>
      </p:sp>
      <mc:AlternateContent xmlns:mc="http://schemas.openxmlformats.org/markup-compatibility/2006">
        <mc:Choice xmlns:a14="http://schemas.microsoft.com/office/drawing/2010/main" Requires="a14">
          <p:sp>
            <p:nvSpPr>
              <p:cNvPr id="9" name="Oval 8"/>
              <p:cNvSpPr/>
              <p:nvPr/>
            </p:nvSpPr>
            <p:spPr>
              <a:xfrm>
                <a:off x="11416842" y="4290934"/>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𝑇</m:t>
                          </m:r>
                        </m:sub>
                      </m:sSub>
                    </m:oMath>
                  </m:oMathPara>
                </a14:m>
                <a:endParaRPr lang="en-US"/>
              </a:p>
            </p:txBody>
          </p:sp>
        </mc:Choice>
        <mc:Fallback>
          <p:sp>
            <p:nvSpPr>
              <p:cNvPr id="9" name="Oval 8"/>
              <p:cNvSpPr>
                <a:spLocks noRot="1" noChangeAspect="1" noMove="1" noResize="1" noEditPoints="1" noAdjustHandles="1" noChangeArrowheads="1" noChangeShapeType="1" noTextEdit="1"/>
              </p:cNvSpPr>
              <p:nvPr/>
            </p:nvSpPr>
            <p:spPr>
              <a:xfrm>
                <a:off x="11416842" y="4290934"/>
                <a:ext cx="397968" cy="388884"/>
              </a:xfrm>
              <a:prstGeom prst="ellipse">
                <a:avLst/>
              </a:prstGeom>
              <a:blipFill rotWithShape="1">
                <a:blip r:embed="rId5"/>
                <a:stretch>
                  <a:fillRect l="-1640" t="-1694" r="-19626" b="-1504"/>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10" name="Straight Arrow Connector 9"/>
          <p:cNvCxnSpPr>
            <a:stCxn id="16" idx="0"/>
            <a:endCxn id="5" idx="4"/>
          </p:cNvCxnSpPr>
          <p:nvPr/>
        </p:nvCxnSpPr>
        <p:spPr>
          <a:xfrm flipV="1">
            <a:off x="9051680" y="4679818"/>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7" idx="0"/>
            <a:endCxn id="6" idx="4"/>
          </p:cNvCxnSpPr>
          <p:nvPr/>
        </p:nvCxnSpPr>
        <p:spPr>
          <a:xfrm flipV="1">
            <a:off x="9692716" y="4679818"/>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18" idx="0"/>
            <a:endCxn id="7" idx="4"/>
          </p:cNvCxnSpPr>
          <p:nvPr/>
        </p:nvCxnSpPr>
        <p:spPr>
          <a:xfrm flipV="1">
            <a:off x="10333752" y="4679818"/>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9" idx="0"/>
            <a:endCxn id="8" idx="4"/>
          </p:cNvCxnSpPr>
          <p:nvPr/>
        </p:nvCxnSpPr>
        <p:spPr>
          <a:xfrm flipV="1">
            <a:off x="10974788" y="4679818"/>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20" idx="0"/>
            <a:endCxn id="9" idx="4"/>
          </p:cNvCxnSpPr>
          <p:nvPr/>
        </p:nvCxnSpPr>
        <p:spPr>
          <a:xfrm flipV="1">
            <a:off x="11615826" y="4679818"/>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Oval 14"/>
              <p:cNvSpPr/>
              <p:nvPr/>
            </p:nvSpPr>
            <p:spPr>
              <a:xfrm>
                <a:off x="8211660" y="5038673"/>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m:t>
                          </m:r>
                        </m:sub>
                      </m:sSub>
                    </m:oMath>
                  </m:oMathPara>
                </a14:m>
                <a:endParaRPr lang="en-US">
                  <a:solidFill>
                    <a:schemeClr val="tx1"/>
                  </a:solidFill>
                </a:endParaRPr>
              </a:p>
            </p:txBody>
          </p:sp>
        </mc:Choice>
        <mc:Fallback>
          <p:sp>
            <p:nvSpPr>
              <p:cNvPr id="15" name="Oval 14"/>
              <p:cNvSpPr>
                <a:spLocks noRot="1" noChangeAspect="1" noMove="1" noResize="1" noEditPoints="1" noAdjustHandles="1" noChangeArrowheads="1" noChangeShapeType="1" noTextEdit="1"/>
              </p:cNvSpPr>
              <p:nvPr/>
            </p:nvSpPr>
            <p:spPr>
              <a:xfrm>
                <a:off x="8211660" y="5038673"/>
                <a:ext cx="397968" cy="388884"/>
              </a:xfrm>
              <a:prstGeom prst="ellipse">
                <a:avLst/>
              </a:prstGeom>
              <a:blipFill rotWithShape="1">
                <a:blip r:embed="rId6"/>
                <a:stretch>
                  <a:fillRect l="-1715" t="-1783" r="-13966" b="-157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6" name="Oval 15"/>
              <p:cNvSpPr/>
              <p:nvPr/>
            </p:nvSpPr>
            <p:spPr>
              <a:xfrm>
                <a:off x="8852696" y="5038673"/>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2</m:t>
                          </m:r>
                        </m:sub>
                      </m:sSub>
                    </m:oMath>
                  </m:oMathPara>
                </a14:m>
                <a:endParaRPr lang="en-US">
                  <a:solidFill>
                    <a:schemeClr val="tx1"/>
                  </a:solidFill>
                </a:endParaRPr>
              </a:p>
            </p:txBody>
          </p:sp>
        </mc:Choice>
        <mc:Fallback>
          <p:sp>
            <p:nvSpPr>
              <p:cNvPr id="16" name="Oval 15"/>
              <p:cNvSpPr>
                <a:spLocks noRot="1" noChangeAspect="1" noMove="1" noResize="1" noEditPoints="1" noAdjustHandles="1" noChangeArrowheads="1" noChangeShapeType="1" noTextEdit="1"/>
              </p:cNvSpPr>
              <p:nvPr/>
            </p:nvSpPr>
            <p:spPr>
              <a:xfrm>
                <a:off x="8852696" y="5038673"/>
                <a:ext cx="397968" cy="388884"/>
              </a:xfrm>
              <a:prstGeom prst="ellipse">
                <a:avLst/>
              </a:prstGeom>
              <a:blipFill rotWithShape="1">
                <a:blip r:embed="rId7"/>
                <a:stretch>
                  <a:fillRect l="-1636" t="-1783" r="-14045" b="-157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7" name="Oval 16"/>
              <p:cNvSpPr/>
              <p:nvPr/>
            </p:nvSpPr>
            <p:spPr>
              <a:xfrm>
                <a:off x="9493732" y="5038673"/>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3</m:t>
                          </m:r>
                        </m:sub>
                      </m:sSub>
                    </m:oMath>
                  </m:oMathPara>
                </a14:m>
                <a:endParaRPr lang="en-US">
                  <a:solidFill>
                    <a:schemeClr val="tx1"/>
                  </a:solidFill>
                </a:endParaRPr>
              </a:p>
            </p:txBody>
          </p:sp>
        </mc:Choice>
        <mc:Fallback>
          <p:sp>
            <p:nvSpPr>
              <p:cNvPr id="17" name="Oval 16"/>
              <p:cNvSpPr>
                <a:spLocks noRot="1" noChangeAspect="1" noMove="1" noResize="1" noEditPoints="1" noAdjustHandles="1" noChangeArrowheads="1" noChangeShapeType="1" noTextEdit="1"/>
              </p:cNvSpPr>
              <p:nvPr/>
            </p:nvSpPr>
            <p:spPr>
              <a:xfrm>
                <a:off x="9493732" y="5038673"/>
                <a:ext cx="397968" cy="388884"/>
              </a:xfrm>
              <a:prstGeom prst="ellipse">
                <a:avLst/>
              </a:prstGeom>
              <a:blipFill rotWithShape="1">
                <a:blip r:embed="rId8"/>
                <a:stretch>
                  <a:fillRect l="-1717" t="-1783" r="-13965" b="-157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18" name="Oval 17"/>
          <p:cNvSpPr/>
          <p:nvPr/>
        </p:nvSpPr>
        <p:spPr>
          <a:xfrm>
            <a:off x="10134768" y="5038673"/>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t>
            </a:r>
            <a:endParaRPr lang="en-US">
              <a:solidFill>
                <a:schemeClr val="tx1"/>
              </a:solidFill>
            </a:endParaRPr>
          </a:p>
        </p:txBody>
      </p:sp>
      <p:sp>
        <p:nvSpPr>
          <p:cNvPr id="19" name="Oval 18"/>
          <p:cNvSpPr/>
          <p:nvPr/>
        </p:nvSpPr>
        <p:spPr>
          <a:xfrm>
            <a:off x="10775804" y="5038673"/>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t>
            </a:r>
            <a:endParaRPr lang="en-US">
              <a:solidFill>
                <a:schemeClr val="tx1"/>
              </a:solidFill>
            </a:endParaRPr>
          </a:p>
        </p:txBody>
      </p:sp>
      <mc:AlternateContent xmlns:mc="http://schemas.openxmlformats.org/markup-compatibility/2006">
        <mc:Choice xmlns:a14="http://schemas.microsoft.com/office/drawing/2010/main" Requires="a14">
          <p:sp>
            <p:nvSpPr>
              <p:cNvPr id="20" name="Oval 19"/>
              <p:cNvSpPr/>
              <p:nvPr/>
            </p:nvSpPr>
            <p:spPr>
              <a:xfrm>
                <a:off x="11416842" y="5038673"/>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𝑇</m:t>
                          </m:r>
                        </m:sub>
                      </m:sSub>
                    </m:oMath>
                  </m:oMathPara>
                </a14:m>
                <a:endParaRPr lang="en-US">
                  <a:solidFill>
                    <a:schemeClr val="tx1"/>
                  </a:solidFill>
                </a:endParaRPr>
              </a:p>
            </p:txBody>
          </p:sp>
        </mc:Choice>
        <mc:Fallback>
          <p:sp>
            <p:nvSpPr>
              <p:cNvPr id="20" name="Oval 19"/>
              <p:cNvSpPr>
                <a:spLocks noRot="1" noChangeAspect="1" noMove="1" noResize="1" noEditPoints="1" noAdjustHandles="1" noChangeArrowheads="1" noChangeShapeType="1" noTextEdit="1"/>
              </p:cNvSpPr>
              <p:nvPr/>
            </p:nvSpPr>
            <p:spPr>
              <a:xfrm>
                <a:off x="11416842" y="5038673"/>
                <a:ext cx="397968" cy="388884"/>
              </a:xfrm>
              <a:prstGeom prst="ellipse">
                <a:avLst/>
              </a:prstGeom>
              <a:blipFill rotWithShape="1">
                <a:blip r:embed="rId9"/>
                <a:stretch>
                  <a:fillRect l="-1640" t="-1783" r="-23455" b="-157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1" name="Straight Arrow Connector 20"/>
          <p:cNvCxnSpPr>
            <a:stCxn id="15" idx="6"/>
            <a:endCxn id="16" idx="2"/>
          </p:cNvCxnSpPr>
          <p:nvPr/>
        </p:nvCxnSpPr>
        <p:spPr>
          <a:xfrm>
            <a:off x="8609628" y="5233115"/>
            <a:ext cx="243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6" idx="6"/>
            <a:endCxn id="17" idx="2"/>
          </p:cNvCxnSpPr>
          <p:nvPr/>
        </p:nvCxnSpPr>
        <p:spPr>
          <a:xfrm>
            <a:off x="9250664" y="5233115"/>
            <a:ext cx="243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7" idx="6"/>
            <a:endCxn id="18" idx="2"/>
          </p:cNvCxnSpPr>
          <p:nvPr/>
        </p:nvCxnSpPr>
        <p:spPr>
          <a:xfrm>
            <a:off x="9891700" y="5233115"/>
            <a:ext cx="243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8" idx="6"/>
            <a:endCxn id="19" idx="2"/>
          </p:cNvCxnSpPr>
          <p:nvPr/>
        </p:nvCxnSpPr>
        <p:spPr>
          <a:xfrm>
            <a:off x="10532736" y="5233115"/>
            <a:ext cx="243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9" idx="6"/>
            <a:endCxn id="20" idx="2"/>
          </p:cNvCxnSpPr>
          <p:nvPr/>
        </p:nvCxnSpPr>
        <p:spPr>
          <a:xfrm>
            <a:off x="11173772" y="5233115"/>
            <a:ext cx="2430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5" idx="0"/>
            <a:endCxn id="4" idx="4"/>
          </p:cNvCxnSpPr>
          <p:nvPr/>
        </p:nvCxnSpPr>
        <p:spPr>
          <a:xfrm flipV="1">
            <a:off x="8410644" y="4679818"/>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 name="Speech Bubble: Rectangle with Corners Rounded 44"/>
              <p:cNvSpPr/>
              <p:nvPr/>
            </p:nvSpPr>
            <p:spPr>
              <a:xfrm>
                <a:off x="1234440" y="5824220"/>
                <a:ext cx="3876040" cy="858520"/>
              </a:xfrm>
              <a:prstGeom prst="wedgeRoundRectCallout">
                <a:avLst>
                  <a:gd name="adj1" fmla="val 1838"/>
                  <a:gd name="adj2" fmla="val -98548"/>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Transition probability </a:t>
                </a:r>
                <a14:m>
                  <m:oMath xmlns:m="http://schemas.openxmlformats.org/officeDocument/2006/math">
                    <m:r>
                      <a:rPr lang="en-US" sz="2400" b="0" i="1" smtClean="0">
                        <a:solidFill>
                          <a:schemeClr val="tx1"/>
                        </a:solidFill>
                        <a:latin typeface="Cambria Math" panose="02040503050406030204" pitchFamily="18" charset="0"/>
                      </a:rPr>
                      <m:t>𝜓</m:t>
                    </m:r>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𝑚</m:t>
                        </m:r>
                        <m:r>
                          <a:rPr lang="en-US" sz="2400" b="0" i="1" smtClean="0">
                            <a:solidFill>
                              <a:schemeClr val="tx1"/>
                            </a:solidFill>
                            <a:latin typeface="Cambria Math" panose="02040503050406030204" pitchFamily="18" charset="0"/>
                          </a:rPr>
                          <m:t>,</m:t>
                        </m:r>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𝑚</m:t>
                            </m:r>
                          </m:e>
                          <m:sup>
                            <m:r>
                              <a:rPr lang="en-US" sz="2400" b="0" i="1" smtClean="0">
                                <a:solidFill>
                                  <a:schemeClr val="tx1"/>
                                </a:solidFill>
                                <a:latin typeface="Cambria Math" panose="02040503050406030204" pitchFamily="18" charset="0"/>
                              </a:rPr>
                              <m:t>′</m:t>
                            </m:r>
                          </m:sup>
                        </m:sSup>
                      </m:e>
                    </m:d>
                    <m:r>
                      <a:rPr lang="en-US" sz="2400" b="0" i="1" smtClean="0">
                        <a:solidFill>
                          <a:schemeClr val="tx1"/>
                        </a:solidFill>
                        <a:latin typeface="Cambria Math" panose="02040503050406030204" pitchFamily="18" charset="0"/>
                      </a:rPr>
                      <m:t>=</m:t>
                    </m:r>
                    <m:r>
                      <m:rPr>
                        <m:sty m:val="p"/>
                      </m:rPr>
                      <a:rPr lang="en-US" sz="2400" b="0" i="0" smtClean="0">
                        <a:solidFill>
                          <a:schemeClr val="tx1"/>
                        </a:solidFill>
                        <a:latin typeface="Cambria Math" panose="02040503050406030204" pitchFamily="18" charset="0"/>
                      </a:rPr>
                      <m:t>Pr</m:t>
                    </m:r>
                    <m:r>
                      <a:rPr lang="en-US" sz="2400" b="0" i="1" smtClean="0">
                        <a:solidFill>
                          <a:schemeClr val="tx1"/>
                        </a:solidFill>
                        <a:latin typeface="Cambria Math" panose="02040503050406030204" pitchFamily="18" charset="0"/>
                      </a:rPr>
                      <m:t>⁡(</m:t>
                    </m:r>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𝑚</m:t>
                        </m:r>
                      </m:e>
                      <m:sup>
                        <m:r>
                          <a:rPr lang="en-US" sz="2400" b="0" i="1" smtClean="0">
                            <a:solidFill>
                              <a:schemeClr val="tx1"/>
                            </a:solidFill>
                            <a:latin typeface="Cambria Math" panose="02040503050406030204" pitchFamily="18" charset="0"/>
                          </a:rPr>
                          <m:t>′</m:t>
                        </m:r>
                      </m:sup>
                    </m:sSup>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𝑚</m:t>
                    </m:r>
                    <m:r>
                      <a:rPr lang="en-US" sz="2400" b="0" i="1" smtClean="0">
                        <a:solidFill>
                          <a:schemeClr val="tx1"/>
                        </a:solidFill>
                        <a:latin typeface="Cambria Math" panose="02040503050406030204" pitchFamily="18" charset="0"/>
                        <a:ea typeface="MS Mincho" charset="0"/>
                        <a:cs typeface="Cambria Math" panose="02040503050406030204" pitchFamily="18" charset="0"/>
                      </a:rPr>
                      <m:t>)</m:t>
                    </m:r>
                  </m:oMath>
                </a14:m>
                <a:endParaRPr lang="en-US" sz="2400" b="0" i="1">
                  <a:solidFill>
                    <a:schemeClr val="tx1"/>
                  </a:solidFill>
                  <a:latin typeface="Cambria Math" panose="02040503050406030204" pitchFamily="18" charset="0"/>
                  <a:ea typeface="MS Mincho" charset="0"/>
                  <a:cs typeface="Cambria Math" panose="02040503050406030204" pitchFamily="18" charset="0"/>
                </a:endParaRPr>
              </a:p>
            </p:txBody>
          </p:sp>
        </mc:Choice>
        <mc:Fallback>
          <p:sp>
            <p:nvSpPr>
              <p:cNvPr id="45" name="Speech Bubble: Rectangle with Corners Rounded 44"/>
              <p:cNvSpPr>
                <a:spLocks noRot="1" noChangeAspect="1" noMove="1" noResize="1" noEditPoints="1" noAdjustHandles="1" noChangeArrowheads="1" noChangeShapeType="1" noTextEdit="1"/>
              </p:cNvSpPr>
              <p:nvPr/>
            </p:nvSpPr>
            <p:spPr>
              <a:xfrm>
                <a:off x="1234440" y="5824220"/>
                <a:ext cx="3876040" cy="858520"/>
              </a:xfrm>
              <a:prstGeom prst="wedgeRoundRectCallout">
                <a:avLst>
                  <a:gd name="adj1" fmla="val 1838"/>
                  <a:gd name="adj2" fmla="val -98548"/>
                  <a:gd name="adj3" fmla="val 16667"/>
                </a:avLst>
              </a:prstGeom>
              <a:blipFill rotWithShape="1">
                <a:blip r:embed="rId10"/>
                <a:stretch>
                  <a:fillRect l="-164" t="-49926" r="-164" b="-74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6" name="Speech Bubble: Rectangle with Corners Rounded 45"/>
              <p:cNvSpPr/>
              <p:nvPr/>
            </p:nvSpPr>
            <p:spPr>
              <a:xfrm>
                <a:off x="5808345" y="5824220"/>
                <a:ext cx="4277360" cy="858520"/>
              </a:xfrm>
              <a:prstGeom prst="wedgeRoundRectCallout">
                <a:avLst>
                  <a:gd name="adj1" fmla="val -58194"/>
                  <a:gd name="adj2" fmla="val -11585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Emission probability </a:t>
                </a:r>
                <a14:m>
                  <m:oMath xmlns:m="http://schemas.openxmlformats.org/officeDocument/2006/math">
                    <m:r>
                      <a:rPr lang="en-US" sz="2400" b="0" i="1" smtClean="0">
                        <a:latin typeface="Cambria Math" panose="02040503050406030204" pitchFamily="18" charset="0"/>
                      </a:rPr>
                      <m:t>𝜆</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𝑛</m:t>
                        </m:r>
                      </m:e>
                    </m:d>
                    <m:r>
                      <a:rPr lang="en-US" sz="2400" b="0" i="1" smtClean="0">
                        <a:latin typeface="Cambria Math" panose="02040503050406030204" pitchFamily="18" charset="0"/>
                      </a:rPr>
                      <m:t>=</m:t>
                    </m:r>
                    <m:r>
                      <m:rPr>
                        <m:sty m:val="p"/>
                      </m:rPr>
                      <a:rPr lang="en-US" sz="2400" b="0" i="0" smtClean="0">
                        <a:latin typeface="Cambria Math" panose="02040503050406030204" pitchFamily="18" charset="0"/>
                      </a:rPr>
                      <m:t>Pr</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ea typeface="MS Mincho" charset="0"/>
                        <a:cs typeface="Cambria Math" panose="02040503050406030204" pitchFamily="18" charset="0"/>
                      </a:rPr>
                      <m:t>)</m:t>
                    </m:r>
                  </m:oMath>
                </a14:m>
                <a:endParaRPr lang="en-US" sz="2400" b="0" i="1">
                  <a:latin typeface="Cambria Math" panose="02040503050406030204" pitchFamily="18" charset="0"/>
                  <a:ea typeface="MS Mincho" charset="0"/>
                  <a:cs typeface="Cambria Math" panose="02040503050406030204" pitchFamily="18" charset="0"/>
                </a:endParaRPr>
              </a:p>
            </p:txBody>
          </p:sp>
        </mc:Choice>
        <mc:Fallback>
          <p:sp>
            <p:nvSpPr>
              <p:cNvPr id="46" name="Speech Bubble: Rectangle with Corners Rounded 45"/>
              <p:cNvSpPr>
                <a:spLocks noRot="1" noChangeAspect="1" noMove="1" noResize="1" noEditPoints="1" noAdjustHandles="1" noChangeArrowheads="1" noChangeShapeType="1" noTextEdit="1"/>
              </p:cNvSpPr>
              <p:nvPr/>
            </p:nvSpPr>
            <p:spPr>
              <a:xfrm>
                <a:off x="5808345" y="5824220"/>
                <a:ext cx="4277360" cy="858520"/>
              </a:xfrm>
              <a:prstGeom prst="wedgeRoundRectCallout">
                <a:avLst>
                  <a:gd name="adj1" fmla="val -58194"/>
                  <a:gd name="adj2" fmla="val -115853"/>
                  <a:gd name="adj3" fmla="val 16667"/>
                </a:avLst>
              </a:prstGeom>
              <a:blipFill rotWithShape="1">
                <a:blip r:embed="rId11"/>
                <a:stretch>
                  <a:fillRect l="-9308" t="-68121" r="-148" b="-74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a:t>Shapes of </a:t>
                </a:r>
                <a14:m>
                  <m:oMath xmlns:m="http://schemas.openxmlformats.org/officeDocument/2006/math">
                    <m:r>
                      <a:rPr lang="en-US">
                        <a:latin typeface="Cambria Math" panose="02040503050406030204" pitchFamily="18" charset="0"/>
                        <a:ea typeface="MS Mincho" charset="0"/>
                        <a:cs typeface="DejaVu Math TeX Gyre" panose="02000503000000000000" charset="0"/>
                      </a:rPr>
                      <m:t>𝜓</m:t>
                    </m:r>
                    <m:d>
                      <m:dPr>
                        <m:ctrlPr>
                          <a:rPr lang="en-US" i="1">
                            <a:latin typeface="Cambria Math" panose="02040503050406030204" pitchFamily="18" charset="0"/>
                            <a:cs typeface="DejaVu Math TeX Gyre" panose="02000503000000000000" charset="0"/>
                          </a:rPr>
                        </m:ctrlPr>
                      </m:dPr>
                      <m:e>
                        <m:r>
                          <a:rPr lang="en-US">
                            <a:latin typeface="Cambria Math" panose="02040503050406030204" pitchFamily="18" charset="0"/>
                            <a:cs typeface="DejaVu Math TeX Gyre" panose="02000503000000000000" charset="0"/>
                          </a:rPr>
                          <m:t>𝑚</m:t>
                        </m:r>
                        <m:r>
                          <a:rPr lang="en-US">
                            <a:latin typeface="Cambria Math" panose="02040503050406030204" pitchFamily="18" charset="0"/>
                            <a:ea typeface="MS Mincho"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a:latin typeface="Cambria Math" panose="02040503050406030204" pitchFamily="18" charset="0"/>
                                <a:cs typeface="DejaVu Math TeX Gyre" panose="02000503000000000000" charset="0"/>
                              </a:rPr>
                              <m:t>𝑚</m:t>
                            </m:r>
                          </m:e>
                          <m:sup>
                            <m:r>
                              <a:rPr lang="en-US">
                                <a:latin typeface="Cambria Math" panose="02040503050406030204" pitchFamily="18" charset="0"/>
                                <a:ea typeface="MS Mincho" charset="0"/>
                                <a:cs typeface="DejaVu Math TeX Gyre" panose="02000503000000000000" charset="0"/>
                              </a:rPr>
                              <m:t>′</m:t>
                            </m:r>
                          </m:sup>
                        </m:sSup>
                      </m:e>
                    </m:d>
                  </m:oMath>
                </a14:m>
                <a:r>
                  <a:rPr lang="en-US"/>
                  <a:t> and </a:t>
                </a:r>
                <a14:m>
                  <m:oMath xmlns:m="http://schemas.openxmlformats.org/officeDocument/2006/math">
                    <m:r>
                      <a:rPr lang="en-US" b="0" i="1" smtClean="0">
                        <a:latin typeface="Cambria Math" panose="02040503050406030204" pitchFamily="18" charset="0"/>
                      </a:rPr>
                      <m:t>𝜆</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oMath>
                </a14:m>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Text Placeholder 5"/>
              <p:cNvSpPr>
                <a:spLocks noGrp="1"/>
              </p:cNvSpPr>
              <p:nvPr>
                <p:ph type="body" idx="1"/>
              </p:nvPr>
            </p:nvSpPr>
            <p:spPr/>
            <p:txBody>
              <a:bodyPr/>
              <a:lstStyle/>
              <a:p>
                <a14:m>
                  <m:oMath xmlns:m="http://schemas.openxmlformats.org/officeDocument/2006/math">
                    <m:r>
                      <a:rPr lang="en-US">
                        <a:latin typeface="Cambria Math" panose="02040503050406030204" pitchFamily="18" charset="0"/>
                        <a:ea typeface="MS Mincho" charset="0"/>
                        <a:cs typeface="DejaVu Math TeX Gyre" panose="02000503000000000000" charset="0"/>
                      </a:rPr>
                      <m:t>𝜓</m:t>
                    </m:r>
                    <m:d>
                      <m:dPr>
                        <m:ctrlPr>
                          <a:rPr lang="en-US" i="1">
                            <a:latin typeface="Cambria Math" panose="02040503050406030204" pitchFamily="18" charset="0"/>
                            <a:cs typeface="DejaVu Math TeX Gyre" panose="02000503000000000000" charset="0"/>
                          </a:rPr>
                        </m:ctrlPr>
                      </m:dPr>
                      <m:e>
                        <m:r>
                          <a:rPr lang="en-US">
                            <a:latin typeface="Cambria Math" panose="02040503050406030204" pitchFamily="18" charset="0"/>
                            <a:cs typeface="DejaVu Math TeX Gyre" panose="02000503000000000000" charset="0"/>
                          </a:rPr>
                          <m:t>𝑚</m:t>
                        </m:r>
                        <m:r>
                          <a:rPr lang="en-US">
                            <a:latin typeface="Cambria Math" panose="02040503050406030204" pitchFamily="18" charset="0"/>
                            <a:ea typeface="MS Mincho"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a:latin typeface="Cambria Math" panose="02040503050406030204" pitchFamily="18" charset="0"/>
                                <a:cs typeface="DejaVu Math TeX Gyre" panose="02000503000000000000" charset="0"/>
                              </a:rPr>
                              <m:t>𝑚</m:t>
                            </m:r>
                          </m:e>
                          <m:sup>
                            <m:r>
                              <a:rPr lang="en-US">
                                <a:latin typeface="Cambria Math" panose="02040503050406030204" pitchFamily="18" charset="0"/>
                                <a:ea typeface="MS Mincho" charset="0"/>
                                <a:cs typeface="DejaVu Math TeX Gyre" panose="02000503000000000000" charset="0"/>
                              </a:rPr>
                              <m:t>′</m:t>
                            </m:r>
                          </m:sup>
                        </m:sSup>
                      </m:e>
                    </m:d>
                    <m:r>
                      <a:rPr lang="en-US">
                        <a:latin typeface="Cambria Math" panose="02040503050406030204" pitchFamily="18" charset="0"/>
                        <a:ea typeface="MS Mincho" charset="0"/>
                        <a:cs typeface="DejaVu Math TeX Gyre" panose="02000503000000000000" charset="0"/>
                      </a:rPr>
                      <m:t>∈</m:t>
                    </m:r>
                    <m:sSup>
                      <m:sSupPr>
                        <m:ctrlPr>
                          <a:rPr lang="en-US" i="1">
                            <a:latin typeface="Cambria Math" panose="02040503050406030204" pitchFamily="18" charset="0"/>
                            <a:ea typeface="MS Mincho"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ea typeface="MS Mincho" charset="0"/>
                            <a:cs typeface="DejaVu Math TeX Gyre" panose="02000503000000000000" charset="0"/>
                          </a:rPr>
                          <m:t>𝑀</m:t>
                        </m:r>
                        <m:r>
                          <a:rPr lang="en-US" i="1">
                            <a:latin typeface="Cambria Math" panose="02040503050406030204" pitchFamily="18" charset="0"/>
                            <a:ea typeface="MS Mincho" charset="0"/>
                            <a:cs typeface="DejaVu Math TeX Gyre" panose="02000503000000000000" charset="0"/>
                          </a:rPr>
                          <m:t>×</m:t>
                        </m:r>
                        <m:r>
                          <a:rPr lang="en-US" i="1">
                            <a:latin typeface="Cambria Math" panose="02040503050406030204" pitchFamily="18" charset="0"/>
                            <a:ea typeface="MS Mincho" charset="0"/>
                            <a:cs typeface="DejaVu Math TeX Gyre" panose="02000503000000000000" charset="0"/>
                          </a:rPr>
                          <m:t>𝑀</m:t>
                        </m:r>
                      </m:sup>
                    </m:sSup>
                  </m:oMath>
                </a14:m>
                <a:endParaRPr lang="en-US" i="1">
                  <a:latin typeface="DejaVu Math TeX Gyre" panose="02000503000000000000" charset="0"/>
                  <a:ea typeface="MS Mincho" charset="0"/>
                  <a:cs typeface="DejaVu Math TeX Gyre" panose="02000503000000000000" charset="0"/>
                </a:endParaRPr>
              </a:p>
              <a:p>
                <a:pPr lvl="1"/>
                <a:r>
                  <a:rPr lang="en-US"/>
                  <a:t>Columns sum to 1 (from each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a:latin typeface="Cambria Math" panose="02040503050406030204" pitchFamily="18" charset="0"/>
                            <a:cs typeface="DejaVu Math TeX Gyre" panose="02000503000000000000" charset="0"/>
                          </a:rPr>
                          <m:t>𝑚</m:t>
                        </m:r>
                      </m:e>
                      <m:sup>
                        <m:r>
                          <a:rPr lang="en-US">
                            <a:latin typeface="Cambria Math" panose="02040503050406030204" pitchFamily="18" charset="0"/>
                            <a:ea typeface="MS Mincho" charset="0"/>
                            <a:cs typeface="DejaVu Math TeX Gyre" panose="02000503000000000000" charset="0"/>
                          </a:rPr>
                          <m:t>′</m:t>
                        </m:r>
                      </m:sup>
                    </m:sSup>
                  </m:oMath>
                </a14:m>
                <a:r>
                  <a:rPr lang="en-US"/>
                  <a:t>, must go to some </a:t>
                </a:r>
                <a14:m>
                  <m:oMath xmlns:m="http://schemas.openxmlformats.org/officeDocument/2006/math">
                    <m:r>
                      <a:rPr lang="en-US">
                        <a:latin typeface="Cambria Math" panose="02040503050406030204" pitchFamily="18" charset="0"/>
                        <a:cs typeface="DejaVu Math TeX Gyre" panose="02000503000000000000" charset="0"/>
                      </a:rPr>
                      <m:t>𝑚</m:t>
                    </m:r>
                  </m:oMath>
                </a14:m>
                <a:r>
                  <a:rPr lang="en-US"/>
                  <a:t>)</a:t>
                </a:r>
                <a:endParaRPr lang="en-US"/>
              </a:p>
              <a:p>
                <a:pPr lvl="1"/>
                <a14:m>
                  <m:oMath xmlns:m="http://schemas.openxmlformats.org/officeDocument/2006/math">
                    <m:r>
                      <a:rPr lang="en-US" i="1">
                        <a:latin typeface="Cambria Math" panose="02040503050406030204" pitchFamily="18" charset="0"/>
                        <a:ea typeface="MS Mincho" charset="0"/>
                        <a:cs typeface="DejaVu Math TeX Gyre" panose="02000503000000000000" charset="0"/>
                      </a:rPr>
                      <m:t>𝑀</m:t>
                    </m:r>
                    <m:d>
                      <m:dPr>
                        <m:ctrlPr>
                          <a:rPr lang="en-US" i="1">
                            <a:latin typeface="Cambria Math" panose="02040503050406030204" pitchFamily="18" charset="0"/>
                            <a:ea typeface="MS Mincho" charset="0"/>
                            <a:cs typeface="DejaVu Math TeX Gyre" panose="02000503000000000000" charset="0"/>
                          </a:rPr>
                        </m:ctrlPr>
                      </m:dPr>
                      <m:e>
                        <m:r>
                          <a:rPr lang="en-US" i="1">
                            <a:latin typeface="Cambria Math" panose="02040503050406030204" pitchFamily="18" charset="0"/>
                            <a:ea typeface="MS Mincho" charset="0"/>
                            <a:cs typeface="DejaVu Math TeX Gyre" panose="02000503000000000000" charset="0"/>
                          </a:rPr>
                          <m:t>𝑀</m:t>
                        </m:r>
                        <m:r>
                          <a:rPr lang="en-US" i="1">
                            <a:latin typeface="Cambria Math" panose="02040503050406030204" pitchFamily="18" charset="0"/>
                            <a:ea typeface="MS Mincho" charset="0"/>
                            <a:cs typeface="DejaVu Math TeX Gyre" panose="02000503000000000000" charset="0"/>
                          </a:rPr>
                          <m:t>−</m:t>
                        </m:r>
                        <m:r>
                          <a:rPr lang="en-US" i="1">
                            <a:latin typeface="Cambria Math" panose="02040503050406030204" pitchFamily="18" charset="0"/>
                            <a:ea typeface="MS Mincho" charset="0"/>
                            <a:cs typeface="DejaVu Math TeX Gyre" panose="02000503000000000000" charset="0"/>
                          </a:rPr>
                          <m:t>1</m:t>
                        </m:r>
                      </m:e>
                    </m:d>
                  </m:oMath>
                </a14:m>
                <a:r>
                  <a:rPr lang="en-US"/>
                  <a:t> degrees of freedom</a:t>
                </a:r>
                <a:endParaRPr lang="en-US"/>
              </a:p>
              <a:p>
                <a14:m>
                  <m:oMath xmlns:m="http://schemas.openxmlformats.org/officeDocument/2006/math">
                    <m:r>
                      <a:rPr lang="en-US" b="0" i="1" smtClean="0">
                        <a:latin typeface="Cambria Math" panose="02040503050406030204" pitchFamily="18" charset="0"/>
                      </a:rPr>
                      <m:t>𝜆</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a:latin typeface="Cambria Math" panose="02040503050406030204" pitchFamily="18" charset="0"/>
                        <a:ea typeface="MS Mincho" charset="0"/>
                        <a:cs typeface="DejaVu Math TeX Gyre" panose="02000503000000000000" charset="0"/>
                      </a:rPr>
                      <m:t>∈</m:t>
                    </m:r>
                    <m:sSup>
                      <m:sSupPr>
                        <m:ctrlPr>
                          <a:rPr lang="en-US" i="1">
                            <a:latin typeface="Cambria Math" panose="02040503050406030204" pitchFamily="18" charset="0"/>
                            <a:ea typeface="MS Mincho"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ea typeface="MS Mincho" charset="0"/>
                            <a:cs typeface="DejaVu Math TeX Gyre" panose="02000503000000000000" charset="0"/>
                          </a:rPr>
                          <m:t>𝑀</m:t>
                        </m:r>
                        <m:r>
                          <a:rPr lang="en-US" i="1">
                            <a:latin typeface="Cambria Math" panose="02040503050406030204" pitchFamily="18" charset="0"/>
                            <a:ea typeface="MS Mincho" charset="0"/>
                            <a:cs typeface="DejaVu Math TeX Gyre" panose="02000503000000000000" charset="0"/>
                          </a:rPr>
                          <m:t>×</m:t>
                        </m:r>
                        <m:r>
                          <a:rPr lang="en-US" i="1">
                            <a:latin typeface="Cambria Math" panose="02040503050406030204" pitchFamily="18" charset="0"/>
                            <a:ea typeface="MS Mincho" charset="0"/>
                            <a:cs typeface="DejaVu Math TeX Gyre" panose="02000503000000000000" charset="0"/>
                          </a:rPr>
                          <m:t>𝑁</m:t>
                        </m:r>
                      </m:sup>
                    </m:sSup>
                  </m:oMath>
                </a14:m>
                <a:endParaRPr lang="en-US" i="1">
                  <a:latin typeface="DejaVu Math TeX Gyre" panose="02000503000000000000" charset="0"/>
                  <a:ea typeface="MS Mincho" charset="0"/>
                  <a:cs typeface="DejaVu Math TeX Gyre" panose="02000503000000000000" charset="0"/>
                </a:endParaRPr>
              </a:p>
              <a:p>
                <a:pPr lvl="1"/>
                <a:r>
                  <a:rPr lang="en-US"/>
                  <a:t>Rows sum to 1 (from each state </a:t>
                </a:r>
                <a14:m>
                  <m:oMath xmlns:m="http://schemas.openxmlformats.org/officeDocument/2006/math">
                    <m:r>
                      <a:rPr lang="en-US">
                        <a:latin typeface="Cambria Math" panose="02040503050406030204" pitchFamily="18" charset="0"/>
                        <a:cs typeface="DejaVu Math TeX Gyre" panose="02000503000000000000" charset="0"/>
                      </a:rPr>
                      <m:t>𝑚</m:t>
                    </m:r>
                  </m:oMath>
                </a14:m>
                <a:r>
                  <a:rPr lang="en-US"/>
                  <a:t>, must emit one of </a:t>
                </a:r>
                <a14:m>
                  <m:oMath xmlns:m="http://schemas.openxmlformats.org/officeDocument/2006/math">
                    <m:r>
                      <a:rPr lang="en-US" i="1">
                        <a:latin typeface="Cambria Math" panose="02040503050406030204" pitchFamily="18" charset="0"/>
                        <a:ea typeface="MS Mincho" charset="0"/>
                        <a:cs typeface="DejaVu Math TeX Gyre" panose="02000503000000000000" charset="0"/>
                      </a:rPr>
                      <m:t>𝑁</m:t>
                    </m:r>
                  </m:oMath>
                </a14:m>
                <a:r>
                  <a:rPr lang="en-US"/>
                  <a:t> words)</a:t>
                </a:r>
                <a:endParaRPr lang="en-US"/>
              </a:p>
              <a:p>
                <a:pPr lvl="1"/>
                <a14:m>
                  <m:oMath xmlns:m="http://schemas.openxmlformats.org/officeDocument/2006/math">
                    <m:r>
                      <a:rPr lang="en-US" i="1">
                        <a:latin typeface="Cambria Math" panose="02040503050406030204" pitchFamily="18" charset="0"/>
                        <a:ea typeface="MS Mincho" charset="0"/>
                        <a:cs typeface="DejaVu Math TeX Gyre" panose="02000503000000000000" charset="0"/>
                      </a:rPr>
                      <m:t>𝑀</m:t>
                    </m:r>
                    <m:d>
                      <m:dPr>
                        <m:ctrlPr>
                          <a:rPr lang="en-US" i="1">
                            <a:latin typeface="Cambria Math" panose="02040503050406030204" pitchFamily="18" charset="0"/>
                            <a:ea typeface="MS Mincho" charset="0"/>
                            <a:cs typeface="DejaVu Math TeX Gyre" panose="02000503000000000000" charset="0"/>
                          </a:rPr>
                        </m:ctrlPr>
                      </m:dPr>
                      <m:e>
                        <m:r>
                          <a:rPr lang="en-US" i="1">
                            <a:latin typeface="Cambria Math" panose="02040503050406030204" pitchFamily="18" charset="0"/>
                            <a:ea typeface="MS Mincho" charset="0"/>
                            <a:cs typeface="DejaVu Math TeX Gyre" panose="02000503000000000000" charset="0"/>
                          </a:rPr>
                          <m:t>𝑁</m:t>
                        </m:r>
                        <m:r>
                          <a:rPr lang="en-US" i="1">
                            <a:latin typeface="Cambria Math" panose="02040503050406030204" pitchFamily="18" charset="0"/>
                            <a:ea typeface="MS Mincho" charset="0"/>
                            <a:cs typeface="DejaVu Math TeX Gyre" panose="02000503000000000000" charset="0"/>
                          </a:rPr>
                          <m:t>−</m:t>
                        </m:r>
                        <m:r>
                          <a:rPr lang="en-US" i="1">
                            <a:latin typeface="Cambria Math" panose="02040503050406030204" pitchFamily="18" charset="0"/>
                            <a:ea typeface="MS Mincho" charset="0"/>
                            <a:cs typeface="DejaVu Math TeX Gyre" panose="02000503000000000000" charset="0"/>
                          </a:rPr>
                          <m:t>1</m:t>
                        </m:r>
                      </m:e>
                    </m:d>
                  </m:oMath>
                </a14:m>
                <a:r>
                  <a:rPr lang="en-US"/>
                  <a:t> degrees of freedom</a:t>
                </a:r>
                <a:endParaRPr lang="en-US"/>
              </a:p>
              <a:p>
                <a:pPr lvl="0"/>
                <a:r>
                  <a:rPr lang="en-US"/>
                  <a:t>Overall, about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𝑀</m:t>
                        </m:r>
                      </m:e>
                      <m:sup>
                        <m:r>
                          <a:rPr lang="en-US" i="1">
                            <a:latin typeface="Cambria Math" panose="02040503050406030204" pitchFamily="18" charset="0"/>
                            <a:cs typeface="DejaVu Math TeX Gyre" panose="02000503000000000000" charset="0"/>
                          </a:rPr>
                          <m:t>2</m:t>
                        </m:r>
                      </m:sup>
                    </m:sSup>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𝑀𝑁</m:t>
                    </m:r>
                  </m:oMath>
                </a14:m>
                <a:r>
                  <a:rPr lang="en-US"/>
                  <a:t> parameters</a:t>
                </a:r>
                <a:endParaRPr lang="en-US"/>
              </a:p>
              <a:p>
                <a:pPr lvl="0"/>
                <a:r>
                  <a:rPr lang="en-US"/>
                  <a:t>These are stationary over all positions </a:t>
                </a:r>
                <a14:m>
                  <m:oMath xmlns:m="http://schemas.openxmlformats.org/officeDocument/2006/math">
                    <m:r>
                      <a:rPr lang="en-US" i="1">
                        <a:latin typeface="Cambria Math" panose="02040503050406030204" pitchFamily="18" charset="0"/>
                        <a:cs typeface="DejaVu Math TeX Gyre" panose="02000503000000000000" charset="0"/>
                      </a:rPr>
                      <m:t>𝑡</m:t>
                    </m:r>
                  </m:oMath>
                </a14:m>
                <a:endParaRPr lang="en-US"/>
              </a:p>
            </p:txBody>
          </p:sp>
        </mc:Choice>
        <mc:Fallback>
          <p:sp>
            <p:nvSpPr>
              <p:cNvPr id="6" name="Text Placeholder 5"/>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a:t>Uses of </a:t>
                </a:r>
                <a14:m>
                  <m:oMath xmlns:m="http://schemas.openxmlformats.org/officeDocument/2006/math">
                    <m:r>
                      <m:rPr>
                        <m:sty m:val="p"/>
                      </m:rPr>
                      <a:rPr lang="en-US" b="0">
                        <a:latin typeface="Cambria Math" panose="02040503050406030204" pitchFamily="18" charset="0"/>
                      </a:rPr>
                      <m:t>Pr</m:t>
                    </m:r>
                    <m:d>
                      <m:dPr>
                        <m:ctrlPr>
                          <a:rPr lang="en-US" b="0" i="1">
                            <a:latin typeface="Cambria Math" panose="02040503050406030204" pitchFamily="18" charset="0"/>
                          </a:rPr>
                        </m:ctrlPr>
                      </m:dPr>
                      <m:e>
                        <m:acc>
                          <m:accPr>
                            <m:chr m:val="⃗"/>
                            <m:ctrlPr>
                              <a:rPr lang="en-US" b="0" i="1">
                                <a:latin typeface="Cambria Math" panose="02040503050406030204" pitchFamily="18" charset="0"/>
                              </a:rPr>
                            </m:ctrlPr>
                          </m:accPr>
                          <m:e>
                            <m:r>
                              <a:rPr lang="en-US" b="0" i="1">
                                <a:latin typeface="Cambria Math" panose="02040503050406030204" pitchFamily="18" charset="0"/>
                              </a:rPr>
                              <m:t>𝑦</m:t>
                            </m:r>
                          </m:e>
                        </m:acc>
                        <m:r>
                          <a:rPr lang="en-US" b="0" i="1">
                            <a:latin typeface="Cambria Math" panose="02040503050406030204" pitchFamily="18" charset="0"/>
                          </a:rPr>
                          <m:t>,</m:t>
                        </m:r>
                        <m:acc>
                          <m:accPr>
                            <m:chr m:val="⃗"/>
                            <m:ctrlPr>
                              <a:rPr lang="en-US" b="0" i="1">
                                <a:latin typeface="Cambria Math" panose="02040503050406030204" pitchFamily="18" charset="0"/>
                              </a:rPr>
                            </m:ctrlPr>
                          </m:accPr>
                          <m:e>
                            <m:r>
                              <a:rPr lang="en-US" b="0" i="1">
                                <a:latin typeface="Cambria Math" panose="02040503050406030204" pitchFamily="18" charset="0"/>
                              </a:rPr>
                              <m:t>𝑥</m:t>
                            </m:r>
                          </m:e>
                        </m:acc>
                      </m:e>
                    </m:d>
                  </m:oMath>
                </a14:m>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2500"/>
              </a:bodyPr>
              <a:lstStyle/>
              <a:p>
                <a:pPr>
                  <a:lnSpc>
                    <a:spcPct val="100000"/>
                  </a:lnSpc>
                </a:pPr>
                <a14:m>
                  <m:oMath xmlns:m="http://schemas.openxmlformats.org/officeDocument/2006/math">
                    <m:acc>
                      <m:accPr>
                        <m:chr m:val="⃗"/>
                        <m:ctrlPr>
                          <a:rPr lang="en-US" i="1">
                            <a:latin typeface="Cambria Math" panose="02040503050406030204" pitchFamily="18" charset="0"/>
                            <a:cs typeface="DejaVu Math TeX Gyre" panose="02000503000000000000" charset="0"/>
                          </a:rPr>
                        </m:ctrlPr>
                      </m:accPr>
                      <m:e>
                        <m:r>
                          <a:rPr lang="en-US">
                            <a:latin typeface="Cambria Math" panose="02040503050406030204" pitchFamily="18" charset="0"/>
                            <a:cs typeface="DejaVu Math TeX Gyre" panose="02000503000000000000" charset="0"/>
                          </a:rPr>
                          <m:t>𝑥</m:t>
                        </m:r>
                      </m:e>
                    </m:acc>
                  </m:oMath>
                </a14:m>
                <a:r>
                  <a:rPr lang="en-US"/>
                  <a:t> is entirely observed;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oMath>
                </a14:m>
                <a:r>
                  <a:rPr lang="en-US"/>
                  <a:t> must be inferred</a:t>
                </a:r>
                <a:endParaRPr lang="en-US" i="1">
                  <a:latin typeface="Cambria Math" panose="02040503050406030204" pitchFamily="18" charset="0"/>
                </a:endParaRPr>
              </a:p>
              <a:p>
                <a:pPr>
                  <a:lnSpc>
                    <a:spcPct val="100000"/>
                  </a:lnSpc>
                </a:pPr>
                <a14:m>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argmax</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r>
                      <m:rPr>
                        <m:sty m:val="p"/>
                      </m:rPr>
                      <a:rPr lang="en-US">
                        <a:latin typeface="Cambria Math" panose="02040503050406030204" pitchFamily="18" charset="0"/>
                      </a:rPr>
                      <m:t>Pr</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oMath>
                </a14:m>
                <a:r>
                  <a:rPr lang="en-US" b="0">
                    <a:latin typeface="Cambria Math" panose="02040503050406030204" pitchFamily="18" charset="0"/>
                  </a:rPr>
                  <a:t> </a:t>
                </a:r>
                <a:r>
                  <a:rPr lang="en-US" b="0">
                    <a:latin typeface="Clear Sans" panose="020B0503030202020304" charset="0"/>
                    <a:cs typeface="Clear Sans" panose="020B0503030202020304" charset="0"/>
                    <a:sym typeface="Symbol" panose="05050102010706020507" pitchFamily="18" charset="2"/>
                  </a:rPr>
                  <a:t>―</a:t>
                </a:r>
                <a:r>
                  <a:rPr lang="en-US" b="0">
                    <a:latin typeface="Cambria Math" panose="02040503050406030204" pitchFamily="18" charset="0"/>
                    <a:sym typeface="Symbol" panose="05050102010706020507" pitchFamily="18" charset="2"/>
                  </a:rPr>
                  <a:t> </a:t>
                </a:r>
                <a:r>
                  <a:rPr lang="en-US">
                    <a:sym typeface="Symbol" panose="05050102010706020507" pitchFamily="18" charset="2"/>
                  </a:rPr>
                  <a:t>Viterbi dynamic programming</a:t>
                </a:r>
                <a:endParaRPr lang="en-US">
                  <a:sym typeface="Symbol" panose="05050102010706020507" pitchFamily="18" charset="2"/>
                </a:endParaRPr>
              </a:p>
              <a:p>
                <a:pPr lvl="1">
                  <a:lnSpc>
                    <a:spcPct val="100000"/>
                  </a:lnSpc>
                </a:pPr>
                <a:r>
                  <a:rPr lang="en-US">
                    <a:sym typeface="Symbol" panose="05050102010706020507" pitchFamily="18" charset="2"/>
                  </a:rPr>
                  <a:t>Space of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oMath>
                </a14:m>
                <a:r>
                  <a:rPr lang="en-US">
                    <a:sym typeface="Symbol" panose="05050102010706020507" pitchFamily="18" charset="2"/>
                  </a:rPr>
                  <a:t> is huge: </a:t>
                </a:r>
                <a14:m>
                  <m:oMath xmlns:m="http://schemas.openxmlformats.org/officeDocument/2006/math">
                    <m:sSup>
                      <m:sSupPr>
                        <m:ctrlPr>
                          <a:rPr lang="en-US" i="1">
                            <a:latin typeface="Cambria Math" panose="02040503050406030204" pitchFamily="18" charset="0"/>
                            <a:cs typeface="DejaVu Math TeX Gyre" panose="02000503000000000000" charset="0"/>
                            <a:sym typeface="Symbol" panose="05050102010706020507" pitchFamily="18" charset="2"/>
                          </a:rPr>
                        </m:ctrlPr>
                      </m:sSupPr>
                      <m:e>
                        <m:r>
                          <a:rPr lang="en-US" i="1">
                            <a:latin typeface="Cambria Math" panose="02040503050406030204" pitchFamily="18" charset="0"/>
                            <a:cs typeface="DejaVu Math TeX Gyre" panose="02000503000000000000" charset="0"/>
                            <a:sym typeface="Symbol" panose="05050102010706020507" pitchFamily="18" charset="2"/>
                          </a:rPr>
                          <m:t>𝑀</m:t>
                        </m:r>
                      </m:e>
                      <m:sup>
                        <m:r>
                          <a:rPr lang="en-US" i="1">
                            <a:latin typeface="Cambria Math" panose="02040503050406030204" pitchFamily="18" charset="0"/>
                            <a:cs typeface="DejaVu Math TeX Gyre" panose="02000503000000000000" charset="0"/>
                            <a:sym typeface="Symbol" panose="05050102010706020507" pitchFamily="18" charset="2"/>
                          </a:rPr>
                          <m:t>𝑇</m:t>
                        </m:r>
                      </m:sup>
                    </m:sSup>
                  </m:oMath>
                </a14:m>
                <a:r>
                  <a:rPr lang="en-US">
                    <a:sym typeface="Symbol" panose="05050102010706020507" pitchFamily="18" charset="2"/>
                  </a:rPr>
                  <a:t> </a:t>
                </a:r>
                <a:endParaRPr lang="en-US" b="0" i="1">
                  <a:latin typeface="Cambria Math" panose="02040503050406030204" pitchFamily="18" charset="0"/>
                </a:endParaRPr>
              </a:p>
              <a:p>
                <a:pPr>
                  <a:lnSpc>
                    <a:spcPct val="100000"/>
                  </a:lnSpc>
                </a:pP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sub>
                          <m:sup/>
                          <m:e>
                            <m:r>
                              <m:rPr>
                                <m:sty m:val="p"/>
                              </m:rPr>
                              <a:rPr lang="en-US" b="0" i="0" smtClean="0">
                                <a:latin typeface="Cambria Math" panose="02040503050406030204" pitchFamily="18" charset="0"/>
                              </a:rPr>
                              <m:t>Pr</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e>
                        </m:nary>
                      </m:e>
                    </m:func>
                  </m:oMath>
                </a14:m>
                <a:endParaRPr lang="en-US" b="0" i="0">
                  <a:latin typeface="Cambria Math" panose="02040503050406030204" pitchFamily="18" charset="0"/>
                </a:endParaRPr>
              </a:p>
              <a:p>
                <a:pPr>
                  <a:lnSpc>
                    <a:spcPct val="100000"/>
                  </a:lnSpc>
                </a:pP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e>
                            <m:acc>
                              <m:accPr>
                                <m:chr m:val="⃗"/>
                                <m:ctrlPr>
                                  <a:rPr lang="en-US" i="1">
                                    <a:latin typeface="Cambria Math" panose="02040503050406030204" pitchFamily="18" charset="0"/>
                                  </a:rPr>
                                </m:ctrlPr>
                              </m:accPr>
                              <m:e>
                                <m:r>
                                  <a:rPr lang="en-US" i="1">
                                    <a:latin typeface="Cambria Math" panose="02040503050406030204" pitchFamily="18" charset="0"/>
                                  </a:rPr>
                                  <m:t>𝑥</m:t>
                                </m:r>
                              </m:e>
                            </m:acc>
                          </m:e>
                        </m:d>
                      </m:e>
                    </m:func>
                    <m:r>
                      <a:rPr lang="en-US" b="0" i="1" smtClean="0">
                        <a:latin typeface="Cambria Math" panose="02040503050406030204" pitchFamily="18" charset="0"/>
                      </a:rPr>
                      <m:t>=</m:t>
                    </m:r>
                  </m:oMath>
                </a14:m>
                <a:r>
                  <a:rPr lang="en-US"/>
                  <a:t>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e>
                        </m:d>
                      </m:e>
                    </m:func>
                    <m:r>
                      <a:rPr lang="en-US" b="0" i="0" smtClean="0">
                        <a:latin typeface="Cambria Math" panose="02040503050406030204" pitchFamily="18" charset="0"/>
                      </a:rPr>
                      <m:t>/</m:t>
                    </m:r>
                    <m:r>
                      <m:rPr>
                        <m:sty m:val="p"/>
                      </m:rPr>
                      <a:rPr lang="en-US" b="0" i="0" smtClean="0">
                        <a:latin typeface="Cambria Math" panose="02040503050406030204" pitchFamily="18" charset="0"/>
                      </a:rPr>
                      <m:t>Pr</m:t>
                    </m:r>
                    <m:r>
                      <a:rPr lang="en-US" b="0" i="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oMath>
                </a14:m>
                <a:endParaRPr lang="en-US" b="0" i="1">
                  <a:latin typeface="Cambria Math" panose="02040503050406030204" pitchFamily="18" charset="0"/>
                </a:endParaRPr>
              </a:p>
              <a:p>
                <a:pPr>
                  <a:lnSpc>
                    <a:spcPct val="100000"/>
                  </a:lnSpc>
                </a:pP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argmax</m:t>
                        </m:r>
                      </m:e>
                      <m: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sub>
                    </m:sSub>
                    <m:r>
                      <m:rPr>
                        <m:sty m:val="p"/>
                      </m:rPr>
                      <a:rPr lang="en-US" b="0" i="0" smtClean="0">
                        <a:latin typeface="Cambria Math" panose="02040503050406030204" pitchFamily="18" charset="0"/>
                      </a:rPr>
                      <m:t>Pr</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oMath>
                </a14:m>
                <a:r>
                  <a:rPr lang="en-US"/>
                  <a:t> </a:t>
                </a:r>
                <a:r>
                  <a:rPr lang="en-US">
                    <a:sym typeface="Symbol" panose="05050102010706020507" pitchFamily="18" charset="2"/>
                  </a:rPr>
                  <a:t>commonly needed in applications</a:t>
                </a:r>
                <a:endParaRPr lang="en-US">
                  <a:sym typeface="Symbol" panose="05050102010706020507" pitchFamily="18" charset="2"/>
                </a:endParaRPr>
              </a:p>
              <a:p>
                <a:pPr lvl="1">
                  <a:lnSpc>
                    <a:spcPct val="100000"/>
                  </a:lnSpc>
                </a:pPr>
                <a:r>
                  <a:rPr lang="en-US">
                    <a:sym typeface="Symbol" panose="05050102010706020507" pitchFamily="18" charset="2"/>
                  </a:rPr>
                  <a:t>With </a:t>
                </a:r>
                <a14:m>
                  <m:oMath xmlns:m="http://schemas.openxmlformats.org/officeDocument/2006/math">
                    <m:acc>
                      <m:accPr>
                        <m:chr m:val="⃗"/>
                        <m:ctrlPr>
                          <a:rPr lang="en-US" b="0" i="1" smtClean="0">
                            <a:latin typeface="Cambria Math" panose="02040503050406030204" pitchFamily="18" charset="0"/>
                            <a:sym typeface="Symbol" panose="05050102010706020507" pitchFamily="18" charset="2"/>
                          </a:rPr>
                        </m:ctrlPr>
                      </m:accPr>
                      <m:e>
                        <m:r>
                          <a:rPr lang="en-US" b="0" i="1" smtClean="0">
                            <a:latin typeface="Cambria Math" panose="02040503050406030204" pitchFamily="18" charset="0"/>
                            <a:sym typeface="Symbol" panose="05050102010706020507" pitchFamily="18" charset="2"/>
                          </a:rPr>
                          <m:t>𝑥</m:t>
                        </m:r>
                      </m:e>
                    </m:acc>
                  </m:oMath>
                </a14:m>
                <a:r>
                  <a:rPr lang="en-US">
                    <a:sym typeface="Symbol" panose="05050102010706020507" pitchFamily="18" charset="2"/>
                  </a:rPr>
                  <a:t> observed and fixed,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argmax</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e>
                            <m:acc>
                              <m:accPr>
                                <m:chr m:val="⃗"/>
                                <m:ctrlPr>
                                  <a:rPr lang="en-US" i="1">
                                    <a:latin typeface="Cambria Math" panose="02040503050406030204" pitchFamily="18" charset="0"/>
                                  </a:rPr>
                                </m:ctrlPr>
                              </m:accPr>
                              <m:e>
                                <m:r>
                                  <a:rPr lang="en-US" i="1">
                                    <a:latin typeface="Cambria Math" panose="02040503050406030204" pitchFamily="18" charset="0"/>
                                  </a:rPr>
                                  <m:t>𝑥</m:t>
                                </m:r>
                              </m:e>
                            </m:acc>
                          </m:e>
                        </m:d>
                      </m:e>
                    </m:func>
                    <m:r>
                      <a:rPr lang="en-US" b="0" i="0"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argmax</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r>
                      <m:rPr>
                        <m:sty m:val="p"/>
                      </m:rPr>
                      <a:rPr lang="en-US">
                        <a:latin typeface="Cambria Math" panose="02040503050406030204" pitchFamily="18" charset="0"/>
                      </a:rPr>
                      <m:t>Pr</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b="0" i="1" smtClean="0">
                        <a:latin typeface="Cambria Math" panose="02040503050406030204" pitchFamily="18" charset="0"/>
                      </a:rPr>
                      <m:t>,</m:t>
                    </m:r>
                    <m:acc>
                      <m:accPr>
                        <m:chr m:val="⃗"/>
                        <m:ctrlPr>
                          <a:rPr lang="en-US" i="1" smtClean="0">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oMath>
                </a14:m>
                <a:endParaRPr lang="en-US">
                  <a:sym typeface="Symbol" panose="05050102010706020507" pitchFamily="18" charset="2"/>
                </a:endParaRPr>
              </a:p>
              <a:p>
                <a:pPr>
                  <a:lnSpc>
                    <a:spcPct val="100000"/>
                  </a:lnSpc>
                </a:pPr>
                <a:r>
                  <a:rPr lang="en-US">
                    <a:sym typeface="Symbol" panose="05050102010706020507" pitchFamily="18" charset="2"/>
                  </a:rPr>
                  <a:t>Label of a specific position </a:t>
                </a:r>
                <a14:m>
                  <m:oMath xmlns:m="http://schemas.openxmlformats.org/officeDocument/2006/math">
                    <m:r>
                      <m:rPr>
                        <m:sty m:val="p"/>
                      </m:rPr>
                      <a:rPr lang="en-US" b="0" i="0" smtClean="0">
                        <a:latin typeface="Cambria Math" panose="02040503050406030204" pitchFamily="18" charset="0"/>
                        <a:sym typeface="Symbol" panose="05050102010706020507" pitchFamily="18" charset="2"/>
                      </a:rPr>
                      <m:t>Pr</m:t>
                    </m:r>
                    <m:r>
                      <a:rPr lang="en-US" b="0" i="1" smtClean="0">
                        <a:latin typeface="Cambria Math" panose="02040503050406030204" pitchFamily="18" charset="0"/>
                        <a:sym typeface="Symbol" panose="05050102010706020507" pitchFamily="18" charset="2"/>
                      </a:rPr>
                      <m:t>⁡(</m:t>
                    </m:r>
                    <m:sSub>
                      <m:sSubPr>
                        <m:ctrlPr>
                          <a:rPr lang="en-US" b="0" i="1" smtClean="0">
                            <a:latin typeface="Cambria Math" panose="02040503050406030204" pitchFamily="18" charset="0"/>
                            <a:sym typeface="Symbol" panose="05050102010706020507" pitchFamily="18" charset="2"/>
                          </a:rPr>
                        </m:ctrlPr>
                      </m:sSubPr>
                      <m:e>
                        <m:r>
                          <a:rPr lang="en-US" b="0" i="1" smtClean="0">
                            <a:latin typeface="Cambria Math" panose="02040503050406030204" pitchFamily="18" charset="0"/>
                            <a:sym typeface="Symbol" panose="05050102010706020507" pitchFamily="18" charset="2"/>
                          </a:rPr>
                          <m:t>𝑌</m:t>
                        </m:r>
                      </m:e>
                      <m:sub>
                        <m:r>
                          <a:rPr lang="en-US" b="0" i="1" smtClean="0">
                            <a:latin typeface="Cambria Math" panose="02040503050406030204" pitchFamily="18" charset="0"/>
                            <a:sym typeface="Symbol" panose="05050102010706020507" pitchFamily="18" charset="2"/>
                          </a:rPr>
                          <m:t>𝑡</m:t>
                        </m:r>
                      </m:sub>
                    </m:sSub>
                    <m:r>
                      <a:rPr lang="en-US" b="0" i="1" smtClean="0">
                        <a:latin typeface="Cambria Math" panose="02040503050406030204" pitchFamily="18" charset="0"/>
                        <a:sym typeface="Symbol" panose="05050102010706020507" pitchFamily="18" charset="2"/>
                      </a:rPr>
                      <m:t>=</m:t>
                    </m:r>
                    <m:r>
                      <a:rPr lang="en-US" b="0" i="1" smtClean="0">
                        <a:latin typeface="Cambria Math" panose="02040503050406030204" pitchFamily="18" charset="0"/>
                        <a:sym typeface="Symbol" panose="05050102010706020507" pitchFamily="18" charset="2"/>
                      </a:rPr>
                      <m:t>𝑚</m:t>
                    </m:r>
                    <m:r>
                      <a:rPr lang="en-US" b="0" i="1" smtClean="0">
                        <a:latin typeface="Cambria Math" panose="02040503050406030204" pitchFamily="18" charset="0"/>
                        <a:sym typeface="Symbol" panose="05050102010706020507" pitchFamily="18" charset="2"/>
                      </a:rPr>
                      <m:t>|</m:t>
                    </m:r>
                    <m:acc>
                      <m:accPr>
                        <m:chr m:val="⃗"/>
                        <m:ctrlPr>
                          <a:rPr lang="en-US" b="0" i="1" smtClean="0">
                            <a:latin typeface="Cambria Math" panose="02040503050406030204" pitchFamily="18" charset="0"/>
                            <a:sym typeface="Symbol" panose="05050102010706020507" pitchFamily="18" charset="2"/>
                          </a:rPr>
                        </m:ctrlPr>
                      </m:accPr>
                      <m:e>
                        <m:r>
                          <a:rPr lang="en-US" b="0" i="1" smtClean="0">
                            <a:latin typeface="Cambria Math" panose="02040503050406030204" pitchFamily="18" charset="0"/>
                            <a:sym typeface="Symbol" panose="05050102010706020507" pitchFamily="18" charset="2"/>
                          </a:rPr>
                          <m:t>𝑥</m:t>
                        </m:r>
                      </m:e>
                    </m:acc>
                    <m:r>
                      <a:rPr lang="en-US" b="0" i="1" smtClean="0">
                        <a:latin typeface="Cambria Math" panose="02040503050406030204" pitchFamily="18" charset="0"/>
                        <a:sym typeface="Symbol" panose="05050102010706020507" pitchFamily="18" charset="2"/>
                      </a:rPr>
                      <m:t>)</m:t>
                    </m:r>
                  </m:oMath>
                </a14:m>
                <a:r>
                  <a:rPr lang="en-US"/>
                  <a:t> or span</a:t>
                </a:r>
                <a:endParaRPr lang="en-US"/>
              </a:p>
              <a:p>
                <a:pPr lvl="1">
                  <a:lnSpc>
                    <a:spcPct val="100000"/>
                  </a:lnSpc>
                </a:pPr>
                <a:r>
                  <a:rPr lang="en-US"/>
                  <a:t>Suppose we want to index all person or location spans in a corpus</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fontScale="90000"/>
              </a:bodyPr>
              <a:lstStyle/>
              <a:p>
                <a:r>
                  <a:rPr lang="en-US"/>
                  <a:t>Viterbi dynamic program for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argmax</m:t>
                        </m:r>
                      </m:e>
                      <m:sub>
                        <m:acc>
                          <m:accPr>
                            <m:chr m:val="⃗"/>
                            <m:ctrlPr>
                              <a:rPr lang="en-US" i="1">
                                <a:latin typeface="Cambria Math" panose="02040503050406030204" pitchFamily="18" charset="0"/>
                              </a:rPr>
                            </m:ctrlPr>
                          </m:accPr>
                          <m:e>
                            <m:r>
                              <a:rPr lang="en-US" i="1">
                                <a:latin typeface="Cambria Math" panose="02040503050406030204" pitchFamily="18" charset="0"/>
                              </a:rPr>
                              <m:t>𝑦</m:t>
                            </m:r>
                          </m:e>
                        </m:acc>
                      </m:sub>
                    </m:sSub>
                    <m:r>
                      <m:rPr>
                        <m:sty m:val="p"/>
                      </m:rPr>
                      <a:rPr lang="en-US">
                        <a:latin typeface="Cambria Math" panose="02040503050406030204" pitchFamily="18" charset="0"/>
                      </a:rPr>
                      <m:t>Pr</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b="0"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oMath>
                </a14:m>
                <a:r>
                  <a:rPr lang="en-US" b="0">
                    <a:latin typeface="Cambria Math" panose="02040503050406030204" pitchFamily="18" charset="0"/>
                  </a:rPr>
                  <a:t> </a:t>
                </a:r>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82500" lnSpcReduction="20000"/>
              </a:bodyPr>
              <a:lstStyle/>
              <a:p>
                <a:pPr>
                  <a:lnSpc>
                    <a:spcPct val="100000"/>
                  </a:lnSpc>
                </a:pPr>
                <a:r>
                  <a:rPr lang="en-US"/>
                  <a:t>Let </a:t>
                </a:r>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m:t>
                    </m:r>
                    <m:r>
                      <a:rPr lang="en-US" i="1" dirty="0">
                        <a:latin typeface="Cambria Math" panose="02040503050406030204" pitchFamily="18" charset="0"/>
                      </a:rPr>
                      <m:t>𝑡</m:t>
                    </m:r>
                    <m:r>
                      <a:rPr lang="en-US" i="1" dirty="0">
                        <a:latin typeface="Cambria Math" panose="02040503050406030204" pitchFamily="18" charset="0"/>
                      </a:rPr>
                      <m:t>, </m:t>
                    </m:r>
                    <m:r>
                      <a:rPr lang="en-US" i="1" dirty="0">
                        <a:latin typeface="Cambria Math" panose="02040503050406030204" pitchFamily="18" charset="0"/>
                      </a:rPr>
                      <m:t>𝑚</m:t>
                    </m:r>
                    <m:r>
                      <a:rPr lang="en-US" i="1" dirty="0">
                        <a:latin typeface="Cambria Math" panose="02040503050406030204" pitchFamily="18" charset="0"/>
                      </a:rPr>
                      <m:t>)</m:t>
                    </m:r>
                  </m:oMath>
                </a14:m>
                <a:r>
                  <a:rPr lang="en-US"/>
                  <a:t> be the largest probability of a state transition path ending in state </a:t>
                </a:r>
                <a14:m>
                  <m:oMath xmlns:m="http://schemas.openxmlformats.org/officeDocument/2006/math">
                    <m:r>
                      <a:rPr lang="en-US" i="1" dirty="0" smtClean="0">
                        <a:latin typeface="Cambria Math" panose="02040503050406030204" pitchFamily="18" charset="0"/>
                      </a:rPr>
                      <m:t>𝑚</m:t>
                    </m:r>
                  </m:oMath>
                </a14:m>
                <a:r>
                  <a:rPr lang="en-US"/>
                  <a:t> at position </a:t>
                </a:r>
                <a14:m>
                  <m:oMath xmlns:m="http://schemas.openxmlformats.org/officeDocument/2006/math">
                    <m:r>
                      <a:rPr lang="en-US" i="1" dirty="0" smtClean="0">
                        <a:latin typeface="Cambria Math" panose="02040503050406030204" pitchFamily="18" charset="0"/>
                      </a:rPr>
                      <m:t>𝑡</m:t>
                    </m:r>
                  </m:oMath>
                </a14:m>
                <a:r>
                  <a:rPr lang="en-US"/>
                  <a:t> </a:t>
                </a:r>
                <a:endParaRPr lang="en-US"/>
              </a:p>
              <a:p>
                <a:pPr>
                  <a:lnSpc>
                    <a:spcPct val="100000"/>
                  </a:lnSpc>
                </a:pPr>
                <a:r>
                  <a:rPr lang="en-US"/>
                  <a:t>Base case </a:t>
                </a:r>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m:t>
                    </m:r>
                    <m:r>
                      <a:rPr lang="en-US" i="1" dirty="0" smtClean="0">
                        <a:latin typeface="Cambria Math" panose="02040503050406030204" pitchFamily="18" charset="0"/>
                      </a:rPr>
                      <m:t>0</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i="1" dirty="0" smtClean="0">
                            <a:latin typeface="Cambria Math" panose="02040503050406030204" pitchFamily="18" charset="0"/>
                          </a:rPr>
                          <m:t>0</m:t>
                        </m:r>
                      </m:sub>
                    </m:sSub>
                    <m:r>
                      <a:rPr lang="en-US" i="1" dirty="0">
                        <a:latin typeface="Cambria Math" panose="02040503050406030204" pitchFamily="18" charset="0"/>
                      </a:rPr>
                      <m:t>) = </m:t>
                    </m:r>
                    <m:r>
                      <a:rPr lang="en-US" i="1" dirty="0">
                        <a:latin typeface="Cambria Math" panose="02040503050406030204" pitchFamily="18" charset="0"/>
                      </a:rPr>
                      <m:t>1</m:t>
                    </m:r>
                  </m:oMath>
                </a14:m>
                <a:r>
                  <a:rPr lang="en-US"/>
                  <a: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0</m:t>
                        </m:r>
                      </m:sub>
                    </m:sSub>
                  </m:oMath>
                </a14:m>
                <a:r>
                  <a:rPr lang="en-US"/>
                  <a:t> is a designated start state)</a:t>
                </a:r>
                <a:endParaRPr lang="en-US"/>
              </a:p>
              <a:p>
                <a:pPr>
                  <a:lnSpc>
                    <a:spcPct val="100000"/>
                  </a:lnSpc>
                </a:pP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0</m:t>
                    </m:r>
                  </m:oMath>
                </a14:m>
                <a:endParaRPr lang="en-US"/>
              </a:p>
              <a:p>
                <a:pPr>
                  <a:lnSpc>
                    <a:spcPct val="100000"/>
                  </a:lnSpc>
                </a:pPr>
                <a:r>
                  <a:rPr lang="en-US"/>
                  <a:t>For time step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&gt;</m:t>
                    </m:r>
                    <m:r>
                      <a:rPr lang="en-US" b="0" i="1" smtClean="0">
                        <a:latin typeface="Cambria Math" panose="02040503050406030204" pitchFamily="18" charset="0"/>
                      </a:rPr>
                      <m:t>0</m:t>
                    </m:r>
                  </m:oMath>
                </a14:m>
                <a:r>
                  <a:rPr lang="en-US"/>
                  <a:t> and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oMath>
                </a14:m>
                <a:r>
                  <a:rPr lang="en-US"/>
                  <a:t>:</a:t>
                </a:r>
                <a:endParaRPr lang="en-US"/>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 </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lim>
                          </m:limLow>
                        </m:fName>
                        <m:e>
                          <m:r>
                            <a:rPr lang="en-US" b="0" i="1" smtClean="0">
                              <a:latin typeface="Cambria Math" panose="02040503050406030204" pitchFamily="18" charset="0"/>
                            </a:rPr>
                            <m:t>  </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r>
                            <a:rPr lang="en-US" b="0" i="1" smtClean="0">
                              <a:latin typeface="Cambria Math" panose="02040503050406030204" pitchFamily="18" charset="0"/>
                            </a:rPr>
                            <m:t> </m:t>
                          </m:r>
                          <m:r>
                            <a:rPr lang="en-US" b="0" i="1" smtClean="0">
                              <a:latin typeface="Cambria Math" panose="02040503050406030204" pitchFamily="18" charset="0"/>
                            </a:rPr>
                            <m:t>𝜓</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 </m:t>
                          </m:r>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func>
                    </m:oMath>
                  </m:oMathPara>
                </a14:m>
                <a:endParaRPr lang="en-US"/>
              </a:p>
              <a:p>
                <a:pPr>
                  <a:lnSpc>
                    <a:spcPct val="100000"/>
                  </a:lnSpc>
                </a:pPr>
                <a:r>
                  <a:rPr lang="en-US"/>
                  <a:t>Highest probability path can be read off as </a:t>
                </a:r>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𝑚</m:t>
                            </m:r>
                          </m:lim>
                        </m:limLow>
                      </m:fName>
                      <m:e>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e>
                    </m:func>
                  </m:oMath>
                </a14:m>
                <a:endParaRPr lang="en-US"/>
              </a:p>
              <a:p>
                <a:pPr lvl="1">
                  <a:lnSpc>
                    <a:spcPct val="100000"/>
                  </a:lnSpc>
                </a:pPr>
                <a:r>
                  <a:rPr lang="en-US"/>
                  <a:t>Can also designate an end state for simplicity</a:t>
                </a:r>
                <a:endParaRPr lang="en-US"/>
              </a:p>
              <a:p>
                <a:pPr>
                  <a:lnSpc>
                    <a:spcPct val="100000"/>
                  </a:lnSpc>
                </a:pPr>
                <a:r>
                  <a:rPr lang="en-US"/>
                  <a:t>Keep track of which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oMath>
                </a14:m>
                <a:r>
                  <a:rPr lang="en-US"/>
                  <a:t> maximized the above and store in a ‘pointer’ matrix</a:t>
                </a:r>
                <a:br>
                  <a:rPr lang="en-US"/>
                </a:br>
                <a14:m>
                  <m:oMathPara xmlns:m="http://schemas.openxmlformats.org/officeDocument/2006/math">
                    <m:oMathParaPr>
                      <m:jc m:val="centerGroup"/>
                    </m:oMathParaPr>
                    <m:oMath xmlns:m="http://schemas.openxmlformats.org/officeDocument/2006/math">
                      <m:r>
                        <a:rPr lang="en-US" b="0" i="1" smtClean="0">
                          <a:effectLst>
                            <a:glow rad="228600">
                              <a:schemeClr val="accent4">
                                <a:satMod val="175000"/>
                                <a:alpha val="40000"/>
                              </a:schemeClr>
                            </a:glow>
                          </a:effectLst>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 </m:t>
                          </m:r>
                        </m:e>
                      </m:d>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b="0" i="0" smtClean="0">
                                  <a:effectLst>
                                    <a:glow rad="228600">
                                      <a:schemeClr val="accent4">
                                        <a:satMod val="175000"/>
                                        <a:alpha val="40000"/>
                                      </a:schemeClr>
                                    </a:glow>
                                  </a:effectLst>
                                  <a:latin typeface="Cambria Math" panose="02040503050406030204" pitchFamily="18" charset="0"/>
                                </a:rPr>
                                <m:t>arg</m:t>
                              </m:r>
                              <m:r>
                                <m:rPr>
                                  <m:sty m:val="p"/>
                                </m:rPr>
                                <a:rPr lang="en-US" b="0" i="0" smtClean="0">
                                  <a:latin typeface="Cambria Math" panose="02040503050406030204" pitchFamily="18" charset="0"/>
                                </a:rPr>
                                <m:t>m</m:t>
                              </m:r>
                              <m:r>
                                <m:rPr>
                                  <m:sty m:val="p"/>
                                </m:rPr>
                                <a:rPr lang="en-US">
                                  <a:latin typeface="Cambria Math" panose="02040503050406030204" pitchFamily="18" charset="0"/>
                                </a:rPr>
                                <m:t>ax</m:t>
                              </m:r>
                            </m:e>
                            <m:lim>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lim>
                          </m:limLow>
                        </m:fName>
                        <m:e>
                          <m:r>
                            <a:rPr lang="en-US" i="1">
                              <a:latin typeface="Cambria Math" panose="02040503050406030204" pitchFamily="18" charset="0"/>
                            </a:rPr>
                            <m:t>  </m:t>
                          </m:r>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e>
                          </m:d>
                          <m:r>
                            <a:rPr lang="en-US" i="1">
                              <a:latin typeface="Cambria Math" panose="02040503050406030204" pitchFamily="18" charset="0"/>
                            </a:rPr>
                            <m:t> </m:t>
                          </m:r>
                          <m:r>
                            <a:rPr lang="en-US" i="1">
                              <a:latin typeface="Cambria Math" panose="02040503050406030204" pitchFamily="18" charset="0"/>
                            </a:rPr>
                            <m:t>𝜓</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𝑚</m:t>
                              </m:r>
                            </m:e>
                          </m:d>
                          <m:r>
                            <a:rPr lang="en-US" i="1">
                              <a:latin typeface="Cambria Math" panose="02040503050406030204" pitchFamily="18" charset="0"/>
                            </a:rPr>
                            <m:t> </m:t>
                          </m:r>
                          <m:r>
                            <a:rPr lang="en-US" i="1">
                              <a:latin typeface="Cambria Math" panose="02040503050406030204" pitchFamily="18" charset="0"/>
                            </a:rPr>
                            <m:t>𝜆</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m:t>
                          </m:r>
                        </m:e>
                      </m:func>
                    </m:oMath>
                  </m:oMathPara>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t="-336"/>
                </a:stretch>
              </a:blipFill>
            </p:spPr>
            <p:txBody>
              <a:bodyPr/>
              <a:lstStyle/>
              <a:p>
                <a:r>
                  <a:rPr lang="en-US"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Time taken to fill table</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14:m>
                  <m:oMath xmlns:m="http://schemas.openxmlformats.org/officeDocument/2006/math">
                    <m:r>
                      <a:rPr lang="en-US" i="1">
                        <a:latin typeface="Cambria Math" panose="02040503050406030204" pitchFamily="18" charset="0"/>
                        <a:cs typeface="DejaVu Math TeX Gyre" panose="02000503000000000000" charset="0"/>
                      </a:rPr>
                      <m:t>𝑇𝑀</m:t>
                    </m:r>
                  </m:oMath>
                </a14:m>
                <a:r>
                  <a:rPr lang="en-US"/>
                  <a:t> cells to fill</a:t>
                </a:r>
                <a:endParaRPr lang="en-US"/>
              </a:p>
              <a:p>
                <a:r>
                  <a:rPr lang="en-US"/>
                  <a:t>Each takes </a:t>
                </a:r>
                <a14:m>
                  <m:oMath xmlns:m="http://schemas.openxmlformats.org/officeDocument/2006/math">
                    <m:r>
                      <a:rPr lang="en-US" i="1">
                        <a:latin typeface="Cambria Math" panose="02040503050406030204" pitchFamily="18" charset="0"/>
                        <a:cs typeface="DejaVu Math TeX Gyre" panose="02000503000000000000" charset="0"/>
                      </a:rPr>
                      <m:t>𝑀</m:t>
                    </m:r>
                  </m:oMath>
                </a14:m>
                <a:r>
                  <a:rPr lang="en-US"/>
                  <a:t> ops</a:t>
                </a:r>
                <a:endParaRPr lang="en-US"/>
              </a:p>
              <a:p>
                <a:r>
                  <a:rPr lang="en-US"/>
                  <a:t>So overall </a:t>
                </a:r>
                <a14:m>
                  <m:oMath xmlns:m="http://schemas.openxmlformats.org/officeDocument/2006/math">
                    <m:r>
                      <a:rPr lang="en-US" i="1">
                        <a:latin typeface="Cambria Math" panose="02040503050406030204" pitchFamily="18" charset="0"/>
                        <a:cs typeface="DejaVu Math TeX Gyre" panose="02000503000000000000" charset="0"/>
                      </a:rPr>
                      <m:t>𝑂</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𝑇</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𝑀</m:t>
                            </m:r>
                          </m:e>
                          <m:sup>
                            <m:r>
                              <a:rPr lang="en-US" i="1">
                                <a:latin typeface="Cambria Math" panose="02040503050406030204" pitchFamily="18" charset="0"/>
                                <a:cs typeface="DejaVu Math TeX Gyre" panose="02000503000000000000" charset="0"/>
                              </a:rPr>
                              <m:t>2</m:t>
                            </m:r>
                          </m:sup>
                        </m:sSup>
                      </m:e>
                    </m:d>
                  </m:oMath>
                </a14:m>
                <a:endParaRPr lang="en-US" i="1">
                  <a:latin typeface="DejaVu Math TeX Gyre" panose="02000503000000000000" charset="0"/>
                  <a:cs typeface="DejaVu Math TeX Gyre" panose="02000503000000000000" charset="0"/>
                </a:endParaRPr>
              </a:p>
              <a:p>
                <a:pPr lvl="1"/>
                <a:r>
                  <a:rPr lang="en-US"/>
                  <a:t>For POS, NER, </a:t>
                </a:r>
                <a14:m>
                  <m:oMath xmlns:m="http://schemas.openxmlformats.org/officeDocument/2006/math">
                    <m:r>
                      <a:rPr lang="en-US" i="1">
                        <a:latin typeface="Cambria Math" panose="02040503050406030204" pitchFamily="18" charset="0"/>
                        <a:cs typeface="DejaVu Math TeX Gyre" panose="02000503000000000000" charset="0"/>
                      </a:rPr>
                      <m:t>𝑀</m:t>
                    </m:r>
                  </m:oMath>
                </a14:m>
                <a:r>
                  <a:rPr lang="en-US"/>
                  <a:t> is modest</a:t>
                </a:r>
                <a:endParaRPr lang="en-US"/>
              </a:p>
              <a:p>
                <a:pPr lvl="1"/>
                <a:r>
                  <a:rPr lang="en-US"/>
                  <a:t>For summarization </a:t>
                </a:r>
                <a14:m>
                  <m:oMath xmlns:m="http://schemas.openxmlformats.org/officeDocument/2006/math">
                    <m:r>
                      <a:rPr lang="en-US" i="1">
                        <a:latin typeface="Cambria Math" panose="02040503050406030204" pitchFamily="18" charset="0"/>
                        <a:cs typeface="DejaVu Math TeX Gyre" panose="02000503000000000000" charset="0"/>
                      </a:rPr>
                      <m:t>𝑀</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𝑁</m:t>
                    </m:r>
                  </m:oMath>
                </a14:m>
                <a:endParaRPr lang="en-US" i="1">
                  <a:latin typeface="DejaVu Math TeX Gyre" panose="02000503000000000000" charset="0"/>
                  <a:cs typeface="DejaVu Math TeX Gyre" panose="02000503000000000000" charset="0"/>
                </a:endParaRPr>
              </a:p>
              <a:p>
                <a:pPr lvl="1"/>
                <a:r>
                  <a:rPr lang="en-US"/>
                  <a:t>For translation </a:t>
                </a:r>
                <a14:m>
                  <m:oMath xmlns:m="http://schemas.openxmlformats.org/officeDocument/2006/math">
                    <m:r>
                      <a:rPr lang="en-US" i="1">
                        <a:latin typeface="Cambria Math" panose="02040503050406030204" pitchFamily="18" charset="0"/>
                        <a:cs typeface="DejaVu Math TeX Gyre" panose="02000503000000000000" charset="0"/>
                      </a:rPr>
                      <m:t>𝑀</m:t>
                    </m:r>
                  </m:oMath>
                </a14:m>
                <a:r>
                  <a:rPr lang="en-US"/>
                  <a:t> is the target language vocab size</a:t>
                </a:r>
                <a:endParaRPr lang="en-US"/>
              </a:p>
              <a:p>
                <a:r>
                  <a:rPr lang="en-US"/>
                  <a:t>No wonder LLMs abandon global sequence optimality and do greedy or beam decoding</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Numerical safety: calculate in log space</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2500" lnSpcReduction="20000"/>
              </a:bodyPr>
              <a:lstStyle/>
              <a:p>
                <a:pPr>
                  <a:lnSpc>
                    <a:spcPct val="100000"/>
                  </a:lnSpc>
                </a:pPr>
                <a:r>
                  <a:rPr lang="en-US"/>
                  <a:t>Multiplying small probabilities underflow rapidly</a:t>
                </a:r>
                <a:endParaRPr lang="en-US"/>
              </a:p>
              <a:p>
                <a:pPr>
                  <a:lnSpc>
                    <a:spcPct val="100000"/>
                  </a:lnSpc>
                </a:pPr>
                <a:r>
                  <a:rPr lang="en-US"/>
                  <a:t>Use log parameters and use </a:t>
                </a:r>
                <a14:m>
                  <m:oMath xmlns:m="http://schemas.openxmlformats.org/officeDocument/2006/math">
                    <m:r>
                      <m:rPr>
                        <m:sty m:val="p"/>
                      </m:rPr>
                      <a:rPr lang="en-US" b="0" smtClean="0">
                        <a:latin typeface="Cambria Math" panose="02040503050406030204" pitchFamily="18" charset="0"/>
                      </a:rPr>
                      <m:t>LV</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oMath>
                </a14:m>
                <a:r>
                  <a:rPr lang="en-US"/>
                  <a:t> to hold log probabilities</a:t>
                </a:r>
                <a:endParaRPr lang="en-US"/>
              </a:p>
              <a:p>
                <a:pPr>
                  <a:lnSpc>
                    <a:spcPct val="100000"/>
                  </a:lnSpc>
                </a:pPr>
                <a14:m>
                  <m:oMath xmlns:m="http://schemas.openxmlformats.org/officeDocument/2006/math">
                    <m:r>
                      <m:rPr>
                        <m:sty m:val="p"/>
                      </m:rPr>
                      <a:rPr lang="en-US" b="0" smtClean="0">
                        <a:latin typeface="Cambria Math" panose="02040503050406030204" pitchFamily="18" charset="0"/>
                      </a:rPr>
                      <m:t>LV</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rPr>
                      <m:t>0</m:t>
                    </m:r>
                  </m:oMath>
                </a14:m>
                <a:r>
                  <a:rPr lang="en-US"/>
                  <a:t>, </a:t>
                </a:r>
                <a14:m>
                  <m:oMath xmlns:m="http://schemas.openxmlformats.org/officeDocument/2006/math">
                    <m:r>
                      <m:rPr>
                        <m:sty m:val="p"/>
                      </m:rPr>
                      <a:rPr lang="en-US" b="0" smtClean="0">
                        <a:latin typeface="Cambria Math" panose="02040503050406030204" pitchFamily="18" charset="0"/>
                      </a:rPr>
                      <m:t>LV</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oMath>
                </a14:m>
                <a:r>
                  <a:rPr lang="en-US"/>
                  <a:t> (start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oMath>
                </a14:m>
                <a:r>
                  <a:rPr lang="en-US"/>
                  <a:t>)</a:t>
                </a:r>
                <a:endParaRPr lang="en-US"/>
              </a:p>
              <a:p>
                <a:pPr>
                  <a:lnSpc>
                    <a:spcPct val="100000"/>
                  </a:lnSpc>
                </a:pPr>
                <a14:m>
                  <m:oMath xmlns:m="http://schemas.openxmlformats.org/officeDocument/2006/math">
                    <m:r>
                      <m:rPr>
                        <m:sty m:val="p"/>
                      </m:rPr>
                      <a:rPr lang="en-US" b="0" smtClean="0">
                        <a:latin typeface="Cambria Math" panose="02040503050406030204" pitchFamily="18" charset="0"/>
                      </a:rPr>
                      <m:t>LV</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oMath>
                </a14:m>
                <a:br>
                  <a:rPr lang="en-US" b="0" i="1">
                    <a:latin typeface="Cambria Math" panose="02040503050406030204" pitchFamily="18" charset="0"/>
                  </a:rPr>
                </a:b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lim>
                          </m:limLow>
                        </m:fName>
                        <m:e>
                          <m:r>
                            <m:rPr>
                              <m:sty m:val="p"/>
                            </m:rPr>
                            <a:rPr lang="en-US" b="0" smtClean="0">
                              <a:latin typeface="Cambria Math" panose="02040503050406030204" pitchFamily="18" charset="0"/>
                            </a:rPr>
                            <m:t>LV</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r>
                            <a:rPr lang="en-US" b="0" i="1" smtClean="0">
                              <a:effectLst>
                                <a:glow rad="228600">
                                  <a:schemeClr val="accent6">
                                    <a:satMod val="175000"/>
                                    <a:alpha val="40000"/>
                                  </a:schemeClr>
                                </a:glow>
                              </a:effectLst>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effectLst>
                                    <a:glow rad="228600">
                                      <a:schemeClr val="accent4">
                                        <a:satMod val="175000"/>
                                        <a:alpha val="40000"/>
                                      </a:schemeClr>
                                    </a:glow>
                                  </a:effectLst>
                                  <a:latin typeface="Cambria Math" panose="02040503050406030204" pitchFamily="18" charset="0"/>
                                </a:rPr>
                                <m:t>log</m:t>
                              </m:r>
                            </m:fName>
                            <m:e>
                              <m:r>
                                <a:rPr lang="en-US" b="0" i="1" smtClean="0">
                                  <a:latin typeface="Cambria Math" panose="02040503050406030204" pitchFamily="18" charset="0"/>
                                </a:rPr>
                                <m:t>𝜓</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effectLst>
                                    <a:glow rad="228600">
                                      <a:schemeClr val="accent6">
                                        <a:satMod val="175000"/>
                                        <a:alpha val="40000"/>
                                      </a:schemeClr>
                                    </a:glow>
                                  </a:effectLst>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effectLst>
                                        <a:glow rad="228600">
                                          <a:schemeClr val="accent4">
                                            <a:satMod val="175000"/>
                                            <a:alpha val="40000"/>
                                          </a:schemeClr>
                                        </a:glow>
                                      </a:effectLst>
                                      <a:latin typeface="Cambria Math" panose="02040503050406030204" pitchFamily="18" charset="0"/>
                                    </a:rPr>
                                    <m:t>log</m:t>
                                  </m:r>
                                </m:fName>
                                <m:e>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func>
                            </m:e>
                          </m:func>
                        </m:e>
                      </m:func>
                    </m:oMath>
                  </m:oMathPara>
                </a14:m>
                <a:endParaRPr lang="en-US"/>
              </a:p>
              <a:p>
                <a:pPr>
                  <a:lnSpc>
                    <a:spcPct val="100000"/>
                  </a:lnSpc>
                </a:pPr>
                <a:r>
                  <a:rPr lang="en-US"/>
                  <a:t>Or we can work in negative log space</a:t>
                </a:r>
                <a:endParaRPr lang="en-US"/>
              </a:p>
              <a:p>
                <a:pPr>
                  <a:lnSpc>
                    <a:spcPct val="100000"/>
                  </a:lnSpc>
                </a:pPr>
                <a14:m>
                  <m:oMath xmlns:m="http://schemas.openxmlformats.org/officeDocument/2006/math">
                    <m:r>
                      <m:rPr>
                        <m:sty m:val="p"/>
                      </m:rPr>
                      <a:rPr lang="en-US" b="0" smtClean="0">
                        <a:latin typeface="Cambria Math" panose="02040503050406030204" pitchFamily="18" charset="0"/>
                      </a:rPr>
                      <m:t>NL</m:t>
                    </m:r>
                    <m:r>
                      <m:rPr>
                        <m:sty m:val="p"/>
                      </m:rPr>
                      <a:rPr lang="en-US">
                        <a:latin typeface="Cambria Math" panose="02040503050406030204" pitchFamily="18" charset="0"/>
                      </a:rPr>
                      <m:t>V</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𝑚</m:t>
                        </m:r>
                      </m:e>
                    </m:d>
                    <m:r>
                      <a:rPr lang="en-US" i="1">
                        <a:latin typeface="Cambria Math" panose="02040503050406030204" pitchFamily="18" charset="0"/>
                      </a:rPr>
                      <m:t>=</m:t>
                    </m:r>
                  </m:oMath>
                </a14:m>
                <a:br>
                  <a:rPr lang="en-US" i="1">
                    <a:latin typeface="Cambria Math" panose="02040503050406030204" pitchFamily="18" charset="0"/>
                  </a:rPr>
                </a:b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m:t>
                              </m:r>
                              <m:r>
                                <m:rPr>
                                  <m:sty m:val="p"/>
                                </m:rPr>
                                <a:rPr lang="en-US" b="0" i="0" smtClean="0">
                                  <a:latin typeface="Cambria Math" panose="02040503050406030204" pitchFamily="18" charset="0"/>
                                </a:rPr>
                                <m:t>in</m:t>
                              </m:r>
                            </m:e>
                            <m:lim>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lim>
                          </m:limLow>
                        </m:fName>
                        <m:e>
                          <m:r>
                            <m:rPr>
                              <m:sty m:val="p"/>
                            </m:rPr>
                            <a:rPr lang="en-US" b="0" smtClean="0">
                              <a:latin typeface="Cambria Math" panose="02040503050406030204" pitchFamily="18" charset="0"/>
                            </a:rPr>
                            <m:t>NL</m:t>
                          </m:r>
                          <m:r>
                            <m:rPr>
                              <m:sty m:val="p"/>
                            </m:rPr>
                            <a:rPr lang="en-US">
                              <a:latin typeface="Cambria Math" panose="02040503050406030204" pitchFamily="18" charset="0"/>
                            </a:rPr>
                            <m:t>V</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e>
                          </m:d>
                          <m:r>
                            <a:rPr lang="en-US" b="0" i="1" smtClean="0">
                              <a:effectLst>
                                <a:glow rad="228600">
                                  <a:schemeClr val="accent6">
                                    <a:satMod val="175000"/>
                                    <a:alpha val="40000"/>
                                  </a:schemeClr>
                                </a:glow>
                              </a:effectLst>
                              <a:latin typeface="Cambria Math" panose="02040503050406030204" pitchFamily="18" charset="0"/>
                            </a:rPr>
                            <m:t>−</m:t>
                          </m:r>
                          <m:func>
                            <m:funcPr>
                              <m:ctrlPr>
                                <a:rPr lang="en-US" i="1">
                                  <a:latin typeface="Cambria Math" panose="02040503050406030204" pitchFamily="18" charset="0"/>
                                </a:rPr>
                              </m:ctrlPr>
                            </m:funcPr>
                            <m:fName>
                              <m:r>
                                <m:rPr>
                                  <m:sty m:val="p"/>
                                </m:rPr>
                                <a:rPr lang="en-US">
                                  <a:effectLst>
                                    <a:glow rad="228600">
                                      <a:schemeClr val="accent4">
                                        <a:satMod val="175000"/>
                                        <a:alpha val="40000"/>
                                      </a:schemeClr>
                                    </a:glow>
                                  </a:effectLst>
                                  <a:latin typeface="Cambria Math" panose="02040503050406030204" pitchFamily="18" charset="0"/>
                                </a:rPr>
                                <m:t>log</m:t>
                              </m:r>
                            </m:fName>
                            <m:e>
                              <m:r>
                                <a:rPr lang="en-US" i="1">
                                  <a:latin typeface="Cambria Math" panose="02040503050406030204" pitchFamily="18" charset="0"/>
                                </a:rPr>
                                <m:t>𝜓</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𝑚</m:t>
                                  </m:r>
                                </m:e>
                              </m:d>
                              <m:r>
                                <a:rPr lang="en-US" b="0" i="1" smtClean="0">
                                  <a:effectLst>
                                    <a:glow rad="228600">
                                      <a:schemeClr val="accent6">
                                        <a:satMod val="175000"/>
                                        <a:alpha val="40000"/>
                                      </a:schemeClr>
                                    </a:glow>
                                  </a:effectLst>
                                  <a:latin typeface="Cambria Math" panose="02040503050406030204" pitchFamily="18" charset="0"/>
                                </a:rPr>
                                <m:t>−</m:t>
                              </m:r>
                              <m:func>
                                <m:funcPr>
                                  <m:ctrlPr>
                                    <a:rPr lang="en-US" i="1">
                                      <a:latin typeface="Cambria Math" panose="02040503050406030204" pitchFamily="18" charset="0"/>
                                    </a:rPr>
                                  </m:ctrlPr>
                                </m:funcPr>
                                <m:fName>
                                  <m:r>
                                    <m:rPr>
                                      <m:sty m:val="p"/>
                                    </m:rPr>
                                    <a:rPr lang="en-US">
                                      <a:effectLst>
                                        <a:glow rad="228600">
                                          <a:schemeClr val="accent4">
                                            <a:satMod val="175000"/>
                                            <a:alpha val="40000"/>
                                          </a:schemeClr>
                                        </a:glow>
                                      </a:effectLst>
                                      <a:latin typeface="Cambria Math" panose="02040503050406030204" pitchFamily="18" charset="0"/>
                                    </a:rPr>
                                    <m:t>log</m:t>
                                  </m:r>
                                </m:fName>
                                <m:e>
                                  <m:r>
                                    <a:rPr lang="en-US" b="0" i="1" smtClean="0">
                                      <a:latin typeface="Cambria Math" panose="02040503050406030204" pitchFamily="18" charset="0"/>
                                    </a:rPr>
                                    <m:t>𝜆</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m:t>
                                  </m:r>
                                </m:e>
                              </m:func>
                            </m:e>
                          </m:func>
                        </m:e>
                      </m:func>
                    </m:oMath>
                  </m:oMathPara>
                </a14:m>
                <a:endParaRPr lang="en-US"/>
              </a:p>
              <a:p>
                <a:pPr>
                  <a:lnSpc>
                    <a:spcPct val="100000"/>
                  </a:lnSpc>
                </a:pPr>
                <a:r>
                  <a:rPr lang="en-US"/>
                  <a:t>Shortest path problem from each node in the top </a:t>
                </a:r>
                <a:br>
                  <a:rPr lang="en-US"/>
                </a:br>
                <a:r>
                  <a:rPr lang="en-US"/>
                  <a:t>row to each row in the bottom row</a:t>
                </a:r>
                <a:endParaRPr lang="en-US"/>
              </a:p>
              <a:p>
                <a:pPr>
                  <a:lnSpc>
                    <a:spcPct val="100000"/>
                  </a:lnSpc>
                </a:pPr>
                <a:r>
                  <a:rPr lang="en-US"/>
                  <a:t>Edge weight from node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1</m:t>
                    </m:r>
                    <m:r>
                      <a:rPr lang="en-US" i="1" dirty="0" smtClean="0">
                        <a:latin typeface="Cambria Math" panose="02040503050406030204" pitchFamily="18" charset="0"/>
                      </a:rPr>
                      <m:t>,</m:t>
                    </m:r>
                    <m:r>
                      <a:rPr lang="en-US" i="1" dirty="0" smtClean="0">
                        <a:latin typeface="Cambria Math" panose="02040503050406030204" pitchFamily="18" charset="0"/>
                      </a:rPr>
                      <m:t>𝑚</m:t>
                    </m:r>
                    <m:r>
                      <a:rPr lang="en-US" i="1" dirty="0" smtClean="0">
                        <a:latin typeface="Cambria Math" panose="02040503050406030204" pitchFamily="18" charset="0"/>
                      </a:rPr>
                      <m:t>’)</m:t>
                    </m:r>
                  </m:oMath>
                </a14:m>
                <a:r>
                  <a:rPr lang="en-US"/>
                  <a:t> to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𝑡</m:t>
                    </m:r>
                    <m:r>
                      <a:rPr lang="en-US" i="1" dirty="0" err="1" smtClean="0">
                        <a:latin typeface="Cambria Math" panose="02040503050406030204" pitchFamily="18" charset="0"/>
                      </a:rPr>
                      <m:t>,</m:t>
                    </m:r>
                    <m:r>
                      <a:rPr lang="en-US" i="1" dirty="0" err="1" smtClean="0">
                        <a:latin typeface="Cambria Math" panose="02040503050406030204" pitchFamily="18" charset="0"/>
                      </a:rPr>
                      <m:t>𝑚</m:t>
                    </m:r>
                    <m:r>
                      <a:rPr lang="en-US" i="1" dirty="0" smtClean="0">
                        <a:latin typeface="Cambria Math" panose="02040503050406030204" pitchFamily="18" charset="0"/>
                      </a:rPr>
                      <m:t>)</m:t>
                    </m:r>
                  </m:oMath>
                </a14:m>
                <a:r>
                  <a:rPr lang="en-US"/>
                  <a:t> is</a:t>
                </a:r>
                <a:br>
                  <a:rPr lang="en-US"/>
                </a:br>
                <a:r>
                  <a:rPr lang="en-US"/>
                  <a:t> </a:t>
                </a:r>
                <a14:m>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𝜓</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i="1">
                                <a:latin typeface="Cambria Math" panose="02040503050406030204" pitchFamily="18" charset="0"/>
                              </a:rPr>
                              <m:t>𝜆</m:t>
                            </m:r>
                            <m:d>
                              <m:dPr>
                                <m:ctrlPr>
                                  <a:rPr lang="en-US" i="1">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e>
                        </m:func>
                      </m:e>
                    </m:func>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206"/>
                </a:stretch>
              </a:blipFill>
            </p:spPr>
            <p:txBody>
              <a:bodyPr/>
              <a:lstStyle/>
              <a:p>
                <a:r>
                  <a:rPr lang="en-US" altLang="en-US">
                    <a:noFill/>
                  </a:rPr>
                  <a:t> </a:t>
                </a:r>
              </a:p>
            </p:txBody>
          </p:sp>
        </mc:Fallback>
      </mc:AlternateContent>
      <p:sp>
        <p:nvSpPr>
          <p:cNvPr id="4" name="Rectangle 3"/>
          <p:cNvSpPr/>
          <p:nvPr/>
        </p:nvSpPr>
        <p:spPr>
          <a:xfrm>
            <a:off x="9127746" y="4788418"/>
            <a:ext cx="2958353" cy="19257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127746" y="5299409"/>
            <a:ext cx="2958353" cy="286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9127746" y="5613314"/>
            <a:ext cx="2958353" cy="28687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7" name="TextBox 6"/>
              <p:cNvSpPr txBox="1"/>
              <p:nvPr/>
            </p:nvSpPr>
            <p:spPr>
              <a:xfrm>
                <a:off x="9952498" y="4463104"/>
                <a:ext cx="1256049" cy="369332"/>
              </a:xfrm>
              <a:prstGeom prst="rect">
                <a:avLst/>
              </a:prstGeom>
              <a:noFill/>
            </p:spPr>
            <p:txBody>
              <a:bodyPr wrap="none" rtlCol="0">
                <a:spAutoFit/>
              </a:bodyPr>
              <a:lstStyle/>
              <a:p>
                <a:r>
                  <a:rPr lang="en-US"/>
                  <a:t>States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oMath>
                </a14:m>
                <a:endParaRPr lang="en-US"/>
              </a:p>
            </p:txBody>
          </p:sp>
        </mc:Choice>
        <mc:Fallback>
          <p:sp>
            <p:nvSpPr>
              <p:cNvPr id="7" name="TextBox 6"/>
              <p:cNvSpPr txBox="1">
                <a:spLocks noRot="1" noChangeAspect="1" noMove="1" noResize="1" noEditPoints="1" noAdjustHandles="1" noChangeArrowheads="1" noChangeShapeType="1" noTextEdit="1"/>
              </p:cNvSpPr>
              <p:nvPr/>
            </p:nvSpPr>
            <p:spPr>
              <a:xfrm>
                <a:off x="9952498" y="4463104"/>
                <a:ext cx="1256049" cy="369332"/>
              </a:xfrm>
              <a:prstGeom prst="rect">
                <a:avLst/>
              </a:prstGeom>
              <a:blipFill rotWithShape="1">
                <a:blip r:embed="rId2"/>
                <a:stretch>
                  <a:fillRect l="-11" t="-88" r="-8683" b="23"/>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rot="16200000">
                <a:off x="8557243" y="6180326"/>
                <a:ext cx="843501" cy="369332"/>
              </a:xfrm>
              <a:prstGeom prst="rect">
                <a:avLst/>
              </a:prstGeom>
              <a:noFill/>
            </p:spPr>
            <p:txBody>
              <a:bodyPr wrap="none" rtlCol="0">
                <a:spAutoFit/>
              </a:bodyPr>
              <a:lstStyle/>
              <a:p>
                <a14:m>
                  <m:oMath xmlns:m="http://schemas.openxmlformats.org/officeDocument/2006/math">
                    <m:r>
                      <a:rPr lang="en-US" i="1" dirty="0" smtClean="0">
                        <a:latin typeface="Cambria Math" panose="02040503050406030204" pitchFamily="18" charset="0"/>
                      </a:rPr>
                      <m:t>←</m:t>
                    </m:r>
                  </m:oMath>
                </a14:m>
                <a:r>
                  <a:rPr lang="en-US"/>
                  <a:t>Time</a:t>
                </a:r>
                <a:endParaRPr lang="en-US"/>
              </a:p>
            </p:txBody>
          </p:sp>
        </mc:Choice>
        <mc:Fallback>
          <p:sp>
            <p:nvSpPr>
              <p:cNvPr id="12" name="TextBox 11"/>
              <p:cNvSpPr txBox="1">
                <a:spLocks noRot="1" noChangeAspect="1" noMove="1" noResize="1" noEditPoints="1" noAdjustHandles="1" noChangeArrowheads="1" noChangeShapeType="1" noTextEdit="1"/>
              </p:cNvSpPr>
              <p:nvPr/>
            </p:nvSpPr>
            <p:spPr>
              <a:xfrm rot="16200000">
                <a:off x="8557243" y="6180326"/>
                <a:ext cx="843501" cy="369332"/>
              </a:xfrm>
              <a:prstGeom prst="rect">
                <a:avLst/>
              </a:prstGeom>
              <a:blipFill rotWithShape="1">
                <a:blip r:embed="rId3"/>
                <a:stretch>
                  <a:fillRect l="28082" t="-70973" r="28179" b="-64058"/>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7931787" y="5689197"/>
                <a:ext cx="73853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1</m:t>
                      </m:r>
                    </m:oMath>
                  </m:oMathPara>
                </a14:m>
                <a:endParaRPr lang="en-US"/>
              </a:p>
            </p:txBody>
          </p:sp>
        </mc:Choice>
        <mc:Fallback>
          <p:sp>
            <p:nvSpPr>
              <p:cNvPr id="13" name="TextBox 12"/>
              <p:cNvSpPr txBox="1">
                <a:spLocks noRot="1" noChangeAspect="1" noMove="1" noResize="1" noEditPoints="1" noAdjustHandles="1" noChangeArrowheads="1" noChangeShapeType="1" noTextEdit="1"/>
              </p:cNvSpPr>
              <p:nvPr/>
            </p:nvSpPr>
            <p:spPr>
              <a:xfrm>
                <a:off x="7931787" y="5689197"/>
                <a:ext cx="738536" cy="369332"/>
              </a:xfrm>
              <a:prstGeom prst="rect">
                <a:avLst/>
              </a:prstGeom>
              <a:blipFill rotWithShape="1">
                <a:blip r:embed="rId4"/>
                <a:stretch>
                  <a:fillRect t="-63" r="4" b="17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8133765" y="6179840"/>
                <a:ext cx="33457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𝑡</m:t>
                      </m:r>
                    </m:oMath>
                  </m:oMathPara>
                </a14:m>
                <a:endParaRPr lang="en-US"/>
              </a:p>
            </p:txBody>
          </p:sp>
        </mc:Choice>
        <mc:Fallback>
          <p:sp>
            <p:nvSpPr>
              <p:cNvPr id="14" name="TextBox 13"/>
              <p:cNvSpPr txBox="1">
                <a:spLocks noRot="1" noChangeAspect="1" noMove="1" noResize="1" noEditPoints="1" noAdjustHandles="1" noChangeArrowheads="1" noChangeShapeType="1" noTextEdit="1"/>
              </p:cNvSpPr>
              <p:nvPr/>
            </p:nvSpPr>
            <p:spPr>
              <a:xfrm>
                <a:off x="8133765" y="6179840"/>
                <a:ext cx="334579" cy="369332"/>
              </a:xfrm>
              <a:prstGeom prst="rect">
                <a:avLst/>
              </a:prstGeom>
              <a:blipFill rotWithShape="1">
                <a:blip r:embed="rId5"/>
                <a:stretch>
                  <a:fillRect l="-15" t="-5" r="185" b="113"/>
                </a:stretch>
              </a:blipFill>
            </p:spPr>
            <p:txBody>
              <a:bodyPr/>
              <a:lstStyle/>
              <a:p>
                <a:r>
                  <a:rPr lang="en-US" altLang="en-US">
                    <a:noFill/>
                  </a:rPr>
                  <a:t> </a:t>
                </a:r>
              </a:p>
            </p:txBody>
          </p:sp>
        </mc:Fallback>
      </mc:AlternateContent>
      <p:cxnSp>
        <p:nvCxnSpPr>
          <p:cNvPr id="16" name="Straight Arrow Connector 15"/>
          <p:cNvCxnSpPr>
            <a:stCxn id="13" idx="3"/>
            <a:endCxn id="5" idx="1"/>
          </p:cNvCxnSpPr>
          <p:nvPr/>
        </p:nvCxnSpPr>
        <p:spPr>
          <a:xfrm flipV="1">
            <a:off x="8670323" y="5443333"/>
            <a:ext cx="457200" cy="430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4" idx="3"/>
            <a:endCxn id="6" idx="1"/>
          </p:cNvCxnSpPr>
          <p:nvPr/>
        </p:nvCxnSpPr>
        <p:spPr>
          <a:xfrm flipV="1">
            <a:off x="8468344" y="5756811"/>
            <a:ext cx="659130" cy="607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10042146" y="5613314"/>
            <a:ext cx="215153" cy="277156"/>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10939607" y="5298938"/>
            <a:ext cx="215153" cy="277156"/>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stCxn id="20" idx="1"/>
            <a:endCxn id="19" idx="3"/>
          </p:cNvCxnSpPr>
          <p:nvPr/>
        </p:nvCxnSpPr>
        <p:spPr>
          <a:xfrm flipH="1">
            <a:off x="10257299" y="5437516"/>
            <a:ext cx="682308" cy="314376"/>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fontScale="90000"/>
              </a:bodyPr>
              <a:lstStyle/>
              <a:p>
                <a:r>
                  <a:rPr lang="en-US"/>
                  <a:t>How about marginal </a:t>
                </a:r>
                <a14:m>
                  <m:oMath xmlns:m="http://schemas.openxmlformats.org/officeDocument/2006/math">
                    <m:func>
                      <m:funcPr>
                        <m:ctrlPr>
                          <a:rPr lang="en-US" b="0" i="1">
                            <a:latin typeface="Cambria Math" panose="02040503050406030204" pitchFamily="18" charset="0"/>
                          </a:rPr>
                        </m:ctrlPr>
                      </m:funcPr>
                      <m:fName>
                        <m:r>
                          <m:rPr>
                            <m:sty m:val="p"/>
                          </m:rPr>
                          <a:rPr lang="en-US" b="0">
                            <a:latin typeface="Cambria Math" panose="02040503050406030204" pitchFamily="18" charset="0"/>
                          </a:rPr>
                          <m:t>Pr</m:t>
                        </m:r>
                      </m:fName>
                      <m:e>
                        <m:d>
                          <m:dPr>
                            <m:ctrlPr>
                              <a:rPr lang="en-US" b="0" i="1">
                                <a:latin typeface="Cambria Math" panose="02040503050406030204" pitchFamily="18" charset="0"/>
                              </a:rPr>
                            </m:ctrlPr>
                          </m:dPr>
                          <m:e>
                            <m:acc>
                              <m:accPr>
                                <m:chr m:val="⃗"/>
                                <m:ctrlPr>
                                  <a:rPr lang="en-US" b="0" i="1">
                                    <a:latin typeface="Cambria Math" panose="02040503050406030204" pitchFamily="18" charset="0"/>
                                  </a:rPr>
                                </m:ctrlPr>
                              </m:accPr>
                              <m:e>
                                <m:r>
                                  <a:rPr lang="en-US" b="0" i="1">
                                    <a:latin typeface="Cambria Math" panose="02040503050406030204" pitchFamily="18" charset="0"/>
                                  </a:rPr>
                                  <m:t>𝑥</m:t>
                                </m:r>
                              </m:e>
                            </m:acc>
                          </m:e>
                        </m:d>
                        <m:r>
                          <a:rPr lang="en-US" b="0" i="1">
                            <a:latin typeface="Cambria Math" panose="02040503050406030204" pitchFamily="18" charset="0"/>
                          </a:rPr>
                          <m:t>=</m:t>
                        </m:r>
                        <m:nary>
                          <m:naryPr>
                            <m:chr m:val="∑"/>
                            <m:supHide m:val="on"/>
                            <m:ctrlPr>
                              <a:rPr lang="en-US" b="0" i="1">
                                <a:latin typeface="Cambria Math" panose="02040503050406030204" pitchFamily="18" charset="0"/>
                              </a:rPr>
                            </m:ctrlPr>
                          </m:naryPr>
                          <m:sub>
                            <m:acc>
                              <m:accPr>
                                <m:chr m:val="⃗"/>
                                <m:ctrlPr>
                                  <a:rPr lang="en-US" b="0" i="1">
                                    <a:latin typeface="Cambria Math" panose="02040503050406030204" pitchFamily="18" charset="0"/>
                                  </a:rPr>
                                </m:ctrlPr>
                              </m:accPr>
                              <m:e>
                                <m:r>
                                  <a:rPr lang="en-US" b="0" i="1">
                                    <a:latin typeface="Cambria Math" panose="02040503050406030204" pitchFamily="18" charset="0"/>
                                  </a:rPr>
                                  <m:t>𝑦</m:t>
                                </m:r>
                              </m:e>
                            </m:acc>
                          </m:sub>
                          <m:sup/>
                          <m:e>
                            <m:r>
                              <m:rPr>
                                <m:sty m:val="p"/>
                              </m:rPr>
                              <a:rPr lang="en-US" b="0">
                                <a:latin typeface="Cambria Math" panose="02040503050406030204" pitchFamily="18" charset="0"/>
                              </a:rPr>
                              <m:t>Pr</m:t>
                            </m:r>
                            <m:r>
                              <a:rPr lang="en-US" b="0" i="1">
                                <a:latin typeface="Cambria Math" panose="02040503050406030204" pitchFamily="18" charset="0"/>
                              </a:rPr>
                              <m:t>⁡(</m:t>
                            </m:r>
                            <m:acc>
                              <m:accPr>
                                <m:chr m:val="⃗"/>
                                <m:ctrlPr>
                                  <a:rPr lang="en-US" b="0" i="1">
                                    <a:latin typeface="Cambria Math" panose="02040503050406030204" pitchFamily="18" charset="0"/>
                                  </a:rPr>
                                </m:ctrlPr>
                              </m:accPr>
                              <m:e>
                                <m:r>
                                  <a:rPr lang="en-US" b="0" i="1">
                                    <a:latin typeface="Cambria Math" panose="02040503050406030204" pitchFamily="18" charset="0"/>
                                  </a:rPr>
                                  <m:t>𝑦</m:t>
                                </m:r>
                              </m:e>
                            </m:acc>
                            <m:r>
                              <a:rPr lang="en-US" b="0" i="1" smtClean="0">
                                <a:latin typeface="Cambria Math" panose="02040503050406030204" pitchFamily="18" charset="0"/>
                              </a:rPr>
                              <m:t>,</m:t>
                            </m:r>
                            <m:acc>
                              <m:accPr>
                                <m:chr m:val="⃗"/>
                                <m:ctrlPr>
                                  <a:rPr lang="en-US" b="0" i="1">
                                    <a:latin typeface="Cambria Math" panose="02040503050406030204" pitchFamily="18" charset="0"/>
                                  </a:rPr>
                                </m:ctrlPr>
                              </m:accPr>
                              <m:e>
                                <m:r>
                                  <a:rPr lang="en-US" b="0" i="1">
                                    <a:latin typeface="Cambria Math" panose="02040503050406030204" pitchFamily="18" charset="0"/>
                                  </a:rPr>
                                  <m:t>𝑥</m:t>
                                </m:r>
                              </m:e>
                            </m:acc>
                            <m:r>
                              <a:rPr lang="en-US" b="0" i="1">
                                <a:latin typeface="Cambria Math" panose="02040503050406030204" pitchFamily="18" charset="0"/>
                              </a:rPr>
                              <m:t>)</m:t>
                            </m:r>
                          </m:e>
                        </m:nary>
                      </m:e>
                    </m:func>
                  </m:oMath>
                </a14:m>
                <a:r>
                  <a:rPr lang="en-US"/>
                  <a:t>? </a:t>
                </a:r>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62500" lnSpcReduction="20000"/>
              </a:bodyPr>
              <a:lstStyle/>
              <a:p>
                <a:pPr>
                  <a:lnSpc>
                    <a:spcPct val="120000"/>
                  </a:lnSpc>
                </a:pPr>
                <a:r>
                  <a:rPr lang="en-US"/>
                  <a:t>For simplicity let initial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0</m:t>
                    </m:r>
                  </m:oMath>
                </a14:m>
                <a:r>
                  <a:rPr lang="en-US"/>
                  <a:t> and final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1</m:t>
                    </m:r>
                  </m:oMath>
                </a14:m>
                <a:endParaRPr lang="en-US"/>
              </a:p>
              <a:p>
                <a:pPr lvl="1">
                  <a:lnSpc>
                    <a:spcPct val="120000"/>
                  </a:lnSpc>
                </a:pPr>
                <a14:m>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m:t>
                    </m:r>
                  </m:oMath>
                </a14:m>
                <a:r>
                  <a:rPr lang="en-US"/>
                  <a:t> all states; all states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1</m:t>
                    </m:r>
                  </m:oMath>
                </a14:m>
                <a:r>
                  <a:rPr lang="en-US"/>
                  <a:t> fake transitions</a:t>
                </a:r>
                <a:endParaRPr lang="en-US"/>
              </a:p>
              <a:p>
                <a:pPr>
                  <a:lnSpc>
                    <a:spcPct val="120000"/>
                  </a:lnSpc>
                </a:pPr>
                <a:r>
                  <a:rPr lang="en-US"/>
                  <a:t>Let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oMath>
                </a14:m>
                <a:r>
                  <a:rPr lang="en-US"/>
                  <a:t> be </a:t>
                </a:r>
                <a14:m>
                  <m:oMath xmlns:m="http://schemas.openxmlformats.org/officeDocument/2006/math">
                    <m:nary>
                      <m:naryPr>
                        <m:chr m:val="∑"/>
                        <m:supHide m:val="on"/>
                        <m:ctrlPr>
                          <a:rPr lang="en-US" i="1" smtClean="0">
                            <a:latin typeface="Cambria Math" panose="02040503050406030204" pitchFamily="18" charset="0"/>
                          </a:rPr>
                        </m:ctrlPr>
                      </m:naryPr>
                      <m:sub>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𝑦</m:t>
                            </m:r>
                          </m:e>
                          <m:sub>
                            <m:r>
                              <m:rPr>
                                <m:brk m:alnAt="7"/>
                              </m:rPr>
                              <a:rPr lang="en-US" b="0" i="1" smtClean="0">
                                <a:latin typeface="Cambria Math" panose="02040503050406030204" pitchFamily="18" charset="0"/>
                              </a:rPr>
                              <m:t>1</m:t>
                            </m:r>
                          </m:sub>
                        </m:sSub>
                        <m:r>
                          <m:rPr>
                            <m:brk m:alnAt="7"/>
                          </m:rP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sub>
                      <m:sup/>
                      <m:e>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 </m:t>
                        </m:r>
                      </m:e>
                    </m:nary>
                  </m:oMath>
                </a14:m>
                <a:endParaRPr lang="en-US"/>
              </a:p>
              <a:p>
                <a:pPr>
                  <a:lnSpc>
                    <a:spcPct val="120000"/>
                  </a:lnSpc>
                </a:pPr>
                <a:endParaRPr lang="en-US"/>
              </a:p>
              <a:p>
                <a:pPr>
                  <a:lnSpc>
                    <a:spcPct val="120000"/>
                  </a:lnSpc>
                </a:pPr>
                <a14:m>
                  <m:oMath xmlns:m="http://schemas.openxmlformats.org/officeDocument/2006/math">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1</m:t>
                    </m:r>
                  </m:oMath>
                </a14:m>
                <a:r>
                  <a:rPr lang="en-US"/>
                  <a:t>; </a:t>
                </a:r>
                <a14:m>
                  <m:oMath xmlns:m="http://schemas.openxmlformats.org/officeDocument/2006/math">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0</m:t>
                    </m:r>
                  </m:oMath>
                </a14:m>
                <a:endParaRPr lang="en-US"/>
              </a:p>
              <a:p>
                <a:pPr>
                  <a:lnSpc>
                    <a:spcPct val="120000"/>
                  </a:lnSpc>
                </a:pPr>
                <a14:m>
                  <m:oMath xmlns:m="http://schemas.openxmlformats.org/officeDocument/2006/math">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𝑚</m:t>
                            </m:r>
                          </m:e>
                          <m:sup>
                            <m:r>
                              <a:rPr lang="en-US" b="0" i="1" smtClean="0">
                                <a:latin typeface="Cambria Math" panose="02040503050406030204" pitchFamily="18" charset="0"/>
                              </a:rPr>
                              <m:t>′</m:t>
                            </m:r>
                          </m:sup>
                        </m:sSup>
                      </m:sub>
                      <m:sup/>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r>
                          <a:rPr lang="en-US" b="0" i="1" smtClean="0">
                            <a:latin typeface="Cambria Math" panose="02040503050406030204" pitchFamily="18" charset="0"/>
                          </a:rPr>
                          <m:t> </m:t>
                        </m:r>
                        <m:r>
                          <a:rPr lang="en-US" b="0" i="1" smtClean="0">
                            <a:latin typeface="Cambria Math" panose="02040503050406030204" pitchFamily="18" charset="0"/>
                          </a:rPr>
                          <m:t>𝜓</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 </m:t>
                        </m:r>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nary>
                  </m:oMath>
                </a14:m>
                <a:endParaRPr lang="en-US"/>
              </a:p>
              <a:p>
                <a:pPr>
                  <a:lnSpc>
                    <a:spcPct val="120000"/>
                  </a:lnSpc>
                </a:pPr>
                <a:r>
                  <a:rPr lang="en-US"/>
                  <a:t>Final answer is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oMath>
                </a14:m>
                <a:endParaRPr lang="en-US"/>
              </a:p>
              <a:p>
                <a:pPr>
                  <a:lnSpc>
                    <a:spcPct val="120000"/>
                  </a:lnSpc>
                </a:pPr>
                <a:r>
                  <a:rPr lang="en-US"/>
                  <a:t>Again, safer in log space </a:t>
                </a:r>
                <a14:m>
                  <m:oMath xmlns:m="http://schemas.openxmlformats.org/officeDocument/2006/math">
                    <m:r>
                      <a:rPr lang="en-US" b="0" i="1" smtClean="0">
                        <a:latin typeface="Cambria Math" panose="02040503050406030204" pitchFamily="18" charset="0"/>
                      </a:rPr>
                      <m:t>𝐿𝑆</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e>
                    </m:func>
                  </m:oMath>
                </a14:m>
                <a:endParaRPr lang="en-US"/>
              </a:p>
              <a:p>
                <a:pPr>
                  <a:lnSpc>
                    <a:spcPct val="120000"/>
                  </a:lnSpc>
                </a:pPr>
                <a14:m>
                  <m:oMath xmlns:m="http://schemas.openxmlformats.org/officeDocument/2006/math">
                    <m:r>
                      <a:rPr lang="en-US" b="0" i="1" smtClean="0">
                        <a:latin typeface="Cambria Math" panose="02040503050406030204" pitchFamily="18" charset="0"/>
                      </a:rPr>
                      <m:t>𝐿𝑆</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effectLst>
                              <a:glow rad="228600">
                                <a:schemeClr val="accent2">
                                  <a:satMod val="175000"/>
                                  <a:alpha val="40000"/>
                                </a:schemeClr>
                              </a:glow>
                            </a:effectLst>
                            <a:latin typeface="Cambria Math" panose="02040503050406030204" pitchFamily="18" charset="0"/>
                          </a:rPr>
                          <m:t>log</m:t>
                        </m:r>
                      </m:fName>
                      <m:e>
                        <m:nary>
                          <m:naryPr>
                            <m:chr m:val="∑"/>
                            <m:supHide m:val="on"/>
                            <m:ctrlPr>
                              <a:rPr lang="en-US" b="0" i="1" smtClean="0">
                                <a:latin typeface="Cambria Math" panose="02040503050406030204" pitchFamily="18" charset="0"/>
                              </a:rPr>
                            </m:ctrlPr>
                          </m:naryPr>
                          <m:sub>
                            <m:sSup>
                              <m:sSupPr>
                                <m:ctrlPr>
                                  <a:rPr lang="en-US" b="0" i="1" smtClean="0">
                                    <a:effectLst>
                                      <a:glow rad="228600">
                                        <a:schemeClr val="accent2">
                                          <a:satMod val="175000"/>
                                          <a:alpha val="40000"/>
                                        </a:schemeClr>
                                      </a:glow>
                                    </a:effectLst>
                                    <a:latin typeface="Cambria Math" panose="02040503050406030204" pitchFamily="18" charset="0"/>
                                  </a:rPr>
                                </m:ctrlPr>
                              </m:sSupPr>
                              <m:e>
                                <m:r>
                                  <m:rPr>
                                    <m:brk m:alnAt="7"/>
                                  </m:rPr>
                                  <a:rPr lang="en-US" b="0" i="1" smtClean="0">
                                    <a:effectLst>
                                      <a:glow rad="228600">
                                        <a:schemeClr val="accent2">
                                          <a:satMod val="175000"/>
                                          <a:alpha val="40000"/>
                                        </a:schemeClr>
                                      </a:glow>
                                    </a:effectLst>
                                    <a:latin typeface="Cambria Math" panose="02040503050406030204" pitchFamily="18" charset="0"/>
                                  </a:rPr>
                                  <m:t>𝑚</m:t>
                                </m:r>
                              </m:e>
                              <m:sup>
                                <m:r>
                                  <a:rPr lang="en-US" b="0" i="1" smtClean="0">
                                    <a:effectLst>
                                      <a:glow rad="228600">
                                        <a:schemeClr val="accent2">
                                          <a:satMod val="175000"/>
                                          <a:alpha val="40000"/>
                                        </a:schemeClr>
                                      </a:glow>
                                    </a:effectLst>
                                    <a:latin typeface="Cambria Math" panose="02040503050406030204" pitchFamily="18" charset="0"/>
                                  </a:rPr>
                                  <m:t>′</m:t>
                                </m:r>
                              </m:sup>
                            </m:sSup>
                          </m:sub>
                          <m:sup/>
                          <m:e>
                            <m:func>
                              <m:funcPr>
                                <m:ctrlPr>
                                  <a:rPr lang="en-US" b="0" i="1" smtClean="0">
                                    <a:latin typeface="Cambria Math" panose="02040503050406030204" pitchFamily="18" charset="0"/>
                                  </a:rPr>
                                </m:ctrlPr>
                              </m:funcPr>
                              <m:fName>
                                <m:r>
                                  <m:rPr>
                                    <m:sty m:val="p"/>
                                  </m:rPr>
                                  <a:rPr lang="en-US" b="0" i="0" smtClean="0">
                                    <a:effectLst>
                                      <a:glow rad="228600">
                                        <a:schemeClr val="accent2">
                                          <a:satMod val="175000"/>
                                          <a:alpha val="40000"/>
                                        </a:schemeClr>
                                      </a:glow>
                                    </a:effectLst>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𝐿𝑆</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𝜓</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func>
                                      </m:e>
                                    </m:func>
                                  </m:e>
                                </m:d>
                              </m:e>
                            </m:func>
                          </m:e>
                        </m:nary>
                      </m:e>
                    </m:func>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836295" y="2457450"/>
                <a:ext cx="5895340" cy="460375"/>
              </a:xfrm>
              <a:prstGeom prst="rect">
                <a:avLst/>
              </a:prstGeom>
              <a:solidFill>
                <a:schemeClr val="accent4">
                  <a:lumMod val="20000"/>
                  <a:lumOff val="80000"/>
                </a:schemeClr>
              </a:solidFill>
            </p:spPr>
            <p:txBody>
              <a:bodyPr wrap="square" rtlCol="0">
                <a:spAutoFit/>
              </a:bodyPr>
              <a:lstStyle/>
              <a:p>
                <a:r>
                  <a:rPr lang="en-US" sz="2400"/>
                  <a:t>All possible sequences of </a:t>
                </a:r>
                <a14:m>
                  <m:oMath xmlns:m="http://schemas.openxmlformats.org/officeDocument/2006/math">
                    <m:r>
                      <a:rPr lang="en-US" sz="2400" i="1" dirty="0" smtClean="0">
                        <a:latin typeface="Cambria Math" panose="02040503050406030204" pitchFamily="18" charset="0"/>
                      </a:rPr>
                      <m:t>𝑡</m:t>
                    </m:r>
                    <m:r>
                      <a:rPr lang="en-US" sz="2400" i="1" dirty="0" smtClean="0">
                        <a:latin typeface="Cambria Math" panose="02040503050406030204" pitchFamily="18" charset="0"/>
                      </a:rPr>
                      <m:t>−</m:t>
                    </m:r>
                    <m:r>
                      <a:rPr lang="en-US" sz="2400" i="1" dirty="0" smtClean="0">
                        <a:latin typeface="Cambria Math" panose="02040503050406030204" pitchFamily="18" charset="0"/>
                      </a:rPr>
                      <m:t>1</m:t>
                    </m:r>
                  </m:oMath>
                </a14:m>
                <a:r>
                  <a:rPr lang="en-US" sz="2400"/>
                  <a:t> states</a:t>
                </a:r>
                <a:endParaRPr lang="en-US" sz="2400"/>
              </a:p>
            </p:txBody>
          </p:sp>
        </mc:Choice>
        <mc:Fallback>
          <p:sp>
            <p:nvSpPr>
              <p:cNvPr id="4" name="TextBox 3"/>
              <p:cNvSpPr txBox="1">
                <a:spLocks noRot="1" noChangeAspect="1" noMove="1" noResize="1" noEditPoints="1" noAdjustHandles="1" noChangeArrowheads="1" noChangeShapeType="1" noTextEdit="1"/>
              </p:cNvSpPr>
              <p:nvPr/>
            </p:nvSpPr>
            <p:spPr>
              <a:xfrm>
                <a:off x="836295" y="2457450"/>
                <a:ext cx="5895340" cy="460375"/>
              </a:xfrm>
              <a:prstGeom prst="rect">
                <a:avLst/>
              </a:prstGeom>
              <a:blipFill rotWithShape="1">
                <a:blip r:embed="rId3"/>
                <a:stretch>
                  <a:fillRect/>
                </a:stretch>
              </a:blipFill>
            </p:spPr>
            <p:txBody>
              <a:bodyPr/>
              <a:lstStyle/>
              <a:p>
                <a:r>
                  <a:rPr lang="en-US" altLang="en-US">
                    <a:noFill/>
                  </a:rPr>
                  <a:t> </a:t>
                </a:r>
              </a:p>
            </p:txBody>
          </p:sp>
        </mc:Fallback>
      </mc:AlternateContent>
      <p:cxnSp>
        <p:nvCxnSpPr>
          <p:cNvPr id="6" name="Straight Arrow Connector 5"/>
          <p:cNvCxnSpPr>
            <a:stCxn id="4" idx="0"/>
          </p:cNvCxnSpPr>
          <p:nvPr/>
        </p:nvCxnSpPr>
        <p:spPr>
          <a:xfrm flipV="1">
            <a:off x="3783843" y="2330027"/>
            <a:ext cx="81825" cy="127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ight Brace 6"/>
          <p:cNvSpPr/>
          <p:nvPr/>
        </p:nvSpPr>
        <p:spPr>
          <a:xfrm rot="5400000">
            <a:off x="2816063" y="5027495"/>
            <a:ext cx="354436" cy="1461559"/>
          </a:xfrm>
          <a:prstGeom prst="rightBrace">
            <a:avLst>
              <a:gd name="adj1" fmla="val 25575"/>
              <a:gd name="adj2" fmla="val 52453"/>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2114708" y="5995815"/>
            <a:ext cx="1758174" cy="523220"/>
          </a:xfrm>
          <a:prstGeom prst="rect">
            <a:avLst/>
          </a:prstGeom>
          <a:noFill/>
        </p:spPr>
        <p:txBody>
          <a:bodyPr wrap="none" rtlCol="0">
            <a:spAutoFit/>
          </a:bodyPr>
          <a:lstStyle/>
          <a:p>
            <a:r>
              <a:rPr lang="en-US" sz="2800" err="1"/>
              <a:t>logsumexp</a:t>
            </a:r>
            <a:endParaRPr lang="en-US"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Token shapes and features</a:t>
            </a:r>
            <a:endParaRPr lang="en-US"/>
          </a:p>
        </p:txBody>
      </p:sp>
      <p:sp>
        <p:nvSpPr>
          <p:cNvPr id="6" name="Text Placeholder 5"/>
          <p:cNvSpPr>
            <a:spLocks noGrp="1"/>
          </p:cNvSpPr>
          <p:nvPr>
            <p:ph type="body" idx="1"/>
          </p:nvPr>
        </p:nvSpPr>
        <p:spPr/>
        <p:txBody>
          <a:bodyPr/>
          <a:lstStyle/>
          <a:p>
            <a:r>
              <a:rPr lang="en-US"/>
              <a:t>Atomic token vocabulary ~100k-1M</a:t>
            </a:r>
            <a:endParaRPr lang="en-US"/>
          </a:p>
          <a:p>
            <a:pPr lvl="1"/>
            <a:r>
              <a:rPr lang="en-US" sz="3600"/>
              <a:t>“Lexical features”</a:t>
            </a:r>
            <a:endParaRPr lang="en-US"/>
          </a:p>
          <a:p>
            <a:r>
              <a:rPr lang="en-US"/>
              <a:t>Engineered shape features</a:t>
            </a:r>
            <a:endParaRPr lang="en-US"/>
          </a:p>
          <a:p>
            <a:pPr lvl="1"/>
            <a:r>
              <a:rPr lang="en-US" err="1"/>
              <a:t>hasCap</a:t>
            </a:r>
            <a:r>
              <a:rPr lang="en-US"/>
              <a:t> </a:t>
            </a:r>
            <a:r>
              <a:rPr lang="en-US" err="1"/>
              <a:t>startsWithCap</a:t>
            </a:r>
            <a:r>
              <a:rPr lang="en-US"/>
              <a:t> </a:t>
            </a:r>
            <a:r>
              <a:rPr lang="en-US" err="1"/>
              <a:t>hasDigit</a:t>
            </a:r>
            <a:r>
              <a:rPr lang="en-US"/>
              <a:t> </a:t>
            </a:r>
            <a:r>
              <a:rPr lang="en-US" err="1"/>
              <a:t>allDigits</a:t>
            </a:r>
            <a:r>
              <a:rPr lang="en-US"/>
              <a:t> </a:t>
            </a:r>
            <a:r>
              <a:rPr lang="en-US" err="1"/>
              <a:t>fourDigits</a:t>
            </a:r>
            <a:endParaRPr lang="en-US" err="1"/>
          </a:p>
          <a:p>
            <a:pPr lvl="1"/>
            <a:r>
              <a:rPr lang="en-US" err="1"/>
              <a:t>Helps generalize years, PIN codes, proper names</a:t>
            </a:r>
            <a:endParaRPr lang="en-US"/>
          </a:p>
          <a:p>
            <a:r>
              <a:rPr lang="en-US"/>
              <a:t>Catalog/gazette features: person, place, org</a:t>
            </a:r>
            <a:endParaRPr lang="en-US"/>
          </a:p>
          <a:p>
            <a:pPr lvl="1"/>
            <a:r>
              <a:rPr lang="en-US" sz="3600"/>
              <a:t>“Gone With the Wind”</a:t>
            </a:r>
            <a:endParaRPr lang="en-US"/>
          </a:p>
          <a:p>
            <a:r>
              <a:rPr lang="en-US"/>
              <a:t>Continuous embeddings 300-1000 dimensions</a:t>
            </a:r>
            <a:endParaRPr lang="en-US"/>
          </a:p>
          <a:p>
            <a:pPr lvl="1"/>
            <a:r>
              <a:rPr lang="en-US"/>
              <a:t>May be tricky to integrate diverse features</a:t>
            </a:r>
            <a:endParaRPr lang="en-US"/>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8765280" y="944640"/>
              <a:ext cx="2769480" cy="1097640"/>
            </p14:xfrm>
          </p:contentPart>
        </mc:Choice>
        <mc:Fallback xmlns="">
          <p:pic>
            <p:nvPicPr>
              <p:cNvPr id="2" name="Ink 1"/>
            </p:nvPicPr>
            <p:blipFill>
              <a:blip r:embed="rId2"/>
            </p:blipFill>
            <p:spPr>
              <a:xfrm>
                <a:off x="8765280" y="944640"/>
                <a:ext cx="2769480" cy="1097640"/>
              </a:xfrm>
              <a:prstGeom prst="rect"/>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Rounded Corners 28"/>
          <p:cNvSpPr/>
          <p:nvPr/>
        </p:nvSpPr>
        <p:spPr>
          <a:xfrm>
            <a:off x="8769985" y="4031615"/>
            <a:ext cx="2710180" cy="235140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p:cNvSpPr/>
          <p:nvPr/>
        </p:nvSpPr>
        <p:spPr>
          <a:xfrm>
            <a:off x="8191500" y="1945521"/>
            <a:ext cx="695314" cy="139065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Complications from (correlated) token features</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4930" y="913130"/>
                <a:ext cx="9268460" cy="5859780"/>
              </a:xfrm>
            </p:spPr>
            <p:txBody>
              <a:bodyPr>
                <a:normAutofit fontScale="85000"/>
              </a:bodyPr>
              <a:lstStyle/>
              <a:p>
                <a:r>
                  <a:rPr lang="en-US"/>
                  <a:t>Each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𝑡</m:t>
                        </m:r>
                      </m:sub>
                    </m:sSub>
                  </m:oMath>
                </a14:m>
                <a:r>
                  <a:rPr lang="en-US"/>
                  <a:t> expressed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oMath>
                </a14:m>
                <a:r>
                  <a:rPr lang="en-US"/>
                  <a:t> or </a:t>
                </a:r>
                <a14:m>
                  <m:oMath xmlns:m="http://schemas.openxmlformats.org/officeDocument/2006/math">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sub>
                        </m:sSub>
                      </m:e>
                    </m:d>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𝑓</m:t>
                        </m:r>
                      </m:e>
                    </m:d>
                  </m:oMath>
                </a14:m>
                <a:endParaRPr lang="en-US"/>
              </a:p>
              <a:p>
                <a14:m>
                  <m:oMath xmlns:m="http://schemas.openxmlformats.org/officeDocument/2006/math">
                    <m:r>
                      <a:rPr lang="en-US" i="1" dirty="0" smtClean="0">
                        <a:latin typeface="Cambria Math" panose="02040503050406030204" pitchFamily="18" charset="0"/>
                      </a:rPr>
                      <m:t>𝑓</m:t>
                    </m:r>
                  </m:oMath>
                </a14:m>
                <a:r>
                  <a:rPr lang="en-US"/>
                  <a:t> is a feature (index) from feature space </a:t>
                </a:r>
                <a14:m>
                  <m:oMath xmlns:m="http://schemas.openxmlformats.org/officeDocument/2006/math">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𝐹</m:t>
                        </m:r>
                      </m:e>
                    </m:d>
                  </m:oMath>
                </a14:m>
                <a:endParaRPr lang="en-US"/>
              </a:p>
              <a:p>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a:p>
              <a:p>
                <a:r>
                  <a:rPr lang="en-US"/>
                  <a:t>Features may be highly correlated </a:t>
                </a:r>
                <a:r>
                  <a:rPr lang="en-US">
                    <a:effectLst>
                      <a:glow rad="139700">
                        <a:schemeClr val="accent4">
                          <a:satMod val="175000"/>
                          <a:alpha val="40000"/>
                        </a:schemeClr>
                      </a:glow>
                    </a:effectLst>
                    <a:sym typeface="Wingdings" panose="05000000000000000000" pitchFamily="2" charset="2"/>
                  </a:rPr>
                  <a:t></a:t>
                </a:r>
                <a:endParaRPr lang="en-US">
                  <a:effectLst>
                    <a:glow rad="139700">
                      <a:schemeClr val="accent4">
                        <a:satMod val="175000"/>
                        <a:alpha val="40000"/>
                      </a:schemeClr>
                    </a:glow>
                  </a:effectLst>
                  <a:sym typeface="Wingdings" panose="05000000000000000000" pitchFamily="2" charset="2"/>
                </a:endParaRPr>
              </a:p>
              <a:p>
                <a:r>
                  <a:rPr lang="en-US"/>
                  <a:t>May still be forced to make independence</a:t>
                </a:r>
                <a:br>
                  <a:rPr lang="en-US"/>
                </a:br>
                <a:r>
                  <a:rPr lang="en-US"/>
                  <a:t>assumption to stay practical</a:t>
                </a:r>
                <a:endParaRPr lang="en-US"/>
              </a:p>
              <a:p>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func>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ub>
                      <m:sup/>
                      <m:e>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nary>
                  </m:oMath>
                </a14:m>
                <a:r>
                  <a:rPr lang="en-US"/>
                  <a:t> </a:t>
                </a:r>
                <a:r>
                  <a:rPr lang="en-US">
                    <a:effectLst>
                      <a:glow rad="139700">
                        <a:schemeClr val="accent4">
                          <a:satMod val="175000"/>
                          <a:alpha val="40000"/>
                        </a:schemeClr>
                      </a:glow>
                    </a:effectLst>
                    <a:sym typeface="Wingdings" panose="05000000000000000000" pitchFamily="2" charset="2"/>
                  </a:rPr>
                  <a:t></a:t>
                </a:r>
                <a:endParaRPr lang="en-US"/>
              </a:p>
              <a:p>
                <a:r>
                  <a:rPr lang="en-US"/>
                  <a:t>Idea: as in text classification using logistic</a:t>
                </a:r>
                <a:br>
                  <a:rPr lang="en-US"/>
                </a:br>
                <a:r>
                  <a:rPr lang="en-US"/>
                  <a:t>regression, directly estimate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e>
                        </m:d>
                      </m:e>
                    </m:func>
                  </m:oMath>
                </a14:m>
                <a:r>
                  <a:rPr lang="en-US"/>
                  <a:t> </a:t>
                </a:r>
                <a:br>
                  <a:rPr lang="en-US"/>
                </a:br>
                <a:r>
                  <a:rPr lang="en-US"/>
                  <a:t>and later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m:t>
                                </m:r>
                              </m:e>
                            </m:d>
                            <m:r>
                              <a:rPr lang="en-US" b="0" i="1" smtClean="0">
                                <a:latin typeface="Cambria Math" panose="02040503050406030204" pitchFamily="18" charset="0"/>
                              </a:rPr>
                              <m:t>,</m:t>
                            </m:r>
                            <m:sSub>
                              <m:sSubPr>
                                <m:ctrlPr>
                                  <a:rPr lang="en-US" b="0" i="1" smtClean="0">
                                    <a:effectLst>
                                      <a:glow rad="228600">
                                        <a:schemeClr val="accent5">
                                          <a:satMod val="175000"/>
                                          <a:alpha val="40000"/>
                                        </a:schemeClr>
                                      </a:glow>
                                    </a:effectLst>
                                    <a:latin typeface="Cambria Math" panose="02040503050406030204" pitchFamily="18" charset="0"/>
                                  </a:rPr>
                                </m:ctrlPr>
                              </m:sSubPr>
                              <m:e>
                                <m:r>
                                  <a:rPr lang="en-US" b="0" i="1" smtClean="0">
                                    <a:effectLst>
                                      <a:glow rad="228600">
                                        <a:schemeClr val="accent5">
                                          <a:satMod val="175000"/>
                                          <a:alpha val="40000"/>
                                        </a:schemeClr>
                                      </a:glow>
                                    </a:effectLst>
                                    <a:latin typeface="Cambria Math" panose="02040503050406030204" pitchFamily="18" charset="0"/>
                                  </a:rPr>
                                  <m:t>𝑦</m:t>
                                </m:r>
                              </m:e>
                              <m:sub>
                                <m:r>
                                  <a:rPr lang="en-US" b="0" i="1" smtClean="0">
                                    <a:effectLst>
                                      <a:glow rad="228600">
                                        <a:schemeClr val="accent5">
                                          <a:satMod val="175000"/>
                                          <a:alpha val="40000"/>
                                        </a:schemeClr>
                                      </a:glow>
                                    </a:effectLst>
                                    <a:latin typeface="Cambria Math" panose="02040503050406030204" pitchFamily="18" charset="0"/>
                                  </a:rPr>
                                  <m:t>𝑡</m:t>
                                </m:r>
                                <m:r>
                                  <a:rPr lang="en-US" b="0" i="1" smtClean="0">
                                    <a:effectLst>
                                      <a:glow rad="228600">
                                        <a:schemeClr val="accent5">
                                          <a:satMod val="175000"/>
                                          <a:alpha val="40000"/>
                                        </a:schemeClr>
                                      </a:glow>
                                    </a:effectLst>
                                    <a:latin typeface="Cambria Math" panose="02040503050406030204" pitchFamily="18" charset="0"/>
                                  </a:rPr>
                                  <m:t>−</m:t>
                                </m:r>
                                <m:r>
                                  <a:rPr lang="en-US" b="0" i="1" smtClean="0">
                                    <a:effectLst>
                                      <a:glow rad="228600">
                                        <a:schemeClr val="accent5">
                                          <a:satMod val="175000"/>
                                          <a:alpha val="40000"/>
                                        </a:schemeClr>
                                      </a:glow>
                                    </a:effectLst>
                                    <a:latin typeface="Cambria Math" panose="02040503050406030204" pitchFamily="18" charset="0"/>
                                  </a:rPr>
                                  <m:t>1</m:t>
                                </m:r>
                              </m:sub>
                            </m:sSub>
                          </m:e>
                        </m:d>
                      </m:e>
                    </m:func>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xfrm>
                <a:off x="74930" y="913130"/>
                <a:ext cx="9268460" cy="5859780"/>
              </a:xfrm>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 name="Oval 3"/>
              <p:cNvSpPr/>
              <p:nvPr/>
            </p:nvSpPr>
            <p:spPr>
              <a:xfrm>
                <a:off x="8339125" y="2066198"/>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a:p>
            </p:txBody>
          </p:sp>
        </mc:Choice>
        <mc:Fallback>
          <p:sp>
            <p:nvSpPr>
              <p:cNvPr id="4" name="Oval 3"/>
              <p:cNvSpPr>
                <a:spLocks noRot="1" noChangeAspect="1" noMove="1" noResize="1" noEditPoints="1" noAdjustHandles="1" noChangeArrowheads="1" noChangeShapeType="1" noTextEdit="1"/>
              </p:cNvSpPr>
              <p:nvPr/>
            </p:nvSpPr>
            <p:spPr>
              <a:xfrm>
                <a:off x="8339125" y="2066198"/>
                <a:ext cx="397968" cy="388884"/>
              </a:xfrm>
              <a:prstGeom prst="ellipse">
                <a:avLst/>
              </a:prstGeom>
              <a:blipFill rotWithShape="1">
                <a:blip r:embed="rId2"/>
                <a:stretch>
                  <a:fillRect l="-1672" t="-1773" r="-10180" b="-1589"/>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5" name="Oval 4"/>
              <p:cNvSpPr/>
              <p:nvPr/>
            </p:nvSpPr>
            <p:spPr>
              <a:xfrm>
                <a:off x="8980161" y="2066198"/>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a:p>
            </p:txBody>
          </p:sp>
        </mc:Choice>
        <mc:Fallback>
          <p:sp>
            <p:nvSpPr>
              <p:cNvPr id="5" name="Oval 4"/>
              <p:cNvSpPr>
                <a:spLocks noRot="1" noChangeAspect="1" noMove="1" noResize="1" noEditPoints="1" noAdjustHandles="1" noChangeArrowheads="1" noChangeShapeType="1" noTextEdit="1"/>
              </p:cNvSpPr>
              <p:nvPr/>
            </p:nvSpPr>
            <p:spPr>
              <a:xfrm>
                <a:off x="8980161" y="2066198"/>
                <a:ext cx="397968" cy="388884"/>
              </a:xfrm>
              <a:prstGeom prst="ellipse">
                <a:avLst/>
              </a:prstGeom>
              <a:blipFill rotWithShape="1">
                <a:blip r:embed="rId3"/>
                <a:stretch>
                  <a:fillRect l="-1753" t="-1773" r="-10099" b="-1589"/>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Oval 5"/>
              <p:cNvSpPr/>
              <p:nvPr/>
            </p:nvSpPr>
            <p:spPr>
              <a:xfrm>
                <a:off x="9621197" y="2066198"/>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US"/>
              </a:p>
            </p:txBody>
          </p:sp>
        </mc:Choice>
        <mc:Fallback>
          <p:sp>
            <p:nvSpPr>
              <p:cNvPr id="6" name="Oval 5"/>
              <p:cNvSpPr>
                <a:spLocks noRot="1" noChangeAspect="1" noMove="1" noResize="1" noEditPoints="1" noAdjustHandles="1" noChangeArrowheads="1" noChangeShapeType="1" noTextEdit="1"/>
              </p:cNvSpPr>
              <p:nvPr/>
            </p:nvSpPr>
            <p:spPr>
              <a:xfrm>
                <a:off x="9621197" y="2066198"/>
                <a:ext cx="397968" cy="388884"/>
              </a:xfrm>
              <a:prstGeom prst="ellipse">
                <a:avLst/>
              </a:prstGeom>
              <a:blipFill rotWithShape="1">
                <a:blip r:embed="rId4"/>
                <a:stretch>
                  <a:fillRect l="-1674" t="-1773" r="-10178" b="-1589"/>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7" name="Oval 6"/>
          <p:cNvSpPr/>
          <p:nvPr/>
        </p:nvSpPr>
        <p:spPr>
          <a:xfrm>
            <a:off x="10262233" y="2066198"/>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endParaRPr lang="en-US"/>
          </a:p>
        </p:txBody>
      </p:sp>
      <p:sp>
        <p:nvSpPr>
          <p:cNvPr id="8" name="Oval 7"/>
          <p:cNvSpPr/>
          <p:nvPr/>
        </p:nvSpPr>
        <p:spPr>
          <a:xfrm>
            <a:off x="10903269" y="2066198"/>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endParaRPr lang="en-US"/>
          </a:p>
        </p:txBody>
      </p:sp>
      <mc:AlternateContent xmlns:mc="http://schemas.openxmlformats.org/markup-compatibility/2006">
        <mc:Choice xmlns:a14="http://schemas.microsoft.com/office/drawing/2010/main" Requires="a14">
          <p:sp>
            <p:nvSpPr>
              <p:cNvPr id="9" name="Oval 8"/>
              <p:cNvSpPr/>
              <p:nvPr/>
            </p:nvSpPr>
            <p:spPr>
              <a:xfrm>
                <a:off x="11544307" y="2066198"/>
                <a:ext cx="397968" cy="388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𝑇</m:t>
                          </m:r>
                        </m:sub>
                      </m:sSub>
                    </m:oMath>
                  </m:oMathPara>
                </a14:m>
                <a:endParaRPr lang="en-US"/>
              </a:p>
            </p:txBody>
          </p:sp>
        </mc:Choice>
        <mc:Fallback>
          <p:sp>
            <p:nvSpPr>
              <p:cNvPr id="9" name="Oval 8"/>
              <p:cNvSpPr>
                <a:spLocks noRot="1" noChangeAspect="1" noMove="1" noResize="1" noEditPoints="1" noAdjustHandles="1" noChangeArrowheads="1" noChangeShapeType="1" noTextEdit="1"/>
              </p:cNvSpPr>
              <p:nvPr/>
            </p:nvSpPr>
            <p:spPr>
              <a:xfrm>
                <a:off x="11544307" y="2066198"/>
                <a:ext cx="397968" cy="388884"/>
              </a:xfrm>
              <a:prstGeom prst="ellipse">
                <a:avLst/>
              </a:prstGeom>
              <a:blipFill rotWithShape="1">
                <a:blip r:embed="rId5"/>
                <a:stretch>
                  <a:fillRect l="-1597" t="-1773" r="-19509" b="-1589"/>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10" name="Straight Arrow Connector 9"/>
          <p:cNvCxnSpPr>
            <a:stCxn id="16" idx="0"/>
            <a:endCxn id="5" idx="4"/>
          </p:cNvCxnSpPr>
          <p:nvPr/>
        </p:nvCxnSpPr>
        <p:spPr>
          <a:xfrm flipV="1">
            <a:off x="9179145" y="2455082"/>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7" idx="0"/>
            <a:endCxn id="6" idx="4"/>
          </p:cNvCxnSpPr>
          <p:nvPr/>
        </p:nvCxnSpPr>
        <p:spPr>
          <a:xfrm flipV="1">
            <a:off x="9820181" y="2455082"/>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18" idx="0"/>
            <a:endCxn id="7" idx="4"/>
          </p:cNvCxnSpPr>
          <p:nvPr/>
        </p:nvCxnSpPr>
        <p:spPr>
          <a:xfrm flipV="1">
            <a:off x="10461217" y="2455082"/>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9" idx="0"/>
            <a:endCxn id="8" idx="4"/>
          </p:cNvCxnSpPr>
          <p:nvPr/>
        </p:nvCxnSpPr>
        <p:spPr>
          <a:xfrm flipV="1">
            <a:off x="11102253" y="2455082"/>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20" idx="0"/>
            <a:endCxn id="9" idx="4"/>
          </p:cNvCxnSpPr>
          <p:nvPr/>
        </p:nvCxnSpPr>
        <p:spPr>
          <a:xfrm flipV="1">
            <a:off x="11743291" y="2455082"/>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Oval 14"/>
              <p:cNvSpPr/>
              <p:nvPr/>
            </p:nvSpPr>
            <p:spPr>
              <a:xfrm>
                <a:off x="8339125" y="2813937"/>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m:t>
                          </m:r>
                        </m:sub>
                      </m:sSub>
                    </m:oMath>
                  </m:oMathPara>
                </a14:m>
                <a:endParaRPr lang="en-US">
                  <a:solidFill>
                    <a:schemeClr val="tx1"/>
                  </a:solidFill>
                </a:endParaRPr>
              </a:p>
            </p:txBody>
          </p:sp>
        </mc:Choice>
        <mc:Fallback>
          <p:sp>
            <p:nvSpPr>
              <p:cNvPr id="15" name="Oval 14"/>
              <p:cNvSpPr>
                <a:spLocks noRot="1" noChangeAspect="1" noMove="1" noResize="1" noEditPoints="1" noAdjustHandles="1" noChangeArrowheads="1" noChangeShapeType="1" noTextEdit="1"/>
              </p:cNvSpPr>
              <p:nvPr/>
            </p:nvSpPr>
            <p:spPr>
              <a:xfrm>
                <a:off x="8339125" y="2813937"/>
                <a:ext cx="397968" cy="388884"/>
              </a:xfrm>
              <a:prstGeom prst="ellipse">
                <a:avLst/>
              </a:prstGeom>
              <a:blipFill rotWithShape="1">
                <a:blip r:embed="rId6"/>
                <a:stretch>
                  <a:fillRect l="-1672" t="-1698" r="-14009" b="-150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6" name="Oval 15"/>
              <p:cNvSpPr/>
              <p:nvPr/>
            </p:nvSpPr>
            <p:spPr>
              <a:xfrm>
                <a:off x="8980161" y="2813937"/>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2</m:t>
                          </m:r>
                        </m:sub>
                      </m:sSub>
                    </m:oMath>
                  </m:oMathPara>
                </a14:m>
                <a:endParaRPr lang="en-US">
                  <a:solidFill>
                    <a:schemeClr val="tx1"/>
                  </a:solidFill>
                </a:endParaRPr>
              </a:p>
            </p:txBody>
          </p:sp>
        </mc:Choice>
        <mc:Fallback>
          <p:sp>
            <p:nvSpPr>
              <p:cNvPr id="16" name="Oval 15"/>
              <p:cNvSpPr>
                <a:spLocks noRot="1" noChangeAspect="1" noMove="1" noResize="1" noEditPoints="1" noAdjustHandles="1" noChangeArrowheads="1" noChangeShapeType="1" noTextEdit="1"/>
              </p:cNvSpPr>
              <p:nvPr/>
            </p:nvSpPr>
            <p:spPr>
              <a:xfrm>
                <a:off x="8980161" y="2813937"/>
                <a:ext cx="397968" cy="388884"/>
              </a:xfrm>
              <a:prstGeom prst="ellipse">
                <a:avLst/>
              </a:prstGeom>
              <a:blipFill rotWithShape="1">
                <a:blip r:embed="rId7"/>
                <a:stretch>
                  <a:fillRect l="-1753" t="-1698" r="-13929" b="-150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7" name="Oval 16"/>
              <p:cNvSpPr/>
              <p:nvPr/>
            </p:nvSpPr>
            <p:spPr>
              <a:xfrm>
                <a:off x="9621197" y="2813937"/>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3</m:t>
                          </m:r>
                        </m:sub>
                      </m:sSub>
                    </m:oMath>
                  </m:oMathPara>
                </a14:m>
                <a:endParaRPr lang="en-US">
                  <a:solidFill>
                    <a:schemeClr val="tx1"/>
                  </a:solidFill>
                </a:endParaRPr>
              </a:p>
            </p:txBody>
          </p:sp>
        </mc:Choice>
        <mc:Fallback>
          <p:sp>
            <p:nvSpPr>
              <p:cNvPr id="17" name="Oval 16"/>
              <p:cNvSpPr>
                <a:spLocks noRot="1" noChangeAspect="1" noMove="1" noResize="1" noEditPoints="1" noAdjustHandles="1" noChangeArrowheads="1" noChangeShapeType="1" noTextEdit="1"/>
              </p:cNvSpPr>
              <p:nvPr/>
            </p:nvSpPr>
            <p:spPr>
              <a:xfrm>
                <a:off x="9621197" y="2813937"/>
                <a:ext cx="397968" cy="388884"/>
              </a:xfrm>
              <a:prstGeom prst="ellipse">
                <a:avLst/>
              </a:prstGeom>
              <a:blipFill rotWithShape="1">
                <a:blip r:embed="rId8"/>
                <a:stretch>
                  <a:fillRect l="-1674" t="-1698" r="-14007" b="-150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18" name="Oval 17"/>
          <p:cNvSpPr/>
          <p:nvPr/>
        </p:nvSpPr>
        <p:spPr>
          <a:xfrm>
            <a:off x="10262233" y="2813937"/>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t>
            </a:r>
            <a:endParaRPr lang="en-US">
              <a:solidFill>
                <a:schemeClr val="tx1"/>
              </a:solidFill>
            </a:endParaRPr>
          </a:p>
        </p:txBody>
      </p:sp>
      <p:sp>
        <p:nvSpPr>
          <p:cNvPr id="19" name="Oval 18"/>
          <p:cNvSpPr/>
          <p:nvPr/>
        </p:nvSpPr>
        <p:spPr>
          <a:xfrm>
            <a:off x="10903269" y="2813937"/>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t>
            </a:r>
            <a:endParaRPr lang="en-US">
              <a:solidFill>
                <a:schemeClr val="tx1"/>
              </a:solidFill>
            </a:endParaRPr>
          </a:p>
        </p:txBody>
      </p:sp>
      <mc:AlternateContent xmlns:mc="http://schemas.openxmlformats.org/markup-compatibility/2006">
        <mc:Choice xmlns:a14="http://schemas.microsoft.com/office/drawing/2010/main" Requires="a14">
          <p:sp>
            <p:nvSpPr>
              <p:cNvPr id="20" name="Oval 19"/>
              <p:cNvSpPr/>
              <p:nvPr/>
            </p:nvSpPr>
            <p:spPr>
              <a:xfrm>
                <a:off x="11544307" y="2813937"/>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𝑇</m:t>
                          </m:r>
                        </m:sub>
                      </m:sSub>
                    </m:oMath>
                  </m:oMathPara>
                </a14:m>
                <a:endParaRPr lang="en-US">
                  <a:solidFill>
                    <a:schemeClr val="tx1"/>
                  </a:solidFill>
                </a:endParaRPr>
              </a:p>
            </p:txBody>
          </p:sp>
        </mc:Choice>
        <mc:Fallback>
          <p:sp>
            <p:nvSpPr>
              <p:cNvPr id="20" name="Oval 19"/>
              <p:cNvSpPr>
                <a:spLocks noRot="1" noChangeAspect="1" noMove="1" noResize="1" noEditPoints="1" noAdjustHandles="1" noChangeArrowheads="1" noChangeShapeType="1" noTextEdit="1"/>
              </p:cNvSpPr>
              <p:nvPr/>
            </p:nvSpPr>
            <p:spPr>
              <a:xfrm>
                <a:off x="11544307" y="2813937"/>
                <a:ext cx="397968" cy="388884"/>
              </a:xfrm>
              <a:prstGeom prst="ellipse">
                <a:avLst/>
              </a:prstGeom>
              <a:blipFill rotWithShape="1">
                <a:blip r:embed="rId9"/>
                <a:stretch>
                  <a:fillRect l="-1597" t="-1698" r="-23339" b="-150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1" name="Straight Arrow Connector 20"/>
          <p:cNvCxnSpPr>
            <a:stCxn id="15" idx="6"/>
            <a:endCxn id="16" idx="2"/>
          </p:cNvCxnSpPr>
          <p:nvPr/>
        </p:nvCxnSpPr>
        <p:spPr>
          <a:xfrm>
            <a:off x="8737093" y="3008379"/>
            <a:ext cx="243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6" idx="6"/>
            <a:endCxn id="17" idx="2"/>
          </p:cNvCxnSpPr>
          <p:nvPr/>
        </p:nvCxnSpPr>
        <p:spPr>
          <a:xfrm>
            <a:off x="9378129" y="3008379"/>
            <a:ext cx="243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7" idx="6"/>
            <a:endCxn id="18" idx="2"/>
          </p:cNvCxnSpPr>
          <p:nvPr/>
        </p:nvCxnSpPr>
        <p:spPr>
          <a:xfrm>
            <a:off x="10019165" y="3008379"/>
            <a:ext cx="243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8" idx="6"/>
            <a:endCxn id="19" idx="2"/>
          </p:cNvCxnSpPr>
          <p:nvPr/>
        </p:nvCxnSpPr>
        <p:spPr>
          <a:xfrm>
            <a:off x="10660201" y="3008379"/>
            <a:ext cx="243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9" idx="6"/>
            <a:endCxn id="20" idx="2"/>
          </p:cNvCxnSpPr>
          <p:nvPr/>
        </p:nvCxnSpPr>
        <p:spPr>
          <a:xfrm>
            <a:off x="11301237" y="3008379"/>
            <a:ext cx="2430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5" idx="0"/>
            <a:endCxn id="4" idx="4"/>
          </p:cNvCxnSpPr>
          <p:nvPr/>
        </p:nvCxnSpPr>
        <p:spPr>
          <a:xfrm flipV="1">
            <a:off x="8538109" y="2455082"/>
            <a:ext cx="0" cy="358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8" name="Oval 27"/>
              <p:cNvSpPr/>
              <p:nvPr/>
            </p:nvSpPr>
            <p:spPr>
              <a:xfrm>
                <a:off x="9891946" y="5940039"/>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m:t>
                          </m:r>
                        </m:sub>
                      </m:sSub>
                    </m:oMath>
                  </m:oMathPara>
                </a14:m>
                <a:endParaRPr lang="en-US">
                  <a:solidFill>
                    <a:schemeClr val="tx1"/>
                  </a:solidFill>
                </a:endParaRPr>
              </a:p>
            </p:txBody>
          </p:sp>
        </mc:Choice>
        <mc:Fallback>
          <p:sp>
            <p:nvSpPr>
              <p:cNvPr id="28" name="Oval 27"/>
              <p:cNvSpPr>
                <a:spLocks noRot="1" noChangeAspect="1" noMove="1" noResize="1" noEditPoints="1" noAdjustHandles="1" noChangeArrowheads="1" noChangeShapeType="1" noTextEdit="1"/>
              </p:cNvSpPr>
              <p:nvPr/>
            </p:nvSpPr>
            <p:spPr>
              <a:xfrm>
                <a:off x="9891946" y="5940039"/>
                <a:ext cx="397968" cy="388884"/>
              </a:xfrm>
              <a:prstGeom prst="ellipse">
                <a:avLst/>
              </a:prstGeom>
              <a:blipFill rotWithShape="1">
                <a:blip r:embed="rId6"/>
                <a:stretch>
                  <a:fillRect l="-1734" t="-1697" r="-13947" b="-1501"/>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0" name="Oval 29"/>
              <p:cNvSpPr/>
              <p:nvPr/>
            </p:nvSpPr>
            <p:spPr>
              <a:xfrm>
                <a:off x="11719419" y="5940039"/>
                <a:ext cx="397968" cy="3888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2</m:t>
                          </m:r>
                        </m:sub>
                      </m:sSub>
                    </m:oMath>
                  </m:oMathPara>
                </a14:m>
                <a:endParaRPr lang="en-US">
                  <a:solidFill>
                    <a:schemeClr val="tx1"/>
                  </a:solidFill>
                </a:endParaRPr>
              </a:p>
            </p:txBody>
          </p:sp>
        </mc:Choice>
        <mc:Fallback>
          <p:sp>
            <p:nvSpPr>
              <p:cNvPr id="30" name="Oval 29"/>
              <p:cNvSpPr>
                <a:spLocks noRot="1" noChangeAspect="1" noMove="1" noResize="1" noEditPoints="1" noAdjustHandles="1" noChangeArrowheads="1" noChangeShapeType="1" noTextEdit="1"/>
              </p:cNvSpPr>
              <p:nvPr/>
            </p:nvSpPr>
            <p:spPr>
              <a:xfrm>
                <a:off x="11719419" y="5940039"/>
                <a:ext cx="397968" cy="388884"/>
              </a:xfrm>
              <a:prstGeom prst="ellipse">
                <a:avLst/>
              </a:prstGeom>
              <a:blipFill rotWithShape="1">
                <a:blip r:embed="rId7"/>
                <a:stretch>
                  <a:fillRect l="-1720" t="-1697" r="-13962" b="-1501"/>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31" name="Straight Arrow Connector 30"/>
          <p:cNvCxnSpPr>
            <a:stCxn id="28" idx="6"/>
            <a:endCxn id="30" idx="2"/>
          </p:cNvCxnSpPr>
          <p:nvPr/>
        </p:nvCxnSpPr>
        <p:spPr>
          <a:xfrm>
            <a:off x="10289914" y="6134481"/>
            <a:ext cx="14295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 name="Oval 34"/>
              <p:cNvSpPr/>
              <p:nvPr/>
            </p:nvSpPr>
            <p:spPr>
              <a:xfrm>
                <a:off x="8820249" y="4381220"/>
                <a:ext cx="539509" cy="5263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ub>
                      </m:sSub>
                    </m:oMath>
                  </m:oMathPara>
                </a14:m>
                <a:endParaRPr lang="en-US"/>
              </a:p>
            </p:txBody>
          </p:sp>
        </mc:Choice>
        <mc:Fallback>
          <p:sp>
            <p:nvSpPr>
              <p:cNvPr id="35" name="Oval 34"/>
              <p:cNvSpPr>
                <a:spLocks noRot="1" noChangeAspect="1" noMove="1" noResize="1" noEditPoints="1" noAdjustHandles="1" noChangeArrowheads="1" noChangeShapeType="1" noTextEdit="1"/>
              </p:cNvSpPr>
              <p:nvPr/>
            </p:nvSpPr>
            <p:spPr>
              <a:xfrm>
                <a:off x="8820249" y="4381220"/>
                <a:ext cx="539509" cy="526357"/>
              </a:xfrm>
              <a:prstGeom prst="ellipse">
                <a:avLst/>
              </a:prstGeom>
              <a:blipFill rotWithShape="1">
                <a:blip r:embed="rId10"/>
                <a:stretch>
                  <a:fillRect l="-1195" t="-1274" r="-9795" b="-115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6" name="Oval 35"/>
              <p:cNvSpPr/>
              <p:nvPr/>
            </p:nvSpPr>
            <p:spPr>
              <a:xfrm>
                <a:off x="9891945" y="4384879"/>
                <a:ext cx="539509" cy="5263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ub>
                      </m:sSub>
                    </m:oMath>
                  </m:oMathPara>
                </a14:m>
                <a:endParaRPr lang="en-US"/>
              </a:p>
            </p:txBody>
          </p:sp>
        </mc:Choice>
        <mc:Fallback>
          <p:sp>
            <p:nvSpPr>
              <p:cNvPr id="36" name="Oval 35"/>
              <p:cNvSpPr>
                <a:spLocks noRot="1" noChangeAspect="1" noMove="1" noResize="1" noEditPoints="1" noAdjustHandles="1" noChangeArrowheads="1" noChangeShapeType="1" noTextEdit="1"/>
              </p:cNvSpPr>
              <p:nvPr/>
            </p:nvSpPr>
            <p:spPr>
              <a:xfrm>
                <a:off x="9891945" y="4384879"/>
                <a:ext cx="539509" cy="526357"/>
              </a:xfrm>
              <a:prstGeom prst="ellipse">
                <a:avLst/>
              </a:prstGeom>
              <a:blipFill rotWithShape="1">
                <a:blip r:embed="rId11"/>
                <a:stretch>
                  <a:fillRect l="-1279" t="-1245" r="-5004" b="-1179"/>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7" name="Oval 36"/>
              <p:cNvSpPr/>
              <p:nvPr/>
            </p:nvSpPr>
            <p:spPr>
              <a:xfrm>
                <a:off x="10815306" y="4381219"/>
                <a:ext cx="539509" cy="5263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ub>
                      </m:sSub>
                    </m:oMath>
                  </m:oMathPara>
                </a14:m>
                <a:endParaRPr lang="en-US"/>
              </a:p>
            </p:txBody>
          </p:sp>
        </mc:Choice>
        <mc:Fallback>
          <p:sp>
            <p:nvSpPr>
              <p:cNvPr id="37" name="Oval 36"/>
              <p:cNvSpPr>
                <a:spLocks noRot="1" noChangeAspect="1" noMove="1" noResize="1" noEditPoints="1" noAdjustHandles="1" noChangeArrowheads="1" noChangeShapeType="1" noTextEdit="1"/>
              </p:cNvSpPr>
              <p:nvPr/>
            </p:nvSpPr>
            <p:spPr>
              <a:xfrm>
                <a:off x="10815306" y="4381219"/>
                <a:ext cx="539509" cy="526357"/>
              </a:xfrm>
              <a:prstGeom prst="ellipse">
                <a:avLst/>
              </a:prstGeom>
              <a:blipFill rotWithShape="1">
                <a:blip r:embed="rId12"/>
                <a:stretch>
                  <a:fillRect l="-1292" t="-1274" r="-8757" b="-115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38" name="Straight Arrow Connector 37"/>
          <p:cNvCxnSpPr>
            <a:stCxn id="28" idx="1"/>
            <a:endCxn id="35" idx="5"/>
          </p:cNvCxnSpPr>
          <p:nvPr/>
        </p:nvCxnSpPr>
        <p:spPr>
          <a:xfrm flipH="1" flipV="1">
            <a:off x="9280749" y="4830494"/>
            <a:ext cx="669478" cy="1166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0"/>
            <a:endCxn id="36" idx="4"/>
          </p:cNvCxnSpPr>
          <p:nvPr/>
        </p:nvCxnSpPr>
        <p:spPr>
          <a:xfrm flipV="1">
            <a:off x="10090930" y="4911236"/>
            <a:ext cx="70770" cy="1028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8" idx="7"/>
            <a:endCxn id="37" idx="3"/>
          </p:cNvCxnSpPr>
          <p:nvPr/>
        </p:nvCxnSpPr>
        <p:spPr>
          <a:xfrm flipV="1">
            <a:off x="10231633" y="4830493"/>
            <a:ext cx="662682" cy="1166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8769681" y="4031387"/>
            <a:ext cx="573555" cy="369332"/>
          </a:xfrm>
          <a:prstGeom prst="rect">
            <a:avLst/>
          </a:prstGeom>
          <a:noFill/>
        </p:spPr>
        <p:txBody>
          <a:bodyPr wrap="none" rtlCol="0">
            <a:spAutoFit/>
          </a:bodyPr>
          <a:lstStyle/>
          <a:p>
            <a:r>
              <a:rPr lang="en-US"/>
              <a:t>Ravi</a:t>
            </a:r>
            <a:endParaRPr lang="en-IN"/>
          </a:p>
        </p:txBody>
      </p:sp>
      <p:sp>
        <p:nvSpPr>
          <p:cNvPr id="40" name="TextBox 39"/>
          <p:cNvSpPr txBox="1"/>
          <p:nvPr/>
        </p:nvSpPr>
        <p:spPr>
          <a:xfrm>
            <a:off x="9756989" y="4031387"/>
            <a:ext cx="862737" cy="369332"/>
          </a:xfrm>
          <a:prstGeom prst="rect">
            <a:avLst/>
          </a:prstGeom>
          <a:noFill/>
        </p:spPr>
        <p:txBody>
          <a:bodyPr wrap="none" rtlCol="0">
            <a:spAutoFit/>
          </a:bodyPr>
          <a:lstStyle/>
          <a:p>
            <a:r>
              <a:rPr lang="en-US" err="1"/>
              <a:t>hasCap</a:t>
            </a:r>
            <a:endParaRPr lang="en-IN"/>
          </a:p>
        </p:txBody>
      </p:sp>
      <p:sp>
        <p:nvSpPr>
          <p:cNvPr id="42" name="TextBox 41"/>
          <p:cNvSpPr txBox="1"/>
          <p:nvPr/>
        </p:nvSpPr>
        <p:spPr>
          <a:xfrm>
            <a:off x="10703325" y="4031387"/>
            <a:ext cx="646331" cy="369332"/>
          </a:xfrm>
          <a:prstGeom prst="rect">
            <a:avLst/>
          </a:prstGeom>
          <a:noFill/>
        </p:spPr>
        <p:txBody>
          <a:bodyPr wrap="none" rtlCol="0">
            <a:spAutoFit/>
          </a:bodyPr>
          <a:lstStyle/>
          <a:p>
            <a:r>
              <a:rPr lang="en-US" err="1"/>
              <a:t>isXxx</a:t>
            </a:r>
            <a:endParaRPr lang="en-I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a:t>Return to </a:t>
                </a:r>
                <a14:m>
                  <m:oMath xmlns:m="http://schemas.openxmlformats.org/officeDocument/2006/math">
                    <m:r>
                      <a:rPr lang="en-US" i="1">
                        <a:latin typeface="Cambria Math" panose="02040503050406030204" pitchFamily="18" charset="0"/>
                        <a:cs typeface="DejaVu Math TeX Gyre" panose="02000503000000000000" charset="0"/>
                      </a:rPr>
                      <m:t>𝑝</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𝑦</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𝑥</m:t>
                        </m:r>
                      </m:e>
                    </m:d>
                  </m:oMath>
                </a14:m>
                <a:r>
                  <a:rPr lang="en-US"/>
                  <a:t> for single token </a:t>
                </a:r>
                <a14:m>
                  <m:oMath xmlns:m="http://schemas.openxmlformats.org/officeDocument/2006/math">
                    <m:r>
                      <a:rPr lang="en-US" i="1">
                        <a:latin typeface="Cambria Math" panose="02040503050406030204" pitchFamily="18" charset="0"/>
                        <a:cs typeface="DejaVu Math TeX Gyre" panose="02000503000000000000" charset="0"/>
                      </a:rPr>
                      <m:t>𝑥</m:t>
                    </m:r>
                  </m:oMath>
                </a14:m>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lnSpcReduction="10000"/>
              </a:bodyPr>
              <a:lstStyle/>
              <a:p>
                <a:r>
                  <a:rPr lang="en-US"/>
                  <a:t>Earlier, </a:t>
                </a:r>
                <a14:m>
                  <m:oMath xmlns:m="http://schemas.openxmlformats.org/officeDocument/2006/math">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𝑥</m:t>
                        </m:r>
                      </m:e>
                    </m:d>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0</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e>
                        </m:d>
                      </m:e>
                      <m:sup>
                        <m:r>
                          <a:rPr lang="en-US" i="1">
                            <a:latin typeface="Cambria Math" panose="02040503050406030204" pitchFamily="18" charset="0"/>
                            <a:cs typeface="DejaVu Math TeX Gyre" panose="02000503000000000000" charset="0"/>
                          </a:rPr>
                          <m:t>𝑁</m:t>
                        </m:r>
                      </m:sup>
                    </m:sSup>
                  </m:oMath>
                </a14:m>
                <a:r>
                  <a:rPr lang="en-US"/>
                  <a:t> was a 1-hot vector</a:t>
                </a:r>
                <a:endParaRPr lang="en-US"/>
              </a:p>
              <a:p>
                <a:r>
                  <a:rPr lang="en-US">
                    <a:sym typeface="+mn-ea"/>
                  </a:rPr>
                  <a:t>But now </a:t>
                </a:r>
                <a14:m>
                  <m:oMath xmlns:m="http://schemas.openxmlformats.org/officeDocument/2006/math">
                    <m:r>
                      <a:rPr lang="en-US" i="1">
                        <a:latin typeface="Cambria Math" panose="02040503050406030204" pitchFamily="18" charset="0"/>
                        <a:cs typeface="DejaVu Math TeX Gyre" panose="02000503000000000000" charset="0"/>
                      </a:rPr>
                      <m:t>𝑥</m:t>
                    </m:r>
                  </m:oMath>
                </a14:m>
                <a:r>
                  <a:rPr lang="en-US">
                    <a:sym typeface="+mn-ea"/>
                  </a:rPr>
                  <a:t> has (say) </a:t>
                </a:r>
                <a14:m>
                  <m:oMath xmlns:m="http://schemas.openxmlformats.org/officeDocument/2006/math">
                    <m:r>
                      <a:rPr lang="en-US" i="1">
                        <a:latin typeface="Cambria Math" panose="02040503050406030204" pitchFamily="18" charset="0"/>
                        <a:cs typeface="DejaVu Math TeX Gyre" panose="02000503000000000000" charset="0"/>
                        <a:sym typeface="+mn-ea"/>
                      </a:rPr>
                      <m:t>𝐹</m:t>
                    </m:r>
                  </m:oMath>
                </a14:m>
                <a:r>
                  <a:rPr lang="en-US">
                    <a:sym typeface="+mn-ea"/>
                  </a:rPr>
                  <a:t> (real-valued) features</a:t>
                </a:r>
                <a:endParaRPr lang="en-US"/>
              </a:p>
              <a:p>
                <a:pPr lvl="1"/>
                <a:r>
                  <a:rPr lang="en-US"/>
                  <a:t>I.e., </a:t>
                </a:r>
                <a14:m>
                  <m:oMath xmlns:m="http://schemas.openxmlformats.org/officeDocument/2006/math">
                    <m:r>
                      <a:rPr lang="en-US" i="1">
                        <a:latin typeface="Cambria Math" panose="02040503050406030204" pitchFamily="18" charset="0"/>
                        <a:cs typeface="DejaVu Math TeX Gyre" panose="02000503000000000000" charset="0"/>
                      </a:rPr>
                      <m:t>𝜙</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𝑥</m:t>
                        </m:r>
                      </m:e>
                    </m:d>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cs typeface="DejaVu Math TeX Gyre" panose="02000503000000000000" charset="0"/>
                          </a:rPr>
                          <m:t>𝐹</m:t>
                        </m:r>
                      </m:sup>
                    </m:sSup>
                  </m:oMath>
                </a14:m>
                <a:endParaRPr lang="en-US" i="1">
                  <a:latin typeface="DejaVu Math TeX Gyre" panose="02000503000000000000" charset="0"/>
                  <a:cs typeface="DejaVu Math TeX Gyre" panose="02000503000000000000" charset="0"/>
                </a:endParaRPr>
              </a:p>
              <a:p>
                <a:pPr lvl="0"/>
                <a:r>
                  <a:rPr lang="en-US"/>
                  <a:t>Simply change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𝑤</m:t>
                        </m:r>
                      </m:e>
                      <m:sub>
                        <m:r>
                          <a:rPr lang="en-US" i="1">
                            <a:latin typeface="Cambria Math" panose="02040503050406030204" pitchFamily="18" charset="0"/>
                            <a:cs typeface="DejaVu Math TeX Gyre" panose="02000503000000000000" charset="0"/>
                          </a:rPr>
                          <m:t>𝑚</m:t>
                        </m:r>
                      </m:sub>
                    </m:sSub>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cs typeface="DejaVu Math TeX Gyre" panose="02000503000000000000" charset="0"/>
                          </a:rPr>
                          <m:t>𝐹</m:t>
                        </m:r>
                      </m:sup>
                    </m:sSup>
                  </m:oMath>
                </a14:m>
                <a:r>
                  <a:rPr lang="en-US"/>
                  <a:t> and no one gets hurt</a:t>
                </a:r>
                <a:endParaRPr lang="en-US"/>
              </a:p>
              <a:p>
                <a:pPr lvl="0"/>
                <a:r>
                  <a:rPr lang="en-US"/>
                  <a:t>LR and SVM work same as before</a:t>
                </a:r>
                <a:endParaRPr lang="en-US"/>
              </a:p>
              <a:p>
                <a:pPr lvl="1"/>
                <a14:m>
                  <m:oMath xmlns:m="http://schemas.openxmlformats.org/officeDocument/2006/math">
                    <m:r>
                      <a:rPr lang="en-US" i="1">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cs typeface="DejaVu Math TeX Gyre" panose="02000503000000000000" charset="0"/>
                          </a:rPr>
                          <m:t>𝑀</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𝐹</m:t>
                        </m:r>
                      </m:sup>
                    </m:sSup>
                  </m:oMath>
                </a14:m>
                <a:r>
                  <a:rPr lang="en-US"/>
                  <a:t>, elements not interpretable</a:t>
                </a:r>
                <a:endParaRPr lang="en-US"/>
              </a:p>
              <a:p>
                <a:pPr lvl="0"/>
                <a:r>
                  <a:rPr lang="en-US"/>
                  <a:t>Importantly, LR and SVM can deal with correlated features</a:t>
                </a:r>
                <a:endParaRPr lang="en-US"/>
              </a:p>
              <a:p>
                <a:pPr lvl="0"/>
                <a:r>
                  <a:rPr lang="en-US"/>
                  <a:t>Next, we add transitions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sub>
                    </m:sSub>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t="-238"/>
                </a:stretch>
              </a:blipFill>
            </p:spPr>
            <p:txBody>
              <a:bodyPr/>
              <a:lstStyle/>
              <a:p>
                <a:r>
                  <a:rPr lang="en-US"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Three problems with HMM</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7500"/>
              </a:bodyPr>
              <a:lstStyle/>
              <a:p>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d>
                        <m:r>
                          <a:rPr lang="en-US" b="0" i="1" smtClean="0">
                            <a:latin typeface="Cambria Math" panose="02040503050406030204" pitchFamily="18" charset="0"/>
                          </a:rPr>
                          <m:t>=</m:t>
                        </m:r>
                      </m:fName>
                      <m:e>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r>
                          <a:rPr lang="en-US" b="0" i="1" smtClean="0">
                            <a:latin typeface="Cambria Math" panose="02040503050406030204" pitchFamily="18" charset="0"/>
                          </a:rPr>
                          <m:t>)</m:t>
                        </m:r>
                      </m:e>
                    </m:func>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up>
                        <m:r>
                          <a:rPr lang="en-US" b="0" i="1" smtClean="0">
                            <a:latin typeface="Cambria Math" panose="02040503050406030204" pitchFamily="18" charset="0"/>
                          </a:rPr>
                          <m:t>𝑇</m:t>
                        </m:r>
                      </m:sup>
                      <m:e>
                        <m:r>
                          <m:rPr>
                            <m:sty m:val="p"/>
                          </m:rPr>
                          <a:rPr lang="en-US" b="0" i="0" smtClean="0">
                            <a:effectLst>
                              <a:glow rad="228600">
                                <a:schemeClr val="accent4">
                                  <a:satMod val="175000"/>
                                  <a:alpha val="40000"/>
                                </a:schemeClr>
                              </a:glow>
                            </a:effectLst>
                            <a:latin typeface="Cambria Math" panose="02040503050406030204" pitchFamily="18" charset="0"/>
                          </a:rPr>
                          <m:t>Pr</m:t>
                        </m:r>
                        <m:r>
                          <a:rPr lang="en-US" b="0" i="1" smtClean="0">
                            <a:effectLst>
                              <a:glow rad="228600">
                                <a:schemeClr val="accent4">
                                  <a:satMod val="175000"/>
                                  <a:alpha val="40000"/>
                                </a:schemeClr>
                              </a:glow>
                            </a:effectLst>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𝑦</m:t>
                            </m:r>
                          </m:e>
                          <m:sub>
                            <m:r>
                              <a:rPr lang="en-US" b="0" i="1" smtClean="0">
                                <a:effectLst>
                                  <a:glow rad="228600">
                                    <a:schemeClr val="accent4">
                                      <a:satMod val="175000"/>
                                      <a:alpha val="40000"/>
                                    </a:schemeClr>
                                  </a:glow>
                                </a:effectLst>
                                <a:latin typeface="Cambria Math" panose="02040503050406030204" pitchFamily="18" charset="0"/>
                              </a:rPr>
                              <m:t>𝑡</m:t>
                            </m:r>
                            <m:r>
                              <a:rPr lang="en-US" b="0" i="1" smtClean="0">
                                <a:effectLst>
                                  <a:glow rad="228600">
                                    <a:schemeClr val="accent4">
                                      <a:satMod val="175000"/>
                                      <a:alpha val="40000"/>
                                    </a:schemeClr>
                                  </a:glow>
                                </a:effectLst>
                                <a:latin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𝑦</m:t>
                            </m:r>
                          </m:e>
                          <m:sub>
                            <m:r>
                              <a:rPr lang="en-US" b="0" i="1" smtClean="0">
                                <a:effectLst>
                                  <a:glow rad="228600">
                                    <a:schemeClr val="accent4">
                                      <a:satMod val="175000"/>
                                      <a:alpha val="40000"/>
                                    </a:schemeClr>
                                  </a:glow>
                                </a:effectLst>
                                <a:latin typeface="Cambria Math" panose="02040503050406030204" pitchFamily="18" charset="0"/>
                              </a:rPr>
                              <m:t>𝑡</m:t>
                            </m:r>
                          </m:sub>
                        </m:sSub>
                        <m:r>
                          <a:rPr lang="en-US" b="0" i="1" smtClean="0">
                            <a:effectLst>
                              <a:glow rad="228600">
                                <a:schemeClr val="accent4">
                                  <a:satMod val="175000"/>
                                  <a:alpha val="40000"/>
                                </a:schemeClr>
                              </a:glow>
                            </a:effectLst>
                            <a:latin typeface="Cambria Math" panose="02040503050406030204" pitchFamily="18" charset="0"/>
                          </a:rPr>
                          <m:t>)</m:t>
                        </m:r>
                        <m:d>
                          <m:dPr>
                            <m:begChr m:val="["/>
                            <m:endChr m:val="]"/>
                            <m:ctrlPr>
                              <a:rPr lang="en-US" b="0" i="1" smtClean="0">
                                <a:effectLst>
                                  <a:glow rad="228600">
                                    <a:schemeClr val="accent2">
                                      <a:satMod val="175000"/>
                                      <a:alpha val="40000"/>
                                    </a:schemeClr>
                                  </a:glow>
                                </a:effectLst>
                                <a:latin typeface="Cambria Math" panose="02040503050406030204" pitchFamily="18" charset="0"/>
                              </a:rPr>
                            </m:ctrlPr>
                          </m:dPr>
                          <m:e>
                            <m:nary>
                              <m:naryPr>
                                <m:chr m:val="∏"/>
                                <m:supHide m:val="on"/>
                                <m:ctrlPr>
                                  <a:rPr lang="en-US" b="0" i="1" smtClean="0">
                                    <a:effectLst>
                                      <a:glow rad="228600">
                                        <a:schemeClr val="accent2">
                                          <a:satMod val="175000"/>
                                          <a:alpha val="40000"/>
                                        </a:schemeClr>
                                      </a:glow>
                                    </a:effectLst>
                                    <a:latin typeface="Cambria Math" panose="02040503050406030204" pitchFamily="18" charset="0"/>
                                  </a:rPr>
                                </m:ctrlPr>
                              </m:naryPr>
                              <m:sub>
                                <m:r>
                                  <m:rPr>
                                    <m:brk m:alnAt="7"/>
                                  </m:rPr>
                                  <a:rPr lang="en-US" b="0" i="1" smtClean="0">
                                    <a:effectLst>
                                      <a:glow rad="228600">
                                        <a:schemeClr val="accent2">
                                          <a:satMod val="175000"/>
                                          <a:alpha val="40000"/>
                                        </a:schemeClr>
                                      </a:glow>
                                    </a:effectLst>
                                    <a:latin typeface="Cambria Math" panose="02040503050406030204" pitchFamily="18" charset="0"/>
                                  </a:rPr>
                                  <m:t>𝑓</m:t>
                                </m:r>
                              </m:sub>
                              <m:sup/>
                              <m:e>
                                <m:r>
                                  <m:rPr>
                                    <m:sty m:val="p"/>
                                  </m:rPr>
                                  <a:rPr lang="en-US" b="0" i="0" smtClean="0">
                                    <a:effectLst>
                                      <a:glow rad="228600">
                                        <a:schemeClr val="accent2">
                                          <a:satMod val="175000"/>
                                          <a:alpha val="40000"/>
                                        </a:schemeClr>
                                      </a:glow>
                                    </a:effectLst>
                                    <a:latin typeface="Cambria Math" panose="02040503050406030204" pitchFamily="18" charset="0"/>
                                  </a:rPr>
                                  <m:t>Pr</m:t>
                                </m:r>
                                <m:r>
                                  <a:rPr lang="en-US" b="0" i="1" smtClean="0">
                                    <a:effectLst>
                                      <a:glow rad="228600">
                                        <a:schemeClr val="accent2">
                                          <a:satMod val="175000"/>
                                          <a:alpha val="40000"/>
                                        </a:schemeClr>
                                      </a:glow>
                                    </a:effectLst>
                                    <a:latin typeface="Cambria Math" panose="02040503050406030204" pitchFamily="18" charset="0"/>
                                  </a:rPr>
                                  <m:t>⁡(</m:t>
                                </m:r>
                                <m:sSub>
                                  <m:sSubPr>
                                    <m:ctrlPr>
                                      <a:rPr lang="en-US" b="0" i="1" smtClean="0">
                                        <a:effectLst>
                                          <a:glow rad="228600">
                                            <a:schemeClr val="accent2">
                                              <a:satMod val="175000"/>
                                              <a:alpha val="40000"/>
                                            </a:schemeClr>
                                          </a:glow>
                                        </a:effectLst>
                                        <a:latin typeface="Cambria Math" panose="02040503050406030204" pitchFamily="18" charset="0"/>
                                      </a:rPr>
                                    </m:ctrlPr>
                                  </m:sSubPr>
                                  <m:e>
                                    <m:r>
                                      <a:rPr lang="en-US" b="0" i="1" smtClean="0">
                                        <a:effectLst>
                                          <a:glow rad="228600">
                                            <a:schemeClr val="accent2">
                                              <a:satMod val="175000"/>
                                              <a:alpha val="40000"/>
                                            </a:schemeClr>
                                          </a:glow>
                                        </a:effectLst>
                                        <a:latin typeface="Cambria Math" panose="02040503050406030204" pitchFamily="18" charset="0"/>
                                      </a:rPr>
                                      <m:t>𝑥</m:t>
                                    </m:r>
                                  </m:e>
                                  <m:sub>
                                    <m:r>
                                      <a:rPr lang="en-US" b="0" i="1" smtClean="0">
                                        <a:effectLst>
                                          <a:glow rad="228600">
                                            <a:schemeClr val="accent2">
                                              <a:satMod val="175000"/>
                                              <a:alpha val="40000"/>
                                            </a:schemeClr>
                                          </a:glow>
                                        </a:effectLst>
                                        <a:latin typeface="Cambria Math" panose="02040503050406030204" pitchFamily="18" charset="0"/>
                                      </a:rPr>
                                      <m:t>𝑡</m:t>
                                    </m:r>
                                  </m:sub>
                                </m:sSub>
                                <m:d>
                                  <m:dPr>
                                    <m:begChr m:val="["/>
                                    <m:endChr m:val="]"/>
                                    <m:ctrlPr>
                                      <a:rPr lang="en-US" b="0" i="1" smtClean="0">
                                        <a:effectLst>
                                          <a:glow rad="228600">
                                            <a:schemeClr val="accent2">
                                              <a:satMod val="175000"/>
                                              <a:alpha val="40000"/>
                                            </a:schemeClr>
                                          </a:glow>
                                        </a:effectLst>
                                        <a:latin typeface="Cambria Math" panose="02040503050406030204" pitchFamily="18" charset="0"/>
                                      </a:rPr>
                                    </m:ctrlPr>
                                  </m:dPr>
                                  <m:e>
                                    <m:r>
                                      <a:rPr lang="en-US" b="0" i="1" smtClean="0">
                                        <a:effectLst>
                                          <a:glow rad="228600">
                                            <a:schemeClr val="accent2">
                                              <a:satMod val="175000"/>
                                              <a:alpha val="40000"/>
                                            </a:schemeClr>
                                          </a:glow>
                                        </a:effectLst>
                                        <a:latin typeface="Cambria Math" panose="02040503050406030204" pitchFamily="18" charset="0"/>
                                      </a:rPr>
                                      <m:t>𝑓</m:t>
                                    </m:r>
                                  </m:e>
                                </m:d>
                                <m:r>
                                  <a:rPr lang="en-US" b="0" i="1" smtClean="0">
                                    <a:effectLst>
                                      <a:glow rad="228600">
                                        <a:schemeClr val="accent2">
                                          <a:satMod val="175000"/>
                                          <a:alpha val="40000"/>
                                        </a:schemeClr>
                                      </a:glow>
                                    </a:effectLst>
                                    <a:latin typeface="Cambria Math" panose="02040503050406030204" pitchFamily="18" charset="0"/>
                                  </a:rPr>
                                  <m:t>|</m:t>
                                </m:r>
                                <m:sSub>
                                  <m:sSubPr>
                                    <m:ctrlPr>
                                      <a:rPr lang="en-US" b="0" i="1" smtClean="0">
                                        <a:effectLst>
                                          <a:glow rad="228600">
                                            <a:schemeClr val="accent2">
                                              <a:satMod val="175000"/>
                                              <a:alpha val="40000"/>
                                            </a:schemeClr>
                                          </a:glow>
                                        </a:effectLst>
                                        <a:latin typeface="Cambria Math" panose="02040503050406030204" pitchFamily="18" charset="0"/>
                                      </a:rPr>
                                    </m:ctrlPr>
                                  </m:sSubPr>
                                  <m:e>
                                    <m:r>
                                      <a:rPr lang="en-US" b="0" i="1" smtClean="0">
                                        <a:effectLst>
                                          <a:glow rad="228600">
                                            <a:schemeClr val="accent2">
                                              <a:satMod val="175000"/>
                                              <a:alpha val="40000"/>
                                            </a:schemeClr>
                                          </a:glow>
                                        </a:effectLst>
                                        <a:latin typeface="Cambria Math" panose="02040503050406030204" pitchFamily="18" charset="0"/>
                                      </a:rPr>
                                      <m:t>𝑦</m:t>
                                    </m:r>
                                  </m:e>
                                  <m:sub>
                                    <m:r>
                                      <a:rPr lang="en-US" b="0" i="1" smtClean="0">
                                        <a:effectLst>
                                          <a:glow rad="228600">
                                            <a:schemeClr val="accent2">
                                              <a:satMod val="175000"/>
                                              <a:alpha val="40000"/>
                                            </a:schemeClr>
                                          </a:glow>
                                        </a:effectLst>
                                        <a:latin typeface="Cambria Math" panose="02040503050406030204" pitchFamily="18" charset="0"/>
                                      </a:rPr>
                                      <m:t>𝑡</m:t>
                                    </m:r>
                                  </m:sub>
                                </m:sSub>
                                <m:r>
                                  <a:rPr lang="en-US" b="0" i="1" smtClean="0">
                                    <a:effectLst>
                                      <a:glow rad="228600">
                                        <a:schemeClr val="accent2">
                                          <a:satMod val="175000"/>
                                          <a:alpha val="40000"/>
                                        </a:schemeClr>
                                      </a:glow>
                                    </a:effectLst>
                                    <a:latin typeface="Cambria Math" panose="02040503050406030204" pitchFamily="18" charset="0"/>
                                  </a:rPr>
                                  <m:t>)</m:t>
                                </m:r>
                              </m:e>
                            </m:nary>
                          </m:e>
                        </m:d>
                      </m:e>
                    </m:nary>
                  </m:oMath>
                </a14:m>
                <a:endParaRPr lang="en-US"/>
              </a:p>
              <a:p>
                <a:pPr lvl="1"/>
                <a:r>
                  <a:rPr lang="en-US"/>
                  <a:t>Fixed by Maximum Entropy Markov </a:t>
                </a:r>
                <a:r>
                  <a:rPr lang="en-US" err="1"/>
                  <a:t>Movel</a:t>
                </a:r>
                <a:r>
                  <a:rPr lang="en-US"/>
                  <a:t> (MEMM) next</a:t>
                </a:r>
                <a:endParaRPr lang="en-US"/>
              </a:p>
              <a:p>
                <a:pPr lvl="1"/>
                <a:r>
                  <a:rPr lang="en-US"/>
                  <a:t>Closest cousin to Recurrent Neural Network (RNN)</a:t>
                </a:r>
                <a:endParaRPr lang="en-US"/>
              </a:p>
              <a:p>
                <a:r>
                  <a:rPr lang="en-US">
                    <a:effectLst>
                      <a:glow rad="228600">
                        <a:schemeClr val="accent2">
                          <a:satMod val="175000"/>
                          <a:alpha val="40000"/>
                        </a:schemeClr>
                      </a:glow>
                    </a:effectLst>
                  </a:rPr>
                  <a:t>Naïve Bayes assumption</a:t>
                </a:r>
                <a:r>
                  <a:rPr lang="en-US"/>
                  <a:t> across features </a:t>
                </a:r>
                <a:r>
                  <a:rPr lang="en-US">
                    <a:latin typeface="Clear Sans" panose="020B0503030202020304" charset="0"/>
                    <a:cs typeface="Clear Sans" panose="020B0503030202020304" charset="0"/>
                    <a:sym typeface="Symbol" panose="05050102010706020507" pitchFamily="18" charset="2"/>
                  </a:rPr>
                  <a:t>―</a:t>
                </a:r>
                <a:r>
                  <a:rPr lang="en-US">
                    <a:sym typeface="Symbol" panose="05050102010706020507" pitchFamily="18" charset="2"/>
                  </a:rPr>
                  <a:t> can be upgraded to logistic regression</a:t>
                </a:r>
                <a:endParaRPr lang="en-US">
                  <a:sym typeface="Symbol" panose="05050102010706020507" pitchFamily="18" charset="2"/>
                </a:endParaRPr>
              </a:p>
              <a:p>
                <a:r>
                  <a:rPr lang="en-US">
                    <a:effectLst>
                      <a:glow rad="228600">
                        <a:schemeClr val="accent5">
                          <a:satMod val="175000"/>
                          <a:alpha val="40000"/>
                        </a:schemeClr>
                      </a:glow>
                    </a:effectLst>
                    <a:sym typeface="Symbol" panose="05050102010706020507" pitchFamily="18" charset="2"/>
                  </a:rPr>
                  <a:t>Self loops</a:t>
                </a:r>
                <a:r>
                  <a:rPr lang="en-US">
                    <a:sym typeface="Symbol" panose="05050102010706020507" pitchFamily="18" charset="2"/>
                  </a:rPr>
                  <a:t> implement long entity spans like paper title</a:t>
                </a:r>
                <a:endParaRPr lang="en-US">
                  <a:sym typeface="Symbol" panose="05050102010706020507" pitchFamily="18" charset="2"/>
                </a:endParaRPr>
              </a:p>
              <a:p>
                <a:pPr lvl="1"/>
                <a14:m>
                  <m:oMath xmlns:m="http://schemas.openxmlformats.org/officeDocument/2006/math">
                    <m:r>
                      <a:rPr lang="en-US" i="1" dirty="0" smtClean="0">
                        <a:latin typeface="Cambria Math" panose="02040503050406030204" pitchFamily="18" charset="0"/>
                        <a:sym typeface="Symbol" panose="05050102010706020507" pitchFamily="18" charset="2"/>
                      </a:rPr>
                      <m:t>⇒</m:t>
                    </m:r>
                  </m:oMath>
                </a14:m>
                <a:r>
                  <a:rPr lang="en-US"/>
                  <a:t> span lengths are geometrically distributed as per model</a:t>
                </a:r>
                <a:endParaRPr lang="en-US"/>
              </a:p>
              <a:p>
                <a:pPr lvl="1"/>
                <a:r>
                  <a:rPr lang="en-US"/>
                  <a:t>But real data does not fit this well</a:t>
                </a:r>
                <a:endParaRPr lang="en-US"/>
              </a:p>
              <a:p>
                <a:r>
                  <a:rPr lang="en-US">
                    <a:effectLst>
                      <a:glow rad="228600">
                        <a:schemeClr val="accent4">
                          <a:satMod val="175000"/>
                          <a:alpha val="40000"/>
                        </a:schemeClr>
                      </a:glow>
                    </a:effectLst>
                  </a:rPr>
                  <a:t>Local normalization of transition distribution</a:t>
                </a:r>
                <a:r>
                  <a:rPr lang="en-US"/>
                  <a:t> leads to myopic inference</a:t>
                </a:r>
                <a:endParaRPr lang="en-US"/>
              </a:p>
              <a:p>
                <a:pPr lvl="1"/>
                <a:r>
                  <a:rPr lang="en-US"/>
                  <a:t>Aka “label bias” problem</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l="-58" t="-1073"/>
                </a:stretch>
              </a:blipFill>
            </p:spPr>
            <p:txBody>
              <a:bodyPr/>
              <a:lstStyle/>
              <a:p>
                <a:r>
                  <a:rPr lang="en-US"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Hack for </a:t>
            </a:r>
            <a:r>
              <a:rPr lang="en-US">
                <a:effectLst>
                  <a:glow rad="228600">
                    <a:schemeClr val="accent5">
                      <a:satMod val="175000"/>
                      <a:alpha val="40000"/>
                    </a:schemeClr>
                  </a:glow>
                </a:effectLst>
              </a:rPr>
              <a:t>self-loop</a:t>
            </a:r>
            <a:endParaRPr lang="en-US">
              <a:effectLst>
                <a:glow rad="228600">
                  <a:schemeClr val="accent5">
                    <a:satMod val="175000"/>
                    <a:alpha val="40000"/>
                  </a:schemeClr>
                </a:glow>
              </a:effectLst>
            </a:endParaRPr>
          </a:p>
        </p:txBody>
      </p:sp>
      <p:sp>
        <p:nvSpPr>
          <p:cNvPr id="5" name="Text Placeholder 4"/>
          <p:cNvSpPr>
            <a:spLocks noGrp="1"/>
          </p:cNvSpPr>
          <p:nvPr>
            <p:ph type="body" idx="1"/>
          </p:nvPr>
        </p:nvSpPr>
        <p:spPr>
          <a:xfrm>
            <a:off x="74930" y="4764405"/>
            <a:ext cx="12055475" cy="2008505"/>
          </a:xfrm>
        </p:spPr>
        <p:txBody>
          <a:bodyPr>
            <a:normAutofit lnSpcReduction="10000"/>
          </a:bodyPr>
          <a:lstStyle/>
          <a:p>
            <a:r>
              <a:rPr lang="en-US"/>
              <a:t>BIO, </a:t>
            </a:r>
            <a:r>
              <a:rPr lang="en-US">
                <a:hlinkClick r:id="rId1" action="ppaction://hlinkfile"/>
              </a:rPr>
              <a:t>BILOU</a:t>
            </a:r>
            <a:r>
              <a:rPr lang="en-US"/>
              <a:t> state chains</a:t>
            </a:r>
            <a:endParaRPr lang="en-US"/>
          </a:p>
          <a:p>
            <a:r>
              <a:rPr lang="en-US"/>
              <a:t>Train data fragmentation across related states</a:t>
            </a:r>
            <a:endParaRPr lang="en-US"/>
          </a:p>
          <a:p>
            <a:r>
              <a:rPr lang="en-US"/>
              <a:t>Motivation for semi-Markov and continuous states</a:t>
            </a:r>
            <a:endParaRPr lang="en-US"/>
          </a:p>
        </p:txBody>
      </p:sp>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897120" y="866160"/>
              <a:ext cx="10843920" cy="5621400"/>
            </p14:xfrm>
          </p:contentPart>
        </mc:Choice>
        <mc:Fallback xmlns="">
          <p:pic>
            <p:nvPicPr>
              <p:cNvPr id="2" name="Ink 1"/>
            </p:nvPicPr>
            <p:blipFill>
              <a:blip r:embed="rId3"/>
            </p:blipFill>
            <p:spPr>
              <a:xfrm>
                <a:off x="897120" y="866160"/>
                <a:ext cx="10843920" cy="5621400"/>
              </a:xfrm>
              <a:prstGeom prst="rect"/>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a:t>From </a:t>
                </a:r>
                <a14:m>
                  <m:oMath xmlns:m="http://schemas.openxmlformats.org/officeDocument/2006/math">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r>
                  <a:rPr lang="en-US" b="0"/>
                  <a:t> to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d>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b="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7500" lnSpcReduction="20000"/>
              </a:bodyPr>
              <a:lstStyle/>
              <a:p>
                <a:pPr>
                  <a:lnSpc>
                    <a:spcPct val="100000"/>
                  </a:lnSpc>
                </a:pPr>
                <a:r>
                  <a:rPr lang="en-US"/>
                  <a:t>Will temporarily hide </a:t>
                </a:r>
                <a14:m>
                  <m:oMath xmlns:m="http://schemas.openxmlformats.org/officeDocument/2006/math">
                    <m:r>
                      <a:rPr lang="en-US" i="1" dirty="0" smtClean="0">
                        <a:latin typeface="Cambria Math" panose="02040503050406030204" pitchFamily="18" charset="0"/>
                      </a:rPr>
                      <m:t>𝑡</m:t>
                    </m:r>
                  </m:oMath>
                </a14:m>
                <a:r>
                  <a:rPr lang="en-US"/>
                  <a:t> to ease notation</a:t>
                </a:r>
                <a:endParaRPr lang="en-US"/>
              </a:p>
              <a:p>
                <a:pPr>
                  <a:lnSpc>
                    <a:spcPct val="100000"/>
                  </a:lnSpc>
                </a:pPr>
                <a:r>
                  <a:rPr lang="en-US"/>
                  <a:t>Earlier we modeled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𝑦</m:t>
                            </m:r>
                          </m:e>
                        </m:d>
                      </m:e>
                    </m:func>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𝑓</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e>
                        </m:func>
                      </m:e>
                    </m:nary>
                  </m:oMath>
                </a14:m>
                <a:endParaRPr lang="en-US"/>
              </a:p>
              <a:p>
                <a:pPr>
                  <a:lnSpc>
                    <a:spcPct val="100000"/>
                  </a:lnSpc>
                </a:pPr>
                <a:r>
                  <a:rPr lang="en-US"/>
                  <a:t>Now, model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𝑦</m:t>
                            </m:r>
                          </m:e>
                          <m:e>
                            <m:r>
                              <a:rPr lang="en-US" b="0" i="1" smtClean="0">
                                <a:latin typeface="Cambria Math" panose="02040503050406030204" pitchFamily="18" charset="0"/>
                              </a:rPr>
                              <m:t>𝑥</m:t>
                            </m:r>
                          </m:e>
                        </m:d>
                      </m:e>
                    </m:func>
                    <m:r>
                      <a:rPr lang="en-US" b="0" i="1" smtClean="0">
                        <a:latin typeface="Cambria Math" panose="02040503050406030204" pitchFamily="18" charset="0"/>
                      </a:rPr>
                      <m:t>∝</m:t>
                    </m:r>
                    <m:r>
                      <m:rPr>
                        <m:sty m:val="p"/>
                      </m:rPr>
                      <a:rPr lang="en-US" b="0" i="0" smtClean="0">
                        <a:latin typeface="Cambria Math" panose="02040503050406030204" pitchFamily="18" charset="0"/>
                      </a:rPr>
                      <m:t>exp</m:t>
                    </m:r>
                    <m:d>
                      <m:dPr>
                        <m:ctrlPr>
                          <a:rPr lang="en-US" b="0" i="1" smtClean="0">
                            <a:latin typeface="Cambria Math" panose="02040503050406030204" pitchFamily="18" charset="0"/>
                          </a:rPr>
                        </m:ctrlPr>
                      </m:dPr>
                      <m:e>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𝑓</m:t>
                            </m:r>
                          </m:sub>
                          <m:sup/>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𝑓</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𝝀</m:t>
                                </m:r>
                              </m:e>
                              <m:sub>
                                <m:r>
                                  <a:rPr lang="en-US" b="0" i="1" smtClean="0">
                                    <a:latin typeface="Cambria Math" panose="02040503050406030204" pitchFamily="18" charset="0"/>
                                  </a:rPr>
                                  <m:t>𝑦</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𝑓</m:t>
                                </m:r>
                              </m:e>
                            </m:d>
                          </m:e>
                        </m:nary>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1" i="1" smtClean="0">
                                <a:latin typeface="Cambria Math" panose="02040503050406030204" pitchFamily="18" charset="0"/>
                              </a:rPr>
                              <m:t>𝒙</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𝝀</m:t>
                                </m:r>
                              </m:e>
                              <m:sub>
                                <m:r>
                                  <a:rPr lang="en-US" b="0" i="1" smtClean="0">
                                    <a:latin typeface="Cambria Math" panose="02040503050406030204" pitchFamily="18" charset="0"/>
                                  </a:rPr>
                                  <m:t>𝑦</m:t>
                                </m:r>
                              </m:sub>
                            </m:sSub>
                          </m:e>
                        </m:d>
                      </m:e>
                    </m:func>
                  </m:oMath>
                </a14:m>
                <a:endParaRPr lang="en-US"/>
              </a:p>
              <a:p>
                <a:pPr lvl="1">
                  <a:lnSpc>
                    <a:spcPct val="100000"/>
                  </a:lnSpc>
                </a:pP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𝐹</m:t>
                        </m:r>
                      </m:sup>
                    </m:sSup>
                  </m:oMath>
                </a14:m>
                <a:r>
                  <a:rPr lang="en-US"/>
                  <a:t> is the feature vector for observation </a:t>
                </a:r>
                <a14:m>
                  <m:oMath xmlns:m="http://schemas.openxmlformats.org/officeDocument/2006/math">
                    <m:r>
                      <a:rPr lang="en-US" i="1" dirty="0" smtClean="0">
                        <a:latin typeface="Cambria Math" panose="02040503050406030204" pitchFamily="18" charset="0"/>
                      </a:rPr>
                      <m:t>𝑥</m:t>
                    </m:r>
                  </m:oMath>
                </a14:m>
                <a:endParaRPr lang="en-US"/>
              </a:p>
              <a:p>
                <a:pPr lvl="1">
                  <a:lnSpc>
                    <a:spcPct val="100000"/>
                  </a:lnSpc>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𝝀</m:t>
                        </m:r>
                      </m:e>
                      <m:sub>
                        <m:r>
                          <a:rPr lang="en-US" i="1">
                            <a:latin typeface="Cambria Math" panose="02040503050406030204" pitchFamily="18" charset="0"/>
                            <a:ea typeface="Cambria Math" panose="02040503050406030204" pitchFamily="18" charset="0"/>
                          </a:rPr>
                          <m:t>𝑦</m:t>
                        </m:r>
                      </m:sub>
                    </m:sSub>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𝐹</m:t>
                        </m:r>
                      </m:sup>
                    </m:sSup>
                  </m:oMath>
                </a14:m>
                <a:r>
                  <a:rPr lang="en-US"/>
                  <a:t> is a per-label (to be trained) model weight vector</a:t>
                </a:r>
                <a:endParaRPr lang="en-US"/>
              </a:p>
              <a:p>
                <a:pPr>
                  <a:lnSpc>
                    <a:spcPct val="100000"/>
                  </a:lnSpc>
                </a:pPr>
                <a:r>
                  <a:rPr lang="en-US"/>
                  <a:t>Given labeled training data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d>
                          <m:dPr>
                            <m:ctrlPr>
                              <a:rPr lang="en-US" b="0" i="1" smtClean="0">
                                <a:latin typeface="Cambria Math" panose="02040503050406030204" pitchFamily="18" charset="0"/>
                              </a:rPr>
                            </m:ctrlPr>
                          </m:dPr>
                          <m:e>
                            <m:r>
                              <a:rPr lang="en-US" b="0" i="1" smtClean="0">
                                <a:latin typeface="Cambria Math" panose="02040503050406030204" pitchFamily="18" charset="0"/>
                              </a:rPr>
                              <m:t>ℓ</m:t>
                            </m:r>
                          </m:e>
                        </m:d>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(ℓ)</m:t>
                        </m:r>
                      </m:sup>
                    </m:sSup>
                  </m:oMath>
                </a14:m>
                <a:r>
                  <a:rPr lang="en-US"/>
                  <a:t> for </a:t>
                </a:r>
                <a14:m>
                  <m:oMath xmlns:m="http://schemas.openxmlformats.org/officeDocument/2006/math">
                    <m:r>
                      <a:rPr lang="en-US" b="0" i="1" smtClean="0">
                        <a:latin typeface="Cambria Math" panose="02040503050406030204" pitchFamily="18" charset="0"/>
                      </a:rPr>
                      <m:t>ℓ∈[</m:t>
                    </m:r>
                    <m:r>
                      <a:rPr lang="en-US" b="0" i="1" smtClean="0">
                        <a:latin typeface="Cambria Math" panose="02040503050406030204" pitchFamily="18" charset="0"/>
                      </a:rPr>
                      <m:t>𝐿</m:t>
                    </m:r>
                    <m:r>
                      <a:rPr lang="en-US" b="0" i="1" smtClean="0">
                        <a:latin typeface="Cambria Math" panose="02040503050406030204" pitchFamily="18" charset="0"/>
                      </a:rPr>
                      <m:t>]</m:t>
                    </m:r>
                  </m:oMath>
                </a14:m>
                <a:endParaRPr lang="en-US"/>
              </a:p>
              <a:p>
                <a:pPr lvl="1">
                  <a:lnSpc>
                    <a:spcPct val="100000"/>
                  </a:lnSpc>
                </a:pPr>
                <a:r>
                  <a:rPr lang="en-US"/>
                  <a:t>Fit all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𝝀</m:t>
                        </m:r>
                      </m:e>
                      <m:sub>
                        <m:r>
                          <a:rPr lang="en-US" b="0" i="1" smtClean="0">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oMath>
                </a14:m>
                <a:r>
                  <a:rPr lang="en-US"/>
                  <a:t> to maximize </a:t>
                </a:r>
                <a14:m>
                  <m:oMath xmlns:m="http://schemas.openxmlformats.org/officeDocument/2006/math">
                    <m:nary>
                      <m:naryPr>
                        <m:chr m:val="∏"/>
                        <m:limLoc m:val="subSup"/>
                        <m:supHide m:val="on"/>
                        <m:ctrlPr>
                          <a:rPr lang="en-US" i="1" smtClean="0">
                            <a:latin typeface="Cambria Math" panose="02040503050406030204" pitchFamily="18" charset="0"/>
                          </a:rPr>
                        </m:ctrlPr>
                      </m:naryPr>
                      <m:sub>
                        <m:r>
                          <a:rPr lang="en-US" b="0" i="1" smtClean="0">
                            <a:latin typeface="Cambria Math" panose="02040503050406030204" pitchFamily="18" charset="0"/>
                          </a:rPr>
                          <m:t>ℓ</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e>
                        </m:func>
                      </m:e>
                    </m:nary>
                  </m:oMath>
                </a14:m>
                <a:r>
                  <a:rPr lang="en-US"/>
                  <a:t> as modeled above</a:t>
                </a:r>
                <a:endParaRPr lang="en-US"/>
              </a:p>
              <a:p>
                <a:pPr>
                  <a:lnSpc>
                    <a:spcPct val="100000"/>
                  </a:lnSpc>
                </a:pPr>
                <a:r>
                  <a:rPr lang="en-US"/>
                  <a:t>This is just logistic regression, with </a:t>
                </a:r>
                <a14:m>
                  <m:oMath xmlns:m="http://schemas.openxmlformats.org/officeDocument/2006/math">
                    <m:r>
                      <a:rPr lang="en-US" i="1" dirty="0" smtClean="0">
                        <a:latin typeface="Cambria Math" panose="02040503050406030204" pitchFamily="18" charset="0"/>
                      </a:rPr>
                      <m:t>𝑀𝐹</m:t>
                    </m:r>
                  </m:oMath>
                </a14:m>
                <a:r>
                  <a:rPr lang="en-US"/>
                  <a:t> model parameters</a:t>
                </a:r>
                <a:endParaRPr lang="en-US"/>
              </a:p>
              <a:p>
                <a:pPr>
                  <a:lnSpc>
                    <a:spcPct val="100000"/>
                  </a:lnSpc>
                </a:pPr>
                <a:r>
                  <a:rPr lang="en-US"/>
                  <a:t>To be combined with state transition, next</a:t>
                </a:r>
                <a:endParaRPr lang="en-US"/>
              </a:p>
              <a:p>
                <a:pPr lvl="1">
                  <a:lnSpc>
                    <a:spcPct val="100000"/>
                  </a:lnSpc>
                </a:pPr>
                <a:r>
                  <a:rPr lang="en-US"/>
                  <a:t>After introducing a little more notation</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t="-271"/>
                </a:stretch>
              </a:blipFill>
            </p:spPr>
            <p:txBody>
              <a:bodyPr/>
              <a:lstStyle/>
              <a:p>
                <a:r>
                  <a:rPr lang="en-US"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Feature map notation</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4930" y="913130"/>
                <a:ext cx="8928100" cy="5859780"/>
              </a:xfrm>
            </p:spPr>
            <p:txBody>
              <a:bodyPr>
                <a:normAutofit fontScale="72500" lnSpcReduction="20000"/>
              </a:bodyPr>
              <a:lstStyle/>
              <a:p>
                <a:pPr>
                  <a:lnSpc>
                    <a:spcPct val="100000"/>
                  </a:lnSpc>
                </a:pPr>
                <a:r>
                  <a:rPr lang="en-US"/>
                  <a:t>Instead of </a:t>
                </a:r>
                <a14:m>
                  <m:oMath xmlns:m="http://schemas.openxmlformats.org/officeDocument/2006/math">
                    <m:r>
                      <a:rPr lang="en-US" b="1" i="1">
                        <a:latin typeface="Cambria Math" panose="02040503050406030204" pitchFamily="18" charset="0"/>
                      </a:rPr>
                      <m:t>𝒙</m:t>
                    </m:r>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𝐹</m:t>
                        </m:r>
                      </m:sup>
                    </m:sSup>
                  </m:oMath>
                </a14:m>
                <a:r>
                  <a:rPr lang="en-US"/>
                  <a:t>, we will map </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sup>
                    </m:sSup>
                  </m:oMath>
                </a14:m>
                <a:endParaRPr lang="en-US"/>
              </a:p>
              <a:p>
                <a:pPr lvl="1">
                  <a:lnSpc>
                    <a:spcPct val="100000"/>
                  </a:lnSpc>
                </a:pPr>
                <a:r>
                  <a:rPr lang="en-US"/>
                  <a:t>Here </a:t>
                </a:r>
                <a14:m>
                  <m:oMath xmlns:m="http://schemas.openxmlformats.org/officeDocument/2006/math">
                    <m:r>
                      <a:rPr lang="en-US"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𝑀</m:t>
                    </m:r>
                    <m:r>
                      <a:rPr lang="en-US" b="0" i="1" dirty="0" smtClean="0">
                        <a:latin typeface="Cambria Math" panose="02040503050406030204" pitchFamily="18" charset="0"/>
                      </a:rPr>
                      <m:t>]</m:t>
                    </m:r>
                  </m:oMath>
                </a14:m>
                <a:r>
                  <a:rPr lang="en-US"/>
                  <a:t> is a proposed/candidate label</a:t>
                </a:r>
                <a:endParaRPr lang="en-US"/>
              </a:p>
              <a:p>
                <a:pPr lvl="1">
                  <a:lnSpc>
                    <a:spcPct val="100000"/>
                  </a:lnSpc>
                </a:pPr>
                <a:r>
                  <a:rPr lang="en-US"/>
                  <a:t>Copy </a:t>
                </a:r>
                <a14:m>
                  <m:oMath xmlns:m="http://schemas.openxmlformats.org/officeDocument/2006/math">
                    <m:r>
                      <a:rPr lang="en-US" b="1" i="1">
                        <a:latin typeface="Cambria Math" panose="02040503050406030204" pitchFamily="18" charset="0"/>
                      </a:rPr>
                      <m:t>𝒙</m:t>
                    </m:r>
                  </m:oMath>
                </a14:m>
                <a:r>
                  <a:rPr lang="en-US"/>
                  <a:t> to the </a:t>
                </a:r>
                <a14:m>
                  <m:oMath xmlns:m="http://schemas.openxmlformats.org/officeDocument/2006/math">
                    <m:r>
                      <a:rPr lang="en-US" i="1" dirty="0" smtClean="0">
                        <a:latin typeface="Cambria Math" panose="02040503050406030204" pitchFamily="18" charset="0"/>
                      </a:rPr>
                      <m:t>𝑦</m:t>
                    </m:r>
                  </m:oMath>
                </a14:m>
                <a:r>
                  <a:rPr lang="en-US" err="1"/>
                  <a:t>th</a:t>
                </a:r>
                <a:r>
                  <a:rPr lang="en-US"/>
                  <a:t> row of the map, zero out all else</a:t>
                </a:r>
                <a:endParaRPr lang="en-US"/>
              </a:p>
              <a:p>
                <a:pPr>
                  <a:lnSpc>
                    <a:spcPct val="100000"/>
                  </a:lnSpc>
                </a:pPr>
                <a:r>
                  <a:rPr lang="en-US"/>
                  <a:t>Compatible model matrix </a:t>
                </a:r>
                <a14:m>
                  <m:oMath xmlns:m="http://schemas.openxmlformats.org/officeDocument/2006/math">
                    <m:r>
                      <a:rPr lang="en-US" b="1" i="0" smtClean="0">
                        <a:latin typeface="Cambria Math" panose="02040503050406030204" pitchFamily="18" charset="0"/>
                      </a:rPr>
                      <m:t>𝚲</m:t>
                    </m:r>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𝑀</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𝐹</m:t>
                        </m:r>
                      </m:sup>
                    </m:sSup>
                  </m:oMath>
                </a14:m>
                <a:endParaRPr lang="en-US"/>
              </a:p>
              <a:p>
                <a:pPr>
                  <a:lnSpc>
                    <a:spcPct val="100000"/>
                  </a:lnSpc>
                </a:pPr>
                <a14:m>
                  <m:oMath xmlns:m="http://schemas.openxmlformats.org/officeDocument/2006/math">
                    <m:r>
                      <a:rPr lang="en-US" b="1" i="0" smtClean="0">
                        <a:latin typeface="Cambria Math" panose="02040503050406030204" pitchFamily="18" charset="0"/>
                      </a:rPr>
                      <m:t>𝚲</m:t>
                    </m:r>
                    <m:r>
                      <a:rPr lang="en-US" b="0" i="1" smtClean="0">
                        <a:latin typeface="Cambria Math" panose="02040503050406030204" pitchFamily="18" charset="0"/>
                      </a:rPr>
                      <m:t>⋅</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𝑚</m:t>
                        </m:r>
                      </m:sub>
                      <m:sup/>
                      <m:e>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𝑓</m:t>
                            </m:r>
                          </m:sub>
                          <m:sup/>
                          <m:e>
                            <m:r>
                              <a:rPr lang="en-US" b="0" i="1" smtClean="0">
                                <a:latin typeface="Cambria Math" panose="02040503050406030204" pitchFamily="18" charset="0"/>
                              </a:rPr>
                              <m:t>𝜆</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𝑓</m:t>
                                </m:r>
                              </m:e>
                            </m:d>
                            <m:r>
                              <a:rPr lang="en-US" b="0" i="1" smtClean="0">
                                <a:latin typeface="Cambria Math" panose="02040503050406030204" pitchFamily="18" charset="0"/>
                              </a:rPr>
                              <m:t> </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e>
                        </m:nary>
                      </m:e>
                    </m:nary>
                  </m:oMath>
                </a14:m>
                <a:endParaRPr lang="en-US"/>
              </a:p>
              <a:p>
                <a:pPr>
                  <a:lnSpc>
                    <a:spcPct val="100000"/>
                  </a:lnSpc>
                </a:pPr>
                <a:r>
                  <a:rPr lang="en-US"/>
                  <a:t>Easily seen as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𝝀</m:t>
                        </m:r>
                      </m:e>
                      <m:sub>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b="1" i="1" smtClean="0">
                        <a:latin typeface="Cambria Math" panose="02040503050406030204" pitchFamily="18" charset="0"/>
                      </a:rPr>
                      <m:t>𝒙</m:t>
                    </m:r>
                  </m:oMath>
                </a14:m>
                <a:r>
                  <a:rPr lang="en-US" b="1"/>
                  <a:t> </a:t>
                </a:r>
                <a:r>
                  <a:rPr lang="en-US"/>
                  <a:t>(so this is just change of notation)</a:t>
                </a:r>
                <a:endParaRPr lang="en-US"/>
              </a:p>
              <a:p>
                <a:pPr>
                  <a:lnSpc>
                    <a:spcPct val="100000"/>
                  </a:lnSpc>
                </a:pPr>
                <a:r>
                  <a:rPr lang="en-US"/>
                  <a:t>Given trained </a:t>
                </a:r>
                <a14:m>
                  <m:oMath xmlns:m="http://schemas.openxmlformats.org/officeDocument/2006/math">
                    <m:r>
                      <a:rPr lang="en-US" b="1" i="0" dirty="0" smtClean="0">
                        <a:latin typeface="Cambria Math" panose="02040503050406030204" pitchFamily="18" charset="0"/>
                      </a:rPr>
                      <m:t>𝚲</m:t>
                    </m:r>
                  </m:oMath>
                </a14:m>
                <a:r>
                  <a:rPr lang="en-US"/>
                  <a:t>, inference amounts to</a:t>
                </a:r>
                <a:br>
                  <a:rPr lang="en-US"/>
                </a:b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argmax</m:t>
                          </m:r>
                        </m:e>
                        <m:sub>
                          <m:r>
                            <a:rPr lang="en-US" b="0" i="1" smtClean="0">
                              <a:latin typeface="Cambria Math" panose="02040503050406030204" pitchFamily="18" charset="0"/>
                            </a:rPr>
                            <m:t>𝑦</m:t>
                          </m:r>
                        </m:sub>
                      </m:sSub>
                      <m:r>
                        <a:rPr lang="en-US" b="1" i="1" smtClean="0">
                          <a:latin typeface="Cambria Math" panose="02040503050406030204" pitchFamily="18" charset="0"/>
                        </a:rPr>
                        <m:t> </m:t>
                      </m:r>
                      <m:r>
                        <a:rPr lang="en-US" b="1" i="0" smtClean="0">
                          <a:latin typeface="Cambria Math" panose="02040503050406030204" pitchFamily="18" charset="0"/>
                        </a:rPr>
                        <m:t>𝚲</m:t>
                      </m:r>
                      <m:r>
                        <a:rPr lang="en-US" i="1">
                          <a:latin typeface="Cambria Math" panose="02040503050406030204" pitchFamily="18" charset="0"/>
                        </a:rPr>
                        <m:t>⋅</m:t>
                      </m:r>
                      <m:r>
                        <a:rPr lang="en-US" i="1">
                          <a:latin typeface="Cambria Math" panose="02040503050406030204" pitchFamily="18" charset="0"/>
                        </a:rPr>
                        <m:t>𝜙</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oMath>
                  </m:oMathPara>
                </a14:m>
                <a:endParaRPr lang="en-US"/>
              </a:p>
              <a:p>
                <a:pPr>
                  <a:lnSpc>
                    <a:spcPct val="100000"/>
                  </a:lnSpc>
                </a:pPr>
                <a:r>
                  <a:rPr lang="en-US"/>
                  <a:t>This is the same as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argmax</m:t>
                        </m:r>
                      </m:e>
                      <m:sub>
                        <m:r>
                          <a:rPr lang="en-US" i="1">
                            <a:latin typeface="Cambria Math" panose="02040503050406030204" pitchFamily="18" charset="0"/>
                          </a:rPr>
                          <m:t>𝑦</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𝝀</m:t>
                        </m:r>
                      </m:e>
                      <m:sub>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b="1" i="1" smtClean="0">
                        <a:latin typeface="Cambria Math" panose="02040503050406030204" pitchFamily="18" charset="0"/>
                      </a:rPr>
                      <m:t>𝒙</m:t>
                    </m:r>
                  </m:oMath>
                </a14:m>
                <a:r>
                  <a:rPr lang="en-US"/>
                  <a:t> </a:t>
                </a:r>
                <a:endParaRPr lang="en-US"/>
              </a:p>
              <a:p>
                <a:pPr>
                  <a:lnSpc>
                    <a:spcPct val="100000"/>
                  </a:lnSpc>
                </a:pPr>
                <a:r>
                  <a:rPr lang="en-US"/>
                  <a:t>Will now add previous state as 1-hot in </a:t>
                </a:r>
                <a14:m>
                  <m:oMath xmlns:m="http://schemas.openxmlformats.org/officeDocument/2006/math">
                    <m:r>
                      <a:rPr lang="en-US" i="1" dirty="0" smtClean="0">
                        <a:latin typeface="Cambria Math" panose="02040503050406030204" pitchFamily="18" charset="0"/>
                      </a:rPr>
                      <m:t>𝑀</m:t>
                    </m:r>
                  </m:oMath>
                </a14:m>
                <a:r>
                  <a:rPr lang="en-US"/>
                  <a:t> additional features</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xfrm>
                <a:off x="74930" y="913130"/>
                <a:ext cx="8928100" cy="5859780"/>
              </a:xfrm>
              <a:blipFill rotWithShape="1">
                <a:blip r:embed="rId1"/>
                <a:stretch>
                  <a:fillRect/>
                </a:stretch>
              </a:blipFill>
            </p:spPr>
            <p:txBody>
              <a:bodyPr/>
              <a:lstStyle/>
              <a:p>
                <a:r>
                  <a:rPr lang="en-US" altLang="en-US">
                    <a:noFill/>
                  </a:rPr>
                  <a:t> </a:t>
                </a:r>
              </a:p>
            </p:txBody>
          </p:sp>
        </mc:Fallback>
      </mc:AlternateContent>
      <p:sp>
        <p:nvSpPr>
          <p:cNvPr id="4" name="Rectangle 3"/>
          <p:cNvSpPr/>
          <p:nvPr/>
        </p:nvSpPr>
        <p:spPr>
          <a:xfrm>
            <a:off x="9434013" y="3275699"/>
            <a:ext cx="2254103" cy="893134"/>
          </a:xfrm>
          <a:prstGeom prst="rect">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solidFill>
                  <a:schemeClr val="tx1">
                    <a:lumMod val="50000"/>
                    <a:lumOff val="50000"/>
                  </a:schemeClr>
                </a:solidFill>
              </a:rPr>
              <a:t>Rest all zeros</a:t>
            </a:r>
            <a:endParaRPr lang="en-US">
              <a:solidFill>
                <a:schemeClr val="tx1">
                  <a:lumMod val="50000"/>
                  <a:lumOff val="50000"/>
                </a:schemeClr>
              </a:solidFill>
            </a:endParaRPr>
          </a:p>
        </p:txBody>
      </p:sp>
      <mc:AlternateContent xmlns:mc="http://schemas.openxmlformats.org/markup-compatibility/2006">
        <mc:Choice xmlns:a14="http://schemas.microsoft.com/office/drawing/2010/main" Requires="a14">
          <p:sp>
            <p:nvSpPr>
              <p:cNvPr id="5" name="TextBox 4"/>
              <p:cNvSpPr txBox="1"/>
              <p:nvPr/>
            </p:nvSpPr>
            <p:spPr>
              <a:xfrm>
                <a:off x="10307419" y="4495314"/>
                <a:ext cx="94275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𝜙</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oMath>
                  </m:oMathPara>
                </a14:m>
                <a:endParaRPr lang="en-US"/>
              </a:p>
            </p:txBody>
          </p:sp>
        </mc:Choice>
        <mc:Fallback>
          <p:sp>
            <p:nvSpPr>
              <p:cNvPr id="5" name="TextBox 4"/>
              <p:cNvSpPr txBox="1">
                <a:spLocks noRot="1" noChangeAspect="1" noMove="1" noResize="1" noEditPoints="1" noAdjustHandles="1" noChangeArrowheads="1" noChangeShapeType="1" noTextEdit="1"/>
              </p:cNvSpPr>
              <p:nvPr/>
            </p:nvSpPr>
            <p:spPr>
              <a:xfrm>
                <a:off x="10307419" y="4495314"/>
                <a:ext cx="942759" cy="369332"/>
              </a:xfrm>
              <a:prstGeom prst="rect">
                <a:avLst/>
              </a:prstGeom>
              <a:blipFill rotWithShape="1">
                <a:blip r:embed="rId2"/>
                <a:stretch>
                  <a:fillRect l="-11" t="-40" r="-2168" b="148"/>
                </a:stretch>
              </a:blipFill>
            </p:spPr>
            <p:txBody>
              <a:bodyPr/>
              <a:lstStyle/>
              <a:p>
                <a:r>
                  <a:rPr lang="en-US" altLang="en-US">
                    <a:noFill/>
                  </a:rPr>
                  <a:t> </a:t>
                </a:r>
              </a:p>
            </p:txBody>
          </p:sp>
        </mc:Fallback>
      </mc:AlternateContent>
      <p:cxnSp>
        <p:nvCxnSpPr>
          <p:cNvPr id="7" name="Straight Connector 6"/>
          <p:cNvCxnSpPr>
            <a:stCxn id="4" idx="2"/>
            <a:endCxn id="5" idx="0"/>
          </p:cNvCxnSpPr>
          <p:nvPr/>
        </p:nvCxnSpPr>
        <p:spPr>
          <a:xfrm>
            <a:off x="10561065" y="4168833"/>
            <a:ext cx="217734" cy="32648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Rectangle 7"/>
              <p:cNvSpPr/>
              <p:nvPr/>
            </p:nvSpPr>
            <p:spPr>
              <a:xfrm>
                <a:off x="9434012" y="2710083"/>
                <a:ext cx="2254103" cy="193370"/>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𝒙</m:t>
                      </m:r>
                    </m:oMath>
                  </m:oMathPara>
                </a14:m>
                <a:endParaRPr lang="en-US" b="1">
                  <a:solidFill>
                    <a:schemeClr val="tx1"/>
                  </a:solidFill>
                </a:endParaRPr>
              </a:p>
            </p:txBody>
          </p:sp>
        </mc:Choice>
        <mc:Fallback>
          <p:sp>
            <p:nvSpPr>
              <p:cNvPr id="8" name="Rectangle 7"/>
              <p:cNvSpPr>
                <a:spLocks noRot="1" noChangeAspect="1" noMove="1" noResize="1" noEditPoints="1" noAdjustHandles="1" noChangeArrowheads="1" noChangeShapeType="1" noTextEdit="1"/>
              </p:cNvSpPr>
              <p:nvPr/>
            </p:nvSpPr>
            <p:spPr>
              <a:xfrm>
                <a:off x="9434012" y="2710083"/>
                <a:ext cx="2254103" cy="193370"/>
              </a:xfrm>
              <a:prstGeom prst="rect">
                <a:avLst/>
              </a:prstGeom>
              <a:blipFill rotWithShape="1">
                <a:blip r:embed="rId3"/>
                <a:stretch>
                  <a:fillRect l="-302" t="-20967" r="-268" b="-20896"/>
                </a:stretch>
              </a:blip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9434012" y="3528896"/>
                <a:ext cx="2254103" cy="193370"/>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𝒙</m:t>
                      </m:r>
                    </m:oMath>
                  </m:oMathPara>
                </a14:m>
                <a:endParaRPr lang="en-US" b="1">
                  <a:solidFill>
                    <a:schemeClr val="tx1"/>
                  </a:solidFill>
                </a:endParaRPr>
              </a:p>
            </p:txBody>
          </p:sp>
        </mc:Choice>
        <mc:Fallback>
          <p:sp>
            <p:nvSpPr>
              <p:cNvPr id="9" name="Rectangle 8"/>
              <p:cNvSpPr>
                <a:spLocks noRot="1" noChangeAspect="1" noMove="1" noResize="1" noEditPoints="1" noAdjustHandles="1" noChangeArrowheads="1" noChangeShapeType="1" noTextEdit="1"/>
              </p:cNvSpPr>
              <p:nvPr/>
            </p:nvSpPr>
            <p:spPr>
              <a:xfrm>
                <a:off x="9434012" y="3528896"/>
                <a:ext cx="2254103" cy="193370"/>
              </a:xfrm>
              <a:prstGeom prst="rect">
                <a:avLst/>
              </a:prstGeom>
              <a:blipFill rotWithShape="1">
                <a:blip r:embed="rId3"/>
                <a:stretch>
                  <a:fillRect l="-302" t="-20792" r="-268" b="-21070"/>
                </a:stretch>
              </a:blip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11" name="Straight Connector 10"/>
          <p:cNvCxnSpPr/>
          <p:nvPr/>
        </p:nvCxnSpPr>
        <p:spPr>
          <a:xfrm>
            <a:off x="9434012" y="2534694"/>
            <a:ext cx="217613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TextBox 11"/>
              <p:cNvSpPr txBox="1"/>
              <p:nvPr/>
            </p:nvSpPr>
            <p:spPr>
              <a:xfrm>
                <a:off x="10284618" y="2164033"/>
                <a:ext cx="38767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𝐹</m:t>
                      </m:r>
                    </m:oMath>
                  </m:oMathPara>
                </a14:m>
                <a:endParaRPr lang="en-US"/>
              </a:p>
            </p:txBody>
          </p:sp>
        </mc:Choice>
        <mc:Fallback>
          <p:sp>
            <p:nvSpPr>
              <p:cNvPr id="12" name="TextBox 11"/>
              <p:cNvSpPr txBox="1">
                <a:spLocks noRot="1" noChangeAspect="1" noMove="1" noResize="1" noEditPoints="1" noAdjustHandles="1" noChangeArrowheads="1" noChangeShapeType="1" noTextEdit="1"/>
              </p:cNvSpPr>
              <p:nvPr/>
            </p:nvSpPr>
            <p:spPr>
              <a:xfrm>
                <a:off x="10284618" y="2164033"/>
                <a:ext cx="387670" cy="369332"/>
              </a:xfrm>
              <a:prstGeom prst="rect">
                <a:avLst/>
              </a:prstGeom>
              <a:blipFill rotWithShape="1">
                <a:blip r:embed="rId4"/>
                <a:stretch>
                  <a:fillRect l="-41" t="-159" r="123" b="95"/>
                </a:stretch>
              </a:blipFill>
            </p:spPr>
            <p:txBody>
              <a:bodyPr/>
              <a:lstStyle/>
              <a:p>
                <a:r>
                  <a:rPr lang="en-US" altLang="en-US">
                    <a:noFill/>
                  </a:rPr>
                  <a:t> </a:t>
                </a:r>
              </a:p>
            </p:txBody>
          </p:sp>
        </mc:Fallback>
      </mc:AlternateContent>
      <p:cxnSp>
        <p:nvCxnSpPr>
          <p:cNvPr id="14" name="Connector: Curved 13"/>
          <p:cNvCxnSpPr>
            <a:stCxn id="8" idx="1"/>
            <a:endCxn id="9" idx="1"/>
          </p:cNvCxnSpPr>
          <p:nvPr/>
        </p:nvCxnSpPr>
        <p:spPr>
          <a:xfrm rot="10800000" flipV="1">
            <a:off x="9434012" y="2806767"/>
            <a:ext cx="12700" cy="81881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815700" y="3275699"/>
            <a:ext cx="0" cy="893134"/>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p:cNvSpPr txBox="1"/>
              <p:nvPr/>
            </p:nvSpPr>
            <p:spPr>
              <a:xfrm>
                <a:off x="11711565" y="3537600"/>
                <a:ext cx="440377"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𝑀</m:t>
                      </m:r>
                    </m:oMath>
                  </m:oMathPara>
                </a14:m>
                <a:endParaRPr lang="en-US"/>
              </a:p>
            </p:txBody>
          </p:sp>
        </mc:Choice>
        <mc:Fallback>
          <p:sp>
            <p:nvSpPr>
              <p:cNvPr id="18" name="TextBox 17"/>
              <p:cNvSpPr txBox="1">
                <a:spLocks noRot="1" noChangeAspect="1" noMove="1" noResize="1" noEditPoints="1" noAdjustHandles="1" noChangeArrowheads="1" noChangeShapeType="1" noTextEdit="1"/>
              </p:cNvSpPr>
              <p:nvPr/>
            </p:nvSpPr>
            <p:spPr>
              <a:xfrm>
                <a:off x="11711565" y="3537600"/>
                <a:ext cx="440377" cy="369332"/>
              </a:xfrm>
              <a:prstGeom prst="rect">
                <a:avLst/>
              </a:prstGeom>
              <a:blipFill rotWithShape="1">
                <a:blip r:embed="rId5"/>
                <a:stretch>
                  <a:fillRect l="-59" t="-4" r="132" b="11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8572774" y="3440914"/>
                <a:ext cx="777713" cy="369332"/>
              </a:xfrm>
              <a:prstGeom prst="rect">
                <a:avLst/>
              </a:prstGeom>
              <a:noFill/>
            </p:spPr>
            <p:txBody>
              <a:bodyPr wrap="none" rtlCol="0">
                <a:spAutoFit/>
              </a:bodyPr>
              <a:lstStyle/>
              <a:p>
                <a:r>
                  <a:rPr lang="en-US"/>
                  <a:t>Row </a:t>
                </a:r>
                <a14:m>
                  <m:oMath xmlns:m="http://schemas.openxmlformats.org/officeDocument/2006/math">
                    <m:r>
                      <a:rPr lang="en-US" b="0" i="1" smtClean="0">
                        <a:latin typeface="Cambria Math" panose="02040503050406030204" pitchFamily="18" charset="0"/>
                      </a:rPr>
                      <m:t>𝑦</m:t>
                    </m:r>
                  </m:oMath>
                </a14:m>
                <a:endParaRPr lang="en-US"/>
              </a:p>
            </p:txBody>
          </p:sp>
        </mc:Choice>
        <mc:Fallback>
          <p:sp>
            <p:nvSpPr>
              <p:cNvPr id="19" name="TextBox 18"/>
              <p:cNvSpPr txBox="1">
                <a:spLocks noRot="1" noChangeAspect="1" noMove="1" noResize="1" noEditPoints="1" noAdjustHandles="1" noChangeArrowheads="1" noChangeShapeType="1" noTextEdit="1"/>
              </p:cNvSpPr>
              <p:nvPr/>
            </p:nvSpPr>
            <p:spPr>
              <a:xfrm>
                <a:off x="8572774" y="3440914"/>
                <a:ext cx="777713" cy="369332"/>
              </a:xfrm>
              <a:prstGeom prst="rect">
                <a:avLst/>
              </a:prstGeom>
              <a:blipFill rotWithShape="1">
                <a:blip r:embed="rId6"/>
                <a:stretch>
                  <a:fillRect l="-35" t="-131" r="-7906" b="67"/>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1" name="Rectangle 20"/>
              <p:cNvSpPr/>
              <p:nvPr/>
            </p:nvSpPr>
            <p:spPr>
              <a:xfrm>
                <a:off x="9434012" y="5001306"/>
                <a:ext cx="2254103" cy="893134"/>
              </a:xfrm>
              <a:prstGeom prst="rect">
                <a:avLst/>
              </a:prstGeom>
              <a:solidFill>
                <a:schemeClr val="accent1">
                  <a:lumMod val="20000"/>
                  <a:lumOff val="8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14:m>
                  <m:oMathPara xmlns:m="http://schemas.openxmlformats.org/officeDocument/2006/math">
                    <m:oMathParaPr>
                      <m:jc m:val="centerGroup"/>
                    </m:oMathParaPr>
                    <m:oMath xmlns:m="http://schemas.openxmlformats.org/officeDocument/2006/math">
                      <m:r>
                        <a:rPr lang="en-US" b="1" i="0" smtClean="0">
                          <a:solidFill>
                            <a:schemeClr val="tx1">
                              <a:lumMod val="50000"/>
                              <a:lumOff val="50000"/>
                            </a:schemeClr>
                          </a:solidFill>
                          <a:latin typeface="Cambria Math" panose="02040503050406030204" pitchFamily="18" charset="0"/>
                        </a:rPr>
                        <m:t>𝚲</m:t>
                      </m:r>
                    </m:oMath>
                  </m:oMathPara>
                </a14:m>
                <a:endParaRPr lang="en-US" b="1">
                  <a:solidFill>
                    <a:schemeClr val="tx1">
                      <a:lumMod val="50000"/>
                      <a:lumOff val="50000"/>
                    </a:schemeClr>
                  </a:solidFill>
                </a:endParaRPr>
              </a:p>
            </p:txBody>
          </p:sp>
        </mc:Choice>
        <mc:Fallback>
          <p:sp>
            <p:nvSpPr>
              <p:cNvPr id="21" name="Rectangle 20"/>
              <p:cNvSpPr>
                <a:spLocks noRot="1" noChangeAspect="1" noMove="1" noResize="1" noEditPoints="1" noAdjustHandles="1" noChangeArrowheads="1" noChangeShapeType="1" noTextEdit="1"/>
              </p:cNvSpPr>
              <p:nvPr/>
            </p:nvSpPr>
            <p:spPr>
              <a:xfrm>
                <a:off x="9434012" y="5001306"/>
                <a:ext cx="2254103" cy="893134"/>
              </a:xfrm>
              <a:prstGeom prst="rect">
                <a:avLst/>
              </a:prstGeom>
              <a:blipFill rotWithShape="1">
                <a:blip r:embed="rId7"/>
                <a:stretch>
                  <a:fillRect l="-302" t="-716" r="-268" b="-670"/>
                </a:stretch>
              </a:blip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2" name="Rectangle 21"/>
              <p:cNvSpPr/>
              <p:nvPr/>
            </p:nvSpPr>
            <p:spPr>
              <a:xfrm>
                <a:off x="9434012" y="5254503"/>
                <a:ext cx="2254103" cy="193370"/>
              </a:xfrm>
              <a:prstGeom prst="rect">
                <a:avLst/>
              </a:prstGeom>
              <a:solidFill>
                <a:schemeClr val="accent1">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1" i="1" dirty="0" smtClean="0">
                              <a:solidFill>
                                <a:schemeClr val="bg1"/>
                              </a:solidFill>
                              <a:latin typeface="Cambria Math" panose="02040503050406030204" pitchFamily="18" charset="0"/>
                            </a:rPr>
                          </m:ctrlPr>
                        </m:sSubPr>
                        <m:e>
                          <m:r>
                            <a:rPr lang="en-US" b="1" i="1" dirty="0" smtClean="0">
                              <a:solidFill>
                                <a:schemeClr val="bg1"/>
                              </a:solidFill>
                              <a:latin typeface="Cambria Math" panose="02040503050406030204" pitchFamily="18" charset="0"/>
                            </a:rPr>
                            <m:t>𝝀</m:t>
                          </m:r>
                        </m:e>
                        <m:sub>
                          <m:r>
                            <a:rPr lang="en-US" b="1" i="1" dirty="0" smtClean="0">
                              <a:solidFill>
                                <a:schemeClr val="bg1"/>
                              </a:solidFill>
                              <a:latin typeface="Cambria Math" panose="02040503050406030204" pitchFamily="18" charset="0"/>
                            </a:rPr>
                            <m:t>𝒚</m:t>
                          </m:r>
                        </m:sub>
                      </m:sSub>
                    </m:oMath>
                  </m:oMathPara>
                </a14:m>
                <a:endParaRPr lang="en-US" b="1">
                  <a:solidFill>
                    <a:schemeClr val="bg1"/>
                  </a:solidFill>
                </a:endParaRPr>
              </a:p>
            </p:txBody>
          </p:sp>
        </mc:Choice>
        <mc:Fallback>
          <p:sp>
            <p:nvSpPr>
              <p:cNvPr id="22" name="Rectangle 21"/>
              <p:cNvSpPr>
                <a:spLocks noRot="1" noChangeAspect="1" noMove="1" noResize="1" noEditPoints="1" noAdjustHandles="1" noChangeArrowheads="1" noChangeShapeType="1" noTextEdit="1"/>
              </p:cNvSpPr>
              <p:nvPr/>
            </p:nvSpPr>
            <p:spPr>
              <a:xfrm>
                <a:off x="9434012" y="5254503"/>
                <a:ext cx="2254103" cy="193370"/>
              </a:xfrm>
              <a:prstGeom prst="rect">
                <a:avLst/>
              </a:prstGeom>
              <a:blipFill rotWithShape="1">
                <a:blip r:embed="rId8"/>
                <a:stretch>
                  <a:fillRect l="-302" t="-22596" r="-268" b="-22551"/>
                </a:stretch>
              </a:blip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9" p14:bwMode="auto">
            <p14:nvContentPartPr>
              <p14:cNvPr id="6" name="Ink 5"/>
              <p14:cNvContentPartPr/>
              <p14:nvPr/>
            </p14:nvContentPartPr>
            <p14:xfrm>
              <a:off x="5090040" y="52560"/>
              <a:ext cx="6440760" cy="5922000"/>
            </p14:xfrm>
          </p:contentPart>
        </mc:Choice>
        <mc:Fallback xmlns="">
          <p:pic>
            <p:nvPicPr>
              <p:cNvPr id="6" name="Ink 5"/>
            </p:nvPicPr>
            <p:blipFill>
              <a:blip r:embed="rId10"/>
            </p:blipFill>
            <p:spPr>
              <a:xfrm>
                <a:off x="5090040" y="52560"/>
                <a:ext cx="6440760" cy="59220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up)">
                                      <p:cBhvr>
                                        <p:cTn id="10" dur="500"/>
                                        <p:tgtEl>
                                          <p:spTgt spid="19"/>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22" presetClass="entr" presetSubtype="1"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bldLvl="0" animBg="1"/>
      <p:bldP spid="19" grpId="0"/>
      <p:bldP spid="22"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a:bodyPr>
              <a:lstStyle/>
              <a:p>
                <a:r>
                  <a:rPr lang="en-US"/>
                  <a:t>One step feature map </a:t>
                </a:r>
                <a14:m>
                  <m:oMath xmlns:m="http://schemas.openxmlformats.org/officeDocument/2006/math">
                    <m:r>
                      <a:rPr lang="en-US" i="1">
                        <a:latin typeface="Cambria Math" panose="02040503050406030204" pitchFamily="18" charset="0"/>
                        <a:cs typeface="DejaVu Math TeX Gyre" panose="02000503000000000000" charset="0"/>
                      </a:rPr>
                      <m:t>𝜑</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b="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2500" lnSpcReduction="20000"/>
              </a:bodyPr>
              <a:lstStyle/>
              <a:p>
                <a:pPr>
                  <a:lnSpc>
                    <a:spcPct val="120000"/>
                  </a:lnSpc>
                </a:pPr>
                <a:r>
                  <a:rPr lang="en-US"/>
                  <a:t>Previous state </a:t>
                </a:r>
                <a14:m>
                  <m:oMath xmlns:m="http://schemas.openxmlformats.org/officeDocument/2006/math">
                    <m:r>
                      <a:rPr lang="en-US" i="1" dirty="0" smtClean="0">
                        <a:latin typeface="Cambria Math" panose="02040503050406030204" pitchFamily="18" charset="0"/>
                      </a:rPr>
                      <m:t>𝑚</m:t>
                    </m:r>
                    <m:r>
                      <a:rPr lang="en-US" b="0" i="1" dirty="0" smtClean="0">
                        <a:latin typeface="Cambria Math" panose="02040503050406030204" pitchFamily="18" charset="0"/>
                      </a:rPr>
                      <m:t>′</m:t>
                    </m:r>
                  </m:oMath>
                </a14:m>
                <a:r>
                  <a:rPr lang="en-US"/>
                  <a:t>, current state </a:t>
                </a:r>
                <a14:m>
                  <m:oMath xmlns:m="http://schemas.openxmlformats.org/officeDocument/2006/math">
                    <m:r>
                      <a:rPr lang="en-US" i="1" dirty="0" smtClean="0">
                        <a:latin typeface="Cambria Math" panose="02040503050406030204" pitchFamily="18" charset="0"/>
                      </a:rPr>
                      <m:t>𝑚</m:t>
                    </m:r>
                  </m:oMath>
                </a14:m>
                <a:r>
                  <a:rPr lang="en-US"/>
                  <a:t>, emitted symbol </a:t>
                </a:r>
                <a14:m>
                  <m:oMath xmlns:m="http://schemas.openxmlformats.org/officeDocument/2006/math">
                    <m:r>
                      <a:rPr lang="en-US" i="1" dirty="0" smtClean="0">
                        <a:latin typeface="Cambria Math" panose="02040503050406030204" pitchFamily="18" charset="0"/>
                      </a:rPr>
                      <m:t>𝑛</m:t>
                    </m:r>
                  </m:oMath>
                </a14:m>
                <a:endParaRPr lang="en-US"/>
              </a:p>
              <a:p>
                <a:pPr>
                  <a:lnSpc>
                    <a:spcPct val="120000"/>
                  </a:lnSpc>
                </a:pPr>
                <a:r>
                  <a:rPr lang="en-US"/>
                  <a:t>Extend </a:t>
                </a:r>
                <a14:m>
                  <m:oMath xmlns:m="http://schemas.openxmlformats.org/officeDocument/2006/math">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𝑛</m:t>
                        </m:r>
                      </m:e>
                    </m:d>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t>𝑀</m:t>
                        </m:r>
                        <m:r>
                          <a:rPr lang="en-US"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sup>
                    </m:sSup>
                  </m:oMath>
                </a14:m>
                <a:endParaRPr lang="en-US"/>
              </a:p>
              <a:p>
                <a:pPr>
                  <a:lnSpc>
                    <a:spcPct val="120000"/>
                  </a:lnSpc>
                </a:pPr>
                <a:r>
                  <a:rPr lang="en-US"/>
                  <a:t>We can regard this as two submatrices</a:t>
                </a:r>
                <a:br>
                  <a:rPr lang="en-US"/>
                </a:br>
                <a:r>
                  <a:rPr lang="en-US"/>
                  <a:t> </a:t>
                </a:r>
                <a14:m>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cs typeface="DejaVu Math TeX Gyre" panose="02000503000000000000" charset="0"/>
                          </a:rPr>
                          <m:t>𝜑</m:t>
                        </m:r>
                      </m:e>
                      <m:sub>
                        <m:r>
                          <m:rPr>
                            <m:sty m:val="p"/>
                          </m:rPr>
                          <a:rPr lang="en-US" b="0" i="0" smtClean="0">
                            <a:latin typeface="Cambria Math" panose="02040503050406030204" pitchFamily="18" charset="0"/>
                          </a:rPr>
                          <m:t>tr</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oMath>
                </a14:m>
                <a:r>
                  <a:rPr lang="en-US"/>
                  <a:t> </a:t>
                </a:r>
                <a14:m>
                  <m:oMath xmlns:m="http://schemas.openxmlformats.org/officeDocument/2006/math">
                    <m:sSup>
                      <m:sSupPr>
                        <m:ctrlPr>
                          <a:rPr lang="en-US" b="0" i="1" smtClean="0">
                            <a:effectLst/>
                            <a:latin typeface="Cambria Math" panose="02040503050406030204" pitchFamily="18" charset="0"/>
                            <a:ea typeface="Cambria Math" panose="02040503050406030204" pitchFamily="18" charset="0"/>
                          </a:rPr>
                        </m:ctrlPr>
                      </m:sSupPr>
                      <m:e>
                        <m:r>
                          <a:rPr lang="en-US" i="1">
                            <a:effectLst/>
                            <a:latin typeface="Cambria Math" panose="02040503050406030204" pitchFamily="18" charset="0"/>
                            <a:ea typeface="Cambria Math" panose="02040503050406030204" pitchFamily="18" charset="0"/>
                          </a:rPr>
                          <m:t>ℝ</m:t>
                        </m:r>
                      </m:e>
                      <m:sup>
                        <m:r>
                          <a:rPr lang="en-US" i="1">
                            <a:effectLst/>
                            <a:latin typeface="Cambria Math" panose="02040503050406030204" pitchFamily="18" charset="0"/>
                            <a:ea typeface="Cambria Math" panose="02040503050406030204" pitchFamily="18" charset="0"/>
                          </a:rPr>
                          <m:t>𝑀</m:t>
                        </m:r>
                        <m:r>
                          <a:rPr lang="en-US" i="1">
                            <a:effectLst/>
                            <a:latin typeface="Cambria Math" panose="02040503050406030204" pitchFamily="18" charset="0"/>
                            <a:ea typeface="Cambria Math" panose="02040503050406030204" pitchFamily="18" charset="0"/>
                          </a:rPr>
                          <m:t>×</m:t>
                        </m:r>
                        <m:r>
                          <a:rPr lang="en-US" i="1">
                            <a:effectLst/>
                            <a:latin typeface="Cambria Math" panose="02040503050406030204" pitchFamily="18" charset="0"/>
                            <a:ea typeface="Cambria Math" panose="02040503050406030204" pitchFamily="18" charset="0"/>
                          </a:rPr>
                          <m:t>𝑀</m:t>
                        </m:r>
                      </m:sup>
                    </m:sSup>
                    <m:r>
                      <a:rPr lang="en-US" i="1">
                        <a:effectLst/>
                        <a:latin typeface="Cambria Math" panose="02040503050406030204" pitchFamily="18" charset="0"/>
                        <a:ea typeface="Cambria Math" panose="02040503050406030204" pitchFamily="18" charset="0"/>
                      </a:rPr>
                      <m:t> </m:t>
                    </m:r>
                  </m:oMath>
                </a14:m>
                <a:r>
                  <a:rPr lang="en-US"/>
                  <a:t>and </a:t>
                </a:r>
                <a14:m>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cs typeface="DejaVu Math TeX Gyre" panose="02000503000000000000" charset="0"/>
                          </a:rPr>
                          <m:t>𝜑</m:t>
                        </m:r>
                      </m:e>
                      <m:sub>
                        <m:r>
                          <m:rPr>
                            <m:sty m:val="p"/>
                          </m:rPr>
                          <a:rPr lang="en-US" b="0" i="0" smtClean="0">
                            <a:latin typeface="Cambria Math" panose="02040503050406030204" pitchFamily="18" charset="0"/>
                          </a:rPr>
                          <m:t>em</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𝑀</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𝐹</m:t>
                        </m:r>
                      </m:sup>
                    </m:sSup>
                  </m:oMath>
                </a14:m>
                <a:endParaRPr lang="en-US"/>
              </a:p>
              <a:p>
                <a:pPr>
                  <a:lnSpc>
                    <a:spcPct val="120000"/>
                  </a:lnSpc>
                </a:pPr>
                <a:r>
                  <a:rPr lang="en-US"/>
                  <a:t>Only cell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𝑚</m:t>
                    </m:r>
                    <m:r>
                      <a:rPr lang="en-US" b="0" i="1" dirty="0" smtClean="0">
                        <a:latin typeface="Cambria Math" panose="02040503050406030204" pitchFamily="18" charset="0"/>
                      </a:rPr>
                      <m:t>′</m:t>
                    </m:r>
                    <m:r>
                      <a:rPr lang="en-US" i="1" dirty="0" err="1" smtClean="0">
                        <a:latin typeface="Cambria Math" panose="02040503050406030204" pitchFamily="18" charset="0"/>
                      </a:rPr>
                      <m:t>,</m:t>
                    </m:r>
                    <m:r>
                      <a:rPr lang="en-US" i="1" dirty="0" err="1" smtClean="0">
                        <a:latin typeface="Cambria Math" panose="02040503050406030204" pitchFamily="18" charset="0"/>
                      </a:rPr>
                      <m:t>𝑚</m:t>
                    </m:r>
                    <m:r>
                      <a:rPr lang="en-US" i="1" dirty="0" smtClean="0">
                        <a:latin typeface="Cambria Math" panose="02040503050406030204" pitchFamily="18" charset="0"/>
                      </a:rPr>
                      <m:t>]</m:t>
                    </m:r>
                  </m:oMath>
                </a14:m>
                <a:r>
                  <a:rPr lang="en-US"/>
                  <a:t>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cs typeface="DejaVu Math TeX Gyre" panose="02000503000000000000" charset="0"/>
                          </a:rPr>
                          <m:t>𝜑</m:t>
                        </m:r>
                      </m:e>
                      <m:sub>
                        <m:r>
                          <m:rPr>
                            <m:sty m:val="p"/>
                          </m:rPr>
                          <a:rPr lang="en-US">
                            <a:latin typeface="Cambria Math" panose="02040503050406030204" pitchFamily="18" charset="0"/>
                          </a:rPr>
                          <m:t>tr</m:t>
                        </m:r>
                      </m:sub>
                    </m:sSub>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e>
                    </m:d>
                  </m:oMath>
                </a14:m>
                <a:r>
                  <a:rPr lang="en-US"/>
                  <a:t> is 1, rest 0</a:t>
                </a:r>
                <a:endParaRPr lang="en-US"/>
              </a:p>
              <a:p>
                <a:pPr>
                  <a:lnSpc>
                    <a:spcPct val="120000"/>
                  </a:lnSpc>
                </a:pPr>
                <a:r>
                  <a:rPr lang="en-US"/>
                  <a:t>Corresponding model weights are in two</a:t>
                </a:r>
                <a:br>
                  <a:rPr lang="en-US"/>
                </a:br>
                <a:r>
                  <a:rPr lang="en-US"/>
                  <a:t>parts </a:t>
                </a:r>
                <a14:m>
                  <m:oMath xmlns:m="http://schemas.openxmlformats.org/officeDocument/2006/math">
                    <m:r>
                      <a:rPr lang="en-US" b="1" i="0" smtClean="0">
                        <a:latin typeface="Cambria Math" panose="02040503050406030204" pitchFamily="18" charset="0"/>
                      </a:rPr>
                      <m:t>𝚿</m:t>
                    </m:r>
                    <m:r>
                      <a:rPr lang="en-US" b="0" i="1" smtClean="0">
                        <a:latin typeface="Cambria Math" panose="02040503050406030204" pitchFamily="18" charset="0"/>
                      </a:rPr>
                      <m:t>∈</m:t>
                    </m:r>
                  </m:oMath>
                </a14:m>
                <a:r>
                  <a:rPr lang="en-US">
                    <a:ea typeface="Cambria Math" panose="02040503050406030204" pitchFamily="18" charset="0"/>
                  </a:rPr>
                  <a:t> </a:t>
                </a:r>
                <a14:m>
                  <m:oMath xmlns:m="http://schemas.openxmlformats.org/officeDocument/2006/math">
                    <m:sSup>
                      <m:sSupPr>
                        <m:ctrlPr>
                          <a:rPr lang="en-US" i="1" smtClean="0">
                            <a:effectLst/>
                            <a:latin typeface="Cambria Math" panose="02040503050406030204" pitchFamily="18" charset="0"/>
                            <a:ea typeface="Cambria Math" panose="02040503050406030204" pitchFamily="18" charset="0"/>
                          </a:rPr>
                        </m:ctrlPr>
                      </m:sSupPr>
                      <m:e>
                        <m:r>
                          <a:rPr lang="en-US" i="1">
                            <a:effectLst/>
                            <a:latin typeface="Cambria Math" panose="02040503050406030204" pitchFamily="18" charset="0"/>
                            <a:ea typeface="Cambria Math" panose="02040503050406030204" pitchFamily="18" charset="0"/>
                          </a:rPr>
                          <m:t>ℝ</m:t>
                        </m:r>
                      </m:e>
                      <m:sup>
                        <m:r>
                          <a:rPr lang="en-US" i="1">
                            <a:effectLst/>
                            <a:latin typeface="Cambria Math" panose="02040503050406030204" pitchFamily="18" charset="0"/>
                            <a:ea typeface="Cambria Math" panose="02040503050406030204" pitchFamily="18" charset="0"/>
                          </a:rPr>
                          <m:t>𝑀</m:t>
                        </m:r>
                        <m:r>
                          <a:rPr lang="en-US" i="1">
                            <a:effectLst/>
                            <a:latin typeface="Cambria Math" panose="02040503050406030204" pitchFamily="18" charset="0"/>
                            <a:ea typeface="Cambria Math" panose="02040503050406030204" pitchFamily="18" charset="0"/>
                          </a:rPr>
                          <m:t>×</m:t>
                        </m:r>
                        <m:r>
                          <a:rPr lang="en-US" i="1">
                            <a:effectLst/>
                            <a:latin typeface="Cambria Math" panose="02040503050406030204" pitchFamily="18" charset="0"/>
                            <a:ea typeface="Cambria Math" panose="02040503050406030204" pitchFamily="18" charset="0"/>
                          </a:rPr>
                          <m:t>𝑀</m:t>
                        </m:r>
                      </m:sup>
                    </m:sSup>
                  </m:oMath>
                </a14:m>
                <a:r>
                  <a:rPr lang="en-US">
                    <a:effectLst/>
                  </a:rPr>
                  <a:t> </a:t>
                </a:r>
                <a:r>
                  <a:rPr lang="en-US"/>
                  <a:t>and </a:t>
                </a:r>
                <a14:m>
                  <m:oMath xmlns:m="http://schemas.openxmlformats.org/officeDocument/2006/math">
                    <m:r>
                      <a:rPr lang="en-US" b="1" i="0" smtClean="0">
                        <a:latin typeface="Cambria Math" panose="02040503050406030204" pitchFamily="18" charset="0"/>
                      </a:rPr>
                      <m:t>𝚲</m:t>
                    </m:r>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𝑀</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sup>
                    </m:sSup>
                  </m:oMath>
                </a14:m>
                <a:endParaRPr lang="en-US"/>
              </a:p>
              <a:p>
                <a:pPr>
                  <a:lnSpc>
                    <a:spcPct val="120000"/>
                  </a:lnSpc>
                </a:pPr>
                <a:r>
                  <a:rPr lang="en-US"/>
                  <a:t>Score is </a:t>
                </a:r>
                <a14:m>
                  <m:oMath xmlns:m="http://schemas.openxmlformats.org/officeDocument/2006/math">
                    <m:r>
                      <a:rPr lang="en-US" b="1">
                        <a:latin typeface="Cambria Math" panose="02040503050406030204" pitchFamily="18" charset="0"/>
                      </a:rPr>
                      <m:t>𝚿</m:t>
                    </m:r>
                    <m:r>
                      <a:rPr lang="en-US" b="0" i="1" smtClean="0">
                        <a:latin typeface="Cambria Math" panose="02040503050406030204" pitchFamily="18" charset="0"/>
                      </a:rPr>
                      <m:t>⋅</m:t>
                    </m:r>
                  </m:oMath>
                </a14:m>
                <a:r>
                  <a:rPr lang="en-US"/>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cs typeface="DejaVu Math TeX Gyre" panose="02000503000000000000" charset="0"/>
                          </a:rPr>
                          <m:t>𝜑</m:t>
                        </m:r>
                      </m:e>
                      <m:sub>
                        <m:r>
                          <m:rPr>
                            <m:sty m:val="p"/>
                          </m:rPr>
                          <a:rPr lang="en-US">
                            <a:latin typeface="Cambria Math" panose="02040503050406030204" pitchFamily="18" charset="0"/>
                          </a:rPr>
                          <m:t>tr</m:t>
                        </m:r>
                      </m:sub>
                    </m:sSub>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e>
                    </m:d>
                    <m:r>
                      <a:rPr lang="en-US" b="0" i="0" smtClean="0">
                        <a:latin typeface="Cambria Math" panose="02040503050406030204" pitchFamily="18" charset="0"/>
                      </a:rPr>
                      <m:t>+</m:t>
                    </m:r>
                  </m:oMath>
                </a14:m>
                <a:r>
                  <a:rPr lang="en-US" b="1"/>
                  <a:t> </a:t>
                </a:r>
                <a14:m>
                  <m:oMath xmlns:m="http://schemas.openxmlformats.org/officeDocument/2006/math">
                    <m:r>
                      <a:rPr lang="en-US" b="1">
                        <a:latin typeface="Cambria Math" panose="02040503050406030204" pitchFamily="18" charset="0"/>
                      </a:rPr>
                      <m:t>𝚲</m:t>
                    </m:r>
                    <m:r>
                      <a:rPr lang="en-US" b="1" i="1" smtClean="0">
                        <a:latin typeface="Cambria Math" panose="02040503050406030204" pitchFamily="18" charset="0"/>
                      </a:rPr>
                      <m:t>⋅</m:t>
                    </m:r>
                  </m:oMath>
                </a14:m>
                <a:r>
                  <a:rPr lang="en-US"/>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cs typeface="DejaVu Math TeX Gyre" panose="02000503000000000000" charset="0"/>
                          </a:rPr>
                          <m:t>𝜑</m:t>
                        </m:r>
                      </m:e>
                      <m:sub>
                        <m:r>
                          <m:rPr>
                            <m:sty m:val="p"/>
                          </m:rPr>
                          <a:rPr lang="en-US">
                            <a:latin typeface="Cambria Math" panose="02040503050406030204" pitchFamily="18" charset="0"/>
                          </a:rPr>
                          <m:t>em</m:t>
                        </m:r>
                      </m:sub>
                    </m:sSub>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𝑛</m:t>
                        </m:r>
                      </m:e>
                    </m:d>
                  </m:oMath>
                </a14:m>
                <a:endParaRPr lang="en-US"/>
              </a:p>
              <a:p>
                <a:pPr>
                  <a:lnSpc>
                    <a:spcPct val="120000"/>
                  </a:lnSpc>
                </a:pPr>
                <a:r>
                  <a:rPr lang="en-US"/>
                  <a:t>Can simplify further to </a:t>
                </a:r>
                <a14:m>
                  <m:oMath xmlns:m="http://schemas.openxmlformats.org/officeDocument/2006/math">
                    <m:r>
                      <a:rPr lang="en-US" b="1" i="1" smtClean="0">
                        <a:latin typeface="Cambria Math" panose="02040503050406030204" pitchFamily="18" charset="0"/>
                      </a:rPr>
                      <m:t>𝑾</m:t>
                    </m:r>
                    <m:r>
                      <a:rPr lang="en-US" b="0" i="1" smtClean="0">
                        <a:latin typeface="Cambria Math" panose="02040503050406030204" pitchFamily="18" charset="0"/>
                      </a:rPr>
                      <m:t>⋅</m:t>
                    </m:r>
                    <m:r>
                      <a:rPr lang="en-US" i="1" smtClean="0">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𝑛</m:t>
                        </m:r>
                      </m:e>
                    </m:d>
                  </m:oMath>
                </a14:m>
                <a:endParaRPr lang="en-US"/>
              </a:p>
              <a:p>
                <a:pPr>
                  <a:lnSpc>
                    <a:spcPct val="120000"/>
                  </a:lnSpc>
                </a:pPr>
                <a:r>
                  <a:rPr lang="en-US"/>
                  <a:t>Model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1" i="1">
                                <a:latin typeface="Cambria Math" panose="02040503050406030204" pitchFamily="18" charset="0"/>
                              </a:rPr>
                              <m:t>𝑾</m:t>
                            </m:r>
                            <m:r>
                              <a:rPr lang="en-US" i="1">
                                <a:latin typeface="Cambria Math" panose="02040503050406030204" pitchFamily="18" charset="0"/>
                              </a:rPr>
                              <m:t>⋅</m:t>
                            </m:r>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d>
                      </m:e>
                    </m:func>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
        <p:nvSpPr>
          <p:cNvPr id="4" name="Rectangle 3"/>
          <p:cNvSpPr/>
          <p:nvPr/>
        </p:nvSpPr>
        <p:spPr>
          <a:xfrm>
            <a:off x="9409713" y="2351262"/>
            <a:ext cx="2254103" cy="893134"/>
          </a:xfrm>
          <a:prstGeom prst="rect">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solidFill>
                  <a:schemeClr val="tx1">
                    <a:lumMod val="50000"/>
                    <a:lumOff val="50000"/>
                  </a:schemeClr>
                </a:solidFill>
              </a:rPr>
              <a:t>Rest all zeros</a:t>
            </a:r>
            <a:endParaRPr lang="en-US">
              <a:solidFill>
                <a:schemeClr val="tx1">
                  <a:lumMod val="50000"/>
                  <a:lumOff val="50000"/>
                </a:schemeClr>
              </a:solidFill>
            </a:endParaRPr>
          </a:p>
        </p:txBody>
      </p:sp>
      <mc:AlternateContent xmlns:mc="http://schemas.openxmlformats.org/markup-compatibility/2006">
        <mc:Choice xmlns:a14="http://schemas.microsoft.com/office/drawing/2010/main" Requires="a14">
          <p:sp>
            <p:nvSpPr>
              <p:cNvPr id="5" name="Rectangle 4"/>
              <p:cNvSpPr/>
              <p:nvPr/>
            </p:nvSpPr>
            <p:spPr>
              <a:xfrm>
                <a:off x="9409712" y="2604459"/>
                <a:ext cx="2254103" cy="193370"/>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𝒙</m:t>
                      </m:r>
                    </m:oMath>
                  </m:oMathPara>
                </a14:m>
                <a:endParaRPr lang="en-US" b="1">
                  <a:solidFill>
                    <a:schemeClr val="tx1"/>
                  </a:solidFill>
                </a:endParaRPr>
              </a:p>
            </p:txBody>
          </p:sp>
        </mc:Choice>
        <mc:Fallback>
          <p:sp>
            <p:nvSpPr>
              <p:cNvPr id="5" name="Rectangle 4"/>
              <p:cNvSpPr>
                <a:spLocks noRot="1" noChangeAspect="1" noMove="1" noResize="1" noEditPoints="1" noAdjustHandles="1" noChangeArrowheads="1" noChangeShapeType="1" noTextEdit="1"/>
              </p:cNvSpPr>
              <p:nvPr/>
            </p:nvSpPr>
            <p:spPr>
              <a:xfrm>
                <a:off x="9409712" y="2604459"/>
                <a:ext cx="2254103" cy="193370"/>
              </a:xfrm>
              <a:prstGeom prst="rect">
                <a:avLst/>
              </a:prstGeom>
              <a:blipFill rotWithShape="1">
                <a:blip r:embed="rId3"/>
                <a:stretch>
                  <a:fillRect l="-294" t="-20856" r="-276" b="-21007"/>
                </a:stretch>
              </a:blip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6" name="Straight Connector 5"/>
          <p:cNvCxnSpPr/>
          <p:nvPr/>
        </p:nvCxnSpPr>
        <p:spPr>
          <a:xfrm>
            <a:off x="11791400" y="2351262"/>
            <a:ext cx="0" cy="893134"/>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8426254" y="2351262"/>
            <a:ext cx="925264" cy="893134"/>
          </a:xfrm>
          <a:prstGeom prst="rect">
            <a:avLst/>
          </a:prstGeom>
          <a:solidFill>
            <a:schemeClr val="accent4">
              <a:lumMod val="20000"/>
              <a:lumOff val="8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solidFill>
                <a:schemeClr val="tx1">
                  <a:lumMod val="50000"/>
                  <a:lumOff val="50000"/>
                </a:schemeClr>
              </a:solidFill>
            </a:endParaRPr>
          </a:p>
        </p:txBody>
      </p:sp>
      <p:sp>
        <p:nvSpPr>
          <p:cNvPr id="8" name="Rectangle 7"/>
          <p:cNvSpPr/>
          <p:nvPr/>
        </p:nvSpPr>
        <p:spPr>
          <a:xfrm>
            <a:off x="8426255" y="2604459"/>
            <a:ext cx="925264" cy="193370"/>
          </a:xfrm>
          <a:prstGeom prst="rect">
            <a:avLst/>
          </a:prstGeom>
          <a:solidFill>
            <a:srgbClr val="FFD966">
              <a:alpha val="50196"/>
            </a:srgb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9" name="Rectangle 8"/>
          <p:cNvSpPr/>
          <p:nvPr/>
        </p:nvSpPr>
        <p:spPr>
          <a:xfrm rot="5400000">
            <a:off x="8632019" y="2698438"/>
            <a:ext cx="893134" cy="198782"/>
          </a:xfrm>
          <a:prstGeom prst="rect">
            <a:avLst/>
          </a:prstGeom>
          <a:solidFill>
            <a:srgbClr val="FFD966">
              <a:alpha val="50196"/>
            </a:srgb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cxnSp>
        <p:nvCxnSpPr>
          <p:cNvPr id="10" name="Straight Connector 9"/>
          <p:cNvCxnSpPr/>
          <p:nvPr/>
        </p:nvCxnSpPr>
        <p:spPr>
          <a:xfrm flipV="1">
            <a:off x="8426254" y="2183747"/>
            <a:ext cx="925264" cy="1"/>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9409712" y="2183749"/>
            <a:ext cx="2254103"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TextBox 15"/>
              <p:cNvSpPr txBox="1"/>
              <p:nvPr/>
            </p:nvSpPr>
            <p:spPr>
              <a:xfrm>
                <a:off x="10342928" y="1855332"/>
                <a:ext cx="38767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𝐹</m:t>
                      </m:r>
                    </m:oMath>
                  </m:oMathPara>
                </a14:m>
                <a:endParaRPr lang="en-US"/>
              </a:p>
            </p:txBody>
          </p:sp>
        </mc:Choice>
        <mc:Fallback>
          <p:sp>
            <p:nvSpPr>
              <p:cNvPr id="16" name="TextBox 15"/>
              <p:cNvSpPr txBox="1">
                <a:spLocks noRot="1" noChangeAspect="1" noMove="1" noResize="1" noEditPoints="1" noAdjustHandles="1" noChangeArrowheads="1" noChangeShapeType="1" noTextEdit="1"/>
              </p:cNvSpPr>
              <p:nvPr/>
            </p:nvSpPr>
            <p:spPr>
              <a:xfrm>
                <a:off x="10342928" y="1855332"/>
                <a:ext cx="387670" cy="369332"/>
              </a:xfrm>
              <a:prstGeom prst="rect">
                <a:avLst/>
              </a:prstGeom>
              <a:blipFill rotWithShape="1">
                <a:blip r:embed="rId4"/>
                <a:stretch>
                  <a:fillRect l="-12" t="-135" r="95" b="7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8614312" y="1855332"/>
                <a:ext cx="440377"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𝑀</m:t>
                      </m:r>
                    </m:oMath>
                  </m:oMathPara>
                </a14:m>
                <a:endParaRPr lang="en-US"/>
              </a:p>
            </p:txBody>
          </p:sp>
        </mc:Choice>
        <mc:Fallback>
          <p:sp>
            <p:nvSpPr>
              <p:cNvPr id="17" name="TextBox 16"/>
              <p:cNvSpPr txBox="1">
                <a:spLocks noRot="1" noChangeAspect="1" noMove="1" noResize="1" noEditPoints="1" noAdjustHandles="1" noChangeArrowheads="1" noChangeShapeType="1" noTextEdit="1"/>
              </p:cNvSpPr>
              <p:nvPr/>
            </p:nvSpPr>
            <p:spPr>
              <a:xfrm>
                <a:off x="8614312" y="1855332"/>
                <a:ext cx="440377" cy="369332"/>
              </a:xfrm>
              <a:prstGeom prst="rect">
                <a:avLst/>
              </a:prstGeom>
              <a:blipFill rotWithShape="1">
                <a:blip r:embed="rId5"/>
                <a:stretch>
                  <a:fillRect l="-122" t="-135" r="51" b="7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11681745" y="2604459"/>
                <a:ext cx="440377"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𝑀</m:t>
                      </m:r>
                    </m:oMath>
                  </m:oMathPara>
                </a14:m>
                <a:endParaRPr lang="en-US"/>
              </a:p>
            </p:txBody>
          </p:sp>
        </mc:Choice>
        <mc:Fallback>
          <p:sp>
            <p:nvSpPr>
              <p:cNvPr id="18" name="TextBox 17"/>
              <p:cNvSpPr txBox="1">
                <a:spLocks noRot="1" noChangeAspect="1" noMove="1" noResize="1" noEditPoints="1" noAdjustHandles="1" noChangeArrowheads="1" noChangeShapeType="1" noTextEdit="1"/>
              </p:cNvSpPr>
              <p:nvPr/>
            </p:nvSpPr>
            <p:spPr>
              <a:xfrm>
                <a:off x="11681745" y="2604459"/>
                <a:ext cx="440377" cy="369332"/>
              </a:xfrm>
              <a:prstGeom prst="rect">
                <a:avLst/>
              </a:prstGeom>
              <a:blipFill rotWithShape="1">
                <a:blip r:embed="rId5"/>
                <a:stretch>
                  <a:fillRect l="-65" t="-88" r="138" b="23"/>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9855835" y="3434080"/>
                <a:ext cx="2096135" cy="706755"/>
              </a:xfrm>
              <a:prstGeom prst="rect">
                <a:avLst/>
              </a:prstGeom>
              <a:noFill/>
            </p:spPr>
            <p:txBody>
              <a:bodyPr wrap="square" rtlCol="0">
                <a:spAutoFit/>
              </a:bodyPr>
              <a:lstStyle/>
              <a:p>
                <a:r>
                  <a:rPr lang="en-US" sz="2000"/>
                  <a:t>Previous state</a:t>
                </a:r>
                <a:br>
                  <a:rPr lang="en-US" sz="2000"/>
                </a:br>
                <a:r>
                  <a:rPr lang="en-US" sz="2000"/>
                  <a:t>(column) </a:t>
                </a:r>
                <a14:m>
                  <m:oMath xmlns:m="http://schemas.openxmlformats.org/officeDocument/2006/math">
                    <m:r>
                      <a:rPr lang="en-US" sz="2000" b="0" i="1" smtClean="0">
                        <a:latin typeface="Cambria Math" panose="02040503050406030204" pitchFamily="18" charset="0"/>
                      </a:rPr>
                      <m:t>𝑚</m:t>
                    </m:r>
                    <m:r>
                      <a:rPr lang="en-US" sz="2000" b="0" i="1" smtClean="0">
                        <a:latin typeface="Cambria Math" panose="02040503050406030204" pitchFamily="18" charset="0"/>
                        <a:ea typeface="MS Mincho" charset="0"/>
                        <a:cs typeface="Cambria Math" panose="02040503050406030204" pitchFamily="18" charset="0"/>
                      </a:rPr>
                      <m:t>′</m:t>
                    </m:r>
                  </m:oMath>
                </a14:m>
                <a:endParaRPr lang="en-US" sz="2000" b="0" i="1">
                  <a:latin typeface="Cambria Math" panose="02040503050406030204" pitchFamily="18" charset="0"/>
                </a:endParaRPr>
              </a:p>
            </p:txBody>
          </p:sp>
        </mc:Choice>
        <mc:Fallback>
          <p:sp>
            <p:nvSpPr>
              <p:cNvPr id="19" name="TextBox 18"/>
              <p:cNvSpPr txBox="1">
                <a:spLocks noRot="1" noChangeAspect="1" noMove="1" noResize="1" noEditPoints="1" noAdjustHandles="1" noChangeArrowheads="1" noChangeShapeType="1" noTextEdit="1"/>
              </p:cNvSpPr>
              <p:nvPr/>
            </p:nvSpPr>
            <p:spPr>
              <a:xfrm>
                <a:off x="9855835" y="3434080"/>
                <a:ext cx="2096135" cy="706755"/>
              </a:xfrm>
              <a:prstGeom prst="rect">
                <a:avLst/>
              </a:prstGeom>
              <a:blipFill rotWithShape="1">
                <a:blip r:embed="rId6"/>
                <a:stretch>
                  <a:fillRect/>
                </a:stretch>
              </a:blipFill>
            </p:spPr>
            <p:txBody>
              <a:bodyPr/>
              <a:lstStyle/>
              <a:p>
                <a:r>
                  <a:rPr lang="en-US" altLang="en-US">
                    <a:noFill/>
                  </a:rPr>
                  <a:t> </a:t>
                </a:r>
              </a:p>
            </p:txBody>
          </p:sp>
        </mc:Fallback>
      </mc:AlternateContent>
      <p:cxnSp>
        <p:nvCxnSpPr>
          <p:cNvPr id="21" name="Connector: Curved 20"/>
          <p:cNvCxnSpPr>
            <a:stCxn id="19" idx="1"/>
            <a:endCxn id="9" idx="3"/>
          </p:cNvCxnSpPr>
          <p:nvPr/>
        </p:nvCxnSpPr>
        <p:spPr>
          <a:xfrm rot="10800000">
            <a:off x="9078595" y="3244850"/>
            <a:ext cx="777240" cy="54292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TextBox 21"/>
              <p:cNvSpPr txBox="1"/>
              <p:nvPr/>
            </p:nvSpPr>
            <p:spPr>
              <a:xfrm>
                <a:off x="8759825" y="1339850"/>
                <a:ext cx="3362325" cy="460375"/>
              </a:xfrm>
              <a:prstGeom prst="rect">
                <a:avLst/>
              </a:prstGeom>
              <a:noFill/>
            </p:spPr>
            <p:txBody>
              <a:bodyPr wrap="square" rtlCol="0">
                <a:spAutoFit/>
              </a:bodyPr>
              <a:lstStyle/>
              <a:p>
                <a:r>
                  <a:rPr lang="en-US" sz="2400"/>
                  <a:t>Current state (row) </a:t>
                </a:r>
                <a14:m>
                  <m:oMath xmlns:m="http://schemas.openxmlformats.org/officeDocument/2006/math">
                    <m:r>
                      <a:rPr lang="en-US" sz="2400" b="0" i="1" smtClean="0">
                        <a:latin typeface="Cambria Math" panose="02040503050406030204" pitchFamily="18" charset="0"/>
                      </a:rPr>
                      <m:t>𝑚</m:t>
                    </m:r>
                  </m:oMath>
                </a14:m>
                <a:endParaRPr lang="en-US" sz="2400"/>
              </a:p>
            </p:txBody>
          </p:sp>
        </mc:Choice>
        <mc:Fallback>
          <p:sp>
            <p:nvSpPr>
              <p:cNvPr id="22" name="TextBox 21"/>
              <p:cNvSpPr txBox="1">
                <a:spLocks noRot="1" noChangeAspect="1" noMove="1" noResize="1" noEditPoints="1" noAdjustHandles="1" noChangeArrowheads="1" noChangeShapeType="1" noTextEdit="1"/>
              </p:cNvSpPr>
              <p:nvPr/>
            </p:nvSpPr>
            <p:spPr>
              <a:xfrm>
                <a:off x="8759825" y="1339850"/>
                <a:ext cx="3362325" cy="460375"/>
              </a:xfrm>
              <a:prstGeom prst="rect">
                <a:avLst/>
              </a:prstGeom>
              <a:blipFill rotWithShape="1">
                <a:blip r:embed="rId7"/>
                <a:stretch>
                  <a:fillRect/>
                </a:stretch>
              </a:blipFill>
            </p:spPr>
            <p:txBody>
              <a:bodyPr/>
              <a:lstStyle/>
              <a:p>
                <a:r>
                  <a:rPr lang="en-US" altLang="en-US">
                    <a:noFill/>
                  </a:rPr>
                  <a:t> </a:t>
                </a:r>
              </a:p>
            </p:txBody>
          </p:sp>
        </mc:Fallback>
      </mc:AlternateContent>
      <p:cxnSp>
        <p:nvCxnSpPr>
          <p:cNvPr id="24" name="Connector: Curved 23"/>
          <p:cNvCxnSpPr>
            <a:stCxn id="22" idx="1"/>
            <a:endCxn id="8" idx="1"/>
          </p:cNvCxnSpPr>
          <p:nvPr/>
        </p:nvCxnSpPr>
        <p:spPr>
          <a:xfrm rot="10800000" flipV="1">
            <a:off x="8426450" y="1570355"/>
            <a:ext cx="333375" cy="1131570"/>
          </a:xfrm>
          <a:prstGeom prst="curvedConnector3">
            <a:avLst>
              <a:gd name="adj1" fmla="val 171429"/>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3" name="Rectangle 22"/>
              <p:cNvSpPr/>
              <p:nvPr/>
            </p:nvSpPr>
            <p:spPr>
              <a:xfrm>
                <a:off x="8428168" y="4463390"/>
                <a:ext cx="925264" cy="893134"/>
              </a:xfrm>
              <a:prstGeom prst="rect">
                <a:avLst/>
              </a:prstGeom>
              <a:solidFill>
                <a:schemeClr val="accent1">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0" smtClean="0">
                          <a:solidFill>
                            <a:schemeClr val="tx1">
                              <a:lumMod val="50000"/>
                              <a:lumOff val="50000"/>
                            </a:schemeClr>
                          </a:solidFill>
                          <a:latin typeface="Cambria Math" panose="02040503050406030204" pitchFamily="18" charset="0"/>
                        </a:rPr>
                        <m:t>𝚿</m:t>
                      </m:r>
                    </m:oMath>
                  </m:oMathPara>
                </a14:m>
                <a:endParaRPr lang="en-US" b="1">
                  <a:solidFill>
                    <a:schemeClr val="tx1">
                      <a:lumMod val="50000"/>
                      <a:lumOff val="50000"/>
                    </a:schemeClr>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8428168" y="4463390"/>
                <a:ext cx="925264" cy="893134"/>
              </a:xfrm>
              <a:prstGeom prst="rect">
                <a:avLst/>
              </a:prstGeom>
              <a:blipFill rotWithShape="1">
                <a:blip r:embed="rId8"/>
                <a:stretch>
                  <a:fillRect l="-735" t="-779" r="-630" b="-678"/>
                </a:stretch>
              </a:blip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5" name="Rectangle 24"/>
              <p:cNvSpPr/>
              <p:nvPr/>
            </p:nvSpPr>
            <p:spPr>
              <a:xfrm>
                <a:off x="9409712" y="4463390"/>
                <a:ext cx="2254103" cy="893134"/>
              </a:xfrm>
              <a:prstGeom prst="rect">
                <a:avLst/>
              </a:prstGeom>
              <a:solidFill>
                <a:schemeClr val="accent1">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0" smtClean="0">
                          <a:solidFill>
                            <a:schemeClr val="tx1">
                              <a:lumMod val="50000"/>
                              <a:lumOff val="50000"/>
                            </a:schemeClr>
                          </a:solidFill>
                          <a:latin typeface="Cambria Math" panose="02040503050406030204" pitchFamily="18" charset="0"/>
                        </a:rPr>
                        <m:t>𝚲</m:t>
                      </m:r>
                    </m:oMath>
                  </m:oMathPara>
                </a14:m>
                <a:endParaRPr lang="en-US" b="1">
                  <a:solidFill>
                    <a:schemeClr val="tx1">
                      <a:lumMod val="50000"/>
                      <a:lumOff val="50000"/>
                    </a:schemeClr>
                  </a:solidFill>
                </a:endParaRPr>
              </a:p>
            </p:txBody>
          </p:sp>
        </mc:Choice>
        <mc:Fallback>
          <p:sp>
            <p:nvSpPr>
              <p:cNvPr id="25" name="Rectangle 24"/>
              <p:cNvSpPr>
                <a:spLocks noRot="1" noChangeAspect="1" noMove="1" noResize="1" noEditPoints="1" noAdjustHandles="1" noChangeArrowheads="1" noChangeShapeType="1" noTextEdit="1"/>
              </p:cNvSpPr>
              <p:nvPr/>
            </p:nvSpPr>
            <p:spPr>
              <a:xfrm>
                <a:off x="9409712" y="4463390"/>
                <a:ext cx="2254103" cy="893134"/>
              </a:xfrm>
              <a:prstGeom prst="rect">
                <a:avLst/>
              </a:prstGeom>
              <a:blipFill rotWithShape="1">
                <a:blip r:embed="rId9"/>
                <a:stretch>
                  <a:fillRect l="-294" t="-779" r="-276" b="-678"/>
                </a:stretch>
              </a:blip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20" name="Left Brace 19"/>
          <p:cNvSpPr/>
          <p:nvPr/>
        </p:nvSpPr>
        <p:spPr>
          <a:xfrm rot="16200000">
            <a:off x="9686992" y="4271130"/>
            <a:ext cx="757771" cy="3195874"/>
          </a:xfrm>
          <a:prstGeom prst="leftBrace">
            <a:avLst>
              <a:gd name="adj1" fmla="val 3951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6" name="TextBox 25"/>
              <p:cNvSpPr txBox="1"/>
              <p:nvPr/>
            </p:nvSpPr>
            <p:spPr>
              <a:xfrm>
                <a:off x="9856525" y="6350394"/>
                <a:ext cx="483235" cy="36830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𝑾</m:t>
                      </m:r>
                    </m:oMath>
                  </m:oMathPara>
                </a14:m>
                <a:endParaRPr lang="en-US"/>
              </a:p>
            </p:txBody>
          </p:sp>
        </mc:Choice>
        <mc:Fallback>
          <p:sp>
            <p:nvSpPr>
              <p:cNvPr id="26" name="TextBox 25"/>
              <p:cNvSpPr txBox="1">
                <a:spLocks noRot="1" noChangeAspect="1" noMove="1" noResize="1" noEditPoints="1" noAdjustHandles="1" noChangeArrowheads="1" noChangeShapeType="1" noTextEdit="1"/>
              </p:cNvSpPr>
              <p:nvPr/>
            </p:nvSpPr>
            <p:spPr>
              <a:xfrm>
                <a:off x="9856525" y="6350394"/>
                <a:ext cx="483235" cy="368300"/>
              </a:xfrm>
              <a:prstGeom prst="rect">
                <a:avLst/>
              </a:prstGeom>
              <a:blipFill rotWithShape="1">
                <a:blip r:embed="rId10"/>
                <a:stretch>
                  <a:fillRect l="-11" t="-107" r="11" b="107"/>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11" p14:bwMode="auto">
            <p14:nvContentPartPr>
              <p14:cNvPr id="11" name="Ink 10"/>
              <p14:cNvContentPartPr/>
              <p14:nvPr/>
            </p14:nvContentPartPr>
            <p14:xfrm>
              <a:off x="470160" y="644400"/>
              <a:ext cx="10933920" cy="6401160"/>
            </p14:xfrm>
          </p:contentPart>
        </mc:Choice>
        <mc:Fallback xmlns="">
          <p:pic>
            <p:nvPicPr>
              <p:cNvPr id="11" name="Ink 10"/>
            </p:nvPicPr>
            <p:blipFill>
              <a:blip r:embed="rId12"/>
            </p:blipFill>
            <p:spPr>
              <a:xfrm>
                <a:off x="470160" y="644400"/>
                <a:ext cx="10933920" cy="6401160"/>
              </a:xfrm>
              <a:prstGeom prst="rect"/>
            </p:spPr>
          </p:pic>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Max entropy Markov model (MEMM)</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7500" lnSpcReduction="20000"/>
              </a:bodyPr>
              <a:lstStyle/>
              <a:p>
                <a:pPr>
                  <a:lnSpc>
                    <a:spcPct val="100000"/>
                  </a:lnSpc>
                </a:pPr>
                <a14:m>
                  <m:oMath xmlns:m="http://schemas.openxmlformats.org/officeDocument/2006/math">
                    <m:func>
                      <m:funcPr>
                        <m:ctrlPr>
                          <a:rPr lang="en-US" i="1" smtClean="0">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func>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b="1" i="1">
                                <a:latin typeface="Cambria Math" panose="02040503050406030204" pitchFamily="18" charset="0"/>
                              </a:rPr>
                              <m:t>𝑾</m:t>
                            </m:r>
                            <m:r>
                              <a:rPr lang="en-US" i="1">
                                <a:latin typeface="Cambria Math" panose="02040503050406030204" pitchFamily="18" charset="0"/>
                              </a:rPr>
                              <m:t>⋅</m:t>
                            </m:r>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d>
                      </m:e>
                    </m:func>
                  </m:oMath>
                </a14:m>
                <a:endParaRPr lang="en-US" dirty="0"/>
              </a:p>
              <a:p>
                <a:pPr>
                  <a:lnSpc>
                    <a:spcPct val="100000"/>
                  </a:lnSpc>
                </a:pPr>
                <a:r>
                  <a:rPr lang="en-US" dirty="0"/>
                  <a:t>Let’s unpack that a bit:</a:t>
                </a:r>
                <a:br>
                  <a:rPr lang="en-US" b="1"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𝑾</m:t>
                      </m:r>
                      <m:r>
                        <a:rPr lang="en-US" i="1">
                          <a:latin typeface="Cambria Math" panose="02040503050406030204" pitchFamily="18" charset="0"/>
                        </a:rPr>
                        <m:t>⋅</m:t>
                      </m:r>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r>
                        <a:rPr lang="en-US" b="0" i="1" smtClean="0">
                          <a:latin typeface="Cambria Math" panose="02040503050406030204" pitchFamily="18" charset="0"/>
                        </a:rPr>
                        <m:t>=</m:t>
                      </m:r>
                      <m:r>
                        <m:rPr>
                          <m:sty m:val="p"/>
                        </m:rPr>
                        <a:rPr lang="en-US" b="0" i="0" smtClean="0">
                          <a:latin typeface="Cambria Math" panose="02040503050406030204" pitchFamily="18" charset="0"/>
                        </a:rPr>
                        <m:t>Ψ</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e>
                      </m:d>
                      <m:r>
                        <a:rPr lang="en-US" b="0" i="1" smtClean="0">
                          <a:latin typeface="Cambria Math" panose="02040503050406030204" pitchFamily="18" charset="0"/>
                        </a:rPr>
                        <m:t>+</m:t>
                      </m:r>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𝑓</m:t>
                          </m:r>
                        </m:sub>
                        <m:sup/>
                        <m:e>
                          <m:r>
                            <m:rPr>
                              <m:sty m:val="p"/>
                            </m:rPr>
                            <a:rPr lang="en-US">
                              <a:latin typeface="Cambria Math" panose="02040503050406030204" pitchFamily="18" charset="0"/>
                            </a:rPr>
                            <m:t>Λ</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𝑓</m:t>
                              </m:r>
                            </m:e>
                          </m:d>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e>
                      </m:nary>
                    </m:oMath>
                  </m:oMathPara>
                </a14:m>
                <a:endParaRPr lang="en-US" dirty="0"/>
              </a:p>
              <a:p>
                <a:pPr>
                  <a:lnSpc>
                    <a:spcPct val="100000"/>
                  </a:lnSpc>
                </a:pPr>
                <a:r>
                  <a:rPr lang="en-US" dirty="0"/>
                  <a:t>MEMM does </a:t>
                </a:r>
                <a:r>
                  <a:rPr lang="en-US" dirty="0">
                    <a:effectLst>
                      <a:glow rad="228600">
                        <a:schemeClr val="accent3">
                          <a:satMod val="175000"/>
                          <a:alpha val="40000"/>
                        </a:schemeClr>
                      </a:glow>
                    </a:effectLst>
                  </a:rPr>
                  <a:t>local normalization</a:t>
                </a:r>
                <a:r>
                  <a:rPr lang="en-US" dirty="0"/>
                  <a:t>:</a:t>
                </a:r>
                <a:br>
                  <a:rPr lang="en-US" dirty="0"/>
                </a:b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1" i="1" smtClean="0">
                                  <a:latin typeface="Cambria Math" panose="02040503050406030204" pitchFamily="18" charset="0"/>
                                </a:rPr>
                                <m:t>𝑾</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b="1" i="1">
                                          <a:latin typeface="Cambria Math" panose="02040503050406030204" pitchFamily="18" charset="0"/>
                                        </a:rPr>
                                        <m:t>𝑾</m:t>
                                      </m:r>
                                      <m:r>
                                        <a:rPr lang="en-US" i="1">
                                          <a:latin typeface="Cambria Math" panose="02040503050406030204" pitchFamily="18" charset="0"/>
                                        </a:rPr>
                                        <m:t>⋅</m:t>
                                      </m:r>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d>
                                </m:e>
                              </m:func>
                            </m:num>
                            <m:den>
                              <m:nary>
                                <m:naryPr>
                                  <m:chr m:val="∑"/>
                                  <m:limLoc m:val="subSup"/>
                                  <m:supHide m:val="on"/>
                                  <m:ctrlPr>
                                    <a:rPr lang="en-US" b="0" i="1" smtClean="0">
                                      <a:latin typeface="Cambria Math" panose="02040503050406030204" pitchFamily="18" charset="0"/>
                                    </a:rPr>
                                  </m:ctrlPr>
                                </m:naryPr>
                                <m:sub>
                                  <m:r>
                                    <m:rPr>
                                      <m:brk m:alnAt="9"/>
                                    </m:rPr>
                                    <a:rPr lang="en-US" b="0" i="1" smtClean="0">
                                      <a:effectLst>
                                        <a:glow rad="228600">
                                          <a:schemeClr val="accent2">
                                            <a:satMod val="175000"/>
                                            <a:alpha val="40000"/>
                                          </a:schemeClr>
                                        </a:glow>
                                      </a:effectLst>
                                      <a:latin typeface="Cambria Math" panose="02040503050406030204" pitchFamily="18" charset="0"/>
                                    </a:rPr>
                                    <m:t>𝑚</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b="1" i="1">
                                              <a:latin typeface="Cambria Math" panose="02040503050406030204" pitchFamily="18" charset="0"/>
                                            </a:rPr>
                                            <m:t>𝑾</m:t>
                                          </m:r>
                                          <m:r>
                                            <a:rPr lang="en-US" i="1">
                                              <a:latin typeface="Cambria Math" panose="02040503050406030204" pitchFamily="18" charset="0"/>
                                            </a:rPr>
                                            <m:t>⋅</m:t>
                                          </m:r>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b="0" i="1" smtClean="0">
                                                  <a:effectLst>
                                                    <a:glow rad="228600">
                                                      <a:schemeClr val="accent2">
                                                        <a:satMod val="175000"/>
                                                        <a:alpha val="40000"/>
                                                      </a:schemeClr>
                                                    </a:glow>
                                                  </a:effectLst>
                                                  <a:latin typeface="Cambria Math" panose="02040503050406030204" pitchFamily="18" charset="0"/>
                                                </a:rPr>
                                                <m:t>𝑚</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d>
                                    </m:e>
                                  </m:func>
                                </m:e>
                              </m:nary>
                            </m:den>
                          </m:f>
                        </m:e>
                      </m:func>
                    </m:oMath>
                  </m:oMathPara>
                </a14:m>
                <a:endParaRPr lang="en-US" dirty="0"/>
              </a:p>
              <a:p>
                <a:pPr>
                  <a:lnSpc>
                    <a:spcPct val="100000"/>
                  </a:lnSpc>
                </a:pPr>
                <a:r>
                  <a:rPr lang="en-US" dirty="0"/>
                  <a:t>Therefore </a:t>
                </a:r>
                <a14:m>
                  <m:oMath xmlns:m="http://schemas.openxmlformats.org/officeDocument/2006/math">
                    <m:nary>
                      <m:naryPr>
                        <m:chr m:val="∑"/>
                        <m:limLoc m:val="subSup"/>
                        <m:supHide m:val="on"/>
                        <m:ctrlPr>
                          <a:rPr lang="en-US" i="1" smtClean="0">
                            <a:latin typeface="Cambria Math" panose="02040503050406030204" pitchFamily="18" charset="0"/>
                          </a:rPr>
                        </m:ctrlPr>
                      </m:naryPr>
                      <m:sub>
                        <m:r>
                          <m:rPr>
                            <m:brk m:alnAt="9"/>
                          </m:rPr>
                          <a:rPr lang="en-US" b="0" i="1" smtClean="0">
                            <a:latin typeface="Cambria Math" panose="02040503050406030204" pitchFamily="18" charset="0"/>
                          </a:rPr>
                          <m:t>𝑚</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𝑚</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e>
                        </m:func>
                        <m:r>
                          <a:rPr lang="en-US" b="0" i="1" smtClean="0">
                            <a:latin typeface="Cambria Math" panose="02040503050406030204" pitchFamily="18" charset="0"/>
                          </a:rPr>
                          <m:t>=</m:t>
                        </m:r>
                        <m:r>
                          <a:rPr lang="en-US" b="0" i="1" smtClean="0">
                            <a:latin typeface="Cambria Math" panose="02040503050406030204" pitchFamily="18" charset="0"/>
                          </a:rPr>
                          <m:t>1</m:t>
                        </m:r>
                      </m:e>
                    </m:nary>
                  </m:oMath>
                </a14:m>
                <a:endParaRPr lang="en-US" dirty="0"/>
              </a:p>
              <a:p>
                <a:pPr>
                  <a:lnSpc>
                    <a:spcPct val="100000"/>
                  </a:lnSpc>
                </a:pPr>
                <a:r>
                  <a:rPr lang="en-US" dirty="0"/>
                  <a:t>During training, all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r>
                  <a:rPr lang="en-US" dirty="0"/>
                  <a:t> are observed</a:t>
                </a:r>
                <a:endParaRPr lang="en-US" dirty="0"/>
              </a:p>
              <a:p>
                <a:pPr>
                  <a:lnSpc>
                    <a:spcPct val="100000"/>
                  </a:lnSpc>
                </a:pPr>
                <a:r>
                  <a:rPr lang="en-US" dirty="0"/>
                  <a:t>Objective is</a:t>
                </a:r>
                <a:br>
                  <a:rPr lang="en-US" dirty="0"/>
                </a:b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1" i="1" smtClean="0">
                                  <a:latin typeface="Cambria Math" panose="02040503050406030204" pitchFamily="18" charset="0"/>
                                </a:rPr>
                                <m:t>𝑾</m:t>
                              </m:r>
                            </m:lim>
                          </m:limLow>
                        </m:fName>
                        <m:e>
                          <m:nary>
                            <m:naryPr>
                              <m:chr m:val="∑"/>
                              <m:limLoc m:val="subSup"/>
                              <m:supHide m:val="on"/>
                              <m:ctrlPr>
                                <a:rPr lang="en-US" b="0" i="1" smtClean="0">
                                  <a:latin typeface="Cambria Math" panose="02040503050406030204" pitchFamily="18" charset="0"/>
                                </a:rPr>
                              </m:ctrlPr>
                            </m:naryPr>
                            <m:sub>
                              <m:r>
                                <a:rPr lang="en-US" b="0" i="1" smtClean="0">
                                  <a:latin typeface="Cambria Math" panose="02040503050406030204" pitchFamily="18" charset="0"/>
                                </a:rPr>
                                <m:t>ℓ</m:t>
                              </m:r>
                            </m:sub>
                            <m:sup/>
                            <m:e>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𝑡</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𝑡</m:t>
                                                  </m:r>
                                                </m:sub>
                                                <m:sup>
                                                  <m:r>
                                                    <a:rPr lang="en-US" b="0" i="1" smtClean="0">
                                                      <a:latin typeface="Cambria Math" panose="02040503050406030204" pitchFamily="18" charset="0"/>
                                                    </a:rPr>
                                                    <m:t>(ℓ)</m:t>
                                                  </m:r>
                                                </m:sup>
                                              </m:sSubSup>
                                            </m:e>
                                            <m:e>
                                              <m:sSubSup>
                                                <m:sSubSupPr>
                                                  <m:ctrlPr>
                                                    <a:rPr lang="en-US" b="0" i="1" smtClean="0">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up>
                                                  <m:r>
                                                    <a:rPr lang="en-US" b="0" i="1" smtClean="0">
                                                      <a:latin typeface="Cambria Math" panose="02040503050406030204" pitchFamily="18" charset="0"/>
                                                    </a:rPr>
                                                    <m:t>(ℓ)</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𝑡</m:t>
                                                  </m:r>
                                                </m:sub>
                                                <m:sup>
                                                  <m:r>
                                                    <a:rPr lang="en-US" b="0" i="1" smtClean="0">
                                                      <a:latin typeface="Cambria Math" panose="02040503050406030204" pitchFamily="18" charset="0"/>
                                                    </a:rPr>
                                                    <m:t>(ℓ)</m:t>
                                                  </m:r>
                                                </m:sup>
                                              </m:sSubSup>
                                              <m:r>
                                                <a:rPr lang="en-US" i="1">
                                                  <a:latin typeface="Cambria Math" panose="02040503050406030204" pitchFamily="18" charset="0"/>
                                                </a:rPr>
                                                <m:t>;</m:t>
                                              </m:r>
                                              <m:r>
                                                <a:rPr lang="en-US" b="1" i="1">
                                                  <a:latin typeface="Cambria Math" panose="02040503050406030204" pitchFamily="18" charset="0"/>
                                                </a:rPr>
                                                <m:t>𝑾</m:t>
                                              </m:r>
                                            </m:e>
                                          </m:d>
                                        </m:e>
                                      </m:func>
                                    </m:e>
                                  </m:func>
                                </m:e>
                              </m:nary>
                            </m:e>
                          </m:nary>
                        </m:e>
                      </m:func>
                    </m:oMath>
                  </m:oMathPara>
                </a14:m>
                <a:endParaRPr lang="en-US" dirty="0"/>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MEMM inference</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p>
                <a:r>
                  <a:rPr lang="en-US" dirty="0">
                    <a:sym typeface="+mn-ea"/>
                  </a:rPr>
                  <a:t>During testing, apply Viterbi DP on probability chains (</a:t>
                </a:r>
                <a14:m>
                  <m:oMath xmlns:m="http://schemas.openxmlformats.org/officeDocument/2006/math">
                    <m:r>
                      <a:rPr lang="en-US" b="1" i="1">
                        <a:latin typeface="Cambria Math" panose="02040503050406030204" pitchFamily="18" charset="0"/>
                      </a:rPr>
                      <m:t>𝑾</m:t>
                    </m:r>
                  </m:oMath>
                </a14:m>
                <a:r>
                  <a:rPr lang="en-US" dirty="0">
                    <a:sym typeface="+mn-ea"/>
                  </a:rPr>
                  <a:t> is trained and fixed)</a:t>
                </a:r>
                <a:br>
                  <a:rPr lang="en-US" dirty="0">
                    <a:sym typeface="+mn-ea"/>
                  </a:rPr>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𝑚</m:t>
                              </m:r>
                              <m:r>
                                <a:rPr lang="en-US" b="0" i="1" smtClean="0">
                                  <a:latin typeface="Cambria Math" panose="02040503050406030204" pitchFamily="18" charset="0"/>
                                </a:rPr>
                                <m:t>′</m:t>
                              </m:r>
                            </m:lim>
                          </m:limLow>
                        </m:fName>
                        <m:e>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r>
                            <a:rPr lang="en-US" b="0" i="0" smtClean="0">
                              <a:latin typeface="Cambria Math" panose="02040503050406030204" pitchFamily="18" charset="0"/>
                            </a:rPr>
                            <m:t> </m:t>
                          </m:r>
                          <m:r>
                            <m:rPr>
                              <m:sty m:val="p"/>
                            </m:rPr>
                            <a:rPr lang="en-US" b="0" i="0" smtClean="0">
                              <a:latin typeface="Cambria Math" panose="02040503050406030204" pitchFamily="18" charset="0"/>
                            </a:rPr>
                            <m:t>Pr</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1" i="1" smtClean="0">
                              <a:latin typeface="Cambria Math" panose="02040503050406030204" pitchFamily="18" charset="0"/>
                            </a:rPr>
                            <m:t>𝑾</m:t>
                          </m:r>
                          <m:r>
                            <a:rPr lang="en-US" b="0" i="1" smtClean="0">
                              <a:latin typeface="Cambria Math" panose="02040503050406030204" pitchFamily="18" charset="0"/>
                            </a:rPr>
                            <m:t>)</m:t>
                          </m:r>
                        </m:e>
                      </m:func>
                    </m:oMath>
                  </m:oMathPara>
                </a14:m>
                <a:endParaRPr lang="en-US" b="0" i="1" smtClean="0">
                  <a:latin typeface="Cambria Math" panose="02040503050406030204" pitchFamily="18" charset="0"/>
                </a:endParaRPr>
              </a:p>
              <a:p>
                <a:r>
                  <a:rPr lang="en-US" dirty="0"/>
                  <a:t>Here </a:t>
                </a:r>
                <a14:m>
                  <m:oMath xmlns:m="http://schemas.openxmlformats.org/officeDocument/2006/math">
                    <m:r>
                      <m:rPr>
                        <m:sty m:val="p"/>
                      </m:rPr>
                      <a:rPr lang="en-US" b="0" i="0" smtClean="0">
                        <a:latin typeface="Cambria Math" panose="02040503050406030204" pitchFamily="18" charset="0"/>
                      </a:rPr>
                      <m:t>Pr</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1" i="1" smtClean="0">
                        <a:latin typeface="Cambria Math" panose="02040503050406030204" pitchFamily="18" charset="0"/>
                      </a:rPr>
                      <m:t>𝑾</m:t>
                    </m:r>
                    <m:r>
                      <a:rPr lang="en-US" b="0" i="1" smtClean="0">
                        <a:latin typeface="Cambria Math" panose="02040503050406030204" pitchFamily="18" charset="0"/>
                      </a:rPr>
                      <m:t>)</m:t>
                    </m:r>
                  </m:oMath>
                </a14:m>
                <a:r>
                  <a:rPr lang="en-US" dirty="0"/>
                  <a:t> is modeled as a LR using single-step feature map </a:t>
                </a:r>
                <a14:m>
                  <m:oMath xmlns:m="http://schemas.openxmlformats.org/officeDocument/2006/math">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𝑛</m:t>
                        </m:r>
                      </m:e>
                    </m:d>
                  </m:oMath>
                </a14:m>
                <a:endParaRPr lang="en-US" dirty="0"/>
              </a:p>
              <a:p>
                <a:r>
                  <a:rPr lang="en-US"/>
                  <a:t>Note that this is still global, </a:t>
                </a:r>
                <a:r>
                  <a:rPr lang="en-US">
                    <a:effectLst>
                      <a:glow rad="228600">
                        <a:schemeClr val="accent3">
                          <a:satMod val="175000"/>
                          <a:alpha val="40000"/>
                        </a:schemeClr>
                      </a:glow>
                    </a:effectLst>
                  </a:rPr>
                  <a:t>not greedy</a:t>
                </a:r>
                <a:r>
                  <a:rPr lang="en-US"/>
                  <a:t> decoding</a:t>
                </a:r>
                <a:endParaRPr lang="en-US"/>
              </a:p>
              <a:p>
                <a:r>
                  <a:rPr lang="en-US"/>
                  <a:t>Just that the step probability </a:t>
                </a:r>
                <a14:m>
                  <m:oMath xmlns:m="http://schemas.openxmlformats.org/officeDocument/2006/math">
                    <m:r>
                      <m:rPr>
                        <m:sty m:val="p"/>
                      </m:rPr>
                      <a:rPr lang="en-US" b="0" i="0" smtClean="0">
                        <a:latin typeface="Cambria Math" panose="02040503050406030204" pitchFamily="18" charset="0"/>
                      </a:rPr>
                      <m:t>Pr</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1" i="1" smtClean="0">
                        <a:latin typeface="Cambria Math" panose="02040503050406030204" pitchFamily="18" charset="0"/>
                      </a:rPr>
                      <m:t>𝑾</m:t>
                    </m:r>
                    <m:r>
                      <a:rPr lang="en-US" b="0" i="1" smtClean="0">
                        <a:latin typeface="Cambria Math" panose="02040503050406030204" pitchFamily="18" charset="0"/>
                      </a:rPr>
                      <m:t>)</m:t>
                    </m:r>
                  </m:oMath>
                </a14:m>
                <a:r>
                  <a:rPr lang="en-US"/>
                  <a:t> is locally normalized over </a:t>
                </a:r>
                <a14:m>
                  <m:oMath xmlns:m="http://schemas.openxmlformats.org/officeDocument/2006/math">
                    <m:r>
                      <a:rPr lang="en-US" i="1">
                        <a:latin typeface="DejaVu Math TeX Gyre" panose="02000503000000000000" charset="0"/>
                        <a:cs typeface="DejaVu Math TeX Gyre" panose="02000503000000000000" charset="0"/>
                      </a:rPr>
                      <m:t>𝑚</m:t>
                    </m:r>
                  </m:oMath>
                </a14:m>
                <a:r>
                  <a:rPr lang="en-US"/>
                  <a:t> (which is bad enough)</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Local normalization considered harmful</a:t>
            </a:r>
            <a:endParaRPr lang="en-US"/>
          </a:p>
        </p:txBody>
      </p:sp>
      <mc:AlternateContent xmlns:mc="http://schemas.openxmlformats.org/markup-compatibility/2006">
        <mc:Choice xmlns:a14="http://schemas.microsoft.com/office/drawing/2010/main" Requires="a14">
          <p:sp>
            <p:nvSpPr>
              <p:cNvPr id="5" name="Text Placeholder 4"/>
              <p:cNvSpPr>
                <a:spLocks noGrp="1"/>
              </p:cNvSpPr>
              <p:nvPr>
                <p:ph type="body" idx="1"/>
              </p:nvPr>
            </p:nvSpPr>
            <p:spPr>
              <a:xfrm>
                <a:off x="6059170" y="913130"/>
                <a:ext cx="6071235" cy="5859780"/>
              </a:xfrm>
            </p:spPr>
            <p:txBody>
              <a:bodyPr>
                <a:normAutofit fontScale="67500"/>
              </a:bodyPr>
              <a:lstStyle/>
              <a:p>
                <a:r>
                  <a:rPr lang="en-US"/>
                  <a:t>Each edge shows</a:t>
                </a:r>
                <a:endParaRPr lang="en-US"/>
              </a:p>
              <a:p>
                <a:pPr lvl="1"/>
                <a:r>
                  <a:rPr lang="en-US"/>
                  <a:t>Locally normalized probability</a:t>
                </a:r>
                <a:endParaRPr lang="en-US"/>
              </a:p>
              <a:p>
                <a:pPr lvl="1"/>
                <a:r>
                  <a:rPr lang="en-US"/>
                  <a:t>Raw transition count in train fold</a:t>
                </a:r>
                <a:endParaRPr lang="en-US"/>
              </a:p>
              <a:p>
                <a:r>
                  <a:rPr lang="en-US"/>
                  <a:t>Different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r>
                  <a:rPr lang="en-US"/>
                  <a:t> in the two steps</a:t>
                </a:r>
                <a:endParaRPr lang="en-US"/>
              </a:p>
              <a:p>
                <a:r>
                  <a:rPr lang="en-US"/>
                  <a:t>Black edges supported by few observations</a:t>
                </a:r>
                <a:endParaRPr lang="en-US"/>
              </a:p>
              <a:p>
                <a:pPr lvl="1"/>
                <a:r>
                  <a:rPr lang="en-US"/>
                  <a:t>But prob =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4</m:t>
                    </m:r>
                    <m:r>
                      <a:rPr lang="en-US" b="0" i="1" smtClean="0">
                        <a:latin typeface="Cambria Math" panose="02040503050406030204" pitchFamily="18" charset="0"/>
                      </a:rPr>
                      <m:t>×.</m:t>
                    </m:r>
                    <m:r>
                      <a:rPr lang="en-US" b="0" i="1" smtClean="0">
                        <a:latin typeface="Cambria Math" panose="02040503050406030204" pitchFamily="18" charset="0"/>
                      </a:rPr>
                      <m:t>5</m:t>
                    </m:r>
                    <m:r>
                      <a:rPr lang="en-US" b="0" i="1" smtClean="0">
                        <a:latin typeface="Cambria Math" panose="02040503050406030204" pitchFamily="18" charset="0"/>
                      </a:rPr>
                      <m:t>=.</m:t>
                    </m:r>
                    <m:r>
                      <a:rPr lang="en-US" b="0" i="1" smtClean="0">
                        <a:latin typeface="Cambria Math" panose="02040503050406030204" pitchFamily="18" charset="0"/>
                      </a:rPr>
                      <m:t>2</m:t>
                    </m:r>
                  </m:oMath>
                </a14:m>
                <a:endParaRPr lang="en-US"/>
              </a:p>
              <a:p>
                <a:r>
                  <a:rPr lang="en-US"/>
                  <a:t>Blue and red edges supported by many observations</a:t>
                </a:r>
                <a:endParaRPr lang="en-US"/>
              </a:p>
              <a:p>
                <a:pPr lvl="1"/>
                <a:r>
                  <a:rPr lang="en-US"/>
                  <a:t>But prob =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3</m:t>
                    </m:r>
                    <m:r>
                      <a:rPr lang="en-US" b="0" i="1" smtClean="0">
                        <a:latin typeface="Cambria Math" panose="02040503050406030204" pitchFamily="18" charset="0"/>
                      </a:rPr>
                      <m:t>=.</m:t>
                    </m:r>
                    <m:r>
                      <a:rPr lang="en-US" b="0" i="1" smtClean="0">
                        <a:latin typeface="Cambria Math" panose="02040503050406030204" pitchFamily="18" charset="0"/>
                      </a:rPr>
                      <m:t>06</m:t>
                    </m:r>
                  </m:oMath>
                </a14:m>
                <a:endParaRPr lang="en-US"/>
              </a:p>
              <a:p>
                <a:r>
                  <a:rPr lang="en-US"/>
                  <a:t>Uncertainty information lost</a:t>
                </a:r>
                <a:endParaRPr lang="en-US"/>
              </a:p>
              <a:p>
                <a:r>
                  <a:rPr lang="en-US"/>
                  <a:t>Low-entropy paths favored</a:t>
                </a:r>
                <a:endParaRPr lang="en-US"/>
              </a:p>
            </p:txBody>
          </p:sp>
        </mc:Choice>
        <mc:Fallback>
          <p:sp>
            <p:nvSpPr>
              <p:cNvPr id="5" name="Text Placeholder 4"/>
              <p:cNvSpPr>
                <a:spLocks noRot="1" noChangeAspect="1" noMove="1" noResize="1" noEditPoints="1" noAdjustHandles="1" noChangeArrowheads="1" noChangeShapeType="1" noTextEdit="1"/>
              </p:cNvSpPr>
              <p:nvPr>
                <p:ph type="body" idx="1"/>
              </p:nvPr>
            </p:nvSpPr>
            <p:spPr>
              <a:xfrm>
                <a:off x="6059170" y="913130"/>
                <a:ext cx="6071235" cy="5859780"/>
              </a:xfrm>
              <a:blipFill rotWithShape="1">
                <a:blip r:embed="rId1"/>
                <a:stretch>
                  <a:fillRect/>
                </a:stretch>
              </a:blipFill>
            </p:spPr>
            <p:txBody>
              <a:bodyPr/>
              <a:lstStyle/>
              <a:p>
                <a:r>
                  <a:rPr lang="en-US" altLang="en-US">
                    <a:noFill/>
                  </a:rPr>
                  <a:t> </a:t>
                </a:r>
              </a:p>
            </p:txBody>
          </p:sp>
        </mc:Fallback>
      </mc:AlternateContent>
      <p:sp>
        <p:nvSpPr>
          <p:cNvPr id="6" name="Oval 5"/>
          <p:cNvSpPr/>
          <p:nvPr/>
        </p:nvSpPr>
        <p:spPr>
          <a:xfrm>
            <a:off x="354418" y="17313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676400" y="17313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998382" y="17313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320364" y="17313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642344" y="1731333"/>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418" y="37125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676400" y="37125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998382" y="37125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320364" y="37125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642344" y="3712533"/>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54418" y="56937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1676400" y="56937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2998382" y="56937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4320364" y="5693734"/>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642344" y="5693733"/>
            <a:ext cx="198475" cy="21265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a:stCxn id="6" idx="4"/>
            <a:endCxn id="11" idx="0"/>
          </p:cNvCxnSpPr>
          <p:nvPr/>
        </p:nvCxnSpPr>
        <p:spPr>
          <a:xfrm>
            <a:off x="453656" y="1943985"/>
            <a:ext cx="0" cy="176854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6" idx="4"/>
            <a:endCxn id="12" idx="1"/>
          </p:cNvCxnSpPr>
          <p:nvPr/>
        </p:nvCxnSpPr>
        <p:spPr>
          <a:xfrm>
            <a:off x="453656" y="1943985"/>
            <a:ext cx="1251810" cy="17996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2" name="TextBox 61"/>
              <p:cNvSpPr txBox="1"/>
              <p:nvPr/>
            </p:nvSpPr>
            <p:spPr>
              <a:xfrm rot="16200000">
                <a:off x="-403747" y="3523061"/>
                <a:ext cx="1158875" cy="368300"/>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m:t>
                    </m:r>
                  </m:oMath>
                </a14:m>
                <a:r>
                  <a:rPr lang="en-US"/>
                  <a:t> Time </a:t>
                </a:r>
                <a14:m>
                  <m:oMath xmlns:m="http://schemas.openxmlformats.org/officeDocument/2006/math">
                    <m:r>
                      <a:rPr lang="en-US" i="1" dirty="0" smtClean="0">
                        <a:latin typeface="Cambria Math" panose="02040503050406030204" pitchFamily="18" charset="0"/>
                      </a:rPr>
                      <m:t>𝑡</m:t>
                    </m:r>
                  </m:oMath>
                </a14:m>
                <a:endParaRPr lang="en-US"/>
              </a:p>
            </p:txBody>
          </p:sp>
        </mc:Choice>
        <mc:Fallback>
          <p:sp>
            <p:nvSpPr>
              <p:cNvPr id="62" name="TextBox 61"/>
              <p:cNvSpPr txBox="1">
                <a:spLocks noRot="1" noChangeAspect="1" noMove="1" noResize="1" noEditPoints="1" noAdjustHandles="1" noChangeArrowheads="1" noChangeShapeType="1" noTextEdit="1"/>
              </p:cNvSpPr>
              <p:nvPr/>
            </p:nvSpPr>
            <p:spPr>
              <a:xfrm rot="16200000">
                <a:off x="-403747" y="3523061"/>
                <a:ext cx="1158875" cy="368300"/>
              </a:xfrm>
              <a:prstGeom prst="rect">
                <a:avLst/>
              </a:prstGeom>
              <a:blipFill rotWithShape="1">
                <a:blip r:embed="rId2"/>
                <a:stretch>
                  <a:fillRect l="34127" t="-107436" r="34147" b="-107219"/>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Box 2"/>
              <p:cNvSpPr txBox="1"/>
              <p:nvPr/>
            </p:nvSpPr>
            <p:spPr>
              <a:xfrm>
                <a:off x="2562749" y="1191596"/>
                <a:ext cx="1126490" cy="368300"/>
              </a:xfrm>
              <a:prstGeom prst="rect">
                <a:avLst/>
              </a:prstGeom>
              <a:noFill/>
            </p:spPr>
            <p:txBody>
              <a:bodyPr wrap="none" rtlCol="0">
                <a:spAutoFit/>
              </a:bodyPr>
              <a:lstStyle/>
              <a:p>
                <a:r>
                  <a:rPr lang="en-US"/>
                  <a:t>States </a:t>
                </a:r>
                <a14:m>
                  <m:oMath xmlns:m="http://schemas.openxmlformats.org/officeDocument/2006/math">
                    <m:r>
                      <a:rPr lang="en-US" b="0" i="1" smtClean="0">
                        <a:latin typeface="Cambria Math" panose="02040503050406030204" pitchFamily="18" charset="0"/>
                      </a:rPr>
                      <m:t>→</m:t>
                    </m:r>
                  </m:oMath>
                </a14:m>
                <a:endParaRPr lang="en-US"/>
              </a:p>
            </p:txBody>
          </p:sp>
        </mc:Choice>
        <mc:Fallback>
          <p:sp>
            <p:nvSpPr>
              <p:cNvPr id="3" name="TextBox 2"/>
              <p:cNvSpPr txBox="1">
                <a:spLocks noRot="1" noChangeAspect="1" noMove="1" noResize="1" noEditPoints="1" noAdjustHandles="1" noChangeArrowheads="1" noChangeShapeType="1" noTextEdit="1"/>
              </p:cNvSpPr>
              <p:nvPr/>
            </p:nvSpPr>
            <p:spPr>
              <a:xfrm>
                <a:off x="2562749" y="1191596"/>
                <a:ext cx="1126490" cy="368300"/>
              </a:xfrm>
              <a:prstGeom prst="rect">
                <a:avLst/>
              </a:prstGeom>
              <a:blipFill rotWithShape="1">
                <a:blip r:embed="rId3"/>
                <a:stretch>
                  <a:fillRect l="-47" t="-91" r="47" b="91"/>
                </a:stretch>
              </a:blipFill>
            </p:spPr>
            <p:txBody>
              <a:bodyPr/>
              <a:lstStyle/>
              <a:p>
                <a:r>
                  <a:rPr lang="en-US" altLang="en-US">
                    <a:noFill/>
                  </a:rPr>
                  <a:t> </a:t>
                </a:r>
              </a:p>
            </p:txBody>
          </p:sp>
        </mc:Fallback>
      </mc:AlternateContent>
      <p:sp>
        <p:nvSpPr>
          <p:cNvPr id="4" name="TextBox 3"/>
          <p:cNvSpPr txBox="1"/>
          <p:nvPr/>
        </p:nvSpPr>
        <p:spPr>
          <a:xfrm rot="16200000">
            <a:off x="-43544" y="2461612"/>
            <a:ext cx="709930" cy="368300"/>
          </a:xfrm>
          <a:prstGeom prst="rect">
            <a:avLst/>
          </a:prstGeom>
          <a:noFill/>
        </p:spPr>
        <p:txBody>
          <a:bodyPr wrap="none" rtlCol="0">
            <a:spAutoFit/>
          </a:bodyPr>
          <a:lstStyle/>
          <a:p>
            <a:r>
              <a:rPr lang="en-US"/>
              <a:t>.4/20</a:t>
            </a:r>
            <a:endParaRPr lang="en-US"/>
          </a:p>
        </p:txBody>
      </p:sp>
      <p:sp>
        <p:nvSpPr>
          <p:cNvPr id="36" name="TextBox 35"/>
          <p:cNvSpPr txBox="1"/>
          <p:nvPr/>
        </p:nvSpPr>
        <p:spPr>
          <a:xfrm rot="3365100">
            <a:off x="535938" y="2104124"/>
            <a:ext cx="709930" cy="368300"/>
          </a:xfrm>
          <a:prstGeom prst="rect">
            <a:avLst/>
          </a:prstGeom>
          <a:noFill/>
        </p:spPr>
        <p:txBody>
          <a:bodyPr wrap="none" rtlCol="0">
            <a:spAutoFit/>
          </a:bodyPr>
          <a:lstStyle/>
          <a:p>
            <a:r>
              <a:rPr lang="en-US"/>
              <a:t>.6/30</a:t>
            </a:r>
            <a:endParaRPr lang="en-US"/>
          </a:p>
        </p:txBody>
      </p:sp>
      <p:grpSp>
        <p:nvGrpSpPr>
          <p:cNvPr id="24" name="Group 23"/>
          <p:cNvGrpSpPr/>
          <p:nvPr/>
        </p:nvGrpSpPr>
        <p:grpSpPr>
          <a:xfrm>
            <a:off x="113390" y="3925185"/>
            <a:ext cx="1592076" cy="1799691"/>
            <a:chOff x="113390" y="3925185"/>
            <a:chExt cx="1592076" cy="1799691"/>
          </a:xfrm>
        </p:grpSpPr>
        <p:cxnSp>
          <p:nvCxnSpPr>
            <p:cNvPr id="23" name="Straight Arrow Connector 22"/>
            <p:cNvCxnSpPr>
              <a:stCxn id="11" idx="4"/>
              <a:endCxn id="16" idx="0"/>
            </p:cNvCxnSpPr>
            <p:nvPr/>
          </p:nvCxnSpPr>
          <p:spPr>
            <a:xfrm>
              <a:off x="453656" y="3925185"/>
              <a:ext cx="0" cy="176854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1" idx="4"/>
              <a:endCxn id="17" idx="1"/>
            </p:cNvCxnSpPr>
            <p:nvPr/>
          </p:nvCxnSpPr>
          <p:spPr>
            <a:xfrm>
              <a:off x="453656" y="3925185"/>
              <a:ext cx="1251810" cy="17996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rot="16200000">
              <a:off x="-43544" y="4666723"/>
              <a:ext cx="683200" cy="369332"/>
            </a:xfrm>
            <a:prstGeom prst="rect">
              <a:avLst/>
            </a:prstGeom>
            <a:noFill/>
          </p:spPr>
          <p:txBody>
            <a:bodyPr wrap="none" rtlCol="0">
              <a:spAutoFit/>
            </a:bodyPr>
            <a:lstStyle/>
            <a:p>
              <a:r>
                <a:rPr lang="en-US"/>
                <a:t>.5/10</a:t>
              </a:r>
              <a:endParaRPr lang="en-US"/>
            </a:p>
          </p:txBody>
        </p:sp>
        <p:sp>
          <p:nvSpPr>
            <p:cNvPr id="46" name="TextBox 45"/>
            <p:cNvSpPr txBox="1"/>
            <p:nvPr/>
          </p:nvSpPr>
          <p:spPr>
            <a:xfrm rot="3365100">
              <a:off x="605486" y="4205675"/>
              <a:ext cx="683200" cy="369332"/>
            </a:xfrm>
            <a:prstGeom prst="rect">
              <a:avLst/>
            </a:prstGeom>
            <a:noFill/>
          </p:spPr>
          <p:txBody>
            <a:bodyPr wrap="none" rtlCol="0">
              <a:spAutoFit/>
            </a:bodyPr>
            <a:lstStyle/>
            <a:p>
              <a:r>
                <a:rPr lang="en-US"/>
                <a:t>.5/10</a:t>
              </a:r>
              <a:endParaRPr lang="en-US"/>
            </a:p>
          </p:txBody>
        </p:sp>
      </p:grpSp>
      <p:grpSp>
        <p:nvGrpSpPr>
          <p:cNvPr id="25" name="Group 24"/>
          <p:cNvGrpSpPr/>
          <p:nvPr/>
        </p:nvGrpSpPr>
        <p:grpSpPr>
          <a:xfrm>
            <a:off x="523827" y="3925185"/>
            <a:ext cx="5147583" cy="1918284"/>
            <a:chOff x="523827" y="3925185"/>
            <a:chExt cx="5147583" cy="1918284"/>
          </a:xfrm>
        </p:grpSpPr>
        <p:cxnSp>
          <p:nvCxnSpPr>
            <p:cNvPr id="47" name="Straight Arrow Connector 46"/>
            <p:cNvCxnSpPr>
              <a:stCxn id="12" idx="4"/>
              <a:endCxn id="16" idx="7"/>
            </p:cNvCxnSpPr>
            <p:nvPr/>
          </p:nvCxnSpPr>
          <p:spPr>
            <a:xfrm flipH="1">
              <a:off x="523827" y="3925185"/>
              <a:ext cx="1251811" cy="179969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2" idx="4"/>
              <a:endCxn id="17" idx="0"/>
            </p:cNvCxnSpPr>
            <p:nvPr/>
          </p:nvCxnSpPr>
          <p:spPr>
            <a:xfrm>
              <a:off x="1775638" y="3925185"/>
              <a:ext cx="0" cy="176854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2" idx="4"/>
              <a:endCxn id="18" idx="1"/>
            </p:cNvCxnSpPr>
            <p:nvPr/>
          </p:nvCxnSpPr>
          <p:spPr>
            <a:xfrm>
              <a:off x="1775638" y="3925185"/>
              <a:ext cx="1251810" cy="179969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2" idx="4"/>
              <a:endCxn id="19" idx="1"/>
            </p:cNvCxnSpPr>
            <p:nvPr/>
          </p:nvCxnSpPr>
          <p:spPr>
            <a:xfrm>
              <a:off x="1775638" y="3925185"/>
              <a:ext cx="2573792" cy="179969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12" idx="4"/>
              <a:endCxn id="20" idx="1"/>
            </p:cNvCxnSpPr>
            <p:nvPr/>
          </p:nvCxnSpPr>
          <p:spPr>
            <a:xfrm>
              <a:off x="1775638" y="3925185"/>
              <a:ext cx="3895772" cy="179969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rot="18205114">
              <a:off x="477428" y="5258694"/>
              <a:ext cx="800219" cy="369332"/>
            </a:xfrm>
            <a:prstGeom prst="rect">
              <a:avLst/>
            </a:prstGeom>
            <a:noFill/>
          </p:spPr>
          <p:txBody>
            <a:bodyPr wrap="none" rtlCol="0">
              <a:spAutoFit/>
            </a:bodyPr>
            <a:lstStyle/>
            <a:p>
              <a:r>
                <a:rPr lang="en-US">
                  <a:solidFill>
                    <a:schemeClr val="accent2"/>
                  </a:solidFill>
                </a:rPr>
                <a:t>.2/100</a:t>
              </a:r>
              <a:endParaRPr lang="en-US">
                <a:solidFill>
                  <a:schemeClr val="accent2"/>
                </a:solidFill>
              </a:endParaRPr>
            </a:p>
          </p:txBody>
        </p:sp>
        <p:sp>
          <p:nvSpPr>
            <p:cNvPr id="49" name="TextBox 48"/>
            <p:cNvSpPr txBox="1"/>
            <p:nvPr/>
          </p:nvSpPr>
          <p:spPr>
            <a:xfrm rot="16200000">
              <a:off x="1508583" y="4898088"/>
              <a:ext cx="800219" cy="369332"/>
            </a:xfrm>
            <a:prstGeom prst="rect">
              <a:avLst/>
            </a:prstGeom>
            <a:noFill/>
          </p:spPr>
          <p:txBody>
            <a:bodyPr wrap="none" rtlCol="0">
              <a:spAutoFit/>
            </a:bodyPr>
            <a:lstStyle/>
            <a:p>
              <a:r>
                <a:rPr lang="en-US">
                  <a:solidFill>
                    <a:schemeClr val="accent2"/>
                  </a:solidFill>
                </a:rPr>
                <a:t>.3/150</a:t>
              </a:r>
              <a:endParaRPr lang="en-US">
                <a:solidFill>
                  <a:schemeClr val="accent2"/>
                </a:solidFill>
              </a:endParaRPr>
            </a:p>
          </p:txBody>
        </p:sp>
        <p:sp>
          <p:nvSpPr>
            <p:cNvPr id="51" name="TextBox 50"/>
            <p:cNvSpPr txBox="1"/>
            <p:nvPr/>
          </p:nvSpPr>
          <p:spPr>
            <a:xfrm rot="3267527">
              <a:off x="2423486" y="4927268"/>
              <a:ext cx="683200" cy="369332"/>
            </a:xfrm>
            <a:prstGeom prst="rect">
              <a:avLst/>
            </a:prstGeom>
            <a:noFill/>
          </p:spPr>
          <p:txBody>
            <a:bodyPr wrap="none" rtlCol="0">
              <a:spAutoFit/>
            </a:bodyPr>
            <a:lstStyle/>
            <a:p>
              <a:r>
                <a:rPr lang="en-US">
                  <a:solidFill>
                    <a:schemeClr val="accent2"/>
                  </a:solidFill>
                </a:rPr>
                <a:t>.1/50</a:t>
              </a:r>
              <a:endParaRPr lang="en-US">
                <a:solidFill>
                  <a:schemeClr val="accent2"/>
                </a:solidFill>
              </a:endParaRPr>
            </a:p>
          </p:txBody>
        </p:sp>
        <p:sp>
          <p:nvSpPr>
            <p:cNvPr id="52" name="TextBox 51"/>
            <p:cNvSpPr txBox="1"/>
            <p:nvPr/>
          </p:nvSpPr>
          <p:spPr>
            <a:xfrm rot="2119424">
              <a:off x="3656667" y="5155132"/>
              <a:ext cx="683200" cy="369332"/>
            </a:xfrm>
            <a:prstGeom prst="rect">
              <a:avLst/>
            </a:prstGeom>
            <a:noFill/>
          </p:spPr>
          <p:txBody>
            <a:bodyPr wrap="none" rtlCol="0">
              <a:spAutoFit/>
            </a:bodyPr>
            <a:lstStyle/>
            <a:p>
              <a:r>
                <a:rPr lang="en-US">
                  <a:solidFill>
                    <a:schemeClr val="accent2"/>
                  </a:solidFill>
                </a:rPr>
                <a:t>.1/50</a:t>
              </a:r>
              <a:endParaRPr lang="en-US">
                <a:solidFill>
                  <a:schemeClr val="accent2"/>
                </a:solidFill>
              </a:endParaRPr>
            </a:p>
          </p:txBody>
        </p:sp>
        <p:sp>
          <p:nvSpPr>
            <p:cNvPr id="54" name="TextBox 53"/>
            <p:cNvSpPr txBox="1"/>
            <p:nvPr/>
          </p:nvSpPr>
          <p:spPr>
            <a:xfrm rot="1510742">
              <a:off x="4482508" y="5015106"/>
              <a:ext cx="800219" cy="369332"/>
            </a:xfrm>
            <a:prstGeom prst="rect">
              <a:avLst/>
            </a:prstGeom>
            <a:noFill/>
          </p:spPr>
          <p:txBody>
            <a:bodyPr wrap="none" rtlCol="0">
              <a:spAutoFit/>
            </a:bodyPr>
            <a:lstStyle/>
            <a:p>
              <a:r>
                <a:rPr lang="en-US">
                  <a:solidFill>
                    <a:schemeClr val="accent2"/>
                  </a:solidFill>
                </a:rPr>
                <a:t>.3/150</a:t>
              </a:r>
              <a:endParaRPr lang="en-US">
                <a:solidFill>
                  <a:schemeClr val="accent2"/>
                </a:solidFill>
              </a:endParaRPr>
            </a:p>
          </p:txBody>
        </p:sp>
      </p:grpSp>
      <p:cxnSp>
        <p:nvCxnSpPr>
          <p:cNvPr id="28" name="Straight Connector 27"/>
          <p:cNvCxnSpPr>
            <a:stCxn id="7" idx="4"/>
            <a:endCxn id="12" idx="0"/>
          </p:cNvCxnSpPr>
          <p:nvPr/>
        </p:nvCxnSpPr>
        <p:spPr>
          <a:xfrm>
            <a:off x="1775638" y="1943985"/>
            <a:ext cx="0" cy="1768549"/>
          </a:xfrm>
          <a:prstGeom prst="line">
            <a:avLst/>
          </a:prstGeom>
          <a:ln w="762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4"/>
            <a:endCxn id="17" idx="0"/>
          </p:cNvCxnSpPr>
          <p:nvPr/>
        </p:nvCxnSpPr>
        <p:spPr>
          <a:xfrm>
            <a:off x="1775638" y="3925185"/>
            <a:ext cx="0" cy="1768549"/>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6" idx="4"/>
            <a:endCxn id="11" idx="0"/>
          </p:cNvCxnSpPr>
          <p:nvPr/>
        </p:nvCxnSpPr>
        <p:spPr>
          <a:xfrm>
            <a:off x="453656" y="1943985"/>
            <a:ext cx="0" cy="176854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11" idx="4"/>
            <a:endCxn id="16" idx="0"/>
          </p:cNvCxnSpPr>
          <p:nvPr/>
        </p:nvCxnSpPr>
        <p:spPr>
          <a:xfrm>
            <a:off x="453656" y="3925185"/>
            <a:ext cx="0" cy="176854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a:xfrm>
            <a:off x="523875" y="1943735"/>
            <a:ext cx="5146675" cy="1885315"/>
            <a:chOff x="825" y="3061"/>
            <a:chExt cx="8105" cy="2969"/>
          </a:xfrm>
        </p:grpSpPr>
        <p:cxnSp>
          <p:nvCxnSpPr>
            <p:cNvPr id="32" name="Straight Arrow Connector 31"/>
            <p:cNvCxnSpPr>
              <a:stCxn id="7" idx="4"/>
              <a:endCxn id="11" idx="7"/>
            </p:cNvCxnSpPr>
            <p:nvPr/>
          </p:nvCxnSpPr>
          <p:spPr>
            <a:xfrm flipH="1">
              <a:off x="825" y="3061"/>
              <a:ext cx="1971" cy="2834"/>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7" idx="4"/>
              <a:endCxn id="12" idx="0"/>
            </p:cNvCxnSpPr>
            <p:nvPr/>
          </p:nvCxnSpPr>
          <p:spPr>
            <a:xfrm>
              <a:off x="2796" y="3061"/>
              <a:ext cx="0" cy="2785"/>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7" idx="4"/>
              <a:endCxn id="13" idx="1"/>
            </p:cNvCxnSpPr>
            <p:nvPr/>
          </p:nvCxnSpPr>
          <p:spPr>
            <a:xfrm>
              <a:off x="2796" y="3061"/>
              <a:ext cx="1971" cy="2834"/>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7" idx="4"/>
              <a:endCxn id="14" idx="1"/>
            </p:cNvCxnSpPr>
            <p:nvPr/>
          </p:nvCxnSpPr>
          <p:spPr>
            <a:xfrm>
              <a:off x="2796" y="3061"/>
              <a:ext cx="4053" cy="2834"/>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7" idx="4"/>
              <a:endCxn id="15" idx="1"/>
            </p:cNvCxnSpPr>
            <p:nvPr/>
          </p:nvCxnSpPr>
          <p:spPr>
            <a:xfrm>
              <a:off x="2796" y="3061"/>
              <a:ext cx="6135" cy="2834"/>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rot="18205114">
              <a:off x="785" y="5109"/>
              <a:ext cx="1260" cy="582"/>
            </a:xfrm>
            <a:prstGeom prst="rect">
              <a:avLst/>
            </a:prstGeom>
            <a:noFill/>
          </p:spPr>
          <p:txBody>
            <a:bodyPr wrap="none" rtlCol="0">
              <a:spAutoFit/>
            </a:bodyPr>
            <a:lstStyle/>
            <a:p>
              <a:r>
                <a:rPr lang="en-US">
                  <a:solidFill>
                    <a:schemeClr val="accent1"/>
                  </a:solidFill>
                </a:rPr>
                <a:t>.2/100</a:t>
              </a:r>
              <a:endParaRPr lang="en-US">
                <a:solidFill>
                  <a:schemeClr val="accent1"/>
                </a:solidFill>
              </a:endParaRPr>
            </a:p>
          </p:txBody>
        </p:sp>
        <p:sp>
          <p:nvSpPr>
            <p:cNvPr id="39" name="TextBox 38"/>
            <p:cNvSpPr txBox="1"/>
            <p:nvPr/>
          </p:nvSpPr>
          <p:spPr>
            <a:xfrm rot="16200000">
              <a:off x="2390" y="4583"/>
              <a:ext cx="1260" cy="582"/>
            </a:xfrm>
            <a:prstGeom prst="rect">
              <a:avLst/>
            </a:prstGeom>
            <a:noFill/>
          </p:spPr>
          <p:txBody>
            <a:bodyPr wrap="none" rtlCol="0">
              <a:spAutoFit/>
            </a:bodyPr>
            <a:lstStyle/>
            <a:p>
              <a:r>
                <a:rPr lang="en-US">
                  <a:solidFill>
                    <a:schemeClr val="accent1"/>
                  </a:solidFill>
                </a:rPr>
                <a:t>.2/100</a:t>
              </a:r>
              <a:endParaRPr lang="en-US">
                <a:solidFill>
                  <a:schemeClr val="accent1"/>
                </a:solidFill>
              </a:endParaRPr>
            </a:p>
          </p:txBody>
        </p:sp>
        <p:sp>
          <p:nvSpPr>
            <p:cNvPr id="40" name="TextBox 39"/>
            <p:cNvSpPr txBox="1"/>
            <p:nvPr/>
          </p:nvSpPr>
          <p:spPr>
            <a:xfrm rot="3360852">
              <a:off x="3498" y="5006"/>
              <a:ext cx="1260" cy="582"/>
            </a:xfrm>
            <a:prstGeom prst="rect">
              <a:avLst/>
            </a:prstGeom>
            <a:noFill/>
          </p:spPr>
          <p:txBody>
            <a:bodyPr wrap="none" rtlCol="0">
              <a:spAutoFit/>
            </a:bodyPr>
            <a:lstStyle/>
            <a:p>
              <a:r>
                <a:rPr lang="en-US">
                  <a:solidFill>
                    <a:schemeClr val="accent1"/>
                  </a:solidFill>
                </a:rPr>
                <a:t>.2/100</a:t>
              </a:r>
              <a:endParaRPr lang="en-US">
                <a:solidFill>
                  <a:schemeClr val="accent1"/>
                </a:solidFill>
              </a:endParaRPr>
            </a:p>
          </p:txBody>
        </p:sp>
        <p:sp>
          <p:nvSpPr>
            <p:cNvPr id="42" name="TextBox 41"/>
            <p:cNvSpPr txBox="1"/>
            <p:nvPr/>
          </p:nvSpPr>
          <p:spPr>
            <a:xfrm rot="2072100">
              <a:off x="5097" y="5006"/>
              <a:ext cx="1260" cy="582"/>
            </a:xfrm>
            <a:prstGeom prst="rect">
              <a:avLst/>
            </a:prstGeom>
            <a:noFill/>
          </p:spPr>
          <p:txBody>
            <a:bodyPr wrap="none" rtlCol="0">
              <a:spAutoFit/>
            </a:bodyPr>
            <a:lstStyle/>
            <a:p>
              <a:r>
                <a:rPr lang="en-US">
                  <a:solidFill>
                    <a:schemeClr val="accent1"/>
                  </a:solidFill>
                </a:rPr>
                <a:t>.2/100</a:t>
              </a:r>
              <a:endParaRPr lang="en-US">
                <a:solidFill>
                  <a:schemeClr val="accent1"/>
                </a:solidFill>
              </a:endParaRPr>
            </a:p>
          </p:txBody>
        </p:sp>
        <p:sp>
          <p:nvSpPr>
            <p:cNvPr id="43" name="TextBox 42"/>
            <p:cNvSpPr txBox="1"/>
            <p:nvPr/>
          </p:nvSpPr>
          <p:spPr>
            <a:xfrm rot="1484849">
              <a:off x="7435" y="4951"/>
              <a:ext cx="1260" cy="582"/>
            </a:xfrm>
            <a:prstGeom prst="rect">
              <a:avLst/>
            </a:prstGeom>
            <a:noFill/>
          </p:spPr>
          <p:txBody>
            <a:bodyPr wrap="none" rtlCol="0">
              <a:spAutoFit/>
            </a:bodyPr>
            <a:lstStyle/>
            <a:p>
              <a:r>
                <a:rPr lang="en-US">
                  <a:solidFill>
                    <a:schemeClr val="accent1"/>
                  </a:solidFill>
                </a:rPr>
                <a:t>.2/100</a:t>
              </a:r>
              <a:endParaRPr lang="en-US">
                <a:solidFill>
                  <a:schemeClr val="accent1"/>
                </a:solidFill>
              </a:endParaRPr>
            </a:p>
          </p:txBody>
        </p:sp>
        <p:cxnSp>
          <p:nvCxnSpPr>
            <p:cNvPr id="27" name="Straight Arrow Connector 26"/>
            <p:cNvCxnSpPr>
              <a:stCxn id="9" idx="4"/>
              <a:endCxn id="12" idx="7"/>
            </p:cNvCxnSpPr>
            <p:nvPr/>
          </p:nvCxnSpPr>
          <p:spPr>
            <a:xfrm flipH="1">
              <a:off x="2907" y="3062"/>
              <a:ext cx="4053" cy="2834"/>
            </a:xfrm>
            <a:prstGeom prst="straightConnector1">
              <a:avLst/>
            </a:prstGeom>
            <a:ln w="28575">
              <a:solidFill>
                <a:schemeClr val="accent5"/>
              </a:solidFill>
              <a:prstDash val="sysDot"/>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14="http://schemas.microsoft.com/office/powerpoint/2010/main">
        <mc:Choice Requires="p14">
          <p:contentPart r:id="rId4" p14:bwMode="auto">
            <p14:nvContentPartPr>
              <p14:cNvPr id="21" name="Ink 20"/>
              <p14:cNvContentPartPr/>
              <p14:nvPr/>
            </p14:nvContentPartPr>
            <p14:xfrm>
              <a:off x="87120" y="2264400"/>
              <a:ext cx="9867240" cy="2921760"/>
            </p14:xfrm>
          </p:contentPart>
        </mc:Choice>
        <mc:Fallback xmlns="">
          <p:pic>
            <p:nvPicPr>
              <p:cNvPr id="21" name="Ink 20"/>
            </p:nvPicPr>
            <p:blipFill>
              <a:blip r:embed="rId5"/>
            </p:blipFill>
            <p:spPr>
              <a:xfrm>
                <a:off x="87120" y="2264400"/>
                <a:ext cx="9867240" cy="29217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“Label bias” (e.g. by Ralph </a:t>
            </a:r>
            <a:r>
              <a:rPr lang="en-US" err="1"/>
              <a:t>Grishman</a:t>
            </a:r>
            <a:r>
              <a:rPr lang="en-US"/>
              <a:t>)</a:t>
            </a:r>
            <a:endParaRPr lang="en-US"/>
          </a:p>
        </p:txBody>
      </p:sp>
      <mc:AlternateContent xmlns:mc="http://schemas.openxmlformats.org/markup-compatibility/2006">
        <mc:Choice xmlns:a14="http://schemas.microsoft.com/office/drawing/2010/main" Requires="a14">
          <p:sp>
            <p:nvSpPr>
              <p:cNvPr id="32" name="Text Placeholder 31"/>
              <p:cNvSpPr>
                <a:spLocks noGrp="1"/>
              </p:cNvSpPr>
              <p:nvPr>
                <p:ph type="body" idx="1"/>
              </p:nvPr>
            </p:nvSpPr>
            <p:spPr/>
            <p:txBody>
              <a:bodyPr>
                <a:normAutofit fontScale="70000" lnSpcReduction="20000"/>
              </a:bodyPr>
              <a:lstStyle/>
              <a:p>
                <a:pPr>
                  <a:lnSpc>
                    <a:spcPct val="100000"/>
                  </a:lnSpc>
                </a:pPr>
                <a:r>
                  <a:rPr lang="en-US"/>
                  <a:t>Other, person-1, person-2, location-1, location-2</a:t>
                </a:r>
                <a:endParaRPr lang="en-US"/>
              </a:p>
              <a:p>
                <a:pPr>
                  <a:lnSpc>
                    <a:spcPct val="100000"/>
                  </a:lnSpc>
                </a:pPr>
                <a:r>
                  <a:rPr lang="en-US"/>
                  <a:t>In training data</a:t>
                </a:r>
                <a:endParaRPr lang="en-US"/>
              </a:p>
              <a:p>
                <a:pPr lvl="1">
                  <a:lnSpc>
                    <a:spcPct val="100000"/>
                  </a:lnSpc>
                </a:pPr>
                <a:r>
                  <a:rPr lang="en-US"/>
                  <a:t>“Harvey Ford” labeled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oMath>
                </a14:m>
                <a:r>
                  <a:rPr lang="en-US"/>
                  <a:t> 9 times,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2</m:t>
                        </m:r>
                      </m:sub>
                    </m:sSub>
                  </m:oMath>
                </a14:m>
                <a:r>
                  <a:rPr lang="en-US"/>
                  <a:t> once</a:t>
                </a:r>
                <a:endParaRPr lang="en-US"/>
              </a:p>
              <a:p>
                <a:pPr lvl="1">
                  <a:lnSpc>
                    <a:spcPct val="100000"/>
                  </a:lnSpc>
                </a:pPr>
                <a:r>
                  <a:rPr lang="en-US"/>
                  <a:t>“Harvey Park” labeled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oMath>
                </a14:m>
                <a:r>
                  <a:rPr lang="en-US"/>
                  <a:t> once,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2</m:t>
                        </m:r>
                      </m:sub>
                    </m:sSub>
                  </m:oMath>
                </a14:m>
                <a:r>
                  <a:rPr lang="en-US"/>
                  <a:t> 9 times</a:t>
                </a:r>
                <a:endParaRPr lang="en-US"/>
              </a:p>
              <a:p>
                <a:pPr>
                  <a:lnSpc>
                    <a:spcPct val="100000"/>
                  </a:lnSpc>
                </a:pP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e>
                        </m:d>
                      </m:e>
                    </m:func>
                    <m:r>
                      <a:rPr lang="en-US" b="0" i="1" smtClean="0">
                        <a:latin typeface="Cambria Math" panose="02040503050406030204" pitchFamily="18" charset="0"/>
                      </a:rPr>
                      <m:t>𝑂</m:t>
                    </m:r>
                    <m:r>
                      <a:rPr lang="en-US" b="0" i="1" smtClean="0">
                        <a:latin typeface="Cambria Math" panose="02040503050406030204" pitchFamily="18" charset="0"/>
                      </a:rPr>
                      <m:t>,</m:t>
                    </m:r>
                    <m:r>
                      <m:rPr>
                        <m:sty m:val="p"/>
                      </m:rPr>
                      <a:rPr lang="en-US" b="0" i="0" smtClean="0">
                        <a:latin typeface="Cambria Math" panose="02040503050406030204" pitchFamily="18" charset="0"/>
                      </a:rPr>
                      <m:t>Harvey</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e>
                          <m:e>
                            <m:r>
                              <a:rPr lang="en-US" b="0" i="1" smtClean="0">
                                <a:latin typeface="Cambria Math" panose="02040503050406030204" pitchFamily="18" charset="0"/>
                              </a:rPr>
                              <m:t>𝑂</m:t>
                            </m:r>
                            <m:r>
                              <a:rPr lang="en-US" b="0" i="1" smtClean="0">
                                <a:latin typeface="Cambria Math" panose="02040503050406030204" pitchFamily="18" charset="0"/>
                              </a:rPr>
                              <m:t>,</m:t>
                            </m:r>
                            <m:r>
                              <m:rPr>
                                <m:sty m:val="p"/>
                              </m:rPr>
                              <a:rPr lang="en-US" b="0" i="0" smtClean="0">
                                <a:latin typeface="Cambria Math" panose="02040503050406030204" pitchFamily="18" charset="0"/>
                              </a:rPr>
                              <m:t>Harvey</m:t>
                            </m:r>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endParaRPr lang="en-US"/>
              </a:p>
              <a:p>
                <a:pPr>
                  <a:lnSpc>
                    <a:spcPct val="100000"/>
                  </a:lnSpc>
                </a:pP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e>
                        </m:d>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2</m:t>
                        </m:r>
                      </m:sub>
                    </m:sSub>
                    <m:d>
                      <m:dPr>
                        <m:beg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1</m:t>
                    </m:r>
                  </m:oMath>
                </a14:m>
                <a:endParaRPr lang="en-US"/>
              </a:p>
              <a:p>
                <a:pPr>
                  <a:lnSpc>
                    <a:spcPct val="100000"/>
                  </a:lnSpc>
                </a:pP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e>
                          <m:e>
                            <m:r>
                              <m:rPr>
                                <m:nor/>
                              </m:rPr>
                              <a:rPr lang="en-US" b="0" i="0" smtClean="0">
                                <a:latin typeface="Cambria Math" panose="02040503050406030204" pitchFamily="18" charset="0"/>
                              </a:rPr>
                              <m:t>Harvey</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Park</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e>
                          <m:e>
                            <m:r>
                              <a:rPr lang="en-US" b="0" i="1" smtClean="0">
                                <a:latin typeface="Cambria Math" panose="02040503050406030204" pitchFamily="18" charset="0"/>
                              </a:rPr>
                              <m:t>𝑂</m:t>
                            </m:r>
                            <m:r>
                              <a:rPr lang="en-US" b="0" i="1" smtClean="0">
                                <a:latin typeface="Cambria Math" panose="02040503050406030204" pitchFamily="18" charset="0"/>
                              </a:rPr>
                              <m:t>,</m:t>
                            </m:r>
                            <m:r>
                              <m:rPr>
                                <m:nor/>
                              </m:rPr>
                              <a:rPr lang="en-US" b="0" i="0" smtClean="0">
                                <a:latin typeface="Cambria Math" panose="02040503050406030204" pitchFamily="18" charset="0"/>
                              </a:rPr>
                              <m:t>Harvey</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e>
                        </m:d>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r>
                      <m:rPr>
                        <m:nor/>
                      </m:rPr>
                      <a:rPr lang="en-US" b="0" i="0" smtClean="0">
                        <a:latin typeface="Cambria Math" panose="02040503050406030204" pitchFamily="18" charset="0"/>
                      </a:rPr>
                      <m:t>Park</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oMath>
                </a14:m>
                <a:endParaRPr lang="en-US"/>
              </a:p>
              <a:p>
                <a:pPr>
                  <a:lnSpc>
                    <a:spcPct val="100000"/>
                  </a:lnSpc>
                </a:pP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𝐿</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𝐿</m:t>
                                </m:r>
                              </m:e>
                              <m:sub>
                                <m:r>
                                  <a:rPr lang="en-US" i="1">
                                    <a:latin typeface="Cambria Math" panose="02040503050406030204" pitchFamily="18" charset="0"/>
                                  </a:rPr>
                                  <m:t>2</m:t>
                                </m:r>
                              </m:sub>
                            </m:sSub>
                          </m:e>
                          <m:e>
                            <m:r>
                              <m:rPr>
                                <m:nor/>
                              </m:rPr>
                              <a:rPr lang="en-US">
                                <a:latin typeface="Cambria Math" panose="02040503050406030204" pitchFamily="18" charset="0"/>
                              </a:rPr>
                              <m:t>Harvey</m:t>
                            </m:r>
                            <m:r>
                              <m:rPr>
                                <m:nor/>
                              </m:rPr>
                              <a:rPr lang="en-US">
                                <a:latin typeface="Cambria Math" panose="02040503050406030204" pitchFamily="18" charset="0"/>
                              </a:rPr>
                              <m:t> </m:t>
                            </m:r>
                            <m:r>
                              <m:rPr>
                                <m:nor/>
                              </m:rPr>
                              <a:rPr lang="en-US">
                                <a:latin typeface="Cambria Math" panose="02040503050406030204" pitchFamily="18" charset="0"/>
                              </a:rPr>
                              <m:t>Park</m:t>
                            </m:r>
                          </m:e>
                        </m:d>
                      </m:e>
                    </m:func>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i="1">
                                    <a:latin typeface="Cambria Math" panose="02040503050406030204" pitchFamily="18" charset="0"/>
                                  </a:rPr>
                                  <m:t>1</m:t>
                                </m:r>
                              </m:sub>
                            </m:sSub>
                          </m:e>
                          <m:e>
                            <m:r>
                              <a:rPr lang="en-US" i="1">
                                <a:latin typeface="Cambria Math" panose="02040503050406030204" pitchFamily="18" charset="0"/>
                              </a:rPr>
                              <m:t>𝑂</m:t>
                            </m:r>
                            <m:r>
                              <a:rPr lang="en-US" i="1">
                                <a:latin typeface="Cambria Math" panose="02040503050406030204" pitchFamily="18" charset="0"/>
                              </a:rPr>
                              <m:t>,</m:t>
                            </m:r>
                            <m:r>
                              <m:rPr>
                                <m:nor/>
                              </m:rPr>
                              <a:rPr lang="en-US">
                                <a:latin typeface="Cambria Math" panose="02040503050406030204" pitchFamily="18" charset="0"/>
                              </a:rPr>
                              <m:t>Harvey</m:t>
                            </m:r>
                          </m:e>
                        </m:d>
                      </m:e>
                    </m:func>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𝐿</m:t>
                                </m:r>
                              </m:e>
                              <m:sub>
                                <m:r>
                                  <a:rPr lang="en-US" i="1">
                                    <a:latin typeface="Cambria Math" panose="02040503050406030204" pitchFamily="18" charset="0"/>
                                  </a:rPr>
                                  <m:t>2</m:t>
                                </m:r>
                              </m:sub>
                            </m:sSub>
                          </m:e>
                        </m:d>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i="1">
                            <a:latin typeface="Cambria Math" panose="02040503050406030204" pitchFamily="18" charset="0"/>
                          </a:rPr>
                          <m:t>1</m:t>
                        </m:r>
                      </m:sub>
                    </m:sSub>
                    <m:r>
                      <a:rPr lang="en-US" i="1">
                        <a:latin typeface="Cambria Math" panose="02040503050406030204" pitchFamily="18" charset="0"/>
                      </a:rPr>
                      <m:t>,</m:t>
                    </m:r>
                    <m:r>
                      <m:rPr>
                        <m:nor/>
                      </m:rPr>
                      <a:rPr lang="en-US">
                        <a:latin typeface="Cambria Math" panose="02040503050406030204" pitchFamily="18" charset="0"/>
                      </a:rPr>
                      <m:t>Park</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oMath>
                </a14:m>
                <a:endParaRPr lang="en-US" i="1">
                  <a:latin typeface="Cambria Math" panose="02040503050406030204" pitchFamily="18" charset="0"/>
                </a:endParaRPr>
              </a:p>
              <a:p>
                <a:pPr>
                  <a:lnSpc>
                    <a:spcPct val="100000"/>
                  </a:lnSpc>
                </a:pPr>
                <a:r>
                  <a:rPr lang="en-US"/>
                  <a:t>Note that this holds even for global Viterbi, and is not caused by greedy decoding</a:t>
                </a:r>
                <a:endParaRPr lang="en-US"/>
              </a:p>
              <a:p>
                <a:pPr>
                  <a:lnSpc>
                    <a:spcPct val="100000"/>
                  </a:lnSpc>
                </a:pPr>
                <a:r>
                  <a:rPr lang="en-US"/>
                  <a:t>Higher order Markov assumption may fix this case, but not others</a:t>
                </a:r>
                <a:endParaRPr lang="en-US"/>
              </a:p>
            </p:txBody>
          </p:sp>
        </mc:Choice>
        <mc:Fallback>
          <p:sp>
            <p:nvSpPr>
              <p:cNvPr id="32" name="Text Placeholder 31"/>
              <p:cNvSpPr>
                <a:spLocks noRot="1" noChangeAspect="1" noMove="1" noResize="1" noEditPoints="1" noAdjustHandles="1" noChangeArrowheads="1" noChangeShapeType="1" noTextEdit="1"/>
              </p:cNvSpPr>
              <p:nvPr>
                <p:ph type="body" idx="1"/>
              </p:nvPr>
            </p:nvSpPr>
            <p:spPr>
              <a:blipFill rotWithShape="1">
                <a:blip r:embed="rId1"/>
                <a:stretch>
                  <a:fillRect t="-173"/>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5" name="Oval 4"/>
              <p:cNvSpPr/>
              <p:nvPr/>
            </p:nvSpPr>
            <p:spPr>
              <a:xfrm>
                <a:off x="9143422" y="1839796"/>
                <a:ext cx="587230" cy="553674"/>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𝑂</m:t>
                      </m:r>
                    </m:oMath>
                  </m:oMathPara>
                </a14:m>
                <a:endParaRPr lang="en-US">
                  <a:solidFill>
                    <a:schemeClr val="tx1"/>
                  </a:solidFill>
                </a:endParaRPr>
              </a:p>
            </p:txBody>
          </p:sp>
        </mc:Choice>
        <mc:Fallback>
          <p:sp>
            <p:nvSpPr>
              <p:cNvPr id="5" name="Oval 4"/>
              <p:cNvSpPr>
                <a:spLocks noRot="1" noChangeAspect="1" noMove="1" noResize="1" noEditPoints="1" noAdjustHandles="1" noChangeArrowheads="1" noChangeShapeType="1" noTextEdit="1"/>
              </p:cNvSpPr>
              <p:nvPr/>
            </p:nvSpPr>
            <p:spPr>
              <a:xfrm>
                <a:off x="9143422" y="1839796"/>
                <a:ext cx="587230" cy="553674"/>
              </a:xfrm>
              <a:prstGeom prst="ellipse">
                <a:avLst/>
              </a:prstGeom>
              <a:blipFill rotWithShape="1">
                <a:blip r:embed="rId2"/>
                <a:stretch>
                  <a:fillRect l="-1091" t="-1183" r="-988" b="-1119"/>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Oval 5"/>
              <p:cNvSpPr/>
              <p:nvPr/>
            </p:nvSpPr>
            <p:spPr>
              <a:xfrm>
                <a:off x="9968340" y="1139315"/>
                <a:ext cx="587230" cy="553674"/>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a:solidFill>
                    <a:schemeClr val="tx1"/>
                  </a:solidFill>
                </a:endParaRPr>
              </a:p>
            </p:txBody>
          </p:sp>
        </mc:Choice>
        <mc:Fallback>
          <p:sp>
            <p:nvSpPr>
              <p:cNvPr id="6" name="Oval 5"/>
              <p:cNvSpPr>
                <a:spLocks noRot="1" noChangeAspect="1" noMove="1" noResize="1" noEditPoints="1" noAdjustHandles="1" noChangeArrowheads="1" noChangeShapeType="1" noTextEdit="1"/>
              </p:cNvSpPr>
              <p:nvPr/>
            </p:nvSpPr>
            <p:spPr>
              <a:xfrm>
                <a:off x="9968340" y="1139315"/>
                <a:ext cx="587230" cy="553674"/>
              </a:xfrm>
              <a:prstGeom prst="ellipse">
                <a:avLst/>
              </a:prstGeom>
              <a:blipFill rotWithShape="1">
                <a:blip r:embed="rId3"/>
                <a:stretch>
                  <a:fillRect l="-1100" t="-1169" r="-979" b="-1133"/>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7" name="Oval 6"/>
              <p:cNvSpPr/>
              <p:nvPr/>
            </p:nvSpPr>
            <p:spPr>
              <a:xfrm>
                <a:off x="10921888" y="1139315"/>
                <a:ext cx="587230" cy="553674"/>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2</m:t>
                          </m:r>
                        </m:sub>
                      </m:sSub>
                    </m:oMath>
                  </m:oMathPara>
                </a14:m>
                <a:endParaRPr lang="en-US">
                  <a:solidFill>
                    <a:schemeClr val="tx1"/>
                  </a:solidFill>
                </a:endParaRPr>
              </a:p>
            </p:txBody>
          </p:sp>
        </mc:Choice>
        <mc:Fallback>
          <p:sp>
            <p:nvSpPr>
              <p:cNvPr id="7" name="Oval 6"/>
              <p:cNvSpPr>
                <a:spLocks noRot="1" noChangeAspect="1" noMove="1" noResize="1" noEditPoints="1" noAdjustHandles="1" noChangeArrowheads="1" noChangeShapeType="1" noTextEdit="1"/>
              </p:cNvSpPr>
              <p:nvPr/>
            </p:nvSpPr>
            <p:spPr>
              <a:xfrm>
                <a:off x="10921888" y="1139315"/>
                <a:ext cx="587230" cy="553674"/>
              </a:xfrm>
              <a:prstGeom prst="ellipse">
                <a:avLst/>
              </a:prstGeom>
              <a:blipFill rotWithShape="1">
                <a:blip r:embed="rId4"/>
                <a:stretch>
                  <a:fillRect l="-1170" t="-1169" r="-1017" b="-1133"/>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8" name="Oval 7"/>
              <p:cNvSpPr/>
              <p:nvPr/>
            </p:nvSpPr>
            <p:spPr>
              <a:xfrm>
                <a:off x="9968340" y="2480155"/>
                <a:ext cx="587230" cy="553674"/>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𝐿</m:t>
                          </m:r>
                        </m:e>
                        <m:sub>
                          <m:r>
                            <a:rPr lang="en-US" b="0" i="1" smtClean="0">
                              <a:solidFill>
                                <a:schemeClr val="tx1"/>
                              </a:solidFill>
                              <a:latin typeface="Cambria Math" panose="02040503050406030204" pitchFamily="18" charset="0"/>
                            </a:rPr>
                            <m:t>1</m:t>
                          </m:r>
                        </m:sub>
                      </m:sSub>
                    </m:oMath>
                  </m:oMathPara>
                </a14:m>
                <a:endParaRPr lang="en-US">
                  <a:solidFill>
                    <a:schemeClr val="tx1"/>
                  </a:solidFill>
                </a:endParaRPr>
              </a:p>
            </p:txBody>
          </p:sp>
        </mc:Choice>
        <mc:Fallback>
          <p:sp>
            <p:nvSpPr>
              <p:cNvPr id="8" name="Oval 7"/>
              <p:cNvSpPr>
                <a:spLocks noRot="1" noChangeAspect="1" noMove="1" noResize="1" noEditPoints="1" noAdjustHandles="1" noChangeArrowheads="1" noChangeShapeType="1" noTextEdit="1"/>
              </p:cNvSpPr>
              <p:nvPr/>
            </p:nvSpPr>
            <p:spPr>
              <a:xfrm>
                <a:off x="9968340" y="2480155"/>
                <a:ext cx="587230" cy="553674"/>
              </a:xfrm>
              <a:prstGeom prst="ellipse">
                <a:avLst/>
              </a:prstGeom>
              <a:blipFill rotWithShape="1">
                <a:blip r:embed="rId5"/>
                <a:stretch>
                  <a:fillRect l="-1100" t="-1234" r="-979" b="-1068"/>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9" name="Oval 8"/>
              <p:cNvSpPr/>
              <p:nvPr/>
            </p:nvSpPr>
            <p:spPr>
              <a:xfrm>
                <a:off x="10924685" y="2480155"/>
                <a:ext cx="587230" cy="553674"/>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𝐿</m:t>
                          </m:r>
                        </m:e>
                        <m:sub>
                          <m:r>
                            <a:rPr lang="en-US" b="0" i="1" smtClean="0">
                              <a:solidFill>
                                <a:schemeClr val="tx1"/>
                              </a:solidFill>
                              <a:latin typeface="Cambria Math" panose="02040503050406030204" pitchFamily="18" charset="0"/>
                            </a:rPr>
                            <m:t>2</m:t>
                          </m:r>
                        </m:sub>
                      </m:sSub>
                    </m:oMath>
                  </m:oMathPara>
                </a14:m>
                <a:endParaRPr lang="en-US">
                  <a:solidFill>
                    <a:schemeClr val="tx1"/>
                  </a:solidFill>
                </a:endParaRPr>
              </a:p>
            </p:txBody>
          </p:sp>
        </mc:Choice>
        <mc:Fallback>
          <p:sp>
            <p:nvSpPr>
              <p:cNvPr id="9" name="Oval 8"/>
              <p:cNvSpPr>
                <a:spLocks noRot="1" noChangeAspect="1" noMove="1" noResize="1" noEditPoints="1" noAdjustHandles="1" noChangeArrowheads="1" noChangeShapeType="1" noTextEdit="1"/>
              </p:cNvSpPr>
              <p:nvPr/>
            </p:nvSpPr>
            <p:spPr>
              <a:xfrm>
                <a:off x="10924685" y="2480155"/>
                <a:ext cx="587230" cy="553674"/>
              </a:xfrm>
              <a:prstGeom prst="ellipse">
                <a:avLst/>
              </a:prstGeom>
              <a:blipFill rotWithShape="1">
                <a:blip r:embed="rId6"/>
                <a:stretch>
                  <a:fillRect l="-1106" t="-1234" r="-1081" b="-1068"/>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11" name="Straight Arrow Connector 10"/>
          <p:cNvCxnSpPr>
            <a:stCxn id="5" idx="7"/>
            <a:endCxn id="6" idx="3"/>
          </p:cNvCxnSpPr>
          <p:nvPr/>
        </p:nvCxnSpPr>
        <p:spPr>
          <a:xfrm flipV="1">
            <a:off x="9644654" y="1611905"/>
            <a:ext cx="409684" cy="3089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6"/>
            <a:endCxn id="7" idx="2"/>
          </p:cNvCxnSpPr>
          <p:nvPr/>
        </p:nvCxnSpPr>
        <p:spPr>
          <a:xfrm>
            <a:off x="10555570" y="1416152"/>
            <a:ext cx="3663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6"/>
            <a:endCxn id="9" idx="2"/>
          </p:cNvCxnSpPr>
          <p:nvPr/>
        </p:nvCxnSpPr>
        <p:spPr>
          <a:xfrm>
            <a:off x="10555570" y="2756992"/>
            <a:ext cx="36911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5" idx="5"/>
            <a:endCxn id="8" idx="1"/>
          </p:cNvCxnSpPr>
          <p:nvPr/>
        </p:nvCxnSpPr>
        <p:spPr>
          <a:xfrm>
            <a:off x="9644654" y="2312386"/>
            <a:ext cx="409684" cy="24885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p:cNvCxnSpPr>
            <a:stCxn id="9" idx="6"/>
            <a:endCxn id="5" idx="6"/>
          </p:cNvCxnSpPr>
          <p:nvPr/>
        </p:nvCxnSpPr>
        <p:spPr>
          <a:xfrm flipH="1" flipV="1">
            <a:off x="9730652" y="2116633"/>
            <a:ext cx="1781263" cy="640359"/>
          </a:xfrm>
          <a:prstGeom prst="curvedConnector3">
            <a:avLst>
              <a:gd name="adj1" fmla="val -12834"/>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Curved 23"/>
          <p:cNvCxnSpPr>
            <a:stCxn id="7" idx="6"/>
          </p:cNvCxnSpPr>
          <p:nvPr/>
        </p:nvCxnSpPr>
        <p:spPr>
          <a:xfrm flipH="1">
            <a:off x="9816650" y="1416152"/>
            <a:ext cx="1692468" cy="700480"/>
          </a:xfrm>
          <a:prstGeom prst="curvedConnector3">
            <a:avLst>
              <a:gd name="adj1" fmla="val -13507"/>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Curved 27"/>
          <p:cNvCxnSpPr>
            <a:stCxn id="5" idx="3"/>
            <a:endCxn id="5" idx="1"/>
          </p:cNvCxnSpPr>
          <p:nvPr/>
        </p:nvCxnSpPr>
        <p:spPr>
          <a:xfrm rot="5400000" flipH="1">
            <a:off x="9033667" y="2116633"/>
            <a:ext cx="391506" cy="12700"/>
          </a:xfrm>
          <a:prstGeom prst="curvedConnector5">
            <a:avLst>
              <a:gd name="adj1" fmla="val -58390"/>
              <a:gd name="adj2" fmla="val 3104512"/>
              <a:gd name="adj3" fmla="val 15839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67500" lnSpcReduction="20000"/>
              </a:bodyPr>
              <a:lstStyle/>
              <a:p>
                <a:pPr fontAlgn="auto">
                  <a:lnSpc>
                    <a:spcPct val="130000"/>
                  </a:lnSpc>
                  <a:spcBef>
                    <a:spcPts val="800"/>
                  </a:spcBef>
                  <a:spcAft>
                    <a:spcPts val="800"/>
                  </a:spcAft>
                </a:pPr>
                <a:r>
                  <a:rPr lang="en-US" dirty="0"/>
                  <a:t>Recall </a:t>
                </a:r>
                <a14:m>
                  <m:oMath xmlns:m="http://schemas.openxmlformats.org/officeDocument/2006/math">
                    <m:r>
                      <a:rPr lang="en-US" b="1" i="1">
                        <a:latin typeface="Cambria Math" panose="02040503050406030204" pitchFamily="18" charset="0"/>
                      </a:rPr>
                      <m:t>𝑾</m:t>
                    </m:r>
                    <m:r>
                      <a:rPr lang="en-US" i="1">
                        <a:latin typeface="Cambria Math" panose="02040503050406030204" pitchFamily="18" charset="0"/>
                      </a:rPr>
                      <m:t>⋅</m:t>
                    </m:r>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r>
                      <a:rPr lang="en-US" i="1">
                        <a:latin typeface="Cambria Math" panose="02040503050406030204" pitchFamily="18" charset="0"/>
                      </a:rPr>
                      <m:t>=</m:t>
                    </m:r>
                    <m:r>
                      <m:rPr>
                        <m:sty m:val="p"/>
                      </m:rPr>
                      <a:rPr lang="en-US">
                        <a:latin typeface="Cambria Math" panose="02040503050406030204" pitchFamily="18" charset="0"/>
                      </a:rPr>
                      <m:t>Ψ</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𝑓</m:t>
                        </m:r>
                      </m:sub>
                      <m:sup/>
                      <m:e>
                        <m:r>
                          <m:rPr>
                            <m:sty m:val="p"/>
                          </m:rPr>
                          <a:rPr lang="en-US">
                            <a:latin typeface="Cambria Math" panose="02040503050406030204" pitchFamily="18" charset="0"/>
                          </a:rPr>
                          <m:t>Λ</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𝑓</m:t>
                            </m:r>
                          </m:e>
                        </m:d>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e>
                    </m:nary>
                  </m:oMath>
                </a14:m>
                <a:endParaRPr lang="en-US" dirty="0"/>
              </a:p>
              <a:p>
                <a:pPr fontAlgn="auto">
                  <a:lnSpc>
                    <a:spcPct val="130000"/>
                  </a:lnSpc>
                  <a:spcBef>
                    <a:spcPts val="800"/>
                  </a:spcBef>
                  <a:spcAft>
                    <a:spcPts val="800"/>
                  </a:spcAft>
                </a:pPr>
                <a:r>
                  <a:rPr lang="en-US" dirty="0"/>
                  <a:t>… and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𝑾</m:t>
                            </m:r>
                          </m:e>
                        </m:d>
                        <m:r>
                          <a:rPr lang="en-US" i="1">
                            <a:latin typeface="Cambria Math" panose="02040503050406030204" pitchFamily="18" charset="0"/>
                          </a:rPr>
                          <m:t>=</m:t>
                        </m:r>
                        <m:f>
                          <m:fPr>
                            <m:ctrlPr>
                              <a:rPr lang="en-US" i="1">
                                <a:latin typeface="Cambria Math" panose="02040503050406030204" pitchFamily="18" charset="0"/>
                              </a:rPr>
                            </m:ctrlPr>
                          </m:fPr>
                          <m:num>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b="1" i="1">
                                        <a:latin typeface="Cambria Math" panose="02040503050406030204" pitchFamily="18" charset="0"/>
                                      </a:rPr>
                                      <m:t>𝑾</m:t>
                                    </m:r>
                                    <m:r>
                                      <a:rPr lang="en-US" i="1">
                                        <a:latin typeface="Cambria Math" panose="02040503050406030204" pitchFamily="18" charset="0"/>
                                      </a:rPr>
                                      <m:t>⋅</m:t>
                                    </m:r>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d>
                              </m:e>
                            </m:func>
                          </m:num>
                          <m:den>
                            <m:nary>
                              <m:naryPr>
                                <m:chr m:val="∑"/>
                                <m:limLoc m:val="subSup"/>
                                <m:supHide m:val="on"/>
                                <m:ctrlPr>
                                  <a:rPr lang="en-US" i="1">
                                    <a:latin typeface="Cambria Math" panose="02040503050406030204" pitchFamily="18" charset="0"/>
                                  </a:rPr>
                                </m:ctrlPr>
                              </m:naryPr>
                              <m:sub>
                                <m:r>
                                  <m:rPr>
                                    <m:brk m:alnAt="9"/>
                                  </m:rPr>
                                  <a:rPr lang="en-US" i="1">
                                    <a:effectLst>
                                      <a:glow rad="228600">
                                        <a:schemeClr val="accent2">
                                          <a:satMod val="175000"/>
                                          <a:alpha val="40000"/>
                                        </a:schemeClr>
                                      </a:glow>
                                    </a:effectLst>
                                    <a:latin typeface="Cambria Math" panose="02040503050406030204" pitchFamily="18" charset="0"/>
                                  </a:rPr>
                                  <m:t>𝑚</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b="1" i="1">
                                            <a:latin typeface="Cambria Math" panose="02040503050406030204" pitchFamily="18" charset="0"/>
                                          </a:rPr>
                                          <m:t>𝑾</m:t>
                                        </m:r>
                                        <m:r>
                                          <a:rPr lang="en-US" i="1">
                                            <a:latin typeface="Cambria Math" panose="02040503050406030204" pitchFamily="18" charset="0"/>
                                          </a:rPr>
                                          <m:t>⋅</m:t>
                                        </m:r>
                                        <m:r>
                                          <a:rPr lang="en-US" i="1">
                                            <a:latin typeface="Cambria Math" panose="02040503050406030204" pitchFamily="18" charset="0"/>
                                            <a:cs typeface="DejaVu Math TeX Gyre" panose="02000503000000000000" charset="0"/>
                                          </a:rPr>
                                          <m:t>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i="1">
                                                <a:effectLst>
                                                  <a:glow rad="228600">
                                                    <a:schemeClr val="accent2">
                                                      <a:satMod val="175000"/>
                                                      <a:alpha val="40000"/>
                                                    </a:schemeClr>
                                                  </a:glow>
                                                </a:effectLst>
                                                <a:latin typeface="Cambria Math" panose="02040503050406030204" pitchFamily="18" charset="0"/>
                                              </a:rPr>
                                              <m:t>𝑚</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d>
                                  </m:e>
                                </m:func>
                              </m:e>
                            </m:nary>
                          </m:den>
                        </m:f>
                      </m:e>
                    </m:func>
                  </m:oMath>
                </a14:m>
                <a:r>
                  <a:rPr lang="en-US" dirty="0"/>
                  <a:t> in MEMM</a:t>
                </a:r>
                <a:endParaRPr lang="en-US" dirty="0"/>
              </a:p>
              <a:p>
                <a:pPr fontAlgn="auto">
                  <a:lnSpc>
                    <a:spcPct val="130000"/>
                  </a:lnSpc>
                  <a:spcBef>
                    <a:spcPts val="800"/>
                  </a:spcBef>
                  <a:spcAft>
                    <a:spcPts val="800"/>
                  </a:spcAft>
                </a:pPr>
                <a:r>
                  <a:rPr lang="en-US" dirty="0"/>
                  <a:t>Instead, first aggregate feature maps over all time steps</a:t>
                </a:r>
                <a:br>
                  <a:rPr lang="en-US" dirty="0"/>
                </a:b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Φ</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𝑡</m:t>
                          </m:r>
                        </m:sub>
                        <m:sup/>
                        <m:e>
                          <m:r>
                            <a:rPr lang="en-US" i="1">
                              <a:latin typeface="Cambria Math" panose="02040503050406030204" pitchFamily="18" charset="0"/>
                              <a:cs typeface="DejaVu Math TeX Gyre" panose="02000503000000000000" charset="0"/>
                            </a:rPr>
                            <m:t>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nary>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sup>
                      </m:sSup>
                    </m:oMath>
                  </m:oMathPara>
                </a14:m>
                <a:endParaRPr lang="en-US" dirty="0"/>
              </a:p>
              <a:p>
                <a:pPr fontAlgn="auto">
                  <a:lnSpc>
                    <a:spcPct val="130000"/>
                  </a:lnSpc>
                  <a:spcBef>
                    <a:spcPts val="800"/>
                  </a:spcBef>
                  <a:spcAft>
                    <a:spcPts val="800"/>
                  </a:spcAft>
                </a:pPr>
                <a:r>
                  <a:rPr lang="en-US" dirty="0"/>
                  <a:t>And then propose a log-linear model for the </a:t>
                </a:r>
                <a:r>
                  <a:rPr lang="en-US" dirty="0">
                    <a:effectLst>
                      <a:glow rad="228600">
                        <a:schemeClr val="accent6">
                          <a:satMod val="175000"/>
                          <a:alpha val="40000"/>
                        </a:schemeClr>
                      </a:glow>
                    </a:effectLst>
                  </a:rPr>
                  <a:t>whole sequence</a:t>
                </a:r>
                <a:br>
                  <a:rPr lang="en-US" dirty="0"/>
                </a:b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1" i="1" smtClean="0">
                                  <a:latin typeface="Cambria Math" panose="02040503050406030204" pitchFamily="18" charset="0"/>
                                </a:rPr>
                                <m:t>𝑾</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1" i="1" smtClean="0">
                                  <a:latin typeface="Cambria Math" panose="02040503050406030204" pitchFamily="18" charset="0"/>
                                </a:rPr>
                                <m:t>𝑾</m:t>
                              </m:r>
                              <m:r>
                                <a:rPr lang="en-US" b="0" i="1" smtClean="0">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e>
                              </m:d>
                            </m:e>
                          </m:d>
                        </m:e>
                      </m:func>
                    </m:oMath>
                  </m:oMathPara>
                </a14:m>
                <a:endParaRPr lang="en-US" dirty="0"/>
              </a:p>
              <a:p>
                <a:pPr fontAlgn="auto">
                  <a:lnSpc>
                    <a:spcPct val="130000"/>
                  </a:lnSpc>
                  <a:spcBef>
                    <a:spcPts val="800"/>
                  </a:spcBef>
                  <a:spcAft>
                    <a:spcPts val="800"/>
                  </a:spcAft>
                </a:pPr>
                <a:r>
                  <a:rPr lang="en-US" dirty="0"/>
                  <a:t>Normalizing denominator is </a:t>
                </a:r>
                <a14:m>
                  <m:oMath xmlns:m="http://schemas.openxmlformats.org/officeDocument/2006/math">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𝑍</m:t>
                        </m:r>
                      </m:e>
                      <m:sub>
                        <m:r>
                          <a:rPr lang="en-US" b="1" i="1" smtClean="0">
                            <a:effectLst>
                              <a:glow rad="228600">
                                <a:schemeClr val="accent4">
                                  <a:satMod val="175000"/>
                                  <a:alpha val="40000"/>
                                </a:schemeClr>
                              </a:glow>
                            </a:effectLst>
                            <a:latin typeface="Cambria Math" panose="02040503050406030204" pitchFamily="18" charset="0"/>
                          </a:rPr>
                          <m:t>𝑾</m:t>
                        </m:r>
                      </m:sub>
                    </m:sSub>
                    <m:d>
                      <m:dPr>
                        <m:ctrlPr>
                          <a:rPr lang="en-US" b="0" i="1" smtClean="0">
                            <a:effectLst>
                              <a:glow rad="228600">
                                <a:schemeClr val="accent4">
                                  <a:satMod val="175000"/>
                                  <a:alpha val="40000"/>
                                </a:schemeClr>
                              </a:glow>
                            </a:effectLst>
                            <a:latin typeface="Cambria Math" panose="02040503050406030204" pitchFamily="18" charset="0"/>
                          </a:rPr>
                        </m:ctrlPr>
                      </m:dPr>
                      <m:e>
                        <m:acc>
                          <m:accPr>
                            <m:chr m:val="⃗"/>
                            <m:ctrlPr>
                              <a:rPr lang="en-US" b="0" i="1" smtClean="0">
                                <a:effectLst>
                                  <a:glow rad="228600">
                                    <a:schemeClr val="accent4">
                                      <a:satMod val="175000"/>
                                      <a:alpha val="40000"/>
                                    </a:schemeClr>
                                  </a:glow>
                                </a:effectLst>
                                <a:latin typeface="Cambria Math" panose="02040503050406030204" pitchFamily="18" charset="0"/>
                              </a:rPr>
                            </m:ctrlPr>
                          </m:accPr>
                          <m:e>
                            <m:r>
                              <a:rPr lang="en-US" b="0" i="1" smtClean="0">
                                <a:effectLst>
                                  <a:glow rad="228600">
                                    <a:schemeClr val="accent4">
                                      <a:satMod val="175000"/>
                                      <a:alpha val="40000"/>
                                    </a:schemeClr>
                                  </a:glow>
                                </a:effectLst>
                                <a:latin typeface="Cambria Math" panose="02040503050406030204" pitchFamily="18" charset="0"/>
                              </a:rPr>
                              <m:t>𝑥</m:t>
                            </m:r>
                          </m:e>
                        </m:acc>
                      </m:e>
                    </m:d>
                    <m:r>
                      <a:rPr lang="en-US" b="0" i="1" smtClean="0">
                        <a:latin typeface="Cambria Math" panose="02040503050406030204" pitchFamily="18" charset="0"/>
                      </a:rPr>
                      <m:t>=</m:t>
                    </m:r>
                    <m:nary>
                      <m:naryPr>
                        <m:chr m:val="∑"/>
                        <m:supHide m:val="on"/>
                        <m:ctrlPr>
                          <a:rPr lang="en-US" i="1" smtClean="0">
                            <a:latin typeface="Cambria Math" panose="02040503050406030204" pitchFamily="18" charset="0"/>
                          </a:rPr>
                        </m:ctrlPr>
                      </m:naryPr>
                      <m:sub>
                        <m:acc>
                          <m:accPr>
                            <m:chr m:val="⃗"/>
                            <m:ctrlPr>
                              <a:rPr lang="en-US" b="0" i="1" smtClean="0">
                                <a:effectLst>
                                  <a:glow rad="228600">
                                    <a:schemeClr val="accent2">
                                      <a:satMod val="175000"/>
                                      <a:alpha val="40000"/>
                                    </a:schemeClr>
                                  </a:glow>
                                </a:effectLst>
                                <a:latin typeface="Cambria Math" panose="02040503050406030204" pitchFamily="18" charset="0"/>
                              </a:rPr>
                            </m:ctrlPr>
                          </m:accPr>
                          <m:e>
                            <m:r>
                              <a:rPr lang="en-US" b="0" i="1" smtClean="0">
                                <a:effectLst>
                                  <a:glow rad="228600">
                                    <a:schemeClr val="accent2">
                                      <a:satMod val="175000"/>
                                      <a:alpha val="40000"/>
                                    </a:schemeClr>
                                  </a:glow>
                                </a:effectLst>
                                <a:latin typeface="Cambria Math" panose="02040503050406030204" pitchFamily="18" charset="0"/>
                              </a:rPr>
                              <m:t>𝛾</m:t>
                            </m:r>
                          </m:e>
                        </m:acc>
                        <m:r>
                          <a:rPr lang="en-US" b="0" i="1" dirty="0" smtClean="0">
                            <a:effectLst>
                              <a:glow rad="228600">
                                <a:schemeClr val="accent2">
                                  <a:satMod val="175000"/>
                                  <a:alpha val="40000"/>
                                </a:schemeClr>
                              </a:glow>
                            </a:effectLst>
                            <a:latin typeface="Cambria Math" panose="02040503050406030204" pitchFamily="18" charset="0"/>
                          </a:rPr>
                          <m:t>∈</m:t>
                        </m:r>
                        <m:sSup>
                          <m:sSupPr>
                            <m:ctrlPr>
                              <a:rPr lang="en-US" b="0" i="1" dirty="0" smtClean="0">
                                <a:effectLst>
                                  <a:glow rad="228600">
                                    <a:schemeClr val="accent2">
                                      <a:satMod val="175000"/>
                                      <a:alpha val="40000"/>
                                    </a:schemeClr>
                                  </a:glow>
                                </a:effectLst>
                                <a:latin typeface="Cambria Math" panose="02040503050406030204" pitchFamily="18" charset="0"/>
                              </a:rPr>
                            </m:ctrlPr>
                          </m:sSupPr>
                          <m:e>
                            <m:d>
                              <m:dPr>
                                <m:begChr m:val="["/>
                                <m:endChr m:val="]"/>
                                <m:ctrlPr>
                                  <a:rPr lang="en-US" b="0" i="1" dirty="0" smtClean="0">
                                    <a:effectLst>
                                      <a:glow rad="228600">
                                        <a:schemeClr val="accent2">
                                          <a:satMod val="175000"/>
                                          <a:alpha val="40000"/>
                                        </a:schemeClr>
                                      </a:glow>
                                    </a:effectLst>
                                    <a:latin typeface="Cambria Math" panose="02040503050406030204" pitchFamily="18" charset="0"/>
                                  </a:rPr>
                                </m:ctrlPr>
                              </m:dPr>
                              <m:e>
                                <m:r>
                                  <a:rPr lang="en-US" b="0" i="1" dirty="0" smtClean="0">
                                    <a:effectLst>
                                      <a:glow rad="228600">
                                        <a:schemeClr val="accent2">
                                          <a:satMod val="175000"/>
                                          <a:alpha val="40000"/>
                                        </a:schemeClr>
                                      </a:glow>
                                    </a:effectLst>
                                    <a:latin typeface="Cambria Math" panose="02040503050406030204" pitchFamily="18" charset="0"/>
                                  </a:rPr>
                                  <m:t>𝑀</m:t>
                                </m:r>
                              </m:e>
                            </m:d>
                          </m:e>
                          <m:sup>
                            <m:r>
                              <a:rPr lang="en-US" b="0" i="1" dirty="0" smtClean="0">
                                <a:effectLst>
                                  <a:glow rad="228600">
                                    <a:schemeClr val="accent2">
                                      <a:satMod val="175000"/>
                                      <a:alpha val="40000"/>
                                    </a:schemeClr>
                                  </a:glow>
                                </a:effectLst>
                                <a:latin typeface="Cambria Math" panose="02040503050406030204" pitchFamily="18" charset="0"/>
                              </a:rPr>
                              <m:t>𝑇</m:t>
                            </m:r>
                          </m:sup>
                        </m:sSup>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acc>
                                      <m:accPr>
                                        <m:chr m:val="⃗"/>
                                        <m:ctrlPr>
                                          <a:rPr lang="en-US" i="1" smtClean="0">
                                            <a:effectLst>
                                              <a:glow rad="228600">
                                                <a:schemeClr val="accent2">
                                                  <a:satMod val="175000"/>
                                                  <a:alpha val="40000"/>
                                                </a:schemeClr>
                                              </a:glow>
                                            </a:effectLst>
                                            <a:latin typeface="Cambria Math" panose="02040503050406030204" pitchFamily="18" charset="0"/>
                                          </a:rPr>
                                        </m:ctrlPr>
                                      </m:accPr>
                                      <m:e>
                                        <m:r>
                                          <a:rPr lang="en-US" b="0" i="1" smtClean="0">
                                            <a:effectLst>
                                              <a:glow rad="228600">
                                                <a:schemeClr val="accent2">
                                                  <a:satMod val="175000"/>
                                                  <a:alpha val="40000"/>
                                                </a:schemeClr>
                                              </a:glow>
                                            </a:effectLst>
                                            <a:latin typeface="Cambria Math" panose="02040503050406030204" pitchFamily="18" charset="0"/>
                                          </a:rPr>
                                          <m:t>𝛾</m:t>
                                        </m:r>
                                      </m:e>
                                    </m:acc>
                                  </m:e>
                                </m:d>
                              </m:e>
                            </m:d>
                          </m:e>
                        </m:func>
                      </m:e>
                    </m:nary>
                  </m:oMath>
                </a14:m>
                <a:endParaRPr lang="en-US" dirty="0"/>
              </a:p>
              <a:p>
                <a:pPr fontAlgn="auto">
                  <a:lnSpc>
                    <a:spcPct val="130000"/>
                  </a:lnSpc>
                  <a:spcBef>
                    <a:spcPts val="800"/>
                  </a:spcBef>
                  <a:spcAft>
                    <a:spcPts val="800"/>
                  </a:spcAft>
                </a:pPr>
                <a:r>
                  <a:rPr lang="en-US" dirty="0"/>
                  <a:t>Sum is over exponential (in </a:t>
                </a:r>
                <a14:m>
                  <m:oMath xmlns:m="http://schemas.openxmlformats.org/officeDocument/2006/math">
                    <m:r>
                      <a:rPr lang="en-US" i="1" dirty="0" smtClean="0">
                        <a:latin typeface="Cambria Math" panose="02040503050406030204" pitchFamily="18" charset="0"/>
                      </a:rPr>
                      <m:t>𝑇</m:t>
                    </m:r>
                  </m:oMath>
                </a14:m>
                <a:r>
                  <a:rPr lang="en-US" dirty="0"/>
                  <a:t>) number of terms</a:t>
                </a:r>
                <a:r>
                  <a:rPr lang="en-US" dirty="0">
                    <a:sym typeface="Wingdings" panose="05000000000000000000" pitchFamily="2" charset="2"/>
                  </a:rPr>
                  <a:t></a:t>
                </a:r>
                <a:endParaRPr lang="en-US" dirty="0"/>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
        <p:nvSpPr>
          <p:cNvPr id="4" name="Speech Bubble: Rectangle with Corners Rounded 3"/>
          <p:cNvSpPr/>
          <p:nvPr/>
        </p:nvSpPr>
        <p:spPr>
          <a:xfrm>
            <a:off x="8705737" y="6127749"/>
            <a:ext cx="3424518" cy="645459"/>
          </a:xfrm>
          <a:prstGeom prst="wedgeRoundRectCallout">
            <a:avLst>
              <a:gd name="adj1" fmla="val -80833"/>
              <a:gd name="adj2" fmla="val -71053"/>
              <a:gd name="adj3" fmla="val 16667"/>
            </a:avLst>
          </a:prstGeom>
          <a:solidFill>
            <a:schemeClr val="accent4">
              <a:lumMod val="20000"/>
              <a:lumOff val="8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“Partition function”</a:t>
            </a:r>
            <a:endParaRPr lang="en-US" sz="2800">
              <a:solidFill>
                <a:schemeClr val="tx1"/>
              </a:solidFill>
            </a:endParaRPr>
          </a:p>
        </p:txBody>
      </p:sp>
      <p:sp>
        <p:nvSpPr>
          <p:cNvPr id="2" name="Title 1"/>
          <p:cNvSpPr>
            <a:spLocks noGrp="1"/>
          </p:cNvSpPr>
          <p:nvPr>
            <p:ph type="title"/>
          </p:nvPr>
        </p:nvSpPr>
        <p:spPr/>
        <p:txBody>
          <a:bodyPr/>
          <a:lstStyle/>
          <a:p>
            <a:r>
              <a:rPr lang="en-US"/>
              <a:t>The fix: Global normalization</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Training objective</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5000"/>
              </a:bodyPr>
              <a:lstStyle/>
              <a:p>
                <a:pPr>
                  <a:lnSpc>
                    <a:spcPct val="100000"/>
                  </a:lnSpc>
                </a:pPr>
                <a:r>
                  <a:rPr lang="en-US"/>
                  <a:t>Given </a:t>
                </a:r>
                <a14:m>
                  <m:oMath xmlns:m="http://schemas.openxmlformats.org/officeDocument/2006/math">
                    <m:r>
                      <a:rPr lang="en-US" i="1" dirty="0" smtClean="0">
                        <a:latin typeface="Cambria Math" panose="02040503050406030204" pitchFamily="18" charset="0"/>
                      </a:rPr>
                      <m:t>𝐿</m:t>
                    </m:r>
                  </m:oMath>
                </a14:m>
                <a:r>
                  <a:rPr lang="en-US"/>
                  <a:t> labeled sequences </a:t>
                </a:r>
                <a14:m>
                  <m:oMath xmlns:m="http://schemas.openxmlformats.org/officeDocument/2006/math">
                    <m:sSup>
                      <m:sSupPr>
                        <m:ctrlPr>
                          <a:rPr lang="en-US" b="0" i="1" dirty="0"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p>
                        <m:d>
                          <m:dPr>
                            <m:ctrlPr>
                              <a:rPr lang="en-US" b="0" i="1" dirty="0" smtClean="0">
                                <a:latin typeface="Cambria Math" panose="02040503050406030204" pitchFamily="18" charset="0"/>
                              </a:rPr>
                            </m:ctrlPr>
                          </m:dPr>
                          <m:e>
                            <m:r>
                              <a:rPr lang="en-US" b="0" i="1" dirty="0" smtClean="0">
                                <a:latin typeface="Cambria Math" panose="02040503050406030204" pitchFamily="18" charset="0"/>
                              </a:rPr>
                              <m:t>ℓ</m:t>
                            </m:r>
                          </m:e>
                        </m:d>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𝑦</m:t>
                            </m:r>
                          </m:e>
                        </m:acc>
                      </m:e>
                      <m:sup>
                        <m:r>
                          <a:rPr lang="en-US" b="0" i="1" dirty="0" smtClean="0">
                            <a:latin typeface="Cambria Math" panose="02040503050406030204" pitchFamily="18" charset="0"/>
                          </a:rPr>
                          <m:t>(ℓ)</m:t>
                        </m:r>
                      </m:sup>
                    </m:sSup>
                  </m:oMath>
                </a14:m>
                <a:endParaRPr lang="en-US"/>
              </a:p>
              <a:p>
                <a:pPr>
                  <a:lnSpc>
                    <a:spcPct val="100000"/>
                  </a:lnSpc>
                </a:pPr>
                <a:r>
                  <a:rPr lang="en-US"/>
                  <a:t>Adapting logistic regression, we may want to maximize </a:t>
                </a:r>
                <a:r>
                  <a:rPr lang="en-US" err="1"/>
                  <a:t>wrt</a:t>
                </a:r>
                <a:r>
                  <a:rPr lang="en-US"/>
                  <a:t> </a:t>
                </a:r>
                <a14:m>
                  <m:oMath xmlns:m="http://schemas.openxmlformats.org/officeDocument/2006/math">
                    <m:r>
                      <a:rPr lang="en-US" b="1" i="1" dirty="0" smtClean="0">
                        <a:latin typeface="Cambria Math" panose="02040503050406030204" pitchFamily="18" charset="0"/>
                      </a:rPr>
                      <m:t>𝑾</m:t>
                    </m:r>
                  </m:oMath>
                </a14:m>
                <a:r>
                  <a:rPr lang="en-US"/>
                  <a:t> the objective</a:t>
                </a:r>
                <a:br>
                  <a:rPr lang="en-US"/>
                </a:br>
                <a14:m>
                  <m:oMath xmlns:m="http://schemas.openxmlformats.org/officeDocument/2006/math">
                    <m:nary>
                      <m:naryPr>
                        <m:chr m:val="∏"/>
                        <m:supHide m:val="on"/>
                        <m:ctrlPr>
                          <a:rPr lang="en-US" i="1" smtClean="0">
                            <a:latin typeface="Cambria Math" panose="02040503050406030204" pitchFamily="18" charset="0"/>
                          </a:rPr>
                        </m:ctrlPr>
                      </m:naryPr>
                      <m:sub>
                        <m:r>
                          <a:rPr lang="en-US" b="0" i="1" smtClean="0">
                            <a:latin typeface="Cambria Math" panose="02040503050406030204" pitchFamily="18" charset="0"/>
                          </a:rPr>
                          <m:t>ℓ</m:t>
                        </m:r>
                      </m:sub>
                      <m:sup/>
                      <m:e>
                        <m:r>
                          <m:rPr>
                            <m:sty m:val="p"/>
                          </m:rPr>
                          <a:rPr lang="en-US" b="0" i="0" smtClean="0">
                            <a:latin typeface="Cambria Math" panose="02040503050406030204" pitchFamily="18" charset="0"/>
                          </a:rPr>
                          <m:t>Pr</m:t>
                        </m:r>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e>
                              <m:sup>
                                <m:r>
                                  <a:rPr lang="en-US" i="1" dirty="0">
                                    <a:latin typeface="Cambria Math" panose="02040503050406030204" pitchFamily="18" charset="0"/>
                                  </a:rPr>
                                  <m:t>(ℓ)</m:t>
                                </m:r>
                              </m:sup>
                            </m:sSup>
                            <m:r>
                              <a:rPr lang="en-US" i="1" dirty="0">
                                <a:latin typeface="Cambria Math" panose="02040503050406030204" pitchFamily="18" charset="0"/>
                              </a:rPr>
                              <m:t>|</m:t>
                            </m:r>
                            <m:sSup>
                              <m:sSupPr>
                                <m:ctrlPr>
                                  <a:rPr lang="en-US" i="1" dirty="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dirty="0">
                                        <a:latin typeface="Cambria Math" panose="02040503050406030204" pitchFamily="18" charset="0"/>
                                      </a:rPr>
                                    </m:ctrlPr>
                                  </m:dPr>
                                  <m:e>
                                    <m:r>
                                      <a:rPr lang="en-US" i="1" dirty="0">
                                        <a:latin typeface="Cambria Math" panose="02040503050406030204" pitchFamily="18" charset="0"/>
                                      </a:rPr>
                                      <m:t>ℓ</m:t>
                                    </m:r>
                                  </m:e>
                                </m:d>
                              </m:sup>
                            </m:sSup>
                            <m:r>
                              <a:rPr lang="en-US" i="1" dirty="0">
                                <a:latin typeface="Cambria Math" panose="02040503050406030204" pitchFamily="18" charset="0"/>
                              </a:rPr>
                              <m:t>;</m:t>
                            </m:r>
                            <m:r>
                              <a:rPr lang="en-US" b="1" i="1" dirty="0">
                                <a:latin typeface="Cambria Math" panose="02040503050406030204" pitchFamily="18" charset="0"/>
                              </a:rPr>
                              <m:t>𝑾</m:t>
                            </m:r>
                          </m:e>
                        </m:d>
                      </m:e>
                    </m:nary>
                  </m:oMath>
                </a14:m>
                <a:r>
                  <a:rPr lang="en-US"/>
                  <a:t>, equivalently, </a:t>
                </a:r>
                <a14:m>
                  <m:oMath xmlns:m="http://schemas.openxmlformats.org/officeDocument/2006/math">
                    <m:nary>
                      <m:naryPr>
                        <m:chr m:val="∑"/>
                        <m:limLoc m:val="subSup"/>
                        <m:supHide m:val="on"/>
                        <m:ctrlPr>
                          <a:rPr lang="en-US" i="1" smtClean="0">
                            <a:latin typeface="Cambria Math" panose="02040503050406030204" pitchFamily="18" charset="0"/>
                          </a:rPr>
                        </m:ctrlPr>
                      </m:naryPr>
                      <m:sub>
                        <m:r>
                          <a:rPr lang="en-US" b="0" i="1" smtClean="0">
                            <a:latin typeface="Cambria Math" panose="02040503050406030204" pitchFamily="18" charset="0"/>
                          </a:rPr>
                          <m:t>ℓ</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m:rPr>
                                <m:sty m:val="p"/>
                              </m:rPr>
                              <a:rPr lang="en-US">
                                <a:latin typeface="Cambria Math" panose="02040503050406030204" pitchFamily="18" charset="0"/>
                              </a:rPr>
                              <m:t>Pr</m:t>
                            </m:r>
                            <m:r>
                              <a:rPr lang="en-US" i="1">
                                <a:latin typeface="Cambria Math" panose="02040503050406030204" pitchFamily="18" charset="0"/>
                              </a:rPr>
                              <m:t>⁡</m:t>
                            </m:r>
                            <m:d>
                              <m:dPr>
                                <m:ctrlPr>
                                  <a:rPr lang="en-US" i="1">
                                    <a:latin typeface="Cambria Math" panose="02040503050406030204" pitchFamily="18" charset="0"/>
                                  </a:rPr>
                                </m:ctrlPr>
                              </m:dPr>
                              <m:e>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e>
                                  <m:sup>
                                    <m:r>
                                      <a:rPr lang="en-US" i="1" dirty="0">
                                        <a:latin typeface="Cambria Math" panose="02040503050406030204" pitchFamily="18" charset="0"/>
                                      </a:rPr>
                                      <m:t>(ℓ)</m:t>
                                    </m:r>
                                  </m:sup>
                                </m:sSup>
                                <m:r>
                                  <a:rPr lang="en-US" i="1" dirty="0">
                                    <a:latin typeface="Cambria Math" panose="02040503050406030204" pitchFamily="18" charset="0"/>
                                  </a:rPr>
                                  <m:t>|</m:t>
                                </m:r>
                                <m:sSup>
                                  <m:sSupPr>
                                    <m:ctrlPr>
                                      <a:rPr lang="en-US" i="1" dirty="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dirty="0">
                                            <a:latin typeface="Cambria Math" panose="02040503050406030204" pitchFamily="18" charset="0"/>
                                          </a:rPr>
                                        </m:ctrlPr>
                                      </m:dPr>
                                      <m:e>
                                        <m:r>
                                          <a:rPr lang="en-US" i="1" dirty="0">
                                            <a:latin typeface="Cambria Math" panose="02040503050406030204" pitchFamily="18" charset="0"/>
                                          </a:rPr>
                                          <m:t>ℓ</m:t>
                                        </m:r>
                                      </m:e>
                                    </m:d>
                                  </m:sup>
                                </m:sSup>
                                <m:r>
                                  <a:rPr lang="en-US" i="1" dirty="0">
                                    <a:latin typeface="Cambria Math" panose="02040503050406030204" pitchFamily="18" charset="0"/>
                                  </a:rPr>
                                  <m:t>;</m:t>
                                </m:r>
                                <m:r>
                                  <a:rPr lang="en-US" b="1" i="1" dirty="0">
                                    <a:latin typeface="Cambria Math" panose="02040503050406030204" pitchFamily="18" charset="0"/>
                                  </a:rPr>
                                  <m:t>𝑾</m:t>
                                </m:r>
                              </m:e>
                            </m:d>
                          </m:e>
                        </m:func>
                      </m:e>
                    </m:nary>
                  </m:oMath>
                </a14:m>
                <a:endParaRPr lang="en-US"/>
              </a:p>
              <a:p>
                <a:pPr>
                  <a:lnSpc>
                    <a:spcPct val="100000"/>
                  </a:lnSpc>
                </a:pPr>
                <a:r>
                  <a:rPr lang="en-US"/>
                  <a:t>Which equals </a:t>
                </a:r>
                <a14:m>
                  <m:oMath xmlns:m="http://schemas.openxmlformats.org/officeDocument/2006/math">
                    <m:nary>
                      <m:naryPr>
                        <m:chr m:val="∑"/>
                        <m:supHide m:val="on"/>
                        <m:ctrlPr>
                          <a:rPr lang="en-US" i="1" smtClean="0">
                            <a:latin typeface="Cambria Math" panose="02040503050406030204" pitchFamily="18" charset="0"/>
                          </a:rPr>
                        </m:ctrlPr>
                      </m:naryPr>
                      <m:sub>
                        <m:r>
                          <a:rPr lang="en-US" b="0" i="1" smtClean="0">
                            <a:latin typeface="Cambria Math" panose="02040503050406030204" pitchFamily="18" charset="0"/>
                          </a:rPr>
                          <m:t>ℓ</m:t>
                        </m:r>
                      </m:sub>
                      <m:sup/>
                      <m:e>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r>
                                  <a:rPr lang="en-US" b="0" i="1" smtClean="0">
                                    <a:latin typeface="Cambria Math" panose="02040503050406030204" pitchFamily="18" charset="0"/>
                                  </a:rPr>
                                  <m:t>(ℓ)</m:t>
                                </m:r>
                              </m:sup>
                            </m:sSup>
                            <m:r>
                              <a:rPr lang="en-US" i="1">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b="0" i="1" smtClean="0">
                                    <a:latin typeface="Cambria Math" panose="02040503050406030204" pitchFamily="18" charset="0"/>
                                  </a:rPr>
                                  <m:t>(ℓ)</m:t>
                                </m:r>
                              </m:sup>
                            </m:sSup>
                          </m:e>
                        </m:d>
                      </m:e>
                    </m:nary>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i="1" smtClean="0">
                                <a:effectLst>
                                  <a:glow rad="228600">
                                    <a:schemeClr val="accent4">
                                      <a:satMod val="175000"/>
                                      <a:alpha val="40000"/>
                                    </a:schemeClr>
                                  </a:glow>
                                </a:effectLst>
                                <a:latin typeface="Cambria Math" panose="02040503050406030204" pitchFamily="18" charset="0"/>
                              </a:rPr>
                            </m:ctrlPr>
                          </m:sSubPr>
                          <m:e>
                            <m:r>
                              <a:rPr lang="en-US" i="1">
                                <a:effectLst>
                                  <a:glow rad="228600">
                                    <a:schemeClr val="accent4">
                                      <a:satMod val="175000"/>
                                      <a:alpha val="40000"/>
                                    </a:schemeClr>
                                  </a:glow>
                                </a:effectLst>
                                <a:latin typeface="Cambria Math" panose="02040503050406030204" pitchFamily="18" charset="0"/>
                              </a:rPr>
                              <m:t>𝑍</m:t>
                            </m:r>
                          </m:e>
                          <m:sub>
                            <m:r>
                              <a:rPr lang="en-US" b="1" i="1">
                                <a:effectLst>
                                  <a:glow rad="228600">
                                    <a:schemeClr val="accent4">
                                      <a:satMod val="175000"/>
                                      <a:alpha val="40000"/>
                                    </a:schemeClr>
                                  </a:glow>
                                </a:effectLst>
                                <a:latin typeface="Cambria Math" panose="02040503050406030204" pitchFamily="18" charset="0"/>
                              </a:rPr>
                              <m:t>𝑾</m:t>
                            </m:r>
                          </m:sub>
                        </m:sSub>
                        <m:d>
                          <m:dPr>
                            <m:ctrlPr>
                              <a:rPr lang="en-US" i="1">
                                <a:effectLst>
                                  <a:glow rad="228600">
                                    <a:schemeClr val="accent4">
                                      <a:satMod val="175000"/>
                                      <a:alpha val="40000"/>
                                    </a:schemeClr>
                                  </a:glow>
                                </a:effectLst>
                                <a:latin typeface="Cambria Math" panose="02040503050406030204" pitchFamily="18" charset="0"/>
                              </a:rPr>
                            </m:ctrlPr>
                          </m:dPr>
                          <m:e>
                            <m:sSup>
                              <m:sSupPr>
                                <m:ctrlPr>
                                  <a:rPr lang="en-US" b="0" i="1" smtClean="0">
                                    <a:effectLst>
                                      <a:glow rad="228600">
                                        <a:schemeClr val="accent4">
                                          <a:satMod val="175000"/>
                                          <a:alpha val="40000"/>
                                        </a:schemeClr>
                                      </a:glow>
                                    </a:effectLst>
                                    <a:latin typeface="Cambria Math" panose="02040503050406030204" pitchFamily="18" charset="0"/>
                                  </a:rPr>
                                </m:ctrlPr>
                              </m:sSupPr>
                              <m:e>
                                <m:acc>
                                  <m:accPr>
                                    <m:chr m:val="⃗"/>
                                    <m:ctrlPr>
                                      <a:rPr lang="en-US" i="1">
                                        <a:effectLst>
                                          <a:glow rad="228600">
                                            <a:schemeClr val="accent4">
                                              <a:satMod val="175000"/>
                                              <a:alpha val="40000"/>
                                            </a:schemeClr>
                                          </a:glow>
                                        </a:effectLst>
                                        <a:latin typeface="Cambria Math" panose="02040503050406030204" pitchFamily="18" charset="0"/>
                                      </a:rPr>
                                    </m:ctrlPr>
                                  </m:accPr>
                                  <m:e>
                                    <m:r>
                                      <a:rPr lang="en-US" i="1">
                                        <a:effectLst>
                                          <a:glow rad="228600">
                                            <a:schemeClr val="accent4">
                                              <a:satMod val="175000"/>
                                              <a:alpha val="40000"/>
                                            </a:schemeClr>
                                          </a:glow>
                                        </a:effectLst>
                                        <a:latin typeface="Cambria Math" panose="02040503050406030204" pitchFamily="18" charset="0"/>
                                      </a:rPr>
                                      <m:t>𝑥</m:t>
                                    </m:r>
                                  </m:e>
                                </m:acc>
                              </m:e>
                              <m:sup>
                                <m:r>
                                  <a:rPr lang="en-US" b="0" i="1" smtClean="0">
                                    <a:effectLst>
                                      <a:glow rad="228600">
                                        <a:schemeClr val="accent4">
                                          <a:satMod val="175000"/>
                                          <a:alpha val="40000"/>
                                        </a:schemeClr>
                                      </a:glow>
                                    </a:effectLst>
                                    <a:latin typeface="Cambria Math" panose="02040503050406030204" pitchFamily="18" charset="0"/>
                                  </a:rPr>
                                  <m:t>(ℓ)</m:t>
                                </m:r>
                              </m:sup>
                            </m:sSup>
                          </m:e>
                        </m:d>
                      </m:e>
                    </m:func>
                  </m:oMath>
                </a14:m>
                <a:endParaRPr lang="en-US"/>
              </a:p>
              <a:p>
                <a:pPr>
                  <a:lnSpc>
                    <a:spcPct val="100000"/>
                  </a:lnSpc>
                </a:pPr>
                <a:r>
                  <a:rPr lang="en-US"/>
                  <a:t>Maximizing this </a:t>
                </a:r>
                <a:r>
                  <a:rPr lang="en-US" err="1"/>
                  <a:t>wrt</a:t>
                </a:r>
                <a:r>
                  <a:rPr lang="en-US"/>
                  <a:t> </a:t>
                </a:r>
                <a14:m>
                  <m:oMath xmlns:m="http://schemas.openxmlformats.org/officeDocument/2006/math">
                    <m:r>
                      <a:rPr lang="en-US" b="1" i="1" dirty="0" smtClean="0">
                        <a:latin typeface="Cambria Math" panose="02040503050406030204" pitchFamily="18" charset="0"/>
                      </a:rPr>
                      <m:t>𝑾</m:t>
                    </m:r>
                  </m:oMath>
                </a14:m>
                <a:r>
                  <a:rPr lang="en-US"/>
                  <a:t> is convex! (Try to prove)</a:t>
                </a:r>
                <a:endParaRPr lang="en-US"/>
              </a:p>
              <a:p>
                <a:pPr>
                  <a:lnSpc>
                    <a:spcPct val="100000"/>
                  </a:lnSpc>
                </a:pPr>
                <a:r>
                  <a:rPr lang="en-US"/>
                  <a:t>(Other objectives are possible; more later)</a:t>
                </a:r>
                <a:br>
                  <a:rPr lang="en-US"/>
                </a:br>
                <a:endParaRPr lang="en-US"/>
              </a:p>
              <a:p>
                <a:pPr>
                  <a:lnSpc>
                    <a:spcPct val="100000"/>
                  </a:lnSpc>
                </a:pPr>
                <a:r>
                  <a:rPr lang="en-US"/>
                  <a:t>Next: how to calculate the partition function efficiently</a:t>
                </a:r>
                <a:endParaRPr lang="en-US"/>
              </a:p>
              <a:p>
                <a:pPr lvl="1">
                  <a:lnSpc>
                    <a:spcPct val="100000"/>
                  </a:lnSpc>
                </a:pPr>
                <a:r>
                  <a:rPr lang="en-US"/>
                  <a:t>For local normalization, exhaustive summing was feasible</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80000" lnSpcReduction="20000"/>
              </a:bodyPr>
              <a:lstStyle/>
              <a:p>
                <a:pPr>
                  <a:lnSpc>
                    <a:spcPct val="100000"/>
                  </a:lnSpc>
                </a:pPr>
                <a:r>
                  <a:rPr lang="en-US"/>
                  <a:t>Recall </a:t>
                </a:r>
                <a14:m>
                  <m:oMath xmlns:m="http://schemas.openxmlformats.org/officeDocument/2006/math">
                    <m:r>
                      <m:rPr>
                        <m:sty m:val="p"/>
                      </m:rPr>
                      <a:rPr lang="en-US">
                        <a:latin typeface="Cambria Math" panose="02040503050406030204" pitchFamily="18" charset="0"/>
                      </a:rPr>
                      <m:t>Φ</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𝑡</m:t>
                        </m:r>
                      </m:sub>
                      <m:sup/>
                      <m:e>
                        <m:r>
                          <a:rPr lang="en-US" i="1">
                            <a:latin typeface="Cambria Math" panose="02040503050406030204" pitchFamily="18" charset="0"/>
                            <a:cs typeface="DejaVu Math TeX Gyre" panose="02000503000000000000" charset="0"/>
                          </a:rPr>
                          <m:t>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m:t>
                        </m:r>
                      </m:e>
                    </m:nary>
                  </m:oMath>
                </a14:m>
                <a:endParaRPr lang="en-US"/>
              </a:p>
              <a:p>
                <a:pPr>
                  <a:lnSpc>
                    <a:spcPct val="100000"/>
                  </a:lnSpc>
                </a:pPr>
                <a:r>
                  <a:rPr lang="en-US"/>
                  <a:t>Define partial (prefix) sums</a:t>
                </a:r>
                <a:br>
                  <a:rPr lang="en-US"/>
                </a:b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Φ</m:t>
                          </m:r>
                        </m:e>
                        <m:sub>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ub>
                      </m:sSub>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d>
                      <m:r>
                        <a:rPr lang="en-US" i="1">
                          <a:latin typeface="Cambria Math" panose="02040503050406030204" pitchFamily="18" charset="0"/>
                        </a:rPr>
                        <m:t>=</m:t>
                      </m:r>
                      <m:nary>
                        <m:naryPr>
                          <m:chr m:val="∑"/>
                          <m:limLoc m:val="subSup"/>
                          <m:ctrlPr>
                            <a:rPr lang="en-US" i="1" smtClean="0">
                              <a:latin typeface="Cambria Math" panose="02040503050406030204" pitchFamily="18" charset="0"/>
                            </a:rPr>
                          </m:ctrlPr>
                        </m:naryPr>
                        <m:sub>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1</m:t>
                          </m:r>
                        </m:sub>
                        <m:sup>
                          <m:r>
                            <a:rPr lang="en-US" i="1">
                              <a:latin typeface="Cambria Math" panose="02040503050406030204" pitchFamily="18" charset="0"/>
                            </a:rPr>
                            <m:t>𝑡</m:t>
                          </m:r>
                        </m:sup>
                        <m:e>
                          <m:r>
                            <a:rPr lang="en-US" i="1">
                              <a:latin typeface="Cambria Math" panose="02040503050406030204" pitchFamily="18" charset="0"/>
                              <a:cs typeface="DejaVu Math TeX Gyre" panose="02000503000000000000" charset="0"/>
                            </a:rPr>
                            <m:t>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𝜏</m:t>
                              </m:r>
                            </m:sub>
                          </m:sSub>
                          <m:r>
                            <a:rPr lang="en-US" i="1">
                              <a:latin typeface="Cambria Math" panose="02040503050406030204" pitchFamily="18" charset="0"/>
                            </a:rPr>
                            <m:t>)</m:t>
                          </m:r>
                        </m:e>
                      </m:nary>
                    </m:oMath>
                    <m:oMath xmlns:m="http://schemas.openxmlformats.org/officeDocument/2006/math">
                      <m:r>
                        <a:rPr lang="en-US" b="0" i="1" smtClean="0">
                          <a:latin typeface="Cambria Math" panose="02040503050406030204" pitchFamily="18" charset="0"/>
                        </a:rPr>
                        <m:t>𝛼</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nary>
                        <m:naryPr>
                          <m:chr m:val="∑"/>
                          <m:limLoc m:val="subSup"/>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1" i="1" smtClean="0">
                                      <a:latin typeface="Cambria Math" panose="02040503050406030204" pitchFamily="18" charset="0"/>
                                    </a:rPr>
                                    <m:t>𝑾</m:t>
                                  </m:r>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Φ</m:t>
                                      </m:r>
                                    </m:e>
                                    <m:sub>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ub>
                                  </m:sSub>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d>
                                        <m:dPr>
                                          <m:begChr m:val="["/>
                                          <m:endChr m:val="]"/>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𝑡</m:t>
                                          </m:r>
                                        </m:e>
                                      </m:d>
                                      <m:r>
                                        <a:rPr lang="en-US" i="1">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𝑚</m:t>
                                          </m:r>
                                        </m:e>
                                      </m:acc>
                                      <m:r>
                                        <a:rPr lang="en-US" i="1" smtClean="0">
                                          <a:latin typeface="Cambria Math" panose="02040503050406030204" pitchFamily="18" charset="0"/>
                                        </a:rPr>
                                        <m:t> </m:t>
                                      </m:r>
                                    </m:e>
                                  </m:d>
                                </m:e>
                              </m:d>
                            </m:e>
                          </m:func>
                        </m:e>
                      </m:nary>
                    </m:oMath>
                  </m:oMathPara>
                </a14:m>
                <a:endParaRPr lang="en-US"/>
              </a:p>
              <a:p>
                <a:pPr>
                  <a:lnSpc>
                    <a:spcPct val="100000"/>
                  </a:lnSpc>
                </a:pPr>
                <a:r>
                  <a:rPr lang="en-US"/>
                  <a:t>By definition, </a:t>
                </a:r>
                <a14:m>
                  <m:oMath xmlns:m="http://schemas.openxmlformats.org/officeDocument/2006/math">
                    <m:sSub>
                      <m:sSubPr>
                        <m:ctrlPr>
                          <a:rPr lang="en-US" i="1" smtClean="0">
                            <a:effectLst/>
                            <a:latin typeface="Cambria Math" panose="02040503050406030204" pitchFamily="18" charset="0"/>
                          </a:rPr>
                        </m:ctrlPr>
                      </m:sSubPr>
                      <m:e>
                        <m:r>
                          <a:rPr lang="en-US" i="1">
                            <a:effectLst/>
                            <a:latin typeface="Cambria Math" panose="02040503050406030204" pitchFamily="18" charset="0"/>
                          </a:rPr>
                          <m:t>𝑍</m:t>
                        </m:r>
                      </m:e>
                      <m:sub>
                        <m:r>
                          <a:rPr lang="en-US" b="1" i="1">
                            <a:effectLst/>
                            <a:latin typeface="Cambria Math" panose="02040503050406030204" pitchFamily="18" charset="0"/>
                          </a:rPr>
                          <m:t>𝑾</m:t>
                        </m:r>
                      </m:sub>
                    </m:sSub>
                    <m:d>
                      <m:dPr>
                        <m:ctrlPr>
                          <a:rPr lang="en-US" i="1">
                            <a:effectLst/>
                            <a:latin typeface="Cambria Math" panose="02040503050406030204" pitchFamily="18" charset="0"/>
                          </a:rPr>
                        </m:ctrlPr>
                      </m:dPr>
                      <m:e>
                        <m:acc>
                          <m:accPr>
                            <m:chr m:val="⃗"/>
                            <m:ctrlPr>
                              <a:rPr lang="en-US" i="1">
                                <a:effectLst/>
                                <a:latin typeface="Cambria Math" panose="02040503050406030204" pitchFamily="18" charset="0"/>
                              </a:rPr>
                            </m:ctrlPr>
                          </m:accPr>
                          <m:e>
                            <m:r>
                              <a:rPr lang="en-US" i="1">
                                <a:effectLst/>
                                <a:latin typeface="Cambria Math" panose="02040503050406030204" pitchFamily="18" charset="0"/>
                              </a:rPr>
                              <m:t>𝑥</m:t>
                            </m:r>
                          </m:e>
                        </m:acc>
                      </m:e>
                    </m:d>
                    <m:r>
                      <a:rPr lang="en-US" b="0" i="1" smtClean="0">
                        <a:effectLst/>
                        <a:latin typeface="Cambria Math" panose="02040503050406030204" pitchFamily="18" charset="0"/>
                      </a:rPr>
                      <m:t>=</m:t>
                    </m:r>
                    <m:nary>
                      <m:naryPr>
                        <m:chr m:val="∑"/>
                        <m:limLoc m:val="subSup"/>
                        <m:supHide m:val="on"/>
                        <m:ctrlPr>
                          <a:rPr lang="en-US" b="0" i="1" smtClean="0">
                            <a:effectLst/>
                            <a:latin typeface="Cambria Math" panose="02040503050406030204" pitchFamily="18" charset="0"/>
                          </a:rPr>
                        </m:ctrlPr>
                      </m:naryPr>
                      <m:sub>
                        <m:r>
                          <m:rPr>
                            <m:brk m:alnAt="9"/>
                          </m:rPr>
                          <a:rPr lang="en-US" b="0" i="1" smtClean="0">
                            <a:effectLst/>
                            <a:latin typeface="Cambria Math" panose="02040503050406030204" pitchFamily="18" charset="0"/>
                          </a:rPr>
                          <m:t>𝑚</m:t>
                        </m:r>
                      </m:sub>
                      <m:sup/>
                      <m:e>
                        <m:r>
                          <a:rPr lang="en-US" b="0" i="1" smtClean="0">
                            <a:effectLst/>
                            <a:latin typeface="Cambria Math" panose="02040503050406030204" pitchFamily="18" charset="0"/>
                          </a:rPr>
                          <m:t>𝛼</m:t>
                        </m:r>
                        <m:r>
                          <a:rPr lang="en-US" b="0" i="1" smtClean="0">
                            <a:effectLst/>
                            <a:latin typeface="Cambria Math" panose="02040503050406030204" pitchFamily="18" charset="0"/>
                          </a:rPr>
                          <m:t>(</m:t>
                        </m:r>
                        <m:r>
                          <a:rPr lang="en-US" b="0" i="1" smtClean="0">
                            <a:effectLst/>
                            <a:latin typeface="Cambria Math" panose="02040503050406030204" pitchFamily="18" charset="0"/>
                          </a:rPr>
                          <m:t>𝑇</m:t>
                        </m:r>
                        <m:r>
                          <a:rPr lang="en-US" b="0" i="1" smtClean="0">
                            <a:effectLst/>
                            <a:latin typeface="Cambria Math" panose="02040503050406030204" pitchFamily="18" charset="0"/>
                          </a:rPr>
                          <m:t>,</m:t>
                        </m:r>
                        <m:r>
                          <a:rPr lang="en-US" b="0" i="1" smtClean="0">
                            <a:effectLst/>
                            <a:latin typeface="Cambria Math" panose="02040503050406030204" pitchFamily="18" charset="0"/>
                          </a:rPr>
                          <m:t>𝑚</m:t>
                        </m:r>
                        <m:r>
                          <a:rPr lang="en-US" b="0" i="1" smtClean="0">
                            <a:effectLst/>
                            <a:latin typeface="Cambria Math" panose="02040503050406030204" pitchFamily="18" charset="0"/>
                          </a:rPr>
                          <m:t>)</m:t>
                        </m:r>
                      </m:e>
                    </m:nary>
                  </m:oMath>
                </a14:m>
                <a:endParaRPr lang="en-US"/>
              </a:p>
              <a:p>
                <a:pPr>
                  <a:lnSpc>
                    <a:spcPct val="100000"/>
                  </a:lnSpc>
                </a:pPr>
                <a:r>
                  <a:rPr lang="en-US"/>
                  <a:t>Recurrence (with last transition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oMath>
                </a14:m>
                <a:r>
                  <a:rPr lang="en-US"/>
                  <a:t>):</a:t>
                </a:r>
                <a:br>
                  <a:rPr lang="en-US"/>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𝑚</m:t>
                              </m:r>
                            </m:e>
                            <m:sup>
                              <m:r>
                                <a:rPr lang="en-US" b="0" i="1" smtClean="0">
                                  <a:latin typeface="Cambria Math" panose="02040503050406030204" pitchFamily="18" charset="0"/>
                                </a:rPr>
                                <m:t>′</m:t>
                              </m:r>
                            </m:sup>
                          </m:sSup>
                        </m:sub>
                        <m:sup/>
                        <m:e>
                          <m:r>
                            <a:rPr lang="en-US" b="0" i="1" smtClean="0">
                              <a:latin typeface="Cambria Math" panose="02040503050406030204" pitchFamily="18" charset="0"/>
                            </a:rPr>
                            <m:t>𝛼</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1" i="1" smtClean="0">
                                      <a:latin typeface="Cambria Math" panose="02040503050406030204" pitchFamily="18" charset="0"/>
                                    </a:rPr>
                                    <m:t>𝑾</m:t>
                                  </m:r>
                                  <m:r>
                                    <a:rPr lang="en-US" b="0" i="1" smtClean="0">
                                      <a:latin typeface="Cambria Math" panose="02040503050406030204" pitchFamily="18" charset="0"/>
                                    </a:rPr>
                                    <m:t>⋅</m:t>
                                  </m:r>
                                  <m:r>
                                    <a:rPr lang="en-US" i="1" smtClean="0">
                                      <a:latin typeface="Cambria Math" panose="02040503050406030204" pitchFamily="18" charset="0"/>
                                      <a:cs typeface="DejaVu Math TeX Gyre" panose="02000503000000000000" charset="0"/>
                                    </a:rPr>
                                    <m:t>𝜑</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b="0" i="1" smtClean="0">
                                      <a:latin typeface="Cambria Math" panose="02040503050406030204" pitchFamily="18" charset="0"/>
                                    </a:rPr>
                                    <m:t>)</m:t>
                                  </m:r>
                                </m:e>
                              </m:d>
                            </m:e>
                          </m:func>
                        </m:e>
                      </m:nary>
                    </m:oMath>
                  </m:oMathPara>
                </a14:m>
                <a:endParaRPr lang="en-US"/>
              </a:p>
              <a:p>
                <a:pPr>
                  <a:lnSpc>
                    <a:spcPct val="100000"/>
                  </a:lnSpc>
                </a:pPr>
                <a:r>
                  <a:rPr lang="en-US"/>
                  <a:t>Suggests base case </a:t>
                </a:r>
                <a14:m>
                  <m:oMath xmlns:m="http://schemas.openxmlformats.org/officeDocument/2006/math">
                    <m:r>
                      <a:rPr lang="en-US" b="0" i="1" smtClean="0">
                        <a:latin typeface="Cambria Math" panose="02040503050406030204" pitchFamily="18" charset="0"/>
                      </a:rPr>
                      <m:t>𝛼</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r>
                      <a:rPr lang="en-US" b="0" i="1" smtClean="0">
                        <a:latin typeface="Cambria Math" panose="02040503050406030204" pitchFamily="18" charset="0"/>
                      </a:rPr>
                      <m:t>1</m:t>
                    </m:r>
                  </m:oMath>
                </a14:m>
                <a:r>
                  <a:rPr lang="en-US"/>
                  <a:t> for all </a:t>
                </a:r>
                <a14:m>
                  <m:oMath xmlns:m="http://schemas.openxmlformats.org/officeDocument/2006/math">
                    <m:r>
                      <a:rPr lang="en-US" i="1" dirty="0" smtClean="0">
                        <a:latin typeface="Cambria Math" panose="02040503050406030204" pitchFamily="18" charset="0"/>
                      </a:rPr>
                      <m:t>𝑚</m:t>
                    </m:r>
                  </m:oMath>
                </a14:m>
                <a:endParaRPr lang="en-US"/>
              </a:p>
              <a:p>
                <a:pPr>
                  <a:lnSpc>
                    <a:spcPct val="100000"/>
                  </a:lnSpc>
                </a:pPr>
                <a:r>
                  <a:rPr lang="en-US"/>
                  <a:t>As before, safer to compute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i="1">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e>
                    </m:func>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282"/>
                </a:stretch>
              </a:blipFill>
            </p:spPr>
            <p:txBody>
              <a:bodyPr/>
              <a:lstStyle/>
              <a:p>
                <a:r>
                  <a:rPr lang="en-US" altLang="en-US">
                    <a:noFill/>
                  </a:rPr>
                  <a:t> </a:t>
                </a:r>
              </a:p>
            </p:txBody>
          </p:sp>
        </mc:Fallback>
      </mc:AlternateContent>
      <p:sp>
        <p:nvSpPr>
          <p:cNvPr id="2" name="Title 1"/>
          <p:cNvSpPr>
            <a:spLocks noGrp="1"/>
          </p:cNvSpPr>
          <p:nvPr>
            <p:ph type="title"/>
          </p:nvPr>
        </p:nvSpPr>
        <p:spPr/>
        <p:txBody>
          <a:bodyPr/>
          <a:lstStyle/>
          <a:p>
            <a:r>
              <a:rPr lang="en-US"/>
              <a:t>DP for partition function</a:t>
            </a:r>
            <a:endParaRPr lang="en-US"/>
          </a:p>
        </p:txBody>
      </p:sp>
      <p:sp>
        <p:nvSpPr>
          <p:cNvPr id="4" name="Arrow: Right 3"/>
          <p:cNvSpPr/>
          <p:nvPr/>
        </p:nvSpPr>
        <p:spPr>
          <a:xfrm flipH="1">
            <a:off x="9940925" y="5043170"/>
            <a:ext cx="2072640" cy="1645285"/>
          </a:xfrm>
          <a:prstGeom prst="rightArrow">
            <a:avLst>
              <a:gd name="adj1" fmla="val 81018"/>
              <a:gd name="adj2" fmla="val 218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Prove by induction</a:t>
            </a:r>
            <a:endParaRPr lang="en-US" sz="2800"/>
          </a:p>
        </p:txBody>
      </p:sp>
      <p:sp>
        <p:nvSpPr>
          <p:cNvPr id="6" name="TextBox 5"/>
          <p:cNvSpPr txBox="1"/>
          <p:nvPr/>
        </p:nvSpPr>
        <p:spPr>
          <a:xfrm>
            <a:off x="4579596" y="5015362"/>
            <a:ext cx="1573251" cy="369332"/>
          </a:xfrm>
          <a:prstGeom prst="rect">
            <a:avLst/>
          </a:prstGeom>
          <a:solidFill>
            <a:schemeClr val="accent4">
              <a:lumMod val="20000"/>
              <a:lumOff val="80000"/>
            </a:schemeClr>
          </a:solidFill>
        </p:spPr>
        <p:txBody>
          <a:bodyPr wrap="none" rtlCol="0">
            <a:spAutoFit/>
          </a:bodyPr>
          <a:lstStyle/>
          <a:p>
            <a:r>
              <a:rPr lang="en-US">
                <a:solidFill>
                  <a:schemeClr val="accent2">
                    <a:lumMod val="75000"/>
                  </a:schemeClr>
                </a:solidFill>
              </a:rPr>
              <a:t>Previous prefix</a:t>
            </a:r>
            <a:endParaRPr lang="en-US">
              <a:solidFill>
                <a:schemeClr val="accent2">
                  <a:lumMod val="75000"/>
                </a:schemeClr>
              </a:solidFill>
            </a:endParaRPr>
          </a:p>
        </p:txBody>
      </p:sp>
      <p:sp>
        <p:nvSpPr>
          <p:cNvPr id="7" name="TextBox 6"/>
          <p:cNvSpPr txBox="1"/>
          <p:nvPr/>
        </p:nvSpPr>
        <p:spPr>
          <a:xfrm>
            <a:off x="7271408" y="5015362"/>
            <a:ext cx="602153" cy="369332"/>
          </a:xfrm>
          <a:prstGeom prst="rect">
            <a:avLst/>
          </a:prstGeom>
          <a:solidFill>
            <a:schemeClr val="accent4">
              <a:lumMod val="20000"/>
              <a:lumOff val="80000"/>
            </a:schemeClr>
          </a:solidFill>
        </p:spPr>
        <p:txBody>
          <a:bodyPr wrap="none" rtlCol="0">
            <a:spAutoFit/>
          </a:bodyPr>
          <a:lstStyle/>
          <a:p>
            <a:r>
              <a:rPr lang="en-US">
                <a:solidFill>
                  <a:schemeClr val="accent2">
                    <a:lumMod val="75000"/>
                  </a:schemeClr>
                </a:solidFill>
              </a:rPr>
              <a:t>Step</a:t>
            </a:r>
            <a:endParaRPr lang="en-US">
              <a:solidFill>
                <a:schemeClr val="accent2">
                  <a:lumMod val="75000"/>
                </a:schemeClr>
              </a:solidFill>
            </a:endParaRPr>
          </a:p>
        </p:txBody>
      </p:sp>
      <p:sp>
        <p:nvSpPr>
          <p:cNvPr id="8" name="TextBox 7"/>
          <p:cNvSpPr txBox="1"/>
          <p:nvPr/>
        </p:nvSpPr>
        <p:spPr>
          <a:xfrm>
            <a:off x="1552235" y="5015362"/>
            <a:ext cx="1584023" cy="369332"/>
          </a:xfrm>
          <a:prstGeom prst="rect">
            <a:avLst/>
          </a:prstGeom>
          <a:solidFill>
            <a:schemeClr val="accent4">
              <a:lumMod val="20000"/>
              <a:lumOff val="80000"/>
            </a:schemeClr>
          </a:solidFill>
        </p:spPr>
        <p:txBody>
          <a:bodyPr wrap="none" rtlCol="0">
            <a:spAutoFit/>
          </a:bodyPr>
          <a:lstStyle/>
          <a:p>
            <a:r>
              <a:rPr lang="en-US">
                <a:solidFill>
                  <a:schemeClr val="accent2">
                    <a:lumMod val="75000"/>
                  </a:schemeClr>
                </a:solidFill>
              </a:rPr>
              <a:t>Updated prefix</a:t>
            </a:r>
            <a:endParaRPr lang="en-US">
              <a:solidFill>
                <a:schemeClr val="accent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P spid="7" grpId="0" bldLvl="0" animBg="1"/>
      <p:bldP spid="8"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hlinkClick r:id="rId1"/>
              </a:rPr>
              <a:t>Tensorflow</a:t>
            </a:r>
            <a:r>
              <a:rPr lang="en-US">
                <a:hlinkClick r:id="rId1"/>
              </a:rPr>
              <a:t>/</a:t>
            </a:r>
            <a:r>
              <a:rPr lang="en-US" err="1">
                <a:hlinkClick r:id="rId1"/>
              </a:rPr>
              <a:t>pytorch</a:t>
            </a:r>
            <a:r>
              <a:rPr lang="en-US">
                <a:hlinkClick r:id="rId1"/>
              </a:rPr>
              <a:t> CRF code</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80000" lnSpcReduction="20000"/>
              </a:bodyPr>
              <a:lstStyle/>
              <a:p>
                <a:pPr>
                  <a:lnSpc>
                    <a:spcPct val="100000"/>
                  </a:lnSpc>
                </a:pPr>
                <a:r>
                  <a:rPr lang="en-US"/>
                  <a:t>Earlier, we’d need to calculate</a:t>
                </a:r>
                <a:br>
                  <a:rPr lang="en-US"/>
                </a:b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r>
                            <a:rPr lang="en-US" b="1" i="1" smtClean="0">
                              <a:latin typeface="Cambria Math" panose="02040503050406030204" pitchFamily="18" charset="0"/>
                            </a:rPr>
                            <m:t>𝑾</m:t>
                          </m:r>
                        </m:sub>
                      </m:sSub>
                      <m:d>
                        <m:dPr>
                          <m:ctrlPr>
                            <a:rPr lang="en-US" b="0" i="1" smtClean="0">
                              <a:latin typeface="Cambria Math" panose="02040503050406030204" pitchFamily="18" charset="0"/>
                            </a:rPr>
                          </m:ctrlPr>
                        </m:dPr>
                        <m:e>
                          <m:nary>
                            <m:naryPr>
                              <m:chr m:val="∑"/>
                              <m:supHide m:val="on"/>
                              <m:ctrlPr>
                                <a:rPr lang="en-US" i="1">
                                  <a:latin typeface="Cambria Math" panose="02040503050406030204" pitchFamily="18" charset="0"/>
                                </a:rPr>
                              </m:ctrlPr>
                            </m:naryPr>
                            <m:sub>
                              <m:r>
                                <a:rPr lang="en-US" i="1">
                                  <a:latin typeface="Cambria Math" panose="02040503050406030204" pitchFamily="18" charset="0"/>
                                </a:rPr>
                                <m:t>ℓ</m:t>
                              </m:r>
                            </m:sub>
                            <m:sup/>
                            <m:e>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(ℓ)</m:t>
                                      </m:r>
                                    </m:sup>
                                  </m:sSup>
                                  <m:r>
                                    <a:rPr lang="en-US" i="1">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(ℓ)</m:t>
                                      </m:r>
                                    </m:sup>
                                  </m:sSup>
                                </m:e>
                              </m:d>
                            </m:e>
                          </m:nary>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b="1" i="1">
                                      <a:latin typeface="Cambria Math" panose="02040503050406030204" pitchFamily="18" charset="0"/>
                                    </a:rPr>
                                    <m:t>𝑾</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(ℓ)</m:t>
                                      </m:r>
                                    </m:sup>
                                  </m:sSup>
                                </m:e>
                              </m:d>
                            </m:e>
                          </m:func>
                        </m:e>
                      </m:d>
                    </m:oMath>
                  </m:oMathPara>
                </a14:m>
                <a:endParaRPr lang="en-US"/>
              </a:p>
              <a:p>
                <a:pPr lvl="1">
                  <a:lnSpc>
                    <a:spcPct val="100000"/>
                  </a:lnSpc>
                </a:pPr>
                <a:r>
                  <a:rPr lang="en-US"/>
                  <a:t>First term is linear and trivial</a:t>
                </a:r>
                <a:endParaRPr lang="en-US"/>
              </a:p>
              <a:p>
                <a:pPr lvl="1">
                  <a:lnSpc>
                    <a:spcPct val="100000"/>
                  </a:lnSpc>
                </a:pPr>
                <a:r>
                  <a:rPr lang="en-US"/>
                  <a:t>Second term needs another (more complicated) DP</a:t>
                </a:r>
                <a:endParaRPr lang="en-US"/>
              </a:p>
              <a:p>
                <a:pPr>
                  <a:lnSpc>
                    <a:spcPct val="100000"/>
                  </a:lnSpc>
                </a:pPr>
                <a:r>
                  <a:rPr lang="en-US"/>
                  <a:t>Now we just need the DP to define the objective</a:t>
                </a:r>
                <a:endParaRPr lang="en-US"/>
              </a:p>
              <a:p>
                <a:pPr>
                  <a:lnSpc>
                    <a:spcPct val="100000"/>
                  </a:lnSpc>
                </a:pPr>
                <a:r>
                  <a:rPr lang="en-US"/>
                  <a:t>Definitions: tensor, loss computation graph, placeholders, batch, stochastic gradient descent, optimizer, masking, </a:t>
                </a:r>
                <a:r>
                  <a:rPr lang="en-US" err="1">
                    <a:latin typeface="Yu Gothic UI Light" panose="020B0300000000000000" pitchFamily="34" charset="-128"/>
                    <a:ea typeface="Yu Gothic UI Light" panose="020B0300000000000000" pitchFamily="34" charset="-128"/>
                    <a:cs typeface="Courier New" panose="02070309020205020404" pitchFamily="49" charset="0"/>
                  </a:rPr>
                  <a:t>expand_dims</a:t>
                </a:r>
                <a:r>
                  <a:rPr lang="en-US">
                    <a:latin typeface="Yu Gothic UI Light" panose="020B0300000000000000" pitchFamily="34" charset="-128"/>
                    <a:ea typeface="Yu Gothic UI Light" panose="020B0300000000000000" pitchFamily="34" charset="-128"/>
                    <a:cs typeface="Courier New" panose="02070309020205020404" pitchFamily="49" charset="0"/>
                  </a:rPr>
                  <a:t>, tile, </a:t>
                </a:r>
                <a:r>
                  <a:rPr lang="en-US" err="1">
                    <a:latin typeface="Yu Gothic UI Light" panose="020B0300000000000000" pitchFamily="34" charset="-128"/>
                    <a:ea typeface="Yu Gothic UI Light" panose="020B0300000000000000" pitchFamily="34" charset="-128"/>
                    <a:cs typeface="Courier New" panose="02070309020205020404" pitchFamily="49" charset="0"/>
                  </a:rPr>
                  <a:t>concat</a:t>
                </a:r>
                <a:r>
                  <a:rPr lang="en-US">
                    <a:latin typeface="Yu Gothic UI Light" panose="020B0300000000000000" pitchFamily="34" charset="-128"/>
                    <a:ea typeface="Yu Gothic UI Light" panose="020B0300000000000000" pitchFamily="34" charset="-128"/>
                    <a:cs typeface="Courier New" panose="02070309020205020404" pitchFamily="49" charset="0"/>
                  </a:rPr>
                  <a:t>, </a:t>
                </a:r>
                <a:r>
                  <a:rPr lang="en-US" err="1">
                    <a:latin typeface="Yu Gothic UI Light" panose="020B0300000000000000" pitchFamily="34" charset="-128"/>
                    <a:ea typeface="Yu Gothic UI Light" panose="020B0300000000000000" pitchFamily="34" charset="-128"/>
                    <a:cs typeface="Courier New" panose="02070309020205020404" pitchFamily="49" charset="0"/>
                  </a:rPr>
                  <a:t>einsum</a:t>
                </a:r>
                <a:r>
                  <a:rPr lang="en-US">
                    <a:latin typeface="Yu Gothic UI Light" panose="020B0300000000000000" pitchFamily="34" charset="-128"/>
                    <a:ea typeface="Yu Gothic UI Light" panose="020B0300000000000000" pitchFamily="34" charset="-128"/>
                    <a:cs typeface="Courier New" panose="02070309020205020404" pitchFamily="49" charset="0"/>
                  </a:rPr>
                  <a:t>, </a:t>
                </a:r>
                <a:r>
                  <a:rPr lang="en-US" err="1">
                    <a:latin typeface="Yu Gothic UI Light" panose="020B0300000000000000" pitchFamily="34" charset="-128"/>
                    <a:ea typeface="Yu Gothic UI Light" panose="020B0300000000000000" pitchFamily="34" charset="-128"/>
                    <a:cs typeface="Courier New" panose="02070309020205020404" pitchFamily="49" charset="0"/>
                  </a:rPr>
                  <a:t>matmul</a:t>
                </a:r>
                <a:r>
                  <a:rPr lang="en-US">
                    <a:latin typeface="Yu Gothic UI Light" panose="020B0300000000000000" pitchFamily="34" charset="-128"/>
                    <a:ea typeface="Yu Gothic UI Light" panose="020B0300000000000000" pitchFamily="34" charset="-128"/>
                    <a:cs typeface="Courier New" panose="02070309020205020404" pitchFamily="49" charset="0"/>
                  </a:rPr>
                  <a:t>, </a:t>
                </a:r>
                <a:r>
                  <a:rPr lang="en-US" err="1">
                    <a:latin typeface="Yu Gothic UI Light" panose="020B0300000000000000" pitchFamily="34" charset="-128"/>
                    <a:ea typeface="Yu Gothic UI Light" panose="020B0300000000000000" pitchFamily="34" charset="-128"/>
                    <a:cs typeface="Courier New" panose="02070309020205020404" pitchFamily="49" charset="0"/>
                  </a:rPr>
                  <a:t>reduce_sum</a:t>
                </a:r>
                <a:r>
                  <a:rPr lang="en-US">
                    <a:latin typeface="Yu Gothic UI Light" panose="020B0300000000000000" pitchFamily="34" charset="-128"/>
                    <a:ea typeface="Yu Gothic UI Light" panose="020B0300000000000000" pitchFamily="34" charset="-128"/>
                    <a:cs typeface="Courier New" panose="02070309020205020404" pitchFamily="49" charset="0"/>
                  </a:rPr>
                  <a:t>, </a:t>
                </a:r>
                <a:r>
                  <a:rPr lang="en-US" err="1">
                    <a:latin typeface="Yu Gothic UI Light" panose="020B0300000000000000" pitchFamily="34" charset="-128"/>
                    <a:ea typeface="Yu Gothic UI Light" panose="020B0300000000000000" pitchFamily="34" charset="-128"/>
                    <a:cs typeface="Courier New" panose="02070309020205020404" pitchFamily="49" charset="0"/>
                  </a:rPr>
                  <a:t>reduce_logsumexp</a:t>
                </a:r>
                <a:endParaRPr lang="en-US">
                  <a:latin typeface="Yu Gothic UI Light" panose="020B0300000000000000" pitchFamily="34" charset="-128"/>
                  <a:ea typeface="Yu Gothic UI Light" panose="020B0300000000000000" pitchFamily="34" charset="-128"/>
                  <a:cs typeface="Courier New" panose="02070309020205020404" pitchFamily="49" charset="0"/>
                </a:endParaRPr>
              </a:p>
              <a:p>
                <a:pPr>
                  <a:lnSpc>
                    <a:spcPct val="100000"/>
                  </a:lnSpc>
                </a:pPr>
                <a:r>
                  <a:rPr lang="en-US"/>
                  <a:t>Batch size </a:t>
                </a:r>
                <a:r>
                  <a:rPr lang="en-US">
                    <a:latin typeface="Yu Gothic UI Light" panose="020B0300000000000000" pitchFamily="34" charset="-128"/>
                    <a:ea typeface="Yu Gothic UI Light" panose="020B0300000000000000" pitchFamily="34" charset="-128"/>
                  </a:rPr>
                  <a:t>B</a:t>
                </a:r>
                <a:r>
                  <a:rPr lang="en-US"/>
                  <a:t>, max length </a:t>
                </a:r>
                <a:r>
                  <a:rPr lang="en-US">
                    <a:latin typeface="Yu Gothic UI Light" panose="020B0300000000000000" pitchFamily="34" charset="-128"/>
                    <a:ea typeface="Yu Gothic UI Light" panose="020B0300000000000000" pitchFamily="34" charset="-128"/>
                  </a:rPr>
                  <a:t>T</a:t>
                </a:r>
                <a:r>
                  <a:rPr lang="en-US"/>
                  <a:t>, number of states </a:t>
                </a:r>
                <a:r>
                  <a:rPr lang="en-US">
                    <a:latin typeface="Yu Gothic UI Light" panose="020B0300000000000000" pitchFamily="34" charset="-128"/>
                    <a:ea typeface="Yu Gothic UI Light" panose="020B0300000000000000" pitchFamily="34" charset="-128"/>
                  </a:rPr>
                  <a:t>M</a:t>
                </a:r>
                <a:r>
                  <a:rPr lang="en-US"/>
                  <a:t>, features </a:t>
                </a:r>
                <a:r>
                  <a:rPr lang="en-US">
                    <a:latin typeface="Yu Gothic UI Light" panose="020B0300000000000000" pitchFamily="34" charset="-128"/>
                    <a:ea typeface="Yu Gothic UI Light" panose="020B0300000000000000" pitchFamily="34" charset="-128"/>
                  </a:rPr>
                  <a:t>F</a:t>
                </a:r>
                <a:endParaRPr lang="en-US">
                  <a:latin typeface="Yu Gothic UI Light" panose="020B0300000000000000" pitchFamily="34" charset="-128"/>
                  <a:ea typeface="Yu Gothic UI Light" panose="020B0300000000000000" pitchFamily="34" charset="-128"/>
                </a:endParaRPr>
              </a:p>
              <a:p>
                <a:pPr>
                  <a:lnSpc>
                    <a:spcPct val="100000"/>
                  </a:lnSpc>
                </a:pPr>
                <a:r>
                  <a:rPr lang="en-US"/>
                  <a:t>Inputs/placeholders </a:t>
                </a:r>
                <a:r>
                  <a:rPr lang="en-US">
                    <a:latin typeface="Yu Gothic UI Light" panose="020B0300000000000000" pitchFamily="34" charset="-128"/>
                    <a:ea typeface="Yu Gothic UI Light" panose="020B0300000000000000" pitchFamily="34" charset="-128"/>
                  </a:rPr>
                  <a:t>masks[B,T]</a:t>
                </a:r>
                <a:r>
                  <a:rPr lang="en-US"/>
                  <a:t>, </a:t>
                </a:r>
                <a:r>
                  <a:rPr lang="en-US">
                    <a:latin typeface="Yu Gothic UI Light" panose="020B0300000000000000" pitchFamily="34" charset="-128"/>
                    <a:ea typeface="Yu Gothic UI Light" panose="020B0300000000000000" pitchFamily="34" charset="-128"/>
                  </a:rPr>
                  <a:t>emits[B,T,F]</a:t>
                </a:r>
                <a:r>
                  <a:rPr lang="en-US"/>
                  <a:t>, </a:t>
                </a:r>
                <a:r>
                  <a:rPr lang="en-US">
                    <a:latin typeface="Yu Gothic UI Light" panose="020B0300000000000000" pitchFamily="34" charset="-128"/>
                    <a:ea typeface="Yu Gothic UI Light" panose="020B0300000000000000" pitchFamily="34" charset="-128"/>
                  </a:rPr>
                  <a:t>states[B,T,M]</a:t>
                </a:r>
                <a:endParaRPr lang="en-US">
                  <a:latin typeface="Yu Gothic UI Light" panose="020B0300000000000000" pitchFamily="34" charset="-128"/>
                  <a:ea typeface="Yu Gothic UI Light" panose="020B0300000000000000" pitchFamily="34" charset="-128"/>
                </a:endParaRPr>
              </a:p>
              <a:p>
                <a:pPr>
                  <a:lnSpc>
                    <a:spcPct val="100000"/>
                  </a:lnSpc>
                </a:pPr>
                <a:r>
                  <a:rPr lang="en-US"/>
                  <a:t>Build expression graphs for </a:t>
                </a:r>
                <a:r>
                  <a:rPr lang="en-US">
                    <a:latin typeface="Yu Gothic UI Light" panose="020B0300000000000000" pitchFamily="34" charset="-128"/>
                    <a:ea typeface="Yu Gothic UI Light" panose="020B0300000000000000" pitchFamily="34" charset="-128"/>
                  </a:rPr>
                  <a:t>scores[B]</a:t>
                </a:r>
                <a:r>
                  <a:rPr lang="en-US"/>
                  <a:t>, </a:t>
                </a:r>
                <a:r>
                  <a:rPr lang="en-US" err="1">
                    <a:latin typeface="Yu Gothic UI Light" panose="020B0300000000000000" pitchFamily="34" charset="-128"/>
                    <a:ea typeface="Yu Gothic UI Light" panose="020B0300000000000000" pitchFamily="34" charset="-128"/>
                  </a:rPr>
                  <a:t>logzs</a:t>
                </a:r>
                <a:r>
                  <a:rPr lang="en-US">
                    <a:latin typeface="Yu Gothic UI Light" panose="020B0300000000000000" pitchFamily="34" charset="-128"/>
                    <a:ea typeface="Yu Gothic UI Light" panose="020B0300000000000000" pitchFamily="34" charset="-128"/>
                  </a:rPr>
                  <a:t>[B]</a:t>
                </a:r>
                <a:endParaRPr lang="en-US">
                  <a:latin typeface="Yu Gothic UI Light" panose="020B0300000000000000" pitchFamily="34" charset="-128"/>
                  <a:ea typeface="Yu Gothic UI Light" panose="020B0300000000000000" pitchFamily="34" charset="-128"/>
                </a:endParaRPr>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t="-303"/>
                </a:stretch>
              </a:blipFill>
            </p:spPr>
            <p:txBody>
              <a:bodyPr/>
              <a:lstStyle/>
              <a:p>
                <a:r>
                  <a:rPr lang="en-US" alt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 directed arrows</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The way </a:t>
                </a:r>
                <a14:m>
                  <m:oMath xmlns:m="http://schemas.openxmlformats.org/officeDocument/2006/math">
                    <m:r>
                      <a:rPr lang="en-US" i="1">
                        <a:latin typeface="Cambria Math" panose="02040503050406030204" pitchFamily="18" charset="0"/>
                        <a:cs typeface="DejaVu Math TeX Gyre" panose="02000503000000000000" charset="0"/>
                      </a:rPr>
                      <m:t>𝜑</m:t>
                    </m:r>
                  </m:oMath>
                </a14:m>
                <a:r>
                  <a:rPr lang="en-US"/>
                  <a:t> is defined has no preference over whether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oMath>
                </a14:m>
                <a:r>
                  <a:rPr lang="en-US"/>
                  <a:t> influences the distribution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oMath>
                </a14:m>
                <a:r>
                  <a:rPr lang="en-US"/>
                  <a:t>, or the other way around</a:t>
                </a:r>
                <a:endParaRPr lang="en-US"/>
              </a:p>
              <a:p>
                <a:r>
                  <a:rPr lang="en-US"/>
                  <a:t>Undirected graphical model</a:t>
                </a:r>
                <a:endParaRPr lang="en-US"/>
              </a:p>
              <a:p>
                <a:pPr lvl="1"/>
                <a:r>
                  <a:rPr lang="en-US"/>
                  <a:t>Undirected edges connecting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oMath>
                </a14:m>
                <a:endParaRPr lang="en-US" i="1">
                  <a:latin typeface="Cambria Math" panose="02040503050406030204" pitchFamily="18" charset="0"/>
                </a:endParaRPr>
              </a:p>
              <a:p>
                <a:pPr lvl="1"/>
                <a:r>
                  <a:rPr lang="en-US"/>
                  <a:t>Undirected edges connecting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oMath>
                </a14:m>
                <a:endParaRPr lang="en-US" i="1">
                  <a:latin typeface="Cambria Math" panose="02040503050406030204" pitchFamily="18" charset="0"/>
                </a:endParaRPr>
              </a:p>
              <a:p>
                <a:pPr lvl="0"/>
                <a:r>
                  <a:rPr lang="en-US"/>
                  <a:t>However, </a:t>
                </a:r>
                <a:r>
                  <a:rPr lang="en-US">
                    <a:sym typeface="+mn-ea"/>
                  </a:rPr>
                  <a:t>whole input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1</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𝑇</m:t>
                        </m:r>
                      </m:sub>
                    </m:sSub>
                  </m:oMath>
                </a14:m>
                <a:r>
                  <a:rPr lang="en-US">
                    <a:sym typeface="+mn-ea"/>
                  </a:rPr>
                  <a:t> can be observed</a:t>
                </a:r>
                <a:endParaRPr lang="en-US"/>
              </a:p>
              <a:p>
                <a:pPr lvl="0"/>
                <a:r>
                  <a:rPr lang="en-US">
                    <a:sym typeface="+mn-ea"/>
                  </a:rPr>
                  <a:t>Can use full left and right context</a:t>
                </a:r>
                <a:endParaRPr lang="en-US"/>
              </a:p>
              <a:p>
                <a:pPr lvl="1"/>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 so far</a:t>
            </a:r>
            <a:endParaRPr lang="en-US"/>
          </a:p>
        </p:txBody>
      </p:sp>
      <p:sp>
        <p:nvSpPr>
          <p:cNvPr id="3" name="Text Placeholder 2"/>
          <p:cNvSpPr>
            <a:spLocks noGrp="1"/>
          </p:cNvSpPr>
          <p:nvPr>
            <p:ph type="body" idx="1"/>
          </p:nvPr>
        </p:nvSpPr>
        <p:spPr/>
        <p:txBody>
          <a:bodyPr>
            <a:normAutofit lnSpcReduction="10000"/>
          </a:bodyPr>
          <a:lstStyle/>
          <a:p>
            <a:r>
              <a:rPr lang="en-US">
                <a:solidFill>
                  <a:schemeClr val="bg2">
                    <a:lumMod val="75000"/>
                  </a:schemeClr>
                </a:solidFill>
              </a:rPr>
              <a:t>Sequences, states, tokens, features, feature maps</a:t>
            </a:r>
            <a:endParaRPr lang="en-US">
              <a:solidFill>
                <a:schemeClr val="bg2">
                  <a:lumMod val="75000"/>
                </a:schemeClr>
              </a:solidFill>
            </a:endParaRPr>
          </a:p>
          <a:p>
            <a:r>
              <a:rPr lang="en-US">
                <a:solidFill>
                  <a:schemeClr val="bg2">
                    <a:lumMod val="75000"/>
                  </a:schemeClr>
                </a:solidFill>
              </a:rPr>
              <a:t>HMM, MEMM, Viterbi</a:t>
            </a:r>
            <a:endParaRPr lang="en-US">
              <a:solidFill>
                <a:schemeClr val="bg2">
                  <a:lumMod val="75000"/>
                </a:schemeClr>
              </a:solidFill>
            </a:endParaRPr>
          </a:p>
          <a:p>
            <a:r>
              <a:rPr lang="en-US">
                <a:solidFill>
                  <a:schemeClr val="bg2">
                    <a:lumMod val="75000"/>
                  </a:schemeClr>
                </a:solidFill>
              </a:rPr>
              <a:t>Local to global normalization</a:t>
            </a:r>
            <a:endParaRPr lang="en-US">
              <a:solidFill>
                <a:schemeClr val="bg2">
                  <a:lumMod val="75000"/>
                </a:schemeClr>
              </a:solidFill>
            </a:endParaRPr>
          </a:p>
          <a:p>
            <a:r>
              <a:rPr lang="en-US">
                <a:solidFill>
                  <a:schemeClr val="bg2">
                    <a:lumMod val="75000"/>
                  </a:schemeClr>
                </a:solidFill>
              </a:rPr>
              <a:t>Training protocols</a:t>
            </a:r>
            <a:endParaRPr lang="en-US">
              <a:solidFill>
                <a:schemeClr val="bg2">
                  <a:lumMod val="75000"/>
                </a:schemeClr>
              </a:solidFill>
            </a:endParaRPr>
          </a:p>
          <a:p>
            <a:pPr lvl="1"/>
            <a:r>
              <a:rPr lang="en-US">
                <a:solidFill>
                  <a:schemeClr val="bg2">
                    <a:lumMod val="75000"/>
                  </a:schemeClr>
                </a:solidFill>
              </a:rPr>
              <a:t>Maximize conditional probability of gold label sequence</a:t>
            </a:r>
            <a:endParaRPr lang="en-US"/>
          </a:p>
          <a:p>
            <a:pPr lvl="1"/>
            <a:r>
              <a:rPr lang="en-US"/>
              <a:t>Make score of gold label sequence beat all others with a margin</a:t>
            </a:r>
            <a:endParaRPr lang="en-US"/>
          </a:p>
          <a:p>
            <a:pPr lvl="0"/>
            <a:r>
              <a:rPr lang="en-US"/>
              <a:t>From sequences to trees</a:t>
            </a:r>
            <a:endParaRPr lang="en-US"/>
          </a:p>
          <a:p>
            <a:pPr lvl="0"/>
            <a:r>
              <a:rPr lang="en-US"/>
              <a:t>From trees to general graphs</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Perfect, the enemy of the good</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4930" y="2559050"/>
                <a:ext cx="12055475" cy="4213860"/>
              </a:xfrm>
            </p:spPr>
            <p:txBody>
              <a:bodyPr>
                <a:noAutofit/>
              </a:bodyPr>
              <a:lstStyle/>
              <a:p>
                <a:pPr>
                  <a:lnSpc>
                    <a:spcPct val="100000"/>
                  </a:lnSpc>
                </a:pPr>
                <a:r>
                  <a:rPr lang="en-US" sz="2800"/>
                  <a:t>Labeled instance is </a:t>
                </a:r>
                <a14:m>
                  <m:oMath xmlns:m="http://schemas.openxmlformats.org/officeDocument/2006/math">
                    <m:sSup>
                      <m:sSupPr>
                        <m:ctrlPr>
                          <a:rPr lang="en-US" sz="2800" i="1" dirty="0">
                            <a:latin typeface="Cambria Math" panose="02040503050406030204" pitchFamily="18" charset="0"/>
                          </a:rPr>
                        </m:ctrlPr>
                      </m:sSupPr>
                      <m:e>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e>
                      <m:sup>
                        <m:d>
                          <m:dPr>
                            <m:ctrlPr>
                              <a:rPr lang="en-US" sz="2800" i="1" dirty="0">
                                <a:latin typeface="Cambria Math" panose="02040503050406030204" pitchFamily="18" charset="0"/>
                              </a:rPr>
                            </m:ctrlPr>
                          </m:dPr>
                          <m:e>
                            <m:r>
                              <a:rPr lang="en-US" sz="2800" i="1" dirty="0">
                                <a:latin typeface="Cambria Math" panose="02040503050406030204" pitchFamily="18" charset="0"/>
                              </a:rPr>
                              <m:t>ℓ</m:t>
                            </m:r>
                          </m:e>
                        </m:d>
                      </m:sup>
                    </m:sSup>
                    <m:r>
                      <a:rPr lang="en-US" sz="2800" i="1" dirty="0">
                        <a:latin typeface="Cambria Math" panose="02040503050406030204" pitchFamily="18" charset="0"/>
                      </a:rPr>
                      <m:t>,</m:t>
                    </m:r>
                    <m:sSup>
                      <m:sSupPr>
                        <m:ctrlPr>
                          <a:rPr lang="en-US" sz="2800" i="1" dirty="0">
                            <a:latin typeface="Cambria Math" panose="02040503050406030204" pitchFamily="18" charset="0"/>
                          </a:rPr>
                        </m:ctrlPr>
                      </m:sSupPr>
                      <m:e>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p>
                        <m:r>
                          <a:rPr lang="en-US" sz="2800" i="1" dirty="0">
                            <a:latin typeface="Cambria Math" panose="02040503050406030204" pitchFamily="18" charset="0"/>
                          </a:rPr>
                          <m:t>(ℓ)</m:t>
                        </m:r>
                      </m:sup>
                    </m:sSup>
                  </m:oMath>
                </a14:m>
                <a:r>
                  <a:rPr lang="en-US" sz="2800"/>
                  <a:t>, where </a:t>
                </a:r>
                <a14:m>
                  <m:oMath xmlns:m="http://schemas.openxmlformats.org/officeDocument/2006/math">
                    <m:sSup>
                      <m:sSupPr>
                        <m:ctrlPr>
                          <a:rPr lang="en-US" sz="2800" i="1" dirty="0">
                            <a:latin typeface="Cambria Math" panose="02040503050406030204" pitchFamily="18" charset="0"/>
                          </a:rPr>
                        </m:ctrlPr>
                      </m:sSupPr>
                      <m:e>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p>
                        <m:r>
                          <a:rPr lang="en-US" sz="2800" i="1" dirty="0">
                            <a:latin typeface="Cambria Math" panose="02040503050406030204" pitchFamily="18" charset="0"/>
                          </a:rPr>
                          <m:t>(ℓ)</m:t>
                        </m:r>
                      </m:sup>
                    </m:sSup>
                  </m:oMath>
                </a14:m>
                <a:r>
                  <a:rPr lang="en-US" sz="2800"/>
                  <a:t> is the “gold” label sequence</a:t>
                </a:r>
                <a:endParaRPr lang="en-US" sz="2800"/>
              </a:p>
              <a:p>
                <a:pPr>
                  <a:lnSpc>
                    <a:spcPct val="100000"/>
                  </a:lnSpc>
                </a:pPr>
                <a:r>
                  <a:rPr lang="en-US" sz="2800"/>
                  <a:t>All other </a:t>
                </a:r>
                <a14:m>
                  <m:oMath xmlns:m="http://schemas.openxmlformats.org/officeDocument/2006/math">
                    <m:sSup>
                      <m:sSupPr>
                        <m:ctrlPr>
                          <a:rPr lang="en-US" sz="2800" i="1" dirty="0">
                            <a:latin typeface="Cambria Math" panose="02040503050406030204" pitchFamily="18" charset="0"/>
                          </a:rPr>
                        </m:ctrlPr>
                      </m:sSupPr>
                      <m:e>
                        <m:acc>
                          <m:accPr>
                            <m:ctrlPr>
                              <a:rPr lang="en-US" sz="2800" b="0" i="1" dirty="0" smtClean="0">
                                <a:latin typeface="Cambria Math" panose="02040503050406030204" pitchFamily="18" charset="0"/>
                              </a:rPr>
                            </m:ctrlPr>
                          </m:accPr>
                          <m:e>
                            <m:r>
                              <a:rPr lang="en-US" sz="2800" b="0" i="1" dirty="0" smtClean="0">
                                <a:latin typeface="Cambria Math" panose="02040503050406030204" pitchFamily="18" charset="0"/>
                              </a:rPr>
                              <m:t>𝑦</m:t>
                            </m:r>
                          </m:e>
                        </m:acc>
                        <m:r>
                          <a:rPr lang="en-US" sz="2800" b="0" i="1" dirty="0" smtClean="0">
                            <a:latin typeface="Cambria Math" panose="02040503050406030204" pitchFamily="18" charset="0"/>
                          </a:rPr>
                          <m:t>≠</m:t>
                        </m:r>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p>
                        <m:r>
                          <a:rPr lang="en-US" sz="2800" i="1" dirty="0">
                            <a:latin typeface="Cambria Math" panose="02040503050406030204" pitchFamily="18" charset="0"/>
                          </a:rPr>
                          <m:t>(ℓ)</m:t>
                        </m:r>
                      </m:sup>
                    </m:sSup>
                  </m:oMath>
                </a14:m>
                <a:r>
                  <a:rPr lang="en-US" sz="2800"/>
                  <a:t> are wrong </a:t>
                </a:r>
                <a:r>
                  <a:rPr lang="en-US" sz="2800">
                    <a:latin typeface="Clear Sans" panose="020B0503030202020304" charset="0"/>
                    <a:cs typeface="Clear Sans" panose="020B0503030202020304" charset="0"/>
                    <a:sym typeface="Symbol" panose="05050102010706020507" pitchFamily="18" charset="2"/>
                  </a:rPr>
                  <a:t>―</a:t>
                </a:r>
                <a:r>
                  <a:rPr lang="en-US" sz="2800"/>
                  <a:t> but are they all equally bad?</a:t>
                </a:r>
                <a:endParaRPr lang="en-US" sz="2800"/>
              </a:p>
              <a:p>
                <a:pPr>
                  <a:lnSpc>
                    <a:spcPct val="100000"/>
                  </a:lnSpc>
                </a:pPr>
                <a:r>
                  <a:rPr lang="en-US" sz="2800"/>
                  <a:t>Unlike atomic labels, not all-or-nothing</a:t>
                </a:r>
                <a:endParaRPr lang="en-US" sz="2800"/>
              </a:p>
              <a:p>
                <a:pPr lvl="1">
                  <a:lnSpc>
                    <a:spcPct val="100000"/>
                  </a:lnSpc>
                </a:pPr>
                <a:r>
                  <a:rPr lang="en-US" sz="2400"/>
                  <a:t>Fraction of correctly labeled positions</a:t>
                </a:r>
                <a:endParaRPr lang="en-US" sz="2400"/>
              </a:p>
              <a:p>
                <a:pPr lvl="1">
                  <a:lnSpc>
                    <a:spcPct val="100000"/>
                  </a:lnSpc>
                </a:pPr>
                <a:r>
                  <a:rPr lang="en-US" sz="2400"/>
                  <a:t>Extent of distortion of labels (actor </a:t>
                </a:r>
                <a14:m>
                  <m:oMath xmlns:m="http://schemas.openxmlformats.org/officeDocument/2006/math">
                    <m:r>
                      <a:rPr lang="en-US" sz="2400" b="0" i="1" smtClean="0">
                        <a:latin typeface="Cambria Math" panose="02040503050406030204" pitchFamily="18" charset="0"/>
                      </a:rPr>
                      <m:t>→</m:t>
                    </m:r>
                  </m:oMath>
                </a14:m>
                <a:r>
                  <a:rPr lang="en-US" sz="2400"/>
                  <a:t> person tolerable)</a:t>
                </a:r>
                <a:endParaRPr lang="en-US" sz="2400"/>
              </a:p>
              <a:p>
                <a:pPr>
                  <a:lnSpc>
                    <a:spcPct val="100000"/>
                  </a:lnSpc>
                </a:pPr>
                <a:r>
                  <a:rPr lang="en-US" sz="2800"/>
                  <a:t>Error </a:t>
                </a:r>
                <a14:m>
                  <m:oMath xmlns:m="http://schemas.openxmlformats.org/officeDocument/2006/math">
                    <m:r>
                      <m:rPr>
                        <m:sty m:val="p"/>
                      </m:rPr>
                      <a:rPr lang="en-US" sz="2800" b="0" i="0" smtClean="0">
                        <a:latin typeface="Cambria Math" panose="02040503050406030204" pitchFamily="18" charset="0"/>
                      </a:rPr>
                      <m:t>Δ</m:t>
                    </m:r>
                    <m:d>
                      <m:dPr>
                        <m:ctrlPr>
                          <a:rPr lang="en-US" sz="2800" b="0" i="1" smtClean="0">
                            <a:latin typeface="Cambria Math" panose="02040503050406030204" pitchFamily="18" charset="0"/>
                          </a:rPr>
                        </m:ctrlPr>
                      </m:dPr>
                      <m:e>
                        <m:sSubSup>
                          <m:sSubSupPr>
                            <m:ctrlPr>
                              <a:rPr lang="en-US" sz="2800" i="1" dirty="0">
                                <a:latin typeface="Cambria Math" panose="02040503050406030204" pitchFamily="18" charset="0"/>
                                <a:cs typeface="DejaVu Math TeX Gyre" panose="02000503000000000000" charset="0"/>
                              </a:rPr>
                            </m:ctrlPr>
                          </m:sSubSupPr>
                          <m:e>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b>
                            <m:r>
                              <a:rPr lang="en-US" sz="2800" i="1" dirty="0">
                                <a:latin typeface="Cambria Math" panose="02040503050406030204" pitchFamily="18" charset="0"/>
                                <a:cs typeface="DejaVu Math TeX Gyre" panose="02000503000000000000" charset="0"/>
                              </a:rPr>
                              <m:t>𝑡</m:t>
                            </m:r>
                          </m:sub>
                          <m:sup>
                            <m:r>
                              <a:rPr lang="en-US" sz="2800" i="1" dirty="0">
                                <a:latin typeface="Cambria Math" panose="02040503050406030204" pitchFamily="18" charset="0"/>
                              </a:rPr>
                              <m:t>(ℓ)</m:t>
                            </m:r>
                          </m:sup>
                        </m:sSubSup>
                        <m:r>
                          <a:rPr lang="en-US" sz="2800" b="0" i="1" smtClean="0">
                            <a:latin typeface="Cambria Math" panose="02040503050406030204" pitchFamily="18" charset="0"/>
                          </a:rPr>
                          <m:t>,</m:t>
                        </m:r>
                        <m:sSub>
                          <m:sSubPr>
                            <m:ctrlPr>
                              <a:rPr lang="en-US" sz="2800" b="0" i="1" smtClean="0">
                                <a:latin typeface="Cambria Math" panose="02040503050406030204" pitchFamily="18" charset="0"/>
                                <a:cs typeface="DejaVu Math TeX Gyre" panose="02000503000000000000" charset="0"/>
                              </a:rPr>
                            </m:ctrlPr>
                          </m:sSubPr>
                          <m:e>
                            <m:acc>
                              <m:accPr>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b>
                            <m:r>
                              <a:rPr lang="en-US" sz="2800" b="0" i="1" smtClean="0">
                                <a:latin typeface="Cambria Math" panose="02040503050406030204" pitchFamily="18" charset="0"/>
                                <a:cs typeface="DejaVu Math TeX Gyre" panose="02000503000000000000" charset="0"/>
                              </a:rPr>
                              <m:t>𝑡</m:t>
                            </m:r>
                          </m:sub>
                        </m:sSub>
                      </m:e>
                    </m:d>
                    <m:r>
                      <a:rPr lang="en-US" sz="2800" b="0" i="1" smtClean="0">
                        <a:latin typeface="Cambria Math" panose="02040503050406030204" pitchFamily="18" charset="0"/>
                      </a:rPr>
                      <m:t>≥</m:t>
                    </m:r>
                    <m:r>
                      <a:rPr lang="en-US" sz="2800" b="0" i="1" smtClean="0">
                        <a:latin typeface="Cambria Math" panose="02040503050406030204" pitchFamily="18" charset="0"/>
                      </a:rPr>
                      <m:t>0</m:t>
                    </m:r>
                  </m:oMath>
                </a14:m>
                <a:r>
                  <a:rPr lang="en-US" sz="2800"/>
                  <a:t>, zero for </a:t>
                </a:r>
                <a14:m>
                  <m:oMath xmlns:m="http://schemas.openxmlformats.org/officeDocument/2006/math">
                    <m:sSub>
                      <m:sSubPr>
                        <m:ctrlPr>
                          <a:rPr lang="en-US" sz="2800" b="0" i="1" smtClean="0">
                            <a:latin typeface="Cambria Math" panose="02040503050406030204" pitchFamily="18" charset="0"/>
                            <a:cs typeface="DejaVu Math TeX Gyre" panose="02000503000000000000" charset="0"/>
                          </a:rPr>
                        </m:ctrlPr>
                      </m:sSubPr>
                      <m:e>
                        <m:acc>
                          <m:accPr>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b>
                        <m:r>
                          <a:rPr lang="en-US" sz="2800" b="0" i="1" smtClean="0">
                            <a:latin typeface="Cambria Math" panose="02040503050406030204" pitchFamily="18" charset="0"/>
                            <a:cs typeface="DejaVu Math TeX Gyre" panose="02000503000000000000" charset="0"/>
                          </a:rPr>
                          <m:t>𝑡</m:t>
                        </m:r>
                      </m:sub>
                    </m:sSub>
                    <m:r>
                      <a:rPr lang="en-US" sz="2800" b="0" i="1" smtClean="0">
                        <a:latin typeface="Cambria Math" panose="02040503050406030204" pitchFamily="18" charset="0"/>
                      </a:rPr>
                      <m:t>=</m:t>
                    </m:r>
                    <m:sSubSup>
                      <m:sSubSupPr>
                        <m:ctrlPr>
                          <a:rPr lang="en-US" sz="2800" i="1" dirty="0">
                            <a:latin typeface="Cambria Math" panose="02040503050406030204" pitchFamily="18" charset="0"/>
                            <a:cs typeface="DejaVu Math TeX Gyre" panose="02000503000000000000" charset="0"/>
                          </a:rPr>
                        </m:ctrlPr>
                      </m:sSubSupPr>
                      <m:e>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b>
                        <m:r>
                          <a:rPr lang="en-US" sz="2800" i="1" dirty="0">
                            <a:latin typeface="Cambria Math" panose="02040503050406030204" pitchFamily="18" charset="0"/>
                            <a:cs typeface="DejaVu Math TeX Gyre" panose="02000503000000000000" charset="0"/>
                          </a:rPr>
                          <m:t>𝑡</m:t>
                        </m:r>
                      </m:sub>
                      <m:sup>
                        <m:r>
                          <a:rPr lang="en-US" sz="2800" i="1" dirty="0">
                            <a:latin typeface="Cambria Math" panose="02040503050406030204" pitchFamily="18" charset="0"/>
                          </a:rPr>
                          <m:t>(ℓ)</m:t>
                        </m:r>
                      </m:sup>
                    </m:sSubSup>
                  </m:oMath>
                </a14:m>
                <a:r>
                  <a:rPr lang="en-US" sz="2800"/>
                  <a:t>, large if </a:t>
                </a:r>
                <a14:m>
                  <m:oMath xmlns:m="http://schemas.openxmlformats.org/officeDocument/2006/math">
                    <m:sSub>
                      <m:sSubPr>
                        <m:ctrlPr>
                          <a:rPr lang="en-US" sz="2800" b="0" i="1" smtClean="0">
                            <a:latin typeface="Cambria Math" panose="02040503050406030204" pitchFamily="18" charset="0"/>
                            <a:cs typeface="DejaVu Math TeX Gyre" panose="02000503000000000000" charset="0"/>
                          </a:rPr>
                        </m:ctrlPr>
                      </m:sSubPr>
                      <m:e>
                        <m:acc>
                          <m:accPr>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b>
                        <m:r>
                          <a:rPr lang="en-US" sz="2800" b="0" i="1" smtClean="0">
                            <a:latin typeface="Cambria Math" panose="02040503050406030204" pitchFamily="18" charset="0"/>
                            <a:cs typeface="DejaVu Math TeX Gyre" panose="02000503000000000000" charset="0"/>
                          </a:rPr>
                          <m:t>𝑡</m:t>
                        </m:r>
                      </m:sub>
                    </m:sSub>
                  </m:oMath>
                </a14:m>
                <a:r>
                  <a:rPr lang="en-US" sz="2800"/>
                  <a:t> is of terrible quality</a:t>
                </a:r>
                <a:endParaRPr lang="en-US" sz="2800"/>
              </a:p>
              <a:p>
                <a:pPr lvl="1">
                  <a:lnSpc>
                    <a:spcPct val="100000"/>
                  </a:lnSpc>
                </a:pPr>
                <a:r>
                  <a:rPr lang="en-US" sz="2400"/>
                  <a:t>Application-defined</a:t>
                </a:r>
                <a:endParaRPr lang="en-US" sz="2400"/>
              </a:p>
            </p:txBody>
          </p:sp>
        </mc:Choice>
        <mc:Fallback>
          <p:sp>
            <p:nvSpPr>
              <p:cNvPr id="3" name="Text Placeholder 2"/>
              <p:cNvSpPr>
                <a:spLocks noRot="1" noChangeAspect="1" noMove="1" noResize="1" noEditPoints="1" noAdjustHandles="1" noChangeArrowheads="1" noChangeShapeType="1" noTextEdit="1"/>
              </p:cNvSpPr>
              <p:nvPr>
                <p:ph type="body" idx="1"/>
              </p:nvPr>
            </p:nvSpPr>
            <p:spPr>
              <a:xfrm>
                <a:off x="74930" y="2559050"/>
                <a:ext cx="12055475" cy="4213860"/>
              </a:xfrm>
              <a:blipFill rotWithShape="1">
                <a:blip r:embed="rId1"/>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471805" y="912495"/>
          <a:ext cx="11248390" cy="1483360"/>
        </p:xfrm>
        <a:graphic>
          <a:graphicData uri="http://schemas.openxmlformats.org/drawingml/2006/table">
            <a:tbl>
              <a:tblPr firstRow="1" bandRow="1">
                <a:tableStyleId>{5C22544A-7EE6-4342-B048-85BDC9FD1C3A}</a:tableStyleId>
              </a:tblPr>
              <a:tblGrid>
                <a:gridCol w="1396365"/>
                <a:gridCol w="1007745"/>
                <a:gridCol w="699135"/>
                <a:gridCol w="671195"/>
                <a:gridCol w="1809750"/>
                <a:gridCol w="991870"/>
                <a:gridCol w="1313815"/>
                <a:gridCol w="656590"/>
                <a:gridCol w="1079500"/>
                <a:gridCol w="1622425"/>
              </a:tblGrid>
              <a:tr h="370840">
                <a:tc>
                  <a:txBody>
                    <a:bodyPr/>
                    <a:lstStyle/>
                    <a:p>
                      <a:pPr algn="ctr"/>
                      <a:r>
                        <a:rPr lang="en-US" b="0"/>
                        <a:t>Washington</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reclined</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on</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a</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Barcelona</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and</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popped</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a</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cold</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Newcastle</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b="0"/>
                        <a:t>actor</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t>furniture</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a:t>beverage</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370840">
                <a:tc>
                  <a:txBody>
                    <a:bodyPr/>
                    <a:lstStyle/>
                    <a:p>
                      <a:pPr algn="ctr"/>
                      <a:r>
                        <a:rPr lang="en-US" b="0"/>
                        <a:t>person</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b="0"/>
                        <a:t>city</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b="0"/>
                        <a:t>beverage</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370840">
                <a:tc>
                  <a:txBody>
                    <a:bodyPr/>
                    <a:lstStyle/>
                    <a:p>
                      <a:pPr algn="ctr"/>
                      <a:r>
                        <a:rPr lang="en-US" b="0"/>
                        <a:t>city</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a:t>song</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a:t>soccer club</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a:t>music</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a:t>singer</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a:t>city</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r>
            </a:tbl>
          </a:graphicData>
        </a:graphic>
      </p:graphicFrame>
      <mc:AlternateContent xmlns:mc="http://schemas.openxmlformats.org/markup-compatibility/2006" xmlns:p14="http://schemas.microsoft.com/office/powerpoint/2010/main">
        <mc:Choice Requires="p14">
          <p:contentPart r:id="rId2" p14:bwMode="auto">
            <p14:nvContentPartPr>
              <p14:cNvPr id="5" name="Ink 4"/>
              <p14:cNvContentPartPr/>
              <p14:nvPr/>
            </p14:nvContentPartPr>
            <p14:xfrm>
              <a:off x="10122275" y="5583295"/>
              <a:ext cx="1911960" cy="1149840"/>
            </p14:xfrm>
          </p:contentPart>
        </mc:Choice>
        <mc:Fallback xmlns="">
          <p:pic>
            <p:nvPicPr>
              <p:cNvPr id="5" name="Ink 4"/>
            </p:nvPicPr>
            <p:blipFill>
              <a:blip r:embed="rId3"/>
            </p:blipFill>
            <p:spPr>
              <a:xfrm>
                <a:off x="10122275" y="5583295"/>
                <a:ext cx="1911960" cy="114984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Ink 5"/>
              <p14:cNvContentPartPr/>
              <p14:nvPr/>
            </p14:nvContentPartPr>
            <p14:xfrm>
              <a:off x="4916160" y="5782680"/>
              <a:ext cx="4785480" cy="666360"/>
            </p14:xfrm>
          </p:contentPart>
        </mc:Choice>
        <mc:Fallback xmlns="">
          <p:pic>
            <p:nvPicPr>
              <p:cNvPr id="6" name="Ink 5"/>
            </p:nvPicPr>
            <p:blipFill>
              <a:blip r:embed="rId5"/>
            </p:blipFill>
            <p:spPr>
              <a:xfrm>
                <a:off x="4916160" y="5782680"/>
                <a:ext cx="4785480" cy="666360"/>
              </a:xfrm>
              <a:prstGeom prst="rect"/>
            </p:spPr>
          </p:pic>
        </mc:Fallback>
      </mc:AlternateContent>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error to create </a:t>
            </a:r>
            <a:r>
              <a:rPr lang="en-US" i="1"/>
              <a:t>margin</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2500" lnSpcReduction="20000"/>
              </a:bodyPr>
              <a:lstStyle/>
              <a:p>
                <a:pPr>
                  <a:lnSpc>
                    <a:spcPct val="100000"/>
                  </a:lnSpc>
                </a:pPr>
                <a:r>
                  <a:rPr lang="en-US"/>
                  <a:t>Good score </a:t>
                </a:r>
                <a14:m>
                  <m:oMath xmlns:m="http://schemas.openxmlformats.org/officeDocument/2006/math">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(ℓ)</m:t>
                            </m:r>
                          </m:sup>
                        </m:sSup>
                        <m:r>
                          <a:rPr lang="en-US" i="1">
                            <a:latin typeface="Cambria Math" panose="02040503050406030204" pitchFamily="18" charset="0"/>
                          </a:rPr>
                          <m:t>,</m:t>
                        </m:r>
                        <m:sSup>
                          <m:sSupPr>
                            <m:ctrlPr>
                              <a:rPr lang="en-US" i="1" smtClean="0">
                                <a:effectLst>
                                  <a:glow rad="228600">
                                    <a:schemeClr val="accent6">
                                      <a:satMod val="175000"/>
                                      <a:alpha val="40000"/>
                                    </a:schemeClr>
                                  </a:glow>
                                </a:effectLst>
                                <a:latin typeface="Cambria Math" panose="02040503050406030204" pitchFamily="18" charset="0"/>
                              </a:rPr>
                            </m:ctrlPr>
                          </m:sSupPr>
                          <m:e>
                            <m:acc>
                              <m:accPr>
                                <m:chr m:val="⃗"/>
                                <m:ctrlPr>
                                  <a:rPr lang="en-US" i="1">
                                    <a:effectLst>
                                      <a:glow rad="228600">
                                        <a:schemeClr val="accent6">
                                          <a:satMod val="175000"/>
                                          <a:alpha val="40000"/>
                                        </a:schemeClr>
                                      </a:glow>
                                    </a:effectLst>
                                    <a:latin typeface="Cambria Math" panose="02040503050406030204" pitchFamily="18" charset="0"/>
                                  </a:rPr>
                                </m:ctrlPr>
                              </m:accPr>
                              <m:e>
                                <m:r>
                                  <a:rPr lang="en-US" i="1">
                                    <a:effectLst>
                                      <a:glow rad="228600">
                                        <a:schemeClr val="accent6">
                                          <a:satMod val="175000"/>
                                          <a:alpha val="40000"/>
                                        </a:schemeClr>
                                      </a:glow>
                                    </a:effectLst>
                                    <a:latin typeface="Cambria Math" panose="02040503050406030204" pitchFamily="18" charset="0"/>
                                  </a:rPr>
                                  <m:t>𝑦</m:t>
                                </m:r>
                              </m:e>
                            </m:acc>
                          </m:e>
                          <m:sup>
                            <m:r>
                              <a:rPr lang="en-US" i="1">
                                <a:effectLst>
                                  <a:glow rad="228600">
                                    <a:schemeClr val="accent6">
                                      <a:satMod val="175000"/>
                                      <a:alpha val="40000"/>
                                    </a:schemeClr>
                                  </a:glow>
                                </a:effectLst>
                                <a:latin typeface="Cambria Math" panose="02040503050406030204" pitchFamily="18" charset="0"/>
                              </a:rPr>
                              <m:t>(ℓ)</m:t>
                            </m:r>
                          </m:sup>
                        </m:sSup>
                      </m:e>
                    </m:d>
                  </m:oMath>
                </a14:m>
                <a:endParaRPr lang="en-US"/>
              </a:p>
              <a:p>
                <a:pPr>
                  <a:lnSpc>
                    <a:spcPct val="100000"/>
                  </a:lnSpc>
                </a:pPr>
                <a:r>
                  <a:rPr lang="en-US"/>
                  <a:t>Candidate score </a:t>
                </a:r>
                <a14:m>
                  <m:oMath xmlns:m="http://schemas.openxmlformats.org/officeDocument/2006/math">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acc>
                          <m:accPr>
                            <m:ctrlPr>
                              <a:rPr lang="en-US" b="0" i="1" smtClean="0">
                                <a:effectLst>
                                  <a:glow rad="228600">
                                    <a:schemeClr val="accent4">
                                      <a:satMod val="175000"/>
                                      <a:alpha val="40000"/>
                                    </a:schemeClr>
                                  </a:glow>
                                </a:effectLst>
                                <a:latin typeface="Cambria Math" panose="02040503050406030204" pitchFamily="18" charset="0"/>
                              </a:rPr>
                            </m:ctrlPr>
                          </m:accPr>
                          <m:e>
                            <m:r>
                              <a:rPr lang="en-US" b="0" i="1" smtClean="0">
                                <a:effectLst>
                                  <a:glow rad="228600">
                                    <a:schemeClr val="accent4">
                                      <a:satMod val="175000"/>
                                      <a:alpha val="40000"/>
                                    </a:schemeClr>
                                  </a:glow>
                                </a:effectLst>
                                <a:latin typeface="Cambria Math" panose="02040503050406030204" pitchFamily="18" charset="0"/>
                              </a:rPr>
                              <m:t>𝑦</m:t>
                            </m:r>
                          </m:e>
                        </m:acc>
                      </m:e>
                    </m:d>
                  </m:oMath>
                </a14:m>
                <a:endParaRPr lang="en-US"/>
              </a:p>
              <a:p>
                <a:pPr>
                  <a:lnSpc>
                    <a:spcPct val="100000"/>
                  </a:lnSpc>
                </a:pPr>
                <a:r>
                  <a:rPr lang="en-US"/>
                  <a:t>Want good score to exceed candidate score by error margin</a:t>
                </a:r>
                <a:br>
                  <a:rPr lang="en-US"/>
                </a:b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sSup>
                            <m:sSupPr>
                              <m:ctrlPr>
                                <a:rPr lang="en-US" i="1">
                                  <a:effectLst>
                                    <a:glow rad="228600">
                                      <a:schemeClr val="accent6">
                                        <a:satMod val="175000"/>
                                        <a:alpha val="40000"/>
                                      </a:schemeClr>
                                    </a:glow>
                                  </a:effectLst>
                                  <a:latin typeface="Cambria Math" panose="02040503050406030204" pitchFamily="18" charset="0"/>
                                </a:rPr>
                              </m:ctrlPr>
                            </m:sSupPr>
                            <m:e>
                              <m:acc>
                                <m:accPr>
                                  <m:chr m:val="⃗"/>
                                  <m:ctrlPr>
                                    <a:rPr lang="en-US" i="1">
                                      <a:effectLst>
                                        <a:glow rad="228600">
                                          <a:schemeClr val="accent6">
                                            <a:satMod val="175000"/>
                                            <a:alpha val="40000"/>
                                          </a:schemeClr>
                                        </a:glow>
                                      </a:effectLst>
                                      <a:latin typeface="Cambria Math" panose="02040503050406030204" pitchFamily="18" charset="0"/>
                                    </a:rPr>
                                  </m:ctrlPr>
                                </m:accPr>
                                <m:e>
                                  <m:r>
                                    <a:rPr lang="en-US" i="1">
                                      <a:effectLst>
                                        <a:glow rad="228600">
                                          <a:schemeClr val="accent6">
                                            <a:satMod val="175000"/>
                                            <a:alpha val="40000"/>
                                          </a:schemeClr>
                                        </a:glow>
                                      </a:effectLst>
                                      <a:latin typeface="Cambria Math" panose="02040503050406030204" pitchFamily="18" charset="0"/>
                                    </a:rPr>
                                    <m:t>𝑦</m:t>
                                  </m:r>
                                </m:e>
                              </m:acc>
                            </m:e>
                            <m:sup>
                              <m:d>
                                <m:dPr>
                                  <m:ctrlPr>
                                    <a:rPr lang="en-US" i="1">
                                      <a:effectLst>
                                        <a:glow rad="228600">
                                          <a:schemeClr val="accent6">
                                            <a:satMod val="175000"/>
                                            <a:alpha val="40000"/>
                                          </a:schemeClr>
                                        </a:glow>
                                      </a:effectLst>
                                      <a:latin typeface="Cambria Math" panose="02040503050406030204" pitchFamily="18" charset="0"/>
                                    </a:rPr>
                                  </m:ctrlPr>
                                </m:dPr>
                                <m:e>
                                  <m:r>
                                    <a:rPr lang="en-US" i="1">
                                      <a:effectLst>
                                        <a:glow rad="228600">
                                          <a:schemeClr val="accent6">
                                            <a:satMod val="175000"/>
                                            <a:alpha val="40000"/>
                                          </a:schemeClr>
                                        </a:glow>
                                      </a:effectLst>
                                      <a:latin typeface="Cambria Math" panose="02040503050406030204" pitchFamily="18" charset="0"/>
                                    </a:rPr>
                                    <m:t>ℓ</m:t>
                                  </m:r>
                                </m:e>
                              </m:d>
                            </m:sup>
                          </m:sSup>
                        </m:e>
                      </m:d>
                      <m:r>
                        <a:rPr lang="en-US" b="0" i="1" smtClean="0">
                          <a:effectLst/>
                          <a:latin typeface="Cambria Math" panose="02040503050406030204" pitchFamily="18" charset="0"/>
                        </a:rPr>
                        <m:t>≥</m:t>
                      </m:r>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(ℓ)</m:t>
                              </m:r>
                            </m:sup>
                          </m:sSup>
                          <m:r>
                            <a:rPr lang="en-US" i="1">
                              <a:latin typeface="Cambria Math" panose="02040503050406030204" pitchFamily="18" charset="0"/>
                            </a:rPr>
                            <m:t>,</m:t>
                          </m:r>
                          <m:acc>
                            <m:accPr>
                              <m:ctrlPr>
                                <a:rPr lang="en-US" i="1" dirty="0" smtClean="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e>
                      </m:d>
                      <m:r>
                        <a:rPr lang="en-US" b="0" i="1" smtClean="0">
                          <a:effectLst/>
                          <a:latin typeface="Cambria Math" panose="02040503050406030204" pitchFamily="18" charset="0"/>
                        </a:rPr>
                        <m:t>+</m:t>
                      </m:r>
                      <m:r>
                        <m:rPr>
                          <m:sty m:val="p"/>
                        </m:rPr>
                        <a:rPr lang="en-US" b="0" i="0" smtClean="0">
                          <a:effectLst/>
                          <a:latin typeface="Cambria Math" panose="02040503050406030204" pitchFamily="18" charset="0"/>
                        </a:rPr>
                        <m:t>Δ</m:t>
                      </m:r>
                      <m:r>
                        <a:rPr lang="en-US" b="0" i="1" smtClean="0">
                          <a:effectLst/>
                          <a:latin typeface="Cambria Math" panose="02040503050406030204" pitchFamily="18" charset="0"/>
                        </a:rPr>
                        <m:t>(</m:t>
                      </m:r>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e>
                        <m:sup>
                          <m:r>
                            <a:rPr lang="en-US" i="1" dirty="0">
                              <a:latin typeface="Cambria Math" panose="02040503050406030204" pitchFamily="18" charset="0"/>
                            </a:rPr>
                            <m:t>(ℓ)</m:t>
                          </m:r>
                        </m:sup>
                      </m:sSup>
                      <m:r>
                        <a:rPr lang="en-US" i="1">
                          <a:latin typeface="Cambria Math" panose="02040503050406030204" pitchFamily="18" charset="0"/>
                        </a:rPr>
                        <m:t>,</m:t>
                      </m:r>
                      <m:acc>
                        <m:accPr>
                          <m:ctrlPr>
                            <a:rPr lang="en-US" i="1" dirty="0" smtClean="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r>
                        <a:rPr lang="en-US" b="0" i="1" smtClean="0">
                          <a:effectLst/>
                          <a:latin typeface="Cambria Math" panose="02040503050406030204" pitchFamily="18" charset="0"/>
                        </a:rPr>
                        <m:t>)</m:t>
                      </m:r>
                    </m:oMath>
                  </m:oMathPara>
                </a14:m>
                <a:endParaRPr lang="en-US"/>
              </a:p>
              <a:p>
                <a:pPr>
                  <a:lnSpc>
                    <a:spcPct val="100000"/>
                  </a:lnSpc>
                </a:pPr>
                <a:r>
                  <a:rPr lang="en-US"/>
                  <a:t>If </a:t>
                </a:r>
                <a14:m>
                  <m:oMath xmlns:m="http://schemas.openxmlformats.org/officeDocument/2006/math">
                    <m:acc>
                      <m:accPr>
                        <m:ctrlPr>
                          <a:rPr lang="en-US" i="1" dirty="0">
                            <a:latin typeface="Cambria Math" panose="02040503050406030204" pitchFamily="18" charset="0"/>
                          </a:rPr>
                        </m:ctrlPr>
                      </m:accPr>
                      <m:e>
                        <m:r>
                          <a:rPr lang="en-US" i="1" dirty="0">
                            <a:latin typeface="Cambria Math" panose="02040503050406030204" pitchFamily="18" charset="0"/>
                          </a:rPr>
                          <m:t>𝑦</m:t>
                        </m:r>
                      </m:e>
                    </m:acc>
                  </m:oMath>
                </a14:m>
                <a:r>
                  <a:rPr lang="en-US"/>
                  <a:t> is terrible, we demand wide score gap</a:t>
                </a:r>
                <a:endParaRPr lang="en-US"/>
              </a:p>
              <a:p>
                <a:pPr>
                  <a:lnSpc>
                    <a:spcPct val="100000"/>
                  </a:lnSpc>
                </a:pPr>
                <a:r>
                  <a:rPr lang="en-US"/>
                  <a:t>We want to enforce this </a:t>
                </a:r>
                <a:r>
                  <a:rPr lang="en-US">
                    <a:effectLst>
                      <a:glow rad="228600">
                        <a:schemeClr val="accent2">
                          <a:satMod val="175000"/>
                          <a:alpha val="40000"/>
                        </a:schemeClr>
                      </a:glow>
                    </a:effectLst>
                  </a:rPr>
                  <a:t>for all </a:t>
                </a:r>
                <a14:m>
                  <m:oMath xmlns:m="http://schemas.openxmlformats.org/officeDocument/2006/math">
                    <m:acc>
                      <m:accPr>
                        <m:ctrlPr>
                          <a:rPr lang="en-US" i="1" dirty="0">
                            <a:effectLst>
                              <a:glow rad="228600">
                                <a:schemeClr val="accent2">
                                  <a:satMod val="175000"/>
                                  <a:alpha val="40000"/>
                                </a:schemeClr>
                              </a:glow>
                            </a:effectLst>
                            <a:latin typeface="Cambria Math" panose="02040503050406030204" pitchFamily="18" charset="0"/>
                          </a:rPr>
                        </m:ctrlPr>
                      </m:accPr>
                      <m:e>
                        <m:r>
                          <a:rPr lang="en-US" i="1" dirty="0">
                            <a:effectLst>
                              <a:glow rad="228600">
                                <a:schemeClr val="accent2">
                                  <a:satMod val="175000"/>
                                  <a:alpha val="40000"/>
                                </a:schemeClr>
                              </a:glow>
                            </a:effectLst>
                            <a:latin typeface="Cambria Math" panose="02040503050406030204" pitchFamily="18" charset="0"/>
                          </a:rPr>
                          <m:t>𝑦</m:t>
                        </m:r>
                      </m:e>
                    </m:acc>
                  </m:oMath>
                </a14:m>
                <a:r>
                  <a:rPr lang="en-US"/>
                  <a:t> </a:t>
                </a:r>
                <a:r>
                  <a:rPr lang="en-US">
                    <a:latin typeface="Clear Sans" panose="020B0503030202020304" charset="0"/>
                    <a:cs typeface="Clear Sans" panose="020B0503030202020304" charset="0"/>
                    <a:sym typeface="Symbol" panose="05050102010706020507" pitchFamily="18" charset="2"/>
                  </a:rPr>
                  <a:t>―</a:t>
                </a:r>
                <a:r>
                  <a:rPr lang="en-US">
                    <a:sym typeface="Symbol" panose="05050102010706020507" pitchFamily="18" charset="2"/>
                  </a:rPr>
                  <a:t>exponential number of constraints</a:t>
                </a:r>
                <a:endParaRPr lang="en-US">
                  <a:sym typeface="Symbol" panose="05050102010706020507" pitchFamily="18" charset="2"/>
                </a:endParaRPr>
              </a:p>
              <a:p>
                <a:pPr>
                  <a:lnSpc>
                    <a:spcPct val="100000"/>
                  </a:lnSpc>
                </a:pPr>
                <a:r>
                  <a:rPr lang="en-US">
                    <a:sym typeface="Symbol" panose="05050102010706020507" pitchFamily="18" charset="2"/>
                  </a:rPr>
                  <a:t>No notion of posterior distribution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a:rPr lang="en-US" b="1" i="1">
                                <a:latin typeface="Cambria Math" panose="02040503050406030204" pitchFamily="18" charset="0"/>
                              </a:rPr>
                              <m:t>𝑾</m:t>
                            </m:r>
                          </m:e>
                        </m:d>
                      </m:e>
                    </m:func>
                  </m:oMath>
                </a14:m>
                <a:endParaRPr lang="en-US">
                  <a:sym typeface="Symbol" panose="05050102010706020507" pitchFamily="18" charset="2"/>
                </a:endParaRPr>
              </a:p>
              <a:p>
                <a:pPr lvl="1">
                  <a:lnSpc>
                    <a:spcPct val="100000"/>
                  </a:lnSpc>
                </a:pPr>
                <a:r>
                  <a:rPr lang="en-US">
                    <a:sym typeface="Symbol" panose="05050102010706020507" pitchFamily="18" charset="2"/>
                  </a:rPr>
                  <a:t>Although we can do that too (details soon) </a:t>
                </a:r>
                <a:endParaRPr lang="en-US">
                  <a:sym typeface="Symbol" panose="05050102010706020507" pitchFamily="18" charset="2"/>
                </a:endParaRPr>
              </a:p>
              <a:p>
                <a:pPr>
                  <a:lnSpc>
                    <a:spcPct val="100000"/>
                  </a:lnSpc>
                </a:pPr>
                <a:r>
                  <a:rPr lang="en-US">
                    <a:sym typeface="Symbol" panose="05050102010706020507" pitchFamily="18" charset="2"/>
                  </a:rPr>
                  <a:t>Recall 2-class linear SVM: </a:t>
                </a:r>
                <a14:m>
                  <m:oMath xmlns:m="http://schemas.openxmlformats.org/officeDocument/2006/math">
                    <m:sSup>
                      <m:sSupPr>
                        <m:ctrlPr>
                          <a:rPr lang="en-US" b="0" i="1" smtClean="0">
                            <a:latin typeface="Cambria Math" panose="02040503050406030204" pitchFamily="18" charset="0"/>
                            <a:sym typeface="Symbol" panose="05050102010706020507" pitchFamily="18" charset="2"/>
                          </a:rPr>
                        </m:ctrlPr>
                      </m:sSupPr>
                      <m:e>
                        <m:r>
                          <a:rPr lang="en-US" b="0" i="1" smtClean="0">
                            <a:latin typeface="Cambria Math" panose="02040503050406030204" pitchFamily="18" charset="0"/>
                            <a:sym typeface="Symbol" panose="05050102010706020507" pitchFamily="18" charset="2"/>
                          </a:rPr>
                          <m:t>𝑦</m:t>
                        </m:r>
                      </m:e>
                      <m:sup>
                        <m:r>
                          <a:rPr lang="en-US" b="0" i="1" smtClean="0">
                            <a:latin typeface="Cambria Math" panose="02040503050406030204" pitchFamily="18" charset="0"/>
                            <a:sym typeface="Symbol" panose="05050102010706020507" pitchFamily="18" charset="2"/>
                          </a:rPr>
                          <m:t>(ℓ)</m:t>
                        </m:r>
                      </m:sup>
                    </m:sSup>
                    <m:d>
                      <m:dPr>
                        <m:ctrlPr>
                          <a:rPr lang="en-US" b="0" i="1" smtClean="0">
                            <a:latin typeface="Cambria Math" panose="02040503050406030204" pitchFamily="18" charset="0"/>
                            <a:sym typeface="Symbol" panose="05050102010706020507" pitchFamily="18" charset="2"/>
                          </a:rPr>
                        </m:ctrlPr>
                      </m:dPr>
                      <m:e>
                        <m:r>
                          <a:rPr lang="en-US" b="0" i="1" smtClean="0">
                            <a:latin typeface="Cambria Math" panose="02040503050406030204" pitchFamily="18" charset="0"/>
                            <a:sym typeface="Symbol" panose="05050102010706020507" pitchFamily="18" charset="2"/>
                          </a:rPr>
                          <m:t>𝑤</m:t>
                        </m:r>
                        <m:r>
                          <a:rPr lang="en-US" b="0" i="1" smtClean="0">
                            <a:latin typeface="Cambria Math" panose="02040503050406030204" pitchFamily="18" charset="0"/>
                            <a:sym typeface="Symbol" panose="05050102010706020507" pitchFamily="18" charset="2"/>
                          </a:rPr>
                          <m:t>⋅</m:t>
                        </m:r>
                        <m:sSup>
                          <m:sSupPr>
                            <m:ctrlPr>
                              <a:rPr lang="en-US" b="0" i="1" smtClean="0">
                                <a:latin typeface="Cambria Math" panose="02040503050406030204" pitchFamily="18" charset="0"/>
                                <a:sym typeface="Symbol" panose="05050102010706020507" pitchFamily="18" charset="2"/>
                              </a:rPr>
                            </m:ctrlPr>
                          </m:sSupPr>
                          <m:e>
                            <m:r>
                              <a:rPr lang="en-US" b="0" i="1" smtClean="0">
                                <a:latin typeface="Cambria Math" panose="02040503050406030204" pitchFamily="18" charset="0"/>
                                <a:sym typeface="Symbol" panose="05050102010706020507" pitchFamily="18" charset="2"/>
                              </a:rPr>
                              <m:t>𝑥</m:t>
                            </m:r>
                          </m:e>
                          <m:sup>
                            <m:r>
                              <a:rPr lang="en-US" b="0" i="1" smtClean="0">
                                <a:latin typeface="Cambria Math" panose="02040503050406030204" pitchFamily="18" charset="0"/>
                                <a:sym typeface="Symbol" panose="05050102010706020507" pitchFamily="18" charset="2"/>
                              </a:rPr>
                              <m:t>(ℓ)</m:t>
                            </m:r>
                          </m:sup>
                        </m:sSup>
                      </m:e>
                    </m:d>
                    <m:r>
                      <a:rPr lang="en-US" b="0" i="1" smtClean="0">
                        <a:latin typeface="Cambria Math" panose="02040503050406030204" pitchFamily="18" charset="0"/>
                        <a:sym typeface="Symbol" panose="05050102010706020507" pitchFamily="18" charset="2"/>
                      </a:rPr>
                      <m:t>+</m:t>
                    </m:r>
                    <m:sSup>
                      <m:sSupPr>
                        <m:ctrlPr>
                          <a:rPr lang="en-US" b="0" i="1" smtClean="0">
                            <a:latin typeface="Cambria Math" panose="02040503050406030204" pitchFamily="18" charset="0"/>
                            <a:sym typeface="Symbol" panose="05050102010706020507" pitchFamily="18" charset="2"/>
                          </a:rPr>
                        </m:ctrlPr>
                      </m:sSupPr>
                      <m:e>
                        <m:r>
                          <a:rPr lang="en-US" b="0" i="1" smtClean="0">
                            <a:latin typeface="Cambria Math" panose="02040503050406030204" pitchFamily="18" charset="0"/>
                            <a:sym typeface="Symbol" panose="05050102010706020507" pitchFamily="18" charset="2"/>
                          </a:rPr>
                          <m:t>𝜉</m:t>
                        </m:r>
                      </m:e>
                      <m:sup>
                        <m:r>
                          <a:rPr lang="en-US" b="0" i="1" smtClean="0">
                            <a:latin typeface="Cambria Math" panose="02040503050406030204" pitchFamily="18" charset="0"/>
                            <a:sym typeface="Symbol" panose="05050102010706020507" pitchFamily="18" charset="2"/>
                          </a:rPr>
                          <m:t>(ℓ)</m:t>
                        </m:r>
                      </m:sup>
                    </m:sSup>
                    <m:r>
                      <a:rPr lang="en-US" b="0" i="1" smtClean="0">
                        <a:latin typeface="Cambria Math" panose="02040503050406030204" pitchFamily="18" charset="0"/>
                        <a:sym typeface="Symbol" panose="05050102010706020507" pitchFamily="18" charset="2"/>
                      </a:rPr>
                      <m:t>≥</m:t>
                    </m:r>
                    <m:r>
                      <a:rPr lang="en-US" b="0" i="1" smtClean="0">
                        <a:latin typeface="Cambria Math" panose="02040503050406030204" pitchFamily="18" charset="0"/>
                        <a:sym typeface="Symbol" panose="05050102010706020507" pitchFamily="18" charset="2"/>
                      </a:rPr>
                      <m:t>1</m:t>
                    </m:r>
                  </m:oMath>
                </a14:m>
                <a:r>
                  <a:rPr lang="en-US"/>
                  <a:t> (where </a:t>
                </a:r>
                <a14:m>
                  <m:oMath xmlns:m="http://schemas.openxmlformats.org/officeDocument/2006/math">
                    <m:sSup>
                      <m:sSupPr>
                        <m:ctrlPr>
                          <a:rPr lang="en-US" i="1">
                            <a:latin typeface="Cambria Math" panose="02040503050406030204" pitchFamily="18" charset="0"/>
                            <a:sym typeface="Symbol" panose="05050102010706020507" pitchFamily="18" charset="2"/>
                          </a:rPr>
                        </m:ctrlPr>
                      </m:sSupPr>
                      <m:e>
                        <m:r>
                          <a:rPr lang="en-US" i="1">
                            <a:latin typeface="Cambria Math" panose="02040503050406030204" pitchFamily="18" charset="0"/>
                            <a:sym typeface="Symbol" panose="05050102010706020507" pitchFamily="18" charset="2"/>
                          </a:rPr>
                          <m:t>𝜉</m:t>
                        </m:r>
                      </m:e>
                      <m:sup>
                        <m:r>
                          <a:rPr lang="en-US" i="1">
                            <a:latin typeface="Cambria Math" panose="02040503050406030204" pitchFamily="18" charset="0"/>
                            <a:sym typeface="Symbol" panose="05050102010706020507" pitchFamily="18" charset="2"/>
                          </a:rPr>
                          <m:t>(ℓ)</m:t>
                        </m:r>
                      </m:sup>
                    </m:sSup>
                    <m:r>
                      <a:rPr lang="en-US" b="0" i="1" smtClean="0">
                        <a:latin typeface="Cambria Math" panose="02040503050406030204" pitchFamily="18" charset="0"/>
                        <a:sym typeface="Symbol" panose="05050102010706020507" pitchFamily="18" charset="2"/>
                      </a:rPr>
                      <m:t>≥</m:t>
                    </m:r>
                    <m:r>
                      <a:rPr lang="en-US" b="0" i="1" smtClean="0">
                        <a:latin typeface="Cambria Math" panose="02040503050406030204" pitchFamily="18" charset="0"/>
                        <a:sym typeface="Symbol" panose="05050102010706020507" pitchFamily="18" charset="2"/>
                      </a:rPr>
                      <m:t>0</m:t>
                    </m:r>
                  </m:oMath>
                </a14:m>
                <a:r>
                  <a:rPr lang="en-US"/>
                  <a:t>)</a:t>
                </a:r>
                <a:endParaRPr lang="en-US"/>
              </a:p>
              <a:p>
                <a:pPr>
                  <a:lnSpc>
                    <a:spcPct val="100000"/>
                  </a:lnSpc>
                </a:pPr>
                <a:r>
                  <a:rPr lang="en-US"/>
                  <a:t>Objective to minimize was </a:t>
                </a:r>
                <a14:m>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𝑤</m:t>
                            </m:r>
                          </m:e>
                        </m:d>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𝐿</m:t>
                            </m:r>
                          </m:den>
                        </m:f>
                        <m:nary>
                          <m:naryPr>
                            <m:chr m:val="∑"/>
                            <m:limLoc m:val="subSup"/>
                            <m:supHide m:val="on"/>
                            <m:ctrlPr>
                              <a:rPr lang="en-US" b="0" i="1" smtClean="0">
                                <a:latin typeface="Cambria Math" panose="02040503050406030204" pitchFamily="18" charset="0"/>
                              </a:rPr>
                            </m:ctrlPr>
                          </m:naryPr>
                          <m:sub>
                            <m:r>
                              <a:rPr lang="en-US" b="0" i="1" smtClean="0">
                                <a:latin typeface="Cambria Math" panose="02040503050406030204" pitchFamily="18" charset="0"/>
                              </a:rPr>
                              <m:t>ℓ</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(ℓ)</m:t>
                                </m:r>
                              </m:sup>
                            </m:sSup>
                          </m:e>
                        </m:nary>
                      </m:e>
                    </m:box>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1691"/>
                </a:stretch>
              </a:blipFill>
            </p:spPr>
            <p:txBody>
              <a:bodyPr/>
              <a:lstStyle/>
              <a:p>
                <a:r>
                  <a:rPr lang="en-US" altLang="en-US">
                    <a:noFill/>
                  </a:rPr>
                  <a:t> </a:t>
                </a:r>
              </a:p>
            </p:txBody>
          </p:sp>
        </mc:Fallback>
      </mc:AlternateContent>
      <p:sp>
        <p:nvSpPr>
          <p:cNvPr id="4" name="Speech Bubble: Rectangle with Corners Rounded 3"/>
          <p:cNvSpPr/>
          <p:nvPr/>
        </p:nvSpPr>
        <p:spPr>
          <a:xfrm>
            <a:off x="8573620" y="5616831"/>
            <a:ext cx="1057836" cy="472016"/>
          </a:xfrm>
          <a:prstGeom prst="wedgeRoundRectCallout">
            <a:avLst>
              <a:gd name="adj1" fmla="val 103142"/>
              <a:gd name="adj2" fmla="val -17543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Slack</a:t>
            </a:r>
            <a:endParaRPr lang="en-US" sz="2400"/>
          </a:p>
        </p:txBody>
      </p:sp>
      <p:sp>
        <p:nvSpPr>
          <p:cNvPr id="5" name="Speech Bubble: Rectangle with Corners Rounded 4"/>
          <p:cNvSpPr/>
          <p:nvPr/>
        </p:nvSpPr>
        <p:spPr>
          <a:xfrm>
            <a:off x="3185160" y="6256655"/>
            <a:ext cx="2301240" cy="459105"/>
          </a:xfrm>
          <a:prstGeom prst="wedgeRoundRectCallout">
            <a:avLst>
              <a:gd name="adj1" fmla="val 27752"/>
              <a:gd name="adj2" fmla="val -21503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Regularization</a:t>
            </a:r>
            <a:endParaRPr lang="en-US" sz="2400"/>
          </a:p>
        </p:txBody>
      </p:sp>
      <p:sp>
        <p:nvSpPr>
          <p:cNvPr id="6" name="Speech Bubble: Rectangle with Corners Rounded 5"/>
          <p:cNvSpPr/>
          <p:nvPr/>
        </p:nvSpPr>
        <p:spPr>
          <a:xfrm>
            <a:off x="5764530" y="6242685"/>
            <a:ext cx="6252210" cy="471805"/>
          </a:xfrm>
          <a:prstGeom prst="wedgeRoundRectCallout">
            <a:avLst>
              <a:gd name="adj1" fmla="val -36227"/>
              <a:gd name="adj2" fmla="val -16641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Upper bound on average training loss</a:t>
            </a:r>
            <a:endParaRPr lang="en-US" sz="2400"/>
          </a:p>
        </p:txBody>
      </p:sp>
      <mc:AlternateContent xmlns:mc="http://schemas.openxmlformats.org/markup-compatibility/2006" xmlns:p14="http://schemas.microsoft.com/office/powerpoint/2010/main">
        <mc:Choice Requires="p14">
          <p:contentPart r:id="rId2" p14:bwMode="auto">
            <p14:nvContentPartPr>
              <p14:cNvPr id="7" name="Ink 6"/>
              <p14:cNvContentPartPr/>
              <p14:nvPr/>
            </p14:nvContentPartPr>
            <p14:xfrm>
              <a:off x="8443080" y="2821680"/>
              <a:ext cx="1541880" cy="1236600"/>
            </p14:xfrm>
          </p:contentPart>
        </mc:Choice>
        <mc:Fallback xmlns="">
          <p:pic>
            <p:nvPicPr>
              <p:cNvPr id="7" name="Ink 6"/>
            </p:nvPicPr>
            <p:blipFill>
              <a:blip r:embed="rId3"/>
            </p:blipFill>
            <p:spPr>
              <a:xfrm>
                <a:off x="8443080" y="2821680"/>
                <a:ext cx="1541880" cy="1236600"/>
              </a:xfrm>
              <a:prstGeom prst="rect"/>
            </p:spPr>
          </p:pic>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StructSVM</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Autofit/>
              </a:bodyPr>
              <a:lstStyle/>
              <a:p>
                <a:pPr>
                  <a:lnSpc>
                    <a:spcPct val="100000"/>
                  </a:lnSpc>
                </a:pPr>
                <a:r>
                  <a:rPr lang="en-US" sz="2800"/>
                  <a:t>Extend 2-class linear SVM to the current situation</a:t>
                </a:r>
                <a:endParaRPr lang="en-US" sz="2800"/>
              </a:p>
              <a:p>
                <a:pPr>
                  <a:lnSpc>
                    <a:spcPct val="100000"/>
                  </a:lnSpc>
                </a:pPr>
                <a:r>
                  <a:rPr lang="en-US" sz="2800"/>
                  <a:t>Objective to minimize remains the same</a:t>
                </a:r>
                <a:endParaRPr lang="en-US" sz="2800"/>
              </a:p>
              <a:p>
                <a:pPr>
                  <a:lnSpc>
                    <a:spcPct val="100000"/>
                  </a:lnSpc>
                </a:pPr>
                <a:r>
                  <a:rPr lang="en-US" sz="2800"/>
                  <a:t>For each labeled instance </a:t>
                </a:r>
                <a14:m>
                  <m:oMath xmlns:m="http://schemas.openxmlformats.org/officeDocument/2006/math">
                    <m:r>
                      <a:rPr lang="en-US" sz="2800" b="0" i="1" smtClean="0">
                        <a:latin typeface="Cambria Math" panose="02040503050406030204" pitchFamily="18" charset="0"/>
                      </a:rPr>
                      <m:t>ℓ</m:t>
                    </m:r>
                  </m:oMath>
                </a14:m>
                <a:r>
                  <a:rPr lang="en-US" sz="2800"/>
                  <a:t>, for each not-gold label </a:t>
                </a:r>
                <a14:m>
                  <m:oMath xmlns:m="http://schemas.openxmlformats.org/officeDocument/2006/math">
                    <m:acc>
                      <m:accPr>
                        <m:ctrlPr>
                          <a:rPr lang="en-US" sz="2800" b="0" i="1" smtClean="0">
                            <a:latin typeface="Cambria Math" panose="02040503050406030204" pitchFamily="18" charset="0"/>
                          </a:rPr>
                        </m:ctrlPr>
                      </m:accPr>
                      <m:e>
                        <m:r>
                          <a:rPr lang="en-US" sz="2800" b="0" i="1" smtClean="0">
                            <a:latin typeface="Cambria Math" panose="02040503050406030204" pitchFamily="18" charset="0"/>
                          </a:rPr>
                          <m:t>𝑦</m:t>
                        </m:r>
                      </m:e>
                    </m:acc>
                    <m:r>
                      <a:rPr lang="en-US" sz="2800" b="0" i="1" dirty="0" smtClean="0">
                        <a:latin typeface="Cambria Math" panose="02040503050406030204" pitchFamily="18" charset="0"/>
                      </a:rPr>
                      <m:t>≠</m:t>
                    </m:r>
                    <m:sSup>
                      <m:sSupPr>
                        <m:ctrlPr>
                          <a:rPr lang="en-US" sz="2800" b="0" i="1" dirty="0" smtClean="0">
                            <a:latin typeface="Cambria Math" panose="02040503050406030204" pitchFamily="18" charset="0"/>
                          </a:rPr>
                        </m:ctrlPr>
                      </m:sSupPr>
                      <m:e>
                        <m:acc>
                          <m:accPr>
                            <m:chr m:val="⃗"/>
                            <m:ctrlPr>
                              <a:rPr lang="en-US" sz="2800" b="0" i="1" dirty="0" smtClean="0">
                                <a:latin typeface="Cambria Math" panose="02040503050406030204" pitchFamily="18" charset="0"/>
                              </a:rPr>
                            </m:ctrlPr>
                          </m:accPr>
                          <m:e>
                            <m:r>
                              <a:rPr lang="en-US" sz="2800" b="0" i="1" dirty="0" smtClean="0">
                                <a:latin typeface="Cambria Math" panose="02040503050406030204" pitchFamily="18" charset="0"/>
                              </a:rPr>
                              <m:t>𝑦</m:t>
                            </m:r>
                          </m:e>
                        </m:acc>
                      </m:e>
                      <m:sup>
                        <m:d>
                          <m:dPr>
                            <m:ctrlPr>
                              <a:rPr lang="en-US" sz="2800" b="0" i="1" dirty="0" smtClean="0">
                                <a:latin typeface="Cambria Math" panose="02040503050406030204" pitchFamily="18" charset="0"/>
                              </a:rPr>
                            </m:ctrlPr>
                          </m:dPr>
                          <m:e>
                            <m:r>
                              <a:rPr lang="en-US" sz="2800" b="0" i="1" dirty="0" smtClean="0">
                                <a:latin typeface="Cambria Math" panose="02040503050406030204" pitchFamily="18" charset="0"/>
                              </a:rPr>
                              <m:t>ℓ</m:t>
                            </m:r>
                          </m:e>
                        </m:d>
                      </m:sup>
                    </m:sSup>
                  </m:oMath>
                </a14:m>
                <a:br>
                  <a:rPr lang="en-US" sz="2800"/>
                </a:br>
                <a14:m>
                  <m:oMathPara xmlns:m="http://schemas.openxmlformats.org/officeDocument/2006/math">
                    <m:oMathParaPr>
                      <m:jc m:val="centerGroup"/>
                    </m:oMathParaPr>
                    <m:oMath xmlns:m="http://schemas.openxmlformats.org/officeDocument/2006/math">
                      <m:r>
                        <a:rPr lang="en-US" sz="2800" b="1" i="1">
                          <a:latin typeface="Cambria Math" panose="02040503050406030204" pitchFamily="18" charset="0"/>
                        </a:rPr>
                        <m:t>𝑾</m:t>
                      </m:r>
                      <m:r>
                        <a:rPr lang="en-US" sz="2800" i="1">
                          <a:latin typeface="Cambria Math" panose="02040503050406030204" pitchFamily="18" charset="0"/>
                        </a:rPr>
                        <m:t>⋅</m:t>
                      </m:r>
                      <m:r>
                        <m:rPr>
                          <m:sty m:val="p"/>
                        </m:rPr>
                        <a:rPr lang="en-US" sz="2800">
                          <a:latin typeface="Cambria Math" panose="02040503050406030204" pitchFamily="18" charset="0"/>
                        </a:rPr>
                        <m:t>Φ</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e>
                            <m:sup>
                              <m:d>
                                <m:dPr>
                                  <m:ctrlPr>
                                    <a:rPr lang="en-US" sz="2800" i="1">
                                      <a:latin typeface="Cambria Math" panose="02040503050406030204" pitchFamily="18" charset="0"/>
                                    </a:rPr>
                                  </m:ctrlPr>
                                </m:dPr>
                                <m:e>
                                  <m:r>
                                    <a:rPr lang="en-US" sz="2800" i="1">
                                      <a:latin typeface="Cambria Math" panose="02040503050406030204" pitchFamily="18" charset="0"/>
                                    </a:rPr>
                                    <m:t>ℓ</m:t>
                                  </m:r>
                                </m:e>
                              </m:d>
                            </m:sup>
                          </m:sSup>
                          <m:r>
                            <a:rPr lang="en-US" sz="2800" i="1">
                              <a:latin typeface="Cambria Math" panose="02040503050406030204" pitchFamily="18" charset="0"/>
                            </a:rPr>
                            <m:t>,</m:t>
                          </m:r>
                          <m:sSup>
                            <m:sSupPr>
                              <m:ctrlPr>
                                <a:rPr lang="en-US" sz="2800" i="1">
                                  <a:effectLst>
                                    <a:glow rad="228600">
                                      <a:schemeClr val="accent6">
                                        <a:satMod val="175000"/>
                                        <a:alpha val="40000"/>
                                      </a:schemeClr>
                                    </a:glow>
                                  </a:effectLst>
                                  <a:latin typeface="Cambria Math" panose="02040503050406030204" pitchFamily="18" charset="0"/>
                                </a:rPr>
                              </m:ctrlPr>
                            </m:sSupPr>
                            <m:e>
                              <m:acc>
                                <m:accPr>
                                  <m:chr m:val="⃗"/>
                                  <m:ctrlPr>
                                    <a:rPr lang="en-US" sz="2800" i="1">
                                      <a:effectLst>
                                        <a:glow rad="228600">
                                          <a:schemeClr val="accent6">
                                            <a:satMod val="175000"/>
                                            <a:alpha val="40000"/>
                                          </a:schemeClr>
                                        </a:glow>
                                      </a:effectLst>
                                      <a:latin typeface="Cambria Math" panose="02040503050406030204" pitchFamily="18" charset="0"/>
                                    </a:rPr>
                                  </m:ctrlPr>
                                </m:accPr>
                                <m:e>
                                  <m:r>
                                    <a:rPr lang="en-US" sz="2800" i="1">
                                      <a:effectLst>
                                        <a:glow rad="228600">
                                          <a:schemeClr val="accent6">
                                            <a:satMod val="175000"/>
                                            <a:alpha val="40000"/>
                                          </a:schemeClr>
                                        </a:glow>
                                      </a:effectLst>
                                      <a:latin typeface="Cambria Math" panose="02040503050406030204" pitchFamily="18" charset="0"/>
                                    </a:rPr>
                                    <m:t>𝑦</m:t>
                                  </m:r>
                                </m:e>
                              </m:acc>
                            </m:e>
                            <m:sup>
                              <m:d>
                                <m:dPr>
                                  <m:ctrlPr>
                                    <a:rPr lang="en-US" sz="2800" i="1">
                                      <a:effectLst>
                                        <a:glow rad="228600">
                                          <a:schemeClr val="accent6">
                                            <a:satMod val="175000"/>
                                            <a:alpha val="40000"/>
                                          </a:schemeClr>
                                        </a:glow>
                                      </a:effectLst>
                                      <a:latin typeface="Cambria Math" panose="02040503050406030204" pitchFamily="18" charset="0"/>
                                    </a:rPr>
                                  </m:ctrlPr>
                                </m:dPr>
                                <m:e>
                                  <m:r>
                                    <a:rPr lang="en-US" sz="2800" i="1">
                                      <a:effectLst>
                                        <a:glow rad="228600">
                                          <a:schemeClr val="accent6">
                                            <a:satMod val="175000"/>
                                            <a:alpha val="40000"/>
                                          </a:schemeClr>
                                        </a:glow>
                                      </a:effectLst>
                                      <a:latin typeface="Cambria Math" panose="02040503050406030204" pitchFamily="18" charset="0"/>
                                    </a:rPr>
                                    <m:t>ℓ</m:t>
                                  </m:r>
                                </m:e>
                              </m:d>
                            </m:sup>
                          </m:sSup>
                        </m:e>
                      </m:d>
                      <m:r>
                        <a:rPr lang="en-US" sz="2800" b="0" i="1" smtClean="0">
                          <a:effectLst/>
                          <a:latin typeface="Cambria Math" panose="02040503050406030204" pitchFamily="18" charset="0"/>
                        </a:rPr>
                        <m:t>+</m:t>
                      </m:r>
                      <m:sSup>
                        <m:sSupPr>
                          <m:ctrlPr>
                            <a:rPr lang="en-US" sz="2800" b="0" i="1" smtClean="0">
                              <a:effectLst/>
                              <a:latin typeface="Cambria Math" panose="02040503050406030204" pitchFamily="18" charset="0"/>
                            </a:rPr>
                          </m:ctrlPr>
                        </m:sSupPr>
                        <m:e>
                          <m:r>
                            <a:rPr lang="en-US" sz="2800" b="0" i="1" smtClean="0">
                              <a:effectLst/>
                              <a:latin typeface="Cambria Math" panose="02040503050406030204" pitchFamily="18" charset="0"/>
                            </a:rPr>
                            <m:t>𝜉</m:t>
                          </m:r>
                        </m:e>
                        <m:sup>
                          <m:r>
                            <a:rPr lang="en-US" sz="2800" b="0" i="1" smtClean="0">
                              <a:effectLst/>
                              <a:latin typeface="Cambria Math" panose="02040503050406030204" pitchFamily="18" charset="0"/>
                            </a:rPr>
                            <m:t>(ℓ)</m:t>
                          </m:r>
                        </m:sup>
                      </m:sSup>
                      <m:r>
                        <a:rPr lang="en-US" sz="2800" i="1">
                          <a:latin typeface="Cambria Math" panose="02040503050406030204" pitchFamily="18" charset="0"/>
                        </a:rPr>
                        <m:t>≥</m:t>
                      </m:r>
                      <m:r>
                        <a:rPr lang="en-US" sz="2800" b="1" i="1">
                          <a:latin typeface="Cambria Math" panose="02040503050406030204" pitchFamily="18" charset="0"/>
                        </a:rPr>
                        <m:t>𝑾</m:t>
                      </m:r>
                      <m:r>
                        <a:rPr lang="en-US" sz="2800" i="1">
                          <a:latin typeface="Cambria Math" panose="02040503050406030204" pitchFamily="18" charset="0"/>
                        </a:rPr>
                        <m:t>⋅</m:t>
                      </m:r>
                      <m:r>
                        <m:rPr>
                          <m:sty m:val="p"/>
                        </m:rPr>
                        <a:rPr lang="en-US" sz="2800">
                          <a:latin typeface="Cambria Math" panose="02040503050406030204" pitchFamily="18" charset="0"/>
                        </a:rPr>
                        <m:t>Φ</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e>
                            <m:sup>
                              <m:r>
                                <a:rPr lang="en-US" sz="2800" i="1">
                                  <a:latin typeface="Cambria Math" panose="02040503050406030204" pitchFamily="18" charset="0"/>
                                </a:rPr>
                                <m:t>(ℓ)</m:t>
                              </m:r>
                            </m:sup>
                          </m:sSup>
                          <m:r>
                            <a:rPr lang="en-US" sz="2800" i="1">
                              <a:latin typeface="Cambria Math" panose="02040503050406030204" pitchFamily="18" charset="0"/>
                            </a:rPr>
                            <m:t>,</m:t>
                          </m:r>
                          <m:acc>
                            <m:accPr>
                              <m:ctrlPr>
                                <a:rPr lang="en-US" sz="2800" i="1" dirty="0">
                                  <a:effectLst>
                                    <a:glow rad="228600">
                                      <a:schemeClr val="accent4">
                                        <a:satMod val="175000"/>
                                        <a:alpha val="40000"/>
                                      </a:schemeClr>
                                    </a:glow>
                                  </a:effectLst>
                                  <a:latin typeface="Cambria Math" panose="02040503050406030204" pitchFamily="18" charset="0"/>
                                </a:rPr>
                              </m:ctrlPr>
                            </m:accPr>
                            <m:e>
                              <m:r>
                                <a:rPr lang="en-US" sz="2800" i="1" dirty="0">
                                  <a:effectLst>
                                    <a:glow rad="228600">
                                      <a:schemeClr val="accent4">
                                        <a:satMod val="175000"/>
                                        <a:alpha val="40000"/>
                                      </a:schemeClr>
                                    </a:glow>
                                  </a:effectLst>
                                  <a:latin typeface="Cambria Math" panose="02040503050406030204" pitchFamily="18" charset="0"/>
                                </a:rPr>
                                <m:t>𝑦</m:t>
                              </m:r>
                            </m:e>
                          </m:acc>
                        </m:e>
                      </m:d>
                      <m:r>
                        <a:rPr lang="en-US" sz="2800" i="1">
                          <a:latin typeface="Cambria Math" panose="02040503050406030204" pitchFamily="18" charset="0"/>
                        </a:rPr>
                        <m:t>+</m:t>
                      </m:r>
                      <m:r>
                        <m:rPr>
                          <m:sty m:val="p"/>
                        </m:rPr>
                        <a:rPr lang="en-US" sz="2800">
                          <a:latin typeface="Cambria Math" panose="02040503050406030204" pitchFamily="18" charset="0"/>
                        </a:rPr>
                        <m:t>Δ</m:t>
                      </m:r>
                      <m:r>
                        <a:rPr lang="en-US" sz="2800" i="1">
                          <a:latin typeface="Cambria Math" panose="02040503050406030204" pitchFamily="18" charset="0"/>
                        </a:rPr>
                        <m:t>(</m:t>
                      </m:r>
                      <m:sSup>
                        <m:sSupPr>
                          <m:ctrlPr>
                            <a:rPr lang="en-US" sz="2800" i="1" dirty="0">
                              <a:latin typeface="Cambria Math" panose="02040503050406030204" pitchFamily="18" charset="0"/>
                            </a:rPr>
                          </m:ctrlPr>
                        </m:sSupPr>
                        <m:e>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p>
                          <m:r>
                            <a:rPr lang="en-US" sz="2800" i="1" dirty="0">
                              <a:latin typeface="Cambria Math" panose="02040503050406030204" pitchFamily="18" charset="0"/>
                            </a:rPr>
                            <m:t>(ℓ)</m:t>
                          </m:r>
                        </m:sup>
                      </m:sSup>
                      <m:r>
                        <a:rPr lang="en-US" sz="2800" i="1">
                          <a:latin typeface="Cambria Math" panose="02040503050406030204" pitchFamily="18" charset="0"/>
                        </a:rPr>
                        <m:t>,</m:t>
                      </m:r>
                      <m:acc>
                        <m:accPr>
                          <m:ctrlPr>
                            <a:rPr lang="en-US" sz="2800" i="1" dirty="0">
                              <a:effectLst>
                                <a:glow rad="228600">
                                  <a:schemeClr val="accent4">
                                    <a:satMod val="175000"/>
                                    <a:alpha val="40000"/>
                                  </a:schemeClr>
                                </a:glow>
                              </a:effectLst>
                              <a:latin typeface="Cambria Math" panose="02040503050406030204" pitchFamily="18" charset="0"/>
                            </a:rPr>
                          </m:ctrlPr>
                        </m:accPr>
                        <m:e>
                          <m:r>
                            <a:rPr lang="en-US" sz="2800" i="1" dirty="0">
                              <a:effectLst>
                                <a:glow rad="228600">
                                  <a:schemeClr val="accent4">
                                    <a:satMod val="175000"/>
                                    <a:alpha val="40000"/>
                                  </a:schemeClr>
                                </a:glow>
                              </a:effectLst>
                              <a:latin typeface="Cambria Math" panose="02040503050406030204" pitchFamily="18" charset="0"/>
                            </a:rPr>
                            <m:t>𝑦</m:t>
                          </m:r>
                        </m:e>
                      </m:acc>
                      <m:r>
                        <a:rPr lang="en-US" sz="2800" i="1">
                          <a:latin typeface="Cambria Math" panose="02040503050406030204" pitchFamily="18" charset="0"/>
                        </a:rPr>
                        <m:t>)</m:t>
                      </m:r>
                    </m:oMath>
                  </m:oMathPara>
                </a14:m>
                <a:endParaRPr lang="en-US" sz="2800"/>
              </a:p>
              <a:p>
                <a:pPr>
                  <a:lnSpc>
                    <a:spcPct val="100000"/>
                  </a:lnSpc>
                </a:pPr>
                <a:r>
                  <a:rPr lang="en-US" sz="2800"/>
                  <a:t>I.e., about </a:t>
                </a:r>
                <a14:m>
                  <m:oMath xmlns:m="http://schemas.openxmlformats.org/officeDocument/2006/math">
                    <m:r>
                      <a:rPr lang="en-US" sz="2800" b="0" i="1" smtClean="0">
                        <a:latin typeface="Cambria Math" panose="02040503050406030204" pitchFamily="18" charset="0"/>
                      </a:rPr>
                      <m:t>𝐿</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𝑀</m:t>
                        </m:r>
                      </m:e>
                      <m:sup>
                        <m:r>
                          <a:rPr lang="en-US" sz="2800" b="0" i="1" smtClean="0">
                            <a:latin typeface="Cambria Math" panose="02040503050406030204" pitchFamily="18" charset="0"/>
                          </a:rPr>
                          <m:t>𝑇</m:t>
                        </m:r>
                      </m:sup>
                    </m:sSup>
                  </m:oMath>
                </a14:m>
                <a:r>
                  <a:rPr lang="en-US" sz="2800"/>
                  <a:t> constraints over </a:t>
                </a:r>
                <a14:m>
                  <m:oMath xmlns:m="http://schemas.openxmlformats.org/officeDocument/2006/math">
                    <m:r>
                      <a:rPr lang="en-US" sz="2800" b="0" i="1" smtClean="0">
                        <a:latin typeface="Cambria Math" panose="02040503050406030204" pitchFamily="18" charset="0"/>
                      </a:rPr>
                      <m:t>𝐷</m:t>
                    </m:r>
                    <m:r>
                      <a:rPr lang="en-US" sz="2800" b="0" i="1" smtClean="0">
                        <a:latin typeface="Cambria Math" panose="02040503050406030204" pitchFamily="18" charset="0"/>
                      </a:rPr>
                      <m:t>+</m:t>
                    </m:r>
                    <m:r>
                      <a:rPr lang="en-US" sz="2800" b="0" i="1" smtClean="0">
                        <a:latin typeface="Cambria Math" panose="02040503050406030204" pitchFamily="18" charset="0"/>
                      </a:rPr>
                      <m:t>𝐿</m:t>
                    </m:r>
                  </m:oMath>
                </a14:m>
                <a:r>
                  <a:rPr lang="en-US" sz="2800"/>
                  <a:t> weights (</a:t>
                </a:r>
                <a14:m>
                  <m:oMath xmlns:m="http://schemas.openxmlformats.org/officeDocument/2006/math">
                    <m:r>
                      <a:rPr lang="en-US" sz="2800" b="1" i="1" smtClean="0">
                        <a:latin typeface="Cambria Math" panose="02040503050406030204" pitchFamily="18" charset="0"/>
                      </a:rPr>
                      <m:t>𝑾</m:t>
                    </m:r>
                    <m:r>
                      <a:rPr lang="en-US" sz="2800" b="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ℝ</m:t>
                        </m:r>
                      </m:e>
                      <m:sup>
                        <m:r>
                          <a:rPr lang="en-US" sz="2800" b="0" i="1" smtClean="0">
                            <a:latin typeface="Cambria Math" panose="02040503050406030204" pitchFamily="18" charset="0"/>
                            <a:ea typeface="Cambria Math" panose="02040503050406030204" pitchFamily="18" charset="0"/>
                          </a:rPr>
                          <m:t>𝐷</m:t>
                        </m:r>
                      </m:sup>
                    </m:sSup>
                    <m:r>
                      <a:rPr lang="en-US" sz="2800" b="0"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𝝃</m:t>
                    </m:r>
                    <m:r>
                      <a:rPr lang="en-US" sz="2800" b="0" i="1" smtClean="0">
                        <a:latin typeface="Cambria Math" panose="02040503050406030204" pitchFamily="18" charset="0"/>
                        <a:ea typeface="Cambria Math" panose="02040503050406030204" pitchFamily="18" charset="0"/>
                      </a:rPr>
                      <m:t>∈</m:t>
                    </m:r>
                    <m:sSubSup>
                      <m:sSubSupPr>
                        <m:ctrlPr>
                          <a:rPr lang="en-US" sz="2800" b="0" i="1" smtClean="0">
                            <a:latin typeface="Cambria Math" panose="02040503050406030204" pitchFamily="18" charset="0"/>
                            <a:ea typeface="Cambria Math" panose="02040503050406030204" pitchFamily="18" charset="0"/>
                          </a:rPr>
                        </m:ctrlPr>
                      </m:sSubSupPr>
                      <m:e>
                        <m:r>
                          <a:rPr lang="en-US" sz="2800" i="1">
                            <a:latin typeface="Cambria Math" panose="02040503050406030204" pitchFamily="18" charset="0"/>
                            <a:ea typeface="Cambria Math" panose="02040503050406030204" pitchFamily="18" charset="0"/>
                          </a:rPr>
                          <m:t>ℝ</m:t>
                        </m:r>
                      </m:e>
                      <m:sub>
                        <m:r>
                          <a:rPr lang="en-US" sz="2800" b="0" i="1" smtClean="0">
                            <a:latin typeface="Cambria Math" panose="02040503050406030204" pitchFamily="18" charset="0"/>
                            <a:ea typeface="Cambria Math" panose="02040503050406030204" pitchFamily="18" charset="0"/>
                          </a:rPr>
                          <m:t>+</m:t>
                        </m:r>
                      </m:sub>
                      <m:sup>
                        <m:r>
                          <a:rPr lang="en-US" sz="2800" b="0" i="1" smtClean="0">
                            <a:latin typeface="Cambria Math" panose="02040503050406030204" pitchFamily="18" charset="0"/>
                            <a:ea typeface="Cambria Math" panose="02040503050406030204" pitchFamily="18" charset="0"/>
                          </a:rPr>
                          <m:t>𝐿</m:t>
                        </m:r>
                      </m:sup>
                    </m:sSubSup>
                  </m:oMath>
                </a14:m>
                <a:r>
                  <a:rPr lang="en-US" sz="2800"/>
                  <a:t> ) </a:t>
                </a:r>
                <a:r>
                  <a:rPr lang="en-US" sz="2800">
                    <a:latin typeface="Arial" panose="020B0604020202020204" pitchFamily="34" charset="0"/>
                    <a:cs typeface="Arial" panose="020B0604020202020204" pitchFamily="34" charset="0"/>
                  </a:rPr>
                  <a:t>— here </a:t>
                </a:r>
                <a14:m>
                  <m:oMath xmlns:m="http://schemas.openxmlformats.org/officeDocument/2006/math">
                    <m:r>
                      <a:rPr lang="en-US" sz="2800" b="0" i="1" smtClean="0">
                        <a:latin typeface="Cambria Math" panose="02040503050406030204" pitchFamily="18" charset="0"/>
                      </a:rPr>
                      <m:t>𝐷</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𝑀</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b="0" i="1" smtClean="0">
                        <a:latin typeface="Cambria Math" panose="02040503050406030204" pitchFamily="18" charset="0"/>
                      </a:rPr>
                      <m:t>𝑀𝐹</m:t>
                    </m:r>
                  </m:oMath>
                </a14:m>
                <a:endParaRPr lang="en-US" sz="2800"/>
              </a:p>
              <a:p>
                <a:pPr>
                  <a:lnSpc>
                    <a:spcPct val="100000"/>
                  </a:lnSpc>
                </a:pPr>
                <a:r>
                  <a:rPr lang="en-US" sz="2800"/>
                  <a:t>(Notation: </a:t>
                </a:r>
                <a14:m>
                  <m:oMath xmlns:m="http://schemas.openxmlformats.org/officeDocument/2006/math">
                    <m:sSub>
                      <m:sSubPr>
                        <m:ctrlPr>
                          <a:rPr lang="en-US" sz="2800" b="0" i="1" smtClean="0">
                            <a:latin typeface="Cambria Math" panose="02040503050406030204" pitchFamily="18" charset="0"/>
                          </a:rPr>
                        </m:ctrlPr>
                      </m:sSubPr>
                      <m:e>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𝐴</m:t>
                            </m:r>
                          </m:e>
                        </m:d>
                      </m:e>
                      <m:sub>
                        <m:r>
                          <a:rPr lang="en-US" sz="2800" b="0" i="1" smtClean="0">
                            <a:latin typeface="Cambria Math" panose="02040503050406030204" pitchFamily="18" charset="0"/>
                          </a:rPr>
                          <m:t>+</m:t>
                        </m:r>
                      </m:sub>
                    </m:sSub>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0</m:t>
                            </m:r>
                            <m:r>
                              <a:rPr lang="en-US" sz="2800" b="0" i="1" smtClean="0">
                                <a:latin typeface="Cambria Math" panose="02040503050406030204" pitchFamily="18" charset="0"/>
                              </a:rPr>
                              <m:t>, </m:t>
                            </m:r>
                            <m:r>
                              <a:rPr lang="en-US" sz="2800" b="0" i="1" smtClean="0">
                                <a:latin typeface="Cambria Math" panose="02040503050406030204" pitchFamily="18" charset="0"/>
                              </a:rPr>
                              <m:t>𝐴</m:t>
                            </m:r>
                          </m:e>
                        </m:d>
                      </m:e>
                    </m:func>
                  </m:oMath>
                </a14:m>
                <a:r>
                  <a:rPr lang="en-US" sz="2800"/>
                  <a:t>)</a:t>
                </a:r>
                <a:endParaRPr lang="en-US" sz="2800"/>
              </a:p>
              <a:p>
                <a:pPr>
                  <a:lnSpc>
                    <a:spcPct val="100000"/>
                  </a:lnSpc>
                </a:pPr>
                <a:r>
                  <a:rPr lang="en-US" sz="2800"/>
                  <a:t>Actually, the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𝜉</m:t>
                        </m:r>
                      </m:e>
                      <m:sup>
                        <m:r>
                          <a:rPr lang="en-US" sz="2800" i="1">
                            <a:latin typeface="Cambria Math" panose="02040503050406030204" pitchFamily="18" charset="0"/>
                          </a:rPr>
                          <m:t>(ℓ)</m:t>
                        </m:r>
                      </m:sup>
                    </m:sSup>
                  </m:oMath>
                </a14:m>
                <a:r>
                  <a:rPr lang="en-US" sz="2800"/>
                  <a:t> are determined fully as soon as </a:t>
                </a:r>
                <a14:m>
                  <m:oMath xmlns:m="http://schemas.openxmlformats.org/officeDocument/2006/math">
                    <m:r>
                      <a:rPr lang="en-US" sz="2800" b="1" i="1" dirty="0" smtClean="0">
                        <a:latin typeface="Cambria Math" panose="02040503050406030204" pitchFamily="18" charset="0"/>
                      </a:rPr>
                      <m:t>𝑾</m:t>
                    </m:r>
                  </m:oMath>
                </a14:m>
                <a:r>
                  <a:rPr lang="en-US" sz="2800"/>
                  <a:t> is fixed</a:t>
                </a:r>
                <a:br>
                  <a:rPr lang="en-US" sz="2800"/>
                </a:br>
                <a14:m>
                  <m:oMathPara xmlns:m="http://schemas.openxmlformats.org/officeDocument/2006/math">
                    <m:oMathParaPr>
                      <m:jc m:val="centerGroup"/>
                    </m:oMathParaPr>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𝜉</m:t>
                          </m:r>
                        </m:e>
                        <m:sup>
                          <m:d>
                            <m:dPr>
                              <m:ctrlPr>
                                <a:rPr lang="en-US" sz="2800" b="0" i="1" smtClean="0">
                                  <a:latin typeface="Cambria Math" panose="02040503050406030204" pitchFamily="18" charset="0"/>
                                </a:rPr>
                              </m:ctrlPr>
                            </m:dPr>
                            <m:e>
                              <m:r>
                                <a:rPr lang="en-US" sz="2800" b="0" i="1" smtClean="0">
                                  <a:latin typeface="Cambria Math" panose="02040503050406030204" pitchFamily="18" charset="0"/>
                                </a:rPr>
                                <m:t>ℓ</m:t>
                              </m:r>
                            </m:e>
                          </m:d>
                        </m:sup>
                      </m:sSup>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panose="02040503050406030204" pitchFamily="18" charset="0"/>
                                    </a:rPr>
                                    <m:t>max</m:t>
                                  </m:r>
                                </m:e>
                                <m:lim>
                                  <m:acc>
                                    <m:accPr>
                                      <m:ctrlPr>
                                        <a:rPr lang="en-US" sz="2800" b="0" i="1" smtClean="0">
                                          <a:latin typeface="Cambria Math" panose="02040503050406030204" pitchFamily="18" charset="0"/>
                                        </a:rPr>
                                      </m:ctrlPr>
                                    </m:accPr>
                                    <m:e>
                                      <m:r>
                                        <a:rPr lang="en-US" sz="2800" b="0" i="1" smtClean="0">
                                          <a:latin typeface="Cambria Math" panose="02040503050406030204" pitchFamily="18" charset="0"/>
                                        </a:rPr>
                                        <m:t>𝑦</m:t>
                                      </m:r>
                                    </m:e>
                                  </m:acc>
                                </m:lim>
                              </m:limLow>
                            </m:fName>
                            <m:e>
                              <m:d>
                                <m:dPr>
                                  <m:begChr m:val="["/>
                                  <m:endChr m:val="]"/>
                                  <m:ctrlPr>
                                    <a:rPr lang="en-US" sz="2800" b="0" i="1" smtClean="0">
                                      <a:latin typeface="Cambria Math" panose="02040503050406030204" pitchFamily="18" charset="0"/>
                                    </a:rPr>
                                  </m:ctrlPr>
                                </m:dPr>
                                <m:e>
                                  <m:r>
                                    <a:rPr lang="en-US" sz="2800" b="1" i="1">
                                      <a:latin typeface="Cambria Math" panose="02040503050406030204" pitchFamily="18" charset="0"/>
                                    </a:rPr>
                                    <m:t>𝑾</m:t>
                                  </m:r>
                                  <m:r>
                                    <a:rPr lang="en-US" sz="2800" i="1">
                                      <a:latin typeface="Cambria Math" panose="02040503050406030204" pitchFamily="18" charset="0"/>
                                    </a:rPr>
                                    <m:t>⋅</m:t>
                                  </m:r>
                                  <m:r>
                                    <m:rPr>
                                      <m:sty m:val="p"/>
                                    </m:rPr>
                                    <a:rPr lang="en-US" sz="2800">
                                      <a:latin typeface="Cambria Math" panose="02040503050406030204" pitchFamily="18" charset="0"/>
                                    </a:rPr>
                                    <m:t>Φ</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e>
                                        <m:sup>
                                          <m:d>
                                            <m:dPr>
                                              <m:ctrlPr>
                                                <a:rPr lang="en-US" sz="2800" i="1">
                                                  <a:latin typeface="Cambria Math" panose="02040503050406030204" pitchFamily="18" charset="0"/>
                                                </a:rPr>
                                              </m:ctrlPr>
                                            </m:dPr>
                                            <m:e>
                                              <m:r>
                                                <a:rPr lang="en-US" sz="2800" i="1">
                                                  <a:latin typeface="Cambria Math" panose="02040503050406030204" pitchFamily="18" charset="0"/>
                                                </a:rPr>
                                                <m:t>ℓ</m:t>
                                              </m:r>
                                            </m:e>
                                          </m:d>
                                        </m:sup>
                                      </m:sSup>
                                      <m:r>
                                        <a:rPr lang="en-US" sz="2800" i="1">
                                          <a:latin typeface="Cambria Math" panose="02040503050406030204" pitchFamily="18" charset="0"/>
                                        </a:rPr>
                                        <m:t>,</m:t>
                                      </m:r>
                                      <m:acc>
                                        <m:accPr>
                                          <m:ctrlPr>
                                            <a:rPr lang="en-US" sz="2800" i="1" dirty="0">
                                              <a:effectLst>
                                                <a:glow rad="228600">
                                                  <a:schemeClr val="accent4">
                                                    <a:satMod val="175000"/>
                                                    <a:alpha val="40000"/>
                                                  </a:schemeClr>
                                                </a:glow>
                                              </a:effectLst>
                                              <a:latin typeface="Cambria Math" panose="02040503050406030204" pitchFamily="18" charset="0"/>
                                            </a:rPr>
                                          </m:ctrlPr>
                                        </m:accPr>
                                        <m:e>
                                          <m:r>
                                            <a:rPr lang="en-US" sz="2800" i="1" dirty="0">
                                              <a:effectLst>
                                                <a:glow rad="228600">
                                                  <a:schemeClr val="accent4">
                                                    <a:satMod val="175000"/>
                                                    <a:alpha val="40000"/>
                                                  </a:schemeClr>
                                                </a:glow>
                                              </a:effectLst>
                                              <a:latin typeface="Cambria Math" panose="02040503050406030204" pitchFamily="18" charset="0"/>
                                            </a:rPr>
                                            <m:t>𝑦</m:t>
                                          </m:r>
                                        </m:e>
                                      </m:acc>
                                    </m:e>
                                  </m:d>
                                  <m:r>
                                    <a:rPr lang="en-US" sz="2800" i="1">
                                      <a:latin typeface="Cambria Math" panose="02040503050406030204" pitchFamily="18" charset="0"/>
                                    </a:rPr>
                                    <m:t>+</m:t>
                                  </m:r>
                                  <m:r>
                                    <m:rPr>
                                      <m:sty m:val="p"/>
                                    </m:rPr>
                                    <a:rPr lang="en-US" sz="2800">
                                      <a:latin typeface="Cambria Math" panose="02040503050406030204" pitchFamily="18" charset="0"/>
                                    </a:rPr>
                                    <m:t>Δ</m:t>
                                  </m:r>
                                  <m:d>
                                    <m:dPr>
                                      <m:ctrlPr>
                                        <a:rPr lang="en-US" sz="2800" i="1">
                                          <a:latin typeface="Cambria Math" panose="02040503050406030204" pitchFamily="18" charset="0"/>
                                        </a:rPr>
                                      </m:ctrlPr>
                                    </m:dPr>
                                    <m:e>
                                      <m:sSup>
                                        <m:sSupPr>
                                          <m:ctrlPr>
                                            <a:rPr lang="en-US" sz="2800" i="1" dirty="0">
                                              <a:latin typeface="Cambria Math" panose="02040503050406030204" pitchFamily="18" charset="0"/>
                                            </a:rPr>
                                          </m:ctrlPr>
                                        </m:sSupPr>
                                        <m:e>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𝑦</m:t>
                                              </m:r>
                                            </m:e>
                                          </m:acc>
                                        </m:e>
                                        <m:sup>
                                          <m:d>
                                            <m:dPr>
                                              <m:ctrlPr>
                                                <a:rPr lang="en-US" sz="2800" i="1" dirty="0">
                                                  <a:latin typeface="Cambria Math" panose="02040503050406030204" pitchFamily="18" charset="0"/>
                                                </a:rPr>
                                              </m:ctrlPr>
                                            </m:dPr>
                                            <m:e>
                                              <m:r>
                                                <a:rPr lang="en-US" sz="2800" i="1" dirty="0">
                                                  <a:latin typeface="Cambria Math" panose="02040503050406030204" pitchFamily="18" charset="0"/>
                                                </a:rPr>
                                                <m:t>ℓ</m:t>
                                              </m:r>
                                            </m:e>
                                          </m:d>
                                        </m:sup>
                                      </m:sSup>
                                      <m:r>
                                        <a:rPr lang="en-US" sz="2800" i="1">
                                          <a:latin typeface="Cambria Math" panose="02040503050406030204" pitchFamily="18" charset="0"/>
                                        </a:rPr>
                                        <m:t>,</m:t>
                                      </m:r>
                                      <m:acc>
                                        <m:accPr>
                                          <m:ctrlPr>
                                            <a:rPr lang="en-US" sz="2800" i="1" dirty="0">
                                              <a:effectLst>
                                                <a:glow rad="228600">
                                                  <a:schemeClr val="accent4">
                                                    <a:satMod val="175000"/>
                                                    <a:alpha val="40000"/>
                                                  </a:schemeClr>
                                                </a:glow>
                                              </a:effectLst>
                                              <a:latin typeface="Cambria Math" panose="02040503050406030204" pitchFamily="18" charset="0"/>
                                            </a:rPr>
                                          </m:ctrlPr>
                                        </m:accPr>
                                        <m:e>
                                          <m:r>
                                            <a:rPr lang="en-US" sz="2800" i="1" dirty="0">
                                              <a:effectLst>
                                                <a:glow rad="228600">
                                                  <a:schemeClr val="accent4">
                                                    <a:satMod val="175000"/>
                                                    <a:alpha val="40000"/>
                                                  </a:schemeClr>
                                                </a:glow>
                                              </a:effectLst>
                                              <a:latin typeface="Cambria Math" panose="02040503050406030204" pitchFamily="18" charset="0"/>
                                            </a:rPr>
                                            <m:t>𝑦</m:t>
                                          </m:r>
                                        </m:e>
                                      </m:acc>
                                    </m:e>
                                  </m:d>
                                  <m:r>
                                    <m:rPr>
                                      <m:nor/>
                                    </m:rPr>
                                    <a:rPr lang="en-US" sz="2800" dirty="0">
                                      <a:latin typeface="DejaVu Math TeX Gyre" panose="02000503000000000000" charset="0"/>
                                    </a:rPr>
                                    <m:t> </m:t>
                                  </m:r>
                                  <m:r>
                                    <a:rPr lang="en-US" sz="2800" b="0" i="1" dirty="0" smtClean="0">
                                      <a:latin typeface="Cambria Math" panose="02040503050406030204" pitchFamily="18" charset="0"/>
                                    </a:rPr>
                                    <m:t>−</m:t>
                                  </m:r>
                                  <m:r>
                                    <a:rPr lang="en-US" sz="2800" b="1" i="1">
                                      <a:latin typeface="Cambria Math" panose="02040503050406030204" pitchFamily="18" charset="0"/>
                                    </a:rPr>
                                    <m:t>𝑾</m:t>
                                  </m:r>
                                  <m:r>
                                    <a:rPr lang="en-US" sz="2800" i="1">
                                      <a:latin typeface="Cambria Math" panose="02040503050406030204" pitchFamily="18" charset="0"/>
                                    </a:rPr>
                                    <m:t>⋅</m:t>
                                  </m:r>
                                  <m:r>
                                    <m:rPr>
                                      <m:sty m:val="p"/>
                                    </m:rPr>
                                    <a:rPr lang="en-US" sz="2800">
                                      <a:latin typeface="Cambria Math" panose="02040503050406030204" pitchFamily="18" charset="0"/>
                                    </a:rPr>
                                    <m:t>Φ</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e>
                                        <m:sup>
                                          <m:d>
                                            <m:dPr>
                                              <m:ctrlPr>
                                                <a:rPr lang="en-US" sz="2800" i="1">
                                                  <a:latin typeface="Cambria Math" panose="02040503050406030204" pitchFamily="18" charset="0"/>
                                                </a:rPr>
                                              </m:ctrlPr>
                                            </m:dPr>
                                            <m:e>
                                              <m:r>
                                                <a:rPr lang="en-US" sz="2800" i="1">
                                                  <a:latin typeface="Cambria Math" panose="02040503050406030204" pitchFamily="18" charset="0"/>
                                                </a:rPr>
                                                <m:t>ℓ</m:t>
                                              </m:r>
                                            </m:e>
                                          </m:d>
                                        </m:sup>
                                      </m:sSup>
                                      <m:r>
                                        <a:rPr lang="en-US" sz="2800" i="1">
                                          <a:latin typeface="Cambria Math" panose="02040503050406030204" pitchFamily="18" charset="0"/>
                                        </a:rPr>
                                        <m:t>,</m:t>
                                      </m:r>
                                      <m:sSup>
                                        <m:sSupPr>
                                          <m:ctrlPr>
                                            <a:rPr lang="en-US" sz="2800" i="1">
                                              <a:effectLst>
                                                <a:glow rad="228600">
                                                  <a:schemeClr val="accent6">
                                                    <a:satMod val="175000"/>
                                                    <a:alpha val="40000"/>
                                                  </a:schemeClr>
                                                </a:glow>
                                              </a:effectLst>
                                              <a:latin typeface="Cambria Math" panose="02040503050406030204" pitchFamily="18" charset="0"/>
                                            </a:rPr>
                                          </m:ctrlPr>
                                        </m:sSupPr>
                                        <m:e>
                                          <m:acc>
                                            <m:accPr>
                                              <m:chr m:val="⃗"/>
                                              <m:ctrlPr>
                                                <a:rPr lang="en-US" sz="2800" i="1">
                                                  <a:effectLst>
                                                    <a:glow rad="228600">
                                                      <a:schemeClr val="accent6">
                                                        <a:satMod val="175000"/>
                                                        <a:alpha val="40000"/>
                                                      </a:schemeClr>
                                                    </a:glow>
                                                  </a:effectLst>
                                                  <a:latin typeface="Cambria Math" panose="02040503050406030204" pitchFamily="18" charset="0"/>
                                                </a:rPr>
                                              </m:ctrlPr>
                                            </m:accPr>
                                            <m:e>
                                              <m:r>
                                                <a:rPr lang="en-US" sz="2800" i="1">
                                                  <a:effectLst>
                                                    <a:glow rad="228600">
                                                      <a:schemeClr val="accent6">
                                                        <a:satMod val="175000"/>
                                                        <a:alpha val="40000"/>
                                                      </a:schemeClr>
                                                    </a:glow>
                                                  </a:effectLst>
                                                  <a:latin typeface="Cambria Math" panose="02040503050406030204" pitchFamily="18" charset="0"/>
                                                </a:rPr>
                                                <m:t>𝑦</m:t>
                                              </m:r>
                                            </m:e>
                                          </m:acc>
                                        </m:e>
                                        <m:sup>
                                          <m:d>
                                            <m:dPr>
                                              <m:ctrlPr>
                                                <a:rPr lang="en-US" sz="2800" i="1">
                                                  <a:effectLst>
                                                    <a:glow rad="228600">
                                                      <a:schemeClr val="accent6">
                                                        <a:satMod val="175000"/>
                                                        <a:alpha val="40000"/>
                                                      </a:schemeClr>
                                                    </a:glow>
                                                  </a:effectLst>
                                                  <a:latin typeface="Cambria Math" panose="02040503050406030204" pitchFamily="18" charset="0"/>
                                                </a:rPr>
                                              </m:ctrlPr>
                                            </m:dPr>
                                            <m:e>
                                              <m:r>
                                                <a:rPr lang="en-US" sz="2800" i="1">
                                                  <a:effectLst>
                                                    <a:glow rad="228600">
                                                      <a:schemeClr val="accent6">
                                                        <a:satMod val="175000"/>
                                                        <a:alpha val="40000"/>
                                                      </a:schemeClr>
                                                    </a:glow>
                                                  </a:effectLst>
                                                  <a:latin typeface="Cambria Math" panose="02040503050406030204" pitchFamily="18" charset="0"/>
                                                </a:rPr>
                                                <m:t>ℓ</m:t>
                                              </m:r>
                                            </m:e>
                                          </m:d>
                                        </m:sup>
                                      </m:sSup>
                                    </m:e>
                                  </m:d>
                                </m:e>
                              </m:d>
                            </m:e>
                          </m:func>
                        </m:e>
                        <m:sub>
                          <m:r>
                            <a:rPr lang="en-US" sz="2800" b="0" i="1" smtClean="0">
                              <a:latin typeface="Cambria Math" panose="02040503050406030204" pitchFamily="18" charset="0"/>
                            </a:rPr>
                            <m:t>+</m:t>
                          </m:r>
                        </m:sub>
                      </m:sSub>
                    </m:oMath>
                  </m:oMathPara>
                </a14:m>
                <a:endParaRPr lang="en-US" sz="2800"/>
              </a:p>
              <a:p>
                <a:pPr>
                  <a:lnSpc>
                    <a:spcPct val="100000"/>
                  </a:lnSpc>
                </a:pPr>
                <a:r>
                  <a:rPr lang="en-US" sz="2800"/>
                  <a:t>Hinge of (bad score plus margin minus good score)</a:t>
                </a:r>
                <a:endParaRPr lang="en-US" sz="2800"/>
              </a:p>
              <a:p>
                <a:pPr>
                  <a:lnSpc>
                    <a:spcPct val="100000"/>
                  </a:lnSpc>
                </a:pPr>
                <a:r>
                  <a:rPr lang="en-US" sz="2800"/>
                  <a:t>If </a:t>
                </a:r>
                <a14:m>
                  <m:oMath xmlns:m="http://schemas.openxmlformats.org/officeDocument/2006/math">
                    <m:r>
                      <a:rPr lang="en-US" sz="2800" b="1" i="1" dirty="0" smtClean="0">
                        <a:latin typeface="Cambria Math" panose="02040503050406030204" pitchFamily="18" charset="0"/>
                      </a:rPr>
                      <m:t>𝒘</m:t>
                    </m:r>
                  </m:oMath>
                </a14:m>
                <a:r>
                  <a:rPr lang="en-US" sz="2800"/>
                  <a:t> is well-trained, should be zero</a:t>
                </a:r>
                <a:endParaRPr lang="en-US" sz="2800"/>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2" p14:bwMode="auto">
            <p14:nvContentPartPr>
              <p14:cNvPr id="4" name="Ink 3"/>
              <p14:cNvContentPartPr/>
              <p14:nvPr/>
            </p14:nvContentPartPr>
            <p14:xfrm>
              <a:off x="1180080" y="2865240"/>
              <a:ext cx="8935200" cy="3100680"/>
            </p14:xfrm>
          </p:contentPart>
        </mc:Choice>
        <mc:Fallback xmlns="">
          <p:pic>
            <p:nvPicPr>
              <p:cNvPr id="4" name="Ink 3"/>
            </p:nvPicPr>
            <p:blipFill>
              <a:blip r:embed="rId3"/>
            </p:blipFill>
            <p:spPr>
              <a:xfrm>
                <a:off x="1180080" y="2865240"/>
                <a:ext cx="8935200" cy="3100680"/>
              </a:xfrm>
              <a:prstGeom prst="rect"/>
            </p:spPr>
          </p:pic>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peech Bubble: Rectangle with Corners Rounded 4"/>
          <p:cNvSpPr/>
          <p:nvPr/>
        </p:nvSpPr>
        <p:spPr>
          <a:xfrm>
            <a:off x="9399905" y="5540375"/>
            <a:ext cx="2792095" cy="1317625"/>
          </a:xfrm>
          <a:prstGeom prst="wedgeRoundRectCallout">
            <a:avLst>
              <a:gd name="adj1" fmla="val -63145"/>
              <a:gd name="adj2" fmla="val -186000"/>
              <a:gd name="adj3" fmla="val 16667"/>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Loss-augmented inference</a:t>
            </a:r>
            <a:endParaRPr lang="en-US" sz="2800"/>
          </a:p>
        </p:txBody>
      </p:sp>
      <p:sp>
        <p:nvSpPr>
          <p:cNvPr id="2" name="Title 1"/>
          <p:cNvSpPr>
            <a:spLocks noGrp="1"/>
          </p:cNvSpPr>
          <p:nvPr>
            <p:ph type="title"/>
          </p:nvPr>
        </p:nvSpPr>
        <p:spPr/>
        <p:txBody>
          <a:bodyPr/>
          <a:lstStyle/>
          <a:p>
            <a:r>
              <a:rPr lang="en-US"/>
              <a:t>Dynamic constraint generation</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7500" lnSpcReduction="20000"/>
              </a:bodyPr>
              <a:lstStyle/>
              <a:p>
                <a:pPr>
                  <a:lnSpc>
                    <a:spcPct val="100000"/>
                  </a:lnSpc>
                </a:pPr>
                <a:r>
                  <a:rPr lang="en-US"/>
                  <a:t>In modern language, “adversarial negative sampling”</a:t>
                </a:r>
                <a:endParaRPr lang="en-US"/>
              </a:p>
              <a:p>
                <a:pPr>
                  <a:lnSpc>
                    <a:spcPct val="100000"/>
                  </a:lnSpc>
                </a:pPr>
                <a:r>
                  <a:rPr lang="en-US"/>
                  <a:t>Consider again the slack</a:t>
                </a:r>
                <a:br>
                  <a:rPr lang="en-US"/>
                </a:b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𝜉</m:t>
                          </m:r>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sSub>
                        <m:sSubPr>
                          <m:ctrlPr>
                            <a:rPr lang="en-US" i="1">
                              <a:latin typeface="Cambria Math" panose="02040503050406030204" pitchFamily="18" charset="0"/>
                            </a:rPr>
                          </m:ctrlPr>
                        </m:sSubPr>
                        <m:e>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acc>
                                    <m:accPr>
                                      <m:ctrlPr>
                                        <a:rPr lang="en-US" i="1">
                                          <a:latin typeface="Cambria Math" panose="02040503050406030204" pitchFamily="18" charset="0"/>
                                        </a:rPr>
                                      </m:ctrlPr>
                                    </m:accPr>
                                    <m:e>
                                      <m:r>
                                        <a:rPr lang="en-US" i="1">
                                          <a:latin typeface="Cambria Math" panose="02040503050406030204" pitchFamily="18" charset="0"/>
                                        </a:rPr>
                                        <m:t>𝑦</m:t>
                                      </m:r>
                                    </m:e>
                                  </m:acc>
                                </m:lim>
                              </m:limLow>
                            </m:fName>
                            <m:e>
                              <m:d>
                                <m:dPr>
                                  <m:begChr m:val="["/>
                                  <m:endChr m:val="]"/>
                                  <m:ctrlPr>
                                    <a:rPr lang="en-US" i="1">
                                      <a:latin typeface="Cambria Math" panose="02040503050406030204" pitchFamily="18" charset="0"/>
                                    </a:rPr>
                                  </m:ctrlPr>
                                </m:dPr>
                                <m:e>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e>
                                  </m:d>
                                  <m:r>
                                    <a:rPr lang="en-US" i="1">
                                      <a:latin typeface="Cambria Math" panose="02040503050406030204" pitchFamily="18" charset="0"/>
                                    </a:rPr>
                                    <m:t>+</m:t>
                                  </m:r>
                                  <m:r>
                                    <m:rPr>
                                      <m:sty m:val="p"/>
                                    </m:rPr>
                                    <a:rPr lang="en-US">
                                      <a:latin typeface="Cambria Math" panose="02040503050406030204" pitchFamily="18" charset="0"/>
                                    </a:rPr>
                                    <m:t>Δ</m:t>
                                  </m:r>
                                  <m:d>
                                    <m:dPr>
                                      <m:ctrlPr>
                                        <a:rPr lang="en-US" i="1">
                                          <a:latin typeface="Cambria Math" panose="02040503050406030204" pitchFamily="18" charset="0"/>
                                        </a:rPr>
                                      </m:ctrlPr>
                                    </m:dPr>
                                    <m:e>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e>
                                        <m:sup>
                                          <m:d>
                                            <m:dPr>
                                              <m:ctrlPr>
                                                <a:rPr lang="en-US" i="1" dirty="0">
                                                  <a:latin typeface="Cambria Math" panose="02040503050406030204" pitchFamily="18" charset="0"/>
                                                </a:rPr>
                                              </m:ctrlPr>
                                            </m:dPr>
                                            <m:e>
                                              <m:r>
                                                <a:rPr lang="en-US" i="1" dirty="0">
                                                  <a:latin typeface="Cambria Math" panose="02040503050406030204" pitchFamily="18" charset="0"/>
                                                </a:rPr>
                                                <m:t>ℓ</m:t>
                                              </m:r>
                                            </m:e>
                                          </m:d>
                                        </m:sup>
                                      </m:sSup>
                                      <m:r>
                                        <a:rPr lang="en-US" i="1">
                                          <a:latin typeface="Cambria Math" panose="02040503050406030204" pitchFamily="18" charset="0"/>
                                        </a:rPr>
                                        <m:t>,</m:t>
                                      </m:r>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e>
                                  </m:d>
                                  <m:r>
                                    <m:rPr>
                                      <m:nor/>
                                    </m:rPr>
                                    <a:rPr lang="en-US" dirty="0">
                                      <a:latin typeface="DejaVu Math TeX Gyre" panose="02000503000000000000" charset="0"/>
                                    </a:rPr>
                                    <m:t> </m:t>
                                  </m:r>
                                  <m:r>
                                    <a:rPr lang="en-US" i="1" dirty="0">
                                      <a:latin typeface="Cambria Math" panose="02040503050406030204" pitchFamily="18" charset="0"/>
                                    </a:rPr>
                                    <m:t>−</m:t>
                                  </m:r>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sSup>
                                        <m:sSupPr>
                                          <m:ctrlPr>
                                            <a:rPr lang="en-US" i="1">
                                              <a:effectLst>
                                                <a:glow rad="228600">
                                                  <a:schemeClr val="accent6">
                                                    <a:satMod val="175000"/>
                                                    <a:alpha val="40000"/>
                                                  </a:schemeClr>
                                                </a:glow>
                                              </a:effectLst>
                                              <a:latin typeface="Cambria Math" panose="02040503050406030204" pitchFamily="18" charset="0"/>
                                            </a:rPr>
                                          </m:ctrlPr>
                                        </m:sSupPr>
                                        <m:e>
                                          <m:acc>
                                            <m:accPr>
                                              <m:chr m:val="⃗"/>
                                              <m:ctrlPr>
                                                <a:rPr lang="en-US" i="1">
                                                  <a:effectLst>
                                                    <a:glow rad="228600">
                                                      <a:schemeClr val="accent6">
                                                        <a:satMod val="175000"/>
                                                        <a:alpha val="40000"/>
                                                      </a:schemeClr>
                                                    </a:glow>
                                                  </a:effectLst>
                                                  <a:latin typeface="Cambria Math" panose="02040503050406030204" pitchFamily="18" charset="0"/>
                                                </a:rPr>
                                              </m:ctrlPr>
                                            </m:accPr>
                                            <m:e>
                                              <m:r>
                                                <a:rPr lang="en-US" i="1">
                                                  <a:effectLst>
                                                    <a:glow rad="228600">
                                                      <a:schemeClr val="accent6">
                                                        <a:satMod val="175000"/>
                                                        <a:alpha val="40000"/>
                                                      </a:schemeClr>
                                                    </a:glow>
                                                  </a:effectLst>
                                                  <a:latin typeface="Cambria Math" panose="02040503050406030204" pitchFamily="18" charset="0"/>
                                                </a:rPr>
                                                <m:t>𝑦</m:t>
                                              </m:r>
                                            </m:e>
                                          </m:acc>
                                        </m:e>
                                        <m:sup>
                                          <m:d>
                                            <m:dPr>
                                              <m:ctrlPr>
                                                <a:rPr lang="en-US" i="1">
                                                  <a:effectLst>
                                                    <a:glow rad="228600">
                                                      <a:schemeClr val="accent6">
                                                        <a:satMod val="175000"/>
                                                        <a:alpha val="40000"/>
                                                      </a:schemeClr>
                                                    </a:glow>
                                                  </a:effectLst>
                                                  <a:latin typeface="Cambria Math" panose="02040503050406030204" pitchFamily="18" charset="0"/>
                                                </a:rPr>
                                              </m:ctrlPr>
                                            </m:dPr>
                                            <m:e>
                                              <m:r>
                                                <a:rPr lang="en-US" i="1">
                                                  <a:effectLst>
                                                    <a:glow rad="228600">
                                                      <a:schemeClr val="accent6">
                                                        <a:satMod val="175000"/>
                                                        <a:alpha val="40000"/>
                                                      </a:schemeClr>
                                                    </a:glow>
                                                  </a:effectLst>
                                                  <a:latin typeface="Cambria Math" panose="02040503050406030204" pitchFamily="18" charset="0"/>
                                                </a:rPr>
                                                <m:t>ℓ</m:t>
                                              </m:r>
                                            </m:e>
                                          </m:d>
                                        </m:sup>
                                      </m:sSup>
                                    </m:e>
                                  </m:d>
                                </m:e>
                              </m:d>
                            </m:e>
                          </m:func>
                        </m:e>
                        <m:sub>
                          <m:r>
                            <a:rPr lang="en-US" i="1">
                              <a:latin typeface="Cambria Math" panose="02040503050406030204" pitchFamily="18" charset="0"/>
                            </a:rPr>
                            <m:t>+</m:t>
                          </m:r>
                        </m:sub>
                      </m:sSub>
                    </m:oMath>
                  </m:oMathPara>
                </a14:m>
                <a:endParaRPr lang="en-US"/>
              </a:p>
              <a:p>
                <a:pPr>
                  <a:lnSpc>
                    <a:spcPct val="100000"/>
                  </a:lnSpc>
                </a:pPr>
                <a:r>
                  <a:rPr lang="en-US"/>
                  <a:t>If </a:t>
                </a:r>
                <a14:m>
                  <m:oMath xmlns:m="http://schemas.openxmlformats.org/officeDocument/2006/math">
                    <m:r>
                      <a:rPr lang="en-US" b="1" i="1" dirty="0" smtClean="0">
                        <a:latin typeface="Cambria Math" panose="02040503050406030204" pitchFamily="18" charset="0"/>
                      </a:rPr>
                      <m:t>𝑾</m:t>
                    </m:r>
                  </m:oMath>
                </a14:m>
                <a:r>
                  <a:rPr lang="en-US"/>
                  <a:t> is not yet well-trained, some </a:t>
                </a:r>
                <a14:m>
                  <m:oMath xmlns:m="http://schemas.openxmlformats.org/officeDocument/2006/math">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oMath>
                </a14:m>
                <a:r>
                  <a:rPr lang="en-US"/>
                  <a:t> will be able to “fool” it</a:t>
                </a:r>
                <a:endParaRPr lang="en-US"/>
              </a:p>
              <a:p>
                <a:pPr>
                  <a:lnSpc>
                    <a:spcPct val="100000"/>
                  </a:lnSpc>
                </a:pPr>
                <a:r>
                  <a:rPr lang="en-US"/>
                  <a:t>If we fix the current </a:t>
                </a:r>
                <a14:m>
                  <m:oMath xmlns:m="http://schemas.openxmlformats.org/officeDocument/2006/math">
                    <m:r>
                      <a:rPr lang="en-US" b="1" i="1">
                        <a:latin typeface="Cambria Math" panose="02040503050406030204" pitchFamily="18" charset="0"/>
                      </a:rPr>
                      <m:t>𝑾</m:t>
                    </m:r>
                  </m:oMath>
                </a14:m>
                <a:r>
                  <a:rPr lang="en-US"/>
                  <a:t>, the term </a:t>
                </a:r>
                <a14:m>
                  <m:oMath xmlns:m="http://schemas.openxmlformats.org/officeDocument/2006/math">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sSup>
                          <m:sSupPr>
                            <m:ctrlPr>
                              <a:rPr lang="en-US" i="1">
                                <a:effectLst>
                                  <a:glow rad="228600">
                                    <a:schemeClr val="accent6">
                                      <a:satMod val="175000"/>
                                      <a:alpha val="40000"/>
                                    </a:schemeClr>
                                  </a:glow>
                                </a:effectLst>
                                <a:latin typeface="Cambria Math" panose="02040503050406030204" pitchFamily="18" charset="0"/>
                              </a:rPr>
                            </m:ctrlPr>
                          </m:sSupPr>
                          <m:e>
                            <m:acc>
                              <m:accPr>
                                <m:chr m:val="⃗"/>
                                <m:ctrlPr>
                                  <a:rPr lang="en-US" i="1">
                                    <a:effectLst>
                                      <a:glow rad="228600">
                                        <a:schemeClr val="accent6">
                                          <a:satMod val="175000"/>
                                          <a:alpha val="40000"/>
                                        </a:schemeClr>
                                      </a:glow>
                                    </a:effectLst>
                                    <a:latin typeface="Cambria Math" panose="02040503050406030204" pitchFamily="18" charset="0"/>
                                  </a:rPr>
                                </m:ctrlPr>
                              </m:accPr>
                              <m:e>
                                <m:r>
                                  <a:rPr lang="en-US" i="1">
                                    <a:effectLst>
                                      <a:glow rad="228600">
                                        <a:schemeClr val="accent6">
                                          <a:satMod val="175000"/>
                                          <a:alpha val="40000"/>
                                        </a:schemeClr>
                                      </a:glow>
                                    </a:effectLst>
                                    <a:latin typeface="Cambria Math" panose="02040503050406030204" pitchFamily="18" charset="0"/>
                                  </a:rPr>
                                  <m:t>𝑦</m:t>
                                </m:r>
                              </m:e>
                            </m:acc>
                          </m:e>
                          <m:sup>
                            <m:d>
                              <m:dPr>
                                <m:ctrlPr>
                                  <a:rPr lang="en-US" i="1">
                                    <a:effectLst>
                                      <a:glow rad="228600">
                                        <a:schemeClr val="accent6">
                                          <a:satMod val="175000"/>
                                          <a:alpha val="40000"/>
                                        </a:schemeClr>
                                      </a:glow>
                                    </a:effectLst>
                                    <a:latin typeface="Cambria Math" panose="02040503050406030204" pitchFamily="18" charset="0"/>
                                  </a:rPr>
                                </m:ctrlPr>
                              </m:dPr>
                              <m:e>
                                <m:r>
                                  <a:rPr lang="en-US" i="1">
                                    <a:effectLst>
                                      <a:glow rad="228600">
                                        <a:schemeClr val="accent6">
                                          <a:satMod val="175000"/>
                                          <a:alpha val="40000"/>
                                        </a:schemeClr>
                                      </a:glow>
                                    </a:effectLst>
                                    <a:latin typeface="Cambria Math" panose="02040503050406030204" pitchFamily="18" charset="0"/>
                                  </a:rPr>
                                  <m:t>ℓ</m:t>
                                </m:r>
                              </m:e>
                            </m:d>
                          </m:sup>
                        </m:sSup>
                      </m:e>
                    </m:d>
                  </m:oMath>
                </a14:m>
                <a:r>
                  <a:rPr lang="en-US"/>
                  <a:t> is also fixed</a:t>
                </a:r>
                <a:endParaRPr lang="en-US"/>
              </a:p>
              <a:p>
                <a:pPr>
                  <a:lnSpc>
                    <a:spcPct val="100000"/>
                  </a:lnSpc>
                </a:pPr>
                <a:r>
                  <a:rPr lang="en-US"/>
                  <a:t>Now look for evil </a:t>
                </a:r>
                <a14:m>
                  <m:oMath xmlns:m="http://schemas.openxmlformats.org/officeDocument/2006/math">
                    <m:acc>
                      <m:accPr>
                        <m:ctrlPr>
                          <a:rPr lang="en-US" i="1" dirty="0" smtClean="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oMath>
                </a14:m>
                <a:r>
                  <a:rPr lang="en-US"/>
                  <a:t> that maximizes </a:t>
                </a:r>
                <a14:m>
                  <m:oMath xmlns:m="http://schemas.openxmlformats.org/officeDocument/2006/math">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e>
                    </m:d>
                    <m:r>
                      <a:rPr lang="en-US" i="1">
                        <a:latin typeface="Cambria Math" panose="02040503050406030204" pitchFamily="18" charset="0"/>
                      </a:rPr>
                      <m:t>+</m:t>
                    </m:r>
                    <m:r>
                      <m:rPr>
                        <m:sty m:val="p"/>
                      </m:rPr>
                      <a:rPr lang="en-US" smtClean="0">
                        <a:latin typeface="Cambria Math" panose="02040503050406030204" pitchFamily="18" charset="0"/>
                      </a:rPr>
                      <m:t>Δ</m:t>
                    </m:r>
                    <m:d>
                      <m:dPr>
                        <m:ctrlPr>
                          <a:rPr lang="en-US" i="1">
                            <a:latin typeface="Cambria Math" panose="02040503050406030204" pitchFamily="18" charset="0"/>
                          </a:rPr>
                        </m:ctrlPr>
                      </m:dPr>
                      <m:e>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e>
                          <m:sup>
                            <m:d>
                              <m:dPr>
                                <m:ctrlPr>
                                  <a:rPr lang="en-US" i="1" dirty="0">
                                    <a:latin typeface="Cambria Math" panose="02040503050406030204" pitchFamily="18" charset="0"/>
                                  </a:rPr>
                                </m:ctrlPr>
                              </m:dPr>
                              <m:e>
                                <m:r>
                                  <a:rPr lang="en-US" i="1" dirty="0">
                                    <a:latin typeface="Cambria Math" panose="02040503050406030204" pitchFamily="18" charset="0"/>
                                  </a:rPr>
                                  <m:t>ℓ</m:t>
                                </m:r>
                              </m:e>
                            </m:d>
                          </m:sup>
                        </m:sSup>
                        <m:r>
                          <a:rPr lang="en-US" i="1">
                            <a:latin typeface="Cambria Math" panose="02040503050406030204" pitchFamily="18" charset="0"/>
                          </a:rPr>
                          <m:t>,</m:t>
                        </m:r>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e>
                    </m:d>
                  </m:oMath>
                </a14:m>
                <a:endParaRPr lang="en-US"/>
              </a:p>
              <a:p>
                <a:pPr>
                  <a:lnSpc>
                    <a:spcPct val="100000"/>
                  </a:lnSpc>
                </a:pPr>
                <a:r>
                  <a:rPr lang="en-US"/>
                  <a:t>If the most evil </a:t>
                </a:r>
                <a14:m>
                  <m:oMath xmlns:m="http://schemas.openxmlformats.org/officeDocument/2006/math">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oMath>
                </a14:m>
                <a:r>
                  <a:rPr lang="en-US"/>
                  <a:t> has</a:t>
                </a:r>
                <a:br>
                  <a:rPr lang="en-US"/>
                </a:b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e>
                      </m:d>
                      <m:r>
                        <a:rPr lang="en-US" i="1">
                          <a:latin typeface="Cambria Math" panose="02040503050406030204" pitchFamily="18" charset="0"/>
                        </a:rPr>
                        <m:t>+</m:t>
                      </m:r>
                      <m:r>
                        <m:rPr>
                          <m:sty m:val="p"/>
                        </m:rPr>
                        <a:rPr lang="en-US">
                          <a:latin typeface="Cambria Math" panose="02040503050406030204" pitchFamily="18" charset="0"/>
                        </a:rPr>
                        <m:t>Δ</m:t>
                      </m:r>
                      <m:d>
                        <m:dPr>
                          <m:ctrlPr>
                            <a:rPr lang="en-US" i="1">
                              <a:latin typeface="Cambria Math" panose="02040503050406030204" pitchFamily="18" charset="0"/>
                            </a:rPr>
                          </m:ctrlPr>
                        </m:dPr>
                        <m:e>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e>
                            <m:sup>
                              <m:d>
                                <m:dPr>
                                  <m:ctrlPr>
                                    <a:rPr lang="en-US" i="1" dirty="0">
                                      <a:latin typeface="Cambria Math" panose="02040503050406030204" pitchFamily="18" charset="0"/>
                                    </a:rPr>
                                  </m:ctrlPr>
                                </m:dPr>
                                <m:e>
                                  <m:r>
                                    <a:rPr lang="en-US" i="1" dirty="0">
                                      <a:latin typeface="Cambria Math" panose="02040503050406030204" pitchFamily="18" charset="0"/>
                                    </a:rPr>
                                    <m:t>ℓ</m:t>
                                  </m:r>
                                </m:e>
                              </m:d>
                            </m:sup>
                          </m:sSup>
                          <m:r>
                            <a:rPr lang="en-US" i="1">
                              <a:latin typeface="Cambria Math" panose="02040503050406030204" pitchFamily="18" charset="0"/>
                            </a:rPr>
                            <m:t>,</m:t>
                          </m:r>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e>
                      </m:d>
                      <m:r>
                        <m:rPr>
                          <m:nor/>
                        </m:rPr>
                        <a:rPr lang="en-US" dirty="0">
                          <a:latin typeface="DejaVu Math TeX Gyre" panose="02000503000000000000" charset="0"/>
                        </a:rPr>
                        <m:t> </m:t>
                      </m:r>
                      <m:r>
                        <a:rPr lang="en-US" i="1" dirty="0">
                          <a:latin typeface="Cambria Math" panose="02040503050406030204" pitchFamily="18" charset="0"/>
                        </a:rPr>
                        <m:t>−</m:t>
                      </m:r>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sSup>
                            <m:sSupPr>
                              <m:ctrlPr>
                                <a:rPr lang="en-US" i="1">
                                  <a:effectLst>
                                    <a:glow rad="228600">
                                      <a:schemeClr val="accent6">
                                        <a:satMod val="175000"/>
                                        <a:alpha val="40000"/>
                                      </a:schemeClr>
                                    </a:glow>
                                  </a:effectLst>
                                  <a:latin typeface="Cambria Math" panose="02040503050406030204" pitchFamily="18" charset="0"/>
                                </a:rPr>
                              </m:ctrlPr>
                            </m:sSupPr>
                            <m:e>
                              <m:acc>
                                <m:accPr>
                                  <m:chr m:val="⃗"/>
                                  <m:ctrlPr>
                                    <a:rPr lang="en-US" i="1">
                                      <a:effectLst>
                                        <a:glow rad="228600">
                                          <a:schemeClr val="accent6">
                                            <a:satMod val="175000"/>
                                            <a:alpha val="40000"/>
                                          </a:schemeClr>
                                        </a:glow>
                                      </a:effectLst>
                                      <a:latin typeface="Cambria Math" panose="02040503050406030204" pitchFamily="18" charset="0"/>
                                    </a:rPr>
                                  </m:ctrlPr>
                                </m:accPr>
                                <m:e>
                                  <m:r>
                                    <a:rPr lang="en-US" i="1">
                                      <a:effectLst>
                                        <a:glow rad="228600">
                                          <a:schemeClr val="accent6">
                                            <a:satMod val="175000"/>
                                            <a:alpha val="40000"/>
                                          </a:schemeClr>
                                        </a:glow>
                                      </a:effectLst>
                                      <a:latin typeface="Cambria Math" panose="02040503050406030204" pitchFamily="18" charset="0"/>
                                    </a:rPr>
                                    <m:t>𝑦</m:t>
                                  </m:r>
                                </m:e>
                              </m:acc>
                            </m:e>
                            <m:sup>
                              <m:d>
                                <m:dPr>
                                  <m:ctrlPr>
                                    <a:rPr lang="en-US" i="1">
                                      <a:effectLst>
                                        <a:glow rad="228600">
                                          <a:schemeClr val="accent6">
                                            <a:satMod val="175000"/>
                                            <a:alpha val="40000"/>
                                          </a:schemeClr>
                                        </a:glow>
                                      </a:effectLst>
                                      <a:latin typeface="Cambria Math" panose="02040503050406030204" pitchFamily="18" charset="0"/>
                                    </a:rPr>
                                  </m:ctrlPr>
                                </m:dPr>
                                <m:e>
                                  <m:r>
                                    <a:rPr lang="en-US" i="1">
                                      <a:effectLst>
                                        <a:glow rad="228600">
                                          <a:schemeClr val="accent6">
                                            <a:satMod val="175000"/>
                                            <a:alpha val="40000"/>
                                          </a:schemeClr>
                                        </a:glow>
                                      </a:effectLst>
                                      <a:latin typeface="Cambria Math" panose="02040503050406030204" pitchFamily="18" charset="0"/>
                                    </a:rPr>
                                    <m:t>ℓ</m:t>
                                  </m:r>
                                </m:e>
                              </m:d>
                            </m:sup>
                          </m:sSup>
                        </m:e>
                      </m:d>
                      <m:r>
                        <a:rPr lang="en-US" b="0" i="1" smtClean="0">
                          <a:effectLst/>
                          <a:latin typeface="Cambria Math" panose="02040503050406030204" pitchFamily="18" charset="0"/>
                        </a:rPr>
                        <m:t>≤</m:t>
                      </m:r>
                      <m:r>
                        <a:rPr lang="en-US" b="0" i="1" smtClean="0">
                          <a:effectLst/>
                          <a:latin typeface="Cambria Math" panose="02040503050406030204" pitchFamily="18" charset="0"/>
                        </a:rPr>
                        <m:t>0</m:t>
                      </m:r>
                    </m:oMath>
                  </m:oMathPara>
                </a14:m>
                <a:br>
                  <a:rPr lang="en-US"/>
                </a:br>
                <a:r>
                  <a:rPr lang="en-US"/>
                  <a:t>then we are done</a:t>
                </a:r>
                <a:endParaRPr lang="en-US"/>
              </a:p>
              <a:p>
                <a:pPr>
                  <a:lnSpc>
                    <a:spcPct val="100000"/>
                  </a:lnSpc>
                </a:pPr>
                <a:r>
                  <a:rPr lang="en-US"/>
                  <a:t>Otherwise, add this </a:t>
                </a:r>
                <a14:m>
                  <m:oMath xmlns:m="http://schemas.openxmlformats.org/officeDocument/2006/math">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oMath>
                </a14:m>
                <a:r>
                  <a:rPr lang="en-US"/>
                  <a:t> to a set of evil instances</a:t>
                </a:r>
                <a:endParaRPr lang="en-US"/>
              </a:p>
              <a:p>
                <a:pPr>
                  <a:lnSpc>
                    <a:spcPct val="100000"/>
                  </a:lnSpc>
                </a:pPr>
                <a:r>
                  <a:rPr lang="en-US"/>
                  <a:t>Plug into </a:t>
                </a:r>
                <a:r>
                  <a:rPr lang="en-US" err="1">
                    <a:hlinkClick r:id="rId1"/>
                  </a:rPr>
                  <a:t>StructSVM</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t="-271"/>
                </a:stretch>
              </a:blipFill>
            </p:spPr>
            <p:txBody>
              <a:bodyPr/>
              <a:lstStyle/>
              <a:p>
                <a:r>
                  <a:rPr lang="en-US" altLang="en-US">
                    <a:noFill/>
                  </a:rPr>
                  <a:t> </a:t>
                </a:r>
              </a:p>
            </p:txBody>
          </p:sp>
        </mc:Fallback>
      </mc:AlternateContent>
      <p:sp>
        <p:nvSpPr>
          <p:cNvPr id="4" name="Rectangle: Rounded Corners 3"/>
          <p:cNvSpPr/>
          <p:nvPr/>
        </p:nvSpPr>
        <p:spPr>
          <a:xfrm>
            <a:off x="6537960" y="3402965"/>
            <a:ext cx="5024120" cy="548005"/>
          </a:xfrm>
          <a:prstGeom prst="round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r:id="rId3" p14:bwMode="auto">
            <p14:nvContentPartPr>
              <p14:cNvPr id="6" name="Ink 5"/>
              <p14:cNvContentPartPr/>
              <p14:nvPr/>
            </p14:nvContentPartPr>
            <p14:xfrm>
              <a:off x="1484640" y="2155680"/>
              <a:ext cx="9027000" cy="1402200"/>
            </p14:xfrm>
          </p:contentPart>
        </mc:Choice>
        <mc:Fallback xmlns="">
          <p:pic>
            <p:nvPicPr>
              <p:cNvPr id="6" name="Ink 5"/>
            </p:nvPicPr>
            <p:blipFill>
              <a:blip r:embed="rId4"/>
            </p:blipFill>
            <p:spPr>
              <a:xfrm>
                <a:off x="1484640" y="2155680"/>
                <a:ext cx="9027000" cy="14022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Loss augmented inference</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0000" lnSpcReduction="20000"/>
              </a:bodyPr>
              <a:lstStyle/>
              <a:p>
                <a:pPr>
                  <a:lnSpc>
                    <a:spcPct val="100000"/>
                  </a:lnSpc>
                </a:pPr>
                <a:r>
                  <a:rPr lang="en-US"/>
                  <a:t>In all cases, inference amounts to</a:t>
                </a:r>
                <a:br>
                  <a:rPr lang="en-US"/>
                </a:br>
                <a14:m>
                  <m:oMathPara xmlns:m="http://schemas.openxmlformats.org/officeDocument/2006/math">
                    <m:oMathParaPr>
                      <m:jc m:val="centerGroup"/>
                    </m:oMathParaPr>
                    <m:oMath xmlns:m="http://schemas.openxmlformats.org/officeDocument/2006/math">
                      <m:limLow>
                        <m:limLowPr>
                          <m:ctrlPr>
                            <a:rPr lang="en-US" b="1" i="1" smtClean="0">
                              <a:latin typeface="Cambria Math" panose="02040503050406030204" pitchFamily="18" charset="0"/>
                            </a:rPr>
                          </m:ctrlPr>
                        </m:limLowPr>
                        <m:e>
                          <m:r>
                            <m:rPr>
                              <m:sty m:val="p"/>
                            </m:rPr>
                            <a:rPr lang="en-US" b="0" i="0" smtClean="0">
                              <a:latin typeface="Cambria Math" panose="02040503050406030204" pitchFamily="18" charset="0"/>
                            </a:rPr>
                            <m:t>argmax</m:t>
                          </m:r>
                        </m:e>
                        <m:lim>
                          <m:acc>
                            <m:accPr>
                              <m:ctrlPr>
                                <a:rPr lang="en-US" b="1" i="1" dirty="0" smtClean="0">
                                  <a:effectLst>
                                    <a:glow rad="228600">
                                      <a:schemeClr val="accent4">
                                        <a:satMod val="175000"/>
                                        <a:alpha val="40000"/>
                                      </a:schemeClr>
                                    </a:glow>
                                  </a:effectLst>
                                  <a:latin typeface="Cambria Math" panose="02040503050406030204" pitchFamily="18" charset="0"/>
                                </a:rPr>
                              </m:ctrlPr>
                            </m:accPr>
                            <m:e>
                              <m:r>
                                <a:rPr lang="en-US" b="0" i="1" dirty="0" smtClean="0">
                                  <a:effectLst>
                                    <a:glow rad="228600">
                                      <a:schemeClr val="accent4">
                                        <a:satMod val="175000"/>
                                        <a:alpha val="40000"/>
                                      </a:schemeClr>
                                    </a:glow>
                                  </a:effectLst>
                                  <a:latin typeface="Cambria Math" panose="02040503050406030204" pitchFamily="18" charset="0"/>
                                </a:rPr>
                                <m:t>𝑦</m:t>
                              </m:r>
                            </m:e>
                          </m:acc>
                          <m:r>
                            <a:rPr lang="en-US" b="1" i="1" dirty="0" smtClean="0">
                              <a:effectLst>
                                <a:glow rad="228600">
                                  <a:schemeClr val="accent4">
                                    <a:satMod val="175000"/>
                                    <a:alpha val="40000"/>
                                  </a:schemeClr>
                                </a:glow>
                              </a:effectLst>
                              <a:latin typeface="Cambria Math" panose="02040503050406030204" pitchFamily="18" charset="0"/>
                            </a:rPr>
                            <m:t>∈</m:t>
                          </m:r>
                          <m:sSup>
                            <m:sSupPr>
                              <m:ctrlPr>
                                <a:rPr lang="en-US" b="1" i="1" dirty="0" smtClean="0">
                                  <a:effectLst>
                                    <a:glow rad="228600">
                                      <a:schemeClr val="accent4">
                                        <a:satMod val="175000"/>
                                        <a:alpha val="40000"/>
                                      </a:schemeClr>
                                    </a:glow>
                                  </a:effectLst>
                                  <a:latin typeface="Cambria Math" panose="02040503050406030204" pitchFamily="18" charset="0"/>
                                </a:rPr>
                              </m:ctrlPr>
                            </m:sSupPr>
                            <m:e>
                              <m:d>
                                <m:dPr>
                                  <m:begChr m:val="["/>
                                  <m:endChr m:val="]"/>
                                  <m:ctrlPr>
                                    <a:rPr lang="en-US" b="1" i="1" dirty="0" smtClean="0">
                                      <a:effectLst>
                                        <a:glow rad="228600">
                                          <a:schemeClr val="accent4">
                                            <a:satMod val="175000"/>
                                            <a:alpha val="40000"/>
                                          </a:schemeClr>
                                        </a:glow>
                                      </a:effectLst>
                                      <a:latin typeface="Cambria Math" panose="02040503050406030204" pitchFamily="18" charset="0"/>
                                    </a:rPr>
                                  </m:ctrlPr>
                                </m:dPr>
                                <m:e>
                                  <m:r>
                                    <a:rPr lang="en-US" b="0" i="1" dirty="0" smtClean="0">
                                      <a:effectLst>
                                        <a:glow rad="228600">
                                          <a:schemeClr val="accent4">
                                            <a:satMod val="175000"/>
                                            <a:alpha val="40000"/>
                                          </a:schemeClr>
                                        </a:glow>
                                      </a:effectLst>
                                      <a:latin typeface="Cambria Math" panose="02040503050406030204" pitchFamily="18" charset="0"/>
                                    </a:rPr>
                                    <m:t>𝑀</m:t>
                                  </m:r>
                                </m:e>
                              </m:d>
                            </m:e>
                            <m:sup>
                              <m:r>
                                <a:rPr lang="en-US" b="0" i="1" dirty="0" smtClean="0">
                                  <a:effectLst>
                                    <a:glow rad="228600">
                                      <a:schemeClr val="accent4">
                                        <a:satMod val="175000"/>
                                        <a:alpha val="40000"/>
                                      </a:schemeClr>
                                    </a:glow>
                                  </a:effectLst>
                                  <a:latin typeface="Cambria Math" panose="02040503050406030204" pitchFamily="18" charset="0"/>
                                </a:rPr>
                                <m:t>𝑇</m:t>
                              </m:r>
                            </m:sup>
                          </m:sSup>
                        </m:lim>
                      </m:limLow>
                      <m:r>
                        <a:rPr lang="en-US" b="1" i="1" smtClean="0">
                          <a:latin typeface="Cambria Math" panose="02040503050406030204" pitchFamily="18" charset="0"/>
                        </a:rPr>
                        <m:t> </m:t>
                      </m:r>
                      <m:r>
                        <a:rPr lang="en-US" b="1" i="1">
                          <a:latin typeface="Cambria Math" panose="02040503050406030204" pitchFamily="18" charset="0"/>
                        </a:rPr>
                        <m:t>𝑾</m:t>
                      </m:r>
                      <m:r>
                        <a:rPr lang="en-US" i="1">
                          <a:latin typeface="Cambria Math" panose="02040503050406030204" pitchFamily="18" charset="0"/>
                        </a:rPr>
                        <m:t>⋅</m:t>
                      </m:r>
                      <m:r>
                        <m:rPr>
                          <m:sty m:val="p"/>
                        </m:rPr>
                        <a:rPr lang="en-US">
                          <a:latin typeface="Cambria Math" panose="02040503050406030204" pitchFamily="18" charset="0"/>
                        </a:rPr>
                        <m:t>Φ</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acc>
                            <m:accPr>
                              <m:ctrlPr>
                                <a:rPr lang="en-US" i="1" dirty="0">
                                  <a:effectLst>
                                    <a:glow rad="228600">
                                      <a:schemeClr val="accent4">
                                        <a:satMod val="175000"/>
                                        <a:alpha val="40000"/>
                                      </a:schemeClr>
                                    </a:glow>
                                  </a:effectLst>
                                  <a:latin typeface="Cambria Math" panose="02040503050406030204" pitchFamily="18" charset="0"/>
                                </a:rPr>
                              </m:ctrlPr>
                            </m:accPr>
                            <m:e>
                              <m:r>
                                <a:rPr lang="en-US" i="1" dirty="0">
                                  <a:effectLst>
                                    <a:glow rad="228600">
                                      <a:schemeClr val="accent4">
                                        <a:satMod val="175000"/>
                                        <a:alpha val="40000"/>
                                      </a:schemeClr>
                                    </a:glow>
                                  </a:effectLst>
                                  <a:latin typeface="Cambria Math" panose="02040503050406030204" pitchFamily="18" charset="0"/>
                                </a:rPr>
                                <m:t>𝑦</m:t>
                              </m:r>
                            </m:e>
                          </m:acc>
                        </m:e>
                      </m:d>
                    </m:oMath>
                  </m:oMathPara>
                </a14:m>
                <a:endParaRPr lang="en-US"/>
              </a:p>
              <a:p>
                <a:pPr>
                  <a:lnSpc>
                    <a:spcPct val="100000"/>
                  </a:lnSpc>
                </a:pPr>
                <a:r>
                  <a:rPr lang="en-US"/>
                  <a:t>With our standard encoding, we know this can be solved via DP</a:t>
                </a:r>
                <a:endParaRPr lang="en-US"/>
              </a:p>
              <a:p>
                <a:pPr>
                  <a:lnSpc>
                    <a:spcPct val="100000"/>
                  </a:lnSpc>
                </a:pPr>
                <a:r>
                  <a:rPr lang="en-US"/>
                  <a:t>For some cases of </a:t>
                </a:r>
                <a14:m>
                  <m:oMath xmlns:m="http://schemas.openxmlformats.org/officeDocument/2006/math">
                    <m:r>
                      <m:rPr>
                        <m:sty m:val="p"/>
                      </m:rPr>
                      <a:rPr lang="en-US">
                        <a:latin typeface="Cambria Math" panose="02040503050406030204" pitchFamily="18" charset="0"/>
                      </a:rPr>
                      <m:t>Δ</m:t>
                    </m:r>
                  </m:oMath>
                </a14:m>
                <a:r>
                  <a:rPr lang="en-US"/>
                  <a:t>, can also solve loss augmented inference via DP</a:t>
                </a:r>
                <a:endParaRPr lang="en-US"/>
              </a:p>
              <a:p>
                <a:pPr>
                  <a:lnSpc>
                    <a:spcPct val="100000"/>
                  </a:lnSpc>
                </a:pPr>
                <a:r>
                  <a:rPr lang="en-US"/>
                  <a:t>E.g., </a:t>
                </a:r>
                <a:r>
                  <a:rPr lang="en-US">
                    <a:effectLst>
                      <a:glow rad="228600">
                        <a:schemeClr val="accent2">
                          <a:satMod val="175000"/>
                          <a:alpha val="40000"/>
                        </a:schemeClr>
                      </a:glow>
                    </a:effectLst>
                  </a:rPr>
                  <a:t>Hamming loss</a:t>
                </a:r>
                <a:r>
                  <a:rPr lang="en-US"/>
                  <a:t>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e>
                      <m:sub>
                        <m:r>
                          <a:rPr lang="en-US" b="0" i="1" smtClean="0">
                            <a:latin typeface="Cambria Math" panose="02040503050406030204" pitchFamily="18" charset="0"/>
                          </a:rPr>
                          <m:t>𝐻</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𝑡</m:t>
                        </m:r>
                      </m:sub>
                      <m:sup/>
                      <m:e>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𝑦</m:t>
                                </m:r>
                              </m:e>
                              <m:sub>
                                <m:r>
                                  <a:rPr lang="en-US" b="0" i="1" smtClean="0">
                                    <a:latin typeface="Cambria Math" panose="02040503050406030204" pitchFamily="18" charset="0"/>
                                  </a:rPr>
                                  <m:t>𝑡</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d>
                      </m:e>
                    </m:nary>
                  </m:oMath>
                </a14:m>
                <a:endParaRPr lang="en-US"/>
              </a:p>
              <a:p>
                <a:pPr>
                  <a:lnSpc>
                    <a:spcPct val="100000"/>
                  </a:lnSpc>
                </a:pPr>
                <a:r>
                  <a:rPr lang="en-US"/>
                  <a:t>This is decomposable along </a:t>
                </a:r>
                <a14:m>
                  <m:oMath xmlns:m="http://schemas.openxmlformats.org/officeDocument/2006/math">
                    <m:r>
                      <a:rPr lang="en-US" i="1" dirty="0" smtClean="0">
                        <a:latin typeface="Cambria Math" panose="02040503050406030204" pitchFamily="18" charset="0"/>
                      </a:rPr>
                      <m:t>𝑡</m:t>
                    </m:r>
                  </m:oMath>
                </a14:m>
                <a:r>
                  <a:rPr lang="en-US"/>
                  <a:t>, therefore</a:t>
                </a:r>
                <a:br>
                  <a:rPr lang="en-US"/>
                </a:br>
                <a:br>
                  <a:rPr lang="en-US" b="0" i="1">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brk m:alnAt="7"/>
                                          </m:rPr>
                                          <a:rPr lang="en-US" b="0" i="0" smtClean="0">
                                            <a:latin typeface="Cambria Math" panose="02040503050406030204" pitchFamily="18" charset="0"/>
                                          </a:rPr>
                                          <m:t>m</m:t>
                                        </m:r>
                                        <m:r>
                                          <m:rPr>
                                            <m:sty m:val="p"/>
                                          </m:rPr>
                                          <a:rPr lang="en-US" b="0" i="0" smtClean="0">
                                            <a:latin typeface="Cambria Math" panose="02040503050406030204" pitchFamily="18" charset="0"/>
                                          </a:rPr>
                                          <m:t>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lim>
                                    </m:limLow>
                                  </m:fName>
                                  <m:e>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func>
                                <m:r>
                                  <a:rPr lang="en-US" b="0" i="1" smtClean="0">
                                    <a:latin typeface="Cambria Math" panose="02040503050406030204" pitchFamily="18" charset="0"/>
                                  </a:rPr>
                                  <m:t>,</m:t>
                                </m:r>
                              </m:e>
                              <m:e>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mr>
                            <m:mr>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lim>
                                    </m:limLow>
                                  </m:fName>
                                  <m:e>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r>
                                      <a:rPr lang="en-US" b="0" i="1" smtClean="0">
                                        <a:effectLst>
                                          <a:glow rad="228600">
                                            <a:schemeClr val="accent2">
                                              <a:satMod val="175000"/>
                                              <a:alpha val="40000"/>
                                            </a:schemeClr>
                                          </a:glow>
                                        </a:effectLst>
                                        <a:latin typeface="Cambria Math" panose="02040503050406030204" pitchFamily="18" charset="0"/>
                                      </a:rPr>
                                      <m:t>+</m:t>
                                    </m:r>
                                    <m:r>
                                      <a:rPr lang="en-US" b="0" i="1" smtClean="0">
                                        <a:effectLst>
                                          <a:glow rad="228600">
                                            <a:schemeClr val="accent2">
                                              <a:satMod val="175000"/>
                                              <a:alpha val="40000"/>
                                            </a:schemeClr>
                                          </a:glow>
                                        </a:effectLst>
                                        <a:latin typeface="Cambria Math" panose="02040503050406030204" pitchFamily="18" charset="0"/>
                                      </a:rPr>
                                      <m:t>1</m:t>
                                    </m:r>
                                    <m:r>
                                      <a:rPr lang="en-US" b="0" i="1" smtClean="0">
                                        <a:latin typeface="Cambria Math" panose="02040503050406030204" pitchFamily="18" charset="0"/>
                                      </a:rPr>
                                      <m:t>,</m:t>
                                    </m:r>
                                  </m:e>
                                </m:func>
                              </m:e>
                              <m:e>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mr>
                          </m:m>
                        </m:e>
                      </m:d>
                    </m:oMath>
                  </m:oMathPara>
                </a14:m>
                <a:endParaRPr lang="en-US"/>
              </a:p>
              <a:p>
                <a:pPr>
                  <a:lnSpc>
                    <a:spcPct val="100000"/>
                  </a:lnSpc>
                </a:pPr>
                <a:r>
                  <a:rPr lang="en-US"/>
                  <a:t>I.e., </a:t>
                </a:r>
                <a14:m>
                  <m:oMath xmlns:m="http://schemas.openxmlformats.org/officeDocument/2006/math">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𝑚</m:t>
                        </m:r>
                      </m:e>
                    </m:d>
                    <m:r>
                      <a:rPr lang="en-US" b="0" i="1" smtClean="0">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brk m:alnAt="7"/>
                              </m:rPr>
                              <a:rPr lang="en-US">
                                <a:latin typeface="Cambria Math" panose="02040503050406030204" pitchFamily="18" charset="0"/>
                              </a:rPr>
                              <m:t>m</m:t>
                            </m:r>
                            <m:r>
                              <m:rPr>
                                <m:sty m:val="p"/>
                              </m:rPr>
                              <a:rPr lang="en-US">
                                <a:latin typeface="Cambria Math" panose="02040503050406030204" pitchFamily="18" charset="0"/>
                              </a:rPr>
                              <m:t>ax</m:t>
                            </m:r>
                          </m:e>
                          <m:lim>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lim>
                        </m:limLow>
                      </m:fName>
                      <m:e>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e>
                        </m:d>
                        <m:r>
                          <a:rPr lang="en-US" i="1">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𝜙</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d>
                      </m:e>
                    </m:func>
                  </m:oMath>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t="-173"/>
                </a:stretch>
              </a:blipFill>
            </p:spPr>
            <p:txBody>
              <a:bodyPr/>
              <a:lstStyle/>
              <a:p>
                <a:r>
                  <a:rPr lang="en-US" altLang="en-US">
                    <a:noFill/>
                  </a:rPr>
                  <a:t> </a:t>
                </a:r>
              </a:p>
            </p:txBody>
          </p:sp>
        </mc:Fallback>
      </mc:AlternateContent>
      <p:sp>
        <p:nvSpPr>
          <p:cNvPr id="5" name="Left Brace 4"/>
          <p:cNvSpPr/>
          <p:nvPr/>
        </p:nvSpPr>
        <p:spPr>
          <a:xfrm rot="16200000">
            <a:off x="7233920" y="4351020"/>
            <a:ext cx="614680" cy="2789555"/>
          </a:xfrm>
          <a:prstGeom prst="leftBrace">
            <a:avLst>
              <a:gd name="adj1" fmla="val 28357"/>
              <a:gd name="adj2" fmla="val 50000"/>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Left Brace 5"/>
          <p:cNvSpPr/>
          <p:nvPr/>
        </p:nvSpPr>
        <p:spPr>
          <a:xfrm rot="16200000">
            <a:off x="9855200" y="4892675"/>
            <a:ext cx="614680" cy="1706880"/>
          </a:xfrm>
          <a:prstGeom prst="leftBrace">
            <a:avLst>
              <a:gd name="adj1" fmla="val 28357"/>
              <a:gd name="adj2" fmla="val 50000"/>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 Box 6"/>
          <p:cNvSpPr txBox="1"/>
          <p:nvPr/>
        </p:nvSpPr>
        <p:spPr>
          <a:xfrm>
            <a:off x="6807200" y="6177915"/>
            <a:ext cx="1513205" cy="460375"/>
          </a:xfrm>
          <a:prstGeom prst="rect">
            <a:avLst/>
          </a:prstGeom>
          <a:noFill/>
        </p:spPr>
        <p:txBody>
          <a:bodyPr wrap="square" rtlCol="0">
            <a:spAutoFit/>
          </a:bodyPr>
          <a:lstStyle/>
          <a:p>
            <a:pPr algn="ctr"/>
            <a:r>
              <a:rPr lang="en-US" sz="2400"/>
              <a:t>Inference</a:t>
            </a:r>
            <a:endParaRPr lang="en-US" sz="2400"/>
          </a:p>
        </p:txBody>
      </p:sp>
      <p:sp>
        <p:nvSpPr>
          <p:cNvPr id="8" name="Text Box 7"/>
          <p:cNvSpPr txBox="1"/>
          <p:nvPr/>
        </p:nvSpPr>
        <p:spPr>
          <a:xfrm>
            <a:off x="9032875" y="6177915"/>
            <a:ext cx="2359025" cy="460375"/>
          </a:xfrm>
          <a:prstGeom prst="rect">
            <a:avLst/>
          </a:prstGeom>
          <a:noFill/>
        </p:spPr>
        <p:txBody>
          <a:bodyPr wrap="square" rtlCol="0">
            <a:spAutoFit/>
          </a:bodyPr>
          <a:lstStyle/>
          <a:p>
            <a:pPr algn="ctr"/>
            <a:r>
              <a:rPr lang="en-US" sz="2400"/>
              <a:t>Loss-augment</a:t>
            </a:r>
            <a:endParaRPr lang="en-US" sz="2400"/>
          </a:p>
        </p:txBody>
      </p:sp>
      <mc:AlternateContent xmlns:mc="http://schemas.openxmlformats.org/markup-compatibility/2006" xmlns:p14="http://schemas.microsoft.com/office/powerpoint/2010/main">
        <mc:Choice Requires="p14">
          <p:contentPart r:id="rId2" p14:bwMode="auto">
            <p14:nvContentPartPr>
              <p14:cNvPr id="4" name="Ink 3"/>
              <p14:cNvContentPartPr/>
              <p14:nvPr/>
            </p14:nvContentPartPr>
            <p14:xfrm>
              <a:off x="940680" y="2912760"/>
              <a:ext cx="10633320" cy="3253320"/>
            </p14:xfrm>
          </p:contentPart>
        </mc:Choice>
        <mc:Fallback xmlns="">
          <p:pic>
            <p:nvPicPr>
              <p:cNvPr id="4" name="Ink 3"/>
            </p:nvPicPr>
            <p:blipFill>
              <a:blip r:embed="rId3"/>
            </p:blipFill>
            <p:spPr>
              <a:xfrm>
                <a:off x="940680" y="2912760"/>
                <a:ext cx="10633320" cy="3253320"/>
              </a:xfrm>
              <a:prstGeom prst="rect"/>
            </p:spPr>
          </p:pic>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Speech Bubble: Rectangle with Corners Rounded 4"/>
              <p:cNvSpPr/>
              <p:nvPr/>
            </p:nvSpPr>
            <p:spPr>
              <a:xfrm>
                <a:off x="10497820" y="1570990"/>
                <a:ext cx="1694180" cy="1688465"/>
              </a:xfrm>
              <a:prstGeom prst="wedgeRoundRectCallout">
                <a:avLst>
                  <a:gd name="adj1" fmla="val -258433"/>
                  <a:gd name="adj2" fmla="val 87194"/>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At the first mistake, </a:t>
                </a:r>
                <a14:m>
                  <m:oMath xmlns:m="http://schemas.openxmlformats.org/officeDocument/2006/math">
                    <m:r>
                      <a:rPr lang="en-US">
                        <a:latin typeface="Cambria Math" panose="02040503050406030204" pitchFamily="18" charset="0"/>
                        <a:cs typeface="DejaVu Math TeX Gyre" panose="02000503000000000000" charset="0"/>
                      </a:rPr>
                      <m:t>𝑉</m:t>
                    </m:r>
                    <m:d>
                      <m:dPr>
                        <m:ctrlPr>
                          <a:rPr lang="en-US" i="1">
                            <a:latin typeface="Cambria Math" panose="02040503050406030204" pitchFamily="18" charset="0"/>
                            <a:cs typeface="DejaVu Math TeX Gyre" panose="02000503000000000000" charset="0"/>
                          </a:rPr>
                        </m:ctrlPr>
                      </m:dPr>
                      <m:e>
                        <m:r>
                          <a:rPr lang="en-US">
                            <a:latin typeface="Cambria Math" panose="02040503050406030204" pitchFamily="18" charset="0"/>
                            <a:ea typeface="MS Mincho" charset="0"/>
                            <a:cs typeface="DejaVu Math TeX Gyre" panose="02000503000000000000" charset="0"/>
                          </a:rPr>
                          <m:t>⋆,⋆,</m:t>
                        </m:r>
                        <m:r>
                          <a:rPr lang="en-US">
                            <a:latin typeface="Cambria Math" panose="02040503050406030204" pitchFamily="18" charset="0"/>
                            <a:ea typeface="MS Mincho" charset="0"/>
                            <a:cs typeface="DejaVu Math TeX Gyre" panose="02000503000000000000" charset="0"/>
                          </a:rPr>
                          <m:t>0</m:t>
                        </m:r>
                      </m:e>
                    </m:d>
                  </m:oMath>
                </a14:m>
                <a:r>
                  <a:rPr lang="en-US"/>
                  <a:t> becomes infeasible </a:t>
                </a:r>
                <a:endParaRPr lang="en-US"/>
              </a:p>
            </p:txBody>
          </p:sp>
        </mc:Choice>
        <mc:Fallback>
          <p:sp>
            <p:nvSpPr>
              <p:cNvPr id="5" name="Speech Bubble: Rectangle with Corners Rounded 4"/>
              <p:cNvSpPr>
                <a:spLocks noRot="1" noChangeAspect="1" noMove="1" noResize="1" noEditPoints="1" noAdjustHandles="1" noChangeArrowheads="1" noChangeShapeType="1" noTextEdit="1"/>
              </p:cNvSpPr>
              <p:nvPr/>
            </p:nvSpPr>
            <p:spPr>
              <a:xfrm>
                <a:off x="10497820" y="1570990"/>
                <a:ext cx="1694180" cy="1688465"/>
              </a:xfrm>
              <a:prstGeom prst="wedgeRoundRectCallout">
                <a:avLst>
                  <a:gd name="adj1" fmla="val -258433"/>
                  <a:gd name="adj2" fmla="val 87194"/>
                  <a:gd name="adj3" fmla="val 16667"/>
                </a:avLst>
              </a:prstGeom>
              <a:blipFill rotWithShape="1">
                <a:blip r:embed="rId1"/>
                <a:stretch>
                  <a:fillRect l="-210645" t="-301" r="-262" b="-38022"/>
                </a:stretch>
              </a:blipFill>
            </p:spPr>
            <p:style>
              <a:lnRef idx="1">
                <a:schemeClr val="accent1"/>
              </a:lnRef>
              <a:fillRef idx="2">
                <a:schemeClr val="accent1"/>
              </a:fillRef>
              <a:effectRef idx="1">
                <a:schemeClr val="accent1"/>
              </a:effectRef>
              <a:fontRef idx="minor">
                <a:schemeClr val="dk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Speech Bubble: Rectangle with Corners Rounded 5"/>
              <p:cNvSpPr/>
              <p:nvPr/>
            </p:nvSpPr>
            <p:spPr>
              <a:xfrm>
                <a:off x="-233" y="6081546"/>
                <a:ext cx="1985762" cy="776650"/>
              </a:xfrm>
              <a:prstGeom prst="wedgeRoundRectCallout">
                <a:avLst>
                  <a:gd name="adj1" fmla="val 108844"/>
                  <a:gd name="adj2" fmla="val -163586"/>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First mistake may be at or before </a:t>
                </a:r>
                <a14:m>
                  <m:oMath xmlns:m="http://schemas.openxmlformats.org/officeDocument/2006/math">
                    <m:r>
                      <a:rPr lang="en-US">
                        <a:latin typeface="Cambria Math" panose="02040503050406030204" pitchFamily="18" charset="0"/>
                        <a:cs typeface="DejaVu Math TeX Gyre" panose="02000503000000000000" charset="0"/>
                      </a:rPr>
                      <m:t>𝑡</m:t>
                    </m:r>
                  </m:oMath>
                </a14:m>
                <a:endParaRPr lang="en-US"/>
              </a:p>
            </p:txBody>
          </p:sp>
        </mc:Choice>
        <mc:Fallback>
          <p:sp>
            <p:nvSpPr>
              <p:cNvPr id="6" name="Speech Bubble: Rectangle with Corners Rounded 5"/>
              <p:cNvSpPr>
                <a:spLocks noRot="1" noChangeAspect="1" noMove="1" noResize="1" noEditPoints="1" noAdjustHandles="1" noChangeArrowheads="1" noChangeShapeType="1" noTextEdit="1"/>
              </p:cNvSpPr>
              <p:nvPr/>
            </p:nvSpPr>
            <p:spPr>
              <a:xfrm>
                <a:off x="-233" y="6081546"/>
                <a:ext cx="1985762" cy="776650"/>
              </a:xfrm>
              <a:prstGeom prst="wedgeRoundRectCallout">
                <a:avLst>
                  <a:gd name="adj1" fmla="val 108844"/>
                  <a:gd name="adj2" fmla="val -163586"/>
                  <a:gd name="adj3" fmla="val 16667"/>
                </a:avLst>
              </a:prstGeom>
              <a:blipFill rotWithShape="1">
                <a:blip r:embed="rId2"/>
                <a:stretch>
                  <a:fillRect l="-212" t="-116121" r="-60603" b="-2918"/>
                </a:stretch>
              </a:blipFill>
            </p:spPr>
            <p:style>
              <a:lnRef idx="1">
                <a:schemeClr val="accent1"/>
              </a:lnRef>
              <a:fillRef idx="2">
                <a:schemeClr val="accent1"/>
              </a:fillRef>
              <a:effectRef idx="1">
                <a:schemeClr val="accent1"/>
              </a:effectRef>
              <a:fontRef idx="minor">
                <a:schemeClr val="dk1"/>
              </a:fontRef>
            </p:style>
            <p:txBody>
              <a:bodyPr/>
              <a:lstStyle/>
              <a:p>
                <a:r>
                  <a:rPr lang="en-US" altLang="en-US">
                    <a:noFill/>
                  </a:rPr>
                  <a:t> </a:t>
                </a:r>
              </a:p>
            </p:txBody>
          </p:sp>
        </mc:Fallback>
      </mc:AlternateContent>
      <p:sp>
        <p:nvSpPr>
          <p:cNvPr id="7" name="Speech Bubble: Rectangle with Corners Rounded 6"/>
          <p:cNvSpPr/>
          <p:nvPr/>
        </p:nvSpPr>
        <p:spPr>
          <a:xfrm>
            <a:off x="9459595" y="6269990"/>
            <a:ext cx="2732405" cy="588010"/>
          </a:xfrm>
          <a:prstGeom prst="wedgeRoundRectCallout">
            <a:avLst>
              <a:gd name="adj1" fmla="val -22321"/>
              <a:gd name="adj2" fmla="val -234881"/>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If no earlier mistake(s), add one, else not</a:t>
            </a:r>
            <a:endParaRPr lang="en-US"/>
          </a:p>
        </p:txBody>
      </p:sp>
      <mc:AlternateContent xmlns:mc="http://schemas.openxmlformats.org/markup-compatibility/2006">
        <mc:Choice xmlns:a14="http://schemas.microsoft.com/office/drawing/2010/main" Requires="a14">
          <p:sp>
            <p:nvSpPr>
              <p:cNvPr id="4" name="Speech Bubble: Rectangle with Corners Rounded 3"/>
              <p:cNvSpPr/>
              <p:nvPr/>
            </p:nvSpPr>
            <p:spPr>
              <a:xfrm>
                <a:off x="0" y="4018280"/>
                <a:ext cx="6454775" cy="437515"/>
              </a:xfrm>
              <a:prstGeom prst="wedgeRoundRectCallout">
                <a:avLst>
                  <a:gd name="adj1" fmla="val 54535"/>
                  <a:gd name="adj2" fmla="val 80624"/>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If no mistake at </a:t>
                </a:r>
                <a14:m>
                  <m:oMath xmlns:m="http://schemas.openxmlformats.org/officeDocument/2006/math">
                    <m:r>
                      <a:rPr lang="en-US">
                        <a:latin typeface="Cambria Math" panose="02040503050406030204" pitchFamily="18" charset="0"/>
                        <a:cs typeface="DejaVu Math TeX Gyre" panose="02000503000000000000" charset="0"/>
                      </a:rPr>
                      <m:t>𝑡</m:t>
                    </m:r>
                  </m:oMath>
                </a14:m>
                <a:r>
                  <a:rPr lang="en-US"/>
                  <a:t>, have to look up </a:t>
                </a:r>
                <a14:m>
                  <m:oMath xmlns:m="http://schemas.openxmlformats.org/officeDocument/2006/math">
                    <m:r>
                      <a:rPr lang="en-US">
                        <a:latin typeface="Cambria Math" panose="02040503050406030204" pitchFamily="18" charset="0"/>
                        <a:cs typeface="DejaVu Math TeX Gyre" panose="02000503000000000000" charset="0"/>
                      </a:rPr>
                      <m:t>𝑉</m:t>
                    </m:r>
                    <m:d>
                      <m:dPr>
                        <m:ctrlPr>
                          <a:rPr lang="en-US" i="1">
                            <a:latin typeface="Cambria Math" panose="02040503050406030204" pitchFamily="18" charset="0"/>
                            <a:cs typeface="DejaVu Math TeX Gyre" panose="02000503000000000000" charset="0"/>
                          </a:rPr>
                        </m:ctrlPr>
                      </m:dPr>
                      <m:e>
                        <m:r>
                          <a:rPr lang="en-US">
                            <a:latin typeface="Cambria Math" panose="02040503050406030204" pitchFamily="18" charset="0"/>
                            <a:ea typeface="MS Mincho" charset="0"/>
                            <a:cs typeface="DejaVu Math TeX Gyre" panose="02000503000000000000" charset="0"/>
                          </a:rPr>
                          <m:t>⋆,⋆,</m:t>
                        </m:r>
                        <m:r>
                          <a:rPr lang="en-US">
                            <a:latin typeface="Cambria Math" panose="02040503050406030204" pitchFamily="18" charset="0"/>
                            <a:ea typeface="MS Mincho" charset="0"/>
                            <a:cs typeface="DejaVu Math TeX Gyre" panose="02000503000000000000" charset="0"/>
                          </a:rPr>
                          <m:t>1</m:t>
                        </m:r>
                      </m:e>
                    </m:d>
                  </m:oMath>
                </a14:m>
                <a:r>
                  <a:rPr lang="en-US"/>
                  <a:t> subtable</a:t>
                </a:r>
                <a:endParaRPr lang="en-US"/>
              </a:p>
            </p:txBody>
          </p:sp>
        </mc:Choice>
        <mc:Fallback>
          <p:sp>
            <p:nvSpPr>
              <p:cNvPr id="4" name="Speech Bubble: Rectangle with Corners Rounded 3"/>
              <p:cNvSpPr>
                <a:spLocks noRot="1" noChangeAspect="1" noMove="1" noResize="1" noEditPoints="1" noAdjustHandles="1" noChangeArrowheads="1" noChangeShapeType="1" noTextEdit="1"/>
              </p:cNvSpPr>
              <p:nvPr/>
            </p:nvSpPr>
            <p:spPr>
              <a:xfrm>
                <a:off x="0" y="4018280"/>
                <a:ext cx="6454775" cy="437515"/>
              </a:xfrm>
              <a:prstGeom prst="wedgeRoundRectCallout">
                <a:avLst>
                  <a:gd name="adj1" fmla="val 54535"/>
                  <a:gd name="adj2" fmla="val 80624"/>
                  <a:gd name="adj3" fmla="val 16667"/>
                </a:avLst>
              </a:prstGeom>
              <a:blipFill rotWithShape="1">
                <a:blip r:embed="rId3"/>
                <a:stretch>
                  <a:fillRect l="-69" t="-1161" r="-5125" b="-32075"/>
                </a:stretch>
              </a:blipFill>
            </p:spPr>
            <p:style>
              <a:lnRef idx="1">
                <a:schemeClr val="accent1"/>
              </a:lnRef>
              <a:fillRef idx="2">
                <a:schemeClr val="accent1"/>
              </a:fillRef>
              <a:effectRef idx="1">
                <a:schemeClr val="accent1"/>
              </a:effectRef>
              <a:fontRef idx="minor">
                <a:schemeClr val="dk1"/>
              </a:fontRef>
            </p:style>
            <p:txBody>
              <a:bodyPr/>
              <a:lstStyle/>
              <a:p>
                <a:r>
                  <a:rPr lang="en-US" altLang="en-US">
                    <a:noFill/>
                  </a:rPr>
                  <a:t> </a:t>
                </a:r>
              </a:p>
            </p:txBody>
          </p:sp>
        </mc:Fallback>
      </mc:AlternateContent>
      <p:sp>
        <p:nvSpPr>
          <p:cNvPr id="2" name="Title 1"/>
          <p:cNvSpPr>
            <a:spLocks noGrp="1"/>
          </p:cNvSpPr>
          <p:nvPr>
            <p:ph type="title"/>
          </p:nvPr>
        </p:nvSpPr>
        <p:spPr/>
        <p:txBody>
          <a:bodyPr/>
          <a:lstStyle/>
          <a:p>
            <a:r>
              <a:rPr lang="en-US"/>
              <a:t>All-or-nothing loss (more tricky)</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4930" y="912495"/>
                <a:ext cx="12056110" cy="5859780"/>
              </a:xfrm>
            </p:spPr>
            <p:txBody>
              <a:bodyPr>
                <a:normAutofit fontScale="57500" lnSpcReduction="20000"/>
              </a:bodyPr>
              <a:lstStyle/>
              <a:p>
                <a:pPr>
                  <a:lnSpc>
                    <a:spcPct val="100000"/>
                  </a:lnSpc>
                </a:pPr>
                <a:r>
                  <a:rPr lang="en-US" b="0" dirty="0"/>
                  <a:t>No mistakes </a:t>
                </a:r>
                <a14:m>
                  <m:oMath xmlns:m="http://schemas.openxmlformats.org/officeDocument/2006/math">
                    <m:r>
                      <a:rPr lang="en-US" b="0" i="1" smtClean="0">
                        <a:latin typeface="Cambria Math" panose="02040503050406030204" pitchFamily="18" charset="0"/>
                      </a:rPr>
                      <m:t>⇒</m:t>
                    </m:r>
                  </m:oMath>
                </a14:m>
                <a:r>
                  <a:rPr lang="en-US" b="0" dirty="0"/>
                  <a:t> zero loss, even a single mistake </a:t>
                </a:r>
                <a14:m>
                  <m:oMath xmlns:m="http://schemas.openxmlformats.org/officeDocument/2006/math">
                    <m:r>
                      <a:rPr lang="en-US" i="1">
                        <a:latin typeface="Cambria Math" panose="02040503050406030204" pitchFamily="18" charset="0"/>
                      </a:rPr>
                      <m:t>⇒</m:t>
                    </m:r>
                  </m:oMath>
                </a14:m>
                <a:r>
                  <a:rPr lang="en-US" b="0" dirty="0"/>
                  <a:t> loss = 1</a:t>
                </a:r>
                <a:br>
                  <a:rPr lang="en-US"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e>
                        <m:sub>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p>
                              <m:r>
                                <a:rPr lang="en-US" b="0" i="1" smtClean="0">
                                  <a:latin typeface="Cambria Math" panose="02040503050406030204" pitchFamily="18" charset="0"/>
                                </a:rPr>
                                <m:t>∗</m:t>
                              </m:r>
                            </m:sup>
                          </m:sSup>
                          <m:r>
                            <a:rPr lang="en-US" b="0" i="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𝑡</m:t>
                              </m:r>
                            </m:lim>
                          </m:limLow>
                        </m:fName>
                        <m:e>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𝑦</m:t>
                                  </m:r>
                                </m:e>
                                <m:sub>
                                  <m:r>
                                    <a:rPr lang="en-US" b="0" i="1" smtClean="0">
                                      <a:latin typeface="Cambria Math" panose="02040503050406030204" pitchFamily="18" charset="0"/>
                                    </a:rPr>
                                    <m:t>𝑡</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d>
                        </m:e>
                      </m:func>
                    </m:oMath>
                  </m:oMathPara>
                </a14:m>
                <a:endParaRPr lang="en-US" b="0" i="1" dirty="0">
                  <a:latin typeface="Cambria Math" panose="02040503050406030204" pitchFamily="18" charset="0"/>
                </a:endParaRPr>
              </a:p>
              <a:p>
                <a:pPr>
                  <a:lnSpc>
                    <a:spcPct val="100000"/>
                  </a:lnSpc>
                </a:pPr>
                <a:r>
                  <a:rPr lang="en-US" dirty="0"/>
                  <a:t>Extend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oMath>
                </a14:m>
                <a:r>
                  <a:rPr lang="en-US" dirty="0"/>
                  <a:t> to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r>
                      <m:rPr>
                        <m:lit/>
                      </m:rP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1</m:t>
                    </m:r>
                    <m:r>
                      <m:rPr>
                        <m:lit/>
                      </m:rPr>
                      <a:rPr lang="en-US" b="0" i="1" smtClean="0">
                        <a:latin typeface="Cambria Math" panose="02040503050406030204" pitchFamily="18" charset="0"/>
                      </a:rPr>
                      <m:t>}</m:t>
                    </m:r>
                  </m:oMath>
                </a14:m>
                <a:endParaRPr lang="en-US" dirty="0"/>
              </a:p>
              <a:p>
                <a:pPr lvl="1">
                  <a:lnSpc>
                    <a:spcPct val="100000"/>
                  </a:lnSpc>
                </a:pP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0</m:t>
                    </m:r>
                  </m:oMath>
                </a14:m>
                <a:r>
                  <a:rPr lang="en-US" dirty="0"/>
                  <a:t> means no mistake thus far, 1 means at least one mistake</a:t>
                </a:r>
                <a:endParaRPr lang="en-US" dirty="0"/>
              </a:p>
              <a:p>
                <a:pPr>
                  <a:lnSpc>
                    <a:spcPct val="100000"/>
                  </a:lnSpc>
                </a:pP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0</m:t>
                    </m:r>
                  </m:oMath>
                </a14:m>
                <a:r>
                  <a:rPr lang="en-US" dirty="0"/>
                  <a:t>,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1</m:t>
                        </m:r>
                      </m:e>
                    </m:d>
                    <m:r>
                      <a:rPr lang="en-US" b="0" i="1" smtClean="0">
                        <a:latin typeface="Cambria Math" panose="02040503050406030204" pitchFamily="18" charset="0"/>
                      </a:rPr>
                      <m:t>=−∞</m:t>
                    </m:r>
                  </m:oMath>
                </a14:m>
                <a:r>
                  <a:rPr lang="en-US" dirty="0"/>
                  <a:t> (no mistakes before we begin)</a:t>
                </a:r>
                <a:endParaRPr lang="en-US" dirty="0"/>
              </a:p>
              <a:p>
                <a:pPr>
                  <a:lnSpc>
                    <a:spcPct val="100000"/>
                  </a:lnSpc>
                </a:pPr>
                <a:r>
                  <a:rPr lang="en-US" dirty="0"/>
                  <a:t>Cannot undo a mistake; no mistakes in the </a:t>
                </a:r>
                <a14:m>
                  <m:oMath xmlns:m="http://schemas.openxmlformats.org/officeDocument/2006/math">
                    <m:r>
                      <a:rPr lang="en-US" i="1">
                        <a:latin typeface="Cambria Math" panose="02040503050406030204" pitchFamily="18" charset="0"/>
                      </a:rPr>
                      <m:t>𝑉</m:t>
                    </m:r>
                    <m:d>
                      <m:dPr>
                        <m:ctrlPr>
                          <a:rPr lang="en-US" i="1">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0</m:t>
                        </m:r>
                      </m:e>
                    </m:d>
                  </m:oMath>
                </a14:m>
                <a:r>
                  <a:rPr lang="en-US" dirty="0"/>
                  <a:t> </a:t>
                </a:r>
                <a:r>
                  <a:rPr lang="en-US" dirty="0" err="1"/>
                  <a:t>subtable</a:t>
                </a:r>
                <a:br>
                  <a:rPr lang="en-US" dirty="0"/>
                </a:br>
                <a:br>
                  <a:rPr lang="en-US" dirty="0"/>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0</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brk m:alnAt="7"/>
                                          </m:rPr>
                                          <a:rPr lang="en-US" b="0" i="0" smtClean="0">
                                            <a:latin typeface="Cambria Math" panose="02040503050406030204" pitchFamily="18" charset="0"/>
                                          </a:rPr>
                                          <m:t>m</m:t>
                                        </m:r>
                                        <m:r>
                                          <m:rPr>
                                            <m:sty m:val="p"/>
                                          </m:rPr>
                                          <a:rPr lang="en-US" b="0" i="0" smtClean="0">
                                            <a:latin typeface="Cambria Math" panose="02040503050406030204" pitchFamily="18" charset="0"/>
                                          </a:rPr>
                                          <m:t>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lim>
                                    </m:limLow>
                                  </m:fName>
                                  <m:e>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0</m:t>
                                        </m:r>
                                      </m:e>
                                    </m:d>
                                    <m:r>
                                      <a:rPr lang="en-US" b="0" i="1" smtClean="0">
                                        <a:latin typeface="Cambria Math" panose="02040503050406030204" pitchFamily="18" charset="0"/>
                                      </a:rPr>
                                      <m:t>+</m:t>
                                    </m:r>
                                    <m:r>
                                      <a:rPr lang="en-US" b="1" i="1" smtClean="0">
                                        <a:latin typeface="Cambria Math" panose="02040503050406030204" pitchFamily="18" charset="0"/>
                                      </a:rPr>
                                      <m:t>𝑾</m:t>
                                    </m:r>
                                    <m:r>
                                      <a:rPr lang="en-US" b="0" i="1" smtClean="0">
                                        <a:latin typeface="Cambria Math" panose="02040503050406030204" pitchFamily="18" charset="0"/>
                                      </a:rPr>
                                      <m:t>⋅</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e>
                                </m:func>
                              </m:e>
                              <m:e>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mr>
                            <m:mr>
                              <m:e>
                                <m:r>
                                  <a:rPr lang="en-US" b="0" i="1" smtClean="0">
                                    <a:effectLst>
                                      <a:glow rad="228600">
                                        <a:schemeClr val="accent4">
                                          <a:satMod val="175000"/>
                                          <a:alpha val="40000"/>
                                        </a:schemeClr>
                                      </a:glow>
                                    </a:effectLst>
                                    <a:latin typeface="Cambria Math" panose="02040503050406030204" pitchFamily="18" charset="0"/>
                                  </a:rPr>
                                  <m:t>−∞</m:t>
                                </m:r>
                                <m:r>
                                  <a:rPr lang="en-US" b="0" i="1" smtClean="0">
                                    <a:latin typeface="Cambria Math" panose="02040503050406030204" pitchFamily="18" charset="0"/>
                                  </a:rPr>
                                  <m:t>,</m:t>
                                </m:r>
                              </m:e>
                              <m:e>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mr>
                          </m:m>
                        </m:e>
                      </m:d>
                    </m:oMath>
                  </m:oMathPara>
                </a14:m>
                <a:br>
                  <a:rPr lang="en-US" dirty="0"/>
                </a:br>
                <a:br>
                  <a:rPr lang="en-US" dirty="0"/>
                </a:br>
                <a:br>
                  <a:rPr lang="en-US" dirty="0"/>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1</m:t>
                          </m:r>
                        </m:e>
                      </m:d>
                      <m:r>
                        <a:rPr lang="en-US" b="0" i="1" smtClean="0">
                          <a:latin typeface="Cambria Math" panose="02040503050406030204" pitchFamily="18" charset="0"/>
                        </a:rPr>
                        <m:t>=</m:t>
                      </m:r>
                      <m:r>
                        <m:rPr>
                          <m:sty m:val="p"/>
                        </m:rPr>
                        <a:rPr lang="en-US" b="0" smtClean="0">
                          <a:latin typeface="Cambria Math" panose="02040503050406030204" pitchFamily="18" charset="0"/>
                        </a:rPr>
                        <m:t>max</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brk m:alnAt="7"/>
                                          </m:rPr>
                                          <a:rPr lang="en-US" b="0" i="0" smtClean="0">
                                            <a:latin typeface="Cambria Math" panose="02040503050406030204" pitchFamily="18" charset="0"/>
                                          </a:rPr>
                                          <m:t>m</m:t>
                                        </m:r>
                                        <m:r>
                                          <m:rPr>
                                            <m:sty m:val="p"/>
                                          </m:rPr>
                                          <a:rPr lang="en-US" b="0" i="0" smtClean="0">
                                            <a:latin typeface="Cambria Math" panose="02040503050406030204" pitchFamily="18" charset="0"/>
                                          </a:rPr>
                                          <m:t>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lim>
                                    </m:limLow>
                                  </m:fName>
                                  <m:e>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e>
                                </m:func>
                              </m:e>
                              <m:e>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brk m:alnAt="7"/>
                                                        </m:rPr>
                                                        <a:rPr lang="en-US" b="0" i="0" smtClean="0">
                                                          <a:latin typeface="Cambria Math" panose="02040503050406030204" pitchFamily="18" charset="0"/>
                                                        </a:rPr>
                                                        <m:t>m</m:t>
                                                      </m:r>
                                                      <m:r>
                                                        <m:rPr>
                                                          <m:sty m:val="p"/>
                                                        </m:rPr>
                                                        <a:rPr lang="en-US" b="0" i="0" smtClean="0">
                                                          <a:latin typeface="Cambria Math" panose="02040503050406030204" pitchFamily="18" charset="0"/>
                                                        </a:rPr>
                                                        <m:t>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lim>
                                                  </m:limLow>
                                                </m:fName>
                                                <m:e>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effectLst>
                                                            <a:glow rad="228600">
                                                              <a:schemeClr val="accent6">
                                                                <a:satMod val="175000"/>
                                                                <a:alpha val="40000"/>
                                                              </a:schemeClr>
                                                            </a:glow>
                                                          </a:effectLst>
                                                          <a:latin typeface="Cambria Math" panose="02040503050406030204" pitchFamily="18" charset="0"/>
                                                        </a:rPr>
                                                        <m:t>0</m:t>
                                                      </m:r>
                                                    </m:e>
                                                  </m:d>
                                                  <m:r>
                                                    <a:rPr lang="en-US" b="0" i="1" smtClean="0">
                                                      <a:latin typeface="Cambria Math" panose="02040503050406030204" pitchFamily="18" charset="0"/>
                                                    </a:rPr>
                                                    <m:t>+</m:t>
                                                  </m:r>
                                                  <m:r>
                                                    <a:rPr lang="en-US" b="1" i="1" smtClean="0">
                                                      <a:latin typeface="Cambria Math" panose="02040503050406030204" pitchFamily="18" charset="0"/>
                                                    </a:rPr>
                                                    <m:t>𝒘</m:t>
                                                  </m:r>
                                                  <m:r>
                                                    <a:rPr lang="en-US" b="0" i="1" smtClean="0">
                                                      <a:latin typeface="Cambria Math" panose="02040503050406030204" pitchFamily="18" charset="0"/>
                                                    </a:rPr>
                                                    <m:t>⋅</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r>
                                                    <a:rPr lang="en-US" b="0" i="1" smtClean="0">
                                                      <a:effectLst>
                                                        <a:glow rad="228600">
                                                          <a:schemeClr val="accent2">
                                                            <a:satMod val="175000"/>
                                                            <a:alpha val="40000"/>
                                                          </a:schemeClr>
                                                        </a:glow>
                                                      </a:effectLst>
                                                      <a:latin typeface="Cambria Math" panose="02040503050406030204" pitchFamily="18" charset="0"/>
                                                    </a:rPr>
                                                    <m:t>+</m:t>
                                                  </m:r>
                                                  <m:r>
                                                    <a:rPr lang="en-US" b="0" i="1" smtClean="0">
                                                      <a:effectLst>
                                                        <a:glow rad="228600">
                                                          <a:schemeClr val="accent2">
                                                            <a:satMod val="175000"/>
                                                            <a:alpha val="40000"/>
                                                          </a:schemeClr>
                                                        </a:glow>
                                                      </a:effectLst>
                                                      <a:latin typeface="Cambria Math" panose="02040503050406030204" pitchFamily="18" charset="0"/>
                                                    </a:rPr>
                                                    <m:t>1</m:t>
                                                  </m:r>
                                                </m:e>
                                              </m:func>
                                            </m:e>
                                          </m:mr>
                                          <m:mr>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lim>
                                                  </m:limLow>
                                                </m:fName>
                                                <m:e>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effectLst>
                                                            <a:glow rad="228600">
                                                              <a:schemeClr val="accent6">
                                                                <a:satMod val="175000"/>
                                                                <a:alpha val="40000"/>
                                                              </a:schemeClr>
                                                            </a:glow>
                                                          </a:effectLst>
                                                          <a:latin typeface="Cambria Math" panose="02040503050406030204" pitchFamily="18" charset="0"/>
                                                        </a:rPr>
                                                        <m:t>1</m:t>
                                                      </m:r>
                                                    </m:e>
                                                  </m:d>
                                                  <m:r>
                                                    <a:rPr lang="en-US" b="0" i="1" smtClean="0">
                                                      <a:latin typeface="Cambria Math" panose="02040503050406030204" pitchFamily="18" charset="0"/>
                                                    </a:rPr>
                                                    <m:t>+</m:t>
                                                  </m:r>
                                                  <m:r>
                                                    <a:rPr lang="en-US" b="1" i="1" smtClean="0">
                                                      <a:latin typeface="Cambria Math" panose="02040503050406030204" pitchFamily="18" charset="0"/>
                                                    </a:rPr>
                                                    <m:t>𝒘</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func>
                                            </m:e>
                                          </m:mr>
                                        </m:m>
                                      </m:e>
                                    </m:d>
                                  </m:e>
                                </m:func>
                              </m:e>
                              <m:e>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mr>
                          </m:m>
                        </m:e>
                      </m:d>
                    </m:oMath>
                  </m:oMathPara>
                </a14:m>
                <a:endParaRPr lang="en-US" b="0" dirty="0"/>
              </a:p>
              <a:p>
                <a:pPr>
                  <a:lnSpc>
                    <a:spcPct val="100000"/>
                  </a:lnSpc>
                </a:pPr>
                <a:endParaRPr lang="en-US" dirty="0"/>
              </a:p>
              <a:p>
                <a:pPr>
                  <a:lnSpc>
                    <a:spcPct val="100000"/>
                  </a:lnSpc>
                </a:pPr>
                <a:endParaRPr lang="en-US" dirty="0"/>
              </a:p>
            </p:txBody>
          </p:sp>
        </mc:Choice>
        <mc:Fallback>
          <p:sp>
            <p:nvSpPr>
              <p:cNvPr id="3" name="Text Placeholder 2"/>
              <p:cNvSpPr>
                <a:spLocks noRot="1" noChangeAspect="1" noMove="1" noResize="1" noEditPoints="1" noAdjustHandles="1" noChangeArrowheads="1" noChangeShapeType="1" noTextEdit="1"/>
              </p:cNvSpPr>
              <p:nvPr>
                <p:ph type="body" idx="1"/>
              </p:nvPr>
            </p:nvSpPr>
            <p:spPr>
              <a:xfrm>
                <a:off x="74930" y="912495"/>
                <a:ext cx="12056110" cy="5859780"/>
              </a:xfrm>
              <a:blipFill rotWithShape="1">
                <a:blip r:embed="rId4"/>
                <a:stretch>
                  <a:fillRect/>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5" p14:bwMode="auto">
            <p14:nvContentPartPr>
              <p14:cNvPr id="8" name="Ink 7"/>
              <p14:cNvContentPartPr/>
              <p14:nvPr/>
            </p14:nvContentPartPr>
            <p14:xfrm>
              <a:off x="679320" y="2325240"/>
              <a:ext cx="9074160" cy="4163040"/>
            </p14:xfrm>
          </p:contentPart>
        </mc:Choice>
        <mc:Fallback xmlns="">
          <p:pic>
            <p:nvPicPr>
              <p:cNvPr id="8" name="Ink 7"/>
            </p:nvPicPr>
            <p:blipFill>
              <a:blip r:embed="rId6"/>
            </p:blipFill>
            <p:spPr>
              <a:xfrm>
                <a:off x="679320" y="2325240"/>
                <a:ext cx="9074160" cy="416304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4"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a:bodyPr>
              <a:lstStyle/>
              <a:p>
                <a:r>
                  <a:rPr lang="en-US"/>
                  <a:t>Conditional models involving </a:t>
                </a:r>
                <a14:m>
                  <m:oMath xmlns:m="http://schemas.openxmlformats.org/officeDocument/2006/math">
                    <m:r>
                      <m:rPr>
                        <m:sty m:val="p"/>
                      </m:rPr>
                      <a:rPr lang="en-US" b="0" i="0" smtClean="0">
                        <a:latin typeface="Cambria Math" panose="02040503050406030204" pitchFamily="18" charset="0"/>
                      </a:rPr>
                      <m:t>Δ</m:t>
                    </m:r>
                  </m:oMath>
                </a14:m>
                <a:endParaRPr lang="en-US" b="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85000" lnSpcReduction="10000"/>
              </a:bodyPr>
              <a:lstStyle/>
              <a:p>
                <a:pPr>
                  <a:lnSpc>
                    <a:spcPct val="100000"/>
                  </a:lnSpc>
                </a:pPr>
                <a:r>
                  <a:rPr lang="en-US"/>
                  <a:t>System posterior distribution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𝑦</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(ℓ)</m:t>
                                </m:r>
                              </m:sup>
                            </m:sSup>
                            <m:r>
                              <a:rPr lang="en-US" b="0" i="1" smtClean="0">
                                <a:latin typeface="Cambria Math" panose="02040503050406030204" pitchFamily="18" charset="0"/>
                              </a:rPr>
                              <m:t>;</m:t>
                            </m:r>
                            <m:r>
                              <a:rPr lang="en-US" b="1" i="1" smtClean="0">
                                <a:latin typeface="Cambria Math" panose="02040503050406030204" pitchFamily="18" charset="0"/>
                              </a:rPr>
                              <m:t>𝑾</m:t>
                            </m:r>
                          </m:e>
                        </m:d>
                      </m:e>
                    </m:func>
                  </m:oMath>
                </a14:m>
                <a:endParaRPr lang="en-US" b="0"/>
              </a:p>
              <a:p>
                <a:pPr>
                  <a:lnSpc>
                    <a:spcPct val="100000"/>
                  </a:lnSpc>
                </a:pPr>
                <a:r>
                  <a:rPr lang="en-US"/>
                  <a:t>For output </a:t>
                </a:r>
                <a14:m>
                  <m:oMath xmlns:m="http://schemas.openxmlformats.org/officeDocument/2006/math">
                    <m:r>
                      <a:rPr lang="en-US" i="1" dirty="0" smtClean="0">
                        <a:latin typeface="Cambria Math" panose="02040503050406030204" pitchFamily="18" charset="0"/>
                      </a:rPr>
                      <m:t>𝑦</m:t>
                    </m:r>
                  </m:oMath>
                </a14:m>
                <a:r>
                  <a:rPr lang="en-US"/>
                  <a:t>, loss is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d>
                          <m:dPr>
                            <m:ctrlPr>
                              <a:rPr lang="en-US" b="0" i="1" smtClean="0">
                                <a:latin typeface="Cambria Math" panose="02040503050406030204" pitchFamily="18" charset="0"/>
                              </a:rPr>
                            </m:ctrlPr>
                          </m:dPr>
                          <m:e>
                            <m:r>
                              <a:rPr lang="en-US" b="0" i="1" smtClean="0">
                                <a:latin typeface="Cambria Math" panose="02040503050406030204" pitchFamily="18" charset="0"/>
                              </a:rPr>
                              <m:t>ℓ</m:t>
                            </m:r>
                          </m:e>
                        </m:d>
                      </m:sup>
                    </m:sSup>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endParaRPr lang="en-US"/>
              </a:p>
              <a:p>
                <a:pPr>
                  <a:lnSpc>
                    <a:spcPct val="100000"/>
                  </a:lnSpc>
                </a:pPr>
                <a:r>
                  <a:rPr lang="en-US"/>
                  <a:t>This suggests minimizing expected loss</a:t>
                </a:r>
                <a:br>
                  <a:rPr lang="en-US"/>
                </a:br>
                <a14:m>
                  <m:oMathPara xmlns:m="http://schemas.openxmlformats.org/officeDocument/2006/math">
                    <m:oMathParaPr>
                      <m:jc m:val="centerGroup"/>
                    </m:oMathParaPr>
                    <m:oMath xmlns:m="http://schemas.openxmlformats.org/officeDocument/2006/math">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1" i="1" smtClean="0">
                              <a:latin typeface="Cambria Math" panose="02040503050406030204" pitchFamily="18" charset="0"/>
                            </a:rPr>
                            <m:t>𝒘</m:t>
                          </m:r>
                        </m:lim>
                      </m:limLow>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𝐿</m:t>
                          </m:r>
                        </m:den>
                      </m:f>
                      <m:nary>
                        <m:naryPr>
                          <m:chr m:val="∑"/>
                          <m:limLoc m:val="subSup"/>
                          <m:supHide m:val="on"/>
                          <m:ctrlPr>
                            <a:rPr lang="en-US" i="1" smtClean="0">
                              <a:latin typeface="Cambria Math" panose="02040503050406030204" pitchFamily="18" charset="0"/>
                            </a:rPr>
                          </m:ctrlPr>
                        </m:naryPr>
                        <m:sub>
                          <m:r>
                            <a:rPr lang="en-US" b="0" i="1" smtClean="0">
                              <a:latin typeface="Cambria Math" panose="02040503050406030204" pitchFamily="18" charset="0"/>
                            </a:rPr>
                            <m:t>ℓ</m:t>
                          </m:r>
                        </m:sub>
                        <m:sup/>
                        <m:e>
                          <m:nary>
                            <m:naryPr>
                              <m:chr m:val="∑"/>
                              <m:limLoc m:val="subSup"/>
                              <m:supHide m:val="on"/>
                              <m:ctrlPr>
                                <a:rPr lang="en-US" i="1" smtClean="0">
                                  <a:latin typeface="Cambria Math" panose="02040503050406030204" pitchFamily="18" charset="0"/>
                                </a:rPr>
                              </m:ctrlPr>
                            </m:naryPr>
                            <m:sub>
                              <m:r>
                                <m:rPr>
                                  <m:brk m:alnAt="9"/>
                                </m:rPr>
                                <a:rPr lang="en-US" b="0" i="1" smtClean="0">
                                  <a:latin typeface="Cambria Math" panose="02040503050406030204" pitchFamily="18" charset="0"/>
                                </a:rPr>
                                <m:t>𝑦</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r>
                                        <a:rPr lang="en-US" i="1">
                                          <a:latin typeface="Cambria Math" panose="02040503050406030204" pitchFamily="18" charset="0"/>
                                        </a:rPr>
                                        <m:t>𝑦</m:t>
                                      </m:r>
                                    </m:e>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(ℓ)</m:t>
                                          </m:r>
                                        </m:sup>
                                      </m:sSup>
                                      <m:r>
                                        <a:rPr lang="en-US" i="1">
                                          <a:latin typeface="Cambria Math" panose="02040503050406030204" pitchFamily="18" charset="0"/>
                                        </a:rPr>
                                        <m:t>;</m:t>
                                      </m:r>
                                      <m:r>
                                        <a:rPr lang="en-US" b="1" i="1">
                                          <a:latin typeface="Cambria Math" panose="02040503050406030204" pitchFamily="18" charset="0"/>
                                        </a:rPr>
                                        <m:t>𝑾</m:t>
                                      </m:r>
                                    </m:e>
                                  </m:d>
                                  <m:r>
                                    <a:rPr lang="en-US" b="0" i="1" smtClean="0">
                                      <a:latin typeface="Cambria Math" panose="02040503050406030204" pitchFamily="18" charset="0"/>
                                    </a:rPr>
                                    <m:t> </m:t>
                                  </m:r>
                                  <m:r>
                                    <m:rPr>
                                      <m:sty m:val="p"/>
                                    </m:rPr>
                                    <a:rPr lang="en-US">
                                      <a:latin typeface="Cambria Math" panose="02040503050406030204" pitchFamily="18" charset="0"/>
                                    </a:rPr>
                                    <m:t>Δ</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d>
                                        <m:dPr>
                                          <m:ctrlPr>
                                            <a:rPr lang="en-US" i="1">
                                              <a:latin typeface="Cambria Math" panose="02040503050406030204" pitchFamily="18" charset="0"/>
                                            </a:rPr>
                                          </m:ctrlPr>
                                        </m:dPr>
                                        <m:e>
                                          <m:r>
                                            <a:rPr lang="en-US" i="1">
                                              <a:latin typeface="Cambria Math" panose="02040503050406030204" pitchFamily="18" charset="0"/>
                                            </a:rPr>
                                            <m:t>ℓ</m:t>
                                          </m:r>
                                        </m:e>
                                      </m:d>
                                    </m:sup>
                                  </m:sSup>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e>
                              </m:func>
                            </m:e>
                          </m:nary>
                        </m:e>
                      </m:nary>
                    </m:oMath>
                  </m:oMathPara>
                </a14:m>
                <a:endParaRPr lang="en-US"/>
              </a:p>
              <a:p>
                <a:pPr>
                  <a:lnSpc>
                    <a:spcPct val="100000"/>
                  </a:lnSpc>
                </a:pPr>
                <a:r>
                  <a:rPr lang="en-US"/>
                  <a:t>Not a convex optimization over </a:t>
                </a:r>
                <a14:m>
                  <m:oMath xmlns:m="http://schemas.openxmlformats.org/officeDocument/2006/math">
                    <m:r>
                      <a:rPr lang="en-US" b="1" i="1" dirty="0" smtClean="0">
                        <a:latin typeface="Cambria Math" panose="02040503050406030204" pitchFamily="18" charset="0"/>
                      </a:rPr>
                      <m:t>𝑾</m:t>
                    </m:r>
                  </m:oMath>
                </a14:m>
                <a:r>
                  <a:rPr lang="en-US"/>
                  <a:t> in general</a:t>
                </a:r>
                <a:endParaRPr lang="en-US"/>
              </a:p>
              <a:p>
                <a:pPr lvl="1">
                  <a:lnSpc>
                    <a:spcPct val="100000"/>
                  </a:lnSpc>
                </a:pPr>
                <a:r>
                  <a:rPr lang="en-US"/>
                  <a:t>Non-convexity used to be a deterrent, not any more</a:t>
                </a:r>
                <a:endParaRPr lang="en-US"/>
              </a:p>
              <a:p>
                <a:pPr>
                  <a:lnSpc>
                    <a:spcPct val="100000"/>
                  </a:lnSpc>
                </a:pPr>
                <a:r>
                  <a:rPr lang="en-US"/>
                  <a:t>Other less-friendly losses</a:t>
                </a:r>
                <a:endParaRPr lang="en-US"/>
              </a:p>
              <a:p>
                <a:pPr lvl="1">
                  <a:lnSpc>
                    <a:spcPct val="100000"/>
                  </a:lnSpc>
                </a:pPr>
                <a:r>
                  <a:rPr lang="en-US"/>
                  <a:t>Most tokens are labeled ‘other’, a few PER and LOC and ORG</a:t>
                </a:r>
                <a:endParaRPr lang="en-US"/>
              </a:p>
              <a:p>
                <a:pPr lvl="1">
                  <a:lnSpc>
                    <a:spcPct val="100000"/>
                  </a:lnSpc>
                </a:pPr>
                <a:r>
                  <a:rPr lang="en-US"/>
                  <a:t>Micro/macro-averaged F1 over the non-‘other’ labels?</a:t>
                </a:r>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3" p14:bwMode="auto">
            <p14:nvContentPartPr>
              <p14:cNvPr id="4" name="Ink 3"/>
              <p14:cNvContentPartPr/>
              <p14:nvPr/>
            </p14:nvContentPartPr>
            <p14:xfrm>
              <a:off x="2939040" y="1437120"/>
              <a:ext cx="6423120" cy="3048120"/>
            </p14:xfrm>
          </p:contentPart>
        </mc:Choice>
        <mc:Fallback xmlns="">
          <p:pic>
            <p:nvPicPr>
              <p:cNvPr id="4" name="Ink 3"/>
            </p:nvPicPr>
            <p:blipFill>
              <a:blip r:embed="rId4"/>
            </p:blipFill>
            <p:spPr>
              <a:xfrm>
                <a:off x="2939040" y="1437120"/>
                <a:ext cx="6423120" cy="3048120"/>
              </a:xfrm>
              <a:prstGeom prst="rect"/>
            </p:spPr>
          </p:pic>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Modeling long-range influence</a:t>
            </a:r>
            <a:endParaRPr lang="en-US"/>
          </a:p>
        </p:txBody>
      </p:sp>
      <p:sp>
        <p:nvSpPr>
          <p:cNvPr id="3" name="Text Placeholder 2"/>
          <p:cNvSpPr>
            <a:spLocks noGrp="1"/>
          </p:cNvSpPr>
          <p:nvPr>
            <p:ph type="body" idx="1"/>
          </p:nvPr>
        </p:nvSpPr>
        <p:spPr/>
        <p:txBody>
          <a:bodyPr>
            <a:normAutofit fontScale="70000" lnSpcReduction="20000"/>
          </a:bodyPr>
          <a:lstStyle/>
          <a:p>
            <a:pPr>
              <a:lnSpc>
                <a:spcPct val="100000"/>
              </a:lnSpc>
            </a:pPr>
            <a:r>
              <a:rPr lang="en-US"/>
              <a:t>Long segments — can still use DP, at increased cost</a:t>
            </a:r>
            <a:endParaRPr lang="en-US"/>
          </a:p>
          <a:p>
            <a:pPr lvl="1">
              <a:lnSpc>
                <a:spcPct val="100000"/>
              </a:lnSpc>
            </a:pPr>
            <a:r>
              <a:rPr lang="en-US">
                <a:effectLst>
                  <a:glow rad="228600">
                    <a:schemeClr val="accent2">
                      <a:satMod val="175000"/>
                      <a:alpha val="40000"/>
                    </a:schemeClr>
                  </a:glow>
                </a:effectLst>
              </a:rPr>
              <a:t>Amit</a:t>
            </a:r>
            <a:r>
              <a:rPr lang="en-US"/>
              <a:t>  watched </a:t>
            </a:r>
            <a:r>
              <a:rPr lang="en-US">
                <a:effectLst>
                  <a:glow rad="228600">
                    <a:schemeClr val="accent5">
                      <a:satMod val="175000"/>
                      <a:alpha val="40000"/>
                    </a:schemeClr>
                  </a:glow>
                </a:effectLst>
              </a:rPr>
              <a:t>Gone With The Wind</a:t>
            </a:r>
            <a:r>
              <a:rPr lang="en-US"/>
              <a:t> with </a:t>
            </a:r>
            <a:r>
              <a:rPr lang="en-US">
                <a:effectLst>
                  <a:glow rad="228600">
                    <a:schemeClr val="accent2">
                      <a:satMod val="175000"/>
                      <a:alpha val="40000"/>
                    </a:schemeClr>
                  </a:glow>
                </a:effectLst>
              </a:rPr>
              <a:t>Ravi </a:t>
            </a:r>
            <a:r>
              <a:rPr lang="en-US" err="1">
                <a:effectLst>
                  <a:glow rad="228600">
                    <a:schemeClr val="accent2">
                      <a:satMod val="175000"/>
                      <a:alpha val="40000"/>
                    </a:schemeClr>
                  </a:glow>
                </a:effectLst>
              </a:rPr>
              <a:t>Soni</a:t>
            </a:r>
            <a:r>
              <a:rPr lang="en-US"/>
              <a:t> at </a:t>
            </a:r>
            <a:r>
              <a:rPr lang="en-US">
                <a:effectLst>
                  <a:glow rad="228600">
                    <a:schemeClr val="accent6">
                      <a:satMod val="175000"/>
                      <a:alpha val="40000"/>
                    </a:schemeClr>
                  </a:glow>
                </a:effectLst>
              </a:rPr>
              <a:t>New Roshan Talkies</a:t>
            </a:r>
            <a:endParaRPr lang="en-US">
              <a:effectLst>
                <a:glow rad="228600">
                  <a:schemeClr val="accent6">
                    <a:satMod val="175000"/>
                    <a:alpha val="40000"/>
                  </a:schemeClr>
                </a:glow>
              </a:effectLst>
            </a:endParaRPr>
          </a:p>
          <a:p>
            <a:pPr>
              <a:lnSpc>
                <a:spcPct val="100000"/>
              </a:lnSpc>
            </a:pPr>
            <a:r>
              <a:rPr lang="en-US"/>
              <a:t>Can extend from linear chains to trees without significant additional complication — (probabilistic) context free grammars</a:t>
            </a:r>
            <a:endParaRPr lang="en-US"/>
          </a:p>
          <a:p>
            <a:pPr lvl="1">
              <a:lnSpc>
                <a:spcPct val="150000"/>
              </a:lnSpc>
            </a:pPr>
            <a:r>
              <a:rPr lang="en-US"/>
              <a:t>Business names are followed more often with addresses having “plaza” or “suite”, and later by phone numbers starting with “1-800”</a:t>
            </a:r>
            <a:endParaRPr lang="en-US"/>
          </a:p>
          <a:p>
            <a:pPr lvl="1">
              <a:lnSpc>
                <a:spcPct val="100000"/>
              </a:lnSpc>
            </a:pPr>
            <a:r>
              <a:rPr lang="en-US"/>
              <a:t>Can be dozens of tokens apart in long addresses</a:t>
            </a:r>
            <a:endParaRPr lang="en-US"/>
          </a:p>
          <a:p>
            <a:pPr>
              <a:lnSpc>
                <a:spcPct val="100000"/>
              </a:lnSpc>
            </a:pPr>
            <a:r>
              <a:rPr lang="en-US"/>
              <a:t>Same token distributed through a document should prefer correlated labels — general graph, intractable, can only approximate</a:t>
            </a:r>
            <a:endParaRPr lang="en-US"/>
          </a:p>
          <a:p>
            <a:pPr lvl="1">
              <a:lnSpc>
                <a:spcPct val="100000"/>
              </a:lnSpc>
            </a:pPr>
            <a:r>
              <a:rPr lang="en-US"/>
              <a:t>… leadership of John </a:t>
            </a:r>
            <a:r>
              <a:rPr lang="en-US">
                <a:effectLst>
                  <a:glow rad="228600">
                    <a:schemeClr val="accent6">
                      <a:satMod val="175000"/>
                      <a:alpha val="40000"/>
                    </a:schemeClr>
                  </a:glow>
                </a:effectLst>
              </a:rPr>
              <a:t>Green</a:t>
            </a:r>
            <a:r>
              <a:rPr lang="en-US"/>
              <a:t> … later, Senator </a:t>
            </a:r>
            <a:r>
              <a:rPr lang="en-US">
                <a:effectLst>
                  <a:glow rad="228600">
                    <a:schemeClr val="accent6">
                      <a:satMod val="175000"/>
                      <a:alpha val="40000"/>
                    </a:schemeClr>
                  </a:glow>
                </a:effectLst>
              </a:rPr>
              <a:t>Green</a:t>
            </a:r>
            <a:r>
              <a:rPr lang="en-US"/>
              <a:t> ran … opposed by the </a:t>
            </a:r>
            <a:r>
              <a:rPr lang="en-US">
                <a:effectLst>
                  <a:glow rad="228600">
                    <a:schemeClr val="accent4">
                      <a:satMod val="175000"/>
                      <a:alpha val="40000"/>
                    </a:schemeClr>
                  </a:glow>
                </a:effectLst>
              </a:rPr>
              <a:t>Green</a:t>
            </a:r>
            <a:r>
              <a:rPr lang="en-US"/>
              <a:t> Party …</a:t>
            </a:r>
            <a:endParaRPr lang="en-US"/>
          </a:p>
          <a:p>
            <a:pPr lvl="1">
              <a:lnSpc>
                <a:spcPct val="100000"/>
              </a:lnSpc>
            </a:pPr>
            <a:r>
              <a:rPr lang="en-US"/>
              <a:t>Can be many sentences apart</a:t>
            </a:r>
            <a:endParaRPr lang="en-US"/>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1197360" y="1602360"/>
              <a:ext cx="5460840" cy="196560"/>
            </p14:xfrm>
          </p:contentPart>
        </mc:Choice>
        <mc:Fallback xmlns="">
          <p:pic>
            <p:nvPicPr>
              <p:cNvPr id="4" name="Ink 3"/>
            </p:nvPicPr>
            <p:blipFill>
              <a:blip r:embed="rId2"/>
            </p:blipFill>
            <p:spPr>
              <a:xfrm>
                <a:off x="1197360" y="1602360"/>
                <a:ext cx="5460840" cy="196560"/>
              </a:xfrm>
              <a:prstGeom prst="rect"/>
            </p:spPr>
          </p:pic>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Segment CRF</a:t>
            </a:r>
            <a:endParaRPr lang="en-US"/>
          </a:p>
        </p:txBody>
      </p:sp>
      <mc:AlternateContent xmlns:mc="http://schemas.openxmlformats.org/markup-compatibility/2006">
        <mc:Choice xmlns:a14="http://schemas.microsoft.com/office/drawing/2010/main" Requires="a14">
          <p:sp>
            <p:nvSpPr>
              <p:cNvPr id="5" name="Text Placeholder 4"/>
              <p:cNvSpPr>
                <a:spLocks noGrp="1"/>
              </p:cNvSpPr>
              <p:nvPr>
                <p:ph type="body" idx="1"/>
              </p:nvPr>
            </p:nvSpPr>
            <p:spPr>
              <a:xfrm>
                <a:off x="74930" y="3248025"/>
                <a:ext cx="12055475" cy="3524885"/>
              </a:xfrm>
            </p:spPr>
            <p:txBody>
              <a:bodyPr>
                <a:normAutofit fontScale="70000" lnSpcReduction="20000"/>
              </a:bodyPr>
              <a:lstStyle/>
              <a:p>
                <a:pPr>
                  <a:lnSpc>
                    <a:spcPct val="100000"/>
                  </a:lnSpc>
                </a:pPr>
                <a:r>
                  <a:rPr lang="en-US"/>
                  <a:t>Segment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𝑗</m:t>
                        </m:r>
                      </m:sub>
                    </m:sSub>
                  </m:oMath>
                </a14:m>
                <a:r>
                  <a:rPr lang="en-US"/>
                  <a:t> is defined by start token offset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ℓ</m:t>
                        </m:r>
                      </m:e>
                      <m:sub>
                        <m:r>
                          <a:rPr lang="en-US" b="0" i="1" smtClean="0">
                            <a:latin typeface="Cambria Math" panose="02040503050406030204" pitchFamily="18" charset="0"/>
                          </a:rPr>
                          <m:t>𝑗</m:t>
                        </m:r>
                      </m:sub>
                    </m:sSub>
                  </m:oMath>
                </a14:m>
                <a:r>
                  <a:rPr lang="en-US"/>
                  <a:t> and end token offset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𝑗</m:t>
                        </m:r>
                      </m:sub>
                    </m:sSub>
                  </m:oMath>
                </a14:m>
                <a:r>
                  <a:rPr lang="en-US"/>
                  <a:t>, 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ℓ</m:t>
                        </m:r>
                      </m:e>
                      <m:sub>
                        <m:r>
                          <a:rPr lang="en-US" b="0" i="1" smtClean="0">
                            <a:latin typeface="Cambria Math" panose="02040503050406030204" pitchFamily="18" charset="0"/>
                          </a:rPr>
                          <m:t>𝑗</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oMath>
                </a14:m>
                <a:endParaRPr lang="en-US"/>
              </a:p>
              <a:p>
                <a:pPr>
                  <a:lnSpc>
                    <a:spcPct val="100000"/>
                  </a:lnSpc>
                </a:pPr>
                <a:r>
                  <a:rPr lang="en-US"/>
                  <a:t>Label applies to segment as a whole</a:t>
                </a:r>
                <a:endParaRPr lang="en-US"/>
              </a:p>
              <a:p>
                <a:pPr>
                  <a:lnSpc>
                    <a:spcPct val="100000"/>
                  </a:lnSpc>
                </a:pPr>
                <a:r>
                  <a:rPr lang="en-US"/>
                  <a:t>“Pay” for state transition only across segment-segment boundary </a:t>
                </a:r>
                <a:endParaRPr lang="en-US"/>
              </a:p>
              <a:p>
                <a:pPr>
                  <a:lnSpc>
                    <a:spcPct val="100000"/>
                  </a:lnSpc>
                </a:pPr>
                <a:r>
                  <a:rPr lang="en-US"/>
                  <a:t>Feature function generalized to pass from segment to segment: </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,ℓ,</m:t>
                    </m:r>
                    <m:r>
                      <a:rPr lang="en-US" b="0" i="1" smtClean="0">
                        <a:latin typeface="Cambria Math" panose="02040503050406030204" pitchFamily="18" charset="0"/>
                      </a:rPr>
                      <m:t>𝑢</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oMath>
                </a14:m>
                <a:r>
                  <a:rPr lang="en-US"/>
                  <a:t> or </a:t>
                </a:r>
                <a14:m>
                  <m:oMath xmlns:m="http://schemas.openxmlformats.org/officeDocument/2006/math">
                    <m:r>
                      <a:rPr lang="en-US" i="1">
                        <a:latin typeface="Cambria Math" panose="02040503050406030204" pitchFamily="18" charset="0"/>
                      </a:rPr>
                      <m:t>𝜙</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𝑥</m:t>
                        </m:r>
                        <m:r>
                          <a:rPr lang="en-US" b="0" i="1" smtClean="0">
                            <a:latin typeface="Cambria Math" panose="02040503050406030204" pitchFamily="18" charset="0"/>
                          </a:rPr>
                          <m:t>[ℓ:</m:t>
                        </m:r>
                        <m:r>
                          <a:rPr lang="en-US" b="0" i="1" smtClean="0">
                            <a:latin typeface="Cambria Math" panose="02040503050406030204" pitchFamily="18" charset="0"/>
                          </a:rPr>
                          <m:t>𝑢</m:t>
                        </m:r>
                        <m:r>
                          <a:rPr lang="en-US" b="0" i="1" smtClean="0">
                            <a:latin typeface="Cambria Math" panose="02040503050406030204" pitchFamily="18" charset="0"/>
                          </a:rPr>
                          <m:t>]</m:t>
                        </m:r>
                      </m:e>
                    </m:acc>
                    <m:r>
                      <a:rPr lang="en-US" i="1">
                        <a:latin typeface="Cambria Math" panose="02040503050406030204" pitchFamily="18" charset="0"/>
                      </a:rPr>
                      <m:t>)</m:t>
                    </m:r>
                  </m:oMath>
                </a14:m>
                <a:endParaRPr lang="en-US"/>
              </a:p>
              <a:p>
                <a:pPr lvl="1">
                  <a:lnSpc>
                    <a:spcPct val="100000"/>
                  </a:lnSpc>
                </a:pPr>
                <a:r>
                  <a:rPr lang="en-US"/>
                  <a:t>Previous segment has label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oMath>
                </a14:m>
                <a:r>
                  <a:rPr lang="en-US"/>
                  <a:t>, current segment has label </a:t>
                </a:r>
                <a14:m>
                  <m:oMath xmlns:m="http://schemas.openxmlformats.org/officeDocument/2006/math">
                    <m:r>
                      <a:rPr lang="en-US" i="1">
                        <a:latin typeface="Cambria Math" panose="02040503050406030204" pitchFamily="18" charset="0"/>
                      </a:rPr>
                      <m:t>𝑚</m:t>
                    </m:r>
                  </m:oMath>
                </a14:m>
                <a:endParaRPr lang="en-US"/>
              </a:p>
              <a:p>
                <a:pPr lvl="1">
                  <a:lnSpc>
                    <a:spcPct val="100000"/>
                  </a:lnSpc>
                </a:pPr>
                <a:r>
                  <a:rPr lang="en-US"/>
                  <a:t>Key benefit: </a:t>
                </a:r>
                <a:r>
                  <a:rPr lang="en-US">
                    <a:effectLst>
                      <a:glow rad="228600">
                        <a:schemeClr val="accent2">
                          <a:satMod val="175000"/>
                          <a:alpha val="40000"/>
                        </a:schemeClr>
                      </a:glow>
                    </a:effectLst>
                  </a:rPr>
                  <a:t>segments</a:t>
                </a:r>
                <a:r>
                  <a:rPr lang="en-US"/>
                  <a:t> that match dictionaries/gazettes</a:t>
                </a:r>
                <a:endParaRPr lang="en-US"/>
              </a:p>
            </p:txBody>
          </p:sp>
        </mc:Choice>
        <mc:Fallback>
          <p:sp>
            <p:nvSpPr>
              <p:cNvPr id="5" name="Text Placeholder 4"/>
              <p:cNvSpPr>
                <a:spLocks noRot="1" noChangeAspect="1" noMove="1" noResize="1" noEditPoints="1" noAdjustHandles="1" noChangeArrowheads="1" noChangeShapeType="1" noTextEdit="1"/>
              </p:cNvSpPr>
              <p:nvPr>
                <p:ph type="body" idx="1"/>
              </p:nvPr>
            </p:nvSpPr>
            <p:spPr>
              <a:xfrm>
                <a:off x="74930" y="3248025"/>
                <a:ext cx="12055475" cy="3524885"/>
              </a:xfrm>
              <a:blipFill rotWithShape="1">
                <a:blip r:embed="rId1"/>
                <a:stretch>
                  <a:fillRect t="-43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graphicFrame>
            <p:nvGraphicFramePr>
              <p:cNvPr id="6" name="Content Placeholder 3"/>
              <p:cNvGraphicFramePr/>
              <p:nvPr/>
            </p:nvGraphicFramePr>
            <p:xfrm>
              <a:off x="323215" y="913130"/>
              <a:ext cx="11368405" cy="2101850"/>
            </p:xfrm>
            <a:graphic>
              <a:graphicData uri="http://schemas.openxmlformats.org/drawingml/2006/table">
                <a:tbl>
                  <a:tblPr firstRow="1" bandRow="1">
                    <a:tableStyleId>{5C22544A-7EE6-4342-B048-85BDC9FD1C3A}</a:tableStyleId>
                  </a:tblPr>
                  <a:tblGrid>
                    <a:gridCol w="764540"/>
                    <a:gridCol w="1073785"/>
                    <a:gridCol w="785495"/>
                    <a:gridCol w="873760"/>
                    <a:gridCol w="875030"/>
                    <a:gridCol w="874395"/>
                    <a:gridCol w="772160"/>
                    <a:gridCol w="822325"/>
                    <a:gridCol w="796290"/>
                    <a:gridCol w="678815"/>
                    <a:gridCol w="698500"/>
                    <a:gridCol w="1032510"/>
                    <a:gridCol w="1320800"/>
                  </a:tblGrid>
                  <a:tr h="867410">
                    <a:tc>
                      <a:txBody>
                        <a:bodyPr/>
                        <a:lstStyle/>
                        <a:p>
                          <a:pPr algn="ctr"/>
                          <a:r>
                            <a:rPr lang="en-US" b="0">
                              <a:solidFill>
                                <a:schemeClr val="bg2">
                                  <a:lumMod val="50000"/>
                                </a:schemeClr>
                              </a:solidFill>
                            </a:rPr>
                            <a:t>1</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2</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3</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4</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5</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6</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7</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8</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9</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10</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11</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12</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13</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451485">
                    <a:tc>
                      <a:txBody>
                        <a:bodyPr/>
                        <a:lstStyle/>
                        <a:p>
                          <a:pPr algn="ctr"/>
                          <a:r>
                            <a:rPr lang="en-US" b="0"/>
                            <a:t>Amit</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watched</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Gone</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With</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the</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Wind</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with</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Ravi</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err="1"/>
                            <a:t>Soni</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at</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New</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Roshan</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Talkies</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2955">
                    <a:tc>
                      <a:txBody>
                        <a:bodyPr/>
                        <a:lstStyle/>
                        <a:p>
                          <a:pPr algn="ctr"/>
                          <a:r>
                            <a:rPr lang="en-US" b="0"/>
                            <a:t>PER</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3</m:t>
                                  </m:r>
                                </m:sub>
                              </m:sSub>
                              <m:r>
                                <a:rPr lang="en-US" b="0" i="1" smtClean="0">
                                  <a:latin typeface="Cambria Math" panose="02040503050406030204" pitchFamily="18" charset="0"/>
                                </a:rPr>
                                <m:t>=</m:t>
                              </m:r>
                            </m:oMath>
                          </a14:m>
                          <a:r>
                            <a:rPr lang="en-US" b="0"/>
                            <a:t> MOVIE</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5</m:t>
                                  </m:r>
                                </m:sub>
                              </m:sSub>
                              <m:r>
                                <a:rPr lang="en-US" b="0" i="1" smtClean="0">
                                  <a:latin typeface="Cambria Math" panose="02040503050406030204" pitchFamily="18" charset="0"/>
                                </a:rPr>
                                <m:t>=</m:t>
                              </m:r>
                            </m:oMath>
                          </a14:m>
                          <a:r>
                            <a:rPr lang="en-US" b="0"/>
                            <a:t> PER</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7</m:t>
                                  </m:r>
                                </m:sub>
                              </m:sSub>
                              <m:r>
                                <a:rPr lang="en-US" b="0" i="1" smtClean="0">
                                  <a:latin typeface="Cambria Math" panose="02040503050406030204" pitchFamily="18" charset="0"/>
                                </a:rPr>
                                <m:t>=</m:t>
                              </m:r>
                            </m:oMath>
                          </a14:m>
                          <a:r>
                            <a:rPr lang="en-US" b="0"/>
                            <a:t> LOC</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6" name="Content Placeholder 3"/>
              <p:cNvGraphicFramePr/>
              <p:nvPr/>
            </p:nvGraphicFramePr>
            <p:xfrm>
              <a:off x="323215" y="913130"/>
              <a:ext cx="11368405" cy="2101850"/>
            </p:xfrm>
            <a:graphic>
              <a:graphicData uri="http://schemas.openxmlformats.org/drawingml/2006/table">
                <a:tbl>
                  <a:tblPr firstRow="1" bandRow="1">
                    <a:tableStyleId>{5C22544A-7EE6-4342-B048-85BDC9FD1C3A}</a:tableStyleId>
                  </a:tblPr>
                  <a:tblGrid>
                    <a:gridCol w="764540"/>
                    <a:gridCol w="1073785"/>
                    <a:gridCol w="785495"/>
                    <a:gridCol w="873760"/>
                    <a:gridCol w="875030"/>
                    <a:gridCol w="874395"/>
                    <a:gridCol w="772160"/>
                    <a:gridCol w="822325"/>
                    <a:gridCol w="796290"/>
                    <a:gridCol w="678815"/>
                    <a:gridCol w="698500"/>
                    <a:gridCol w="1032510"/>
                    <a:gridCol w="1320800"/>
                  </a:tblGrid>
                  <a:tr h="867410">
                    <a:tc>
                      <a:txBody>
                        <a:bodyPr/>
                        <a:lstStyle/>
                        <a:p>
                          <a:pPr algn="ctr"/>
                          <a:r>
                            <a:rPr lang="en-US" b="0">
                              <a:solidFill>
                                <a:schemeClr val="bg2">
                                  <a:lumMod val="50000"/>
                                </a:schemeClr>
                              </a:solidFill>
                            </a:rPr>
                            <a:t>1</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2</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3</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4</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5</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6</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7</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8</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9</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10</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11</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12</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b="0">
                              <a:solidFill>
                                <a:schemeClr val="bg2">
                                  <a:lumMod val="50000"/>
                                </a:schemeClr>
                              </a:solidFill>
                            </a:rPr>
                            <a:t>13</a:t>
                          </a:r>
                          <a:endParaRPr lang="en-US" b="0">
                            <a:solidFill>
                              <a:schemeClr val="bg2">
                                <a:lumMod val="50000"/>
                              </a:schemeClr>
                            </a:solidFill>
                          </a:endParaRPr>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451485">
                    <a:tc>
                      <a:txBody>
                        <a:bodyPr/>
                        <a:lstStyle/>
                        <a:p>
                          <a:pPr algn="ctr"/>
                          <a:r>
                            <a:rPr lang="en-US" b="0"/>
                            <a:t>Amit</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watched</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Gone</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With</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the</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Wind</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with</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Ravi</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err="1"/>
                            <a:t>Soni</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at</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New</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Roshan</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a:t>Talkies</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2955">
                    <a:tc>
                      <a:txBody>
                        <a:bodyPr/>
                        <a:lstStyle/>
                        <a:p>
                          <a:pPr algn="ctr"/>
                          <a:r>
                            <a:rPr lang="en-US" b="0"/>
                            <a:t>PER</a:t>
                          </a: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endParaRPr lang="en-US"/>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lang="en-US"/>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b="0"/>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endParaRPr lang="en-US"/>
                        </a:p>
                      </a:txBody>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0295" marR="902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mc:AlternateContent xmlns:mc="http://schemas.openxmlformats.org/markup-compatibility/2006">
        <mc:Choice xmlns:a14="http://schemas.microsoft.com/office/drawing/2010/main" Requires="a14">
          <p:sp>
            <p:nvSpPr>
              <p:cNvPr id="7" name="TextBox 6"/>
              <p:cNvSpPr txBox="1"/>
              <p:nvPr/>
            </p:nvSpPr>
            <p:spPr>
              <a:xfrm>
                <a:off x="3312259" y="2546404"/>
                <a:ext cx="121930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b="0" i="1" smtClean="0">
                          <a:latin typeface="Cambria Math" panose="02040503050406030204" pitchFamily="18" charset="0"/>
                        </a:rPr>
                        <m:t>3</m:t>
                      </m:r>
                      <m:r>
                        <a:rPr lang="en-US" b="0" i="1" smtClean="0">
                          <a:latin typeface="Cambria Math" panose="02040503050406030204" pitchFamily="18" charset="0"/>
                        </a:rPr>
                        <m:t>,</m:t>
                      </m:r>
                      <m:r>
                        <a:rPr lang="en-US" b="0" i="1" smtClean="0">
                          <a:latin typeface="Cambria Math" panose="02040503050406030204" pitchFamily="18" charset="0"/>
                        </a:rPr>
                        <m:t>6</m:t>
                      </m:r>
                      <m:r>
                        <a:rPr lang="en-US" b="0" i="1" smtClean="0">
                          <a:latin typeface="Cambria Math" panose="02040503050406030204" pitchFamily="18" charset="0"/>
                        </a:rPr>
                        <m:t>⟩</m:t>
                      </m:r>
                    </m:oMath>
                  </m:oMathPara>
                </a14:m>
                <a:endParaRPr lang="en-US"/>
              </a:p>
            </p:txBody>
          </p:sp>
        </mc:Choice>
        <mc:Fallback>
          <p:sp>
            <p:nvSpPr>
              <p:cNvPr id="7" name="TextBox 6"/>
              <p:cNvSpPr txBox="1">
                <a:spLocks noRot="1" noChangeAspect="1" noMove="1" noResize="1" noEditPoints="1" noAdjustHandles="1" noChangeArrowheads="1" noChangeShapeType="1" noTextEdit="1"/>
              </p:cNvSpPr>
              <p:nvPr/>
            </p:nvSpPr>
            <p:spPr>
              <a:xfrm>
                <a:off x="3312259" y="2546404"/>
                <a:ext cx="1219308" cy="369332"/>
              </a:xfrm>
              <a:prstGeom prst="rect">
                <a:avLst/>
              </a:prstGeom>
              <a:blipFill rotWithShape="1">
                <a:blip r:embed="rId3"/>
                <a:stretch>
                  <a:fillRect l="-8" t="-15" r="-4514" b="12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6434053" y="2546404"/>
                <a:ext cx="121930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5</m:t>
                          </m:r>
                        </m:sub>
                      </m:sSub>
                      <m:r>
                        <a:rPr lang="en-US" b="0" i="1" smtClean="0">
                          <a:latin typeface="Cambria Math" panose="02040503050406030204" pitchFamily="18" charset="0"/>
                        </a:rPr>
                        <m:t>=⟨</m:t>
                      </m:r>
                      <m:r>
                        <a:rPr lang="en-US" b="0" i="1" smtClean="0">
                          <a:latin typeface="Cambria Math" panose="02040503050406030204" pitchFamily="18" charset="0"/>
                        </a:rPr>
                        <m:t>8</m:t>
                      </m:r>
                      <m:r>
                        <a:rPr lang="en-US" b="0" i="1" smtClean="0">
                          <a:latin typeface="Cambria Math" panose="02040503050406030204" pitchFamily="18" charset="0"/>
                        </a:rPr>
                        <m:t>,</m:t>
                      </m:r>
                      <m:r>
                        <a:rPr lang="en-US" b="0" i="1" smtClean="0">
                          <a:latin typeface="Cambria Math" panose="02040503050406030204" pitchFamily="18" charset="0"/>
                        </a:rPr>
                        <m:t>9</m:t>
                      </m:r>
                      <m:r>
                        <a:rPr lang="en-US" b="0" i="1" smtClean="0">
                          <a:latin typeface="Cambria Math" panose="02040503050406030204" pitchFamily="18" charset="0"/>
                        </a:rPr>
                        <m:t>⟩</m:t>
                      </m:r>
                    </m:oMath>
                  </m:oMathPara>
                </a14:m>
                <a:endParaRPr lang="en-US"/>
              </a:p>
            </p:txBody>
          </p:sp>
        </mc:Choice>
        <mc:Fallback>
          <p:sp>
            <p:nvSpPr>
              <p:cNvPr id="8" name="TextBox 7"/>
              <p:cNvSpPr txBox="1">
                <a:spLocks noRot="1" noChangeAspect="1" noMove="1" noResize="1" noEditPoints="1" noAdjustHandles="1" noChangeArrowheads="1" noChangeShapeType="1" noTextEdit="1"/>
              </p:cNvSpPr>
              <p:nvPr/>
            </p:nvSpPr>
            <p:spPr>
              <a:xfrm>
                <a:off x="6434053" y="2546404"/>
                <a:ext cx="1219308" cy="369332"/>
              </a:xfrm>
              <a:prstGeom prst="rect">
                <a:avLst/>
              </a:prstGeom>
              <a:blipFill rotWithShape="1">
                <a:blip r:embed="rId4"/>
                <a:stretch>
                  <a:fillRect l="-19" t="-15" r="-4503" b="12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9204525" y="2546404"/>
                <a:ext cx="147578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7</m:t>
                          </m:r>
                        </m:sub>
                      </m:sSub>
                      <m:r>
                        <a:rPr lang="en-US" b="0" i="1" smtClean="0">
                          <a:latin typeface="Cambria Math" panose="02040503050406030204" pitchFamily="18" charset="0"/>
                        </a:rPr>
                        <m:t>=⟨</m:t>
                      </m:r>
                      <m:r>
                        <a:rPr lang="en-US" b="0" i="1" smtClean="0">
                          <a:latin typeface="Cambria Math" panose="02040503050406030204" pitchFamily="18" charset="0"/>
                        </a:rPr>
                        <m:t>11</m:t>
                      </m:r>
                      <m:r>
                        <a:rPr lang="en-US" b="0" i="1" smtClean="0">
                          <a:latin typeface="Cambria Math" panose="02040503050406030204" pitchFamily="18" charset="0"/>
                        </a:rPr>
                        <m:t>,</m:t>
                      </m:r>
                      <m:r>
                        <a:rPr lang="en-US" b="0" i="1" smtClean="0">
                          <a:latin typeface="Cambria Math" panose="02040503050406030204" pitchFamily="18" charset="0"/>
                        </a:rPr>
                        <m:t>13</m:t>
                      </m:r>
                      <m:r>
                        <a:rPr lang="en-US" b="0" i="1" smtClean="0">
                          <a:latin typeface="Cambria Math" panose="02040503050406030204" pitchFamily="18" charset="0"/>
                        </a:rPr>
                        <m:t>⟩</m:t>
                      </m:r>
                    </m:oMath>
                  </m:oMathPara>
                </a14:m>
                <a:endParaRPr lang="en-US"/>
              </a:p>
            </p:txBody>
          </p:sp>
        </mc:Choice>
        <mc:Fallback>
          <p:sp>
            <p:nvSpPr>
              <p:cNvPr id="9" name="TextBox 8"/>
              <p:cNvSpPr txBox="1">
                <a:spLocks noRot="1" noChangeAspect="1" noMove="1" noResize="1" noEditPoints="1" noAdjustHandles="1" noChangeArrowheads="1" noChangeShapeType="1" noTextEdit="1"/>
              </p:cNvSpPr>
              <p:nvPr/>
            </p:nvSpPr>
            <p:spPr>
              <a:xfrm>
                <a:off x="9204525" y="2546404"/>
                <a:ext cx="1475789" cy="369332"/>
              </a:xfrm>
              <a:prstGeom prst="rect">
                <a:avLst/>
              </a:prstGeom>
              <a:blipFill rotWithShape="1">
                <a:blip r:embed="rId5"/>
                <a:stretch>
                  <a:fillRect l="-14" t="-15" r="-6050" b="122"/>
                </a:stretch>
              </a:blipFill>
            </p:spPr>
            <p:txBody>
              <a:bodyPr/>
              <a:lstStyle/>
              <a:p>
                <a:r>
                  <a:rPr lang="en-US" altLang="en-US">
                    <a:noFill/>
                  </a:rPr>
                  <a:t> </a:t>
                </a:r>
              </a:p>
            </p:txBody>
          </p:sp>
        </mc:Fallback>
      </mc:AlternateContent>
      <p:sp>
        <p:nvSpPr>
          <p:cNvPr id="10" name="Rectangle 9"/>
          <p:cNvSpPr/>
          <p:nvPr/>
        </p:nvSpPr>
        <p:spPr>
          <a:xfrm>
            <a:off x="2211070" y="1835785"/>
            <a:ext cx="3293745" cy="313055"/>
          </a:xfrm>
          <a:prstGeom prst="rect">
            <a:avLst/>
          </a:prstGeom>
          <a:noFill/>
          <a:ln w="38100">
            <a:solidFill>
              <a:schemeClr val="accent2"/>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r:id="rId6" p14:bwMode="auto">
            <p14:nvContentPartPr>
              <p14:cNvPr id="3" name="Ink 2"/>
              <p14:cNvContentPartPr/>
              <p14:nvPr/>
            </p14:nvContentPartPr>
            <p14:xfrm>
              <a:off x="2151000" y="1241280"/>
              <a:ext cx="9227160" cy="4402440"/>
            </p14:xfrm>
          </p:contentPart>
        </mc:Choice>
        <mc:Fallback xmlns="">
          <p:pic>
            <p:nvPicPr>
              <p:cNvPr id="3" name="Ink 2"/>
            </p:nvPicPr>
            <p:blipFill>
              <a:blip r:embed="rId7"/>
            </p:blipFill>
            <p:spPr>
              <a:xfrm>
                <a:off x="2151000" y="1241280"/>
                <a:ext cx="9227160" cy="440244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4" name="Ink 3"/>
              <p14:cNvContentPartPr/>
              <p14:nvPr/>
            </p14:nvContentPartPr>
            <p14:xfrm>
              <a:off x="1075680" y="1506240"/>
              <a:ext cx="7642080" cy="901800"/>
            </p14:xfrm>
          </p:contentPart>
        </mc:Choice>
        <mc:Fallback xmlns="">
          <p:pic>
            <p:nvPicPr>
              <p:cNvPr id="4" name="Ink 3"/>
            </p:nvPicPr>
            <p:blipFill>
              <a:blip r:embed="rId9"/>
            </p:blipFill>
            <p:spPr>
              <a:xfrm>
                <a:off x="1075680" y="1506240"/>
                <a:ext cx="7642080" cy="9018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Segment CRF recurrence</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62500" lnSpcReduction="20000"/>
              </a:bodyPr>
              <a:lstStyle/>
              <a:p>
                <a:pPr>
                  <a:lnSpc>
                    <a:spcPct val="120000"/>
                  </a:lnSpc>
                </a:pPr>
                <a:r>
                  <a:rPr lang="en-US"/>
                  <a:t>Suppose </a:t>
                </a:r>
                <a14:m>
                  <m:oMath xmlns:m="http://schemas.openxmlformats.org/officeDocument/2006/math">
                    <m:r>
                      <a:rPr lang="en-US" i="1" dirty="0" smtClean="0">
                        <a:latin typeface="Cambria Math" panose="02040503050406030204" pitchFamily="18" charset="0"/>
                      </a:rPr>
                      <m:t>𝐽</m:t>
                    </m:r>
                  </m:oMath>
                </a14:m>
                <a:r>
                  <a:rPr lang="en-US"/>
                  <a:t> is the length of the longest allowed segment</a:t>
                </a:r>
                <a:endParaRPr lang="en-US"/>
              </a:p>
              <a:p>
                <a:pPr>
                  <a:lnSpc>
                    <a:spcPct val="120000"/>
                  </a:lnSpc>
                </a:pPr>
                <a:r>
                  <a:rPr lang="en-US"/>
                  <a:t>Let </a:t>
                </a:r>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m:t>
                    </m:r>
                    <m:r>
                      <a:rPr lang="en-US" i="1" dirty="0" smtClean="0">
                        <a:latin typeface="Cambria Math" panose="02040503050406030204" pitchFamily="18" charset="0"/>
                      </a:rPr>
                      <m:t>𝑚</m:t>
                    </m:r>
                    <m:r>
                      <a:rPr lang="en-US" i="1" dirty="0" smtClean="0">
                        <a:latin typeface="Cambria Math" panose="02040503050406030204" pitchFamily="18" charset="0"/>
                      </a:rPr>
                      <m:t>)</m:t>
                    </m:r>
                  </m:oMath>
                </a14:m>
                <a:r>
                  <a:rPr lang="en-US"/>
                  <a:t> be the best score of segmentations ending at </a:t>
                </a:r>
                <a:r>
                  <a:rPr lang="en-US" u="sng"/>
                  <a:t>token</a:t>
                </a:r>
                <a:r>
                  <a:rPr lang="en-US"/>
                  <a:t> position </a:t>
                </a:r>
                <a14:m>
                  <m:oMath xmlns:m="http://schemas.openxmlformats.org/officeDocument/2006/math">
                    <m:r>
                      <a:rPr lang="en-US" i="1" dirty="0" smtClean="0">
                        <a:latin typeface="Cambria Math" panose="02040503050406030204" pitchFamily="18" charset="0"/>
                      </a:rPr>
                      <m:t>𝑡</m:t>
                    </m:r>
                  </m:oMath>
                </a14:m>
                <a:r>
                  <a:rPr lang="en-US"/>
                  <a:t> with label </a:t>
                </a:r>
                <a14:m>
                  <m:oMath xmlns:m="http://schemas.openxmlformats.org/officeDocument/2006/math">
                    <m:r>
                      <a:rPr lang="en-US" i="1" dirty="0" smtClean="0">
                        <a:latin typeface="Cambria Math" panose="02040503050406030204" pitchFamily="18" charset="0"/>
                      </a:rPr>
                      <m:t>𝑚</m:t>
                    </m:r>
                  </m:oMath>
                </a14:m>
                <a:endParaRPr lang="en-US"/>
              </a:p>
              <a:p>
                <a:pPr>
                  <a:lnSpc>
                    <a:spcPct val="120000"/>
                  </a:lnSpc>
                </a:pPr>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m:t>
                    </m:r>
                    <m:r>
                      <a:rPr lang="en-US" i="1" dirty="0" smtClean="0">
                        <a:latin typeface="Cambria Math" panose="02040503050406030204" pitchFamily="18" charset="0"/>
                      </a:rPr>
                      <m:t>0</m:t>
                    </m:r>
                    <m:r>
                      <a:rPr lang="en-US" i="1" dirty="0" smtClean="0">
                        <a:latin typeface="Cambria Math" panose="02040503050406030204" pitchFamily="18" charset="0"/>
                      </a:rPr>
                      <m:t>, </m:t>
                    </m:r>
                    <m:r>
                      <a:rPr lang="en-US" i="1" dirty="0" smtClean="0">
                        <a:latin typeface="Cambria Math" panose="02040503050406030204" pitchFamily="18" charset="0"/>
                      </a:rPr>
                      <m:t>𝑚</m:t>
                    </m:r>
                    <m:r>
                      <a:rPr lang="en-US" i="1" dirty="0" smtClean="0">
                        <a:latin typeface="Cambria Math" panose="02040503050406030204" pitchFamily="18" charset="0"/>
                      </a:rPr>
                      <m:t>) = </m:t>
                    </m:r>
                    <m:r>
                      <a:rPr lang="en-US" i="1" dirty="0" smtClean="0">
                        <a:latin typeface="Cambria Math" panose="02040503050406030204" pitchFamily="18" charset="0"/>
                      </a:rPr>
                      <m:t>0</m:t>
                    </m:r>
                  </m:oMath>
                </a14:m>
                <a:r>
                  <a:rPr lang="en-US"/>
                  <a:t> for all </a:t>
                </a:r>
                <a14:m>
                  <m:oMath xmlns:m="http://schemas.openxmlformats.org/officeDocument/2006/math">
                    <m:r>
                      <a:rPr lang="en-US" i="1" dirty="0" smtClean="0">
                        <a:latin typeface="Cambria Math" panose="02040503050406030204" pitchFamily="18" charset="0"/>
                      </a:rPr>
                      <m:t>𝑚</m:t>
                    </m:r>
                  </m:oMath>
                </a14:m>
                <a:endParaRPr lang="en-US"/>
              </a:p>
              <a:p>
                <a:pPr>
                  <a:lnSpc>
                    <a:spcPct val="120000"/>
                  </a:lnSpc>
                </a:pPr>
                <a:r>
                  <a:rPr lang="en-US"/>
                  <a:t>If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 &lt; </m:t>
                    </m:r>
                    <m:r>
                      <a:rPr lang="en-US" i="1" dirty="0" smtClean="0">
                        <a:latin typeface="Cambria Math" panose="02040503050406030204" pitchFamily="18" charset="0"/>
                      </a:rPr>
                      <m:t>0</m:t>
                    </m:r>
                    <m:r>
                      <a:rPr lang="en-US" i="1" dirty="0" smtClean="0">
                        <a:latin typeface="Cambria Math" panose="02040503050406030204" pitchFamily="18" charset="0"/>
                      </a:rPr>
                      <m:t> </m:t>
                    </m:r>
                  </m:oMath>
                </a14:m>
                <a:r>
                  <a:rPr lang="en-US"/>
                  <a:t>then </a:t>
                </a:r>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m:t>
                    </m:r>
                    <m:r>
                      <a:rPr lang="en-US" i="1" dirty="0" smtClean="0">
                        <a:latin typeface="Cambria Math" panose="02040503050406030204" pitchFamily="18" charset="0"/>
                      </a:rPr>
                      <m:t>𝑚</m:t>
                    </m:r>
                    <m:r>
                      <a:rPr lang="en-US" i="1" dirty="0" smtClean="0">
                        <a:latin typeface="Cambria Math" panose="02040503050406030204" pitchFamily="18" charset="0"/>
                      </a:rPr>
                      <m:t>) = −∞</m:t>
                    </m:r>
                  </m:oMath>
                </a14:m>
                <a:endParaRPr lang="en-US"/>
              </a:p>
              <a:p>
                <a:pPr>
                  <a:lnSpc>
                    <a:spcPct val="120000"/>
                  </a:lnSpc>
                </a:pPr>
                <a:r>
                  <a:rPr lang="en-US"/>
                  <a:t>The segment that just ended may have started at position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𝑡</m:t>
                        </m:r>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r>
                      <a:rPr lang="en-US" b="0" i="1" dirty="0" smtClean="0">
                        <a:latin typeface="Cambria Math" panose="02040503050406030204" pitchFamily="18" charset="0"/>
                      </a:rPr>
                      <m:t>1</m:t>
                    </m:r>
                  </m:oMath>
                </a14:m>
                <a:r>
                  <a:rPr lang="en-US"/>
                  <a:t>, where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𝐽</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&lt;</m:t>
                    </m:r>
                    <m:r>
                      <a:rPr lang="en-US" i="1">
                        <a:latin typeface="Cambria Math" panose="02040503050406030204" pitchFamily="18" charset="0"/>
                      </a:rPr>
                      <m:t>𝑡</m:t>
                    </m:r>
                  </m:oMath>
                </a14:m>
                <a:endParaRPr lang="en-US"/>
              </a:p>
              <a:p>
                <a:pPr>
                  <a:lnSpc>
                    <a:spcPct val="120000"/>
                  </a:lnSpc>
                </a:pPr>
                <a:r>
                  <a:rPr lang="en-US"/>
                  <a:t>In general for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 &gt; </m:t>
                    </m:r>
                    <m:r>
                      <a:rPr lang="en-US" i="1" dirty="0" smtClean="0">
                        <a:latin typeface="Cambria Math" panose="02040503050406030204" pitchFamily="18" charset="0"/>
                      </a:rPr>
                      <m:t>0</m:t>
                    </m:r>
                  </m:oMath>
                </a14:m>
                <a:r>
                  <a:rPr lang="en-US"/>
                  <a:t>:</a:t>
                </a:r>
                <a:br>
                  <a:rPr lang="en-US"/>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lim>
                          </m:limLow>
                        </m:fName>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𝐽</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r>
                                    <a:rPr lang="en-US" b="0" i="1" smtClean="0">
                                      <a:latin typeface="Cambria Math" panose="02040503050406030204" pitchFamily="18" charset="0"/>
                                    </a:rPr>
                                    <m:t>&lt;</m:t>
                                  </m:r>
                                  <m:r>
                                    <a:rPr lang="en-US" b="0" i="1" smtClean="0">
                                      <a:latin typeface="Cambria Math" panose="02040503050406030204" pitchFamily="18" charset="0"/>
                                    </a:rPr>
                                    <m:t>𝑡</m:t>
                                  </m:r>
                                </m:lim>
                              </m:limLow>
                            </m:fName>
                            <m:e>
                              <m:r>
                                <a:rPr lang="en-US" b="0" i="1" smtClean="0">
                                  <a:latin typeface="Cambria Math" panose="02040503050406030204" pitchFamily="18" charset="0"/>
                                </a:rPr>
                                <m:t>𝑣</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1" i="1" smtClean="0">
                                  <a:latin typeface="Cambria Math" panose="02040503050406030204" pitchFamily="18" charset="0"/>
                                </a:rPr>
                                <m:t>𝒘</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acc>
                              <m:r>
                                <a:rPr lang="en-US" b="0" i="1" smtClean="0">
                                  <a:latin typeface="Cambria Math" panose="02040503050406030204" pitchFamily="18" charset="0"/>
                                </a:rPr>
                                <m:t>)</m:t>
                              </m:r>
                            </m:e>
                          </m:func>
                        </m:e>
                      </m:func>
                    </m:oMath>
                  </m:oMathPara>
                </a14:m>
                <a:endParaRPr lang="en-US"/>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
        <p:nvSpPr>
          <p:cNvPr id="4" name="Speech Bubble: Rectangle with Corners Rounded 3"/>
          <p:cNvSpPr/>
          <p:nvPr/>
        </p:nvSpPr>
        <p:spPr>
          <a:xfrm>
            <a:off x="1313849" y="6003042"/>
            <a:ext cx="2223435" cy="837398"/>
          </a:xfrm>
          <a:prstGeom prst="wedgeRoundRectCallout">
            <a:avLst>
              <a:gd name="adj1" fmla="val 43886"/>
              <a:gd name="adj2" fmla="val -8692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All possible labels of previous segment</a:t>
            </a:r>
            <a:endParaRPr lang="en-US"/>
          </a:p>
        </p:txBody>
      </p:sp>
      <p:sp>
        <p:nvSpPr>
          <p:cNvPr id="5" name="Speech Bubble: Rectangle with Corners Rounded 4"/>
          <p:cNvSpPr/>
          <p:nvPr/>
        </p:nvSpPr>
        <p:spPr>
          <a:xfrm>
            <a:off x="3655996" y="6003042"/>
            <a:ext cx="2223435" cy="837398"/>
          </a:xfrm>
          <a:prstGeom prst="wedgeRoundRectCallout">
            <a:avLst>
              <a:gd name="adj1" fmla="val -6763"/>
              <a:gd name="adj2" fmla="val -8117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All possible lengths  of current segment</a:t>
            </a:r>
            <a:endParaRPr lang="en-US"/>
          </a:p>
        </p:txBody>
      </p:sp>
      <mc:AlternateContent xmlns:mc="http://schemas.openxmlformats.org/markup-compatibility/2006">
        <mc:Choice xmlns:a14="http://schemas.microsoft.com/office/drawing/2010/main" Requires="a14">
          <p:sp>
            <p:nvSpPr>
              <p:cNvPr id="6" name="Rectangle: Rounded Corners 5"/>
              <p:cNvSpPr/>
              <p:nvPr/>
            </p:nvSpPr>
            <p:spPr>
              <a:xfrm>
                <a:off x="6590498" y="6003042"/>
                <a:ext cx="1769043" cy="8373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Pay for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𝑚</m:t>
                    </m:r>
                  </m:oMath>
                </a14:m>
                <a:r>
                  <a:rPr lang="en-US"/>
                  <a:t> transition</a:t>
                </a:r>
                <a:endParaRPr lang="en-US"/>
              </a:p>
            </p:txBody>
          </p:sp>
        </mc:Choice>
        <mc:Fallback>
          <p:sp>
            <p:nvSpPr>
              <p:cNvPr id="6" name="Rectangle: Rounded Corners 5"/>
              <p:cNvSpPr>
                <a:spLocks noRot="1" noChangeAspect="1" noMove="1" noResize="1" noEditPoints="1" noAdjustHandles="1" noChangeArrowheads="1" noChangeShapeType="1" noTextEdit="1"/>
              </p:cNvSpPr>
              <p:nvPr/>
            </p:nvSpPr>
            <p:spPr>
              <a:xfrm>
                <a:off x="6590498" y="6003042"/>
                <a:ext cx="1769043" cy="837398"/>
              </a:xfrm>
              <a:prstGeom prst="roundRect">
                <a:avLst/>
              </a:prstGeom>
              <a:blipFill rotWithShape="1">
                <a:blip r:embed="rId2"/>
                <a:stretch>
                  <a:fillRect l="-385" t="-805" r="-336" b="-732"/>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7" name="Rectangle: Rounded Corners 6"/>
              <p:cNvSpPr/>
              <p:nvPr/>
            </p:nvSpPr>
            <p:spPr>
              <a:xfrm>
                <a:off x="8821954" y="6003042"/>
                <a:ext cx="2381852" cy="8373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Pay for emitting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acc>
                  </m:oMath>
                </a14:m>
                <a:r>
                  <a:rPr lang="en-US"/>
                  <a:t> in state </a:t>
                </a:r>
                <a14:m>
                  <m:oMath xmlns:m="http://schemas.openxmlformats.org/officeDocument/2006/math">
                    <m:r>
                      <a:rPr lang="en-US" i="1">
                        <a:latin typeface="Cambria Math" panose="02040503050406030204" pitchFamily="18" charset="0"/>
                      </a:rPr>
                      <m:t>𝑚</m:t>
                    </m:r>
                  </m:oMath>
                </a14:m>
                <a:endParaRPr lang="en-US"/>
              </a:p>
            </p:txBody>
          </p:sp>
        </mc:Choice>
        <mc:Fallback>
          <p:sp>
            <p:nvSpPr>
              <p:cNvPr id="7" name="Rectangle: Rounded Corners 6"/>
              <p:cNvSpPr>
                <a:spLocks noRot="1" noChangeAspect="1" noMove="1" noResize="1" noEditPoints="1" noAdjustHandles="1" noChangeArrowheads="1" noChangeShapeType="1" noTextEdit="1"/>
              </p:cNvSpPr>
              <p:nvPr/>
            </p:nvSpPr>
            <p:spPr>
              <a:xfrm>
                <a:off x="8821954" y="6003042"/>
                <a:ext cx="2381852" cy="837398"/>
              </a:xfrm>
              <a:prstGeom prst="roundRect">
                <a:avLst/>
              </a:prstGeom>
              <a:blipFill rotWithShape="1">
                <a:blip r:embed="rId3"/>
                <a:stretch>
                  <a:fillRect l="-289" t="-3155" r="-246" b="-3083"/>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8" name="Left Brace 7"/>
          <p:cNvSpPr/>
          <p:nvPr/>
        </p:nvSpPr>
        <p:spPr>
          <a:xfrm rot="16200000">
            <a:off x="8060625" y="5143755"/>
            <a:ext cx="344153" cy="831195"/>
          </a:xfrm>
          <a:prstGeom prst="leftBrace">
            <a:avLst>
              <a:gd name="adj1" fmla="val 25833"/>
              <a:gd name="adj2" fmla="val 3489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p:cNvSpPr/>
          <p:nvPr/>
        </p:nvSpPr>
        <p:spPr>
          <a:xfrm rot="16200000">
            <a:off x="9187836" y="4680341"/>
            <a:ext cx="344153" cy="1907113"/>
          </a:xfrm>
          <a:prstGeom prst="leftBrace">
            <a:avLst>
              <a:gd name="adj1" fmla="val 25833"/>
              <a:gd name="adj2" fmla="val 73004"/>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 and outlook</a:t>
            </a:r>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lstStyle/>
              <a:p>
                <a:r>
                  <a:rPr lang="en-US"/>
                  <a:t>Sequences of symbols from a vocabulary are a natural first model for text</a:t>
                </a:r>
                <a:endParaRPr lang="en-US"/>
              </a:p>
              <a:p>
                <a:pPr lvl="1"/>
                <a:r>
                  <a:rPr lang="en-US"/>
                  <a:t>Initially, model each symbol as opaque ID in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𝑁</m:t>
                        </m:r>
                      </m:e>
                    </m:d>
                  </m:oMath>
                </a14:m>
                <a:endParaRPr lang="en-US" i="1">
                  <a:latin typeface="DejaVu Math TeX Gyre" panose="02000503000000000000" charset="0"/>
                  <a:cs typeface="DejaVu Math TeX Gyre" panose="02000503000000000000" charset="0"/>
                </a:endParaRPr>
              </a:p>
              <a:p>
                <a:pPr lvl="1"/>
                <a:r>
                  <a:rPr lang="en-US"/>
                  <a:t>Then, model features of symbols from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𝐹</m:t>
                        </m:r>
                      </m:e>
                    </m:d>
                  </m:oMath>
                </a14:m>
                <a:endParaRPr lang="en-US" i="1">
                  <a:latin typeface="DejaVu Math TeX Gyre" panose="02000503000000000000" charset="0"/>
                  <a:cs typeface="DejaVu Math TeX Gyre" panose="02000503000000000000" charset="0"/>
                </a:endParaRPr>
              </a:p>
              <a:p>
                <a:pPr lvl="1"/>
                <a:r>
                  <a:rPr lang="en-US"/>
                  <a:t>So far, sparse, discrete features</a:t>
                </a:r>
                <a:endParaRPr lang="en-US" i="1">
                  <a:latin typeface="DejaVu Math TeX Gyre" panose="02000503000000000000" charset="0"/>
                  <a:cs typeface="DejaVu Math TeX Gyre" panose="02000503000000000000" charset="0"/>
                </a:endParaRPr>
              </a:p>
              <a:p>
                <a:pPr lvl="1"/>
                <a:r>
                  <a:rPr lang="en-US"/>
                  <a:t>Soon,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𝐹</m:t>
                        </m:r>
                      </m:e>
                    </m:d>
                  </m:oMath>
                </a14:m>
                <a:r>
                  <a:rPr lang="en-US"/>
                  <a:t> will present a dense, continuous space</a:t>
                </a:r>
                <a:endParaRPr lang="en-US"/>
              </a:p>
              <a:p>
                <a:pPr lvl="0"/>
                <a:r>
                  <a:rPr lang="en-US"/>
                  <a:t>Inference and training for sequences ‘easy’</a:t>
                </a:r>
                <a:endParaRPr lang="en-US"/>
              </a:p>
              <a:p>
                <a:pPr lvl="0"/>
                <a:r>
                  <a:rPr lang="en-US"/>
                  <a:t>LMs called upon to work with more complex objects like trees and general graphs </a:t>
                </a:r>
                <a:r>
                  <a:rPr lang="en-US">
                    <a:latin typeface="Arial" panose="020B0604020202020204" pitchFamily="34" charset="0"/>
                    <a:cs typeface="Arial" panose="020B0604020202020204" pitchFamily="34" charset="0"/>
                  </a:rPr>
                  <a:t>… next</a:t>
                </a:r>
                <a:endParaRPr lang="en-US">
                  <a:latin typeface="Arial" panose="020B0604020202020204" pitchFamily="34" charset="0"/>
                  <a:cs typeface="Arial" panose="020B0604020202020204" pitchFamily="34" charset="0"/>
                </a:endParaRPr>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plain16x9</Template>
  <TotalTime>0</TotalTime>
  <Words>33440</Words>
  <Application>WPS Presentation</Application>
  <PresentationFormat>Widescreen</PresentationFormat>
  <Paragraphs>1144</Paragraphs>
  <Slides>70</Slides>
  <Notes>5</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70</vt:i4>
      </vt:variant>
    </vt:vector>
  </HeadingPairs>
  <TitlesOfParts>
    <vt:vector size="90" baseType="lpstr">
      <vt:lpstr>Arial</vt:lpstr>
      <vt:lpstr>SimSun</vt:lpstr>
      <vt:lpstr>Wingdings</vt:lpstr>
      <vt:lpstr>Clear Sans</vt:lpstr>
      <vt:lpstr>Cambria Math</vt:lpstr>
      <vt:lpstr>DejaVu Math TeX Gyre</vt:lpstr>
      <vt:lpstr>Arial Black</vt:lpstr>
      <vt:lpstr>Microsoft YaHei</vt:lpstr>
      <vt:lpstr>Droid Sans Fallback</vt:lpstr>
      <vt:lpstr>Arial Unicode MS</vt:lpstr>
      <vt:lpstr>SimSun</vt:lpstr>
      <vt:lpstr>Calibri</vt:lpstr>
      <vt:lpstr>MS Mincho</vt:lpstr>
      <vt:lpstr>Symbol</vt:lpstr>
      <vt:lpstr>Standard Symbols PS</vt:lpstr>
      <vt:lpstr>Yu Gothic UI Light</vt:lpstr>
      <vt:lpstr>Courier New</vt:lpstr>
      <vt:lpstr>Comfortaa Light</vt:lpstr>
      <vt:lpstr>OpenSymbol</vt:lpstr>
      <vt:lpstr>2_Office Theme</vt:lpstr>
      <vt:lpstr>“Pre-deep” Learning for Sequences</vt:lpstr>
      <vt:lpstr>“Pre-deep” language models</vt:lpstr>
      <vt:lpstr>Working model for sequences</vt:lpstr>
      <vt:lpstr>‘Events’ defined around tokens</vt:lpstr>
      <vt:lpstr>Early language models used -gram statistics</vt:lpstr>
      <vt:lpstr>PowerPoint 演示文稿</vt:lpstr>
      <vt:lpstr>Toy example [TC.p100]</vt:lpstr>
      <vt:lpstr>Bigram-based estimate</vt:lpstr>
      <vt:lpstr>Conditional probability tables (CPT)</vt:lpstr>
      <vt:lpstr>[UNK] token</vt:lpstr>
      <vt:lpstr>Smoothing</vt:lpstr>
      <vt:lpstr>Smoothing example [TC.p104]</vt:lpstr>
      <vt:lpstr>Backoff</vt:lpstr>
      <vt:lpstr>Modest experiment (2019)</vt:lpstr>
      <vt:lpstr>Sample generations for first order</vt:lpstr>
      <vt:lpstr>Sample generations for second order</vt:lpstr>
      <vt:lpstr>Sample generations for third order</vt:lpstr>
      <vt:lpstr>ChatGPT prefix completion</vt:lpstr>
      <vt:lpstr>Perplexity (not the company!)</vt:lpstr>
      <vt:lpstr>Fill in the blank</vt:lpstr>
      <vt:lpstr>Step back: predict  from single word </vt:lpstr>
      <vt:lpstr>Modified notation using feature function</vt:lpstr>
      <vt:lpstr>SVM</vt:lpstr>
      <vt:lpstr>Logistic regression (LR)</vt:lpstr>
      <vt:lpstr>Warmup: predict label  from </vt:lpstr>
      <vt:lpstr>Graph representation of dependencies</vt:lpstr>
      <vt:lpstr> via Bayes rule</vt:lpstr>
      <vt:lpstr> via SVM or LR</vt:lpstr>
      <vt:lpstr>More sequence tasks</vt:lpstr>
      <vt:lpstr>Example: segmentation into fields</vt:lpstr>
      <vt:lpstr>State transitions and symbol emissions</vt:lpstr>
      <vt:lpstr>Steps</vt:lpstr>
      <vt:lpstr>Transition and emission probabilities</vt:lpstr>
      <vt:lpstr>MLE estimates of parameters</vt:lpstr>
      <vt:lpstr>Fully observed sequence</vt:lpstr>
      <vt:lpstr>Shapes of  and </vt:lpstr>
      <vt:lpstr>Uses of </vt:lpstr>
      <vt:lpstr>Viterbi dynamic program for  </vt:lpstr>
      <vt:lpstr>Time taken to fill table</vt:lpstr>
      <vt:lpstr>Numerical safety: calculate in log space</vt:lpstr>
      <vt:lpstr>How about marginal ? </vt:lpstr>
      <vt:lpstr>Token shapes and features</vt:lpstr>
      <vt:lpstr>Complications from (correlated) token features</vt:lpstr>
      <vt:lpstr>Return to  for single token </vt:lpstr>
      <vt:lpstr>Three problems with HMM</vt:lpstr>
      <vt:lpstr>Hack for self-loop</vt:lpstr>
      <vt:lpstr>From  to </vt:lpstr>
      <vt:lpstr>Feature map notation</vt:lpstr>
      <vt:lpstr>One step feature map </vt:lpstr>
      <vt:lpstr>Max entropy Markov model (MEMM)</vt:lpstr>
      <vt:lpstr>PowerPoint 演示文稿</vt:lpstr>
      <vt:lpstr>Local normalization considered harmful</vt:lpstr>
      <vt:lpstr>“Label bias” (e.g. by Ralph Grishman)</vt:lpstr>
      <vt:lpstr>The fix: Global normalization</vt:lpstr>
      <vt:lpstr>Training objective</vt:lpstr>
      <vt:lpstr>DP for partition function</vt:lpstr>
      <vt:lpstr>Tensorflow/pytorch CRF code</vt:lpstr>
      <vt:lpstr>No directed arrows</vt:lpstr>
      <vt:lpstr>Map so far</vt:lpstr>
      <vt:lpstr>Perfect, the enemy of the good</vt:lpstr>
      <vt:lpstr>Use error to create margin</vt:lpstr>
      <vt:lpstr>StructSVM</vt:lpstr>
      <vt:lpstr>Dynamic constraint generation</vt:lpstr>
      <vt:lpstr>Loss augmented inference</vt:lpstr>
      <vt:lpstr>All-or-nothing loss (more tricky)</vt:lpstr>
      <vt:lpstr>Conditional models involving </vt:lpstr>
      <vt:lpstr>Modeling long-range influence</vt:lpstr>
      <vt:lpstr>Segment CRF</vt:lpstr>
      <vt:lpstr>Segment CRF recurrence</vt:lpstr>
      <vt:lpstr>Summary and outlook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Soumen Chakrabarti</dc:creator>
  <cp:lastModifiedBy>soumen</cp:lastModifiedBy>
  <cp:revision>134</cp:revision>
  <dcterms:created xsi:type="dcterms:W3CDTF">2026-01-26T18:06:45Z</dcterms:created>
  <dcterms:modified xsi:type="dcterms:W3CDTF">2026-01-26T18:06:45Z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