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3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6.xml" ContentType="application/vnd.openxmlformats-officedocument.presentationml.notesSlide+xml"/>
  <Override PartName="/ppt/ink/ink17.xml" ContentType="application/inkml+xml"/>
  <Override PartName="/ppt/ink/ink18.xml" ContentType="application/inkml+xml"/>
  <Override PartName="/ppt/ink/ink1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314" r:id="rId3"/>
    <p:sldId id="337" r:id="rId4"/>
    <p:sldId id="315" r:id="rId5"/>
    <p:sldId id="335" r:id="rId6"/>
    <p:sldId id="316" r:id="rId7"/>
    <p:sldId id="317" r:id="rId8"/>
    <p:sldId id="318" r:id="rId9"/>
    <p:sldId id="301" r:id="rId10"/>
    <p:sldId id="284" r:id="rId11"/>
    <p:sldId id="257" r:id="rId12"/>
    <p:sldId id="300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5" r:id="rId22"/>
    <p:sldId id="293" r:id="rId23"/>
    <p:sldId id="294" r:id="rId24"/>
    <p:sldId id="29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66"/>
    <a:srgbClr val="DAE3F3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42" autoAdjust="0"/>
    <p:restoredTop sz="81064" autoAdjust="0"/>
  </p:normalViewPr>
  <p:slideViewPr>
    <p:cSldViewPr snapToGrid="0">
      <p:cViewPr varScale="1">
        <p:scale>
          <a:sx n="159" d="100"/>
          <a:sy n="159" d="100"/>
        </p:scale>
        <p:origin x="778" y="115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handoutMaster" Target="handoutMasters/handoutMaster1.xml" /><Relationship Id="rId30" Type="http://schemas.openxmlformats.org/officeDocument/2006/relationships/theme" Target="theme/theme1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2F6167-F243-4C0C-ACF1-09702CD692D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B11B56-D779-43CA-8C0E-B7265818C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4-02-02T09:55:2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8805 3351 53 0,'0'0'29'0,"-24"-13"-24"0,12 13-4 0,-12 0 0 0,-12 0 3 0,-13 13 3 0,25 11-2 0,12 0-4 0,0-1-1 0,12 15 0 0,12-2 0 0,12-1 0 0,12-11 0 0,1 2 0 0,11-2 1 0,-12 0 0 0,-25 0 3 0,-11 0 4 0,0-12 5 0,-35 0-7 0,11 1-1 0,-37-13 0 0,13 11-3 0,-1-11-1 0,13-11-1 0,11 11-5 0,14-13-20 0,11 13-41 0,0-12 23 0</inkml:trace>
  <inkml:trace contextRef="#ctx0" brushRef="#br0">8999 3411 90 0,'0'-24'13'0,"-13"-36"-10"0,13 23 0 0,25 13 8 0,-25 11 7 0,0 2-7 0,0 11-9 0,12 24-1 0,-12 12 4 0,0 13-1 0,12 22-2 0,-12-9-1 0,0 9 0 0,0 3 0 0,0 83-86 0,0-157 15 0</inkml:trace>
  <inkml:trace contextRef="#ctx0" brushRef="#br0">8890 3555 49 0,'0'0'0'0,"0"-11"25"0,-11-2-17 0,22 2 5 0,13 11 3 0,-12-12-8 0,26 0-3 0,-3 12-3 0,1 0 0 0,0 0 0 0,-11 12-2 0,11 11 0 0,-24 1 0 0,12 14 1 0,-11-2 0 0,-2-1-1 0,-11-10 1 0,0-13 0 0,0 1 2 0,0-13 3 0,0-13 12 0,11-11-14 0,3-13 0 0,-2 13-2 0,12-11-1 0,0-2-1 0,0 13 1 0,26 0-2 0,-28 12-5 0,27 12-22 0,-13 0-38 0,-23 0 14 0</inkml:trace>
  <inkml:trace contextRef="#ctx0" brushRef="#br0">9604 3531 98 0,'-12'-11'14'0,"-1"-13"-9"0,13 12 3 0,0 0 8 0,13 24-4 0,-1 24-10 0,-12-1-1 0,12 15 1 0,-12-15-1 0,12 2 1 0,0-13-1 0,1-11-1 0,-2-2 1 0,13-11-2 0,0-11 3 0,2-14-1 0,9 0-1 0,-23-10 0 0,12 11 0 0,0 0 1 0,-12-2-1 0,25 2 2 0,-25 48-2 0,0 2 0 0,0-2 0 0,0 11-3 0,0 2-13 0,12-13-24 0,1-11-55 0</inkml:trace>
  <inkml:trace contextRef="#ctx0" brushRef="#br0">10305 3496 84 0,'0'0'0'0,"-12"-24"15"0,-24 0 5 0,11 36-6 0,-11 12-5 0,12 0-5 0,-1 23-2 0,3 38-1 0,22-48-1 0,22 0 0 0,3-2-1 0,11-22-1 0,25-1-7 0,-1-12-6 0,1-25-9 0,37-35-15 0,-63 11 34 0,-11-10 7 0,-12-2 7 0,0 1 8 0,-12-13-3 0,-12 0-6 0,12-47 13 0,-12 94-8 0,12 15 0 0,0 11-5 0,-13 48 1 0,13-11-6 0,13 169 0 0,-1-134-2 0,0 1-5 0,0-13-6 0,13-12-9 0,-13-24-9 0,-12-11-36 0,0-2 26 0</inkml:trace>
  <inkml:trace contextRef="#ctx0" brushRef="#br0">10427 3520 66 0,'0'0'0'0,"11"-12"20"0,25-12-17 0,24 24 10 0,-11-12 4 0,0 0-2 0,-1 12-4 0,-12 0-5 0,13 108 11 0,-49-60-16 0,12 0 0 0,-12-11-1 0,35 0 1 0,-22-1-2 0,24-36 2 0,-2 12-1 0,2-12 1 0,-1-24-1 0,1 0 0 0,-13-13 0 0,0-11-1 0,0 11 3 0,-24 2-2 0,13-2 0 0,-2 13 0 0,-11 24 0 0,0 0 1 0,0 0-2 0,13 11 3 0,-1 26-1 0,-12-12 1 0,12 11-2 0,12-1 1 0,0-10-1 0,-13 0-3 0,14-1-7 0,0-13-11 0,-1 2-15 0,12-13-39 0,-36-13 46 0</inkml:trace>
  <inkml:trace contextRef="#ctx0" brushRef="#br0">11394 3544 50 0,'0'-13'33'0,"-12"2"-17"0,24-1-10 0,0 24 12 0,-12-1-8 0,12 26-8 0,0 0-1 0,-12-2 0 0,12 14-1 0,0-13 0 0,0 1 1 0,1-25-1 0,-13-12 0 0,11 12 4 0,-11-36 4 0,0 0-1 0,0-13-2 0,0 0-1 0,13-11-4 0,-1-24 0 0,12 36-4 0,1 24-8 0,10 0-10 0,15 12-12 0,-3 24-14 0,-11-12 6 0</inkml:trace>
  <inkml:trace contextRef="#ctx0" brushRef="#br0">12011 3616 49 0,'0'0'0'0,"12"0"48"0,1-11-20 0,-13-1-16 0,-25-13 7 0,-35 1-3 0,23 11-12 0,1 13-3 0,-1 24 0 0,-11 26-1 0,36-15 1 0,12-11-2 0,12 1 1 0,12-13-1 0,0 1 1 0,13-13 0 0,-1 0 1 0,-12-25-1 0,-11 0 0 0,9 14 1 0,-9-13-2 0,12 11 2 0,-13 13-1 0,1 13 0 0,-2-2 1 0,0 13-3 0,26 1 3 0,-25-13-2 0,24 1 2 0,-11-13-2 0,-13 0 2 0,24-25 0 0,-24 0 0 0,13-10 0 0,23-122 1 0,-48 84 0 0,0-12-3 0,0 0 1 0,0 37 1 0,-12 11-1 0,0 26 1 0,12 11-1 0,-12 24 2 0,0 13 0 0,12 22 2 0,-13 2-3 0,13 12 0 0,25 0 1 0,11-2-2 0,230 62 1 0,-230-144-15 0,-12-13-38 0,-11 0-65 0</inkml:trace>
  <inkml:trace contextRef="#ctx0" brushRef="#br0">8794 4112 108 0,'0'0'0'0,"-25"-37"8"0,25 37-6 0,0 50 12 0,0 9-7 0,0 15-4 0,0 11-1 0,12 10-2 0,1-9 1 0,-13-1-1 0,11-38 0 0,0-23 1 0,-11-11 1 0,0-13 10 0,0 0-2 0,0-37-7 0,0 13-2 0,0-11 0 0,0-15-1 0,-11 3 0 0,-25 11 0 0,12-13-1 0,-12 25 0 0,-13 12 1 0,13 12 0 0,0 24 0 0,-1 11 0 0,24 15 1 0,2-14 0 0,11 11-1 0,24-21 0 0,13 9 0 0,11-22-1 0,25-2-5 0,-1-11-21 0,1 0-45 0,-37-11 21 0</inkml:trace>
  <inkml:trace contextRef="#ctx0" brushRef="#br0">9156 4571 75 0,'0'0'36'0,"-12"0"-33"0,12 0-1 0,12 0 8 0,13 0 3 0,11 0-5 0,0 0-3 0,12-24-2 0,-11 13 0 0,-13-13 2 0,0 0-2 0,-12-13 1 0,-12 13-2 0,-25-12 0 0,-10 12-1 0,-15 11 1 0,15 2-1 0,-26 22 0 0,25 14 0 0,0 11-1 0,24 49 1 0,12-49-1 0,24 12 0 0,12-23 1 0,13 11-1 0,11-25 0 0,1 2-2 0,-1-13-5 0,73 0-45 0,-48-37-31 0,-73 37 52 0</inkml:trace>
  <inkml:trace contextRef="#ctx0" brushRef="#br0">9785 4403 69 0,'0'0'0'0,"-25"-24"42"0,14 24-29 0,0 0 1 0,-2 0-2 0,-12 24-1 0,13 11-4 0,-1 3-4 0,2-2-2 0,22-1 0 0,-11 2-1 0,25-24 0 0,13 11 1 0,-3-13 1 0,1-11 0 0,0-11-1 0,-11-13 1 0,11-2-2 0,-12 15 1 0,12-37 2 0,-23 48-3 0,-13 12-1 0,0 0-1 0,12 23 3 0,0 3 0 0,12-15-2 0,0 1 1 0,61 13-1 0,-49-37 0 0,0-13 2 0,1-11-1 0,-13-35 2 0,-24 22 1 0,-12 1 1 0,-25 12-3 0,-11-12-2 0,1 36-6 0,-16 0-9 0,28 12-14 0,-13 36-93 0</inkml:trace>
  <inkml:trace contextRef="#ctx0" brushRef="#br0">10329 4488 106 0,'25'-37'23'0,"-13"24"-13"0,12 2 14 0,-24 11-21 0,13 24 0 0,-13 1-2 0,11 11-1 0,2 49 0 0,-2-50 1 0,0-11 1 0,2-11-3 0,-1-2 2 0,-12-11 0 0,25 0 1 0,-14-24 3 0,13 0-3 0,1-11 0 0,11 9 0 0,-11-9-1 0,11-1 0 0,0 0 0 0,-12 36-1 0,-11 0 0 0,-13 12 1 0,12 12 1 0,24 97-1 0,-12-110 0 0,11-11 0 0,-9 0 0 0,-2-11-1 0,12-1 1 0,12-50 0 0,-36 39 0 0,13-1-1 0,-25 12 0 0,12 0-1 0,24 36 1 0,-24 12 0 0,0-12-1 0,1 0 2 0,11 1-2 0,12-2 1 0,24-10 0 0,-23-13 1 0,-2-13 0 0,-10-10-1 0,11-15 1 0,-24 3-1 0,0-1 1 0,-12 0 0 0,0-1 1 0,0 13 0 0,0 0 0 0,0 12-1 0,-12 12-1 0,12 12-1 0,0 0 1 0,0 35 0 0,0 3 1 0,0-2-1 0,0 25 0 0,0 11 0 0,0 25 0 0,0 0 0 0,12 12-1 0,-12-12 1 0,13-24 0 0,-13-26 0 0,12-22 0 0,-12-13-1 0,-12-11 0 0,12-13-5 0,-13-25-8 0,1-11-8 0,12-1-12 0,-12-24-15 0,12 26-8 0</inkml:trace>
  <inkml:trace contextRef="#ctx0" brushRef="#br0">11430 4403 54 0,'0'-24'51'0,"36"-1"-30"0,49 14 13 0,-37 22-20 0,-11 14-6 0,-2 96 1 0,-57-74-7 0,-28-10-2 0,-10 0 1 0,-37-13-16 0,61-13-15 0,24-22-67 0</inkml:trace>
  <inkml:trace contextRef="#ctx0" brushRef="#br0">11998 4645 186 0,'0'0'9'0,"0"0"1"0,0 0-7 0,-12 0-2 0,-12 0-31 0,13 11-98 0</inkml:trace>
  <inkml:trace contextRef="#ctx0" brushRef="#br0">7088 7693 75 0,'0'0'26'0,"-13"-24"-14"0,26 0-9 0,23-2 7 0,12 2 6 0,13-11 1 0,12-1-3 0,23 11-6 0,1 1-2 0,-36 12-4 0,-37 0 1 0,-12 12-1 0,-12 0 0 0,-12-12-13 0,-12 0-23 0,11 0-48 0,13-1 31 0</inkml:trace>
  <inkml:trace contextRef="#ctx0" brushRef="#br0">7886 7123 126 0,'0'0'0'0,"-12"-11"8"0,0 11-9 0,24 0 1 0,-12 25 5 0,-12 22 3 0,12 1-3 0,0 13-3 0,0-12 0 0,12-13-1 0,12 1 1 0,-12-25 1 0,-12-12 1 0,12-25 0 0,25-47-2 0,-13 35-2 0,0-24 1 0,-11 13-1 0,59-24 0 0,-59 72 1 0,22-13 0 0,-24 63 6 0,2-15-3 0,-13 26-2 0,12-13-1 0,0-11-1 0,12-13 0 0,-11 0 1 0,23-24-1 0,-12 0 1 0,13-12 0 0,-1-12 0 0,0-12-1 0,-12-1 1 0,-13 13-1 0,15-13 0 0,-14 26 0 0,0 11 0 0,-12 0 0 0,0 24 0 0,0 0 0 0,13 13 0 0,-13-2-1 0,22-10 2 0,15-1-2 0,0-12 0 0,11-12 1 0,0 0 0 0,-11-36 1 0,-13 24-1 0,0-25 1 0,-24 13-1 0,0 0 1 0,-24-13 0 0,-12 26-1 0,-13-2 0 0,1 13 0 0,13 0 0 0,-4 0-2 0,39 0-3 0,0 0 0 0,0 0 2 0,39 0 3 0,-17 0 0 0,39-35-1 0,0 9 1 0,-13 15 0 0,13-2 1 0,-12 13-1 0,-14 0 1 0,1 38 0 0,-22-15 2 0,-3 14-2 0,0 11 1 0,2-11-2 0,-13-13 0 0,0-13 0 0,0 2 0 0,12-13 1 0,-12 0 1 0,12-13-1 0,-12 2-1 0,24-26 0 0,0 0 1 0,1 2-1 0,-1-2-1 0,12 14 1 0,0 9 0 0,-11 3 0 0,-1 11 0 0,-12 11 1 0,1 26 0 0,-13-13 1 0,11 13-2 0,0 0-1 0,-11-2 0 0,13-11-10 0,11 1-25 0,-11-13-42 0,0-12 27 0</inkml:trace>
  <inkml:trace contextRef="#ctx0" brushRef="#br0">9483 7245 112 0,'0'0'8'0,"0"-13"-4"0,24 2-3 0,0 11 0 0,24 0-4 0,1 0-99 0</inkml:trace>
  <inkml:trace contextRef="#ctx0" brushRef="#br0">9918 6786 64 0,'0'-24'57'0,"12"-1"-55"0,13 13-1 0,-14 12 7 0,-11 12 11 0,13 13-4 0,-13 23-10 0,0 12-2 0,0 25 0 0,-24 0 0 0,11-2-1 0,1-9-1 0,0-13 0 0,12-13-1 0,12 0 1 0,0-24 0 0,1-24-1 0,11 13 1 0,13-13-1 0,-2-13-2 0,15-11-8 0,-15-13-27 0,1 26-30 0,-12-13 2 0</inkml:trace>
  <inkml:trace contextRef="#ctx0" brushRef="#br0">9930 7112 58 0,'-24'-13'32'0,"12"13"-28"0,12 0-3 0,0 0 8 0,12 0 6 0,24 13-6 0,1-2-5 0,24-11 0 0,-14 14 0 0,13-14 1 0,-11 0-2 0,0 0-1 0,-1 0 0 0,1 0-1 0,-13-14 2 0,-11 3 1 0,-1-2 1 0,-13-11 2 0,0 1-3 0,-11-1-2 0,0 12-1 0,-11-14-2 0,0 15 2 0,-2 11 1 0,-11 0-2 0,0 25 2 0,0 11 1 0,0 12 0 0,11 1 0 0,13-2-2 0,13-10 1 0,-2 0-2 0,26-13 1 0,0 0 0 0,9-24 0 0,4 11-3 0,-2-22-10 0,0-13-22 0,-11 11-19 0,11-11-19 0</inkml:trace>
  <inkml:trace contextRef="#ctx0" brushRef="#br0">10729 7112 61 0,'0'0'30'0,"0"0"-14"0,0 11-12 0,0 15 14 0,12 46 19 0,-12-35-35 0,12-26-1 0,-12 13 0 0,12-11-1 0,-12-2 1 0,0 2 1 0,0-26 18 0,12-22-12 0,-12-2-6 0,13 0 0 0,-2 2-1 0,24-15-1 0,-9 26 0 0,-2-11 0 0,12 23-1 0,-12 0-3 0,0 12-15 0,-12 0-35 0,13 12-51 0</inkml:trace>
  <inkml:trace contextRef="#ctx0" brushRef="#br0">11079 7184 91 0,'0'0'15'0,"13"-24"-8"0,35-37 34 0,-48 61-35 0,12 0-4 0,-12 13 2 0,0 24 0 0,0 11-1 0,0 0 0 0,0-11-2 0,0 11 0 0,0-12 0 0,0-24 0 0,0-12 0 0,0 0 4 0,36-48 6 0,-25 11-11 0,14 2 1 0,0-2-1 0,-1-11 0 0,0 12 0 0,24-2 1 0,-36 38-1 0,-12 0 1 0,12 24-1 0,-12 13 1 0,0 11 0 0,0 98 0 0,13-134-1 0,11-12 1 0,-24 0 2 0,24-12-1 0,0-12-1 0,12-13 0 0,-11 2-1 0,-1-15 1 0,1 15-2 0,-3-15 1 0,3 26-1 0,-12 13 1 0,-1 11 0 0,-12 24 0 0,13 13 0 0,-13 11 0 0,11 13 1 0,0-13 0 0,26 12-2 0,11-11 2 0,-11-25 0 0,-1-24 2 0,1 0-1 0,-1-37 1 0,-12 1-3 0,-12-13-2 0,-12 1-15 0,0-24-153 0</inkml:trace>
  <inkml:trace contextRef="#ctx0" brushRef="#br0">5079 13765 76 0,'13'-12'21'0,"11"0"1"0,0 12 1 0,-24 24 2 0,0 11-9 0,-83 135-5 0,20-73-8 0,-8 0-2 0,-14 11 0 0,24-23 0 0,1-13 0 0,13-11 1 0,9-24 0 0,26-37 0 0,12-13-11 0,37-23-41 0,-13 24-63 0</inkml:trace>
  <inkml:trace contextRef="#ctx0" brushRef="#br0">3096 14707 62 0,'0'0'0'0,"0"-23"62"0,-13-1-38 0,13 0-5 0,-11 24-8 0,11 0-7 0,0 24 2 0,-11 23 2 0,11 27-2 0,-13-2-4 0,13 25 0 0,-11 0-2 0,11-12 1 0,0-25 2 0,11-25-2 0,13-11 0 0,-13-10 0 0,14-14 1 0,0 0-3 0,-1 0 1 0,0-14-3 0,12-10-11 0,-24 13-19 0,1-13-21 0,-2 12-18 0,-11 0 41 0</inkml:trace>
  <inkml:trace contextRef="#ctx0" brushRef="#br0">2854 15035 85 0,'0'0'7'0,"12"0"2"0,25 0 5 0,11 0 1 0,13 0-5 0,60 0-3 0,12-12-3 0,-49 12 0 0,-10-13 2 0,-28 13 1 0,-7-12 2 0,-28 0 5 0,-11 0-4 0,-11-12-6 0,-15 12-2 0,2-12-2 0,-11 11 1 0,10 2-1 0,-11 11 0 0,23 11 1 0,2 2-1 0,-2 23 1 0,1 0-2 0,24 13 2 0,1-1-1 0,118 96 0 0,-81-131-3 0,-15-2-8 0,26-35-160 0</inkml:trace>
  <inkml:trace contextRef="#ctx0" brushRef="#br0">3822 15010 77 0,'0'0'47'0,"-11"0"-40"0,11 13 3 0,-13 35 12 0,26 49-16 0,-13-73-5 0,0-13 0 0,0 2 3 0,-13-26 33 0,1-10-33 0,12-13 0 0,-12 10-3 0,12-9 1 0,0-1 0 0,24 24-2 0,-11-13-1 0,46 13-7 0,-22 0-13 0,-1 24-15 0,12 0-18 0,13 13-48 0</inkml:trace>
  <inkml:trace contextRef="#ctx0" brushRef="#br0">4209 15035 47 0,'0'-12'44'0,"0"-13"-12"0,0 13-9 0,0 12 3 0,0-12-10 0,0 61-6 0,0-13-8 0,11 0-1 0,-11 1 0 0,0-1-1 0,13-12 1 0,-13-13-1 0,0 2 1 0,0-13 6 0,0 0-4 0,0-24-1 0,12 0-1 0,13-49 0 0,-12 25 0 0,9 11 0 0,15 13 0 0,-1 0-1 0,1 24 0 0,-13 0-1 0,0 12 1 0,-12 37-1 0,0-13 0 0,1 0 2 0,-13-13-1 0,12 3 0 0,-12-2-1 0,12-24 1 0,0 0 2 0,0 0 0 0,25-24-3 0,-2-13 1 0,2 1 1 0,-2 0-1 0,14-1 1 0,-24 1-1 0,11 24 0 0,-12 0 0 0,-12 12-1 0,0 24 1 0,-12 12 0 0,24 1 0 0,-24-1 0 0,37 0 0 0,-13-11 0 0,13-13 1 0,-2-12 1 0,15-12-1 0,57-61 0 0,-58 37-9 0,-13-1-57 0,1 25-61 0</inkml:trace>
  <inkml:trace contextRef="#ctx0" brushRef="#br0">20804 3085 17 0,'0'0'9'0,"0"-12"1"0,0 12 3 0,0 0 2 0,0 0-3 0,0 0 9 0,0 0-18 0,0 0 1 0,0 12-2 0,12 12 0 0,-24-13-1 0,12 26 0 0,0-26 0 0,-12 15 0 0,12-2 0 0,-12 0 0 0,12 0 0 0,-12 12-1 0,12-11 1 0,0-1-1 0,12 12 1 0,0-12 0 0,0-13 1 0,0 15 1 0,0-14-1 0,1 12 1 0,-13-12 1 0,0 0-1 0,-13 24 0 0,1-25-1 0,0 27-1 0,0-26 0 0,12 23-1 0,0-22 1 0,0 11-1 0,12 0 0 0,0 0 0 0,-12 0 1 0,12 1-2 0,-12-1 2 0,13 0-1 0,-13 13 0 0,-13-13 0 0,13 12 0 0,0-13 1 0,-12 15-1 0,24 57 1 0,1-69-1 0,-13-2 0 0,0 0 0 0,0 0 0 0,0 0 0 0,0 13 1 0,0-26 0 0,0 13 0 0,-13 1 0 0,13-13 0 0,0 25 0 0,0-26 0 0,0 14-1 0,0-1 0 0,0 0 0 0,0 0 0 0,0 1 1 0,0-1-1 0,0 0 0 0,0-12 2 0,-12 12 0 0,12 0 0 0,0 1-1 0,0-2-1 0,0-10 1 0,0 22-3 0,0-10 3 0,0 0-1 0,0-1 0 0,0-13 0 0,0 14 1 0,0-1 0 0,-12 0 0 0,0 1 1 0,12-13 0 0,0 12-1 0,-12 0-1 0,12 0 0 0,0 1 0 0,12-13 1 0,-12 24-1 0,12-24 0 0,-12-1 1 0,0 2-1 0,0-13 2 0,0 11-2 0,0 2 2 0,0-13-1 0,0 11 0 0,-12-11 0 0,12 14 0 0,0-14 0 0,0 0-1 0,0 0 1 0,0-14-2 0,0 3-2 0,0-2 2 0,-12 2 0 0,12-2 1 0,-24 2-1 0,24 11 2 0,-13-12 0 0,13 0 0 0,-12 12 2 0,12 0-2 0,12 0 2 0,1 0-1 0,11 0 0 0,0 0-1 0,0 0 0 0,0 0-1 0,-13 0 0 0,14 0 0 0,-25 0 1 0,0 0-1 0,13 0 2 0,-13 0 1 0,0 0-1 0,-13 0-2 0,1 12 1 0,12-12-1 0,-13 12 0 0,2 12 0 0,11-13 1 0,-11 2-2 0,-2-13 1 0,13 11 0 0,-12 3 0 0,0-14-1 0,12 0 0 0,0 0 2 0,0 0-1 0,-12 0 0 0,0 0 0 0,-12-14 0 0,11 3 0 0,1-13 0 0,0 24 1 0,12-13 0 0,0 2 0 0,0 11 0 0,0 0 1 0,0 0-1 0,0 0 3 0,0 0-2 0,12 11 1 0,0 13-2 0,1-11 1 0,-1 12-2 0,0-2 1 0,12-10-2 0,-12 11 1 0,0-13 0 0,-12-11 0 0,13 13 0 0,-13-13 0 0,0 0 1 0,-13-13 0 0,13 2-1 0,-12-2 0 0,0-11-1 0,0 13 1 0,0-15 0 0,12 2-1 0,-12 13 1 0,0 11 0 0,12 0 0 0,0 0-1 0,0 11 1 0,12 2 0 0,0 12 0 0,0-2 0 0,0 1 0 0,0-11 0 0,0-2 0 0,1-11 0 0,-13 13-1 0,11-13 0 0,0 0 0 0,-11-13 1 0,13 2-2 0,-13-2 2 0,12-11 0 0,1 1-2 0,-1-2 2 0,1 12-1 0,-2 2 1 0,0-2 0 0,-11 13 1 0,13-11-1 0,-13 22 0 0,-13 2 2 0,2 11-2 0,-13 1 1 0,12-2 0 0,-13 14-1 0,1-26 1 0,13 2-1 0,-2-2 1 0,13 2-2 0,0-13 1 0,0 0 0 0,0 0 1 0,0-24-1 0,13 11-1 0,-2-11 1 0,0 13 0 0,-11-13 0 0,13 12 0 0,-13 12-1 0,0 0 1 0,0 12-1 0,-13 12 2 0,13 0 0 0,-11 0 0 0,0 0 0 0,11 0-1 0,-13-11 1 0,13-2-1 0,0 2 3 0,0-13 0 0,0 0 1 0,-12 0-2 0,12-13-2 0,0 2-3 0,0 11-20 0,0-13-120 0</inkml:trace>
  <inkml:trace contextRef="#ctx0" brushRef="#br0">24565 6943 69 0,'0'-12'15'0,"-12"12"3"0,12 0-13 0,0 0 89 0,0 0-91 0,0 0-4 0,0 0-23 0,0 12-113 0</inkml:trace>
  <inkml:trace contextRef="#ctx0" brushRef="#br0">31327 6411 51 0,'0'-12'23'0,"0"-12"-14"0,24 24-5 0,-24 0-3 0,24-13-3 0,-37 13-66 0</inkml:trace>
  <inkml:trace contextRef="#ctx0" brushRef="#br0">19715 1561 62 0,'0'0'3'0,"0"-12"3"0,11-1 6 0,-11 0 14 0,0 2-6 0,-11-2-8 0,-13 13-5 0,13-11-4 0,-26 22 0 0,0 2 0 0,13-2-2 0,0 15-1 0,12-2 0 0,0 0-1 0,12 0 0 0,24 0 0 0,13 13 1 0,11-13 0 0,0 0 0 0,0 0 0 0,-11 0 0 0,-13-12 1 0,-13 13 1 0,-11-13 1 0,-35 0 1 0,-15-12-2 0,-9 12 0 0,-13 0-3 0,11-12-6 0,12 0-12 0,25 0-20 0,12-12-24 0,12 12 32 0</inkml:trace>
  <inkml:trace contextRef="#ctx0" brushRef="#br0">19993 1851 43 0,'0'0'6'0,"25"0"14"0,-13 0 6 0,25-12-3 0,-15 0-9 0,2 0-6 0,2-13-3 0,-2 1-3 0,-13-12 0 0,-11 12 0 0,0-13 1 0,0 13-2 0,-22 0 3 0,-4 11-3 0,2 2 0 0,-11 11 1 0,10 24-2 0,1 0 1 0,12 13 0 0,-1-2-1 0,26 14 0 0,11 0-2 0,24-13-4 0,13-24-2 0,11 0 0 0,1-12 0 0,-1-12 4 0,13-12 3 0,13-13 1 0,-27 1 1 0,14-37 7 0,-73 37 4 0,-24 11-1 0,-12 14-4 0,-73 11 6 0,37 36-9 0,11-11-1 0,13 23-3 0,24-12 0 0,0 13 0 0,24-25 0 0,0 0 0 0,98-12 2 0,-75-24-1 0,-11 0 0 0,0 0 0 0,-12 0 0 0,0 0 2 0,-12 12-2 0,0 0 1 0,0 24 1 0,13 12-1 0,-13 13 1 0,12 11-3 0,0 25 0 0,0-2 0 0,-12 27-1 0,12 11 2 0,-12-98 0 0,0 3-2 0,0-26 1 0,0 0-10 0,0 0-21 0,0-13-55 0,0 0 29 0</inkml:trace>
  <inkml:trace contextRef="#ctx0" brushRef="#br0">21457 1910 34 0,'12'0'6'0,"24"0"11"0,-11 0 11 0,-1-11-1 0,12-1-9 0,-11-12-8 0,36-97 12 0,-50 61-18 0,2-1 0 0,-13-11-2 0,0 22 0 0,0 15 6 0,0-1-3 0,0 11 3 0,-13-11-5 0,2 24-1 0,-2 12-1 0,-13 12-2 0,15 49 1 0,0 47 1 0,11-36 0 0,0 13-1 0,22-36 1 0,4 48-2 0,-2-37 1 0,0-23 1 0,0-13-2 0,12-24 3 0,-24 12-2 0,25-36 2 0,-1 0-2 0,0-1 1 0,50-72-1 0,-86 97 0 0,0 13 0 0,0 11 1 0,11 47-1 0,-11-33 0 0,24-2 0 0,1-12 1 0,0-13-1 0,-3 2 2 0,15-13 1 0,-25-24 0 0,24 11 1 0,-23-10 1 0,-2-1-1 0,-11 0-2 0,0-1 0 0,-24 13-3 0,0-12-1 0,0 24-9 0,0-12-19 0,0 0-41 0,13 0-25 0</inkml:trace>
  <inkml:trace contextRef="#ctx0" brushRef="#br0">21676 1621 130 0,'0'-13'2'0,"35"2"-1"0,25-2 4 0,86-22 24 0,-85 22-26 0,-37 13-11 0,-13 0-26 0,-22 0-70 0</inkml:trace>
  <inkml:trace contextRef="#ctx0" brushRef="#br0">21009 1827 107 0,'0'0'8'0,"0"0"-3"0,24-12 13 0,13-1 3 0,23 1-14 0,-11 0-14 0,0 0-61 0,-27 12 5 0</inkml:trace>
  <inkml:trace contextRef="#ctx0" brushRef="#br0">22606 1960 104 0,'0'0'0'0,"0"0"40"0,36 0-38 0,37 0 13 0,12 0 1 0,-1 0-4 0,-11-12-7 0,-13 12-3 0,-11 0-14 0,-37-12-59 0,-12 12-4 0</inkml:trace>
  <inkml:trace contextRef="#ctx0" brushRef="#br0">23562 1452 81 0,'0'-12'28'0,"-14"0"-8"0,14-13-2 0,0 1 1 0,0 12-3 0,0-12-11 0,0 24 3 0,0 24-3 0,0 37-1 0,0 23 1 0,0-12 0 0,0 13-4 0,0-12 1 0,0 0-1 0,-11-13-1 0,11-25 1 0,0-9-1 0,0-2-3 0,-11-12-7 0,11-12-11 0,0 0-27 0,0-12-54 0,-13 12 71 0</inkml:trace>
  <inkml:trace contextRef="#ctx0" brushRef="#br0">23309 1754 79 0,'0'-12'18'0,"59"-24"21"0,-11 12-20 0,1 11-5 0,12 13-6 0,-1 0-5 0,-13 0-1 0,-22 13 1 0,13 11-1 0,-27 0 0 0,13 24 5 0,-24-48-3 0,0 12 1 0,12-12 5 0,-12-12 2 0,0 0-9 0,12-12-2 0,0-1 1 0,0 1-1 0,0-12-2 0,13 24 1 0,-13-12-1 0,12 0-5 0,0 11-10 0,61 26-123 0,-72 11 79 0</inkml:trace>
  <inkml:trace contextRef="#ctx0" brushRef="#br0">24045 1839 97 0,'0'-12'5'0,"12"0"3"0,12-13 18 0,49-35 10 0,-37 36-26 0,13-13-3 0,12-11 3 0,-50 35-7 0,-11-11-1 0,0 24-2 0,-24 0 0 0,0 0-1 0,-12 13 1 0,-13 11 1 0,1 12-3 0,-1 37 0 0,49-37 2 0,0 0 1 0,37-23 0 0,-1 11-2 0,13-12 2 0,168-36 3 0,-145-1-4 0,1 1 0 0,-12-12 0 0,-13 11 1 0,-11-10 1 0,-25 10 2 0,-12 0-2 0,-12 14-1 0,-25-2 0 0,-11 26-1 0,0-2 2 0,-1 26-2 0,-23 36 1 0,47-25 0 0,25 1-1 0,0-13 1 0,36-12 1 0,1-13 0 0,23 3 1 0,25-2-1 0,59-24 3 0,-34-2-1 0,-13-9-3 0,0 11 0 0,-38-12-9 0,-34 24-48 0,-25-12-83 0</inkml:trace>
  <inkml:trace contextRef="#ctx0" brushRef="#br0">18663 15506 28 0,'-24'-48'14'0,"0"24"-1"0,24 11 0 0,-13-11 2 0,13 13 0 0,-12-2-2 0,12 0-4 0,0 13-5 0,0 0-3 0,0 26 2 0,0 9 0 0,0 2-1 0,0 24 1 0,-12 11 0 0,-1 13 1 0,2 12 1 0,0 23-1 0,-2 13 0 0,1 13-1 0,0 10-2 0,0 2 1 0,12-1-1 0,-12 1 0 0,12-74-1 0,0 37 1 0,0 23 1 0,0-11-1 0,12-11 3 0,-12-13 1 0,12-12 3 0,0-49-3 0,-12 1 0 0,25 11 0 0,-14 1-3 0,25 11-2 0,2 13 0 0,-3-13 0 0,1 1 0 0,-12-12 1 0,1-2-1 0,-1-11 0 0,-12-11 0 0,0-13 0 0,0 0 1 0,-12-11-1 0,0-2 0 0,0-11 0 0,0 0-1 0,0 0-2 0</inkml:trace>
  <inkml:trace contextRef="#ctx0" brushRef="#br0">23852 18373 21 0,'0'0'0'0,"0"0"12"0,12 0 19 0,-12 0-14 0,24 11-5 0,12-11-3 0,1 0 0 0,22 0-1 0,15 0-4 0,-2-11-2 0,13 11 0 0,0-13-2 0,-25 2 0 0,1 11-1 0,-26 0-7 0,-22 0-16 0,-13 0-18 0,0 0-8 0</inkml:trace>
  <inkml:trace contextRef="#ctx0" brushRef="#br0">24300 18095 21 0,'0'0'0'0,"-13"0"8"0,13 0 2 0,0-12 2 0,-11 12-1 0,-2 24 12 0,1 0-12 0,12 11-2 0,0 27-5 0,0 59-3 0,0-49-1 0,0 0 0 0,0-11 5 0,0 0-6 0,0-25-4 0,0 13-19 0,0-25-56 0</inkml:trace>
  <inkml:trace contextRef="#ctx0" brushRef="#br0">25364 18166 33 0,'0'0'3'0,"-12"-11"1"0,-13 11 0 0,13 0 8 0,-72 0 10 0,47 11-20 0,0 15-3 0,15 10 2 0,9-13-1 0,13 14 1 0,13 0-1 0,22-13 1 0,1 0-1 0,0 11 1 0,1-9 0 0,-13-2 1 0,0 0 7 0,-36 24 14 0,-12-36-22 0,0 0 0 0,-12-12 0 0,-1 0-3 0,13 13-14 0,0-13-19 0,13 0-9 0,-2 0 23 0</inkml:trace>
  <inkml:trace contextRef="#ctx0" brushRef="#br0">25739 18299 30 0,'-12'0'10'0,"-13"-24"12"0,1 13-5 0,0-2-5 0,-12 13-5 0,12 13-3 0,-37 48 3 0,50-26-7 0,-2 2 1 0,13 0 1 0,24-13 0 0,0 11 0 0,13-22-1 0,11-1-1 0,0-12 1 0,122-110 7 0,-146 62-6 0,-12 1 0 0,1-15 0 0,-13-9 0 0,-13 10 0 0,1 0-1 0,0 13 0 0,0 24 0 0,0 11-1 0,12 2 2 0,-13 35-1 0,13 0 1 0,0 24-1 0,0 1-1 0,0 24-1 0,0-2-2 0,0 3 3 0,13-15 1 0,-1 2-1 0,0-13 1 0,-12-35 1 0,12-1 6 0,-12 0-7 0,12-24-1 0,1-13 0 0,-2-10 3 0,13 11-1 0,-12-13-1 0,13 0 0 0,-1 26-2 0,-13-2 1 0,14 2-1 0,-13 11 0 0,0 24 0 0,0 0-1 0,-12 0 3 0,12 0 0 0,-12 13-1 0,12-26 1 0,25 13-1 0,-13-11 1 0,12-13 0 0,1 0 0 0,0 0-1 0,-2-24 1 0,1 0 1 0,-11 0 0 0,-12-13 0 0,-13 13-1 0,0 0-1 0,-13-12 0 0,-12 22 0 0,0 3-1 0,3 11 0 0,-2 0 0 0,-1 11 0 0,13 26 1 0,12-24-1 0,0 22 0 0,12 2 2 0,24-13-4 0,-1 0-7 0,15 0-13 0,-2-11-9 0,0 11-13 0,13-24-3 0</inkml:trace>
  <inkml:trace contextRef="#ctx0" brushRef="#br0">26670 18325 21 0,'0'0'5'0,"0"0"10"0,0-12-2 0,-11 12 1 0,11-14 2 0,0 14-2 0,0 0-4 0,11 14-6 0,2 9-1 0,-2 1-1 0,0 0-2 0,2 13 1 0,13-13-1 0,-15 0 1 0,13 13 5 0,-24-37 0 0,0 0-4 0,0 0-1 0,0-13 0 0,11-46 2 0,-11 33-2 0,13-9 1 0,-1-2-1 0,0 14-1 0,25-15 0 0,-25 38 0 0,0 0 1 0,0 24 2 0,0 26 1 0,0-15-4 0,0 2 2 0,-12-13-2 0,25 13 2 0,-25-26 2 0,11-11-2 0,2-11-2 0,-13-13 2 0,12 11-1 0,12-24-1 0,36-35 3 0,-36 35-3 0,2 26 0 0,-4-13 1 0,-9 24 0 0,11 0 1 0,-12 0-1 0,0 24 0 0,-12-13-1 0,12 50-10 0,0-24-13 0,-12-26-18 0,13 26-47 0</inkml:trace>
  <inkml:trace contextRef="#ctx0" brushRef="#br0">27601 18325 36 0,'0'-12'14'0,"-12"-37"34"0,12 36-30 0,-24 2-6 0,-1 11-3 0,-10 11-1 0,-15 13-1 0,15 14-3 0,-1 9-2 0,0-10 0 0,23 11-2 0,1-11 3 0,12-13 1 0,25 0 1 0,35-24-3 0,-24-12-2 0,0-13 1 0,2-10 1 0,-3-2-1 0,-11 13 0 0,0 0 0 0,-12 0-2 0,0 11 2 0,13 74 14 0,-13-37-6 0,12 13-4 0,0-13-2 0,12-13-1 0,13-11-2 0,-2 0-7 0,63-35-176 0</inkml:trace>
  <inkml:trace contextRef="#ctx0" brushRef="#br0">31133 11019 39 0,'0'-12'20'0,"-12"0"-7"0,12 12-8 0,0-12-3 0,-12 24 0 0,-13 24 0 0,1 13-1 0,12-1 2 0,0 11 0 0,0 15-1 0,-13-13 0 0,14-13-1 0,11-24 5 0,-11 0 6 0,11-24 7 0,11-61-5 0,13 13-13 0,-12-13 0 0,0 0-1 0,12-10 0 0,25-123 0 0,-37 146 0 0,-12 24 1 0,0 11-1 0,0 13 0 0,24 85 1 0,-12-24 0 0,0-1-1 0,13 13 1 0,-13 12-1 0,0-25 0 0,-12-12 1 0,12 0-6 0,-24-24-43 0,-24-11-40 0</inkml:trace>
  <inkml:trace contextRef="#ctx0" brushRef="#br0">30928 11176 51 0,'0'0'5'0,"0"-13"3"0,12 2 0 0,25 11 1 0,10-13-4 0,2 13-5 0,23 0-1 0,1 13-17 0,10-13-4 0,-9 0 13 0,47-36 10 0,-97 12 11 0,-12-14 6 0,-24 15-2 0,-12-1 1 0,-86 0 17 0,64 24-25 0,-4 12-5 0,26 12-4 0,13 11 0 0,11 3 0 0,35 9 1 0,61 51-1 0,-35-63 0 0,-12 2 0 0,12 35 4 0,-74-59 2 0,-23-13-2 0,-12 0-2 0,-13 0-1 0,2-13 0 0,9 2-5 0,26-2-15 0,13 2-27 0,22-13-21 0,2 24 42 0</inkml:trace>
  <inkml:trace contextRef="#ctx0" brushRef="#br0">31956 11104 62 0,'0'0'0'0,"-12"12"57"0,12 0-39 0,-25 47 0 0,13-22-14 0,0 0-3 0,0 11-1 0,12 49-30 0,12-73-14 0,-12-12-30 0</inkml:trace>
  <inkml:trace contextRef="#ctx0" brushRef="#br0">31677 11043 48 0,'0'0'8'0,"13"-12"23"0,11 0-10 0,11 0 1 0,26-12-5 0,12 12-9 0,0 12-6 0,0 0-8 0,-1 0-77 0,-59 0 31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1-23T13:44:2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1016 2456 35 0,'0'0'0'0,"0"0"9"0,-12-12-1 0,0 12 5 0,-12-12-3 0,11 12-1 0,-23-13-3 0,0 26 0 0,-73 83 14 0,85-35-17 0,-12-2 1 0,24 2-1 0,-12 12-1 0,24 0-2 0,0-13 2 0,0-11 2 0,61 11 0 0,-26-49-1 0,13 2-4 0,-11-13 2 0,11-24 0 0,-12 11 1 0,1-22-2 0,-13-15 0 0,-12 27 0 0,-12-1 0 0,-24 12 0 0,12 0-1 0,-13 12 1 0,1-12 1 0,12 12-2 0,0 12 2 0,12 0 0 0,12 0 2 0,0 12-1 0,12-12-2 0,-11 13 2 0,-1-1-1 0,12-12-3 0,-24 23-7 0,12-11-39 0,-12-11-31 0</inkml:trace>
  <inkml:trace contextRef="#ctx0" brushRef="#br0">1222 2709 57 0,'0'0'0'0,"0"0"28"0,0 0-25 0,0-11 7 0,0 22 16 0,0 2-19 0,0 11-5 0,11 12 0 0,2 0 2 0,-2 13-2 0,2-13-1 0,-1 1-1 0,0-1 2 0,0-24 9 0,-12 0 1 0,0-12-7 0,0 0-2 0,0-12-2 0,0-24 0 0,0 10-2 0,0-9 0 0,12-13 0 0,-12 11 1 0,25 1-1 0,-13-1 1 0,24 13-5 0,-12 0-14 0,13 24-13 0,-1 0-14 0,0 0-18 0</inkml:trace>
  <inkml:trace contextRef="#ctx0" brushRef="#br0">1922 2758 67 0,'0'0'14'0,"0"0"2"0,-11-12 3 0,11-1 4 0,-11-11-8 0,-2 13-6 0,1-2-6 0,-12 1-2 0,-1 0 0 0,-11 12-1 0,12 24 0 0,-12 0 1 0,11 13 2 0,1 11-2 0,12 1 1 0,0-1-1 0,12-13 0 0,24-9-1 0,-12-14 0 0,25-12 1 0,-13-12-2 0,12-14 0 0,-11 3 1 0,-3-13-1 0,16-49 0 0,-26 61 1 0,1-1 0 0,-13 1 0 0,11 24 1 0,-11 0 0 0,11 24 0 0,2 13 0 0,-13-1 1 0,24 1-2 0,-11 23-28 0,0-37 4 0,9 3-33 0,-9-2 2 0</inkml:trace>
  <inkml:trace contextRef="#ctx0" brushRef="#br0">2165 2746 48 0,'-12'-13'16'0,"12"2"-2"0,0-2 8 0,0-11-1 0,0 12-8 0,12 12-2 0,-12 0 0 0,12 0-5 0,-12 36 0 0,12 1-5 0,12 48 4 0,-24-37-4 0,13-12 0 0,-1 1-1 0,-12-13 1 0,0 0 1 0,12-24 0 0,-12 0-2 0,12-12 0 0,0-12 0 0,-12-14-1 0,48-57 2 0,2 22-1 0,-3 24 0 0,-23 49-1 0,0 0 1 0,-12 13 1 0,1 35 0 0,-1-12 1 0,0 13-2 0,-12-13 1 0,12 13-1 0,0-25 0 0,0-12 1 0,-12 0-1 0,12-12 2 0,-12 0-2 0,25-12 2 0,-25-12-2 0,24-13 0 0,-12 1 1 0,12 0-1 0,1-1 0 0,-14-11 0 0,13 23 0 0,26-10 0 0,-39 35 0 0,-11 0 1 0,11 24 0 0,2 12 2 0,-1 0-2 0,-12 13 0 0,12 34 1 0,-12-57-1 0,0 10-4 0,12-24-19 0,-12-1-21 0,0 2-75 0</inkml:trace>
  <inkml:trace contextRef="#ctx0" brushRef="#br0">3012 2698 119 0,'0'0'0'0,"0"0"10"0,0-13-4 0,25 1 18 0,-25 24-15 0,11 1-3 0,2 35-3 0,-2 12 3 0,0 37-3 0,-11-48-2 0,13-13-1 0,-13 0 2 0,0-36 1 0,0 0 2 0,12-36-4 0,2-37-2 0,-3 37 2 0,13-25-2 0,-13 13 1 0,14-13 0 0,24 0-1 0,-38 61 0 0,2 0 2 0,-1 37 1 0,12 0 0 0,0 72 1 0,-11-49-1 0,11 25-1 0,-12-50 0 0,-12-22-1 0,0-13 1 0,12-13 4 0,0-34-4 0,0-2-1 0,1 1 0 0,11-1 0 0,-13 1 0 0,13 0-1 0,2 11 1 0,20 13 0 0,-46 24-1 0,13 24 2 0,-1 0 0 0,0 13 1 0,-12 11 1 0,12 1-1 0,-12-1 0 0,12 37-1 0,1-61 0 0,-13 0-5 0,0-13-11 0,12-11-89 0,-12 0 43 0</inkml:trace>
  <inkml:trace contextRef="#ctx0" brushRef="#br0">4064 2770 153 0,'0'-24'2'0,"0"0"0"0,0 0 2 0,-24-13 12 0,0 37-14 0,-13 0-2 0,1 24 2 0,0 13-1 0,-14 23 0 0,26 1 0 0,2-1 0 0,22-11 0 0,0-1 0 0,11-24-1 0,13-13 2 0,0 2 0 0,2-26-2 0,9-11 0 0,-11-11-1 0,12-15 2 0,1-9 0 0,-25 23 0 0,12-13-1 0,-12 25 1 0,0-1-1 0,0 25 0 0,-12 0 2 0,13 25 2 0,-13 48 4 0,11-25-5 0,-11-12-1 0,13 1-2 0,-1-13 1 0,12 0-4 0,-12-13-13 0,23-11-68 0,-35-11 5 0</inkml:trace>
  <inkml:trace contextRef="#ctx0" brushRef="#br0">4342 2600 99 0,'0'0'13'0,"0"0"-7"0,12 24 7 0,0 13 6 0,-12 0-5 0,12 11-6 0,-12 0-4 0,12 13-2 0,1-13-1 0,-13-11 0 0,12-1-1 0,-12-24 1 0,0-12 1 0,0 0 4 0,0-12-2 0,0-12-2 0,0-2-1 0,0-9 0 0,0-13 0 0,0 11 0 0,12-11-1 0,12 12 0 0,-24 12 0 0,36-1 0 0,-23 13-1 0,11 12 2 0,-12 0-2 0,24 0-7 0,-12 0-33 0,12 0-83 0</inkml:trace>
  <inkml:trace contextRef="#ctx0" brushRef="#br0">5201 2624 138 0,'0'-11'6'0,"24"11"-2"0,12-13 9 0,-11 2 1 0,-13 11-3 0,24 0-5 0,-11 0-4 0,-3 0-2 0,4 0 1 0,11 0-2 0,-26 0 0 0,25-12-8 0,-36 12-21 0,12 0-30 0</inkml:trace>
  <inkml:trace contextRef="#ctx0" brushRef="#br0">5237 2831 67 0,'0'0'42'0,"0"0"-36"0,49 12 15 0,-13-12 4 0,1-12-8 0,11 12-13 0,-11-13-34 0,-26 13-82 0</inkml:trace>
  <inkml:trace contextRef="#ctx0" brushRef="#br0">895 3435 52 0,'0'-13'27'0,"0"13"-20"0,0-11 9 0,-12-1 7 0,12 12-12 0,-13-12-5 0,2 12-2 0,-50 12 2 0,37 11-4 0,-11 3-1 0,-2-2 1 0,13 12 0 0,-13-13-1 0,-23 39-1 0,47-50 1 0,1 12 0 0,12 0 1 0,25-13-1 0,-1 2 0 0,12-1 2 0,12 13 2 0,-35-14-1 0,-1 13 0 0,-12 1 0 0,-25-1 2 0,-11 12-3 0,-49 13 0 0,37-13-1 0,-11-13-4 0,46-9 2 0,26-2 0 0,9-12 0 0,27 12 1 0,0 0 0 0,-13 0 0 0,12 11 0 0,-35 1-2 0,-2 14 2 0,-22 9 0 0,-14-10 1 0,-11 0 2 0,-25 22 1 0,25-10-2 0,-1-13-3 0,26-11 1 0,22 11-3 0,14-24-5 0,23-1-12 0,74 2-102 0,-98-13 70 0</inkml:trace>
  <inkml:trace contextRef="#ctx0" brushRef="#br0">1185 3834 145 0,'0'0'2'0,"0"-12"1"0,-13-12 5 0,13 0 10 0,0-12-3 0,0 36-11 0,0 0 2 0,0 36 5 0,0 12-5 0,13 25-3 0,-13 12-2 0,12 24 0 0,-12-14-1 0,14 3 2 0,-14-1-2 0,0-25 0 0,11-11-7 0,-11-26-8 0,0-22-16 0,0-2-30 0,-11-22-39 0</inkml:trace>
  <inkml:trace contextRef="#ctx0" brushRef="#br0">1211 3762 93 0,'0'0'40'0,"0"0"-37"0,0-13 4 0,22 13 9 0,-9-11-3 0,23 11-3 0,-12 24-4 0,0 0-1 0,1 12-2 0,-13 1-1 0,-12-1-1 0,0 0-1 0,-24-11-2 0,-1-1-9 0,-11 0-13 0,0-24-22 0,1 12-46 0</inkml:trace>
  <inkml:trace contextRef="#ctx0" brushRef="#br0">1559 3834 102 0,'0'0'3'0,"13"0"12"0,-13 13 0 0,12-1-4 0,-12 12-5 0,0 0-4 0,0 0 0 0,0 1 3 0,0-13 9 0,0 0 0 0,0-12-6 0,0-12-1 0,0-14-2 0,0 15-3 0,0-25-2 0,14 0 0 0,-3-1 0 0,0 1 0 0,26 12-7 0,-13 0-13 0,13 11-10 0,-1 2-7 0,0 11-6 0,0 24-6 0,-25-24 28 0</inkml:trace>
  <inkml:trace contextRef="#ctx0" brushRef="#br0">1972 3834 26 0,'0'0'19'0,"0"0"45"0,0 0-38 0,-13 0-4 0,1 0-8 0,-13 0-6 0,14 0-2 0,0 13-3 0,11-1-2 0,0 12 1 0,0 0-1 0,22 0-1 0,3-13 1 0,13 15-1 0,-3-14 1 0,1 0 1 0,0-12 0 0,1-24 4 0,23-25 2 0,-60 13-7 0,0 0-1 0,-12-1 0 0,-24 13-1 0,12 0-3 0,-49 11-51 0,36 26-9 0,37-1-9 0</inkml:trace>
  <inkml:trace contextRef="#ctx0" brushRef="#br0">2564 3847 152 0,'0'0'0'0,"-24"-13"11"0,0-23-5 0,0 24 7 0,-13-12-4 0,1 11-2 0,11 13-5 0,-10 0-5 0,22 13 3 0,-24-1 1 0,15 12 0 0,9 12-1 0,1-11 0 0,24 11 0 0,12-12 3 0,24 13-2 0,13-37-1 0,-25 0 1 0,0-37-1 0,-11 13 1 0,-13-24 0 0,12-25-1 0,-24 0 2 0,0 1-2 0,-12-13 0 0,0 1 0 0,12 11 0 0,-12 24 1 0,0 25 0 0,-1 24 1 0,1 49 2 0,12 10-2 0,0 3 0 0,0 22 1 0,25 1-2 0,-13 0 0 0,24-1 0 0,0-23 0 0,-12-13-2 0,1-23 2 0,-1-13-1 0,-12 0 1 0,12-24 0 0,-13-14-1 0,14-9 1 0,0-1-1 0,-12-13 0 0,-2 13 1 0,0-1-2 0,-11 2 2 0,13 35-2 0,-13 0 2 0,12 0 0 0,12 48 1 0,-12-12-1 0,12 13 1 0,-11-13-1 0,11 0-1 0,-12 1 0 0,12-13 1 0,-12-24 0 0,0 0 0 0,25-24 1 0,-25-1-1 0,13-11-2 0,-1-12 2 0,-24 11-1 0,11-11 1 0,0 24 0 0,-11 11-2 0,13 13 0 0,-13 0 1 0,0 49 2 0,12-13-2 0,2-12-6 0,-3 13-14 0,13-1-20 0,72-1-128 0</inkml:trace>
  <inkml:trace contextRef="#ctx0" brushRef="#br0">3531 3762 131 0,'0'0'0'0,"-22"-24"21"0,9 0 1 0,-35 11 4 0,11 13-21 0,13 24-3 0,0 0-2 0,11 13 1 0,2-1-1 0,11 13 1 0,24-13-1 0,0-1 0 0,13-9 1 0,9-14-1 0,15-12-2 0,0 12-4 0,-12-36-1 0,-13 12 3 0,13-37 2 0,-38 1 2 0,2-1 1 0,-13-23-1 0,0-2 1 0,0 3-1 0,-13-14 1 0,13-12 9 0,0 73 0 0,0 24-3 0,-11 0-2 0,11 24 2 0,0 13-1 0,11 11-1 0,-11 0-2 0,25 24-2 0,-1-11 0 0,1 11 0 0,-3-23-2 0,2 12-3 0,15-25-6 0,-28-24-7 0,-11 0-7 0,0 0-7 0,0-12-11 0,-11-12-21 0,11 12 24 0</inkml:trace>
  <inkml:trace contextRef="#ctx0" brushRef="#br0">3811 3810 34 0,'0'0'14'0,"0"-36"19"0,11 24-10 0,13-25-10 0,0 13-1 0,24 0-3 0,1 11-1 0,-13 13-2 0,13-11 1 0,-13 47 5 0,-36-11-9 0,0-1-1 0,0 12-2 0,0-12 0 0,12 0-11 0,-12-12-25 0,13 1-32 0</inkml:trace>
  <inkml:trace contextRef="#ctx0" brushRef="#br0">4064 3484 80 0,'0'0'0'0,"-12"-36"6"0,12 36-7 0,24-13 0 0,-12 13-9 0,13 0-58 0</inkml:trace>
  <inkml:trace contextRef="#ctx0" brushRef="#br0">4245 3664 101 0,'0'0'21'0,"0"0"-3"0,-12 0 9 0,12 50-25 0,0-26-1 0,12 0-1 0,-12 0 0 0,25 12 1 0,-12-24 0 0,-2 1-1 0,0-13 1 0,26 0 5 0,-25-13-3 0,12-11-1 0,-24 0 1 0,0-13-1 0,-24-48-1 0,12 61-1 0,0 0 0 0,12 13 0 0,0-1-1 0,12 0 1 0,36 12-1 0,-11 12 2 0,-13 24-2 0,-12-12 2 0,12 12-1 0,-11 13 0 0,-13-13 1 0,12-12-1 0,-12 0 0 0,0-12 1 0,0-12 1 0,24-24 7 0,0 12-8 0,1-24 0 0,-3 12-1 0,-9-13 0 0,24-35-2 0,-24 59 2 0,-2 2-1 0,-11 11 1 0,0 24-1 0,0 0 3 0,0 37 2 0,11-13-3 0,2-24 0 0,-1 12 0 0,0-11-1 0,12-1 0 0,13-12 0 0,11-12 2 0,-24-24 0 0,1-1-3 0,-1 1 3 0,0-12-1 0,-24-13 0 0,24-47-2 0,-24 60 2 0,13 11-1 0,-13 25-1 0,0 0 0 0,11 25 2 0,0-13 0 0,2 23 0 0,12 2 1 0,-13 0-1 0,1-2 1 0,-13-22-2 0,-13 35 2 0,-11-48-2 0,-13 12-5 0,13-12-13 0,0 0-25 0,0 0-85 0</inkml:trace>
  <inkml:trace contextRef="#ctx0" brushRef="#br0">5092 3253 86 0,'0'-11'14'0,"24"-26"-13"0,0 26 11 0,0-2 10 0,1 13-4 0,-13 0-6 0,24 0-4 0,-24 13 0 0,13 22 0 0,-1-11-4 0,-12 13 1 0,0 0-3 0,-12-1 0 0,0-12-2 0,-12 24 2 0,0-11-1 0,-25-1 0 0,1 0 0 0,0-12 0 0,11 13-1 0,14-13 1 0,-2 0-1 0,13 0-1 0,24 13 2 0,1-13-2 0,11 12 2 0,0-12-2 0,-23 12 1 0,-1-11 1 0,-12 11 1 0,-12-12 0 0,-1-1 0 0,1 3 0 0,12-2-1 0,25 0 0 0,11 0 0 0,-12 11-1 0,-12-9 1 0,-12-2 1 0,-24 11 4 0,12-11-1 0,-24 13 2 0,11-13-3 0,13-11-3 0,-12-2 1 0,0 2-3 0,-12-1-8 0,-38 12-52 0,2-12-83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1-26T18:41:2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29573 10378 99 0,'0'0'0'0,"-37"-13"13"0,13 13 2 0,24 0-12 0,12 25-3 0,-12-1 0 0,0 1 1 0,12-1-1 0,-12 12 0 0,0-24 1 0,13-12 3 0,-13 0 9 0,24 0 4 0,12-36-4 0,37-13-3 0,36-36-2 0,36-11-2 0,181-122-6 0,-181 146 0 0,-60 23 0 0,-24 25-5 0</inkml:trace>
  <inkml:trace contextRef="#ctx0" brushRef="#br0">29331 13632 5 0,'0'0'0'0,"0"0"12"0,13 0-1 0,-13-12 1 0,0 12 2 0,0-12 1 0,0 12 1 0,0-13-3 0,0 0-2 0,0 13-2 0,0-11-5 0,0 11 0 0,0-12-2 0,0 12-1 0,0 0 0 0,-13 0-1 0,13 0 1 0,-12 0-1 0,-12 0-1 0,-1 0 1 0,-11 12 0 0,0-1-1 0,0 15 1 0,-13-14 0 0,13 12 0 0,-12-12 0 0,11 0 0 0,2 11 0 0,22 1 0 0,1-24-1 0,12 26 1 0,0-14 0 0,12 0-1 0,1 12 1 0,33 0 0 0,-7 0 0 0,-4 13 0 0,1-13 0 0,0 0 1 0,-11 0-1 0,-1-12 0 0,-24 0 0 0,12-12 0 0,-12 0 0 0,-12 0 2 0,0-24-3 0,-12 0-1 0,-13 0 1 0,0 0 1 0,13 11 0 0,-11-24 0 0,22 26 0 0,-11-2 1 0,24 2-1 0,0 11 0 0,37-13 0 0,22 2 1 0,15 11 1 0,34 0 0 0,12 0 0 0,26 11 0 0,24-11 1 0,11 0 1 0,1 0-1 0,-13 13-2 0,-24-13-1 0,-60 0-3 0,-26 0-11 0,-33 0-25 0,-26 0-45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1-23T13:44:2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25122 10426 74 0,'-12'0'10'0,"0"0"1"0,24 0-3 0,0 0-4 0,1 0 2 0,34 0 0 0,2 13 1 0,23 11-1 0,13-12-1 0,24 12-1 0,12 0-1 0,36 0 0 0,12 1 0 0,1-1-2 0,23-12 0 0,25 0 0 0,12 0 1 0,24-1 0 0,109 2 0 0,-170-2-2 0,194 2 0 0,-85 0-1 0,14-1 1 0,-111 0 0 0,242 12 0 0,-108-24 0 0,12 11 2 0,-25 2-2 0,1-13 0 0,-146-13 0 0,61 13 0 0,25-24 1 0,-123 24-1 0,14-11 0 0,12-1-1 0,-124 12 0 0</inkml:trace>
  <inkml:trace contextRef="#ctx0" brushRef="#br0">25751 8056 93 0,'0'0'0'0,"0"-50"22"0,0 39-14 0,0 11-7 0,-12 49 7 0,-13 22-4 0,1 3-2 0,-24 22-1 0,13 1-1 0,-28 0 1 0,-57 24 3 0,60-97 2 0,11-24-2 0,1 0 1 0,12-36-3 0,-1 0 0 0,25-25-1 0,12 1 0 0,12-13-1 0,25 13 0 0,11 10 1 0,13 26 0 0,11 24 0 0,-11 13 1 0,-1 35 0 0,-24 0-1 0,2 26-1 0,-3-2 1 0,-11 13-5 0,12-1-67 0,-24-47 5 0</inkml:trace>
  <inkml:trace contextRef="#ctx0" brushRef="#br0">26972 8951 67 0,'-11'0'40'0,"-2"12"-35"0,37 12 3 0,50-24-1 0,46-12-1 0,49-36 2 0,85-13 0 0,73 0-2 0,71 0-4 0,38 26 1 0,12 11-1 0,447 24 1 0,-496 11-3 0,-194 2 0 0,51-2 0 0,21 13 0 0,-84-11 0 0,-96-1 0 0,-12-12 0 0,-37 12-1 0,-37-12-1 0,-11 0 1 0</inkml:trace>
  <inkml:trace contextRef="#ctx0" brushRef="#br0">29003 8769 45 0,'-22'12'18'0,"-2"49"-4"0,-1-25 2 0,13-12-1 0,-12-12 3 0,11-12 0 0,2-12-7 0,-14-12-5 0,25-25-2 0,0-23 1 0,0-24 0 0,36-25-1 0,1-25-2 0,11-11 0 0,26-12-1 0,-3-13-1 0,14 0 2 0,-13 38-1 0,2 47-1 0,-28 36 1 0,-7 25-1 0,-28 24 0 0,0 12-1 0,-11 12 0 0,0 24 1 0,-11 25 1 0,-39 24-2 0,15-14 1 0,-13 3 0 0,11 11 0 0,13-61 0 0,12-13 0 0,0 2 0 0,12-13 0 0,0 0 0 0,24 12 0 0,49-12 0 0,-2 0 0 0,27 12 0 0,-1 24 0 0,-12-11-2 0,-13 35 2 0,-83-36 4 0,-38-13 3 0,-48 3-4 0,-37 10-1 0,-10-12-1 0,-50 60-67 0,182-47-17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1-23T13:44:2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7849 6314 43 0,'0'0'4'0,"-11"0"4"0,0 0 16 0,11 0-10 0,0-13-7 0,0 13-2 0,11 0 1 0,13 0 2 0,0 0 0 0,12-11 2 0,1-13-1 0,24 24-3 0,-1-24-3 0,0-2 0 0,12 2-1 0,13 0 0 0,0 13-1 0,0-25 2 0,-14 22-1 0,-10-10 0 0,-12 13-1 0,-37-2 0 0,12 2-1 0,-24 11 0 0,0 0-4 0,-12 0-18 0,12 11-21 0,-24 13-46 0</inkml:trace>
  <inkml:trace contextRef="#ctx0" brushRef="#br0">8068 6459 48 0,'0'0'0'0,"-24"11"18"0,11 2 5 0,2 0-1 0,11-13-8 0,11 0-3 0,13 0 1 0,26-13-2 0,9-11-2 0,2 0-2 0,23-12 1 0,1 12-3 0,0-1-1 0,-1-11 0 0,-23 12 0 0,-13 11 0 0,-11 2-2 0,-37 11-2 0,-25 0-20 0,-11 35-47 0,12-22 2 0</inkml:trace>
  <inkml:trace contextRef="#ctx0" brushRef="#br0">14636 13668 64 0,'-13'-24'35'0,"1"-12"-5"0,12 10-4 0,12 15-2 0,-12 35-9 0,13 25-5 0,-2 107 1 0,-11-58-7 0,11 11-3 0,-11 0 0 0,14-14-1 0,-2-10-1 0,-12-24-2 0,0 36-72 0,0-61-35 0</inkml:trace>
  <inkml:trace contextRef="#ctx0" brushRef="#br0">13522 15336 33 0,'-12'0'8'0,"12"24"-1"0,12-24 10 0,-12 0 7 0,13-24-9 0,-1-11-8 0,12-1-2 0,0-13 0 0,-12-23 2 0,12-1-2 0,-12-12-3 0,-12 0 0 0,-12 13 0 0,0 24 3 0,0 11 4 0,0 37-1 0,12 13-4 0,0 46-2 0,0 15 1 0,0 10-1 0,48 122-2 0,-24-121 1 0,25 47-3 0,-13-95 3 0,-24 11-2 0,1 0 1 0,-1-11 0 0,12-13 0 0,-12-24 1 0,0-12 2 0,13-24-2 0,-14-1 0 0,13 13 0 0,1 0-1 0,0 0 0 0,-3 11 0 0,-9 2 0 0,-1-2 0 0,-12 13 0 0,0 0 2 0,0 0-2 0,0 0 0 0,0 0 0 0,12-11 5 0,-12-15-2 0,0 15-1 0,0-26-1 0,0 13-1 0,-12-48 2 0,0 59 0 0,-12-10 2 0,0 23-3 0,0 60 0 0,24-23 1 0,0-2-1 0,0 2 0 0,24 11-1 0,-11-24 0 0,22 0 1 0,-11-11-1 0,24-13 1 0,1 0 0 0,-1 0-1 0,-11-24 0 0,-13 11 1 0,13-59 1 0,-26 24-1 0,0-13-1 0,-11 1 1 0,0-25 0 0,-11 0-1 0,0-24 1 0,11 73-1 0,-13 36 0 0,13 0 0 0,0 36 1 0,0 13-1 0,13 11 1 0,-13 25-1 0,22 0 0 0,-9 23 0 0,0 1 0 0,11 0 0 0,-11-12 0 0,9-12 0 0,63 59-1 0,-60-120 2 0,-1 1 0 0,0-25-1 0,-12-12 1 0,0-1 0 0,-12-35 0 0,13 13 0 0,-26-15-3 0,1 3-1 0,-24-2 0 0,12 1 0 0,-1-1 0 0,-11 25 3 0,24 12 0 0,0 0-1 0,0 0 1 0,12 0-1 0,36-1-1 0,0 2 1 0,1-2 2 0,11-11-1 0,49-37 1 0,-48 13-1 0,0 0 0 0,-14 0 1 0,-11 0 0 0,13-86-1 0,-26 74 1 0,-22 0-1 0,-2 23 0 0,1 24 1 0,0 2-1 0,12 11 1 0,-24 48 0 0,24 0 0 0,0 13 1 0,12 12-1 0,0 0 1 0,36 72-3 0,-23-97 1 0,-1-13 1 0,12 2-1 0,-23-24-4 0,-1-13-4 0,0 0-8 0,-12-13-16 0,0 2-23 0,0-26-37 0</inkml:trace>
  <inkml:trace contextRef="#ctx0" brushRef="#br0">14636 15144 101 0,'-13'-12'7'0,"13"12"6"0,24 0-3 0,26-25 7 0,21 1-6 0,38 0-7 0,73 0-129 0</inkml:trace>
  <inkml:trace contextRef="#ctx0" brushRef="#br0">12808 16461 94 0,'-22'-11'10'0,"9"-2"-6"0,13 13 3 0,13 13 8 0,9 23-5 0,2-12-4 0,-11 12-3 0,23-23 1 0,-36 11 2 0,12-24 2 0,-12 0 1 0,13 0 3 0,-13-24-6 0,11-13-3 0,2 1-1 0,-1-13 0 0,12-12-2 0,0 13 1 0,0 1 0 0,1 22-1 0,-13 25 0 0,12 0 0 0,-11 25 0 0,9 35 1 0,16 49-1 0,-13-49 0 0,-3-11 0 0,3-25 0 0,-1-12 1 0,0-12 1 0,-12 0 1 0,25-24-1 0,-25-12 0 0,12 11-1 0,-12-11 0 0,0 12 0 0,-12 0-1 0,13 11 0 0,-13 13 0 0,0 0-1 0,12 13 0 0,-12-2 1 0,12 26-1 0,24-13 2 0,-11-12-1 0,10 0 0 0,2 1 0 0,-2-13 0 0,-10-13 0 0,-1 13 1 0,-12-12 0 0,-12-12 0 0,0 12 0 0,0-1 0 0,-36 2 0 0,11-13-1 0,-10 11 0 0,-2 2 0 0,13 11 1 0,13-13-1 0,-2 0 0 0,13 13-1 0,24-24 1 0,0 13 0 0,26-2 0 0,-15 2 0 0,13 11 0 0,-24 24-1 0,13 0 0 0,-25 13 1 0,12-2-1 0,-12 14 1 0,-12-13-1 0,12 13 2 0,-12-49-1 0,0 0 1 0,13 0 4 0,-13-36-5 0,0 11 1 0,0-11 0 0,0-12-1 0,24 11 0 0,-12-11 0 0,0 24 0 0,0 11 0 0,0 13-1 0,12 0 1 0,13 37 1 0,-13-2-2 0,-11 2 2 0,9 11-1 0,-22-11-1 0,13-13-5 0,-13 0-20 0,0 1-46 0,0-1-28 0</inkml:trace>
  <inkml:trace contextRef="#ctx0" brushRef="#br0">14271 16413 68 0,'0'0'16'0,"0"13"2"0,0-2-2 0,26 2 0 0,-2-13-8 0,0 0-6 0,12 0-9 0,2 0-33 0,-16-13-27 0</inkml:trace>
  <inkml:trace contextRef="#ctx0" brushRef="#br0">14721 16051 119 0,'0'0'0'0,"-13"-49"30"0,13 49-21 0,0 0 2 0,0 12 9 0,13 37-12 0,9 84 0 0,-9-62-4 0,11 88-2 0,-12-87-2 0,0-24-1 0,1 1-18 0,-13-49 4 0,-13 12-3 0,1-12-3 0,-12-12 2 0,-1-12 4 0,3-1 1 0,-2 1 4 0,-15 0 4 0,4-48 5 0,23 59 10 0,12 2 7 0,12 11 0 0,49 0 25 0,-13 11-26 0,0 2-5 0,13-2-4 0,-1-11 0 0,13-11-2 0,24-39 4 0,-73 26-1 0,-13-11-2 0,-11-1-3 0,-11-2-1 0,-25 27 0 0,11-2 0 0,-10 13-1 0,-2 13-1 0,13 22 1 0,12 15 0 0,12-2 1 0,0 0-1 0,24-11 0 0,0-1-1 0,1-24 2 0,21 0 1 0,-32-12-2 0,22-12 2 0,-1-12-1 0,-10 0-1 0,0 0 0 0,-1 0-1 0,0 11-1 0,0 0 2 0,-12 13-1 0,0 26 1 0,0-2-1 0,13 36 1 0,-13-36 0 0,0-12 1 0,0-12-1 0,-12 0 0 0,12 0 1 0,-12 0-7 0,12-24-16 0,-12 12-21 0,24-13-20 0,-13 14-2 0</inkml:trace>
  <inkml:trace contextRef="#ctx0" brushRef="#br0">15542 16304 76 0,'0'0'0'0,"0"-11"38"0,25 11-24 0,-14 0 2 0,2 0-2 0,-1 11-7 0,0 13-3 0,0 13-1 0,-12 0 2 0,12 35 5 0,-12-48-6 0,0-12 1 0,0 0-2 0,0-12 0 0,12 0 9 0,-12-36-6 0,12 24-5 0,13-36-1 0,-13 11 1 0,12 0-2 0,0 2 1 0,1 11 0 0,-14 24 0 0,0 0 0 0,2 11 0 0,-13 13 0 0,13 13 1 0,-13 0 0 0,12-13 0 0,-12 11 0 0,12-22-1 0,-12-1 1 0,13-12 5 0,-2 0-2 0,0-25-3 0,52-34-1 0,-28 33 0 0,1 2-1 0,-12 0 0 0,-12 24 1 0,0 0-1 0,1 24 2 0,-13 0 0 0,12 13 1 0,0-24 1 0,0 11-1 0,12 0-3 0,-12-24-20 0,-12 0-165 0</inkml:trace>
  <inkml:trace contextRef="#ctx0" brushRef="#br0">15337 16352 145 0,'0'0'0'0,"0"-11"26"0,24-13-19 0,-12 11-13 0,12 13-136 0</inkml:trace>
  <inkml:trace contextRef="#ctx0" brushRef="#br0">15893 13970 81 0,'0'0'0'0,"-24"0"64"0,48 24-52 0,48-11 8 0,50-13 2 0,36-13-6 0,59-23-5 0,12 0-6 0,-11-1-2 0,-36 26-1 0,-62-2-1 0,-59 1-4 0,-61 12-16 0,-36 25-31 0,-74 10-84 0</inkml:trace>
  <inkml:trace contextRef="#ctx0" brushRef="#br0">16099 14249 135 0,'12'-14'6'0,"59"-10"14"0,39 13 0 0,35-37-1 0,13 12-6 0,11-1-8 0,-12 13-4 0,-24 12-2 0,-36 12-31 0,-49 24-117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1-06T13:42:3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27820 6907 2 0,'0'0'11'0,"0"0"9"0,0-12-9 0,0 12-3 0,0 0 1 0,-13 0-3 0,13 0-3 0,-12 0-2 0,12 0 0 0,0 0-1 0,0 0 2 0,0 0 11 0,0 0-7 0,0 0 0 0,0 0-6 0,0 0 0 0,12 0 1 0,1 12-1 0,-2-12 1 0,13 0-1 0,-12 0 1 0,13 0 0 0,-12 0-1 0,9 0 1 0,3 0-1 0,-1 0 0 0,0 0 1 0,1 12-1 0,-1-12 0 0,0 0 0 0,25 12 0 0,-13-12 0 0,-24 0 0 0,25 12 0 0,-15-12 0 0,3 12 0 0,13-12 0 0,-16 0 1 0,3 0-1 0,-1 12 0 0,12-12 1 0,-11 0-2 0,-1 12 1 0,0-12 0 0,0 0 1 0,1 0 0 0,-1 11-1 0,12-11 1 0,-12 0 0 0,13 14 0 0,0-14 0 0,-15 0-1 0,15 12 1 0,0-12 0 0,-13 12-1 0,0-12 0 0,49 12 2 0,-37 0-2 0,0-12 1 0,12 0-1 0,-11 0 1 0,11 0 0 0,-12 0 0 0,61 12-1 0,-48-12 1 0,-1 0-1 0,-13 0 1 0,15 0 0 0,-2 0 1 0,0 0-1 0,13 0 0 0,-13 0 0 0,62 0 0 0,-50-12-1 0,0 12 0 0,-12 0 2 0,1-12-2 0,11 12-1 0,-23 0 1 0,36-12 0 0,-25 12 1 0,48 0 0 0,-48 0 0 0,49 0 0 0,-36 0 0 0,-13-12 0 0,1 12-1 0,11 0 1 0,-10 0 1 0,-3-12-2 0,1 12 2 0,-24-14-1 0,25 3-2 0,-13 11 2 0,13 0-1 0,-13-12 0 0,12 12 0 0,0 12 0 0,1-12 0 0,48 25 2 0,-61-25-2 0,12 0 2 0,2 0-1 0,-4-14 0 0,52 3 3 0,-50 11-5 0,-11 0 1 0,-13 0 1 0,12 0-2 0,-1 0 2 0,15 0 0 0,-2 0-1 0,0 0 1 0,13 0 0 0,-13 0 1 0,13 0 0 0,-12 0 0 0,-1 0-1 0,11-12 1 0,-10 0 0 0,12 12-4 0,-13 0 2 0,13 0 0 0,-25-12-1 0,49 12 1 0,-49 0 1 0,38 0 0 0,-27 0-1 0,-11 0-1 0,49 0 0 0,-36 0 0 0,-13 0 1 0,13 0-1 0,-2-12 1 0,-9 12-2 0,-3 0-15 0,1 0-41 0,-36 0 5 0</inkml:trace>
  <inkml:trace contextRef="#ctx0" brushRef="#br0">29912 7016 53 0,'0'-12'21'0,"-13"-13"-1"0,13 1-6 0,0 12 1 0,0 12-2 0,0 0-10 0,0 12-3 0,0 12 1 0,0 25 0 0,0 11-1 0,0 1 1 0,0-13 1 0,0 0 0 0,0 0 0 0,0 1-4 0,-12-13-35 0,12-12-43 0</inkml:trace>
  <inkml:trace contextRef="#ctx0" brushRef="#br0">29791 7911 56 0,'0'-13'21'0,"-13"13"-3"0,13 0-2 0,0 0-10 0,0 25-5 0,0-1 3 0,0 24 1 0,0 1 1 0,0 11-2 0,-12 1-2 0,12-13-1 0,0 0 0 0,-13-11 1 0,2-2-1 0,0-10 0 0,11-13-2 0,-13 0-9 0,13-12-47 0,0-12 14 0,0 0 16 0</inkml:trace>
  <inkml:trace contextRef="#ctx0" brushRef="#br0">29742 8032 25 0,'11'-37'20'0,"14"25"-5"0,0-12-1 0,-1 12-4 0,0 12-2 0,0 12-2 0,13 0 0 0,-13 12-3 0,-12 1 2 0,-12-13-1 0,0 24 1 0,-25-13 0 0,-11 1-2 0,0 0-1 0,1-10-1 0,10-2-1 0,0-1-25 0,25-11-64 0</inkml:trace>
  <inkml:trace contextRef="#ctx0" brushRef="#br0">31436 7004 40 0,'0'0'0'0,"0"-14"24"0,11-9-5 0,-11-13-2 0,13 24-2 0,-13-12-4 0,0 11-2 0,0 13-4 0,0-12-4 0,0 37 0 0,0-1 0 0,0 24 0 0,0 13-1 0,11-1 0 0,-11 12 2 0,13-11-24 0,-1 0-81 0</inkml:trace>
  <inkml:trace contextRef="#ctx0" brushRef="#br0">31532 7911 8 0,'0'0'8'0,"25"0"18"0,-25-13-12 0,0 13-1 0,0 0 5 0,0 0-7 0,-13 0-4 0,13 0 1 0,0 0 0 0,0 0 4 0,0-12-7 0,0 12-1 0,0 0-2 0,0-12 1 0,0 12-2 0,0 0-1 0,0 0 11 0,0 0-9 0,0 0-2 0,0 0 2 0,0-12 10 0,-12 12-10 0,12-12-1 0,0 0 0 0,0 0 0 0,0-1 2 0,-12 2-3 0,12-2 1 0,-12 13-1 0,0-11 0 0,0 11 0 0,-25 0-1 0,13 24 1 0,12 0 0 0,0 0-1 0,-1 12 1 0,-11 1 0 0,24-13-1 0,0 0 1 0,13 0-1 0,-2-24 1 0,39-12 0 0,-26 0 0 0,0 0 1 0,12-36 0 0,-36 23-1 0,12 1 0 0,-12 0 2 0,0-1-3 0,0 14 2 0,0-2 0 0,0 2-1 0,0 11 1 0,-12-13-1 0,12 13 0 0,0 37-1 0,12-13 1 0,-12 0 0 0,0 61 0 0,0-49 2 0,0 13-2 0,0-13 0 0,0-1 0 0,0 13 0 0,0-22 0 0,12 22 0 0,13-13 0 0,-13-9 0 0,0-2 0 0,12-13 0 0,1 2 0 0,-14-13 0 0,0 0 1 0,15-24-1 0,-26 11 0 0,0 2 1 0,-48-39-1 0,-13 26-1 0,49 13 1 0,12-13 0 0,12-2 0 0,24 2 0 0,0 0-1 0,73-23-2 0</inkml:trace>
  <inkml:trace contextRef="#ctx0" brushRef="#br0">28170 9459 47 0,'-12'-12'9'0,"12"12"-1"0,0 0 0 0,24 24-2 0,1 12 0 0,47 37 2 0,-24-37-4 0,0-12-1 0,25-13 0 0,73-11 1 0,-39-11-4 0,75-37 1 0,-73 0 1 0,121-25 3 0,-121 49-3 0,11 11-2 0,-22 2-1 0,11 22 0 0,-14 14 0 0,3 11 1 0,-13 13-1 0,-1-13 1 0,-23 11 0 0,-2-10 0 0,-9-12 0 0,-37-2 0 0,9-10 1 0,-22-13-1 0,0 0 1 0,13 0 0 0,11-48 1 0,13 11-1 0,-13 24-1 0,24-22 1 0,13-1 0 0,12 24-1 0,12-14 1 0,0 26 0 0,-38-11-1 0,38-1 1 0,0 0-1 0,22 12 1 0,-9 0-1 0,11 0 0 0,0 24 1 0,-13 0-1 0,1 1 1 0,-36-13-1 0,-1 0 1 0,25 0-1 0,11 12 1 0,230 0 0 0,-241-37 0 0,12-10 0 0,-24-1-1 0,-12-12 1 0,-1-1-3 0</inkml:trace>
  <inkml:trace contextRef="#ctx0" brushRef="#br0">30020 10463 45 0,'0'0'0'0,"-36"-13"22"0,24 2-3 0,12-14-4 0,0 1-7 0,12-1-4 0,12 14-1 0,13-2-3 0,-1 2 0 0,1 11 0 0,11 0 0 0,-11 24 0 0,-2-13 1 0,-11 26-1 0,-12 0 0 0,-12 11 0 0,0-12 1 0,-12 1-1 0,-25-13 1 0,15 0-1 0,9-24 1 0,1 0-1 0,0 0 1 0,12-12 0 0,0-24 0 0,12-13-1 0,13 13 1 0,10-13 0 0,1 1-1 0,0 11 1 0,-11 26 0 0,-13-2-1 0,-12 13 1 0,0 13-1 0,-12 11 1 0,0 0-1 0,-12 12 1 0,24 0-1 0,0-11 1 0,11-1-1 0,14 0 0 0,11-13 1 0,0-11-1 0,25 0 1 0,-2 0-1 0,15-23-2 0</inkml:trace>
  <inkml:trace contextRef="#ctx0" brushRef="#br0">29984 6870 10 0,'0'0'0'0,"12"0"19"0,-12 0-3 0,12 0-1 0,-12 0 2 0,-12 12-3 0,12-12-2 0,0 0-2 0,0 0 0 0,-12-12-3 0,12 12-2 0,0 0-4 0,0-12 0 0,12 0-1 0,12 0 1 0,-11-25-1 0,23 2 1 0,0-2 0 0,12-24 0 0,2-11 0 0,9 12 1 0,2-13-1 0,-1 0 0 0,-11 13 0 0,11-13 0 0,-12 12 0 0,13 2-1 0,-25 9 0 0,13 3-1 0,-25 11 2 0,0-1-1 0,0 1 0 0,0 12 0 0,-12 0 0 0,1 11 1 0,-1 1-2 0,-12-12 2 0,24-12 0 0,-24 36 0 0,0-13 3 0,0 13 8 0,0 0-11 0,0 0-1 0,0 0 2 0,0 0-3 0,12 0 2 0,-12 13-2 0,12-1 1 0,0 0 1 0,1 12-1 0,9 0-1 0,17 37 1 0,-4-25 0 0,25 37 0 0,-24-50-1 0,-11 14 1 0,11 0 0 0,13 35 0 0,-25-35 0 0,0-2-1 0,0 2 1 0,-11-1 0 0,23 0 0 0,-11 1 1 0,-3-13 0 0,2-1 0 0,-11 15 0 0,11-26 0 0,-11 24 1 0,11-13-1 0,-13 14 1 0,2 24 4 0,-1-37-4 0,0 0 0 0,0 13 1 0,-12-26-2 0,12 13 1 0,-12-24-2 0,12 13 1 0,-12-13 0 0,0 12-2 0,-12-12-41 0,12 12-39 0,12-12 29 0</inkml:trace>
  <inkml:trace contextRef="#ctx0" brushRef="#br0">31060 5322 27 0,'0'0'20'0,"0"-12"-2"0,0 0 3 0,0-1-4 0,0 2 10 0,0-2-18 0,0-11 6 0,-12 13-10 0,12-2-2 0,0 13 0 0,0 0-3 0,0 0-1 0,12 0 1 0,12 48 0 0,-11 1 1 0,-1 0-1 0,12-1 0 0,-24 12-2 0,12 1 2 0,-12 24 3 0,-12-50-1 0,-24 2-1 0,12-26 1 0,11-11-1 0,-11 0 0 0,0-24 0 0,24-23-2 0,12 22 0 0,12 1 0 0,1 0 1 0,11 24-1 0,-12-12-7 0,37 0-63 0,-37 12 8 0</inkml:trace>
  <inkml:trace contextRef="#ctx0" brushRef="#br0">30928 4984 98 0,'-14'-12'10'0,"14"-2"4"0,0 3-10 0,0 11-1 0,0 0-3 0,14 37-96 0</inkml:trace>
  <inkml:trace contextRef="#ctx0" brushRef="#br0">20719 9640 71 0,'-24'0'38'0,"24"-13"-23"0,0 13-4 0,0 0-4 0,24 0-6 0,25 13 4 0,-13-2-3 0,1 2 0 0,23 12 0 0,-24-25-2 0,-25 12 1 0,14-1-1 0,-13-11 0 0,-12 0-2 0,12 13-10 0,-12-13-10 0,-12 0-9 0,12 0-12 0,0 0 17 0</inkml:trace>
  <inkml:trace contextRef="#ctx0" brushRef="#br0">20828 9531 50 0,'0'-13'10'0,"0"2"14"0,0 11-3 0,0 0 1 0,0 11-19 0,0 27-1 0,13-2-1 0,-2-12 0 0,0 11 0 0,14-9-1 0,0 22 1 0,-1-24-1 0,-13-24 0 0,-11 11-7 0,0-11-61 0,0 0 16 0</inkml:trace>
  <inkml:trace contextRef="#ctx0" brushRef="#br0">20948 9507 51 0,'0'0'11'0,"-11"-12"46"0,0 12-41 0,-2 12-9 0,1 25 0 0,-13 11-1 0,-10 49 6 0,10-50-7 0,1-10 1 0,12 0-2 0,-12-13 0 0,24-24-12 0,0 0-40 0,12 0-53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1-23T13:44:2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10269 5915 51 0,'0'-12'16'0,"-12"12"5"0,12 0-11 0,-25 0 0 0,1 12-5 0,-37 12 2 0,39 11-6 0,-16-9 0 0,13 10 0 0,14-13 0 0,11 25 3 0,24-22-1 0,2-15 2 0,-2 13-2 0,11 0 0 0,1-11-1 0,-12 11 1 0,1-11 1 0,-13 11-1 0,-12 24 1 0,-25-12-2 0,-11-11 0 0,0 23 0 0,-12-12-1 0,11 1-1 0,24-13 0 0,2 0 0 0,11 0 1 0,11-13-1 0,28 13 0 0,-4 2 0 0,1-14 0 0,-24 11 0 0,12 1 0 0,-24 0 0 0,-12 1 1 0,-12 24 0 0,-12-13 0 0,12 12-1 0,-1 13 0 0,0-13 0 0,14 1-1 0,11-13 2 0,24-12-1 0,-12-13 0 0,26 2-5 0,-3-2-64 0,-11-11 5 0</inkml:trace>
  <inkml:trace contextRef="#ctx0" brushRef="#br0">17104 19534 255 0</inkml:trace>
  <inkml:trace contextRef="#ctx0" brushRef="#br0">14623 5830 41 0,'0'0'22'0,"0"-12"-2"0,0 12 25 0,35 0-34 0,4 0-7 0,-15 0 0 0,-2 0-1 0,39 12 2 0,-37 24-3 0,-24 13 3 0,-60-1-1 0,0 13-1 0,24-2-3 0,48 2 1 0,47-13-1 0,39 2 1 0,-38-2-1 0,-48-12-1 0,-36 37 2 0,-24-2 0 0,11 3-1 0,37 11 0 0,0 11 0 0,-24-11 0 0,-13-25 1 0,-22 1-1 0,-50-13-136 0</inkml:trace>
  <inkml:trace contextRef="#ctx0" brushRef="#br0">19522 19787 255 0</inkml:trace>
  <inkml:trace contextRef="#ctx0" brushRef="#br0">17126 5854 69 0,'0'0'9'0,"0"-24"11"0,0 12-6 0,-11 12-3 0,-13 0-5 0,-13 0 1 0,2 24-1 0,-2 0-3 0,0 13-1 0,26-1-2 0,-2-1 1 0,13-9 0 0,24 10 1 0,13 0 0 0,0-12 0 0,-2 13-1 0,15 11 2 0,-39-37 1 0,-35 13 1 0,-1 2-1 0,-11 9-2 0,-24 14-1 0,48-13-1 0,12 1 0 0,0-1 0 0,24-1 0 0,0 3 1 0,-11 10-1 0,-2-1 0 0,-11-9 0 0,-11 9 1 0,11-10-1 0,-13 35 2 0,2-35-2 0,22 36 1 0,-11-49-2 0,13 12-24 0,-13-13-80 0</inkml:trace>
  <inkml:trace contextRef="#ctx0" brushRef="#br0">23199 5879 51 0,'0'0'0'0,"12"-25"48"0,-12 13-37 0,24 0 14 0,-13 0-17 0,2 12-2 0,-1 0-3 0,26 12-1 0,-16 0 2 0,27 12-3 0,-13 1 0 0,1-1 1 0,-1 49-2 0,-36-49 2 0,-24 12-1 0,-25-1 0 0,13-11 1 0,-24 13 0 0,60-13-1 0,-11-11 0 0,11 11 0 0,11 0-1 0,13 0 0 0,-12 13 1 0,-12-13-1 0,0 0 1 0,-25 37 0 0,25-37-1 0,-11 12 0 0,22 1 0 0,14-13-1 0,11 59 2 0,-48-45-1 0,-12 9 2 0,-1-10 0 0,3 0-2 0,8 11 1 0,14-12 0 0,14 0 0 0,21 1 2 0,1-13-1 0,-12 0 0 0,-24-1-1 0,-24 15-13 0,-47 22-145 0</inkml:trace>
  <inkml:trace contextRef="#ctx0" brushRef="#br0">15434 5067 58 0,'0'0'0'0,"0"-35"25"0,-13 23-5 0,-11-12-4 0,-12 24-8 0,0 0 0 0,-61 24 3 0,49 12-7 0,-2-12-1 0,26 1 0 0,13 11-2 0,11-1-1 0,72 26 1 0,1-24-1 0,0-1 1 0,0-12-1 0,-1 12 1 0,37 25 3 0,-109-49 1 0,11 25 6 0,-47-13-2 0,-13 12-3 0,-10 0-3 0,-2-12-2 0,1 1-1 0,11-13-5 0,37 12-85 0,24-13 6 0</inkml:trace>
  <inkml:trace contextRef="#ctx0" brushRef="#br0">15482 6253 68 0,'-11'0'4'0,"-2"0"3"0,13 13 13 0,-12 35-3 0,12 13-5 0,0 11-4 0,12 13-2 0,12 24 0 0,0-1-5 0,12-11 0 0,37-24-1 0,-37-49 2 0,49 0 7 0,48-60 15 0,-59 0-12 0,-15-25 0 0,-11 0-3 0,25-109 1 0,-61 87-7 0,0-14-2 0,-12 12-2 0,0 13-3 0,0 35-20 0,0 37-67 0,0 13 15 0</inkml:trace>
  <inkml:trace contextRef="#ctx0" brushRef="#br0">27831 6943 64 0,'0'-36'12'0,"-24"-13"4"0,37-12-2 0,-2 13 6 0,13 0-1 0,-12 24 10 0,-12 35-28 0,0 38 1 0,-25 109 0 0,25-74-6 0,25 86-145 0</inkml:trace>
  <inkml:trace contextRef="#ctx0" brushRef="#br0">33177 6822 76 0,'0'-25'17'0,"0"14"0"0,-12-2-13 0,12 13-2 0,-12 0 0 0,0 37-1 0,-12 23-29 0,12 1-45 0</inkml:trace>
  <inkml:trace contextRef="#ctx0" brushRef="#br0">30590 5285 66 0,'0'0'0'0,"-13"0"18"0,1 0-5 0,12 0 12 0,0 0-5 0,-12-11-5 0,12-50 2 0,0 13-10 0,12-61 7 0,-12 25-9 0,0 11-2 0,0 0-1 0,0 1-1 0,0 35-1 0,0 13 0 0,0 24 0 0,25 37-2 0,10 11 2 0,1 24 0 0,0 13 0 0,1 0 2 0,-1-14-1 0,-24-45-1 0,13 9 0 0,-1-22 0 0,-12-13 2 0,0-13-1 0,-12-22 1 0,12-26 2 0,0-23-1 0,1-1-2 0,-2 0-1 0,0 0-9 0,3 0-30 0,11 37-108 0</inkml:trace>
  <inkml:trace contextRef="#ctx0" brushRef="#br0">31097 5032 29 0,'0'0'24'0,"0"0"-1"0,0-12-3 0,12 0-4 0,0 12-7 0,-12 0-2 0,0 12-3 0,12 0 0 0,-12 12-1 0,0-13 1 0,-12 2 1 0,12-2 2 0,-12-11 4 0,0 0-3 0,-1 0 0 0,2-11-2 0,11-2-2 0,-13 2 0 0,13-13-1 0,13 0-1 0,-2 12 0 0,2 12-2 0,-1 0-1 0,0 24-12 0,-12-1-48 0,-12 1-21 0</inkml:trace>
  <inkml:trace contextRef="#ctx0" brushRef="#br0">29803 6846 27 0,'0'0'0'0,"-12"0"21"0,12-24-4 0,0 12 1 0,0-25 14 0,12 13-18 0,-12 12-2 0,13-13 6 0,-13 25-13 0,0 0-3 0,0 13 0 0,0 11-1 0,11 13 0 0,-11 11 1 0,0 0 0 0,0 13 0 0,0 71-2 0,11-84 0 0,-11 2 1 0,13-2-1 0,-1-24-15 0,12 13-117 0</inkml:trace>
  <inkml:trace contextRef="#ctx0" brushRef="#br0">31557 6810 68 0,'0'0'0'0,"0"-37"41"0,12 26-20 0,0 11-8 0,0 11 9 0,-12 26-13 0,0 11-1 0,0 13-3 0,0-1-1 0,0 49-1 0,12-60-2 0,-12-2-2 0,12-23-13 0,-12 0-124 0</inkml:trace>
  <inkml:trace contextRef="#ctx0" brushRef="#br0">4959 10934 5 0,'0'-12'5'0,"0"12"9"0,0 0-3 0,0-12 16 0,0 12-16 0,0 0-2 0,0 12-8 0,24 0 5 0,0 0-2 0,-11 1 0 0,24-1 0 0,-15-12-1 0,27 12-1 0,-13 0 0 0,13 0-1 0,-1 0 0 0,50 12 0 0,-37 1-1 0,10-13 1 0,74 12 1 0,-72-12-1 0,0 0 0 0,-2-12 0 0,14 11 0 0,1 2 0 0,-14-13-1 0,26 0 0 0,-15 11 1 0,2-11 0 0,12 0 0 0,-12 0 0 0,-1 0-1 0,1 0 0 0,0 0 1 0,0 0-1 0,0-11 1 0,0 11 0 0,154-24 0 0,-154 12 0 0,-11 0-1 0,-2 12 0 0,13-12 1 0,71-26 4 0,-71 27 1 0,13-13 0 0,-14 12 1 0,1-12-2 0,11 0 0 0,-11 24 0 0,-12-25-1 0,12 13 1 0,11 0-1 0,-84 12-8 0,-37 36-80 0,1-23 19 0</inkml:trace>
  <inkml:trace contextRef="#ctx0" brushRef="#br0">9942 9483 11 0,'0'0'0'0,"-12"-24"20"0,12-1-6 0,-12 1 3 0,12 12-1 0,-12-12-3 0,12 12-5 0,0 12-2 0,0 0-3 0,12 0-3 0,0 24 1 0,0-12-1 0,12 13 0 0,1-1 1 0,0 0-1 0,10 0 1 0,-24-12-4 0,14 12-8 0,-25-11-11 0,14-13-28 0,-14 12 29 0</inkml:trace>
  <inkml:trace contextRef="#ctx0" brushRef="#br0">10040 9349 28 0,'0'0'0'0,"0"-11"25"0,0-2-6 0,0 13-6 0,0 0-8 0,0 24 2 0,0 1-3 0,11-1-3 0,0 12 1 0,14 1 0 0,13-1-4 0,-3-12-33 0,-11-11-9 0</inkml:trace>
  <inkml:trace contextRef="#ctx0" brushRef="#br0">11297 9410 39 0,'0'-12'5'0,"-13"0"-1"0,2 12 7 0,0 0 7 0,-2 0-7 0,0 24-4 0,-11 0-2 0,11 1-2 0,2-1-1 0,-13 37 0 0,24-37-13 0,0-12-18 0,13 0-18 0</inkml:trace>
  <inkml:trace contextRef="#ctx0" brushRef="#br0">11490 9398 60 0,'0'0'0'0,"-11"-12"27"0,-14 12-20 0,1 24 5 0,-12 13-3 0,11-1-5 0,1 25-8 0,0 11-80 0</inkml:trace>
  <inkml:trace contextRef="#ctx0" brushRef="#br0">11878 10971 3 0,'0'0'11'0,"0"-12"0"0,0 12 3 0,0 0-5 0,0 0-4 0,0 0 57 0,12 0-59 0,0 12-2 0,-12-12 1 0,12 12 0 0,12 0 2 0,0 0-3 0,-13 0 1 0,27 0-1 0,-13 0 0 0,-3-12 0 0,3 11-1 0,-1 3 1 0,1-2-1 0,-1 0 0 0,0 0 1 0,12 0-1 0,-12 0 1 0,13-1-1 0,24 2 0 0,-26-2 0 0,2-11 1 0,11 13-1 0,-12-13 0 0,37 11 0 0,-37-11 1 0,1 0-1 0,-1 0 0 0,13 0 0 0,-14 0 0 0,2 0 0 0,-2 0 0 0,-10 0 0 0,11 0 2 0,-12 0-1 0,13 0-1 0,-1 0 0 0,1 0 0 0,-1 0 1 0,0-11-1 0,-12 11 1 0,48-24 0 0,-23 24 0 0,-13-13 0 0,1 2 1 0,-1 11 1 0,-12-12 2 0,1 12 1 0,-1-12 0 0,0 12 0 0,1-12 0 0,-14 0-2 0,13 12 0 0,-12-12-2 0,-12 12-2 0,0 0-13 0,-12 24-34 0,-1-12-67 0</inkml:trace>
  <inkml:trace contextRef="#ctx0" brushRef="#br0">14514 11068 42 0,'0'0'22'0,"0"-14"1"0,0 14-1 0,0 0-6 0,0-11-9 0,0 11-6 0,12 11 1 0,0 3 1 0,13-14 2 0,-13 12-1 0,12 0 0 0,0 0-1 0,11 0-1 0,-9 11-1 0,11-10-1 0,10 11 1 0,-11-13 0 0,13 3-1 0,11-2 1 0,-11-12 1 0,-1 0 0 0,37-12 4 0,-37-2-3 0,13 3 0 0,-13-13 1 0,1 0 2 0,11 0 1 0,-13 0-1 0,-9 12 0 0,9-2-2 0,-34 3-2 0,-2-1 0 0,-35 24-22 0,-11-1-43 0,11 15-18 0</inkml:trace>
  <inkml:trace contextRef="#ctx0" brushRef="#br0">30831 5915 45 0,'0'0'14'0,"-12"-12"-6"0,12 0-4 0,-12 12 2 0,-13 0 2 0,1 24 1 0,0 12-4 0,0 13-3 0,-11 10 0 0,-3 15-1 0,-9 22 0 0,-16 13-1 0,-8 23 0 0,-2 1 1 0,-24-11-1 0,14-1 0 0,-2-12 0 0,24-24-1 0,-12-13 1 0,25-35 3 0,11-13 3 0,13-13-2 0,12-11-4 0,12 0-24 0,0 0-34 0</inkml:trace>
  <inkml:trace contextRef="#ctx0" brushRef="#br0">30903 6121 31 0,'0'0'10'0,"0"0"-2"0,-11 0 1 0,-2 0 4 0,-11 36 0 0,0-1-4 0,-25 74-4 0,25-24-2 0,0 12 0 0,-13-1 0 0,-11 2-2 0,11-13 0 0,-48 48-1 0,50-85-7 0,23-24-14 0,0-12-52 0</inkml:trace>
  <inkml:trace contextRef="#ctx0" brushRef="#br0">30855 6399 48 0,'-12'0'23'0,"12"-13"-10"0,0 2-5 0,0 22 10 0,0 2-6 0,-12 35-6 0,12 1-2 0,0 23-1 0,12 1-1 0,-12-2-1 0,0 3 0 0,0-14-1 0,12 1 0 0,-12-25-2 0,0 0-3 0,0-25-5 0,0 3-6 0,-12-14-21 0,12 0-11 0</inkml:trace>
  <inkml:trace contextRef="#ctx0" brushRef="#br0">30988 6447 49 0,'0'0'11'0,"11"0"0"0,14 0 6 0,-13 23 4 0,0 15-9 0,13-2-5 0,-14 23-4 0,14-9-1 0,-1 9-2 0,-12-9 1 0,0-15 0 0,0-10-2 0,-12-1-3 0,0-12-4 0,0-12-18 0,0 0-53 0</inkml:trace>
  <inkml:trace contextRef="#ctx0" brushRef="#br0">31133 6447 68 0,'12'0'7'0,"0"23"12"0,61 51 17 0,-24-15-26 0,-1-9-5 0,-13-2-3 0,14 0-3 0,0-11-13 0,-13-1-94 0</inkml:trace>
  <inkml:trace contextRef="#ctx0" brushRef="#br0">20526 10136 4 0,'0'0'35'0,"0"-13"-18"0,0 13 6 0,-12 0-15 0,12 0 0 0,-13-11-1 0,1 11 0 0,-1 0 4 0,2 0-9 0,0 0-1 0,-2 0 1 0,13 11-1 0,0-11 0 0,0 0 4 0,0 0-1 0,13 13 0 0,-13-13-1 0,22 0-2 0,-9 0 1 0,12 0-1 0,11 11 0 0,0-11 0 0,12 13 0 0,1-13 0 0,11 0-1 0,49 11 1 0,-35 3-1 0,-27-14 0 0,62 0 1 0,-61 0 0 0,1-14-1 0,0 14 1 0,-1 0 0 0,-24 0 0 0,-11 0-1 0,9 0 0 0,3 14 0 0,-25-14 1 0,24 0-1 0,-24 0 1 0,0-14 6 0,-12 3-6 0,0 11 0 0,0-13-1 0,-12 2 1 0,0-2-1 0,-13 2 0 0,13-13 0 0,13 24 0 0,-14-24 1 0,25 24-1 0,0-12 0 0,12 12 0 0,12 0 0 0,0 0 0 0,13 12 0 0,-13 12 0 0,0 0 0 0,-12 0 0 0,0 0 0 0,-12 1 1 0,0-2 1 0,0 1 0 0,-24 0 0 0,11 0-1 0,-9-11 0 0,-3 0 0 0,0 11-8 0,1 0-20 0,0-13-74 0</inkml:trace>
  <inkml:trace contextRef="#ctx0" brushRef="#br0">20622 9604 6 0,'0'0'6'0,"0"0"16"0,0-12 3 0,12 12-7 0,0-12 1 0,-12 12-13 0,25 24 6 0,-13-12-7 0,12 23-1 0,0-22 0 0,25 24-2 0,-13-26 0 0,0 13-2 0,0 0 1 0,2-11 0 0,-16-1-1 0,15 0 0 0,-13 1 2 0,-24-2-5 0,0-11-9 0,0 0-53 0,0 0 33 0</inkml:trace>
  <inkml:trace contextRef="#ctx0" brushRef="#br0">20828 9531 6 0,'-12'0'7'0,"0"-24"41"0,0 24-30 0,12 0-8 0,0 37 10 0,12-25-11 0,0 24-3 0,0-1-1 0,1 2-3 0,34 24 2 0,-34-26-4 0,12-22 2 0,-14 11-1 0,0-11-3 0,-11-2-10 0,0-11-11 0,0 0-68 0</inkml:trace>
  <inkml:trace contextRef="#ctx0" brushRef="#br0">21009 9568 17 0,'0'-12'12'0,"0"-13"23"0,0 12 16 0,0 13-42 0,-36 62 7 0,24-15-12 0,-12 3 0 0,13 9-2 0,-14 15-1 0,-13 10-11 0,16-11-49 0,9-61 4 0</inkml:trace>
  <inkml:trace contextRef="#ctx0" brushRef="#br0">22194 10983 65 0,'-11'-12'9'0,"-14"12"8"0,25 0-4 0,0 0 7 0,25 24-11 0,23 0-3 0,1 0-1 0,23 1 1 0,26-13 0 0,22 0 0 0,37-12 1 0,0 12-2 0,13-12-3 0,-13 24-1 0,-24-13-1 0,-12-11 1 0,60 0 2 0,-131-11 2 0,-28-1-1 0,-22 0-2 0,13 12-1 0,-13-12-16 0,-13 12-142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1-23T13:44:2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29621 2395 0 0,'-12'0'0'0,"12"-12"2"0,0 12 0 0,-12-12 0 0,12 12-1 0,0 0 0 0,0 0 0 0,0 0 2 0,0 0-1 0,-12 0 0 0,12 0-2 0,0 0 0 0,-12 0 0 0,12 0 1 0,-12 0 9 0,12 0 0 0,0-12 13 0,0 0-11 0,0 12-4 0,0 0-2 0,-12 0 0 0,12 0-3 0,12 0 0 0,-24 0 0 0,12 0 1 0,0 0-1 0,-13 0 1 0,13 0 1 0,-12 0-2 0,0 12 0 0,0-12-2 0,-24 24 1 0,23-12-1 0,2-1 0 0,0 2 0 0,-2-13-1 0,1 25 3 0,-2-13-1 0,3 0 0 0,-2 0 0 0,-9 12 0 0,-3 0 0 0,13 0-1 0,0 1 0 0,0 22 0 0,12-23 0 0,-13-11 0 0,13 11 0 0,-11-11-1 0,11 11 2 0,-13-13 0 0,13 14-1 0,-12-1 1 0,0-12-1 0,12 25 1 0,-12-1 0 0,12-24-1 0,0 24 1 0,0-25-1 0,0 15 0 0,0-14 0 0,0 12 1 0,0-12 0 0,0 12-1 0,0-13 0 0,0 27 0 0,0-26 0 0,0 12-1 0,12 0 2 0,-12-13-3 0,12 13 3 0,0 2-2 0,1 9 3 0,11-22-2 0,-24 11 0 0,24-12 0 0,0 12 1 0,-11 1-1 0,33 11-1 0,-32-24 1 0,22 24 0 0,-12-25-1 0,0 15 0 0,0-14 1 0,13 0-2 0,-1 12 3 0,0-12-3 0,-11 0 2 0,-1-1-1 0,24 2 1 0,-24-13-2 0,12 0 2 0,-11 0-1 0,10 0 0 0,-10 0 0 0,11 0 0 0,-12 0 2 0,13-13-1 0,-1 13-1 0,37-11 1 0,-49-1-1 0,12 0 0 0,1 0 1 0,0 12-1 0,-15-12-1 0,-9 0 2 0,11-13-1 0,0 1 0 0,-11 0 1 0,35-36-2 0,-36 35 2 0,0-11-1 0,0 12 1 0,0 0-1 0,0-37 2 0,-12 24-1 0,0 13 2 0,0-37 2 0,0 26-3 0,0 11-1 0,0-12 0 0,0-1 0 0,0 1 0 0,0 0 0 0,-12 11 0 0,12 1 2 0,-12 0-2 0,0-1 1 0,-12 1-2 0,12 0 1 0,-49-37 1 0,37 37-1 0,12 1-1 0,-23-2 1 0,10 12-1 0,-13-22-2 0,-21 11 2 0,23 0 1 0,11 24-3 0,-23-12 0 0,-1 12-8 0,-11 0-34 0,0 0-99 0</inkml:trace>
  <inkml:trace contextRef="#ctx0" brushRef="#br0">26186 9036 32 0,'0'0'8'0,"-12"-14"3"0,12 3-2 0,-12-1 8 0,12 12-11 0,-12 0-4 0,24 0 1 0,12 12 0 0,-12-1 1 0,49 39 3 0,-37-26-3 0,0 0-2 0,0 0 1 0,13 1 1 0,-13-2-1 0,12 1-1 0,-12 0 1 0,61 13 2 0,-37-24-3 0,13-2-1 0,-2-11 0 0,2 13 0 0,0-2 0 0,24-11 0 0,-12 24 0 0,-1-24-1 0,-37 0 1 0,87 0 3 0,-73 0-2 0,11-11-1 0,13 11-1 0,-14-13 1 0,4 13-1 0,-16 0 0 0,1 0 0 0,13-11 1 0,-25 11-1 0,25 0 0 0,-12-13 1 0,11 13 0 0,72-11 1 0,-71-2 0 0,12 13-1 0,-1-13 0 0,-11 13 0 0,-1 0-2 0,0 0 2 0,50 0-1 0,10 0 1 0,-59 0 0 0,11 0 2 0,1 0 1 0,0-11-2 0,-13 11 0 0,-12 0-3 0,0 0 2 0,1 0-2 0,36 11 1 0,-37-11 1 0,-11 0-1 0,-1 0 1 0,11 0 1 0,-9 0 0 0,9 13-1 0,26-13 0 0,-48 13-1 0,11-2 0 0,-12 2 0 0,0-2 0 0,1-11 1 0,-1 13-1 0,-12-2 0 0,12 14 1 0,11-1-1 0,-10-12 0 0,-12 12 0 0,12-11 1 0,-3 35-1 0,3-36 1 0,-25 12-1 0,12 1 1 0,0-13-1 0,-12 0 1 0,0 0 0 0,0 0-1 0,0-12 1 0,0 0 0 0,0 0 3 0,0 0-3 0,0 0 0 0,-12 0 0 0,12 0 1 0,0 0-1 0,0-12 1 0,0 0-2 0,12-37 1 0,0 25-1 0,1 12 1 0,-13-12-1 0,24 12 0 0,0 0-1 0,24-12 2 0,-23 11-1 0,35-11 0 0,-24 24 0 0,1-12 0 0,0 12 0 0,-15 0 0 0,15 0 0 0,0-12 0 0,-1 12 0 0,0 0 0 0,0-13 0 0,1 13 0 0,11 0 0 0,-13 0 0 0,15 0 0 0,-15 0 0 0,-10 0-1 0,13-11 1 0,-3 11 0 0,49 0 0 0,-35-13 0 0,0 13 0 0,-13 0 0 0,48 0 0 0,-23 0-1 0,-13 0 1 0,0 0 0 0,1 0 0 0,-25 0 0 0,24 0 0 0,-11 0 0 0,72 0-1 0,-61-11 1 0,0 11 0 0,-23 0-1 0,-1 0 1 0,37 0 0 0,-26 0 0 0,15 0 0 0,-15 0 0 0,13 0 0 0,1 0 0 0,11 0 0 0,50 0 0 0,-50 0 0 0,0-13 0 0,1 13 0 0,-13 0 0 0,12 0 0 0,-11-11 0 0,-13 11 0 0,13 0 0 0,22-13 1 0,-34 13-1 0,0-13 0 0,11 13 0 0,0-11 0 0,1-2 0 0,12 13 3 0,-1-11-4 0,50-2 1 0,-63 2-1 0,26-2 4 0,-49 2-4 0,0-1 2 0,0-2-1 0,1 14 0 0,-14-11 0 0,14-2 0 0,-13 2-1 0,12-2 1 0,-11 13 1 0,9-23 0 0,3-1 2 0,-13 12 0 0,1-25 0 0,0 1-2 0,-2-12 0 0,-11 23-4 0,11 13-28 0,-11 0-116 0</inkml:trace>
  <inkml:trace contextRef="#ctx0" brushRef="#br0">29210 3616 35 0,'0'0'6'0,"0"0"-1"0,-12 13 3 0,12-2 4 0,-24 2-5 0,12 11-3 0,-13-12 0 0,13 13-1 0,-25 35 6 0,26-24-4 0,-13 1 0 0,0-1-1 0,-37 61 8 0,37-61-9 0,-12-1 0 0,11 3 0 0,1 9-1 0,-24 27 2 0,36-39-2 0,-12-11-1 0,-1 13 1 0,13 0 0 0,-25-1-1 0,15 0 0 0,-15 0 1 0,11 13-1 0,4-13 0 0,9-1 1 0,-11-9 0 0,0 9 0 0,12-11-1 0,0 13 0 0,-13-13 5 0,25-11 0 0,-12-13-1 0,12 11-1 0,-12-11 0 0,12 0-3 0,0 0 2 0,-12 0-2 0,12 0-17 0,0-11-78 0,0 11 39 0</inkml:trace>
  <inkml:trace contextRef="#ctx0" brushRef="#br0">30722 3738 39 0,'0'-24'12'0,"-12"-1"2"0,-1 13 7 0,13-1-6 0,-11 13-6 0,11 0-6 0,0 0-1 0,11 13 0 0,-11 24 4 0,13-2-2 0,-1 2 1 0,12-1 0 0,0 1-2 0,0-1 2 0,13 0-1 0,-1 13-1 0,11-2 0 0,3 15-1 0,-2 9-1 0,24-10 0 0,-11 12 0 0,0-13 1 0,-12 1-1 0,-3 0 1 0,4-25 2 0,-26-1 2 0,12-11 1 0,-11-11-2 0,-14 0-2 0,-11-13 0 0,0 0 0 0,-11 0-88 0,11 0 11 0</inkml:trace>
  <inkml:trace contextRef="#ctx0" brushRef="#br0">18602 6399 26 0,'-12'0'5'0,"0"-24"9"0,-1 24 3 0,2-13 0 0,0 13-5 0,-2-12-3 0,13 12-5 0,0 12-3 0,0-12 0 0,0 24 1 0,24-11 4 0,-13 11 0 0,26 0 0 0,0-12 1 0,-1-1 0 0,24 2-2 0,-11-13 0 0,-1 13-1 0,13-13-1 0,-13-13 0 0,-24 13-2 0,2 0 0 0,-2-13-5 0,-13 13-34 0,13 0-63 0</inkml:trace>
  <inkml:trace contextRef="#ctx0" brushRef="#br0">19546 6532 85 0,'0'0'0'0,"-12"0"24"0,12-12-5 0,0 12-10 0,12 0 1 0,12 12-3 0,61 24 1 0,-25-25-1 0,1-11 0 0,11 0 0 0,-11 0-1 0,-1 0-1 0,-11-11-2 0,-25-1-1 0,1 0-1 0,-14 12-10 0,-11 0-84 0,0 0 23 0</inkml:trace>
  <inkml:trace contextRef="#ctx0" brushRef="#br0">29500 7040 35 0,'-12'-12'5'0,"12"-12"4"0,12 24-1 0,0-25 19 0,-12 25-16 0,0 11 1 0,0 15-4 0,0 10 0 0,12 11-1 0,-12 14-1 0,0 11 1 0,0 26 0 0,12 11-2 0,-12-12-1 0,0 12 1 0,0-13-2 0,0 1 0 0,0 0-2 0,-12 48 3 0,0-97-2 0,0-11 1 0,0-13-1 0,12 0-1 0,-12-24 1 0,12 0-1 0,0 0-22 0,0 0-33 0,-12-13-34 0</inkml:trace>
  <inkml:trace contextRef="#ctx0" brushRef="#br0">28655 7560 56 0,'0'0'0'0,"-26"-12"12"0,26 12 4 0,0 0 15 0,26 0-20 0,33-12 0 0,2 12-2 0,23 0-2 0,-11 0-1 0,83-12-2 0,-107 12-4 0,-12 12 0 0,-25-12-8 0,0 12-19 0,-12-12-27 0,0 12 15 0</inkml:trace>
  <inkml:trace contextRef="#ctx0" brushRef="#br0">28847 7378 92 0,'0'0'0'0,"-12"-12"6"0,0 0-2 0,-12 12 8 0,0 0 3 0,-25 24-4 0,2 0-3 0,-3 13-1 0,2-1 0 0,12-12 0 0,12 13-3 0,-1-13-1 0,25 11-1 0,13-11 1 0,11-11 2 0,24 0-2 0,13-1-1 0,11 0-3 0,0-12-10 0,99 0-141 0</inkml:trace>
  <inkml:trace contextRef="#ctx0" brushRef="#br0">29912 7560 83 0,'-13'-12'19'0,"-11"0"-10"0,24 12 7 0,0-12 4 0,0 12-8 0,24 0-5 0,13 0-1 0,11 0 0 0,25 0-2 0,-1 0 0 0,24 12 0 0,14-12-2 0,11 0 0 0,-12 12-2 0,-13-12 1 0,-35 0-2 0,-25 0 1 0,-12 0 1 0,1 0 1 0,-13-12-2 0,-24-12-1 0,-73-37 1 0,49 49 1 0,-1-25-1 0,-11 26 1 0,48-2 0 0,0 13 0 0,24 0 0 0,12 13 1 0,13-2 4 0,-25 14 0 0,-12-13 0 0,24 12-1 0,-36-1-2 0,12 3-1 0,-36 10 0 0,-36 11-1 0,11-10-20 0,-22 0-86 0,58-26 29 0</inkml:trace>
  <inkml:trace contextRef="#ctx0" brushRef="#br0">20454 12120 5 0,'0'0'6'0,"-13"0"0"0,13-12-3 0,13 12-2 0,-13 0-1 0,0-12 0 0,0 12 0 0,0 0 16 0,0 0-7 0,-13-12 11 0,1 12-8 0,12 0 1 0,0 0 0 0,0 0-11 0,0 0 2 0,12 0 6 0,-24 0 14 0,12-14-7 0,12 14-15 0,-12 0-1 0,0 0 1 0,-12-11-1 0,12 11 0 0,0 0-1 0,0 0 0 0,0 0 1 0,0-12-1 0,0 12 0 0,0 0 0 0,0 0 15 0,0 0-13 0,0 0-1 0,0-12 1 0,-12 12 2 0,12 0 0 0,0 0-3 0,0 0 1 0,0 0-1 0,0 0 0 0,0-12 1 0,0 12-1 0,0 0 19 0,0 0-20 0,0 0 1 0,0-12-1 0,0 24-87 0,0-12-18 0</inkml:trace>
  <inkml:trace contextRef="#ctx0" brushRef="#br0">20356 12023 24 0,'-12'0'17'0,"0"-12"-1"0,12 12 1 0,0 0-5 0,0-12-1 0,12 12-1 0,-12 0-4 0,0 12 0 0,12-12 0 0,-12 0-1 0,13 12-1 0,11 12 2 0,0-12-4 0,48 37 3 0,-11-13-2 0,-25-25-2 0,73 63 2 0,-36-26 0 0,22 0 2 0,-45-35-3 0,10-2 2 0,0 2-2 0,-11-2 0 0,12-11-1 0,-13 13 0 0,0-2 1 0,1-11-2 0,11 13 1 0,-12-1 0 0,1-12 0 0,-1 0-1 0,1 12 1 0,-1-12 0 0,73 0 0 0,-61 0 0 0,-11 0-1 0,11 0 1 0,38 0 0 0,-52 0-1 0,-7 0 1 0,7-12-1 0,-9 12 1 0,11 0 0 0,-11-12-1 0,-1-1 2 0,1 13-2 0,11 0-1 0,-13 0 2 0,15-11-2 0,-15 11 1 0,14 0 1 0,-13-13-1 0,49-11 3 0,-48 13 0 0,-1-2 0 0,12 0-2 0,-11 2-1 0,0-2 0 0,-2 13 1 0,1-11 0 0,-11 11-2 0,23-24 2 0,-24 11 0 0,0 2 0 0,1-1 0 0,11-2 0 0,-12 3 0 0,-12 11 0 0,12-13 0 0,-13 2 0 0,2-2 2 0,0 13 1 0,11-11-1 0,-11-13 0 0,9 24 0 0,-9-12-2 0,11 0 1 0,-12 0 0 0,-12 12-1 0,0 0 0 0,0 0 1 0,0 0-1 0,0 0-2 0,0 0-21 0,-12 0-66 0,0 0 5 0</inkml:trace>
  <inkml:trace contextRef="#ctx0" brushRef="#br0">20465 9785 41 0,'0'0'0'0,"0"12"4"0,0 12-3 0,11 25 3 0,2-13 4 0,12 13 0 0,0-1-3 0,-14-13-1 0,0-9 1 0,2-14 4 0,-1 0-1 0,-12-12 7 0,0-12 13 0,0-12-22 0,-12-1-1 0,12-23-1 0,0-1 0 0,0-23-1 0,-13-1-2 0,2 0 0 0,0 1 0 0,11 12-1 0,-13 11 1 0,13 13-1 0,0 24 1 0,0 12 0 0,0 0-2 0,24 0 1 0,-13 24 0 0,26 13-1 0,-13 11 1 0,13 0 0 0,-13 13 0 0,12-13 0 0,-12 0 0 0,1-11 0 0,-1-1-1 0,-12-12 1 0,0-24 0 0,0 0 1 0,-12 0 0 0,13 0 1 0,-13-24 1 0,11-1 0 0,-11-10 0 0,11-15 0 0,-11 2 0 0,0-13 0 0,0 2-2 0,13-2 0 0,-13 13 1 0,0 12-2 0,-13-1 0 0,13 25 0 0,0 12-6 0,13 12-49 0,12 37-11 0,-13-37 20 0</inkml:trace>
  <inkml:trace contextRef="#ctx0" brushRef="#br0">21143 9906 48 0,'0'-12'6'0,"0"0"2"0,0-12 4 0,-13 24 4 0,13 0-9 0,0 12-6 0,0 12 2 0,0 12-1 0,13 13 1 0,-1-1-1 0,0-11 0 0,12-1 1 0,-12 0-2 0,0-12 1 0,-12-13 1 0,0-11 5 0,-12 0 15 0,12-11-18 0,-12-13-1 0,0-12 1 0,0 0-2 0,12-1 0 0,12-11-1 0,0-1 0 0,12 13 1 0,-11 0 0 0,22 12-1 0,-10 11-1 0,0 2-1 0,-25 11-1 0,22 0-13 0,15 35-130 0</inkml:trace>
  <inkml:trace contextRef="#ctx0" brushRef="#br0">21578 9736 56 0,'0'-24'36'0,"0"24"-26"0,0-11 0 0,24 11 4 0,0 0-7 0,13-12-4 0,11 12 0 0,12 0 1 0,1 0 2 0,11 0 2 0,2 0-3 0,-14-12-2 0,-24-1-1 0,-12 13 0 0,-13-13 0 0,-11 13 1 0,-11-11-2 0,-24-2 0 0,10 2-1 0,0-1 1 0,14 12-1 0,-2-12 0 0,13 0-1 0,24 12 1 0,1 0 0 0,0 0 1 0,-3 12 0 0,-9 0 1 0,-2 11 1 0,-11 1-1 0,-11-11 1 0,-13 24-1 0,0-26-1 0,-2 13 0 0,4 0-8 0,9 1-85 0,13-25 32 0</inkml:trace>
  <inkml:trace contextRef="#ctx0" brushRef="#br0">22304 9651 100 0,'0'-24'4'0,"-12"1"-3"0,24-13 6 0,12 12 9 0,35-13-4 0,-9 25-8 0,-2 0 3 0,-12 12-2 0,0 35-3 0,-23-9-2 0,-13 10 1 0,-13 0 0 0,-23-1 1 0,11-9-1 0,1-14 0 0,13 0 2 0,0-12 0 0,11 0 0 0,0 0 0 0,11-24-3 0,13-2 0 0,12-9-1 0,13-1 2 0,-13 0-1 0,0 10 0 0,-11-9 2 0,-13 23-3 0,0-12 2 0,-12 24-1 0,-12 0-1 0,-13 24 1 0,13 12 0 0,0-12-1 0,12 13 2 0,0-1-1 0,0 11 0 0,12-9-1 0,13-2-12 0,11-1-27 0,13 2-62 0</inkml:trace>
  <inkml:trace contextRef="#ctx0" brushRef="#br0">22933 9821 57 0,'0'-11'25'0,"-13"-2"-12"0,13 13-4 0,0 0 4 0,0 0-8 0,0 24-1 0,0 25-1 0,13-1 2 0,-2 13 2 0,2 72-1 0,-13-60-5 0,0-2 0 0,0-21 0 0,0-2-1 0,-13-37 4 0,13 2 6 0,-11-13 3 0,11 0-5 0,-13-24-5 0,1 0 0 0,12-26-2 0,-12 15 0 0,0-25-1 0,12-2 0 0,0 3 0 0,0-14-1 0,24 12 0 0,-12 13 0 0,12 11 0 0,49 13 0 0,-49 37 0 0,13-2 0 0,-25 26 0 0,12-13 2 0,-24 13-1 0,0-13 0 0,-12 12 0 0,-12-24 1 0,0 0-1 0,-1-1 1 0,1-11-2 0,0 0-11 0,24 0-20 0,0-11-91 0</inkml:trace>
  <inkml:trace contextRef="#ctx0" brushRef="#br0">23309 9845 101 0,'-14'-11'16'0,"14"-2"-13"0,0 13 3 0,14 0-43 0,8 24-40 0</inkml:trace>
  <inkml:trace contextRef="#ctx0" brushRef="#br0">23356 10088 58 0,'0'0'0'0,"-12"0"23"0,-1 12-7 0,13-12 9 0,0-12-13 0,0 12-9 0,0-12-11 0,13 0-38 0,-1 12-24 0</inkml:trace>
  <inkml:trace contextRef="#ctx0" brushRef="#br0">23731 10038 62 0,'0'0'0'0,"0"0"4"0,12-11 5 0,-12 11 15 0,12-12-7 0,0 0-8 0,-12 12 0 0,12-12 0 0,-12 0-1 0,0 0-1 0,0 0-2 0,-12 0-2 0,0-1-1 0,12 1-1 0,-12 12-1 0,-24 0 0 0,25 0 0 0,-39 25 0 0,37-1 0 0,-9 0 0 0,9 0 0 0,13 13 0 0,0-25 1 0,13 24 1 0,9-24 0 0,-9-12 1 0,-1 0 1 0,12-12 0 0,-10-12 0 0,8-25-2 0,-9 13-1 0,11 0-1 0,-24-1 1 0,12-11-1 0,0-12 0 0,0-1-1 0,-12 13 1 0,0 24 0 0,0 11 0 0,0 13-1 0,0 0-1 0,0 13 2 0,0 11 0 0,-12 11 0 0,12 2 0 0,0 48 1 0,0-37 0 0,0 1-1 0,12-1 0 0,0-13 0 0,1-9 1 0,-1-14-1 0,12 0-9 0,0 0-38 0,-12-12-54 0</inkml:trace>
  <inkml:trace contextRef="#ctx0" brushRef="#br0">24045 9930 77 0,'0'0'0'0,"12"0"17"0,12 0 3 0,0-12 9 0,13 12-9 0,11-12-9 0,-11 12-8 0,-1-12-1 0,-23 12-8 0,-2 0-27 0,2-12-52 0,-13 12 43 0</inkml:trace>
  <inkml:trace contextRef="#ctx0" brushRef="#br0">24420 9689 114 0,'0'-12'12'0,"0"24"22"0,0 0-6 0,0 84-10 0,12-35-16 0,0-1-1 0,-12 13-9 0,13 12-58 0,-13-49-18 0</inkml:trace>
  <inkml:trace contextRef="#ctx0" brushRef="#br0">24444 12288 87 0,'0'-11'7'0,"-24"-13"0"0,11 24 1 0,13 0 3 0,25 0-3 0,0 24-3 0,10-13 0 0,14 26 1 0,12-13 2 0,0 0-1 0,-1 0-2 0,11 1-1 0,3-13-1 0,23 25 0 0,10-26 0 0,15 14-1 0,11-1 0 0,25-24-1 0,11 0 0 0,266-24 3 0,-36 12-2 0,-11-12 0 0,-86 11 4 0,85-48 5 0,-85 13 1 0,-72 0-7 0,-120 24-4 0,-99 24-25 0,-59 0-148 0</inkml:trace>
  <inkml:trace contextRef="#ctx0" brushRef="#br0">25157 13571 53 0,'0'0'16'0,"-11"11"-15"0,11 15 7 0,-11-14 11 0,11-12-1 0,0 0-3 0,0 0 13 0,0-25-19 0,0 12-1 0,0-34-1 0,-13 10-1 0,13 1-1 0,0-13-2 0,0-10-1 0,-12 9-1 0,12-9 0 0,0 22-1 0,0 13 0 0,12 0 0 0,1 24 0 0,9 0 0 0,-9 11 0 0,23 26 0 0,-11 0 0 0,-1 11 0 0,12 0 0 0,0 0 0 0,13 50 0 0,-25-74 0 0,0 0-1 0,-11-12 1 0,-2-12 1 0,0 0 0 0,-11-12 1 0,14-12 1 0,-14 0 1 0,12-1-2 0,-12-11 0 0,0-12 0 0,0-2 0 0,0-9-1 0,0 9 0 0,0-9-1 0,12-15 1 0,-12 74-3 0,12-11-9 0,-12 22-15 0,13 27-25 0,9 9-68 0</inkml:trace>
  <inkml:trace contextRef="#ctx0" brushRef="#br0">25569 14007 21 0,'0'0'4'0,"0"0"11"0,0 0 8 0,0 0 40 0,0 0-50 0,0 0-1 0,0-13-4 0,0 13-1 0,0-12-2 0,12 0-1 0,1 0-1 0,0-12-1 0,9-1 0 0,15 1 0 0,-1-24 0 0,1 11 1 0,-1-10 0 0,0-2-2 0,-23 1 1 0,11 0-1 0,-24 22 1 0,0 15 0 0,0-1 0 0,-13 12-2 0,-11 12 1 0,-12-1-1 0,24 15 0 0,-12-2 0 0,24 0 0 0,0 11 0 0,12-11-1 0,12 2 1 0,0-2 0 0,12 0 0 0,1 0 0 0,-13 0 0 0,-11-12 0 0,-13 13 0 0,0-14 1 0,-13 2-1 0,-11-2 3 0,-24 2 2 0,23-13-2 0,1 0-2 0,0-13-1 0,12 13-8 0,12-11-32 0,0-13-101 0</inkml:trace>
  <inkml:trace contextRef="#ctx0" brushRef="#br0">26464 13474 43 0,'-12'0'18'0,"0"0"8"0,24 0 19 0,-12-12-32 0,24 12 4 0,1-12-4 0,-1 12-4 0,12 0-3 0,1 0-3 0,-1 0-1 0,13 0 0 0,12 0 0 0,-15 12-1 0,15-12 1 0,-12 0-2 0,-1 0 1 0,1 0-1 0,-13 0 0 0,12-12 1 0,-11 0-1 0,-37 12 1 0,13-12 1 0,-13-1-1 0,-13 2-1 0,0-2 0 0,0 2 1 0,-33-26-1 0,-3 13 0 0,13 11 0 0,23 2 0 0,1 11 0 0,12 0 0 0,-12 0 0 0,12 0 0 0,12 11 1 0,24 13 2 0,-11 2-4 0,11-2 2 0,-1-13-1 0,-11 13 0 0,2 1 1 0,-2 11 4 0,-35-12-1 0,-2 1 0 0,13-13-2 0,-72 48 1 0,23-23-9 0,24-25-21 0,14 0-45 0,-2 0-4 0</inkml:trace>
  <inkml:trace contextRef="#ctx0" brushRef="#br0">21735 9192 57 0,'0'0'19'0,"-13"-11"1"0,13-1 7 0,0 12-4 0,0 0-9 0,13 0-8 0,-13 0 1 0,36 23 3 0,-11-10-6 0,-1 11-2 0,0 11 0 0,0-9-1 0,-12-2-1 0,37 11-9 0,-37-22-7 0,0-13-10 0,-12 0-11 0,12 0-23 0,-12-13 26 0</inkml:trace>
  <inkml:trace contextRef="#ctx0" brushRef="#br0">21953 9144 43 0,'-12'-13'41'0,"0"2"-21"0,12 11 17 0,-12 0-31 0,12 24 0 0,-13 1-1 0,13 11-1 0,0-12-1 0,-12 48-2 0,12-35-1 0,-12-1 1 0,-12-12-2 0,24-24-6 0,-12 12-6 0,12-12-4 0,0 0-12 0,-12-24-12 0,12 12 0 0</inkml:trace>
  <inkml:trace contextRef="#ctx0" brushRef="#br0">21783 9216 56 0,'0'0'0'0,"-12"13"23"0,0-2-7 0,0-11 8 0,12 13-3 0,24-13-2 0,1 0-4 0,47-24-2 0,-36 11-10 0,25-11-5 0,-13 24-90 0,-37 0 24 0</inkml:trace>
  <inkml:trace contextRef="#ctx0" brushRef="#br0">26440 13086 78 0,'12'-11'8'0,"24"-1"13"0,1 0 3 0,12 0-6 0,-25 0-10 0,12 12-5 0,0 0-1 0,-12 12-1 0,0-12-1 0,-24 0-1 0,12 0-5 0,-12 0-6 0,0 0-15 0,-12 0-24 0,-12 0-6 0</inkml:trace>
  <inkml:trace contextRef="#ctx0" brushRef="#br0">26549 12954 33 0,'0'-12'38'0,"-12"12"-18"0,12 0 6 0,12 0-18 0,0 0-2 0,12 24 3 0,1 1-6 0,-13-1-2 0,12 0 0 0,-11 0 0 0,-2-1-3 0,2-9-4 0,-2-2-10 0,0-12-5 0,-11-12-11 0,13-13 3 0,-13 1 4 0,0-12 10 0,0-1 18 0,0 1 22 0,-24 12 4 0,13-1-4 0,-2 14-3 0,2 11-7 0,-26 24-5 0,25 12-8 0,0 0-1 0,12 25-15 0,-13 0-83 0</inkml:trace>
  <inkml:trace contextRef="#ctx0" brushRef="#br0">27771 13317 66 0,'-12'0'19'0,"-1"-13"-4"0,2 2 7 0,-2 11-4 0,13-13-7 0,0 2-6 0,24 11-1 0,13-13 1 0,-13 13-2 0,11 0 1 0,15 0-1 0,-26 13-1 0,12 11-1 0,-24 0-1 0,0 13 1 0,-12-2 1 0,0-11 0 0,-49 50 3 0,14-50-4 0,-2-12 2 0,13 0 0 0,0 0 1 0,24-12-1 0,0 0-1 0,0-12-1 0,24 0-1 0,12 0 0 0,2-12 0 0,9-1 0 0,-11-11 0 0,13-1-1 0,-13 2-1 0,-12-2 0 0,1 13 2 0,-13 0-1 0,-24 24 0 0,-1 0-1 0,-11 11 2 0,0 13 0 0,12 13 0 0,0-13 0 0,0 13 0 0,12-1 1 0,0 0-1 0,24 13-1 0,0-13-3 0,0 0-19 0,13 1-26 0,-13-13-36 0</inkml:trace>
  <inkml:trace contextRef="#ctx0" brushRef="#br0">28557 13837 65 0,'0'0'13'0,"0"0"-11"0,0 12 4 0,0-12 1 0,0 12-4 0,0 1-1 0,0-13 4 0,0-13 27 0,0 1-23 0,0 0-3 0,-12-1 0 0,12-11-1 0,-12 13-1 0,-12-13-1 0,-1 12-1 0,-11 12 3 0,24 0-5 0,0 12 0 0,12-1 0 0,-12 26 0 0,-1 24-2 0,13-37 2 0,0 0-1 0,13 12 0 0,-1-36 1 0,0 0 0 0,0 0 1 0,12 0-2 0,-12-24 1 0,13 12-1 0,-13-12 0 0,0-13 2 0,0 0-2 0,0-11 1 0,-12 0 0 0,0-12-1 0,0-61-1 0,0 72 2 0,0 25-1 0,-12 12 0 0,12 0 1 0,0 12-1 0,0 0 0 0,-12 24 1 0,12 0-1 0,0 13 1 0,0 10 0 0,0 3 1 0,12 9-1 0,-12-9 0 0,0-2-1 0,12-13 0 0,1 2 0 0,-13-13 1 0,11 0-2 0,-11-11 0 0,13-13-8 0,-13 12-13 0,0-12-31 0,11 0-39 0</inkml:trace>
  <inkml:trace contextRef="#ctx0" brushRef="#br0">28944 13668 134 0,'0'-24'14'0,"13"24"-12"0,-2-12 5 0,-11 12-9 0,13 24-22 0,-13 11-27 0,0-22-15 0</inkml:trace>
  <inkml:trace contextRef="#ctx0" brushRef="#br0">28968 13874 85 0,'0'0'25'0,"24"-13"-8"0,-24 1-2 0,0 0-12 0,24 12-17 0,-24 0-45 0</inkml:trace>
  <inkml:trace contextRef="#ctx0" brushRef="#br0">29404 13800 52 0,'36'-35'43'0,"-12"35"-24"0,-12-24 3 0,0 11-9 0,0 0-5 0,-12-11-1 0,0 13 0 0,-24-1-2 0,12 0-1 0,-12 0-2 0,13 12 0 0,-14 0-2 0,-13 12 0 0,-9 23 0 0,11 2 1 0,12 24-1 0,24-26 0 0,-13-10 0 0,26-13-1 0,11 1 2 0,-12-13-1 0,12 0 1 0,1 0-1 0,-14-25 1 0,13 13-1 0,-13-12 1 0,3 0 1 0,11 0 0 0,-14-26 5 0,-11 39-4 0,0 11-1 0,0-13 1 0,0 13 1 0,0 0 0 0,0 0-1 0,0 0-1 0,0 0-1 0,0 0-1 0,0 0 2 0,11 24 1 0,2-11-2 0,-1 24-1 0,-12-13 0 0,12 61 1 0,12-37 0 0,-36 61-1 0,12-61 0 0,-12-11-1 0,24-13 2 0,-12 0-2 0,12-12 1 0,0-1 1 0,-12 2-1 0,0-2 0 0,0-11 0 0,0 0 0 0,12 0 1 0,-12 0 1 0,0-11-1 0,0 11-1 0,0-36 1 0,0 24-2 0,-12-24 1 0,0 22 1 0,12 3-1 0,0-13 0 0,12 0 0 0,25 12 0 0,-1-12 0 0,0 11 0 0,1 1-1 0,-13 12-7 0,13 0-59 0,-37 0-16 0</inkml:trace>
  <inkml:trace contextRef="#ctx0" brushRef="#br0">14067 12070 0 0,'0'0'1'0,"0"-11"0"0,12 11-1 0,-12 0 0 0,0 0 16 0,0 0 2 0,0 0 13 0,0 0-16 0,0-12-3 0,-12 12-6 0,24 12 8 0,-12-12-10 0,0 0 0 0,12 0-1 0,-12 11-1 0,12-11-1 0,12 14 0 0,0-2-1 0,-11 0 1 0,23 0 0 0,-12 0-1 0,1 0 0 0,-3-1 1 0,4 2-1 0,-2-2 0 0,-11 2 0 0,9-13 1 0,-9 11-1 0,11-11 0 0,2 14 0 0,-4-2 0 0,3-1 1 0,11 2-1 0,0-2 1 0,1 2-1 0,-1-2 0 0,0 2 1 0,1-2-1 0,0-11 1 0,-2 13-1 0,1-13 1 0,0 0 0 0,13 0 0 0,36 13 1 0,-37-13-1 0,1 0 0 0,11 11 0 0,12-11 0 0,-11 13 0 0,12-2 0 0,-25-11-1 0,13 13 1 0,-2-13 0 0,2 0-1 0,0 0 1 0,-1 0 0 0,13 0-1 0,-13 0 1 0,-10 0 0 0,-3 0 0 0,2-13 0 0,-1 13-1 0,0 0 1 0,1 0-1 0,-13 0 1 0,11 0-1 0,3 0 0 0,-2 0 1 0,2 0-1 0,-15 0 0 0,13 0 0 0,1 13 1 0,11-13-2 0,1 0 2 0,-12 0-1 0,10 0 0 0,2-13 1 0,-1 13 0 0,1-11 0 0,0 11 1 0,0-13 0 0,-2 13-2 0,2 0 2 0,11 0-2 0,-35 0 0 0,36 0 1 0,-25 0 0 0,-24 0-1 0,35 13 0 0,-9-13 0 0,-2 11 0 0,0-11 0 0,13 0 0 0,-1 0 1 0,1 0 0 0,11 0 0 0,1 13 0 0,0-13 0 0,-1 0 0 0,1 0 0 0,-1 0-1 0,0 0 1 0,1 0-2 0,0 0 2 0,0 0 0 0,10-13 1 0,-9 13 2 0,10-11 0 0,1 11 1 0,12-13-1 0,0 13 0 0,-1 0 0 0,-11-11-1 0,0 11 2 0,-1-13-1 0,-23 0-1 0,-1 2-1 0,-11 11 1 0,-25-13-1 0,0 2-1 0,-12 11 0 0,-12-13 0 0,0 13-2 0,-24-11-11 0,-36-2-43 0,11 13-66 0</inkml:trace>
  <inkml:trace contextRef="#ctx0" brushRef="#br0">29259 3555 42 0,'0'0'0'0,"0"-35"10"0,24 11 2 0,0 0 8 0,-24 0 1 0,12 24 14 0,-12 0-28 0,-12 0-3 0,0 36 1 0,-24 11 1 0,-1 15-1 0,-36 94 5 0,12-71-7 0,15 23-1 0,-15 1 1 0,0-11 0 0,0 11-1 0,1-13 2 0,-13 1 0 0,13-24 0 0,-12 12-1 0,-1 23-3 0,48-84 2 0,13-11-1 0,12-13-2 0,0 11-2 0,0-11-27 0,0 0-1 0,25-24-100 0</inkml:trace>
  <inkml:trace contextRef="#ctx0" brushRef="#br0">28557 4438 65 0,'-12'0'11'0,"0"-11"6"0,12 11-1 0,-12 24 3 0,-13 1-4 0,1 23-6 0,0-1-2 0,12 3-1 0,0-2-3 0,12-12 0 0,0 0 1 0,12-23-2 0,12-2 3 0,12-22-2 0,25-2-1 0,24-23-4 0,11 11-27 0,25-10-94 0</inkml:trace>
  <inkml:trace contextRef="#ctx0" brushRef="#br0">30565 3738 64 0,'-38'-24'14'0,"-9"-26"11"0,23 15 2 0,0 11-4 0,12 12-4 0,-1 0-6 0,13 12-8 0,0 0-4 0,13 12 1 0,-1 24 5 0,36 24-3 0,62 73 2 0,-51-48-5 0,14 12 4 0,-25-50-1 0,13 38-1 0,22 0-1 0,15 12-1 0,-1-12 0 0,-12-12 0 0,-13-2-1 0,-11-9 0 0,-26-15-1 0,-22-23 1 0,-2 1 1 0,-11-13-1 0,0-12 1 0,0 0-1 0,-11 0-4 0,-2-12-4 0,-9-13-6 0,22 14-6 0,-13-13-11 0,13 0-10 0,-12-13 4 0,12 0 7 0,0-10 19 0,0-2 13 0,-14 1 11 0,3-1 14 0,-13 25 3 0,13 0-3 0,-2 0-6 0,1 11-5 0,12 2-3 0,-12 11-6 0,12 11 1 0,0 14-2 0,12 11 0 0,13 13-3 0,47 60 1 0,-37-37-3 0,14-11-1 0,-13-13 0 0,-12 0 0 0,-11-11 3 0,-13-13 2 0,-13 0 2 0,-22-12 3 0,-15 0-5 0,-21-12 1 0,-2 0-4 0,-12-12-2 0,25-12 0 0,-1 24 0 0,24-12 0 0,15-1-14 0,57 13-201 0</inkml:trace>
  <inkml:trace contextRef="#ctx0" brushRef="#br0">23283 8165 33 0,'-59'0'20'0,"-51"0"13"0,50 0-19 0,11 0-4 0,-12 0 7 0,50 0-13 0,22 0-2 0,14 11 0 0,35 2 2 0,13-2-1 0,205-11 5 0,-60 0-1 0,48-11-1 0,399-39 4 0,170-9-5 0,-375 35-4 0,-1 12-18 0,2 0-110 0</inkml:trace>
  <inkml:trace contextRef="#ctx0" brushRef="#br0">33165 8298 62 0,'0'0'0'0,"0"0"10"0,0 0-1 0,0 0 6 0,36 0-7 0,38 0-6 0,22 0-5 0,-12 0 0 0,86 0-10 0,60 0 13 0</inkml:trace>
  <inkml:trace contextRef="#ctx0" brushRef="#br0">22787 7959 59 0,'0'0'0'0,"-84"0"34"0,35 0-28 0,37-12-1 0,24-37-4 0,25 1 0 0,24-24 0 0,11-13 1 0,37-24-1 0,24-24 1 0,12-12-2 0,24-24 1 0,13-13 0 0,23-11 0 0,13-37-1 0,0-12 1 0,11-12 1 0,24-25-1 0,14-24-3 0,12-10 2 0,23-26 0 0,-11 1 0 0,-1-14-1 0,-1 14-1 0,-9-1-1 0,-15 0 1 0,-11 25-1 0,-36 24-1 0,-85 120 2 0,49-59 0 0,35-37 1 0,-96 121 0 0,13-14-2 0,10-21 2 0,14-14-1 0,12 1 2 0,-26-1-1 0,-10 24 1 0,-38 14 2 0,-12 35 0 0,-35 11 2 0,-13 14-1 0,-12 35-1 0,-11 1-2 0,-2 25 1 0,14 23-1 0,-25 0 0 0,24 12-1 0,-12 12 1 0,12 11 1 0,0 24-1 0,1 14 1 0,22 24-1 0,2 24 1 0,12 25 0 0,11 23-3 0,13 36 4 0,290 580 4 0,-158-336-4 0,74 168 0 0,-170-376 3 0,60 110-1 0,61 83-2 0,97 196 6 0,-146-255-9 0,25 59-2 0,36 51 0 0,24 70-7 0,25 15-33 0,96 227-25 0,327 655 68 0</inkml:trace>
  <inkml:trace contextRef="#ctx0" brushRef="#br0">29137 0 51 0,'0'0'4'0,"0"0"-1"0,-12 11-1 0,12-11 2 0,-12 14 4 0,12-14-2 0,0 12-3 0,0-1 0 0,0 2 1 0,0-13-1 0,12 11 0 0,-12 2-1 0,12-2 0 0,13 2 0 0,-25-2 0 0,24 2-1 0,-12-13 0 0,0 13-1 0,0-2 0 0,0 13 1 0,0 0 0 0,1-11-1 0,-2 11 1 0,-11 0 2 0,0-11-1 0,-11 11 4 0,-14-12-2 0,13-12-4 0,-12 12 3 0,-12-12-1 0,23-12-1 0,-11 0 0 0,12-1 1 0,12-11-3 0,24 0 3 0,-12 0-1 0,25 11-2 0,11 13 2 0,1-11 1 0,-13 22-3 0,11 2 2 0,-23 23-2 0,15 0 2 0,-39 1-1 0,0-1 1 0,-13 1 0 0,-24-25 0 0,2 0 2 0,-14 0-2 0,13-12 0 0,-13-24 2 0,1-1-2 0,23-11 0 0,1-12 0 0,12-1-1 0,24 13 0 0,12-12 1 0,1 11-1 0,59 0 1 0,-35 37 0 0,-13 13-1 0,-12 11 1 0,-13 0-1 0,-11 13 0 0,0-1-1 0,-22 0 0 0,-3-12 0 0,1 1-21 0,-1-1-51 0,25-24 29 0</inkml:trace>
  <inkml:trace contextRef="#ctx0" brushRef="#br0">29766 460 80 0,'0'0'0'0,"-13"-12"4"0,2 0-3 0,0-12 3 0,-14-1 8 0,13-23 0 0,12 48-11 0,12 0 3 0,-12 24 0 0,12 13 0 0,12-1-2 0,-13 0 1 0,-11 12-1 0,13-11 3 0,-13-13 1 0,0-13 4 0,0 2-7 0,-13-13 0 0,13-24-2 0,0 0 0 0,-11-13-1 0,11-11-1 0,11 0 1 0,2-13-1 0,-1 13 2 0,1 12-2 0,12 11 1 0,-14 1-1 0,13 12 1 0,0 12 0 0,-12 12 2 0,13 0-3 0,-1 25 2 0,-12-13-2 0,12 12 1 0,-12-12 2 0,0 13-2 0,0-13 0 0,-12-12 0 0,12 0-1 0,-12 12 2 0,13-24-1 0,-13 0 1 0,12-12-1 0,12 0-1 0,0 0 1 0,1 0 0 0,10 0 0 0,-22 0 0 0,11 12 1 0,-24 0-2 0,0 0 1 0,-37 0-1 0,13 0 1 0,0 0-1 0,-12 0 1 0,24 0 0 0,0-13 0 0,12 0 0 0,12 13 0 0,12 0 0 0,0 13 0 0,11-13 1 0,-9 13-1 0,-2 11 0 0,11-12 0 0,14 24-1 0,-37-25 1 0,1 2 1 0,-13-13 1 0,11 11-1 0,-11-11-1 0,0 0 2 0,0-11-3 0,0 11 1 0,0-24-1 0,-11 12 3 0,-38-12-4 0,37 12 2 0,-12 12 0 0,0 0 0 0,12 0-1 0,12 0 1 0,-12 0 0 0,24 0 0 0,-12 0 1 0,25-12-2 0,-3 12 1 0,39-12-1 0,-24 12 1 0,-13 0 0 0,24 12-1 0,-36 0 0 0,1 12 2 0,-13 24 0 0,0-11 0 0,-13-2 0 0,13-22 0 0,13-2 0 0,-1-22-1 0,0-13 0 0,0 0 0 0,0-26-1 0,0 27 0 0,0-37 0 0,-12 34 0 0,0-21-1 0,0 10 2 0,0 13-3 0,0 0 1 0,0 24 1 0,13 24 3 0,-13 0-1 0,11 13 0 0,0-1 0 0,2 13 0 0,0-13 0 0,11-12 1 0,0 0 0 0,12-24-2 0,2 0-11 0,45-36-122 0</inkml:trace>
  <inkml:trace contextRef="#ctx0" brushRef="#br0">22461 8104 96 0,'-24'-13'6'0,"24"13"-4"0,0 0 0 0,0 13 6 0,13-2 4 0,-13 2-2 0,0-13-3 0,11 11 5 0,-11-11-7 0,11 0 1 0,-11-11 6 0,-11-2-10 0,0 13-1 0,-2-11 1 0,1 11-1 0,12 0 0 0,0 0-1 0,0 0 1 0,12 0-1 0,-12 0 1 0,0 11 14 0,0 87-13 0,13-37-1 0,-13 11-1 0,22 13 0 0,-22 60 1 0,0-86-1 0,-11-9-4 0,11-26-20 0,24 0-96 0</inkml:trace>
  <inkml:trace contextRef="#ctx0" brushRef="#br0">33419 7499 88 0,'0'0'6'0,"0"-13"2"0,0 2-2 0,12-1 3 0,0 0 1 0,-12 24 0 0,12 24-2 0,-12 1-2 0,0 35-1 0,-12 13-3 0,-12 0-1 0,12 11 0 0,0-11-1 0,-1-12 0 0,13-1 0 0,0-37-3 0,0 2-7 0,0-24-10 0,0-2-20 0,0-22-30 0</inkml:trace>
  <inkml:trace contextRef="#ctx0" brushRef="#br0">32984 7378 117 0,'0'0'6'0,"0"0"17"0,0-12-10 0,0 0-2 0,36 12-2 0,37-12-2 0,24 12-8 0,23 0-4 0,13-12-3 0,1 24-33 0,-62-12-61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1-23T13:44:2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7377 5056 66 0,'13'35'-1'0,"59"63"1"0,50-2 0 0,47 14-1 0,37-1 0 0,47 12 2 0,38 24-1 0,22 24 0 0,27 25 1 0,47 11 0 0,484 267-1 0,-375-207-2 0,12 14 1 0,25 36 1 0,35 11-1 0,12 12 2 0,49 25 0 0,12 13 0 0,24 11 0 0,37 12-1 0,12 12 2 0,23 0-1 0,1 25 2 0,24-2 0 0,12 3 2 0,811 445 1 0,-787-447-4 0,0 2 0 0,-12-26 1 0,-24-24 5 0,-12-25-2 0,-48-23-1 0,-26-12-1 0,-58-13-3 0,-49-23-3 0,-49-13 2 0,-73-24-1 0,-157-97-11 0,-49-24-27 0,39 23-18 0</inkml:trace>
  <inkml:trace contextRef="#ctx0" brushRef="#br0">12445 4911 51 0,'0'0'0'0,"-144"-36"-2"0,96 24 2 0,48 12-3 0,48 36 2 0,74 23 1 0,34 50 1 0,51 24-2 0,21 37 0 0,51 23 3 0,23 38-3 0,50 11 1 0,22 12-1 0,48 35 1 0,26 14 0 0,49 12 1 0,23 24 0 0,48-1 0 0,25 36-2 0,24 2 2 0,36 22-2 0,12 3 3 0,24 10-2 0,1 11 1 0,11 15 2 0,0-14 2 0,-12 0-2 0,2 0 2 0,-2-12 1 0,-10-24-2 0,-27-11 2 0,-11-25-2 0,544 302 0 0,-654-364-3 0,-46-34-1 0,-62-14-1 0,-48-22-13 0,-60-27-12 0,-85-34-2 0,-169-109 13 0</inkml:trace>
  <inkml:trace contextRef="#ctx0" brushRef="#br0">19195 5431 43 0,'0'0'0'0,"387"302"4"0,49 48 0 0,47 2 3 0,38 23 1 0,23 23 1 0,48-11-1 0,24 13-1 0,14-1 1 0,23 1-2 0,1 11 1 0,11-12-4 0,-12 0 0 0,-12 0-1 0,-24-25-2 0,-24 2-1 0,-25-25 0 0,-59-12-1 0,-37-13-11 0,-74 1-30 0,-180-134-6 0</inkml:trace>
  <inkml:trace contextRef="#ctx0" brushRef="#br0">17913 16789 98 0,'-12'0'0'0,"-35"0"1"0,47 0-5 0,22-26 3 0,112-69 2 0,-1-2 0 0,0-37 0 0,49-22-1 0,120-111 2 0,-47 38-1 0,34-26-1 0,13-48 1 0,37-10 0 0,24-38 0 0,24-25 0 0,24-22 1 0,37-26 3 0,0-11 0 0,35-24-1 0,1-1-1 0,12-1 0 0,0-9 0 0,0-14 0 0,-13 35 1 0,-23 3-2 0,-12 35 1 0,-37 23 0 0,-36 38-1 0,-24 35-2 0,-37 25-1 0,-48 36 1 0,181-122 0 0,-289 243 0 0,-49 24-3 0,-25 38-20 0,-35 34-22 0,-37 25-15 0</inkml:trace>
  <inkml:trace contextRef="#ctx0" brushRef="#br0">26488 7789 82 0,'-24'0'4'0,"-72"0"1"0,71 0 1 0,39 0-6 0,45-24 2 0,50-37-1 0,36 2-1 0,49-38 1 0,23-12 0 0,25-24 0 0,12 11-1 0,11-10 1 0,-10 11-1 0,-25 24 0 0,-24 25 2 0,-25 22-2 0,-60 26 0 0,-24 37 2 0,-26 108 22 0,-93 0-11 0,-51 48-7 0,-49 36-1 0,-35 38-1 0,-24 10-2 0,0 2-1 0,-159 265-5 0,233-266-29 0,46-12-75 0</inkml:trace>
  <inkml:trace contextRef="#ctx0" brushRef="#br0">9845 3593 25 0,'0'-12'10'0,"13"-1"2"0,-13 0 6 0,0-11-1 0,0 13-6 0,0-13-1 0,-13 0-3 0,13 0-1 0,-12-13-1 0,12-23 5 0,0 23-8 0,12 25 0 0,1-12 0 0,-1-1-1 0,0 1 1 0,12 13-1 0,-12-2 1 0,12-11 0 0,-11 24 1 0,-2-13-1 0,14 2-1 0,11-2-1 0,-12 13 1 0,12-11-1 0,13 11-1 0,11 0 1 0,1 0 0 0,11 0 1 0,2 11-1 0,-3-11 1 0,2 13 0 0,12-13-1 0,-1 0 1 0,1 0-1 0,0-13 1 0,-1 13-1 0,1 0 1 0,0 13-1 0,24-2 0 0,-25-11 0 0,13 13 1 0,-48-13-1 0,71 13-1 0,-23-13 1 0,0 0 0 0,0 0-1 0,-1 0 2 0,-35 0-2 0,60 0 1 0,-24 0 0 0,-13 0 0 0,12-13 1 0,2 13-2 0,-1 0 2 0,-12 0-1 0,11 13 0 0,61-13 0 0,-84-13-1 0,-1 13 2 0,0-13-1 0,62 13 1 0,-73-11-2 0,-1 11 2 0,61-13-2 0,-25-11 4 0,1 13-2 0,-48 11-1 0,0-13 1 0,-27 13 0 0,16-11-1 0,-13 11 0 0,-3 0 1 0,15-12 1 0,-25 12-1 0,13 0 1 0,-1 0-1 0,0 0-1 0,12 12 1 0,-12-1-2 0,13 26 2 0,-1-13 0 0,24 24 0 0,-23-35-2 0,-13 11 1 0,0 12 0 0,0-24 1 0,-12 12-1 0,-12 0 2 0,14 13-2 0,-3-13 0 0,-11 12 1 0,11-11 0 0,-11 11 0 0,13-1-1 0,-13 39 3 0,12-39-3 0,-12 2 1 0,0 0 1 0,12-2-2 0,-12 2 1 0,12-1 0 0,0 37 2 0,-12-26-2 0,0-9 0 0,0-2 1 0,0 23-2 0,0-9 1 0,0-2 0 0,0 13-1 0,0-1 0 0,-12-11 0 0,12-13 2 0,0 12-1 0,0 1 0 0,0-1 0 0,0 49 2 0,12-49-2 0,-12 13 1 0,0-1-2 0,0-12 0 0,0 13 1 0,0-37-1 0,0 61 1 0,0-37-1 0,0 1 1 0,0-2-2 0,0-10 2 0,0 48 0 0,12-49 0 0,-12 0-2 0,0 1 2 0,0-1-1 0,0-1 0 0,-12 3-1 0,12-2 1 0,0 12 2 0,-12-11-2 0,12 11 0 0,-12-13 0 0,12 39 1 0,12-50-2 0,0 0 2 0,-12 0-1 0,12-12 0 0,-12 0 1 0,0 1-1 0,0-1 0 0,0 12 1 0,-12-24-1 0,12 12 0 0,0 0 0 0,-12-12 0 0,12 12 1 0,-12-12-1 0,-12 0 1 0,0 0-1 0,-50 0 1 0,39 12 0 0,-15-12 0 0,15 0-1 0,-13 11 0 0,-1-11 0 0,-11 14 0 0,-13-14 0 0,14 0 0 0,-4 0 0 0,-8 0 0 0,-2 0 0 0,0 0 0 0,-12 0 1 0,0 0 1 0,2 0-2 0,10 12 0 0,-95-12-1 0,94 12 1 0,2-12 1 0,-74 12 0 0,86-12 0 0,-14 0-1 0,3 0 0 0,-2 0 1 0,0 0-1 0,1 0 0 0,-13 0 0 0,13 0 0 0,-1 12 0 0,-72-12 0 0,73 0 0 0,-1 0 0 0,13 0-1 0,-13 0 2 0,12-12-1 0,1 12 0 0,-60-12 0 0,46 12 0 0,-59-12 0 0,60 12 0 0,13 0-2 0,-12 0 3 0,12 0-1 0,-1 0-1 0,0 0 2 0,1 0-1 0,-14-12 1 0,15 12-2 0,-13 0 2 0,11 0-2 0,12 0 1 0,1 0-1 0,0 0 1 0,11 0 1 0,-22 0-4 0,34 0 3 0,-11 0 0 0,12 0 0 0,-13 0-2 0,-24-14 3 0,25 14-1 0,-1 0-1 0,2 0 2 0,10 0 0 0,-11 0-1 0,12 0-1 0,-12 0 2 0,11-11-1 0,1 11 0 0,12 0 0 0,-12-12 0 0,0 12 0 0,12-12-1 0,-13 12 2 0,13 0-1 0,0-12 0 0,-12 12 0 0,0-12-1 0,11 12 0 0,2-12 1 0,-13 0 0 0,24-13 0 0,-13 13 0 0,13-24 0 0,0 12 0 0,0-13 0 0,0 1 0 0,0 0 0 0,0-1 0 0,0-11 0 0,0 0 0 0,-24-73 1 0,11 60-2 0,2-11 1 0,11-13 0 0,-11 13-1 0,11 11 2 0,-13-11-1 0,13-1 0 0,-12-60-1 0,12-37 2 0,0 74-1 0,12-2 0 0,-12 14 0 0,0-1 0 0,13 0-1 0,-13 13 2 0,-13 0-1 0,13 12-1 0,0-49 0 0,0 60 4 0,0 1-4 0,0 12 0 0,13-1-4 0,-13 25-39 0,22 0-106 0</inkml:trace>
  <inkml:trace contextRef="#ctx0" brushRef="#br0">7185 5080 112 0,'-25'0'3'0,"-60"-13"3"0,49 13-1 0,12 0-2 0,-12 0-1 0,25 0 5 0,-2 13 1 0,1-13-4 0,24 11 1 0,1 3 0 0,22-2 1 0,26-1 1 0,23-11-1 0,25-11-1 0,11 11-1 0,38-12-1 0,205-13 1 0,-169 25-2 0,11-13 0 0,12 13-1 0,14-11 1 0,216-2 1 0,-241 2-1 0,-25-1-1 0,-22 12 2 0,-39-12 0 0,-23 12-2 0,-25 0-1 0,-37-12 0 0,-35 12 3 0,0 0 2 0,-11-12-3 0,-24 0-1 0,-15-2-1 0,-10 3 1 0,-1-13-4 0,13 12 3 0,-11-12-1 0,9 0-1 0,2 11 1 0,24-11 0 0,24 24 1 0,-12 0-1 0,36 12 0 0,1 0 1 0,22 25 1 0,-9-1 2 0,9-1-2 0,-11 15 1 0,-12-2-1 0,-24 1 0 0,0-2 0 0,-48-10-1 0,-11 11-9 0,-4 13-48 0,28-13-67 0</inkml:trace>
  <inkml:trace contextRef="#ctx0" brushRef="#br0">12071 7645 28 0,'0'0'8'0,"-24"24"17"0,24-24-1 0,0 11 4 0,0-22-15 0,0-1-1 0,11-13-2 0,2-12-3 0,-13 2 1 0,12-13-1 0,-12-1 0 0,0-36-1 0,0 13 0 0,0-37-1 0,0-13 0 0,-12-34 0 0,12-14-3 0,-13-47 0 0,13-14 2 0,0 2-2 0,13 11-1 0,-1 36-1 0,0 62-1 0,0 48 1 0,0 23 0 0,-12 37 0 0,13 12-2 0,-13 0-5 0,11 0-7 0,2 35-6 0,-13 15-9 0,0 9-12 0,-13 3-14 0,13-39 21 0</inkml:trace>
  <inkml:trace contextRef="#ctx0" brushRef="#br0">11829 5963 36 0,'-24'0'26'0,"-37"11"-9"0,37 3 4 0,12-14-1 0,0-25-5 0,12-11-1 0,24-12-4 0,12-25-4 0,1 13-2 0,23-14-1 0,-11 2-1 0,0 0 2 0,-2 36 0 0,-9 11 2 0,-3 1-2 0,1 24 1 0,0 37-1 0,13 11 0 0,-1 24-1 0,1 24-1 0,11 14 0 0,14 11-2 0,-3-12-18 0,2-1-125 0</inkml:trace>
  <inkml:trace contextRef="#ctx0" brushRef="#br0">6072 5613 113 0,'-12'-13'5'0,"-12"0"11"0,24 13-7 0,0 0-5 0,0-11 1 0,0 11-5 0,12 0-1 0,0 0-14 0,12 0-28 0,12 11-29 0</inkml:trace>
  <inkml:trace contextRef="#ctx0" brushRef="#br0">6834 5625 101 0,'0'0'20'0,"-24"-12"3"0,24 12-14 0,-25-26 8 0,25 26-16 0,0 0-1 0,0 0-10 0,37 0-19 0,-1 0-26 0,-11 0 2 0</inkml:trace>
  <inkml:trace contextRef="#ctx0" brushRef="#br0">7499 5613 112 0,'-12'0'33'0,"12"0"-17"0,0-26-4 0,12 15-2 0,-12 11-27 0,24 24-110 0</inkml:trace>
  <inkml:trace contextRef="#ctx0" brushRef="#br0">12360 7947 154 0,'-22'-36'12'0,"-3"23"3"0,25 1-11 0,0 0-1 0,0 12-1 0,0-12-1 0,0 12 0 0,12-12-1 0,1 12-1 0,9 0-8 0,-9 12-16 0,13-12-22 0,-2 12-33 0</inkml:trace>
  <inkml:trace contextRef="#ctx0" brushRef="#br0">12808 7874 107 0,'0'0'7'0,"0"-24"8"0,13 12-5 0,23-24-3 0,0 23-22 0,-12 13-38 0,-11 0-1 0</inkml:trace>
  <inkml:trace contextRef="#ctx0" brushRef="#br0">13522 7826 119 0,'0'0'30'0,"-12"-13"-9"0,12 13-14 0,0-11-5 0,0 11-15 0,12 0-114 0</inkml:trace>
  <inkml:trace contextRef="#ctx0" brushRef="#br0">5782 5733 59 0,'0'0'7'0,"0"-37"5"0,12 26 1 0,12-26 2 0,0 14-1 0,0-2-2 0,0 12-3 0,0 13-1 0,-24 0-3 0,24 0 0 0,-11 13-3 0,-1 12 0 0,0-2 0 0,-12 1-1 0,12-11 1 0,-12-2 1 0,0 2 8 0,-12-13-1 0,12-13-3 0,-12 2-3 0,0-26-3 0,12 26 0 0,0-13-3 0,0 24-19 0,12 24-108 0</inkml:trace>
  <inkml:trace contextRef="#ctx0" brushRef="#br0">11599 7898 63 0,'0'0'0'0,"25"0"19"0,0 0-2 0,-14 13-3 0,-11-1 0 0,0 0-11 0,0-12-1 0,0 12-13 0,-11 0-60 0</inkml:trace>
  <inkml:trace contextRef="#ctx0" brushRef="#br0">6131 5648 65 0,'-11'-35'20'0,"0"9"0"0,11 2-3 0,0 13-4 0,0 11-6 0,0 0-4 0,11 11 2 0,0 13-2 0,2 14 0 0,-13 9-2 0,-13-10 1 0,2 0 0 0,-13-13 0 0,-12-13 2 0,0 2 0 0,-13-13-2 0,12-13 0 0,-11-11 0 0,24 0 0 0,24-13-1 0,-13 2 0 0,26-13-1 0,23 11 0 0,0 13 0 0,1 0-1 0,-1 24 2 0,1 12-1 0,-25 11 2 0,0 1 0 0,-12 26 0 0,-12-2 0 0,-24-12 1 0,-1 13-11 0,1-1-36 0,36-12-67 0</inkml:trace>
  <inkml:trace contextRef="#ctx0" brushRef="#br0">12458 7983 74 0,'-24'-12'7'0,"-24"0"10"0,35 12 0 0,13 0-5 0,0 0-6 0,0 0 4 0,0 24-4 0,26 25 2 0,-26-25-4 0,-13-12 1 0,13 0 2 0,0-12 2 0,-26 0-4 0,15-12-1 0,0-12-2 0,-2-25 1 0,1 13-3 0,12 0 0 0,25-1 2 0,-3 1-2 0,17 24 0 0,-4 0 0 0,-11 12-1 0,-12 0 1 0,0 36 1 0,-12 0 0 0,-24 1-1 0,11-1 2 0,-22-24 0 0,11 0-1 0,11-1-5 0,13-11-20 0,0 0-99 0</inkml:trace>
  <inkml:trace contextRef="#ctx0" brushRef="#br0">6253 5661 120 0,'0'0'0'0,"-37"-36"19"0,26-2 0 0,11 3-7 0,-11 23-8 0,-2 0-7 0,13 24-24 0,0 11-73 0</inkml:trace>
  <inkml:trace contextRef="#ctx0" brushRef="#br0">13208 7898 86 0,'36'-36'39'0,"0"12"-35"0,1 24 2 0,-25-12 0 0,12 24-1 0,-24-12-1 0,0 36 3 0,-12-12-2 0,-12 13 0 0,12-25 2 0,-13-12-1 0,13 12-1 0,0-12-4 0,12-12-23 0,-12 24-111 0</inkml:trace>
  <inkml:trace contextRef="#ctx0" brushRef="#br0">6737 5661 77 0,'-12'-13'16'0,"-12"13"7"0,11-11-4 0,13 11-7 0,0-12-6 0,25 0-4 0,-1 12 0 0,24-13-1 0,-11 13 1 0,-13 13 0 0,0-1 0 0,-11 11 2 0,-13-10 1 0,-13 11 1 0,-23 0-2 0,0-12 0 0,-25 0-2 0,12-12-1 0,13 13 0 0,24-26 0 0,0 1 0 0,24 0-1 0,12-12 0 0,13-13 0 0,-1 14 0 0,12-2 0 0,-11 1 0 0,-25 24 0 0,0 0 0 0,-12 0 0 0,-12 37 0 0,-12-2 0 0,-1 2 1 0,1-13-1 0,-12 13 1 0,24-26-1 0,0 2 0 0,-1-13 2 0,2-13-2 0,-14 2 1 0,13-14-1 0,-12 0 1 0,11 1-2 0,2 0 1 0,0 1 1 0,-2-2-1 0,13 1 0 0,13 11 0 0,-2 2-2 0,0 11 2 0,2 0 0 0,-1 0 0 0,0 0 1 0,0 11-2 0,-12-11 1 0,12 13 0 0,-12-2 0 0,13 2 0 0,-13-13 1 0,11 13-2 0,-11-13 2 0,13-13-1 0,-1-11 1 0,-12 0-2 0,0-12 1 0,0 0 0 0,0-1 1 0,0 25-1 0,0 0 0 0,0 36-1 0,36 13 2 0,-12 11-2 0,1 0 2 0,11 13-1 0,13-13 1 0,-14 0-1 0,-10 0-1 0,0-23 1 0,-14-25 0 0,-22-12 3 0,11-25-2 0,-25 1-1 0,13-13 0 0,-14 2 0 0,15-2 0 0,-13 1 0 0,12 0 0 0,-12 11 0 0,12 25 0 0,-12 0 0 0,11 36 0 0,-23 25 0 0,-12 35 1 0,-13 49 0 0,2 12-3 0,-4 25-37 0,28-61-89 0</inkml:trace>
  <inkml:trace contextRef="#ctx0" brushRef="#br0">11262 8139 68 0,'0'-11'6'0,"-13"-2"12"0,37 2-7 0,12-2-1 0,24 2 0 0,37 11-1 0,36 0-1 0,49 11-1 0,35-11-1 0,13 13-1 0,24-13 0 0,11 0-1 0,-22 0-1 0,-13 11-2 0,-48 2 0 0,-49-2-1 0,-61-11 0 0,-48 0 2 0,-36 0 10 0,-36-24-12 0,-1 13 0 0,-11-13-2 0,24 12-4 0,0 0-2 0,-1-12-1 0,1-2-1 0,-1 3 2 0,-23-1 4 0,13 0 3 0,8 0 3 0,15 11 5 0,24 13 1 0,0 0-4 0,13 0 0 0,24 25-3 0,11 11 0 0,12 0-1 0,-23 13-21 0,-25-2-78 0</inkml:trace>
  <inkml:trace contextRef="#ctx0" brushRef="#br0">15084 6133 35 0,'0'-12'2'0,"-25"-2"1"0,11-10 2 0,3 0 1 0,0 1-2 0,-13 11 0 0,11 0 3 0,-11 0 2 0,12 12 1 0,12-12-3 0,-12 12-3 0,12 0-2 0,0 0-1 0,12 12 2 0,24 12 0 0,12-12 2 0,24 0 0 0,37-1-1 0,25-11-1 0,23 13 0 0,25-13-1 0,10 0-1 0,3 0-1 0,10 0 1 0,1 0-1 0,-1 0 0 0,13-13 0 0,-1 13 2 0,-11 0 0 0,12-11 2 0,-24-1-2 0,-1 0 0 0,-37 0 0 0,-8 0-2 0,-41 12 0 0,-22-26 1 0,-12 15-1 0,-14-1 1 0,-34 12 1 0,-13-12 0 0,14 12 0 0,-26 0-1 0,0 0 1 0,22 12-1 0,15 0 0 0,-1-12 0 0,25 11 0 0,0 3-1 0,11-2 1 0,2 0-1 0,-15 0 1 0,-11 0 0 0,-11-12 1 0,-1 0 0 0,-12 12 0 0,0-12-1 0,-11 0 1 0,-1 0 0 0,0 0-1 0,-12 0 0 0,0 0-1 0,0 11 0 0,12 2 0 0,-12 11 0 0,0 1 0 0,12 11 1 0,-12 97-1 0,0-37 2 0,13 26-1 0,-2 11 2 0,-11 12 0 0,0-12-1 0,13 0 0 0,-13-1-1 0,0-23 1 0,11 0-1 0,0 1-1 0,-11-38 1 0,0 1 0 0,13-26 0 0,-13 14-2 0,0 36 0 0,0-85 0 0,12 12-1 0,-12-24 0 0,0 0 3 0,-12 0 0 0,12 0-2 0,-24-12 1 0,0 12 0 0,-12-12 0 0,12 12 0 0,-25 0 1 0,1 0-1 0,-25 0 0 0,1 12 0 0,-25 0 0 0,0-12 0 0,0 13 0 0,-24-1 0 0,-11 0 1 0,-14 0-1 0,-10 0 2 0,-160 12-3 0,160-12 0 0,-15-1 0 0,-10-11 1 0,-12 0 1 0,-170 0-1 0,12 0 2 0,25 14-3 0,11 10 1 0,61-12 0 0,145 0 1 0,37-12 1 0,-13 0-2 0,73 0 0 0,0-12-15 0,24 12-34 0,12 0-58 0</inkml:trace>
  <inkml:trace contextRef="#ctx0" brushRef="#br0">13560 7197 103 0,'-25'-37'13'0,"0"14"10"0,12 9-9 0,13 3-9 0,13 11-2 0,37 0 11 0,82 25-3 0,110-2 0 0,73 1-6 0,11-11-2 0,-73-50-1 0,-155 14 1 0,-135-39-1 0,-35 39-2 0,-13-1 0 0,-11 0 0 0,11 10 0 0,24 14 2 0,12 0 3 0,38 0-2 0,0 14-3 0,-3 22 0 0,63 61-3 0,-13-13-21 0,12 12-114 0</inkml:trace>
  <inkml:trace contextRef="#ctx0" brushRef="#br0">16800 9096 96 0,'-12'0'45'0,"12"0"-44"0,24 11 1 0,25-11 20 0,-49-11-3 0,12-25-6 0,-12-2-6 0,12-21-1 0,-12-2 0 0,0-23-2 0,0-14-2 0,12-11 0 0,-12 0-1 0,12 1-1 0,0-12 1 0,1 11-1 0,-13 24 0 0,0 49 0 0,0 36-3 0,0 0 0 0,-25 47 1 0,-11 15 2 0,0 9-1 0,-1 14 1 0,13-24 0 0,12-24 0 0,12-37 1 0,12-13 2 0,24-23-3 0,25 0-1 0,0 12 2 0,0 11-9 0,-15 26-30 0,17 22-97 0</inkml:trace>
  <inkml:trace contextRef="#ctx0" brushRef="#br0">19546 8661 107 0,'0'0'0'0,"0"-50"4"0,36 39 4 0,37-1 2 0,48 0-3 0,24 12-1 0,254 12 5 0,-158-12-8 0,26 23-1 0,23-10 1 0,-12-2 2 0,26-11 1 0,-26-11-1 0,-25-2-1 0,-23 13-3 0,-37-23 1 0,-47 11 0 0,-38 0-1 0,-35 0 0 0,-25-12 0 0,-11 11-1 0,-13 0-1 0,-24 39-64 0,0 10-44 0</inkml:trace>
  <inkml:trace contextRef="#ctx0" brushRef="#br0">19885 6048 78 0,'0'0'0'0,"-98"-24"10"0,15 24 1 0,46 0-4 0,1 0-2 0,24 12-4 0,12 0 2 0,24-1 6 0,37 13 0 0,46-24 0 0,51 0-1 0,47 0 0 0,50-11-1 0,35-2-4 0,61 2-1 0,12-1-1 0,0 0 0 0,-1 12 0 0,-48-12-1 0,-12 12 0 0,-35-12 1 0,-49 12 0 0,97 0 2 0,-219 0-2 0,-59 0 1 0,-13 0 0 0,-24 0 16 0,0 0-7 0,-13 0-10 0,2 0 0 0,11-12-1 0,0 12 2 0,0 0-2 0,0 0 1 0,11 0-2 0,14 24 1 0,-13 12 0 0,36 23 1 0,13 184 0 0,-49-49 1 0,-12 11-1 0,-12 13-1 0,12-12 1 0,0-13-2 0,0-23 0 0,0 96-55 0,-24-170-87 0</inkml:trace>
  <inkml:trace contextRef="#ctx0" brushRef="#br0">17769 7016 51 0,'-13'-12'14'0,"1"-13"25"0,12 13-21 0,47 0-5 0,2 0-5 0,97 0 1 0,-61 12-5 0,132 0 1 0,-60 0-2 0,13 0 2 0,-25 0-2 0,0-12-1 0,-24 0-1 0,-37 0 0 0,-23-1 0 0,-49-11 1 0,-12 12 0 0,-12-24-2 0,-37 12 1 0,1 0-1 0,-11 11 0 0,9 13 1 0,15 0 2 0,10 13-1 0,13-2 0 0,0 13 0 0,24 37 1 0,0-12-3 0,0 108-78 0,-12-122 0 0</inkml:trace>
  <inkml:trace contextRef="#ctx0" brushRef="#br0">21602 8165 56 0,'-24'-74'14'0,"-12"-22"12"0,11 36-3 0,13 11-4 0,0 37-3 0,12 0-8 0,-12 24-6 0,24 37 1 0,-24 48 4 0,24 22 2 0,12 16-3 0,1 22-1 0,-13 12-1 0,12 12-1 0,-12 1-1 0,0-14-1 0,-12-35-1 0,0-35 1 0,0 47-1 0,0-108-1 0,0-25-8 0,0-12-15 0,0 0-29 0,0-25-38 0</inkml:trace>
  <inkml:trace contextRef="#ctx0" brushRef="#br0">21046 8358 131 0,'0'0'0'0,"-13"-12"3"0,13 12-1 0,25 12 2 0,11 0 9 0,25-36-5 0,-13-13-2 0,-1 2-2 0,27-2-1 0,-2-11 0 0,13 24 2 0,-12 12 1 0,-1 24-2 0,2 36-3 0,-3 37 0 0,-22 35-4 0,-13 38-69 0,-24-99-8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1-26T18:41:2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17126 11261 4 0,'0'0'0'0,"0"0"20"0,-11 0-3 0,0 0 0 0,11-13 4 0,0 13-4 0,0 0-13 0,11 0 0 0,-11 0-2 0,11 0-1 0,-11 0 2 0,13 0 1 0,-1 0 1 0,0 0 0 0,0 0-3 0,12 0-1 0,1 0 0 0,11 0-1 0,1 0 1 0,11 0-1 0,48 0 0 0,-48 0 0 0,13 0 1 0,0 0-1 0,-1 0 1 0,1-11 0 0,-2-2 1 0,87 2 0 0,-97 11-2 0,11-12 1 0,1 12 1 0,10 0 0 0,-8-14 0 0,-4 14 0 0,62 0 0 0,-60-11-1 0,47-2 1 0,-35 13-2 0,-13-11 2 0,1 11-1 0,0 0-1 0,-1 0 1 0,61-13-1 0,-61 13 0 0,1 0 0 0,11 0 0 0,-11 0 0 0,11-11 1 0,13 11-1 0,-13 0 1 0,1 0-1 0,0 0 1 0,-2 11-1 0,3-11 0 0,-2 0 0 0,-11 0 0 0,12 0 0 0,-1 0 0 0,2 0 0 0,70 0 2 0,-71 0-2 0,-13 0 1 0,12 0-1 0,1 0 1 0,72 0-1 0,-72 0 0 0,-2 13 0 0,3-13-1 0,11 11 1 0,-13-11 1 0,1 0 0 0,-12 0-1 0,11 0 1 0,24 0-1 0,74 13 0 0,-73-13 1 0,-1 0 0 0,1 0 2 0,0 0 0 0,0 0 0 0,-1 0-1 0,13 0-1 0,97 11 1 0,-73-11-1 0,-24 0 2 0,72 14 4 0,-72-14-3 0,0 0-2 0,-12 0-2 0,-1 0 1 0,1 0 0 0,-24 12 0 0,-12-12 0 0,-1 0 0 0,-24 0 0 0,-12 0-1 0,-12 0-18 0,-12 11-63 0,-12-11 13 0</inkml:trace>
  <inkml:trace contextRef="#ctx0" brushRef="#br0">22400 10197 62 0,'0'0'7'0,"0"-12"2"0,25-2 0 0,-13 3 4 0,12 11-6 0,11 11-2 0,-10 3-2 0,-13 22 1 0,1-12 1 0,-2 11 1 0,-11 2 0 0,-11 0-2 0,-2-13 0 0,-11-12 0 0,11 0 0 0,2 0 0 0,-2-12 0 0,13-12-1 0,0 0-3 0,13-13 0 0,11-10 1 0,13 11-1 0,-1-13 0 0,12 0-1 0,-11 2 0 0,-1 9 1 0,-12 2 0 0,-12 24 1 0,1-11 0 0,-26 11 0 0,-11 0-1 0,0 11 1 0,0 13 0 0,-1 2-1 0,1 9 1 0,12 2-1 0,0-13 0 0,12 13 0 0,12-2-2 0,-12-10 1 0,24-1-15 0,0-12-32 0,-11 1-29 0</inkml:trace>
  <inkml:trace contextRef="#ctx0" brushRef="#br0">22908 10330 86 0,'0'-13'6'0,"0"2"7"0,12-15-1 0,-12 15 0 0,0-2-7 0,-12 13-4 0,12 0-5 0,12 13 1 0,-12-2-2 0,13 2 3 0,-13 0 2 0,0-2 0 0,0-11 1 0,0 0 11 0,0 0 9 0,0 13-15 0,0 22 2 0,0-10-5 0,-13-1-2 0,13 12 0 0,0 1 0 0,0-25-1 0,0 23 1 0,-12-9 0 0,12-26-1 0,0 12 1 0,0-12-2 0,0 0-9 0,12-12-74 0,-12-1 13 0</inkml:trace>
  <inkml:trace contextRef="#ctx0" brushRef="#br0">23102 10306 87 0,'-12'0'15'0,"0"0"1"0,12-13-1 0,0 13-5 0,12 0-48 0,0 13-30 0</inkml:trace>
  <inkml:trace contextRef="#ctx0" brushRef="#br0">23139 10534 71 0,'-13'0'17'0,"13"-23"-2"0,0 11-3 0,0 0-2 0,0-12-10 0,13 11-16 0,-2 2-41 0,0 11 18 0</inkml:trace>
  <inkml:trace contextRef="#ctx0" brushRef="#br0">23380 10293 66 0,'-12'-13'28'0,"12"2"17"0,-12 11-30 0,12 11-9 0,0 15-1 0,0 9-2 0,0 2-1 0,-12-1 0 0,12-11-1 0,0-1-1 0,0 0 1 0,12-12-1 0,-12 0 0 0,0-12-3 0,0 12-12 0,0-12-13 0,0 0-65 0,0 0 64 0</inkml:trace>
  <inkml:trace contextRef="#ctx0" brushRef="#br0">23235 10293 45 0,'0'0'31'0,"0"0"-18"0,48-13 31 0,-11 2-30 0,11 11-1 0,0-13-7 0,-36 13-3 0,1 0-4 0,-1 0-28 0,-12 13-72 0</inkml:trace>
  <inkml:trace contextRef="#ctx0" brushRef="#br0">17671 10934 68 0,'0'-12'17'0,"0"12"2"0,0 0 11 0,-24 0-21 0,12 0-5 0,-24 12 4 0,11 0-5 0,-47 25 2 0,-2-1-3 0,-9-1-1 0,-38 27 1 0,12-15-3 0,-11 14 2 0,10-13-2 0,13 13 2 0,13-24-1 0,12 11 1 0,9-11-1 0,41-13 0 0,-3 0 0 0,13 0 0 0,0-12 0 0,0-1 0 0,0-11 1 0,0 13-1 0,0-13 0 0,-13 13 1 0,13-13-2 0,0 0 2 0,0 0-1 0,0 0 0 0,12 0-1 0,0 0 1 0,0 0-1 0,0 0 1 0,0 0-1 0,0 0 1 0,-12-13-1 0,12 13 0 0,12-24 0 0,0 12 0 0,0-12 2 0,12 0-1 0,1 0 0 0,-1-1 1 0,0 1 0 0,-24 12 2 0,12 12 0 0,-12 0 1 0,0-13 0 0,-12 13-3 0,-24 13-1 0,11-1 1 0,-11 24-1 0,0 1 1 0,1-1 0 0,9-1 0 0,2 3 1 0,11-26 0 0,13 0 0 0,13 0 1 0,11-12 0 0,24-12-1 0,13 0 0 0,24-12-15 0,0 11-128 0</inkml:trace>
  <inkml:trace contextRef="#ctx0" brushRef="#br0">14018 12664 3 0,'0'0'11'0,"0"0"26"0,0-12-25 0,0 12-4 0,0 0-1 0,0 0 12 0,0 0 1 0,0 0-17 0,12 0-1 0,1 0 2 0,-2 0-1 0,14 0-1 0,11 0 2 0,-12 0-2 0,-12 0-1 0,13 0 0 0,-1 0 0 0,0 0 0 0,23 0 2 0,-21 0-2 0,11 0 1 0,-15 0-1 0,15 12 0 0,0-12 0 0,-1 0 0 0,0 0 1 0,49 0 0 0,-36 0-1 0,-13 0-1 0,0 0 1 0,36 0 0 0,-48 0 0 0,25 0 1 0,-13 0-1 0,1 0 1 0,47-12 1 0,-35 0-3 0,11 12 1 0,1-12 0 0,-1 12-1 0,1 0 1 0,-13-12-1 0,0 12 1 0,48 0-1 0,-35 0 1 0,-24 0-1 0,11 0 0 0,13 0 1 0,-13 0-1 0,12-12 1 0,-10 12 0 0,-3 0-1 0,2 0 1 0,-13 0-1 0,12 0 0 0,-11 0 1 0,-1 0 0 0,0 0 1 0,-12 0 0 0,1-12-1 0,-1 12 1 0,1 0-1 0,-14 0 1 0,0 0 0 0,-11 0 0 0,-11 0-33 0,-37 36-114 0</inkml:trace>
  <inkml:trace contextRef="#ctx0" brushRef="#br0">5213 5587 11 0,'0'0'13'0,"0"0"-1"0,-12 0 2 0,12 0-1 0,0-11-3 0,0 11-2 0,0 0-2 0,0 0 0 0,0-13 0 0,0 2 3 0,12-13-4 0,-12 12-1 0,12-12 5 0,0 12-5 0,-12-1-1 0,0 0-1 0,0-10 0 0,24 11-2 0,-11-24 1 0,23 12-1 0,48-37 2 0,13-11 1 0,-48 59-2 0,-13-11 0 0,12 11 0 0,-24 2-1 0,25-13 1 0,-13 11-1 0,-1 2 1 0,-9 11-1 0,58-26 1 0,-24 26-1 0,-11-11 0 0,0 11 0 0,-13 0 1 0,12-13-1 0,-13 13 1 0,4 0 0 0,7 13-1 0,4-13 0 0,10 11 1 0,-12-11-1 0,13 0-1 0,-13 0 2 0,13 14-1 0,23-14 1 0,-35 12-1 0,-25-1 0 0,12 2 0 0,-12-2 0 0,13 2 1 0,-13 11-1 0,13 0 1 0,-15 0 0 0,16 0-1 0,22 25 1 0,-24-13-1 0,-11-23 1 0,-14 23 0 0,14-24 0 0,-13 12 1 0,12-12 0 0,0 12-1 0,-12-11 1 0,1 11-2 0,-1 0 4 0,0-12-1 0,-12 0 0 0,0-1 1 0,0-11-1 0,0 13-3 0,0-13-10 0,0 0-40 0,0 0-47 0</inkml:trace>
  <inkml:trace contextRef="#ctx0" brushRef="#br0">5334 5213 31 0,'0'-13'17'0,"-12"-22"45"0,12 35-48 0,0-13-5 0,0 13 2 0,-12 0-7 0,12 24-2 0,-12-11-1 0,0 11 0 0,0 13 1 0,-13 11-1 0,1 0 1 0,-12 60 0 0,24-58-3 0,-1-2 3 0,13-13 1 0,13-22 0 0,-13 0 1 0,24-13 4 0,12-13-1 0,1-11-1 0,11-12-2 0,11 12 0 0,4-12-1 0,-16 10 0 0,2 15-2 0,-25-1 0 0,-12 12-10 0,-12 12-53 0,0-1-24 0</inkml:trace>
  <inkml:trace contextRef="#ctx0" brushRef="#br0">6181 9664 51 0,'-12'-48'16'0,"24"24"-2"0,-12 12 2 0,0 0 0 0,-12 12-5 0,-13 24-5 0,1 24-4 0,0 24 0 0,0 13 1 0,0 24 0 0,12 12-1 0,-13-1-2 0,1-11 1 0,0-11-1 0,-1-13 1 0,1-13-1 0,0-23 0 0,0-13 1 0,11-24-1 0,2 0 1 0,11-12-2 0,-13 0-5 0,13-12-18 0,0 0-29 0,0 0 10 0</inkml:trace>
  <inkml:trace contextRef="#ctx0" brushRef="#br0">6496 10221 71 0,'11'-24'8'0,"0"-13"2"0,-11 0 6 0,13 2-2 0,-37-1-6 0,13 11-5 0,-26 13-2 0,13 0-1 0,-25 24-1 0,13 25 1 0,-24 34 1 0,35-23-1 0,0 50 1 0,14-13-1 0,11-37 1 0,24-11-1 0,0-13 0 0,25-12 0 0,-13-12 1 0,0-12 1 0,37-61-1 0,-48 37-2 0,-14-12 2 0,0 11-1 0,-11-11 1 0,26-2-1 0,-26 50 1 0,0 0-1 0,0 26 2 0,12-2 0 0,-12 11-2 0,0-11 0 0,12 13-1 0,1 0-18 0,9 11-73 0</inkml:trace>
  <inkml:trace contextRef="#ctx0" brushRef="#br0">6979 10088 73 0,'-11'-24'18'0,"-14"-2"-16"0,25 15-1 0,-25-1 3 0,1 12 6 0,0 12-1 0,12 25-4 0,0-1 0 0,0 11 1 0,12 14-1 0,0-13-2 0,24 2-1 0,-12-15 0 0,23 2-1 0,3-13 0 0,-13-12 0 0,22-12-3 0,-23 0-6 0,12-12-14 0,-11-12-17 0,-1 11-16 0</inkml:trace>
  <inkml:trace contextRef="#ctx0" brushRef="#br0">7245 9810 61 0,'-12'-13'28'0,"-12"1"-20"0,12 12-5 0,12 0 2 0,0 12 6 0,-12 25-1 0,12 11-5 0,0 13-1 0,12-1-1 0,-12 13-1 0,0-2 0 0,12-10-1 0,0 0 0 0,0-13-1 0,-12-11 1 0,12-1-1 0,-12-12-2 0,0-24-11 0,0 12-15 0,0-24-56 0</inkml:trace>
  <inkml:trace contextRef="#ctx0" brushRef="#br0">7136 10185 50 0,'0'0'6'0,"12"0"-2"0,0-14 0 0,0 14 13 0,13-11-5 0,11 11-3 0,1 0-5 0,-15 0-2 0,16 0-1 0,-13 0 0 0,-3 11 1 0,3 3 0 0,-25 9 5 0,12 25 6 0,-12-24-9 0,12 2-2 0,-12 22 1 0,14-37-3 0,-14 2-1 0,11-13-7 0,-11 0-18 0,11 0-27 0,2 0 13 0</inkml:trace>
  <inkml:trace contextRef="#ctx0" brushRef="#br0">7499 9882 56 0,'-12'-24'35'0,"-13"0"-22"0,3 0-5 0,22 24-9 0,0 0-19 0,22 24-39 0,-9-24 32 0</inkml:trace>
  <inkml:trace contextRef="#ctx0" brushRef="#br0">7693 10147 80 0,'0'0'8'0,"-25"13"-7"0,14-2 15 0,-2 3-4 0,13 9-4 0,-12 14-4 0,12-2-1 0,12 2 0 0,1 0 0 0,9-13-1 0,-8 0 0 0,22-12 0 0,-23 0 1 0,9-12 1 0,-9 0-1 0,24-24 2 0,-13-13-3 0,-13 13 0 0,-11-11-2 0,0-2 1 0,-35-35 0 0,10 46-1 0,0 15 0 0,14-2 0 0,0 13 1 0,11 0-1 0,0 0-1 0,47 0 3 0,38 0-2 0,-49 0 1 0,1 13 1 0,-1 12 1 0,-36 22 1 0,12-10 1 0,-12 11-3 0,0 0 0 0,0-23-1 0,0-1 1 0,0-24 1 0,25-12 10 0,-1-12-11 0,0-13 0 0,0-11-2 0,48-24 0 0,-35 36 0 0,23-13 0 0,-48 49 0 0,-12 0 0 0,12 24 1 0,-12 13 2 0,12 11 1 0,-12-13-2 0,12 15-1 0,13-2-3 0,-13-12-29 0,-12 0-89 0</inkml:trace>
  <inkml:trace contextRef="#ctx0" brushRef="#br0">25013 10015 6 0,'0'0'0'0,"0"-12"12"0,-12 12-1 0,12 0 36 0,0 12-32 0,0-12-3 0,0 0-1 0,0 0 8 0,0 0-10 0,36-12 7 0,-1-12-12 0,15 0 0 0,-2-13 0 0,13-11 1 0,23-1 0 0,1-12 1 0,12 13-2 0,60-37 2 0,-121 62-4 0,-12 11-1 0,-11 0 2 0,-13 12 0 0,-13 0-4 0,13 0-12 0,-24 0-19 0,12 12-101 0</inkml:trace>
  <inkml:trace contextRef="#ctx0" brushRef="#br0">26259 9216 32 0,'0'0'10'0,"0"-11"4"0,0-2 5 0,0 13-2 0,-12-11-6 0,12 11-4 0,0 0-2 0,0-12 0 0,0 12-2 0,0 0-1 0,-12 0-1 0,-1 12 0 0,2-12 1 0,-2 0 0 0,1 11 1 0,0-11 0 0,0 0 0 0,-12 0 1 0,12 0-2 0,0 0 1 0,-13 0 2 0,13 0-5 0,12 0 1 0,0 0-1 0,0 13 0 0,-12-2 1 0,24 13-1 0,0-11 0 0,13 11 0 0,11-11 0 0,-12 11 0 0,13 0 0 0,-1 12 0 0,-24 0 0 0,1-12 0 0,-13 1 0 0,0-1 1 0,-13 0 1 0,-11-24 4 0,-13 11-1 0,1 2-2 0,0-13-1 0,-1-13-1 0,-11 2-1 0,23-1-1 0,14 0-9 0,0 0-12 0,11-12-22 0,35 0-44 0</inkml:trace>
  <inkml:trace contextRef="#ctx0" brushRef="#br0">26357 9495 69 0,'0'0'10'0,"11"0"3"0,13 0 7 0,-13-24-4 0,26 0-6 0,-13 11-5 0,13-23-3 0,23-13 0 0,-47 14 0 0,-2 22 0 0,-22-24-1 0,-2 26 0 0,-23 11 0 0,-1 0 0 0,1 11 0 0,12 15 2 0,-1-2 0 0,3 11-1 0,22 2 0 0,0 0-1 0,59 47 0 0,-23-60-2 0,13-11-1 0,11-1-7 0,-11-12-8 0,0 0-14 0,34-61-67 0</inkml:trace>
  <inkml:trace contextRef="#ctx0" brushRef="#br0">26779 9264 10 0,'-13'-72'16'0,"2"24"4"0,0 11 5 0,11 14 0 0,-14 23-4 0,2 0-6 0,12 23-5 0,-13 14 0 0,2-12-5 0,11 46 3 0,11 51 0 0,2-50-8 0,-1-11 2 0,2-12-2 0,-3-13-1 0,0-12-1 0,13-24-35 0,-11-12-12 0,-1 0-21 0</inkml:trace>
  <inkml:trace contextRef="#ctx0" brushRef="#br0">26683 9290 54 0,'0'-13'33'0,"0"13"-28"0,11 0 1 0,13 13 9 0,24-13-6 0,13 0-5 0,84 0-67 0,-120 11 17 0</inkml:trace>
  <inkml:trace contextRef="#ctx0" brushRef="#br0">27565 9362 59 0,'0'0'0'0,"-12"-13"40"0,-12 13-36 0,24 0 8 0,-24 25 6 0,24-1-15 0,48 12 1 0,-24-11-3 0,24-25 0 0,1 12 1 0,-13-12 0 0,0 0 0 0,-23 0 4 0,-13 0 0 0,-24-12-3 0,-1 0-1 0,1-12-1 0,-12-1 0 0,24 13 1 0,-1 0-2 0,13-24 0 0,37 12 0 0,11 0 0 0,1-2-1 0,23 2 1 0,-23-11 0 0,-13 11 0 0,-25-2 1 0,-11-9 0 0,-22 11 2 0,-16-12 2 0,13 24-1 0,-10 12 2 0,11-12-2 0,24 36-4 0,-12 12 0 0,24-1 1 0,12 15-2 0,11-2 1 0,3 13 1 0,-2 11-1 0,-12 13-2 0,-12-1 2 0,0 12 1 0,-12-22-1 0,0 46 0 0,-12-71 1 0,-13-25 1 0,14-12 2 0,-38-12-1 0,-11-24 1 0,12-37-2 0,35 13-2 0,13 0 1 0,25-13-2 0,24 1-4 0,36-13-10 0,10 25-15 0,2 12-35 0,-60 23 3 0</inkml:trace>
  <inkml:trace contextRef="#ctx0" brushRef="#br0">28823 9507 126 0,'0'0'0'0,"12"-48"8"0,12-1-7 0,-11 1 2 0,-13 11 8 0,-25 13-1 0,1 0-4 0,-13 11-4 0,1 13 0 0,-13 0 1 0,-10 37-1 0,33-13-1 0,4 25 0 0,22-13-1 0,0 13 0 0,0-13-1 0,35-13 1 0,-9 3-1 0,20-14 1 0,-9-12 0 0,0 0 1 0,-1-38 0 0,-12 3 0 0,0-14 0 0,-11-11-1 0,11-13 1 0,-24 12 1 0,12-10-2 0,-12-2 0 0,0 13 1 0,-12 23-1 0,-1 13 1 0,13 24 1 0,-11 0-2 0,-14 24 1 0,13 25 1 0,0 23-1 0,36 72-1 0,1-70 0 0,23-14 1 0,0 1-1 0,37-2-1 0,36-33 2 0,-25-26-2 0,-59-13 2 0,35-23 0 0,-35 0 0 0,-13-13 0 0,-13 13 0 0,-22-13-1 0,-13 25 1 0,-37 13-1 0,25 11 1 0,0 11-2 0,12 13 1 0,24 37 0 0,24-37 0 0,0 13-1 0,24-25 1 0,1 0 1 0,-2 0-2 0,2-12 0 0,-13-12 1 0,1-12 1 0,-37 0 0 0,0-1 1 0,0-11 0 0,0 12 0 0,0 0 1 0,-12 11-1 0,12 13 0 0,0-11-2 0,0 22 0 0,0 13 0 0,24 74 0 0,-12-26 0 0,0 13 1 0,0-1-1 0,0 12 1 0,13-11-2 0,-13 0 1 0,0-24 0 0,-12-25 0 0,0-25 1 0,0-11 0 0,0-11 6 0,-12-13-6 0,-12-24 0 0,11-13-1 0,1 1 0 0,0-14 0 0,12 3 1 0,12-14-2 0,13-12-1 0,-13 13 2 0,24 23-1 0,1 24 0 0,-15 26 1 0,16 11-1 0,-26 0 1 0,1 11 0 0,-13 26 0 0,0-1 1 0,-25 0-2 0,12 13 2 0,-23-14-2 0,0 3-6 0,0-2-21 0,36-24-12 0,0-12-17 0,12 0-12 0</inkml:trace>
  <inkml:trace contextRef="#ctx0" brushRef="#br0">29863 9556 70 0,'0'0'0'0,"12"0"50"0,12-12-6 0,-24 12-36 0,0 0-9 0,0 0-99 0,13 0 44 0</inkml:trace>
  <inkml:trace contextRef="#ctx0" brushRef="#br0">30565 9447 77 0,'0'0'0'0,"-25"0"26"0,12 12-20 0,26-12 11 0,0 0 2 0,24-25-5 0,34 1-9 0,-35 0-5 0,13 0 1 0,-1-13 0 0,1-11 0 0,-13 11 0 0,-12-11 1 0,-24 25 1 0,0 9-1 0,-36 14 0 0,0 0 1 0,-13 26 0 0,-23 22-2 0,37 13 2 0,21-13-1 0,14 0-2 0,14-11 0 0,33 11 0 0,1-24 1 0,1-12-1 0,11-1 1 0,1-11-1 0,-2 0-1 0,2-23 0 0,12 11-1 0,-24-24 0 0,-1 23 2 0,-12-23 0 0,-12 24 0 0,-24 0 0 0,11-13 2 0,-22 14-1 0,-13-2-1 0,0 2 2 0,-12 11 0 0,-1 0-1 0,-35 24 4 0,48 0-5 0,-1 0 0 0,25 13 1 0,-12-1-1 0,24-12 0 0,24-12 0 0,-11 0-1 0,11-12 1 0,1 0-1 0,-1-24 0 0,-12 12 1 0,0-36-1 0,0 11 1 0,-13-11-2 0,3 0 1 0,-2-2 1 0,-12 2 0 0,0-13 1 0,-26-10 0 0,26 22 1 0,-22 13-2 0,22 12 0 0,-13 24-1 0,13 0 1 0,0 12 0 0,-11 24-1 0,11 1 0 0,0 23 0 0,0-1 0 0,11 2 2 0,13 0-1 0,-13 0 1 0,39-1-1 0,-15-24 2 0,15-11-2 0,-2-1 1 0,12-12 1 0,-23-12-1 0,-1-12-1 0,0 0-1 0,1-12 2 0,0 0-2 0,-15-13 0 0,-9 0 1 0,-13 2-1 0,-13 11 1 0,-9-2-1 0,-15 15 1 0,0-2-2 0,-11 26 2 0,36 11 1 0,12-11 0 0,12 11 2 0,0 0-2 0,24 12 1 0,-12 13 0 0,26-13-1 0,-4 23 1 0,-9-9-2 0,12 9 0 0,-25 15 0 0,0-15 1 0,-24 2 1 0,12-12 0 0,-24-1 0 0,-12-11 0 0,-12-13 1 0,-1-12-2 0,-24-12-1 0,-35 0 2 0,24-12-2 0,35-37-1 0,1 13 2 0,36-24-2 0,0-1 0 0,36 0 1 0,1 26-4 0,-1-2 0 0,24 1 2 0,12-12 0 0,13-1 1 0,12 1 0 0,-12-13 0 0,-12 25 0 0,-13-12 1 0,-24 11 2 0,-22 13 1 0,-14 0-2 0,0 11-1 0,-26 2 1 0,-11 11 0 0,-10 11-1 0,9 2 0 0,3 22 1 0,11-9 0 0,12 9-1 0,12 14 0 0,12-13-1 0,12 1 1 0,11-1-1 0,15-12 1 0,-2-13-1 0,13-11 4 0,-13 13-2 0,0-26 1 0,1-22-2 0,-13-1 0 0,-24-1 0 0,12-11 0 0,-24 0 1 0,0-2-1 0,0 15 0 0,0 11-1 0,0 0 2 0,11 24-1 0,15 0-1 0,11 11 1 0,-2 26-1 0,15-13 1 0,-15 24 0 0,-11-11 1 0,0-1 1 0,-12-12-1 0,-36 1 0 0,-12-14 0 0,-13-11-1 0,0 0-9 0,14 0-98 0,23-11 32 0</inkml:trace>
  <inkml:trace contextRef="#ctx0" brushRef="#br0">5370 5152 7 0,'0'0'0'0,"0"-11"19"0,0-2 0 0,0-10-2 0,-11 9-3 0,11 3-4 0,0-2-2 0,0 2-1 0,-13 11-1 0,1 0 0 0,12-13-2 0,-12 13-2 0,12 13-1 0,-12 11-1 0,0 1 1 0,0 11-1 0,12 12 1 0,-12 13-1 0,-1-1 1 0,1-11-1 0,-12 11 1 0,12-25-1 0,0 15 0 0,0-26 0 0,0-12 1 0,12 0 1 0,-13-12 2 0,38-12 3 0,-1 0-4 0,12-12-1 0,13 0 0 0,12 11 2 0,0-23-1 0,-15 24 0 0,3 0 0 0,-13 0-2 0,-23 12 0 0,-13 0 0 0,0 0-8 0,-24 48-125 0</inkml:trace>
  <inkml:trace contextRef="#ctx0" brushRef="#br0">14381 12616 18 0,'0'0'0'0,"0"-12"20"0,12 12-7 0,-12-12-2 0,0 12 4 0,12 0-7 0,-12 0 11 0,-12 12-8 0,0 0-2 0,0-12-2 0,-1 0-3 0,-22 12 0 0,23-12-1 0,-26-12-1 0,3 0 1 0,11 0-1 0,-12-14 0 0,11-9 0 0,1-1 0 0,12-1 1 0,12-11-2 0,0 0 1 0,0-26-2 0,24 15 1 0,13-2-1 0,-1 13 1 0,1-2-1 0,11 3 0 0,48-26 0 0,-35 49 0 0,11 0 1 0,-11-12 0 0,-1 23-1 0,14 13 1 0,-27 0-1 0,13 13 0 0,-11 23 0 0,12 0 0 0,-13 13-1 0,0 11 1 0,-11 13 0 0,-13-1 0 0,-13 13 0 0,-11 0 0 0,-11-13-1 0,-13 13 1 0,-2-12 1 0,-9-1-1 0,-1-24 1 0,0-23 2 0,-25-2 3 0,1-10-2 0,-1-26-1 0,2-10-1 0,-2 11 0 0,0-25-2 0,24 24-3 0,13 2-36 0,24 11-68 0</inkml:trace>
  <inkml:trace contextRef="#ctx0" brushRef="#br0">17635 13184 27 0,'0'0'14'0,"0"0"-2"0,-24 0 6 0,-1 0-8 0,1 11-4 0,-12 2-3 0,-1 12 0 0,-11-13 1 0,-11 23 0 0,-15 2-2 0,-23 11-1 0,-10 0 0 0,-15 13-1 0,-11 12 1 0,1-12 1 0,10-13 5 0,1-13 1 0,12-11 3 0,24-11-3 0,25 0-1 0,11-1-2 0,38-12-1 0,-2-12-2 0,37 12-2 0,13-13-7 0,11 13-31 0,-12 0-54 0</inkml:trace>
  <inkml:trace contextRef="#ctx0" brushRef="#br0">17732 13776 28 0,'0'0'0'0,"0"-11"25"0,0 11 10 0,-12 11-8 0,-13 13-21 0,-23 0-2 0,-13 13-1 0,-23 11-1 0,-25 1 0 0,-12 12-1 0,-12-1 0 0,-11 1-1 0,10 10 2 0,-10-10 0 0,22-13 1 0,13-24 2 0,24 2 0 0,25-15 0 0,23-11 0 0,25 0-3 0,50 0-12 0,9 0-45 0,-35 0-11 0</inkml:trace>
  <inkml:trace contextRef="#ctx0" brushRef="#br0">6314 5383 25 0,'0'0'0'0,"-13"-24"13"0,2 11 3 0,11 1 0 0,0 0 1 0,0 0-5 0,0 24-7 0,0 12-2 0,0 13 1 0,0-1-2 0,0 12-1 0,11-11-1 0,-11-1 0 0,0-13 1 0,13 1-2 0,-13-11-13 0,0-13-17 0,0 13-29 0</inkml:trace>
  <inkml:trace contextRef="#ctx0" brushRef="#br0">6338 5189 50 0,'0'-13'2'0,"-37"2"8"0,13 11-4 0,-13 11 0 0,2 26 2 0,-15 0-2 0,15 11-1 0,-1 13-2 0,12-1-1 0,-12 73 0 0,36-13 0 0,36-71-2 0,-12-37 1 0,23 12 0 0,3-11 0 0,22-13-1 0,-24 0 1 0,13-24 0 0,24-26 0 0,12-33 2 0,-73 33-2 0,11-21 0 0,-35-2 1 0,-11 0 2 0,-37-12-1 0,-13 13-1 0,-24 35 0 0,-12 37-1 0,12 24-3 0,-11 37-59 0,60-24 13 0</inkml:trace>
  <inkml:trace contextRef="#ctx0" brushRef="#br0">4003 4027 38 0,'0'0'10'0,"-36"-11"7"0,24 11-6 0,0 11-4 0,0 13-4 0,-1 0 0 0,2 13 0 0,11 0-1 0,11-2-1 0,2 2-1 0,23-13-1 0,-12-11 2 0,1-13 1 0,-1 0 1 0,12-37 2 0,-12 0-1 0,-11 13 1 0,-2-11 1 0,-11 11-2 0,-11-2 0 0,-2 15-3 0,-23-13 0 0,12 24-1 0,-25 0-3 0,25 0-7 0,12 11-23 0,12-11-27 0</inkml:trace>
  <inkml:trace contextRef="#ctx0" brushRef="#br0">4040 3749 29 0,'-12'-11'20'0,"-37"11"-17"0,1 0 1 0,24 11 5 0,-26 2-1 0,4 11 3 0,-3 12-2 0,13 13-3 0,-1 11-1 0,13 1 0 0,24 22-2 0,-12-9-2 0,12 11 0 0,24-13 0 0,0-11 0 0,25-13 0 0,12-25-1 0,-2-10 1 0,74-37-1 0,-60 12 1 0,0-36 0 0,-13-1 2 0,1-24 0 0,-13-12 3 0,-12 0 0 0,-24-10-1 0,-12-14-2 0,-36 24-1 0,-24 0 0 0,-1 37-2 0,-48 48-1 0,61 24-4 0,-37 61-41 0,49-49-19 0</inkml:trace>
  <inkml:trace contextRef="#ctx0" brushRef="#br0">11284 5176 7 0,'0'0'13'0,"0"0"10"0,-11-11-2 0,11 11-4 0,0-13-5 0,0 2-5 0,11 11 0 0,14-13-1 0,-13-10-2 0,12 23 0 0,13-14-2 0,-25 14-1 0,0 0 0 0,0 26 0 0,-12-2 0 0,-24 61 1 0,12-50-2 0,-13-11 0 0,13 13 1 0,0-25-1 0,12 0 0 0,12-12 0 0,12 0 1 0,1-12-2 0,-1 12-2 0,12-12-15 0,-11 0-25 0,-1 0-16 0</inkml:trace>
  <inkml:trace contextRef="#ctx0" brushRef="#br0">11454 4958 17 0,'-24'-23'17'0,"0"-1"-2"0,-13 12-1 0,13 0 0 0,0 0-3 0,-13 12-3 0,2 0-2 0,10 24-1 0,-11 0-2 0,12 25-1 0,-12-1 0 0,24-1-1 0,-1 14 0 0,13-13 0 0,0 13-1 0,0 0 1 0,13 0 0 0,48 34-1 0,-26-69-1 0,15-14 2 0,-3 0 1 0,13-12-1 0,13-24 2 0,-12-2 1 0,0-9-1 0,-14-14 1 0,2 1-1 0,-1-13 1 0,-12 0-1 0,-24-11-1 0,-12-13 0 0,-36 0-1 0,0 14 0 0,-24 34 0 0,-13 25-2 0,-12 24-13 0,-12 37-44 0,61-25 2 0</inkml:trace>
  <inkml:trace contextRef="#ctx0" brushRef="#br0">6435 15530 0 0,'0'0'3'0,"0"0"9"0,-12 0 27 0,0 0-34 0,12 0-2 0,0 13 2 0,0-13 9 0,0 0 4 0,0 0-18 0,0 0 1 0,0 0 3 0,0 0 1 0,0 0-1 0,0 0 6 0,0 0-7 0,12 0-1 0,0 0-1 0,-12 0 1 0,0 0 0 0,0 0-1 0,12 12 0 0,12-12-1 0,-12 0 1 0,1 0-1 0,-2 0 1 0,0 0 0 0,2 0 0 0,0-12 0 0,11 12 0 0,-11 0-1 0,9 0 0 0,3 12 1 0,-13-12-1 0,12 0 1 0,0 0-1 0,-11 0 0 0,-1 0 1 0,12 0 0 0,0 0 0 0,0 0-1 0,1 0 0 0,-13 0 0 0,12 0 1 0,0 0-1 0,11 0 1 0,-22 0-1 0,37-12 0 0,-15 12 0 0,-11 0-1 0,2 0 2 0,-4 0-1 0,3 0 0 0,-1 0 0 0,12 0 0 0,-24 0 1 0,13 0-1 0,11 0 0 0,1-13 1 0,-15 13-1 0,28 0 0 0,-15 0 0 0,-10 0 0 0,-1 0 0 0,1 0 0 0,11 0 0 0,-12 0 0 0,12 0 0 0,1-11 0 0,-1 11 0 0,-12 0 0 0,0 0 0 0,13-13 0 0,-13 13 0 0,48 0 0 0,-35 0 0 0,-13 0 0 0,12 0 0 0,0 0 0 0,1 0 0 0,-1 0 0 0,1 0-1 0,-13 0 2 0,13 0 0 0,-15-12 0 0,27 12 2 0,-37 0-1 0,1 0-1 0,11 0 0 0,-24 0 0 0,0 0-2 0,11 0 2 0,-11 0-7 0,-11 12-48 0,11-12-13 0</inkml:trace>
  <inkml:trace contextRef="#ctx0" brushRef="#br0">7499 14974 18 0,'0'0'12'0,"0"-12"41"0,0 12-34 0,0 0-4 0,0-12-4 0,12-13-2 0,12 14 0 0,13-26-3 0,-13 0 0 0,24 2-2 0,1-13 1 0,0-2-2 0,-14 15-1 0,2-1 0 0,-2 24-1 0,-35-1 0 0,0 13-4 0,-11 0-18 0,0 0-115 0</inkml:trace>
  <inkml:trace contextRef="#ctx0" brushRef="#br0">7608 14140 28 0,'0'-12'21'0,"-12"0"0"0,0 12-4 0,12 0-5 0,0 0-7 0,0 24 1 0,0 12 0 0,12 12 0 0,0 0 0 0,-12 13-3 0,12 0 0 0,0-26-2 0,0 2 0 0,-12-13 0 0,0-11 0 0,13-2-4 0,-2 2-12 0,0-13-28 0,3 0-24 0</inkml:trace>
  <inkml:trace contextRef="#ctx0" brushRef="#br0">7910 14285 46 0,'0'0'0'0,"-24"-13"33"0,24 13-24 0,-37 13 9 0,26 11-7 0,-13 0-5 0,11 0-3 0,13 13-2 0,-12-13-1 0,12 0 0 0,0-12 0 0,0-12 1 0,12-12 5 0,14-1-5 0,-26-11 0 0,11 13-1 0,0-13 1 0,2 24-2 0,-13-13 2 0,12 13-2 0,0 0 1 0,0 13 0 0,0-2 0 0,12-11 0 0,1 13 0 0,-13-13 0 0,12 0 1 0,-12-13-2 0,12 2 1 0,-11-2 0 0,11-11 1 0,-24 0 0 0,0 0-1 0,0-12 1 0,0-2-1 0,0 3 2 0,0-13-1 0,-13 11 0 0,2-11 0 0,-13 24 1 0,11-1 3 0,13 13 1 0,0 12-3 0,0 0-3 0,0 25 0 0,0 11-1 0,13 0 1 0,-13 1 0 0,24 11 0 0,-13-1 0 0,2-9 0 0,-13-2 0 0,12-36 0 0,0 11 0 0,1-11 0 0,-13-11 1 0,22-2-1 0,-9-10 1 0,11 9-1 0,-12-10 0 0,0 24 0 0,1-11 0 0,-13 11 0 0,0 11 0 0,0 2 0 0,0-2 0 0,-13 15 0 0,-11-15 1 0,0 2-1 0,11-2-3 0,2 2-10 0,11-13-22 0,11 0-59 0</inkml:trace>
  <inkml:trace contextRef="#ctx0" brushRef="#br0">8429 14235 58 0,'-22'0'23'0,"9"0"-9"0,1 0 20 0,0 0-25 0,12-11-5 0,0-2-2 0,0 2-1 0,-12-2 1 0,0 13-1 0,0-11-1 0,-13-1 1 0,1 12-2 0,24 12 0 0,-12-1 0 0,12 2 1 0,36 11 0 0,-23-13 0 0,47-11 1 0,-48 0-1 0,12 0 1 0,-13-11 0 0,15-2-1 0,-26-11 1 0,24 1 0 0,-24-13-1 0,13 10 1 0,-13 3 0 0,0-13 0 0,-13 0 0 0,13-13-1 0,-24 13 0 0,11-12 1 0,0 23-1 0,13 13 1 0,-11-1-1 0,11 13 0 0,0 13 0 0,0 11 1 0,11 13 0 0,2 11 1 0,0 0 1 0,-1-11 0 0,0 11 0 0,12-25 0 0,0-9-1 0,-13 10-1 0,28 0-9 0,-39 12-88 0,0-25 41 0</inkml:trace>
  <inkml:trace contextRef="#ctx0" brushRef="#br0">25629 14696 8 0,'0'0'8'0,"13"0"5"0,11 0 2 0,-12 11-2 0,12-11-2 0,-12 0-1 0,25 0-3 0,-13-11-1 0,36-25 1 0,-23 12-2 0,-25-1-3 0,-12 1-1 0,0 12 0 0,-12 0-1 0,-12 0-1 0,0 12 0 0,-1 0 0 0,13 12 1 0,0 0-1 0,0 24 1 0,12 1 0 0,0 11 0 0,24 0 0 0,13-11 0 0,-1-26 1 0,0 2 0 0,-1-13 0 0,28 0 1 0,-52-36-1 0,0 11 0 0,-11-12 0 0,13 2 0 0,-13-1-1 0,0-13 1 0,0 49-1 0,0 0-1 0,12 0 0 0,-12 0 1 0,12 24 1 0,-12 1-1 0,36 59 1 0,-24-47-1 0,13-13 0 0,-13 0 0 0,0-24 4 0,-12 0-1 0,0-13-2 0,0-10-1 0,12-15 1 0,-12 3 0 0,12 11-1 0,0-24 0 0,0 35 0 0,1 13 0 0,-13 0-2 0,11 0 2 0,-11 25 0 0,13-13 1 0,11 24-1 0,-24-13 0 0,13 1 1 0,11 2-1 0,-24-14 0 0,11-12 1 0,0 0 0 0,14 0 1 0,-11-12-1 0,-3-1 0 0,13-24-1 0,-13 26 1 0,2-1 0 0,-1-12-1 0,-12 24 0 0,0-12 0 0,12 24-2 0,-12-12 2 0,12 24 0 0,0-12 0 0,12-1 0 0,-11 2 0 0,11-13 0 0,-12 0 0 0,-12 0 1 0,12 0 0 0,-12 0 0 0,0-13-1 0,0 13 0 0,0 0 0 0,0 0-2 0,0 0 1 0,12 24 1 0,1-11 0 0,11 12 0 0,-12-13 0 0,12 12-21 0,-12-24-7 0,1 0-43 0</inkml:trace>
  <inkml:trace contextRef="#ctx0" brushRef="#br0">26501 14454 63 0,'0'0'0'0,"-13"-25"10"0,1 14-4 0,12-2-4 0,0 13-2 0,25 0-8 0,11 13-55 0</inkml:trace>
  <inkml:trace contextRef="#ctx0" brushRef="#br0">26766 14429 37 0,'0'-11'17'0,"-11"-2"-4"0,0 13 11 0,11 13-16 0,0 11-1 0,0 12-3 0,0 13 0 0,11 11-1 0,0 73-1 0,2-72-1 0,-13-26-1 0,11 2 0 0,-11-37 1 0,0 12 0 0,0-12 1 0,-11 0 1 0,-2 0-2 0,-9-25-2 0,-4 25-2 0,2-24 0 0,0 0 1 0,-24-11 1 0,36 22 2 0,24-11-2 0,12 11 2 0,24 2 3 0,13-1 0 0,72 0-2 0,-85 12-12 0,-23 24-65 0</inkml:trace>
  <inkml:trace contextRef="#ctx0" brushRef="#br0">10414 5298 28 0,'-11'0'12'0,"11"0"2"0,0 0-2 0,0 0-3 0,0 0-3 0,-13 0-3 0,1 24-1 0,0-12 0 0,-12 24 0 0,11 1 0 0,2-13 0 0,-26 49 0 0,25-37 0 0,0-13 0 0,0 1-1 0,12-11 0 0,-13 0-1 0,13-13 1 0,-12 0 1 0,12 0 5 0,0-13-6 0,0 0 0 0,0 2 0 0,0-13-1 0,-12 0 0 0,12 0 0 0,-12 0 1 0,0-2 3 0,0 15 0 0,12-1 0 0,-12 12 0 0,12 0-2 0,-13 12 0 0,13 12-2 0,-11 13 0 0,11-13 0 0,0 11 1 0,0-11 0 0,0 14 0 0,0-15 0 0,0-10-1 0,0-2 0 0,11-11 1 0,-11 0 2 0,13 0 2 0,-1-11 1 0,12-13-2 0,-12 0-2 0,25-26 3 0,-25 39-5 0,0 11 1 0,-12-12-1 0,0 12 1 0,0 12-1 0,0-12 2 0,0 24 1 0,0 0-2 0,0 13 0 0,-12-13-1 0,12 0 0 0,-12 0 1 0,12-24 0 0,0 0-1 0,-13 0 1 0,13 0 11 0,13-24-10 0,-1 11-3 0,0-11 2 0,12 1-1 0,-12 11 1 0,1-25-1 0,-2 37 1 0,-11-24-1 0,0 24 0 0,-11 0 1 0,-38 35 1 0,25-9-3 0,-1-2 0 0,13 0 0 0,12-13 1 0,0 2 1 0,0-13-1 0,0 11 0 0,0-11 1 0,0-11-1 0,24-13 0 0,-11 11 1 0,-13 2-1 0,12 11 1 0,0 0-2 0,12 0-1 0,-12-12 2 0,-12 12 3 0,24-12-3 0,-24 12-1 0,0-26 2 0,13 15-1 0,-13-2 0 0,12-10-1 0,0 11 2 0,0 0-1 0,0 0 1 0,1 12-1 0,-13 24-38 0,0 0-77 0</inkml:trace>
  <inkml:trace contextRef="#ctx0" brushRef="#br0">10245 5516 31 0,'0'-12'7'0,"0"12"4"0,0-12 6 0,0 0-1 0,0-1-7 0,24-23 2 0,0 0-6 0,1 0 0 0,60-49 5 0,-39 37-2 0,15-2 0 0,0 15-3 0,0-1 0 0,-25 22-2 0,-12 3-3 0,0-2 1 0,-11 13-1 0,-1 0-3 0,24 24-31 0,-1-10-65 0</inkml:trace>
  <inkml:trace contextRef="#ctx0" brushRef="#br0">11914 5152 83 0,'0'0'0'0,"-24"-35"6"0,24 35-1 0,12-12-4 0,24 12 2 0,37 23 0 0,23 14-3 0,37 24-10 0,-24-13-63 0</inkml:trace>
  <inkml:trace contextRef="#ctx0" brushRef="#br0">8964 4669 24 0,'-14'0'10'0,"-10"-13"15"0,12 2-8 0,12-2-6 0,0 13-5 0,24-23-1 0,13 11-2 0,-1-1-1 0,0 13-1 0,1 0 0 0,-13 48 0 0,-24-24-1 0,-12 25 0 0,-13-13 1 0,1-12 0 0,0 1-1 0,12-1 0 0,0-12 0 0,12 0 0 0,12 0 1 0,24-12-1 0,-24 0 0 0,13 13 0 0,-13-13 0 0,0 12 1 0,-12-12 2 0,-12 12 1 0,0 0-2 0,-25 12-1 0,-11 0-2 0,24 1-12 0,13-13-23 0,11-12-21 0</inkml:trace>
  <inkml:trace contextRef="#ctx0" brushRef="#br0">9071 4571 14 0,'0'-11'12'0,"-12"-25"3"0,-12 24-1 0,12 0-1 0,-25 0-5 0,15 12-3 0,-28 12-1 0,15 12-3 0,-2 12 1 0,0 13 0 0,13-2-1 0,12 14 0 0,0 0 0 0,12-13 0 0,0 1-1 0,12-1 0 0,13 1 0 0,11-25 1 0,0-12 0 0,-1 0 1 0,14-12 0 0,0-12 0 0,-1-12 0 0,-11-2-1 0,11-9 0 0,1-1 1 0,11-13-1 0,-24 13 0 0,0-61 3 0,-36 48-1 0,-36 2 0 0,-12-2-2 0,-25 13-1 0,-84 24-11 0,84 12-11 0,26 24-26 0,34-13 17 0</inkml:trace>
  <inkml:trace contextRef="#ctx0" brushRef="#br0">8127 5346 9 0,'0'0'13'0,"-11"-12"4"0,0 0 0 0,11-12-4 0,0 0-2 0,0 11-1 0,11-22-2 0,13-2-3 0,-13 13 0 0,2-13-2 0,24 0 0 0,-13-11-1 0,24 1 0 0,1-2 1 0,-1 1-1 0,11-1 1 0,-9 1 0 0,9 0 0 0,15 11-2 0,-14 0 0 0,1 2 1 0,11-1-1 0,2-2 2 0,82-33 2 0,-59 47-2 0,0-14 0 0,12 15 0 0,-1-1-2 0,-11-13 1 0,13 26-1 0,119-26 3 0,-95 49-5 0,22 24-16 0,26 37-96 0</inkml:trace>
  <inkml:trace contextRef="#ctx0" brushRef="#br0">7257 5685 23 0,'0'0'4'0,"0"0"19"0,0 0 4 0,0-13 59 0,0 2-79 0,-12-2-5 0,0-10 4 0,0-2-5 0,-12 1 2 0,24 0-1 0,-12 12-1 0,-1 0-1 0,1-12 1 0,0 0 0 0,-12-2-1 0,12 15 1 0,0-1-1 0,0-12 0 0,-12 12 0 0,13-13 1 0,-27 1-1 0,13 12 0 0,-10-12 1 0,11 12-2 0,-13-1 2 0,1 2-1 0,12-2 0 0,0 2 0 0,-1-2 0 0,1 2 0 0,0-2 1 0,0 0-1 0,-1 2 0 0,1-2 0 0,0-11 0 0,-13 24 0 0,15-24 0 0,-15 13 1 0,0-1-1 0,1-2 0 0,12 3 0 0,-12-2 0 0,-1 13 1 0,-11-24-1 0,12 24 0 0,23 0 0 0,-24-11 0 0,13 11 0 0,2 0 1 0,9 0-1 0,-13 0 0 0,2 0 0 0,-11 0 0 0,11 0 0 0,-12 11 0 0,11-11 1 0,1 13-1 0,-12-13 0 0,-1 0 0 0,1 11 0 0,11-11 0 0,1 13 0 0,2-13 0 0,9 11 0 0,-13-11 0 0,4 14 0 0,9-14 0 0,2 12 0 0,-14-12 0 0,1 11 0 0,-1-11 0 0,1 13 0 0,0-2 0 0,0 2 0 0,-1-2 0 0,1 2-1 0,12-13 1 0,-12 11 0 0,12 2 0 0,-12 11 1 0,13-11-2 0,-2-2 1 0,-11 13 1 0,24-11-2 0,-26-1 1 0,4 12 0 0,-3 1 1 0,-11 23-1 0,24-36 0 0,0 12 0 0,-1 0-1 0,13-11 0 0,-12 11 1 0,12-12 0 0,-12 0 0 0,12 0 0 0,-12-12 1 0,12 0 0 0,0 0-2 0,0 0 2 0,0 0 0 0,0 0-2 0,0-12 0 0,0 0 1 0,0-12 0 0,0-1 2 0,0-11-2 0,0 24 0 0,12-37 0 0,0-23 0 0,0 35-1 0,1 2 1 0,-1-2 0 0,-12 13 1 0,12 0-1 0,-12 11 0 0,0 2 0 0,0-1 0 0,12 12 0 0,-12-14 0 0,0 14 0 0,0 0 0 0,-12 0-1 0,12 14 1 0,0-2-1 0,-24 47 1 0,11-22 0 0,1 0 0 0,-36 47 0 0,24-48 1 0,11 13-2 0,-11-14 2 0,0 15-3 0,24-38 2 0,0 0 0 0,0-12 0 0,0 0 2 0,0 0-2 0,12-12 1 0,13 12 0 0,-1-12 0 0,36-12 2 0,-11 11 0 0,-1 0-1 0,-1 2-1 0,3-1 0 0,-2 0-1 0,-24 0 1 0,-12 12-1 0,-12 0-1 0,0 0-16 0,-12 47-70 0,0-34 15 0</inkml:trace>
  <inkml:trace contextRef="#ctx0" brushRef="#br0">7440 12664 15 0,'0'0'0'0,"0"-12"48"0,0 12-21 0,0 0 37 0,0 0-49 0,11-24 0 0,25 12-6 0,0-38-1 0,25 3 1 0,-1-1-3 0,14-13-1 0,-15 13-3 0,-22 24 0 0,-24 11-1 0,-13 13 1 0,-13 0-4 0,-24 37-21 0,2-2-89 0,35-10 45 0</inkml:trace>
  <inkml:trace contextRef="#ctx0" brushRef="#br0">15795 12144 14 0,'0'0'15'0,"13"0"7"0,-13 0-1 0,0 0-5 0,0 0 9 0,0 0-15 0,0 0 7 0,0 0 19 0,0 0-33 0,0-12 16 0,0 12-18 0,0 0 0 0,-13-12-1 0,13 12 1 0,0-12 0 0,0 0 1 0,0 0-1 0,0-2 0 0,-11 3 0 0,11-1-1 0,-11 12 0 0,11-12 1 0,-13 0-1 0,13-12 0 0,-12 12 0 0,12-13 1 0,-12 25-1 0,12-24 1 0,-12 12 0 0,0 0-1 0,0 0 0 0,-13 0 1 0,13-1 0 0,-12 2-1 0,12-2 0 0,0 2 1 0,-12 11-1 0,11-13 0 0,-11 1 1 0,12 0-1 0,-13 12 0 0,14-13 0 0,-13 13 0 0,0 0 1 0,0 0-2 0,-13 0 2 0,26 0-2 0,-26 0 1 0,13-11 1 0,-13 11-2 0,1 0 1 0,-1 0 0 0,13 0 0 0,-12 0 0 0,24 0 0 0,-12 11 0 0,0-11 0 0,0 13 0 0,12-13 0 0,-13 12 0 0,1 0 0 0,0 1 0 0,12-2 0 0,0 2 0 0,0 11 0 0,-12-12 0 0,11 0 0 0,1 12 0 0,-12-12 0 0,0 13 0 0,12-13 0 0,-12 12 0 0,11-12 1 0,1 0-1 0,12-12-1 0,-12 12 2 0,0-12-1 0,12 12 0 0,-12-12 0 0,12 11 0 0,0-11 0 0,-13 0 0 0,13-11 0 0,13 11 1 0,-13-12-1 0,12 0-1 0,-12 0 1 0,12-24 0 0,0 24 0 0,0-25 0 0,1 13 0 0,-2 0 1 0,2 0-1 0,-13 11 0 0,0 2 0 0,0-2 0 0,0 1 1 0,0 0-1 0,0-1 0 0,-13 13 0 0,13 0 0 0,-11-11 1 0,11 11-1 0,-13 0-1 0,13 11 1 0,-12 2 0 0,0-1 0 0,0 24-1 0,-13 25 2 0,14-37-2 0,0 13 1 0,11-13 0 0,-24 12 1 0,24-24-1 0,-13 11-1 0,13-23 2 0,0 14-1 0,0-14 0 0,0 12 0 0,0-12 0 0,13 0 1 0,-2 0-1 0,13-12 0 0,0-2 0 0,0 14 0 0,-12-11 0 0,13 11 1 0,23-12-2 0,-24 0 2 0,-12 12-1 0,0 0-1 0,-12 0 2 0,13 0-2 0,-13 0 2 0,0 0-1 0,0-12 1 0,0 12-1 0,12-12 0 0,-12 0 1 0,0 0-1 0,0 0 0 0,0-1 0 0,-12-11 1 0,12 12-1 0,-13-12 0 0,13 12 1 0,0-1-1 0,0 13-1 0,0 0-4 0,0 37-49 0,0-25-46 0</inkml:trace>
  <inkml:trace contextRef="#ctx0" brushRef="#br0">7172 13474 2 0,'0'0'2'0,"-12"0"5"0,0 0 0 0,0 0 1 0,0 0-2 0,0 0-2 0,12 0-2 0,0-12-1 0,0 12-20 0,12 0 6 0,-24 12 8 0,12-12 12 0,-12 0 9 0,12 0 2 0,-12 0 0 0,12 0-2 0,0 0 3 0,0 0-7 0,-13 0-6 0,13 0 0 0,0 0 0 0,0 0 0 0,0 0-2 0,-11 0 0 0,11 0 1 0,0 0-1 0,-11 0 0 0,11-12 3 0,-14 12-5 0,14 0-1 0,-12 0 0 0,12 0-1 0,-12 0 0 0,12 0 1 0,0 0-1 0,-12 0 20 0,12 0-19 0,0 0 0 0,0 0 0 0,0-12 0 0,12 12 0 0,0 0-1 0,0 0 0 0,13 0 1 0,-14 0-2 0,2 0 2 0,11 0-1 0,-12 0 0 0,12 12 0 0,37-12-1 0,-25 0 0 0,0-12 1 0,13 12 0 0,-2 0 1 0,-10-12 0 0,24 12-1 0,48 0 0 0,-61 0 0 0,-1 0 0 0,3 0 0 0,-2 0 0 0,49-12 1 0,-49-1-2 0,74 2 2 0,-74-2-1 0,11 2 1 0,2-2-1 0,-12 13 0 0,12 0 0 0,-37 0 0 0,-12 0 0 0,-12 0 0 0,0 0 3 0,0 0-1 0,-12 0-1 0,-25 0-1 0,13 0 0 0,-12 0 0 0,-1 13 0 0,-11-13 0 0,0 11-1 0,-13-11 1 0,-72 13 0 0,49-13 0 0,-49 0 0 0,72-13 1 0,13 13-1 0,-25 0 0 0,25 0 0 0,-13 0-1 0,13 0 1 0,-12 0 0 0,-1 0 0 0,13 0 2 0,-13 0-1 0,13 0-1 0,-1-11 1 0,-35-2-1 0,47 2 0 0,2-2 0 0,-14 13 0 0,0-13 0 0,1 13 0 0,-12 0 1 0,11 13-1 0,2-13 0 0,-3 13 0 0,2-13-1 0,12 11 2 0,-13-11-1 0,1 0 0 0,-1 0-1 0,1-11 1 0,-11 11 1 0,9 0-1 0,-10 0 0 0,12 0 0 0,-13 0 0 0,0 11 0 0,13-11 0 0,11 13 0 0,-10-13 0 0,11 0 1 0,-1-13-1 0,13 13 0 0,-13-11 0 0,1-2 0 0,0 13 1 0,11 0-1 0,1 0-2 0,12 0 1 0,12 0 2 0,-12 0-1 0,24 0-1 0,-12 0 1 0,12 0 2 0,1 13-1 0,23-13-1 0,-12 11-1 0,24-11 2 0,50 24-1 0,-37-24 0 0,-2 13 0 0,2-13 1 0,11 0-1 0,1 11 0 0,-14-11 0 0,15 0 0 0,-2 0 0 0,1 13 1 0,-12-13-1 0,-1 0 0 0,0 0 0 0,1-13 0 0,-1 13 0 0,13 0 0 0,-13 0 0 0,13 13-1 0,-13-13 2 0,1 0-2 0,-1 0 2 0,1 0-1 0,11-13-1 0,-11 13-2 0,12-11 4 0,-13 11-1 0,14 0 0 0,-27-13 0 0,26 13 1 0,-13-11-1 0,13 11-1 0,-13-13 2 0,14 13-1 0,-15 0 0 0,2-11 0 0,-1 11 1 0,1 0-2 0,-13 0 2 0,0-13-1 0,0 13 0 0,1 0 1 0,-1 0-1 0,13 0-1 0,-24 0 2 0,-2 0-1 0,2-13-1 0,-13 13 2 0,0 0-1 0,-13 0 0 0,2 0 0 0,-1 0 0 0,2 0 0 0,-14 0 0 0,11 0 0 0,-11 0 1 0,0 0 1 0,0 0 0 0,0 0-1 0,-11-11-1 0,-3 11 0 0,14 0-11 0,-36 0-143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1-26T18:41:2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20561 823 25 0,'0'0'0'0,"0"0"26"0,0-12-10 0,0-13 17 0,0 1-12 0,-11 12-5 0,11-12-6 0,0 12-6 0,0-1-2 0,0 13-1 0,11 0 2 0,-11 13-3 0,13 11 2 0,11 0-1 0,0 0-1 0,-12 1 2 0,37 11-1 0,-13-36-1 0,1 0 1 0,-25-12 1 0,24-12 1 0,-24-1 1 0,13-47 3 0,-25-1 1 0,-13 48-4 0,13-10-1 0,0 35-2 0,-12-13-1 0,12 13-1 0,0 24 1 0,12 13 0 0,-12 0 1 0,13 11 0 0,-2 12-1 0,0 13 2 0,2 0-2 0,-13-14 1 0,-13 74 0 0,2-96 1 0,-13 0 0 0,0-13 0 0,-24-24 5 0,23 0-2 0,1-24-5 0,12 0 1 0,0-13 0 0,12 0-4 0,-12 2-2 0,24-2-13 0,36-23-73 0,-11 48 36 0,-13-12 10 0</inkml:trace>
  <inkml:trace contextRef="#ctx0" brushRef="#br0">21046 883 48 0,'0'0'9'0,"0"-12"13"0,0 0 28 0,0-12-32 0,0 24-7 0,-13-12-8 0,13 12-2 0,0 0 2 0,0 12-1 0,0 12 0 0,13 11 0 0,-13 50 0 0,0-48-2 0,0 11 1 0,12 24-83 0,-12-46 6 0</inkml:trace>
  <inkml:trace contextRef="#ctx0" brushRef="#br0">20719 1632 56 0,'0'-11'14'0,"0"-2"1"0,0 2 4 0,0-13 4 0,12 12-10 0,37-13 0 0,-25 12-10 0,13 26 7 0,-26 0-7 0,-11 11 1 0,0-13-1 0,0 13 1 0,-24 0 0 0,0-11 1 0,12-1 2 0,-24-12 1 0,23 0 0 0,-11 0-2 0,12-12-2 0,0-12-1 0,12 11-3 0,0 2 0 0,0-2-9 0,36-10-44 0,-11 23-67 0</inkml:trace>
  <inkml:trace contextRef="#ctx0" brushRef="#br0">26683 14840 255 0,'0'0'0'0</inkml:trace>
  <inkml:trace contextRef="#ctx0" brushRef="#br0">23344 1488 52 0,'0'0'18'0,"0"0"-3"0,0 11 1 0,0-11-1 0,0 24-4 0,-13-11 0 0,-9 0 1 0,8-1 0 0,-22-12-1 0,23 0-3 0,-22 0 0 0,23-12 0 0,0 12-4 0,-1-13-1 0,13 13-4 0,25-13-6 0,0 13-29 0,10 0-94 0</inkml:trace>
  <inkml:trace contextRef="#ctx0" brushRef="#br0">23150 629 32 0,'0'0'21'0,"-11"0"-14"0,11 0-4 0,0 0 4 0,0 0-2 0,0 0 3 0,0 24-5 0,22 0-1 0,4 0-2 0,11 1 2 0,-2-1-1 0,-11-12 2 0,13-12 3 0,-13 0 3 0,-12-24-1 0,0 0-3 0,-12-13 2 0,0 1-4 0,0-13 0 0,-12 2 2 0,0 9 0 0,-1 14 2 0,2 1-4 0,11 23-3 0,0 0 2 0,11 12-1 0,2 36 0 0,-1 0 0 0,0 25-1 0,0 24 3 0,0-12-1 0,0 24 0 0,-12-25 0 0,12 1 0 0,-24-24 2 0,0-13 2 0,-12-12 0 0,-13-24-2 0,15-12-4 0,-16-12 1 0,2-13-1 0,0-10-10 0,24-2-29 0,-1 0-42 0,13 26 40 0</inkml:trace>
  <inkml:trace contextRef="#ctx0" brushRef="#br0">23682 847 44 0,'0'0'0'0,"0"0"31"0,14 0-13 0,8-12 3 0,3 0-6 0,-1 0-4 0,0 0-5 0,13 12-3 0,-25 0 0 0,0 0 0 0,-12 24 2 0,0 0-3 0,-12 0 1 0,-12 13 0 0,-13 23 0 0,25-25-2 0,12-22 3 0,24 12-2 0,1-13-2 0,11-1-11 0,12-11-73 0,-35 13 24 0</inkml:trace>
  <inkml:trace contextRef="#ctx0" brushRef="#br0">25544 520 32 0,'0'0'0'0,"0"-13"19"0,0 13-6 0,0-11-4 0,0 11 0 0,13 37-2 0,-1-13-7 0,13 11 2 0,-1-11-1 0,0 1 0 0,12 0 0 0,-12-25 1 0,1 11 2 0,23-47 7 0,-36 0-4 0,-12-1-1 0,12 14-1 0,-12-39 6 0,-12 39-6 0,0 23-5 0,12 12 0 0,0 23 0 0,0 3 2 0,24 70 3 0,-24-47-5 0,0-1 4 0,0 1-3 0,-24-13 3 0,12-11-2 0,-24-1-2 0,-1-24 1 0,1-12-19 0,11 0-35 0,14 0-33 0</inkml:trace>
  <inkml:trace contextRef="#ctx0" brushRef="#br0">25944 786 36 0,'0'0'14'0,"0"-12"1"0,0 12 4 0,37-24 18 0,-24 12-30 0,9 12-4 0,3-12 1 0,-1 12-3 0,0 0 2 0,-12 12 0 0,1 0 1 0,-13 0 0 0,0 12-1 0,-25 1-1 0,13-13 1 0,-24 24-3 0,24-24 1 0,24 11-1 0,0-9 1 0,12-2-2 0,0 0 4 0,1 0-3 0,-13 0 3 0,-12 0 0 0,0-1-1 0,-24 2 0 0,-1-2-7 0,-59 2-146 0</inkml:trace>
  <inkml:trace contextRef="#ctx0" brushRef="#br0">27807 507 26 0,'0'0'0'0,"0"-11"28"0,0 11-11 0,0 0-4 0,0-13-2 0,0 26 1 0,0-2-8 0,13 15-2 0,9-2 2 0,3 11-2 0,0-11 1 0,10-11-1 0,2-1 2 0,-13-12 4 0,0-12 1 0,1-1 0 0,-1-22-3 0,0 11 0 0,-24-13-3 0,12 13 0 0,0 0 0 0,-12-24 0 0,0 36-2 0,0 24 0 0,0 0-1 0,0 24 1 0,13 12 1 0,-13 13 2 0,0-1-4 0,12 13 2 0,-12-1-1 0,0 1-1 0,0-12 3 0,-25-13-2 0,1-13 1 0,-12-11 0 0,-1-24 3 0,-11 14-3 0,-11-28-2 0,-26-21-5 0,48-1-8 0,25 12-26 0,12-14-44 0,12 15 22 0</inkml:trace>
  <inkml:trace contextRef="#ctx0" brushRef="#br0">28399 799 80 0,'0'0'22'0,"0"0"-9"0,0-13 5 0,0 1 0 0,-11 12-10 0,11 0-7 0,0 0 1 0,-13 0-2 0,1 25 1 0,0-13 1 0,0 24-2 0,0 0 1 0,12-11-1 0,0 11 1 0,0-24 0 0,24 11-2 0,0-23 1 0,0 13-5 0,1-26 3 0,11-10 1 0,-24 11 0 0,12-12 2 0,-11 12-1 0,-13-2 3 0,0 3 1 0,0 22 10 0,-13 15-10 0,13 10-1 0,-12 0-1 0,12-1-4 0,-12 15-19 0,12-26-84 0,0-13 57 0</inkml:trace>
  <inkml:trace contextRef="#ctx0" brushRef="#br0">30129 507 80 0,'0'0'20'0,"0"-11"0"0,0-2-6 0,0 2-5 0,11-1-4 0,-11 12 0 0,13 0 0 0,-13 23-4 0,37 51 1 0,-24-39-4 0,9 14 2 0,3-24 1 0,-1-1 0 0,12-13 2 0,-11-11 0 0,-1-24 3 0,0 0 2 0,0-13 2 0,1-46-8 0,-13 46 3 0,-12 1-2 0,0 24-1 0,0-12-1 0,0 24-1 0,12 24 1 0,-12 0-1 0,0 24-2 0,12 13 1 0,-12-1 2 0,0 25-1 0,0-12-2 0,-12-1 4 0,-12 1-1 0,-1-14 1 0,-11-9 1 0,0-26-1 0,0-13 0 0,-13-11-5 0,13-11-7 0,0-13-27 0,-2-2-52 0,27 15 46 0</inkml:trace>
  <inkml:trace contextRef="#ctx0" brushRef="#br0">30867 894 68 0,'0'0'38'0,"0"-11"-26"0,12-1-2 0,-12 0 14 0,0-12-11 0,0 0-6 0,-12 12-4 0,0-1-1 0,-24 1-3 0,11 12 3 0,1 0-2 0,12 12 1 0,0 1-1 0,0 11-2 0,12 0 4 0,12-12-3 0,12 23 2 0,0-9-1 0,1-2-1 0,-13 0 3 0,0-13 2 0,-12 13 4 0,0-24 1 0,-24 13-5 0,12-2 1 0,-25-11-5 0,-23-11-15 0,36 11-69 0,24 0 23 0</inkml:trace>
  <inkml:trace contextRef="#ctx0" brushRef="#br0">32318 616 90 0,'-12'0'12'0,"12"0"-11"0,0 0 0 0,-12 0 4 0,0 0-3 0,0 0-1 0,0 13-1 0,0-13 3 0,0 12 4 0,12-12 7 0,0 0 13 0,0 0-21 0,0-12-3 0,12 12 1 0,-12 0-5 0,0 0 4 0,0 0-4 0,0 12 4 0,12-12-3 0,0 0 2 0,-12 0-2 0,0 0 0 0,0 0 1 0,0 0 0 0,0 0 2 0,0 0-2 0,12-12 2 0,-12-1-2 0,24 2 7 0,-24-13-4 0,12 11-2 0,-12 2-4 0,0-1 3 0,0 0-6 0,0 12 7 0,-12 0-4 0,12 0 0 0,-12 12 0 0,12 11 5 0,12 1-1 0,37 13 0 0,-13-25-3 0,0 0 2 0,13-12 0 0,-2 0-3 0,-10-12 3 0,0-13-1 0,-26-10 3 0,2-1-1 0,-13-49 1 0,-13 49-2 0,2 12-2 0,11-2 3 0,0 26-4 0,-11 0 2 0,11 13-1 0,11 12 0 0,-11 11-3 0,11 12 1 0,2 24 4 0,-13 1-3 0,12 12 2 0,-12 12-1 0,0-12 1 0,0-14 2 0,0 3-3 0,-36-2 5 0,11-61-4 0,-11-11 2 0,-48-24-1 0,48 0-3 0,11-11-3 0,13-15-17 0,12 15-27 0,37-25-73 0</inkml:trace>
  <inkml:trace contextRef="#ctx0" brushRef="#br0">33286 701 52 0,'-11'-11'13'0,"-26"11"11"0,0-13-2 0,-11 13-7 0,0 0-7 0,-37 61-6 0,49-13-2 0,25 1 0 0,11-1 0 0,11 1-2 0,25 11 4 0,-12-49 5 0,12 13 10 0,-11-24-10 0,-13 0-5 0,0-24-4 0,-12 0-13 0,-12 13-59 0,-12 11 2 0</inkml:trace>
  <inkml:trace contextRef="#ctx0" brushRef="#br0">32427 1682 168 0,'0'0'0'0,"0"-13"14"0,11 13-1 0,3-12 1 0,-2 0-8 0,0-1-4 0,-12 13-3 0,0 0-3 0,0-11-25 0,0 11-92 0,-12 11 70 0</inkml:trace>
  <inkml:trace contextRef="#ctx0" brushRef="#br0">30057 1597 145 0,'0'0'15'0,"12"-13"12"0,24 13 1 0,-23-11-15 0,-2 11-10 0,-11-12-3 0,-11 0-6 0,11 12-27 0,-25 0-94 0,13 0 75 0</inkml:trace>
  <inkml:trace contextRef="#ctx0" brushRef="#br0">27710 1754 109 0,'0'0'0'0,"-12"-24"45"0,12 11-24 0,-12 13 0 0,12 0-12 0,0 0-7 0,0 0-30 0,0 25-63 0,0-13 28 0</inkml:trace>
  <inkml:trace contextRef="#ctx0" brushRef="#br0">25557 1706 125 0,'0'0'21'0,"0"-13"-8"0,12 2 4 0,0 11-7 0,-12 0-11 0,0 0-141 0</inkml:trace>
  <inkml:trace contextRef="#ctx0" brushRef="#br0">33231 1012 1 0,'0'0'2'0,"0"0"1"0,0-11 1 0,-13 11 2 0,13-13 2 0,0 13-1 0,0-11-1 0,0-1-4 0,0 12 1 0,13-12 1 0,-2 12 1 0,2-12 0 0,10 12-1 0,0 0 0 0,-11 0-1 0,12 0 0 0,-11 12-1 0,-1 0 0 0,-1 11 1 0,-11 1 1 0,12 0 1 0,-24-13-1 0,12 14-3 0,-11-12-2 0,-14-2-29 0,13 1-29 0</inkml:trace>
  <inkml:trace contextRef="#ctx0" brushRef="#br0">33040 1061 0 0,'0'0'3'0,"0"-14"1"0,11 14 3 0,-11-22 1 0,12 9-2 0,0 2 1 0,0 11-3 0,-12-13-3 0,13 13 0 0,-13 0 0 0,0 0 2 0,11 0-1 0,1 13 0 0,-12-13-1 0,24 24-1 0,0-13 1 0,0 0 3 0,-1 3 3 0,1-3 2 0,0 2 1 0,11-13 1 0,-11 0-3 0,-12-13-4 0,1 2-1 0,-13-3-3 0,0 14-4 0,0-11-22 0,0 11-29 0,0 0 34 0</inkml:trace>
  <inkml:trace contextRef="#ctx0" brushRef="#br0">32003 2490 20 0,'0'0'0'0,"0"-12"11"0,0 1 2 0,0-13 1 0,0 11 0 0,12 1 0 0,-12-12-8 0,0 24-1 0,0 0 3 0,0 24-1 0,0 59 10 0,12-23-9 0,-12 23-2 0,11 37-3 0,2-25-1 0,-13 1-1 0,11-2-1 0,-11-22 1 0,0 1 1 0,0-27-1 0,0 1 0 0,-11-10-9 0,-2-25-36 0,13-1-43 0</inkml:trace>
  <inkml:trace contextRef="#ctx0" brushRef="#br0">32170 2799 44 0,'0'-11'5'0,"0"11"0"0,0-24 4 0,0 0 6 0,11 0 1 0,1-12-5 0,13 24-4 0,10-23-3 0,-11 35 0 0,0-12 1 0,0 12-3 0,-1 23 6 0,-23 13-3 0,0 0-1 0,0 23-2 0,0-10 0 0,-12 10-1 0,1 1 0 0,11 0-1 0,0-25 1 0,0 1 1 0,11-13 0 0,1-23-1 0,25 13 0 0,-26-26-2 0,25 2 2 0,0-1 0 0,-1-24-1 0,0 1-1 0,2-2 0 0,-1-10-1 0,-12-1 0 0,11 1 1 0,-23-13 0 0,12 24 1 0,-12 1 0 0,-12 10 2 0,12 1 1 0,-12 13-1 0,0-1-2 0,0 24 3 0,-12-1-1 0,0 13 1 0,-1 13-1 0,2 9 1 0,-1 2 1 0,-12 72 1 0,13-49-3 0,-13 2 1 0,13-4-2 0,-3 15 1 0,-10-13-1 0,13 2 0 0,-13-2 0 0,0 24 2 0,1-59-1 0,-2-23 1 0,2-2-1 0,-1 2 1 0,-12-13-2 0,0-24-2 0,25 11 2 0,-2-47 0 0,2 13-1 0,22-1 1 0,2-12-4 0,23 13 1 0,-1-1-5 0,24 12-20 0,-11 14-33 0,11 8-28 0</inkml:trace>
  <inkml:trace contextRef="#ctx0" brushRef="#br0">32897 3097 18 0,'0'0'0'0,"0"0"15"0,11 0-3 0,-11-11 7 0,12-1 1 0,-12 1-4 0,0-3-7 0,0 14-3 0,-12 0 2 0,-11 14 1 0,11 9-3 0,-25 12-1 0,26 0-3 0,-24 14 0 0,22-2-1 0,2 1 0 0,-2-1 1 0,26-10-2 0,-2-2 3 0,2-23-2 0,22-12 2 0,-24 0-2 0,26-24 1 0,-25 12 0 0,-12-23-2 0,0-1 1 0,-12-12-1 0,-11 24-6 0,-2 12-14 0,13 1-30 0,-11 11-29 0</inkml:trace>
  <inkml:trace contextRef="#ctx0" brushRef="#br0">33385 2454 46 0,'0'0'2'0,"0"-11"5"0,0 11 6 0,0-13 8 0,0 1-5 0,0 1-12 0,0 34 8 0,0 14-5 0,-12 21 0 0,12 15 1 0,0 22-2 0,0 118 0 0,12-105-3 0,0-25-2 0,12 0 2 0,-13 13-32 0,-11-72-83 0</inkml:trace>
  <inkml:trace contextRef="#ctx0" brushRef="#br0">25581 1717 19 0,'0'0'11'0,"0"-11"29"0,0 11-2 0,13 0-29 0,-13 0-3 0,13 0-3 0,-13 0 0 0,11 11 1 0,-11 2 5 0,-11-1-2 0,11 0 1 0,-13-12-2 0,0 0-1 0,1 0-1 0,-13-24 0 0,25-13-2 0,25 1-3 0,13 11 0 0,-3 25 1 0,-23 25-1 0,0 24 2 0,-36-1 1 0,-11-12 1 0,-3-24 1 0,-9-12 3 0,10-24-2 0,25-24-10 0,24 24-33 0,12 24-64 0,0-13 60 0</inkml:trace>
  <inkml:trace contextRef="#ctx0" brushRef="#br0">27408 1742 14 0,'0'0'0'0,"0"-12"35"0,47-1-1 0,3 13-24 0,-15 13-7 0,-22 11 5 0,-1-12 5 0,-12 0-4 0,0-12 1 0,-12 0 8 0,-12 0-5 0,0-12-4 0,11 0-3 0,13 0-4 0,37 0-2 0,11 24 1 0,-24 0-1 0,-12 12 1 0,-12-12 1 0,-12 0 3 0,-12-24 1 0,12 0-2 0,0-24-1 0,48 11-2 0,-12 14-1 0,1-2 0 0,-1 13 1 0,-12 13-5 0,-12 11-28 0,-12 12-119 0</inkml:trace>
  <inkml:trace contextRef="#ctx0" brushRef="#br0">23161 1561 39 0,'0'0'21'0,"0"-12"-1"0,13-14 6 0,12 26-3 0,47-11 3 0,-48 11-22 0,1 37 0 0,-1 11 7 0,-37-37-2 0,2 2 3 0,-14-2-4 0,-59-11 6 0,34-35-7 0,39 22-7 0,11 2-9 0,11-1-48 0,15 12-63 0</inkml:trace>
  <inkml:trace contextRef="#ctx0" brushRef="#br0">13813 2673 62 0,'0'0'15'0,"-12"-12"6"0,12-12-4 0,12 11 2 0,12 2-5 0,1-2-4 0,10 2-1 0,2 11-1 0,-2 0 0 0,-22 11-4 0,11 13-2 0,-12 37 3 0,-24-24-2 0,-12 23-2 0,-48 37 1 0,35-50-2 0,13-21 1 0,-24 10-1 0,48-24 1 0,12-12 0 0,24 11 1 0,-1-11 1 0,3 0-2 0,9-11 0 0,2 11-1 0,-13 0-2 0,13-12-15 0,-25 12-33 0,0 0-69 0</inkml:trace>
  <inkml:trace contextRef="#ctx0" brushRef="#br0">14297 2237 48 0,'0'0'0'0,"0"-11"15"0,-13-2-4 0,13 2 7 0,0-2 6 0,0 2-7 0,-13 11-10 0,13 0-2 0,-22 24 0 0,-15 36-1 0,25 0 0 0,0 13-2 0,0 0 1 0,0 11-2 0,12-23 1 0,24-13-1 0,12-24-1 0,-11 0 1 0,23-24 0 0,-11-24 2 0,-2 0 3 0,-11 0 2 0,-12-13 2 0,-12 2-3 0,0-2-3 0,-49 24-2 0,2 13-3 0,-26 37-4 0,1 24-42 0,23-13-67 0</inkml:trace>
  <inkml:trace contextRef="#ctx0" brushRef="#br0">12313 11163 69 0,'-12'13'17'0,"0"-13"8"0,12 0 2 0,-12 0-9 0,12 0 1 0,12 0-13 0,0-13-2 0,60-11 1 0,-35 1-3 0,11-1-1 0,24-14 0 0,-11 15 1 0,24-25-1 0,-1-1-1 0,49-24 4 0,-96 49-3 0,-13 13 0 0,-24-14 2 0,0 25-1 0,-12 0 0 0,12 0-2 0,-25 0 0 0,14 0 1 0,-14 0-2 0,1 0 0 0,-25 12 0 0,27-12 1 0,-4 13 0 0,13-13 1 0,2 0-1 0,22-13 1 0,28 1 1 0,-28 12-1 0,24-12 0 0,-10-1-1 0,-1 13 2 0,12 0-2 0,-23 0 0 0,-1 0 1 0,12 25 0 0,-24-13 0 0,0 12 2 0,0 0-1 0,-24 13 0 0,-12-1 1 0,11 1-2 0,-11-13-1 0,12 0 0 0,11-12 1 0,13-12-3 0,0 0-6 0,24 0-35 0,37-24-118 0</inkml:trace>
  <inkml:trace contextRef="#ctx0" brushRef="#br0">20731 1669 47 0,'0'0'0'0,"-12"0"44"0,0-12-17 0,0 12-6 0,12 0-10 0,12 0 0 0,12-12-6 0,13 12 0 0,11-13-1 0,24 13-1 0,98-11-3 0,-61-2 0 0,12 13-1 0,24 0 1 0,12 0-2 0,12 13 0 0,13-13 1 0,-1 11 1 0,13-11-1 0,-14 0 0 0,-22 13 2 0,84-13 0 0,-157 12-1 0,-37-12-1 0,-11 0 3 0,-37-12 2 0,0 12-3 0,12 0-1 0,12 0-1 0,0 0 2 0,0 12-1 0,-13-12-1 0,27 0 2 0,-13 12-2 0,-3-12 2 0,-9 0-2 0,11 0 1 0,-12 0 1 0,2 0-1 0,-3 0 0 0,-11 0 0 0,0 0 2 0,-11 13-2 0,-3-13 2 0,14 11-3 0,0-11 1 0,0 0 1 0,0 13-2 0,0-13 2 0,25 0-1 0,11 0 0 0,61-13 1 0,-37 13-1 0,49 0 0 0,0 0 1 0,-37 0-1 0,99 0-1 0,118 13 0 0,-132-13 1 0,13 0-1 0,-12 11 1 0,-2-11 0 0,-10 0 0 0,71 0 3 0,-157 0-2 0,-11 0 1 0,-37 0 1 0,0 0 7 0,-36 0-15 0,0 0-24 0,-25 0-97 0</inkml:trace>
  <inkml:trace contextRef="#ctx0" brushRef="#br0">25799 1717 33 0,'0'0'9'0,"-12"0"15"0,0-11 1 0,12 11-4 0,0 0-10 0,0-13-6 0,12 13 1 0,36 0-2 0,111 0 5 0,-39 0-6 0,25 0-1 0,24-11-2 0,169-2 4 0,-168 13-3 0,-14 0-2 0,-10-12 2 0,-36 12 0 0,-38-12 0 0,-48 12 8 0,-13 0-1 0,-11-13-5 0,-11 13-3 0,0 0-1 0,-2 0 2 0,1 13-1 0,12-1 0 0,12-12 0 0,12 12 1 0,12 1 1 0,2-13-1 0,-3 11-2 0,-11-11 2 0,0 0-2 0,-12 0 1 0,0 0-1 0,1 0-8 0,-13 0-6 0,12 13 3 0,-12-2 4 0,0-11 6 0,0 13 1 0,0-13 1 0,0 12 1 0,0-12 2 0,0 0 7 0,0 0-5 0,12 0-1 0,0-12 0 0,12-1 1 0,0 13-3 0,25-11-1 0,0 11-1 0,23-13 2 0,24 13-2 0,13-11 1 0,36 11 1 0,12 0 0 0,1-13 0 0,11 13 0 0,13 0-2 0,-26-12 2 0,2 12-1 0,-36 0-1 0,-15-12 0 0,-22-1 1 0,-24 13 0 0,-12-11 0 0,-25 11 0 0,0-13-1 0,-24 13 0 0,24 0 1 0,0 0-2 0,12 0 1 0,2 13-1 0,-3-13 2 0,26 0-1 0,-13 11 0 0,12-11 1 0,-11 0 1 0,0 0 0 0,-14 0 1 0,-22 0 0 0,-1 0-1 0,-12-11-2 0,0 11 1 0,0 0-1 0,0 0-1 0,0 0 1 0,0 11 0 0,0-11 0 0,0 0 1 0,0 0-1 0,12 0-1 0,12 0 2 0,24 0-2 0,0 0 1 0,25 0-1 0,0 0 0 0,24 0 1 0,-1 0-2 0,13 0 2 0,12 0-1 0,-1 13 1 0,14-1-1 0,-1-12-1 0,0 12 0 0,-24-12-1 0,-48 0 1 0,23 13-2 0,-10-13 1 0,22 0 1 0,0 0-1 0,1 0 2 0,1 0 1 0,34 0 3 0,-47 11-2 0,0 2-2 0,-13-2 0 0,-12-11 2 0,0 13-1 0,-11-13 1 0,-25 0-1 0,13 0 0 0,-25 0 0 0,-12 0 0 0,12 0 0 0,-24 0-1 0,12 0 1 0,-12 0-1 0,0 0 1 0,12 0 1 0,-13 0-2 0,1 0 2 0,12 0-1 0,0 0 1 0,-12-13 0 0,12-11-2 0,0 13 2 0,12-14 0 0,0 13-1 0,13-25 1 0,11 26-2 0,13 11 0 0,-1-13-2 0,-11 13 2 0,-2 13 1 0,-35-2 0 0,0 13 0 0,-24 1 0 0,-12 0 0 0,-2-1 0 0,-9-13-1 0,11 2 2 0,0-13-3 0,11 0-22 0,1-13-89 0</inkml:trace>
  <inkml:trace contextRef="#ctx0" brushRef="#br0">30033 1632 63 0,'0'0'28'0,"12"-11"-14"0,24 11-2 0,23 0 7 0,-46 11-13 0,0 2-2 0,-13 11-2 0,0 0 2 0,-13-11 0 0,-35 11 7 0,48-24-6 0,-24-13-1 0,24 2-2 0,-12-2 1 0,24-11-2 0,0 0-1 0,24 11 0 0,-12-11 1 0,1 24-1 0,0 0 0 0,-3 13 1 0,-22-13 0 0,-11 36 3 0,-13-24-2 0,-26 36-6 0,28-35-33 0,9 11-70 0</inkml:trace>
  <inkml:trace contextRef="#ctx0" brushRef="#br0">27518 1827 46 0,'-26'-49'74'0,"26"1"-51"0,0 11-8 0,26 26-2 0,-4-26-2 0,3 37-7 0,-13 0-4 0,0 0 2 0,-12 24-2 0,-12 0 1 0,12 0-8 0,-24 13-43 0,11-1-59 0</inkml:trace>
  <inkml:trace contextRef="#ctx0" brushRef="#br0">25594 1778 42 0,'0'0'18'0,"-13"-12"14"0,13 0-10 0,0 0-8 0,26 0-3 0,-15 12-5 0,0 0-2 0,2 0-1 0,-13 12 0 0,0 12 1 0,-13-12 0 0,-9 12-1 0,-16-11 1 0,2-1-1 0,12-12 1 0,0 0 1 0,12 0-2 0,12-12-2 0,0-13-1 0,24 13-1 0,1 0-8 0,-3 12-42 0,-9 12-54 0</inkml:trace>
  <inkml:trace contextRef="#ctx0" brushRef="#br0">23271 1766 23 0,'0'-12'23'0,"-25"0"15"0,3 0-9 0,-3-1-8 0,0-11-6 0,1 13-3 0,0-14-3 0,12 25-4 0,0-12 0 0,12 12-1 0,0 0-1 0,0 0-3 0,24 0 1 0,0 0-1 0,37 0 0 0,-48 0-1 0,9 12 2 0,-22 13 0 0,0-1-1 0,-11 12 2 0,-13-12 1 0,-37 12 8 0,37-36-7 0,0 0-1 0,12-12-2 0,0-12-1 0,12 0-3 0,24-1-29 0,-12 25-89 0</inkml:trace>
  <inkml:trace contextRef="#ctx0" brushRef="#br0">21868 1645 48 0,'0'0'0'0,"0"0"24"0,0-13-2 0,0 13 3 0,0 0-9 0,0-11-7 0,-12 11-6 0,12 0 2 0,0 36 6 0,0-24-4 0,0 12-2 0,12 0 7 0,0-11-6 0,0-13 3 0,0 0 1 0,13 0-2 0,-1-13-1 0,25-11-2 0,-1-12-1 0,11 0-1 0,15-1-2 0,-14 2-1 0,-11-2-1 0,-13 13 2 0,-24 24-6 0,-24 0-22 0,0 0-135 0</inkml:trace>
  <inkml:trace contextRef="#ctx0" brushRef="#br0">24372 1669 38 0,'0'0'0'0,"-11"0"26"0,11 0-11 0,0 13 8 0,11 11-6 0,0 12-1 0,26-12 0 0,60 0 22 0,-24-48-23 0,11-12-5 0,97-73-5 0,-108 49-6 0,-24 11-21 0,-1 13-125 0</inkml:trace>
  <inkml:trace contextRef="#ctx0" brushRef="#br0">5733 5189 1 0,'0'0'4'0,"0"-13"5"0,0 13 4 0,0 0 33 0,13 0-40 0,-13 0-2 0,0 0-1 0,0 0-2 0,11 0 0 0,-11 0 1 0,0 0-1 0,0 0 1 0,11 0 0 0,-11 0 1 0,0 13 0 0,0-13-1 0,0 0 0 0,14 0 0 0,-14 0-1 0,0 0 1 0,12 11-1 0,1-11 0 0,-2 13 0 0,0-13 0 0,2 13 0 0,-2-13 0 0,14 11 1 0,-13 2-2 0,12-13 1 0,-11 0 0 0,-2 11 0 0,14-11 0 0,-1 13 0 0,-12-13-1 0,13 0 1 0,-1 11-1 0,-12-11 0 0,12 13 1 0,-12-13-1 0,12 12 0 0,0-12 0 0,1 0 0 0,11 12 0 0,-1-12 0 0,2 0 1 0,-13 12-2 0,13-12 1 0,-1 0 0 0,1 0-1 0,-1 0 2 0,0 0-1 0,-1 0 0 0,15 0 1 0,-2 0-1 0,-12 0 0 0,0 0 0 0,1 0 1 0,-1 0-1 0,1 12 0 0,-13-12 0 0,12 13 0 0,0-13 0 0,-12 11 0 0,13-11 0 0,-2 0 0 0,-10 0 0 0,13 0 1 0,-3 0-2 0,1 0 1 0,-24 0 0 0,24 0 0 0,-23 0 0 0,23 0 0 0,-12 13 0 0,12-13 0 0,-11 0 0 0,11 12 1 0,12-12-2 0,-12 0 2 0,-11 0-2 0,11 0 1 0,0 0 0 0,-12 0 0 0,13 0 0 0,-13 0 0 0,12 0 0 0,-12 0 0 0,13 0 0 0,0 0 0 0,-2 0 0 0,2 0-1 0,-2 0 1 0,2 0 0 0,-1 0 0 0,1-12 0 0,-13 12 0 0,13 0 0 0,-13 0 0 0,0 0 0 0,0 0 0 0,0 0 0 0,0 0 0 0,12 0 0 0,-11 0 0 0,10 0 0 0,-10 0 0 0,11 0 0 0,13 0 0 0,-1-13 0 0,-13 13 0 0,15 0 0 0,-15 0 0 0,2-11 0 0,0 11 0 0,-1 0 0 0,12 0 0 0,-11-13 0 0,-13 13 1 0,24-12 1 0,-13 0 0 0,15 12-1 0,-15-12 1 0,14 0-2 0,0-1 1 0,-1 13 0 0,1-11 0 0,-13-2 0 0,13 2 1 0,-1 11 0 0,0-13-1 0,-12 2 1 0,13 11 0 0,-13-13 0 0,0 0 2 0,13 2 0 0,-13 11 1 0,-12-13-1 0,-12 2-1 0,-12 11-2 0,-12 11-64 0,0-11 6 0</inkml:trace>
  <inkml:trace contextRef="#ctx0" brushRef="#br0">10318 5200 2 0,'0'0'0'0,"0"-11"12"0,0 11 2 0,-13-13 1 0,13 13-3 0,-12-11 2 0,0 11-8 0,12 0 7 0,0 0-5 0,0 0 5 0,0 0-12 0,0 0 0 0,12 11 2 0,0-11 0 0,1 13 0 0,-2-13 0 0,14 11 0 0,-13 2-1 0,12 0-1 0,13-2 1 0,-15 2 2 0,28-13-1 0,-15 11-2 0,2 2 0 0,12-2 1 0,-13 2-1 0,13-1 0 0,-1 0 0 0,74 12 0 0,-63-11-1 0,-23-13 0 0,110 24 1 0,-74-12-1 0,-11 0 1 0,11 0 0 0,-11 0-1 0,11-12 1 0,-11 12-1 0,10-1 0 0,3-11 0 0,-2 0 0 0,-11 0 0 0,12 0 0 0,12 0 0 0,-13 0 0 0,73 0 0 0,-73 0 0 0,1 0 0 0,0 0 0 0,-1 13 0 0,0-13 1 0,13 0-2 0,86 0 1 0,-76-13 0 0,87 2-2 0,-97 11 2 0,11 0 0 0,-11 0 0 0,12-12 0 0,-13 12 0 0,25-12-2 0,-12 0 2 0,12 0 2 0,-24-13 4 0,11 1 1 0,-11 12-4 0,-49 0-1 0,-24 12-3 0,-36 24-129 0</inkml:trace>
  <inkml:trace contextRef="#ctx0" brushRef="#br0">24916 5298 11 0,'0'0'0'0,"-24"-13"10"0,12 13 6 0,12 0-2 0,0 0-6 0,0 0 0 0,24 13 6 0,24-1-5 0,13 12-3 0,12 1-2 0,23 11-2 0,1-24 1 0,12 24 0 0,36-12 0 0,0 1 1 0,37-13-2 0,-1 12 2 0,25-12 2 0,11-12 1 0,13 0-1 0,-12 0 0 0,12 0-2 0,0 0-2 0,-13-12 0 0,1-12 1 0,0 12-1 0,-36 0 1 0,-14-14 1 0,-34 15-1 0,-49-1 0 0,-13 0-2 0,-59 0-1 0,-2 12-5 0,-35 0-35 0,0 0-57 0</inkml:trace>
  <inkml:trace contextRef="#ctx0" brushRef="#br0">16232 6664 21 0,'0'-11'11'0,"-12"11"1"0,12 0 2 0,0-12-2 0,0 12-3 0,0 0 2 0,36 23-3 0,-25-23-4 0,26 24 0 0,11 0 2 0,-11-11-4 0,60 11 3 0,-36-11-3 0,11-2 0 0,37 2 1 0,-49-13-1 0,182 0 5 0,-36-13-4 0,-97 13-1 0,-13-11 1 0,1-2 1 0,12 1 1 0,-24 0 0 0,-2-1 3 0,-9 2-2 0,11-2-2 0,-85 13-3 0,-13 0-36 0,-35 13-83 0</inkml:trace>
  <inkml:trace contextRef="#ctx0" brushRef="#br0">12664 14707 46 0,'0'0'3'0,"-12"-11"12"0,12 11 4 0,-12 0-1 0,24 0 0 0,0 11-6 0,25 2-2 0,9 11 0 0,28 13-1 0,22-26 2 0,26 13-2 0,34-11-4 0,26-2-1 0,12 2-1 0,24-13-2 0,-13 0 0 0,-11 0 1 0,-13-24 1 0,-36 11 0 0,-36 2-1 0,-35-2 0 0,-39 13-3 0,-24 0 1 0,-22 0-9 0,0 13-21 0,-38 22-58 0,24-10 31 0</inkml:trace>
  <inkml:trace contextRef="#ctx0" brushRef="#br0">10438 9096 8 0,'0'0'5'0,"0"-12"-1"0,11-12 8 0,2 12-1 0,-1-14 0 0,-12 15-1 0,0-13 5 0,0 24-6 0,0 0 1 0,-12-12 0 0,12 12-3 0,-13 0-4 0,-9 12-2 0,-2 12 0 0,11 1-1 0,-35 59 2 0,24-49-1 0,11 2-1 0,-11-13 0 0,24 0 0 0,0 13 0 0,0-13 1 0,0 13-1 0,12-26 0 0,13 26 2 0,11-25 0 0,-24 0-1 0,12 12 0 0,-24 1 0 0,24-1 0 0,-11 0 0 0,-2 13-1 0,-11-1 0 0,0 0 2 0,0-1-1 0,-24 3 0 0,0 9-1 0,-24 27 1 0,24-26 0 0,-1-24-1 0,25 12 0 0,-12-24 0 0,24 13 0 0,24-1 0 0,-11-12 0 0,-1 12 1 0,1-1-2 0,-14 15 2 0,-11-2 0 0,0 23-2 0,0 2 1 0,0 13 0 0,-24-2-2 0,-12 84 2 0,11-82 0 0,14-26 1 0,-2 1 4 0,1 22 7 0,24-46-9 0,1-13-1 0,11 1-1 0,0-2-2 0,13-11-6 0,-2 0-18 0,-11-24-32 0,2 12-1 0</inkml:trace>
  <inkml:trace contextRef="#ctx0" brushRef="#br0">10825 9036 61 0,'0'0'0'0,"-24"0"4"0,24-14-2 0,0 14 8 0,-11 0 5 0,11 14-5 0,-13 10-2 0,-11 23-2 0,12 15-1 0,12-2 0 0,0 12-3 0,0 1-1 0,24-13 0 0,1 1-1 0,-3-25 0 0,15-23-1 0,11-1 2 0,-11-12 0 0,11-12 0 0,-11-25 2 0,11 1-2 0,-12-12 1 0,-11-13 1 0,-13 0 2 0,-12-11 2 0,-24-2-2 0,-25 3-1 0,-11 23-1 0,-1 48-2 0,-10 0 0 0,8 24-2 0,4 12-4 0,22 12-14 0,26 13-43 0,22-13-9 0</inkml:trace>
  <inkml:trace contextRef="#ctx0" brushRef="#br0">10897 10826 51 0,'0'0'23'0,"-11"-13"-12"0,11 1-3 0,11-13 10 0,-11-10-2 0,13 11-5 0,-13-13-3 0,12 13-2 0,0 0 2 0,0 12 2 0,-12 12 1 0,0 0 7 0,0 36-15 0,0 13 0 0,0 11-1 0,12 1 0 0,0-1-2 0,0 13 1 0,1-13 0 0,-13 1-1 0,12-2 0 0,-12-22-1 0,0-12 3 0,-12 11 1 0,-1-25 2 0,1-11-2 0,0 13-1 0,0-13 0 0,0 0-1 0,0 0 1 0,0 0 0 0,-12-13 0 0,24 13 1 0,-11 0 0 0,22 0-2 0,13 0 2 0,24 0-2 0,1 0-1 0,-13 0 0 0,13 0-3 0,-25 0-18 0,0 0-70 0,0 0 4 0</inkml:trace>
  <inkml:trace contextRef="#ctx0" brushRef="#br0">15858 7911 45 0,'-25'0'2'0,"-13"12"1"0,3 24 7 0,-1 0 6 0,12 25-1 0,-1 11-1 0,13 24-3 0,12-11-3 0,37 73 8 0,-25-85-12 0,12-25-2 0,13 12-1 0,11 12-4 0,-36-59-16 0,13-2-19 0,-14-11-40 0</inkml:trace>
  <inkml:trace contextRef="#ctx0" brushRef="#br0">16002 8104 66 0,'0'0'0'0,"-12"-48"32"0,36-2-16 0,-12 39-1 0,24-1-5 0,-11 12-3 0,11 12-3 0,1 13-1 0,-15 11-2 0,16-1-1 0,-38 13 1 0,0 2 0 0,0 22-1 0,-24-11 0 0,-1-13 0 0,-11-11 0 0,0-1-2 0,-13 0 2 0,37-24 0 0,12-12 1 0,24 11 1 0,13-11 2 0,11-23-1 0,1 11-2 0,11 0-3 0,36-25-67 0,-71 37-7 0</inkml:trace>
  <inkml:trace contextRef="#ctx0" brushRef="#br0">16377 7947 67 0,'0'-12'2'0,"0"12"-2"0,0 0 1 0,12 0 5 0,12 0 2 0,13 0-2 0,-1 0-1 0,0 0-1 0,-11-12 2 0,-3 12 0 0,4-12-2 0,-2-1-1 0,-24-11 0 0,0 12 0 0,0-12-1 0,-12 12-1 0,0-12 1 0,0 0-1 0,-13 11 0 0,1 13 1 0,0-12-2 0,12 12 1 0,-12 0 0 0,12 12-1 0,-13-12 0 0,1 13 0 0,12-13 1 0,0 0-1 0,-12 0 2 0,11 0-1 0,2-13 1 0,0-11 1 0,11-13 1 0,0 13 1 0,0 1-3 0,0-2 1 0,11 1-2 0,0 24 1 0,2-13-1 0,-1 2 0 0,0 11-1 0,0 0 1 0,0 0 0 0,12-12 0 0,1 12-1 0,-13 0 0 0,0 0 0 0,0 12-13 0,24-12-20 0,-12 0-26 0,-13 0 15 0</inkml:trace>
  <inkml:trace contextRef="#ctx0" brushRef="#br0">16849 7548 75 0,'0'0'0'0,"-12"0"11"0,12-12-8 0,12 12 6 0,0 12 4 0,12 0 1 0,12 23-3 0,1 15-1 0,11 22-1 0,-13 13-3 0,15 11-2 0,-26 38-1 0,-24-27-2 0,0 15-1 0,-11-25 3 0,-87 73 4 0,37-110-3 0,-11-13 1 0,11-21 0 0,1-14-3 0,12 0-2 0,23-12-16 0,13 0-134 0</inkml:trace>
  <inkml:trace contextRef="#ctx0" brushRef="#br0">10875 8757 31 0,'0'-13'22'0,"-26"-11"0"0,26 13 0 0,0 11-5 0,0 0-10 0,0 11 0 0,0 13 4 0,13 1-2 0,-13 0 0 0,24-14 2 0,12-11 4 0,12-11 0 0,25-39-3 0,24-9-2 0,-1-26-5 0,13 13-3 0,-24-1 0 0,-36 25-3 0,-25 23-6 0,-24 25-30 0,0 25-120 0</inkml:trace>
  <inkml:trace contextRef="#ctx0" brushRef="#br0">22908 6907 56 0,'0'0'0'0,"0"-12"30"0,-12-1-22 0,12 13 5 0,-24-12 1 0,0 12-4 0,-12 0-5 0,-2 0-1 0,-21 0-3 0,-14 0 2 0,-23 0-1 0,-13 12 2 0,-12 1-1 0,-1-1 0 0,2 12 0 0,11-12 1 0,24 0-1 0,12 12 0 0,37 1-2 0,24-13-1 0,24 0 0 0,13 0 2 0,23 0 0 0,37 0 0 0,-1-1 0 0,12 2-2 0,14 11 1 0,-25-13-1 0,-2 15 1 0,2-2-1 0,-24 0 0 0,-24 0 0 0,-13 13 0 0,-24-26 1 0,0 13 2 0,-24 0-1 0,-13 13 0 0,0-13-1 0,-34 25 0 0,-2-13 0 0,1 13-1 0,-14-13 0 0,14 11 0 0,-48 27 1 0,83-39-1 0,13-11 0 0,24 1 0 0,0-13 0 0,24 1 2 0,24-2 1 0,13 2-2 0,11-2 1 0,25-11-1 0,12 0 2 0,24 0 1 0,0 0 2 0,12 0-2 0,-12 0-2 0,-12-11-1 0,-36 11 0 0,-37 0-3 0,-37 0-9 0,-33 0-168 0</inkml:trace>
  <inkml:trace contextRef="#ctx0" brushRef="#br0">22122 8139 37 0,'0'0'0'0,"-13"-24"18"0,13 13 20 0,-11 11-5 0,11 0-28 0,11 61-1 0,26 11-2 0,24-35 0 0,-13-13 3 0,1-48 4 0,-25-50 1 0,-12 13-3 0,-24-10 1 0,12 35 0 0,-12 36-4 0,24 24-5 0,12 59 3 0,0 63-2 0,0 24 0 0,-13-14 0 0,-35-58 0 0,2-74 5 0,-63-24 21 0,24-48-23 0,12-2-9 0,37 15-9 0,24-74-171 0</inkml:trace>
  <inkml:trace contextRef="#ctx0" brushRef="#br0">22509 8358 97 0,'12'-49'31'0,"0"25"-13"0,12 13-6 0,13-2-5 0,-1 0-3 0,-12 13-2 0,1 13-2 0,-1 35 3 0,-24-11-2 0,-12-1 1 0,0-11-2 0,12-1 0 0,-12 0 1 0,12-12-1 0,12 0 1 0,12 0 1 0,12-12-1 0,12-12-6 0,2 12-33 0,-3-36-90 0</inkml:trace>
  <inkml:trace contextRef="#ctx0" brushRef="#br0">24118 6931 23 0,'0'0'4'0,"12"0"-2"0,-12 0 3 0,12-12 10 0,-12 12 15 0,-12 0-16 0,12-12-3 0,-12 0 0 0,-12 12-3 0,11-13-1 0,-11 1-4 0,-13 12 0 0,-9 0-3 0,-28-12 1 0,-23 24-1 0,1-12 0 0,-13 12 1 0,12 13-1 0,24-1 0 0,13 0 0 0,36 0 1 0,11 13-1 0,50-25 2 0,23 0 0 0,13 0-1 0,24 0 0 0,1 12 0 0,-3-13 0 0,2 13-1 0,-24-10 1 0,-1-2 0 0,-35-1 2 0,-13 13-2 0,-24-11 2 0,-13 11 1 0,-23 13-2 0,-24-2-1 0,-12 14 0 0,-13 0 0 0,12-1-1 0,0-1 0 0,2 3 0 0,22-2 0 0,24-13 0 0,25 3-1 0,0-26 1 0,25 12 0 0,24-13 0 0,10 2 1 0,14-13 0 0,12 0-1 0,0 0 1 0,35 0 1 0,-72 0-2 0,13 0 0 0,-49 0 0 0,0 11-12 0,-24-11-14 0,-12 25-73 0</inkml:trace>
  <inkml:trace contextRef="#ctx0" brushRef="#br0">23562 8200 59 0,'0'-11'25'0,"-14"-13"-16"0,14-2 3 0,0 26 7 0,14 0-11 0,-14 26-6 0,24 9 0 0,-24 2-2 0,25 0 1 0,-3-2-1 0,15-22 1 0,-11-2 1 0,-4-11 1 0,3-11 2 0,-13-2 3 0,0-11 1 0,0 0-2 0,-12-13-1 0,0 2-1 0,-12-1 0 0,0 22-1 0,12-10-1 0,-12 13-1 0,12 22 0 0,12 63-1 0,0-15-1 0,12 15 0 0,-12-2 1 0,-12 1-2 0,13 60 1 0,-26-72 0 0,1-13 1 0,-12-37 2 0,12 2 4 0,-25-2 0 0,15-11-3 0,-4-11-1 0,-11-2-2 0,-10-34-2 0,23-26-25 0,48 25-99 0,1 24 55 0</inkml:trace>
  <inkml:trace contextRef="#ctx0" brushRef="#br0">23900 8431 94 0,'0'-13'20'0,"35"-23"9"0,4 12-1 0,7 12-23 0,-21 48-3 0,-13 13 4 0,-49-1 1 0,2-25-3 0,24-10-3 0,22 0-2 0,24 11 1 0,26 12 1 0,-48 0 0 0,-37-12 6 0,-48 13 0 0,-2-26-7 0,26 2-74 0,48-13-34 0</inkml:trace>
  <inkml:trace contextRef="#ctx0" brushRef="#br0">24251 8153 64 0,'-12'0'20'0,"12"0"-9"0,0 0 0 0,12 0-1 0,13 0-6 0,-1 0-3 0,12 0-18 0,-24 12-36 0,1-12 5 0</inkml:trace>
  <inkml:trace contextRef="#ctx0" brushRef="#br0">24276 8298 44 0,'0'0'6'0,"0"11"4"0,11-11 8 0,85 13 6 0,-59-13-59 0,-13-13-19 0</inkml:trace>
  <inkml:trace contextRef="#ctx0" brushRef="#br0">24602 8153 49 0,'-12'0'18'0,"-37"36"14"0,49-12-17 0,-12 48-4 0,24-48-9 0,12 0-1 0,13-24-1 0,-1 13 3 0,24-61 14 0,-47-2-2 0,-1 2-4 0,-24 1-7 0,-1-2-2 0,-22 13-8 0,10 12-59 0,13 24-4 0</inkml:trace>
  <inkml:trace contextRef="#ctx0" brushRef="#br0">24118 6386 112 0,'0'0'0'0,"-13"-36"19"0,13 12-5 0,13 24-5 0,-1 36-9 0,0 37 0 0,0 24-37 0,0-26-58 0</inkml:trace>
  <inkml:trace contextRef="#ctx0" brushRef="#br0">27214 19607 255 0</inkml:trace>
  <inkml:trace contextRef="#ctx0" brushRef="#br0">22933 8153 35 0,'0'-14'9'0,"0"3"-6"0,0 11 0 0,-13 0 0 0,1 11 0 0,0 3 2 0,12 9 1 0,-12-10 2 0,12-2 5 0,12 2 0 0,0-13-2 0,0 0-5 0,12 0-3 0,-11 0-2 0,11-13-14 0,0 2-40 0,-12 11 13 0</inkml:trace>
  <inkml:trace contextRef="#ctx0" brushRef="#br0">23005 8298 75 0,'-12'0'7'0,"12"0"-4"0,0 0 18 0,24 0-18 0,0 0-17 0,25 0-58 0</inkml:trace>
  <inkml:trace contextRef="#ctx0" brushRef="#br0">23235 8213 54 0,'0'0'0'0,"-36"0"25"0,11 0-4 0,12 24-8 0,-9 0 1 0,22 13-9 0,11-13-3 0,13-13-1 0,1 14 0 0,0-13 0 0,-14-12 2 0,0-12 2 0,-11-24 3 0,-11-12-2 0,-13-2-2 0,-26-9-3 0,15 9-20 0,-1 15-99 0</inkml:trace>
  <inkml:trace contextRef="#ctx0" brushRef="#br0">22800 6157 112 0,'0'0'0'0,"-37"-13"27"0,26 37-27 0,-2 50 0 0,1 22 0 0,0 25-7 0,12 23-73 0,0-94 38 0</inkml:trace>
  <inkml:trace contextRef="#ctx0" brushRef="#br0">25424 7608 87 0,'0'-13'16'0,"13"2"-15"0,23-1-7 0,0 0-22 0,12 12-11 0,-24 0 15 0</inkml:trace>
  <inkml:trace contextRef="#ctx0" brushRef="#br0">26005 7619 81 0,'-11'0'4'0,"-15"0"2"0,14 0-1 0,12 0-4 0,0 0-20 0,25-11-47 0</inkml:trace>
  <inkml:trace contextRef="#ctx0" brushRef="#br0">27263 6907 47 0,'0'0'0'0,"24"-25"20"0,12 13-1 0,-24 0 8 0,1 0-2 0,-13 0-5 0,0 0-6 0,0 0-6 0,-25-1-4 0,1 13-3 0,-12 0 0 0,-25 0-2 0,-10 13 2 0,-27-1-1 0,1 24 0 0,-95 37 0 0,107-37 1 0,48 1-1 0,13-1-1 0,24-1 1 0,48-11 0 0,109 26 0 0,-48-26 0 0,12-13 0 0,-12 13 0 0,0-11 0 0,-25 11 0 0,-35 0 0 0,-25-11 0 0,-36 11 1 0,-25 0 0 0,-108 73 0 0,36-38-1 0,-96 50 0 0,120-59 0 0,36-2 0 0,13-13 0 0,36 2-1 0,14-13 1 0,45 13 0 0,14-25 1 0,-1 0-1 0,-11 0 0 0,61-12 1 0,-39 12 0 0,-10-12-1 0,-1 12-6 0,-23 13-36 0,-24-1-80 0</inkml:trace>
  <inkml:trace contextRef="#ctx0" brushRef="#br0">26488 8346 109 0,'-12'-24'21'0,"0"0"-13"0,0 0 2 0,12 24 6 0,0-13-7 0,0 26-8 0,12 22 0 0,0 2 0 0,13 11 0 0,23 1 0 0,-12-13 0 0,25-13-1 0,-24-23-1 0,-2 0 5 0,2-47 6 0,-37 10-5 0,0 1-1 0,-11-13-1 0,-3 14-1 0,-11 11 0 0,3 11 0 0,9 13 0 0,2 0-1 0,-2 13-1 0,13 83 0 0,13-35 0 0,11 10-1 0,23 100 1 0,-33-87-1 0,-28 49 0 0,-22-84 1 0,1-25 3 0,-2 0 5 0,-11-24-3 0,-13-12-3 0,-36-49-15 0,84 49-24 0,13-24-75 0,0 36 60 0</inkml:trace>
  <inkml:trace contextRef="#ctx0" brushRef="#br0">26961 8564 66 0,'0'0'0'0,"-37"-36"63"0,25 36-59 0,0 12 8 0,-12 0 3 0,12 24-6 0,-13 11-4 0,25 14-4 0,12-13 0 0,1 2 0 0,23-15 0 0,0-22 0 0,0-1 1 0,-11-12 0 0,-1 0 2 0,1-12 2 0,-14-12 2 0,-22 0-2 0,-2-13-2 0,-11 13-2 0,-13 0 0 0,-35-12-11 0,48 36-8 0,-1 0-130 0,38 0 112 0</inkml:trace>
  <inkml:trace contextRef="#ctx0" brushRef="#br0">27238 8370 87 0,'0'0'0'0,"0"-12"30"0,0 0-20 0,37 12 7 0,-1-24-2 0,12 11-9 0,1 13-5 0,-13 0-1 0,-12 0-4 0,-12 0-15 0,-12 13-21 0,0-2-9 0,-12 2 2 0</inkml:trace>
  <inkml:trace contextRef="#ctx0" brushRef="#br0">27299 8491 50 0,'0'0'11'0,"24"0"1"0,25-12 11 0,-13 12-14 0,0-12-8 0,0 0-27 0,13 12-45 0</inkml:trace>
  <inkml:trace contextRef="#ctx0" brushRef="#br0">27771 8322 100 0,'0'0'0'0,"-25"-13"22"0,1 13-10 0,0 0 4 0,12 24-6 0,0 1-6 0,0 11-2 0,12 1-1 0,24-1-1 0,0-1 0 0,1-22 1 0,11 0-1 0,0-1 1 0,-23-37 3 0,9 1 6 0,-22-12 1 0,0-1-4 0,-22-11-4 0,-3 0-5 0,1 0-10 0,-1 11-36 0,14-11-77 0</inkml:trace>
  <inkml:trace contextRef="#ctx0" brushRef="#br0">27238 6036 104 0,'-12'-24'4'0,"-12"-14"16"0,12 27-3 0,0 22-14 0,12 39-3 0,0 155-13 0,24-72-96 0</inkml:trace>
  <inkml:trace contextRef="#ctx0" brushRef="#br0">32438 19534 255 0,'0'0'0'0,"85"-36"0"0,-36-25 0 0,24 24 0 0</inkml:trace>
  <inkml:trace contextRef="#ctx0" brushRef="#br0">28629 7959 87 0,'0'-12'15'0,"-13"12"-11"0,13 0-4 0,13 0-10 0,0 0-21 0,35 0-31 0</inkml:trace>
  <inkml:trace contextRef="#ctx0" brushRef="#br0">29186 7971 85 0,'0'0'5'0,"12"-12"-12"0,36 0-25 0,-11 12-15 0</inkml:trace>
  <inkml:trace contextRef="#ctx0" brushRef="#br0">29912 7959 43 0,'0'0'0'0,"48"-12"13"0,0 0-13 0,-11 12-1 0</inkml:trace>
  <inkml:trace contextRef="#ctx0" brushRef="#br0">30686 7983 81 0,'11'-12'29'0,"2"0"-33"0,23 12-12 0,0-12-9 0,1 12 24 0</inkml:trace>
  <inkml:trace contextRef="#ctx0" brushRef="#br0">31629 8032 127 0,'0'0'26'0,"24"0"-19"0,0-12-5 0,72-2-79 0,-83 14 16 0</inkml:trace>
  <inkml:trace contextRef="#ctx0" brushRef="#br0">28920 6797 34 0,'0'-11'20'0,"0"-2"-8"0,12 13 6 0,0-24 9 0,-12 12-10 0,0 0-3 0,0 12-8 0,-24-24 4 0,12 11-4 0,-24 13 0 0,11-11-1 0,1 11-2 0,0 11 0 0,0 2-1 0,11-2 0 0,1 26-1 0,12 0 0 0,0 11 1 0,0-12 0 0,12 49-1 0,1-12 0 0,-13-2 0 0,0-10 0 0,0 0 0 0,0 0 0 0,-13-1 2 0,13-48 0 0,-12 0-1 0,12-12-1 0,0 0 1 0,-12 0-4 0,12 0-9 0,0-36-60 0,-12 23-9 0,12-11 45 0</inkml:trace>
  <inkml:trace contextRef="#ctx0" brushRef="#br0">28581 7064 69 0,'-11'0'7'0,"11"-12"6"0,11 12 1 0,2 0 11 0,22 0-4 0,15 0-5 0,21-12-4 0,-10 0-3 0,-13 12-4 0,-11 0-2 0,-13 0-3 0,-24 0-7 0,0 0-141 0</inkml:trace>
  <inkml:trace contextRef="#ctx0" brushRef="#br0">29149 7269 63 0,'0'0'0'0,"0"-11"24"0,0 11-3 0,0-13 7 0,0 13-8 0,0 0-8 0,-12 0-8 0,12 0-2 0,0 13 2 0,0 22 2 0,0-11 0 0,12 25 0 0,-12-13-1 0,0 13-3 0,0-14 1 0,13-9-1 0,-13-14-1 0,0-12 1 0,0 12-2 0,0-12 1 0,0 0-7 0,0 0-53 0,0-12-74 0</inkml:trace>
  <inkml:trace contextRef="#ctx0" brushRef="#br0">29863 6664 79 0,'0'-11'7'0,"12"-1"1"0,-12 0 39 0,0 12-34 0,-12 0-9 0,-24 35 0 0,12-11-1 0,-1 13 0 0,0 11 0 0,3 1 1 0,-15 24-1 0,13-13-1 0,12 13 0 0,0-2-1 0,-1 3 0 0,13-2 1 0,25 49 0 0,11-72 0 0,-12-13 2 0,24-1 0 0,13 3 4 0,-37-26-5 0,0 0-1 0,-12-12-2 0,-12 12 1 0,-12-12 0 0,12 0-5 0,0 0-14 0,-12 0-53 0,12 0-29 0</inkml:trace>
  <inkml:trace contextRef="#ctx0" brushRef="#br0">10849 8635 51 0,'-13'-24'26'0,"2"13"-3"0,-2-1-5 0,2 0 1 0,11 12-6 0,0 0-10 0,0 0-2 0,0 35 1 0,0 15 1 0,0-2-2 0,24 0 0 0,-13-11 1 0,2-13 1 0,13 0 1 0,-4-12 3 0,15-12 0 0,24-36 3 0,11-1-3 0,13-24 2 0,25-11-1 0,10-12-2 0,-23 11-3 0,-1 0-1 0,-11 25 0 0,-13 24-2 0,-35 0 1 0,-25 24-3 0,-12 24-11 0,-25 12-32 0,-23 37-102 0</inkml:trace>
  <inkml:trace contextRef="#ctx0" brushRef="#br0">30153 6907 71 0,'-13'-12'18'0,"2"12"1"0,-13 0 3 0,0 0-9 0,0 24-4 0,12 0-3 0,0 23-3 0,-1 3 0 0,26-2-1 0,-13 1 0 0,36-13-1 0,-12-12 3 0,12 0 1 0,1-24 2 0,-13 0 1 0,11 0-2 0,-10-37 0 0,-1 26 1 0,-12-25-3 0,-12-13 1 0,0 13-1 0,-24-12 0 0,-13-1-2 0,15 13 1 0,-15 12-4 0,11 11 1 0,4 13-2 0,-3 0-11 0,13 37-38 0,12-13 1 0,24 12-53 0</inkml:trace>
  <inkml:trace contextRef="#ctx0" brushRef="#br0">30527 7160 76 0,'0'0'26'0,"0"0"-13"0,0 0 12 0,-11 13-9 0,11 22-6 0,-24 39 8 0,24-39-11 0,-12 2 0 0,0 0-3 0,0-13 1 0,12 0 0 0,-12-24-3 0,12 0 0 0,-12 12-4 0,12-12-16 0,0-12-50 0,12-12-34 0</inkml:trace>
  <inkml:trace contextRef="#ctx0" brushRef="#br0">30879 6979 140 0,'0'0'6'0,"0"-12"3"0,-12 0-3 0,12 12 5 0,0 0-5 0,-12 24-4 0,12 13-1 0,12-1 0 0,-12-13-2 0,36 1 2 0,-25 0-1 0,39-10 3 0,-37-28-1 0,9-10 4 0,-9-11 2 0,-1-1 0 0,-12-2-1 0,0 3-1 0,0-1-1 0,0 12 0 0,0 11-1 0,0 13-4 0,0 0 0 0,0 37 0 0,24 60-1 0,1 47-1 0,-14-72 2 0,2 2 0 0,-13-2 0 0,0-23 0 0,-24-1 1 0,11-24 2 0,-11-11 3 0,-13-13-2 0,2 0-1 0,-1-13-2 0,0-11-1 0,-25-12-4 0,49 12-12 0,0 0-23 0,24 11-126 0</inkml:trace>
  <inkml:trace contextRef="#ctx0" brushRef="#br0">31290 7245 50 0,'0'0'8'0,"0"0"10"0,0-13 8 0,0 13 0 0,0-11-9 0,0-2-7 0,11 13-2 0,-11-11 0 0,14-2-1 0,11 13 0 0,-3 0-1 0,2-11 0 0,26 11 2 0,-26 11-6 0,-24 2-1 0,11-2-1 0,-22 13 1 0,-2 2 1 0,-11-2-2 0,0 11 1 0,11-10-1 0,-11 11 0 0,13-23 0 0,0-2 0 0,22 2 1 0,0-1-1 0,26-12 0 0,0 0-7 0,-2 0-16 0,2 0-27 0,-1-12-74 0</inkml:trace>
  <inkml:trace contextRef="#ctx0" brushRef="#br0">31642 6822 105 0,'0'0'15'0,"0"-12"-10"0,11-1-1 0,13 13 10 0,-11-11 4 0,11 11-2 0,0 11-7 0,0 26-3 0,0-1 0 0,0 25 0 0,0 36-1 0,-24-26-3 0,-11 88 0 0,-14-100-4 0,-96 75-55 0,61-99-60 0</inkml:trace>
  <inkml:trace contextRef="#ctx0" brushRef="#br0">29694 8032 62 0,'24'-26'18'0,"0"-9"-6"0,-13 23 6 0,-11-12 3 0,-22 12-10 0,-3 0-5 0,-11-1-3 0,-1 13-1 0,1 0 0 0,-12 25-1 0,23 11 2 0,-11 25-1 0,24 10 1 0,12 14 1 0,0 0-1 0,24-13 2 0,-12-11-1 0,0 0-1 0,-12-1-1 0,0-23-1 0,0-1 0 0,0-13-1 0,-12-10 0 0,12-2 0 0,0-11-7 0,0 0-18 0,-12-11-43 0,12-2-4 0</inkml:trace>
  <inkml:trace contextRef="#ctx0" brushRef="#br0">29270 8322 98 0,'13'0'4'0,"23"-13"1"0,24-11 14 0,-10 13-4 0,9-2-13 0,-11 13-4 0,1 13-24 0,-13-13-34 0,-11 11 19 0</inkml:trace>
  <inkml:trace contextRef="#ctx0" brushRef="#br0">29778 8467 78 0,'0'0'0'0,"0"-12"8"0,25 0 8 0,-1 0 10 0,0-1-14 0,0 13-5 0,0 0-3 0,-11 13 0 0,-13 11 3 0,0 0 2 0,0 12-4 0,-13 1-1 0,-48 46-1 0,39-57-2 0,9-2 0 0,1 0-1 0,24-13 0 0,12-11-1 0,48 13 1 0,-23-26-12 0,-1 13 3 0,1-11 7 0,-37 11 1 0</inkml:trace>
  <inkml:trace contextRef="#ctx0" brushRef="#br0">30516 7898 51 0,'11'-24'20'0,"2"12"-12"0,-13 0 5 0,-13 12 5 0,-22-12-8 0,11 24-2 0,-24 36-1 0,-1 13-4 0,1 24-3 0,11 10 0 0,25 14 1 0,12-11-1 0,12-26 1 0,25 1 0 0,11-24-1 0,1-13 1 0,-1-12 0 0,0 0-1 0,-24-13 0 0,1-11 0 0,0 0-2 0,-25 0 1 0</inkml:trace>
  <inkml:trace contextRef="#ctx0" brushRef="#br0">30637 8200 117 0,'0'0'0'0,"-12"-11"4"0,12 11-4 0,0 11 7 0,0 2 2 0,12 11-4 0,12 0-3 0,12-11 0 0,-11-13-1 0,11 11 1 0,0-11 2 0,13-37 12 0,-37 13-8 0,-12-11-1 0,0 22-2 0,0-10 0 0,-12 9-2 0,0 3 1 0,12 11-4 0,0 0 0 0,0 11-1 0,12 26 1 0,0 11 0 0,12 13-1 0,0 12 0 0,-13 0 1 0,3-13-1 0,-14 13 1 0,-14-37 0 0,-8-12 2 0,-15 0 0 0,1-24-1 0,-13 0-3 0,-11-24-8 0,25-12-14 0,21 12-31 0,14-12-45 0</inkml:trace>
  <inkml:trace contextRef="#ctx0" brushRef="#br0">31121 8431 116 0,'0'0'15'0,"0"0"-8"0,12 0 15 0,0-13-2 0,0 13-13 0,0 0-5 0,1 0-1 0,-1 13-1 0,0 11 0 0,-12 0 2 0,0 12-1 0,-24 1 0 0,11-13 0 0,-11 0 0 0,12 0-1 0,12-13 0 0,-12-11 0 0,24 13-4 0,24-13-13 0,37 0-97 0,-49 0 68 0</inkml:trace>
  <inkml:trace contextRef="#ctx0" brushRef="#br0">31664 8213 14 0,'0'0'3'0,"0"0"-2"0,0 0-1 0,0 11 1 0,13 2 0 0,-13-2 0 0,0 15 4 0,-13-2 0 0,13 11 1 0,-22 2 2 0,-3 24-4 0,-11-25-3 0,24-12 2 0,0-24 1 0,12 0-11 0,0 0-36 0</inkml:trace>
  <inkml:trace contextRef="#ctx0" brushRef="#br0">31544 8407 76 0,'0'0'11'0,"0"-13"-13"0,-12 13-13 0,24 0-22 0,-12 13 10 0</inkml:trace>
  <inkml:trace contextRef="#ctx0" brushRef="#br0">31859 8115 81 0,'0'-11'17'0,"0"11"-2"0,12-13-1 0,-12 2 5 0,0-1-8 0,0 12-9 0,0 0 1 0,0 12-2 0,0 12-1 0,0 0 1 0,0 13-1 0,0-2 0 0,24-11 1 0,0 0 0 0,37-11 1 0,-25-13-1 0,-12-13 1 0,0-22 1 0,-11 11 3 0,-13-12-1 0,0-2 0 0,-13 3-2 0,13 11 1 0,-13 0-4 0,2 24 3 0,11 24-3 0,11 0 0 0,2 24-1 0,0 0 1 0,-1 98 0 0,-12-74 1 0,-12 74 1 0,-1-86-1 0,-11-25-1 0,0 3 0 0,0-26-7 0,0-12-13 0,0-12-24 0,11 0-26 0,1-1 16 0</inkml:trace>
  <inkml:trace contextRef="#ctx0" brushRef="#br0">32077 8358 56 0,'0'0'14'0,"12"0"1"0,0-12 13 0,48-12 21 0,-22 24-38 0,33-13 2 0,-35 13-11 0,-11 13 2 0,-13-2-3 0,-12 2-2 0,0 11 1 0,-12-12 1 0,-13 13-1 0,13-14 0 0,0 2-1 0,0 11 0 0,12-12 1 0,0 0-1 0,12 11 3 0,0-10 0 0,0 0-4 0,-24 11 2 0,0-12-9 0,0 0-17 0,-12 0-26 0,12-12-21 0,-1 0 45 0</inkml:trace>
  <inkml:trace contextRef="#ctx0" brushRef="#br0">32523 7923 90 0,'0'0'0'0,"0"0"50"0,25 0-49 0,-13 0-1 0,14 0 1 0,-4 24 0 0,15 12 0 0,-25 13 1 0,0 10-1 0,-12 3 1 0,0 22 0 0,-12-12-1 0,-12 13 1 0,-12 0-1 0,-38 60-3 0</inkml:trace>
  <inkml:trace contextRef="#ctx0" brushRef="#br0">30661 9338 167 0,'-12'0'6'0,"12"0"-6"0,12 0 5 0,13 0 2 0,-14 0-6 0,14-13-2 0,23 13-12 0,-11 0-30 0,11 13-45 0,-36-13 54 0</inkml:trace>
  <inkml:trace contextRef="#ctx0" brushRef="#br0">31362 9447 154 0,'0'0'9'0,"13"-24"-3"0,-2 11-6 0,26-11-1 0,-13 12-25 0,0 0-73 0,-11 12 62 0</inkml:trace>
  <inkml:trace contextRef="#ctx0" brushRef="#br0">31871 9120 70 0,'0'0'0'0,"0"-13"16"0,0-10-3 0,-12 11 10 0,0-12-6 0,-12-2-4 0,-1 3-4 0,-11 23-5 0,-49 23 3 0,61 15-4 0,-12 57 2 0,24-10 2 0,0 24 0 0,12 60 7 0,12-95-11 0,-12-15-2 0,0 63 1 0,-12-74-2 0,0-35-3 0,12-2-9 0,-12 2-17 0,0-13-115 0</inkml:trace>
  <inkml:trace contextRef="#ctx0" brushRef="#br0">31362 9495 103 0,'0'-24'12'0,"13"12"-4"0,23-13 17 0,24 1-4 0,-23 24-11 0,12-12-5 0,-13 12-4 0,0-12-5 0,-1 12-16 0,3 12-36 0,-2 0-40 0</inkml:trace>
  <inkml:trace contextRef="#ctx0" brushRef="#br0">31883 9749 45 0,'0'0'16'0,"0"-13"3"0,24 13 30 0,0-11-40 0,1-2-7 0,-1 13-1 0,0-11 0 0,1 11-1 0,-14-12-3 0,-11 12-8 0,0 0-6 0,0 0-2 0,-72 12-15 0,48-1 35 0,-1-11 2 0,13 0 6 0,0 13 5 0,0-13-2 0,12 0-1 0,-12 11-3 0,12 2-1 0,-12-2-3 0,12 2-2 0,0 11 0 0,0-11-1 0,24 35 5 0,0-36-2 0,25 24 5 0,-37-12-2 0,0-11 3 0,-12-1-1 0,-12 12 3 0,-49-12-9 0,37-12-3 0,-12 0-6 0,-1 0-13 0,25 0-29 0,0 0-57 0</inkml:trace>
  <inkml:trace contextRef="#ctx0" brushRef="#br0">32416 9096 115 0,'0'0'2'0,"0"-12"-3"0,0 0 3 0,-13 0 7 0,13-12 3 0,-12 24 1 0,-24 0-6 0,12 24 0 0,-25 23 1 0,13 15 0 0,0 22-3 0,-25 110 1 0,48-97-4 0,2-1-1 0,22-24-2 0,2 1 2 0,23-24-2 0,0-13 1 0,25-12-31 0,-49-24-52 0,0 0 23 0</inkml:trace>
  <inkml:trace contextRef="#ctx0" brushRef="#br0">32367 9447 80 0,'0'0'0'0,"0"0"29"0,12-13-27 0,-12 13 7 0,0 0-3 0,12 0 3 0,-12 13-6 0,12-1-1 0,12 12 1 0,-13-12 2 0,15 0 1 0,11-1 0 0,-26-11 0 0,25 0-1 0,-24-11-1 0,14-13-1 0,-26 0 2 0,0-1-1 0,0-11 0 0,0 24 0 0,-14-12-1 0,2 11-1 0,12 13-2 0,0 37 2 0,12 0 0 0,-12 11 0 0,25 12 0 0,-25 13-1 0,11 0 1 0,-11 60 5 0,0-85 1 0,-48 24 3 0,11-72-8 0,2 13-2 0,11-26-1 0,-13-11-3 0,1 0-12 0,12-13-8 0,12 2-29 0,0-2-75 0</inkml:trace>
  <inkml:trace contextRef="#ctx0" brushRef="#br0">32888 9664 108 0,'0'0'10'0,"11"-24"-2"0,0 0-7 0,-11 12 0 0,0 12 0 0,-11 0 0 0,-13 0 0 0,0 12 0 0,-2 12 0 0,4 0 0 0,9 1 1 0,1-2-1 0,12 1 0 0,0 13 1 0,12-25-1 0,1 24 1 0,-13-23-1 0,11 11 0 0,-11-12 0 0,11 12 0 0,-11-12 0 0,0 12 0 0,0-24 0 0,-11 25 0 0,-13-13 1 0,12-12-1 0,-24 12 0 0,12-12 0 0,-1 0-1 0,1 0-2 0,24 0 1 0</inkml:trace>
  <inkml:trace contextRef="#ctx0" brushRef="#br0">33008 9834 98 0,'-13'0'41'0,"13"0"-37"0,0 0 7 0,-11 0 1 0,11 11-9 0,0 2-2 0,-11 11-9 0,11-12-21 0,-13 12-32 0,13-12-7 0</inkml:trace>
  <inkml:trace contextRef="#ctx0" brushRef="#br0">33093 9301 106 0,'-13'0'10'0,"13"0"-7"0,0 0 6 0,-12 0 8 0,12 13-4 0,0 11-8 0,12 0-4 0,37 24 2 0,-13-11-3 0,0-25 0 0,-11 12-1 0,24-24 2 0,-14 0-2 0,-11-24 2 0,-11-1-1 0,0-11 2 0,-2 0 1 0,-11-12 1 0,0 11 0 0,0-35 4 0,0 59-7 0,-11 2-1 0,11 22 1 0,0 26 0 0,11-2 1 0,-11 26-1 0,11 12 1 0,-11 0 0 0,13 12 0 0,-13-1 1 0,0-12 2 0,-24 50 8 0,0-86-9 0,-1-12-1 0,-22-12-1 0,10-12-3 0,0 0-5 0,1-12-10 0,12-12-24 0,12-1-45 0,12 14 10 0</inkml:trace>
  <inkml:trace contextRef="#ctx0" brushRef="#br0">33431 9664 87 0,'0'0'16'0,"-24"0"20"0,12 13-20 0,-1-1-7 0,2 24-5 0,11-12-2 0,0 0 0 0,36 37 2 0,12-37 3 0,-36-12 2 0,13-12-3 0,-13-12 0 0,-12-1-2 0,12-11-2 0,-12 0-1 0,-12 12-1 0,0-13-1 0,-25 1-10 0,13 24-13 0,0-11-28 0,-1 11-38 0,25 0 60 0</inkml:trace>
  <inkml:trace contextRef="#ctx0" brushRef="#br0">33467 9060 85 0,'0'0'5'0,"-12"0"0"0,12-12-1 0,12 0 9 0,1 12 1 0,-1-14-4 0,24 28-3 0,-24 22-3 0,61 73 11 0,-37-26-7 0,-1 27 2 0,-22 11-3 0,-1 0 1 0,-12 12-1 0,-25-12-2 0,-10-12 0 0,-13-12 0 0,0-26 1 0,-13-10-3 0,12-24-1 0,-12-2-2 0,13-22-14 0,11 0-45 0,26-13-63 0</inkml:trace>
  <inkml:trace contextRef="#ctx0" brushRef="#br0">33407 14272 255 0</inkml:trace>
  <inkml:trace contextRef="#ctx0" brushRef="#br0">33275 9725 59 0,'0'0'11'0,"-13"0"12"0,13-13 0 0,0 2-1 0,0-13-7 0,24 11-1 0,12-24-6 0,73 2-6 0,-60 23-6 0,-1 0-23 0,-23 0-61 0,-14 12 42 0</inkml:trace>
  <inkml:trace contextRef="#ctx0" brushRef="#br0">2528 4717 47 0,'0'0'9'0,"0"-24"11"0,-12 0 0 0,12 0-2 0,-49-12 4 0,37 24-17 0,-24 12-2 0,24 0 0 0,-1 12-1 0,2 35-2 0,22-10 1 0,14 24 1 0,-1-13-2 0,12 0 1 0,-11-11-1 0,23 34 1 0,-36-45-1 0,-12-14 2 0,0 12-1 0,0-12 1 0,-12-12 0 0,12 11 0 0,-36-22 9 0,36-1-10 0,-12-24 2 0,0-1 0 0,-13-23-1 0,13-1-2 0,-12 0 0 0,0-24 2 0,11 14-1 0,2 22-2 0,11-11 2 0,0 11-1 0,0-48 0 0,11 86 0 0,14 22 0 0,11 2 2 0,-12 35-2 0,25 1 2 0,-1 23-1 0,50 72-1 0,-51-59 1 0,-22-24-1 0,10 0 0 0,-22-25 1 0,-1-12-3 0,0 1-8 0,-12-25-16 0,0 0-109 0</inkml:trace>
  <inkml:trace contextRef="#ctx0" brushRef="#br0">2492 4911 75 0,'0'0'7'0,"12"-12"-4"0,0-12 6 0,24-13 5 0,12-11-4 0,13-12-3 0,72-61 4 0,-61 59-6 0,-23 3 0 0,-13 22 1 0,-24 24 6 0,1 2-1 0,-38 22-8 0,13 2-2 0,-24 24 0 0,24-1-1 0,0 0 0 0,12-12 0 0,12 13 0 0,24-13-1 0,13 0 1 0,12-13 0 0,-2 2 0 0,13-13 0 0,-35 12 0 0,-25 0 1 0,-12 1 2 0,-12-2 2 0,-12 2-3 0,-11 11 1 0,-3 0-3 0,2 0 0 0,-12-12-5 0,12 0-13 0,11-12-21 0,13 0-23 0,12-24 5 0</inkml:trace>
  <inkml:trace contextRef="#ctx0" brushRef="#br0">3326 4318 50 0,'0'0'31'0,"-24"-12"-9"0,0 12-9 0,-12 12 0 0,11 0-2 0,-11 12-1 0,1 13-5 0,11-25-4 0,24 36 0 0,11-23-2 0,24-13 1 0,39 12 1 0,-2-24 0 0,-11 12 0 0,-12-12 0 0,-14 0 0 0,-24 12 2 0,-11-1 5 0,-22 2-1 0,-2 24-4 0,-13-2-1 0,-11 2-2 0,-1-13-3 0,1 0-39 0,35-11-14 0,13-26 0 0</inkml:trace>
  <inkml:trace contextRef="#ctx0" brushRef="#br0">3470 4294 66 0,'-11'0'31'0,"-13"-12"-14"0,24 12-2 0,-11 0-1 0,11 0-7 0,0 48 0 0,24-11-6 0,11-13 0 0,-9 0-1 0,9-1 1 0,-11-10-1 0,0 0 1 0,13-13 0 0,-1-49 3 0,-36 25-3 0,0-13-1 0,0 1 1 0,0-13 0 0,-12 14-1 0,0-15 0 0,0 26 0 0,12 24 2 0,0-11 0 0,12 22 0 0,12 26 0 0,12 35 0 0,0-35-2 0,1-13-2 0,-13 13-14 0,0-13-30 0,0-12-23 0,-13-12 34 0</inkml:trace>
  <inkml:trace contextRef="#ctx0" brushRef="#br0">3907 4136 36 0,'0'0'0'0,"-24"-47"35"0,24 9-21 0,-13 3 4 0,0 23-1 0,13 0-4 0,0 0-7 0,13 12-3 0,13 24 2 0,-15-1-1 0,25 14-2 0,-12 0-3 0,12 11 3 0,1-24-2 0,-25 0 1 0,12 13 0 0,-12-26-1 0,0-11 1 0,-12 0 6 0,0 0-2 0,0-35 0 0,-12 9-3 0,12 2-1 0,0-35 1 0,0 22-1 0,0 0-1 0,0 2 1 0,0 11-1 0,12-2-1 0,-12 15 2 0,24 11-2 0,-11 0 2 0,-1 37 1 0,12-13-1 0,-12 11 0 0,36 13 1 0,-36-34-1 0,13-14-1 0,-25 0 2 0,24-38 2 0,-13-9-2 0,2 11-2 0,-13-13 0 0,0 13 0 0,0-13 1 0,0 13-1 0,0 12 0 0,0 12 0 0,0 12-1 0,24 24 0 0,-12 0 1 0,12 13 1 0,-12-25-2 0,25 0 2 0,-1-12-2 0,-12 0 2 0,13-12-1 0,-1-25 0 0,0 1 1 0,-12-12-2 0,-12-1 1 0,1 13-1 0,-13-1 1 0,-25 14 1 0,1 11-1 0,-12 12-1 0,-12 12-2 0,11 35 4 0,1 14-2 0,12 0 2 0,12-13-1 0,24 1-1 0,12-25 2 0,24 0-1 0,13-24 2 0,11-36-3 0,25 12 0 0,-24-13-4 0,11 1-20 0,-35 24-48 0,-37-1 13 0</inkml:trace>
  <inkml:trace contextRef="#ctx0" brushRef="#br0">3048 5346 157 0,'-24'0'5'0,"-24"13"-1"0,23-26 7 0,98-59 2 0,156-85 4 0,27-13-3 0,142-60-4 0,-96 60-4 0,-11 14-4 0,-50 10-1 0,-23 37 2 0,-73 24-2 0,-60 26-1 0,-61 47 2 0,-24 0-1 0,-49 12-7 0,-36 48-31 0,-11 11-124 0</inkml:trace>
  <inkml:trace contextRef="#ctx0" brushRef="#br0">13667 11817 58 0,'-11'0'10'0,"11"0"2"0,0-12-5 0,0 12-3 0,0-13 0 0,11 13 1 0,2 0-1 0,11 13 0 0,0-13-1 0,0 12 0 0,13 13-1 0,11-14-1 0,-1 13 0 0,27 1 0 0,-2-1-1 0,13-12 1 0,12 0-1 0,0 13 0 0,145-1 1 0,-121-12-1 0,11 0 1 0,14-12 0 0,-12 12-1 0,10-12 0 0,-11 0 1 0,12 0 0 0,0 0-1 0,-1 0 0 0,4-12 0 0,129 12 0 0,-145-12 0 0,2 12 0 0,-1 0 1 0,0-12 1 0,0 0 2 0,1 12 0 0,179-37 0 0,-217 13-4 0,99 0 1 0,-62 12 0 0,133-36 0 0,-121 35-1 0,-24 1 0 0,12 0 0 0,-11-1 1 0,-2 2 1 0,13 11 1 0,-12-13 0 0,24 13 0 0,0 0-1 0,-13 0 0 0,2 0 0 0,-12 13 0 0,-2-2 1 0,13 2-1 0,132-1 1 0,-131-12-2 0,-1 0 1 0,1 0 0 0,11-12 1 0,0-12 0 0,12 0 0 0,145-24 1 0,-145 35-3 0,-11 0 0 0,-12 2 0 0,10-2 1 0,-23 13 0 0,12 0-1 0,12-11 0 0,-12 11-1 0,12 0 0 0,-12 11 0 0,13-11 1 0,-2 0 0 0,2 13-2 0,-12-13 1 0,-2 11 0 0,-11-11 0 0,0 13 1 0,109 0 0 0,-123-1-1 0,15-12 0 0,-13 0-1 0,1 12 2 0,-3-12 0 0,15 0 0 0,-1 0-1 0,1 0 0 0,10 0 0 0,123 0 0 0,-148-12 1 0,15 12-1 0,-27 0 1 0,3-12-1 0,-13 12 1 0,0-13 0 0,-13 13-1 0,-23 0 1 0,12-13 1 0,-14 2-1 0,-22-2-1 0,-1 13 1 0,0-11-9 0,-24 11-45 0,0 0-40 0</inkml:trace>
  <inkml:trace contextRef="#ctx0" brushRef="#br0">29162 16510 255 0</inkml:trace>
  <inkml:trace contextRef="#ctx0" brushRef="#br0">26561 11503 47 0,'-12'0'41'0,"0"-12"-29"0,12 12 3 0,24-12 4 0,25-1-4 0,35 2-5 0,12-2 0 0,14 1-2 0,23-12-2 0,-13 12-2 0,2 12-2 0,-25-13-2 0,-14 2 0 0,-33 11 0 0,-15-13 1 0,-35 2 0 0,0 11 0 0,-22-24-1 0,-4 11 0 0,-11 0-1 0,-10 2 1 0,-2-13-1 0,1 11 1 0,12 2 1 0,12-2-1 0,24 13 0 0,0 0 1 0,36-11-1 0,12 11 1 0,13 0-1 0,-2 24 2 0,4 0-1 0,-16 0 1 0,-35 13-1 0,-12-13 0 0,-24 11 1 0,-24 2 0 0,-2-13-1 0,-9-11-2 0,11 11-10 0,23-12-28 0,13 0-86 0</inkml:trace>
  <inkml:trace contextRef="#ctx0" brushRef="#br0">28229 11201 100 0,'0'-14'59'0,"-47"-21"-56"0,35 22 13 0,0 37-8 0,12 14-2 0,0 33-4 0,24 3-1 0,1 10 0 0,-14 1 0 0,-11 0-1 0,11-2 0 0,-11 26 0 0,-11-84 0 0,11 0-6 0,-11-25-4 0,11 0-8 0,-13-25-4 0,1-11-1 0,-12-86-22 0,12 51 26 0,12-26 11 0,0-13 9 0,24 1 12 0,13 0 9 0,-2 50-2 0,2 35-2 0,11 12-3 0,-12-2-2 0,0 14-1 0,1 26-1 0,-25-2-4 0,0 11-1 0,-24 2-3 0,-12 0-2 0,-12 11 0 0,-49 24-6 0,61-48-8 0,12-11-9 0,12-2-7 0,25 2-17 0,10-13-19 0</inkml:trace>
  <inkml:trace contextRef="#ctx0" brushRef="#br0">28762 11224 91 0,'0'0'21'0,"-12"0"-4"0,-12 13-8 0,-12-2 5 0,12 13-4 0,0 26-4 0,24-26-5 0,24-13 0 0,0 2 0 0,12-13 0 0,0 0-1 0,1-13 1 0,-1-35 1 0,-36 24-1 0,0-13 0 0,-24 2 0 0,-12 9 1 0,23 15-1 0,13 11-2 0,13 0 1 0,-2 0 0 0,26 0 0 0,-1 0 1 0,-12 0-2 0,13 0 2 0,0-13-1 0,-2-22 0 0,-24-1 0 0,2-2 1 0,0-9 0 0,-13-14 0 0,13-35 2 0,-26 72-1 0,13-1 1 0,-13 25 0 0,13 0-3 0,-13 60 0 0,13-11 1 0,0 24-1 0,0-2 0 0,26 14 1 0,-2 0-1 0,48 37 1 0,-48-87-1 0,13-10 1 0,-13-25 0 0,0-12 0 0,12-12 1 0,-23-13-2 0,23-11 1 0,-24 0-1 0,1 24 0 0,9-2 0 0,-9 15 0 0,-2 11-1 0,-11 0 1 0,26 48 0 0,-13-24 0 0,9 0 0 0,-9-11 0 0,11-2 0 0,-24-11 0 0,24 0 0 0,-12-11 2 0,0-13-2 0,13-36 0 0,-13 35 0 0,12 12 0 0,-24 2-1 0,24 11 2 0,-12 11-1 0,13 27 0 0,-1 22-1 0,0 12 1 0,48 98 0 0,-34-73 0 0,-27-1-1 0,-22 37 2 0,-14-85 1 0,-13-35 0 0,-9-1 1 0,-1-12-2 0,11-25 1 0,-11 1-2 0,24-12-1 0,24-13-1 0,0 2-6 0,36-15-21 0,25-9-114 0</inkml:trace>
  <inkml:trace contextRef="#ctx0" brushRef="#br0">30444 11019 136 0,'0'0'0'0,"0"-48"15"0,24 23-9 0,-12 13 7 0,-12 12 2 0,0 0-11 0,0 37 2 0,0 23-2 0,0 1 0 0,0 10-2 0,12 14-1 0,-12-11 0 0,13-2-1 0,-2-11 0 0,-11-13 0 0,11-12-1 0,-11-25 0 0,-11 2 0 0,11-13-1 0,0 0-1 0,-11-24 0 0,-2 0 1 0,13-12 0 0,0-1 0 0,0-11 0 0,13 0 1 0,9 24 1 0,4-2 0 0,22 2 0 0,-24 0 0 0,26 24 2 0,-15 0 0 0,-11 0 1 0,-24 13-2 0,24 22 0 0,-12-22-1 0,12 59-1 0,-24-47-4 0,0-1-14 0,13 1-25 0,-13-14-59 0</inkml:trace>
  <inkml:trace contextRef="#ctx0" brushRef="#br0">30867 11116 89 0,'0'0'0'0,"0"-36"43"0,25-25-36 0,11 37-43 0,-11 24-47 0</inkml:trace>
  <inkml:trace contextRef="#ctx0" brushRef="#br0">31024 11406 106 0,'0'-12'45'0,"0"12"-43"0,12 0 4 0,12 0 5 0,-11-13-7 0,-13 13-3 0,11 13 0 0,-11-13 1 0,13 12 1 0,-13-12 1 0,0 12 4 0,12-24 3 0,0-13-10 0,12 1 1 0,0-24-2 0,13 11 1 0,-13-11-1 0,12 25 0 0,-1-2 1 0,-21 25-1 0,-14 25 0 0,12-2 1 0,-12 25-1 0,0-11 0 0,13 48-1 0,-13-61 1 0,11 0 1 0,0-11 0 0,-11-13 1 0,13 0-1 0,23-25-1 0,-11 1 1 0,23-12-1 0,-24-1 0 0,12-11-1 0,-11 35 1 0,-13-11 1 0,0 13-2 0,12-2 2 0,-24 13-1 0,0 24 0 0,12 0-1 0,-12 0 1 0,13 37 0 0,-2-37 1 0,26 1 0 0,0-25 0 0,-2 0-1 0,1-12 1 0,49-36-2 0,-37-13 1 0,-23 24 1 0,-25 26-1 0,0-13 0 0,0 12 0 0,-12 24 1 0,-13-1 0 0,1 13-1 0,0 13 1 0,12 11-1 0,0-11 0 0,12-1 2 0,24-12-1 0,12 1 0 0,13-14-1 0,-1 2-10 0,12-13-113 0,-47-13 54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1-26T18:41:2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7003 5334 11 0,'0'0'9'0,"0"0"15"0,0 0 16 0,0 0-24 0,0 0 3 0,0 0-1 0,0-12-14 0,0 0-3 0,0 0 0 0,0-1 0 0,12-11 0 0,0 0 0 0,25-24 1 0,-26 11-1 0,2 13-1 0,11-13 0 0,0 2 1 0,-12-13-1 0,37-25 3 0,-25 37-1 0,12 0-1 0,-23-1 1 0,23 1-1 0,-24 0 0 0,25 12 0 0,-2-13-1 0,-11 13 1 0,13 0-1 0,-13 0 1 0,12 0-1 0,0-2 0 0,13 15 0 0,-25-2 0 0,0-10 0 0,50 11-1 0,-39 12 1 0,1-12 0 0,13 12 0 0,-1-12 0 0,13 12 0 0,-13-12 0 0,12 12 0 0,1-12 0 0,59-1 0 0,-59 13 1 0,-12 0-1 0,23 0 0 0,2 0 0 0,-15-13 0 0,26 13 0 0,-12-11 0 0,12 11 1 0,0-12 0 0,-14 12-1 0,2-12 1 0,0 12-1 0,72 0 1 0,-85 12-1 0,12-12 0 0,13 0 0 0,-12 0-1 0,-25 0 1 0,48 0 1 0,-33 0-1 0,8 0 2 0,-10-12-2 0,-1 12 0 0,13 0-1 0,-14 0 1 0,4 12 0 0,-4-12-1 0,2 0 1 0,-1 0 1 0,13 0-1 0,11 0 2 0,-12 0-2 0,14 0 2 0,-14 0-2 0,13 0-1 0,72 0 1 0,-84 0 0 0,-1 0 0 0,1 0-1 0,11 0 2 0,-11 0 0 0,0 0 0 0,11 0-1 0,-11 0-1 0,12 0 2 0,-1 0-2 0,-11 0 1 0,12 0 0 0,0 0 0 0,-13 0 0 0,12 0-1 0,-11 0 2 0,12 0-2 0,-12 12 2 0,12-12-1 0,-14 0 0 0,14 0 0 0,-12 11-1 0,0-11 0 0,10 0 1 0,2 0-2 0,-12 0 1 0,12 0 2 0,-13 13-1 0,13-13 0 0,12 0-1 0,-12 13 2 0,11-13-1 0,-11 0 0 0,84 0-1 0,-84 0 2 0,-13 0-1 0,-11 0 0 0,11 0 0 0,1 0-1 0,0 0 2 0,0 12-1 0,-1-12-1 0,73 0 0 0,-73 0 1 0,1 0 1 0,0 0 1 0,-14 0-2 0,75 0 0 0,-61 0 0 0,-13 0 1 0,14 0-2 0,-3 0 1 0,2 0 0 0,0 0 0 0,-1 0 1 0,48 0-1 0,-59 0 1 0,0 0-1 0,-1 0 0 0,13 0 0 0,-13 0 0 0,37 0 0 0,60 0 0 0,-96 0 0 0,12-12 0 0,-13 12 0 0,49-13 1 0,-61 13-1 0,1-13 1 0,11 13-1 0,1-11 0 0,-1 11 0 0,14 0 1 0,-3-12-1 0,-10 12 1 0,11 0 0 0,2 0 0 0,57 12 1 0,-58-1-2 0,-12-11 1 0,0 13-1 0,0-13 1 0,-15 13-1 0,4-13 0 0,46 12 1 0,1 0 0 0,-48 0-1 0,0 0 1 0,-3 0 0 0,-7 0 0 0,8-1-2 0,-23 2 1 0,0-2 1 0,1 2-1 0,-1 12 0 0,24 11 0 0,-23-12 0 0,-3 12-1 0,16-11 2 0,-2 10-1 0,0 14 0 0,13-13 0 0,-1 1 1 0,-12-1-1 0,1-1 1 0,11-9 0 0,-11 10-1 0,-13-24 1 0,0 12-1 0,-24-24 1 0,12 11 0 0,-12-11-1 0,0 0 1 0,0 0 2 0,12 0-3 0,-12-11 1 0,13-2 0 0,-2-22-1 0,-11 11 0 0,0-25 1 0,0 1-1 0,0-49 1 0,0 48-1 0,-11 13 0 0,-2 11-1 0,1 1 4 0,12 13-2 0,-12 11-2 0,12 11 0 0,12 2 0 0,-12 11 1 0,12 0 0 0,1 13 0 0,-13-1 0 0,35 49 0 0,-23-37-1 0,26-13 1 0,-27 15 1 0,0-15-2 0,2-11 2 0,-13 14-1 0,-13-26 0 0,-35-1 0 0,0-11 0 0,0 13 1 0,-25-13-1 0,13-13 2 0,-1 2-2 0,1-1 1 0,11-2-1 0,13 14 1 0,12-11-1 0,0 11 0 0,12 0-1 0,-2 0-3 0,3 25-21 0,-13-2-107 0</inkml:trace>
  <inkml:trace contextRef="#ctx0" brushRef="#br0">8140 6277 17 0,'0'-11'23'0,"0"11"-6"0,0-13 0 0,0 13-3 0,0 0-5 0,11 0 8 0,2 0-11 0,-1 0-2 0,0 0-1 0,12 13-1 0,0-2 0 0,1 2-1 0,11-2 1 0,13 2-1 0,34 11 1 0,-33-24-2 0,-15 12 1 0,14-12 0 0,12 12 0 0,-1 1-1 0,1-13 1 0,10 11 0 0,88 2 3 0,10-1-2 0,-84-12-2 0,11 0 0 0,1 0 1 0,-12 0-1 0,83-12 1 0,-83-1-1 0,-12 2 1 0,0-2-1 0,12 1 1 0,-14 0-1 0,14 12 1 0,13 0-1 0,84 0 1 0,-86 0 1 0,1-12-2 0,-1 12 0 0,13-12 0 0,0-1 0 0,0 13-1 0,0-11 3 0,1 11 0 0,70 0-1 0,-95 0-1 0,12 0 1 0,-13 0-2 0,1-13 1 0,0 13 1 0,10 0-1 0,-10 0-1 0,97 0 1 0,-109 13 0 0,13-13 0 0,-15 0 0 0,14 11 0 0,0-11 0 0,96 0 0 0,-96 0-2 0,97 0 3 0,-97 0-1 0,-2 0 0 0,2 0 0 0,-12 0 0 0,10 13 0 0,2-13-1 0,0 0 1 0,0 0 0 0,0 0 1 0,96 0-1 0,-84 12 0 0,-12-12 0 0,12 0 0 0,-1 12 0 0,74 0-1 0,-97-12 1 0,23 12 1 0,61-12-1 0,-72 13 0 0,-14-13 0 0,27 0 0 0,-13 11 0 0,0-11 0 0,-12 0 0 0,-1 0 1 0,0 0-1 0,-11 0 0 0,11 13 1 0,-11-13-1 0,73 0 0 0,-75 0 0 0,2 0 0 0,-1 0 0 0,-11 0 0 0,-13 0 1 0,12-13 0 0,1 13-1 0,35 0 1 0,-36 0-1 0,1 0 0 0,-13 0 0 0,25 0 0 0,-12 0 0 0,-1-11 1 0,24 11 2 0,-35-13-3 0,11 13 1 0,-24-12 0 0,12 12-1 0,1-12 1 0,-13 0-1 0,12 0 2 0,0-1 0 0,60 2 0 0,-46-2-1 0,-2 2-1 0,-12 11 0 0,0-13 0 0,-11 2 2 0,-1 11 1 0,-12-13-1 0,0 0 1 0,1 13-1 0,11-11-1 0,-24-2 0 0,24-11 0 0,0 13-1 0,0-13 1 0,0-2 0 0,0 15-1 0,2-13 1 0,-4 0 0 0,-9-12 0 0,23 12 0 0,-24-13 0 0,12 13 0 0,-12 0-1 0,13-13 2 0,-13 25-1 0,-12 0-1 0,0 12 1 0,12-12-1 0,-12 12 1 0,0 12 0 0,-12-12-1 0,0 37 0 0,-37 35 0 0,-35 25 0 0,-25-1 0 0,0-24 0 0,-12-22 0 0,-12-39 0 0,-49 13-1 0,-10-11 1 0,-3-13 1 0,3 12-2 0,-3 0-2 0,3 0 4 0,-3-12-1 0,3 0-1 0,-3 0-1 0,-10 12 2 0,-1-12 0 0,13 13 0 0,-1-13 1 0,13 11 0 0,23-11-1 0,-23 0 1 0,12-11-2 0,-13 11 2 0,1 0-1 0,-1 0 0 0,13-13 1 0,11 13 0 0,-23 0 0 0,12-12 0 0,1 12-1 0,22 12-1 0,0 1 0 0,1-2 1 0,-12 2 0 0,-12 11 0 0,-1-12 1 0,86 0-2 0,11 0 1 0,-12-12 0 0,1 0-1 0,-1 0 1 0,12 0 0 0,-12 0 0 0,13 0 1 0,0 0-1 0,-1 0 0 0,1 0-1 0,-2 0 0 0,28 0 2 0,-15 11-3 0,0-11 1 0,0 0 2 0,1-11-1 0,-1 11 1 0,2 0-1 0,-4-12 0 0,-8 12 0 0,10 0 1 0,1 0-1 0,-1 0-1 0,12 12 2 0,-36-12-1 0,50 0 0 0,-13 0-1 0,-37 0 1 0,12 0 0 0,12 11 0 0,13-11 0 0,-11 0 0 0,10 0 1 0,0 0-1 0,1 0 0 0,-1 0-1 0,13 0 2 0,0-11-2 0,-25-13 1 0,24 24 0 0,2-12 0 0,-1 0 0 0,0 0 0 0,11 12-1 0,-23-13 1 0,11 13 1 0,1-11-2 0,0 11 2 0,1-13-1 0,-4 13-1 0,15-12 1 0,-23 0 1 0,9 0-1 0,3 0 0 0,-1-12 1 0,12 0 1 0,-13-13-2 0,13-11 0 0,-13 0 1 0,13-13 0 0,-12-11-1 0,24 60-8 0,-1 12-110 0,13 12 55 0</inkml:trace>
  <inkml:trace contextRef="#ctx0" brushRef="#br0">5612 9495 13 0,'0'0'0'0,"0"-12"22"0,-12 12-8 0,12 0-1 0,-12 0-4 0,12 0-2 0,-12 0 1 0,12-12 0 0,0 12-2 0,0-12 0 0,-12 0 1 0,12-1-1 0,0-11-1 0,-13-48 8 0,13 35-10 0,13-24 1 0,-13 26-2 0,0-15 0 0,-13-45 3 0,13 34-2 0,-11 13-1 0,11 11 0 0,0 1 0 0,-13 0-1 0,13-1 0 0,0 1 0 0,0 0-1 0,0 12 0 0,0-12 0 0,0-2 1 0,13 14-1 0,-13-11 1 0,0 11-1 0,0 0 0 0,0-2 1 0,0 3 0 0,0 11-1 0,0 0-1 0,0 0 2 0,11 0-1 0,-11-1 0 0,0 13-1 0,13-11 1 0,-1-2 0 0,0 13 1 0,0-12-1 0,0 0 0 0,0 12 0 0,0-12 1 0,13 0-2 0,-13 12 1 0,12-13 0 0,12 2 1 0,49 11-1 0,-37-13 0 0,0 13 0 0,1-11 0 0,-1 11 0 0,1-13 0 0,-13 13 0 0,-1 0-1 0,3 0 1 0,33 13 0 0,-34-2 0 0,12 2 0 0,-13-13 1 0,0 11 0 0,-11-11-1 0,11 13 1 0,-12-1-1 0,0-12 0 0,-24 0 0 0,11 0 0 0,2 0 0 0,-13 0 0 0,13 0 0 0,-1 12 0 0,-12-12 0 0,12 0 0 0,1 12 0 0,-2 0 1 0,-11 1-1 0,11 11 0 0,2 0 1 0,-13 12 0 0,12 1 0 0,-12 11 0 0,0 0 0 0,12 1 0 0,-12-2-1 0,0 62 2 0,12-48-1 0,-12-12 0 0,0 11-1 0,12-11 0 0,-12-1 1 0,0 0-1 0,0 0 1 0,0-11-1 0,0-2 0 0,0 2 1 0,0 0-1 0,0-13 0 0,0 0 1 0,0-12-1 0,-12 0 0 0,12 1 1 0,0-2 0 0,0 2-1 0,-12-1 1 0,12-12 0 0,0 12 0 0,-12 0-1 0,12-12 1 0,0 0-1 0,-12 12 1 0,12 0-1 0,0-12 0 0,-13 11 1 0,2 2-3 0,0 0 2 0,-2-1 1 0,-24 12 0 0,13-24-1 0,0 12 0 0,-61 0 1 0,61-12-2 0,-49 12 1 0,25-12 0 0,0 0 0 0,12 0 0 0,-13 0 1 0,1 0-1 0,24 0 0 0,-37-12 0 0,25 12 0 0,-13-12 0 0,13 0 1 0,12 12-2 0,0-12 2 0,13 0 3 0,-14 0 1 0,11-1 0 0,-8-11 1 0,9 12-6 0,2 12 0 0,-2-12 0 0,1 12-12 0,12 24-49 0,0 0-64 0</inkml:trace>
  <inkml:trace contextRef="#ctx0" brushRef="#br0">1113 9664 14 0,'-12'0'16'0,"12"0"10"0,0-13-1 0,-12 13-3 0,12-11-7 0,0-2-4 0,-13 2-3 0,13-1-2 0,0 12-3 0,0 0-2 0,0 0 1 0,13 23 1 0,24 14 0 0,-2-12 0 0,-11-2 0 0,13 1-1 0,-13 0 0 0,12-11 0 0,0-1-1 0,1 0-1 0,-1 1 1 0,1-2-1 0,-1-11 3 0,0 0-1 0,-1 0 2 0,2-11-1 0,-11-14-1 0,21 13-1 0,-11-1 0 0,1-11 0 0,-1 13-1 0,12-2 0 0,50 13 0 0,-13 37 0 0,-50-13 1 0,1 0 0 0,0 0-1 0,37 25 1 0,-61-25 2 0,24-12 1 0,-11-12 0 0,-1 0 0 0,23-12-3 0,16-24 0 0,-4 12 1 0,-11 0-1 0,1 24-2 0,-1-13 1 0,1 13 0 0,11 13 0 0,1-13 1 0,-13 0 0 0,49 0 3 0,-49-13-3 0,-24 1-1 0,1 0 0 0,-1 12-3 0,-12 0-24 0,12 24-111 0</inkml:trace>
  <inkml:trace contextRef="#ctx0" brushRef="#br0">11902 9701 16 0,'0'0'6'0,"0"0"11"0,0 0 55 0,12 0-64 0,0-12-1 0,24 12-2 0,-25 0-3 0,39 12 3 0,-2-12-2 0,0 0-1 0,61 11 2 0,-48-11-2 0,84 0 0 0,-60 0-1 0,11 0-1 0,1 0 1 0,97 0-1 0,-86 0 1 0,98 0-1 0,-97 0 1 0,-24 0-1 0,-2 0 0 0,39-11 0 0,-74 11 0 0,74 0 1 0,-27 0 1 0,100 0-1 0,-98 0-1 0,-2-12 0 0,-10 12 0 0,195-12 2 0,-184 12-1 0,-11 0-1 0,24 12 1 0,84-12-1 0,-84 0 0 0,-12 0 1 0,-1 0 1 0,0 0-2 0,2 0 1 0,-1 0-1 0,-14 12 0 0,15-12 0 0,-1 0 0 0,84-12 5 0,-85 0-3 0,2 12-1 0,-13-13 0 0,23 13 0 0,-12 0-1 0,14 0 0 0,121 0 2 0,-111 0 0 0,1 0-1 0,0 0-1 0,0 0 1 0,0 0-1 0,0 13 1 0,-1-13 0 0,1 0 1 0,-11 0 0 0,10 0 2 0,-23 0 1 0,0 12 0 0,-13-12-1 0,-10 0 2 0,46-12 0 0,-96 12-6 0,-12-13 1 0,-12 26-71 0,-12-1-9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1-26T18:41:2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4935 17030 52 0,'-12'-12'3'0,"-12"-12"13"0,-1 12 3 0,13-24-5 0,-12 23-2 0,24 2 0 0,-12-2-3 0,12 13-3 0,0 0-5 0,12 0 0 0,49 24 0 0,-25 13-1 0,12 11 0 0,13 1 0 0,11-1 0 0,13 13 0 0,12-2 1 0,145 50 2 0,-97-48-2 0,-1-13 0 0,26 13-1 0,0-24 1 0,-13-1 1 0,24-12 0 0,0 0 0 0,1 0-1 0,12-24 2 0,-13 0-1 0,0-13 1 0,25-10-1 0,0-13 0 0,0 0 0 0,-14-1-2 0,1-11 1 0,2 0-1 0,-14-2 1 0,-11 2 2 0,-25-13 4 0,-12 2 0 0,-24-2-2 0,-13 13 0 0,-35 12-2 0,-12 11-1 0,-25 13 0 0,-24 0-4 0,-49 48-100 0,25-11 31 0</inkml:trace>
  <inkml:trace contextRef="#ctx0" brushRef="#br0">19680 17429 45 0,'-13'-11'11'0,"-11"-2"11"0,0 0 4 0,11 13-8 0,13-11-12 0,13 11 0 0,23 11 2 0,24 2 0 0,12 24-2 0,26-2-2 0,10 14-2 0,25 12 0 0,0-2 0 0,-36-21-2 0,23 10 0 0,38 12 0 0,36-12 0 0,48 0 0 0,36-11 0 0,24-13 0 0,37-11 1 0,12-13-1 0,12-24 1 0,12-13 0 0,265-72 0 0,-155 1 0 0,-159 11 0 0,-48 12 0 0,-48 12 0 0,-73 12 0 0,-72 26 0 0,-37-1 0 0,-48 22 0 0,-60 3-1 0,-1 11-2 0</inkml:trace>
  <inkml:trace contextRef="#ctx0" brushRef="#br0">19389 15712 8 0,'0'0'22'0,"13"-12"-5"0,-13 12 2 0,0-12-2 0,0 12-3 0,0-12-5 0,0 12-4 0,0 0-1 0,22-12-1 0,-9 12-3 0,48 0 3 0,-25 12-2 0,0-12 1 0,13 0-1 0,-1 0 1 0,11 0-1 0,75 0 1 0,-49 0-1 0,12 0-1 0,0-12 1 0,-1 12 1 0,1 0-2 0,0 0 1 0,0 0-1 0,11-12 0 0,110 0 0 0,-109 12 0 0,12 0 0 0,-12-13 1 0,0 13-1 0,0 0 0 0,-1 0 0 0,-10 0 0 0,-2 0 0 0,0 0 0 0,1 0 0 0,108 0 1 0,-131-13-1 0,83 13 0 0,-47 0 0 0,-3 0 0 0,3-11 0 0,-14 11 1 0,13 0-1 0,-12 0 0 0,12 0 0 0,0 0 0 0,-1 0-1 0,13 0 1 0,-11 0 0 0,-3 0 1 0,-9 0-1 0,11 11-1 0,-25 2 1 0,1 0 0 0,-13-1 0 0,13 0-1 0,-12 0 1 0,-1 0 1 0,0-12-1 0,2 12 0 0,-2 0 1 0,-11-1-1 0,12 13 0 0,-25-11 0 0,60 35 4 0,-47-11-1 0,48 11 1 0,-48-35-1 0,95 11 5 0,-59-24-5 0,12 0-1 0,12 0-1 0,-12 0 0 0,12 0-1 0,12 11 0 0,0-11 2 0,145-11-2 0,-109 11 0 0,25 0-1 0,12 0 2 0,36 0-1 0,-1 0-1 0,13 11 1 0,13-11 1 0,216 13 7 0,-276-13-2 0,-15 0 0 0,-46 12-3 0,-12-12-2 0,-39 0 2 0,-46 0-1 0,-25 0-2 0,-60 0-179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1-26T18:41:2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1016 2952 70 0,'0'0'13'0,"-12"0"-8"0,12 0-2 0,0 0 8 0,0 12 0 0,12 59 5 0,-12-21-12 0,36 83 1 0,-23-61-4 0,11-11 1 0,0-13 5 0,0-25 7 0,-11 3 3 0,-2-26-9 0,13-13 3 0,-12-11-5 0,13-24-1 0,-1-62-3 0,-13 51-4 0,2-15 0 0,-1 13 0 0,0 13-3 0,0 1-21 0,0 9-33 0,0 15-45 0</inkml:trace>
  <inkml:trace contextRef="#ctx0" brushRef="#br0">1802 3073 102 0,'0'-14'8'0,"0"14"-1"0,0-11 13 0,-12-13-3 0,12 0-8 0,-12-12-6 0,0 12-4 0,0-1 2 0,-12 1-1 0,12 12 0 0,-13 12 0 0,1 24 3 0,-12-1-1 0,12 39 2 0,-1-2-2 0,13 12-1 0,12 2 1 0,0-15-1 0,37 2 0 0,-13-12 0 0,12-25-1 0,13-12-2 0,-1-12-5 0,1-12-7 0,-13-37-2 0,24-47-16 0,-36 22 17 0,-24 15 7 0,12-15 6 0,-12-35 12 0,12 74-4 0,-12 23 1 0,0 12 0 0,13 12-2 0,0 12-2 0,-13 13 0 0,22 11 0 0,-9 11-2 0,-1-9 0 0,0 9-2 0,0-9-11 0,0-2-5 0,0 0 3 0,0-24 5 0,1 1 3 0,-1-25-1 0,0 0 3 0,0-12 2 0,0-25 1 0,0 1 1 0,12-61-2 0,-11 49-2 0,-2-12 4 0,2 11 1 0,11 13 2 0,-12 12 2 0,0 12 4 0,12 12-1 0,-13 12-1 0,2 12-2 0,-1 36-1 0,13 1-3 0,-12-2 0 0,9 2 0 0,-22-24 0 0,13-13-1 0,-1-12 2 0,-12-12 9 0,0 0 0 0,0-24-1 0,0-12-1 0,0-1 1 0,12-11-1 0,0-13 0 0,24-11 2 0,13 12 1 0,12 11 0 0,11 1-4 0,26 24-6 0,-39 24-15 0,-23 36-138 0</inkml:trace>
  <inkml:trace contextRef="#ctx0" brushRef="#br0">1476 7208 116 0,'0'0'0'0,"0"-11"10"0,0-13-3 0,0 0 3 0,-12-2-2 0,-13-9-1 0,14 22 0 0,-26 13-4 0,1 13-2 0,-1 22 2 0,1 26 0 0,11 24-1 0,14 12 0 0,-2 0-1 0,13 0 0 0,0 0-1 0,13-26 0 0,-2 51-8 0,2-61-67 0,-26-49 12 0,13-12 34 0</inkml:trace>
  <inkml:trace contextRef="#ctx0" brushRef="#br0">1041 7536 78 0,'0'0'24'0,"0"0"-19"0,11-12 7 0,26 0 2 0,0 12-5 0,70-13 6 0,-34 13-12 0,0 0-2 0,0 0 1 0,-1 0 0 0,37 0 4 0,-85 0 4 0,-12 0-6 0,-12 0-2 0,-12 13-1 0,-25 11 1 0,15 0-1 0,-17 11 1 0,4 15-2 0,-1-2-1 0,24 0 2 0,0 0 0 0,12-11-2 0,24-13 2 0,1 0 0 0,10-24-1 0,1 0-1 0,0-24-1 0,1-13 0 0,-13-11 0 0,0 0 1 0,-11 0 0 0,-1-2 1 0,-12 15 0 0,0 11 0 0,0 24 2 0,0 0 0 0,0 12-1 0,12 24 0 0,-12 1-1 0,12-2-2 0,12 13-26 0,0 2-26 0,11-15-7 0,-21-22 26 0</inkml:trace>
  <inkml:trace contextRef="#ctx0" brushRef="#br0">2298 7536 68 0,'-11'-12'24'0,"-26"0"13"0,-11-1-12 0,-1 26-10 0,1-1-5 0,11 12-6 0,1 12-1 0,11 37-2 0,14-26-1 0,11 2 1 0,24 0 1 0,12-1-3 0,25-24-6 0,-13-12-20 0,61 0-8 0,0-36 4 0,-49-12 6 0,-11-13 13 0,-25 1 5 0,-12-24 4 0,0 11 3 0,-12-23 1 0,12-13 4 0,-12 0 10 0,-12 12 10 0,12 13 5 0,0 22-2 0,0 39-8 0,-12 11-13 0,12 11 1 0,0 26 1 0,0 24-2 0,0 24-1 0,0 11-1 0,0 1-3 0,12-1-1 0,-12 2 0 0,24-13-2 0,-12-25 1 0,1-24-2 0,-2 1-52 0,2-37 6 0,-13-13-25 0,0 13 45 0</inkml:trace>
  <inkml:trace contextRef="#ctx0" brushRef="#br0">2359 7475 110 0,'0'0'28'0,"0"0"-26"0,13 0 5 0,22 11 7 0,37-11-1 0,1 13-6 0,12-13-2 0,-1 13-2 0,1-13-2 0,-12 0 1 0,-25 0 0 0,-36 0 1 0,0 12 9 0,-36 0-7 0,0 24-1 0,0 11-1 0,-1 3-1 0,13-2-1 0,0 0-2 0,24-11 1 0,25-1 1 0,-1-24 0 0,12 0 0 0,13 0-1 0,-13-12 3 0,-24-12 0 0,2-12-1 0,-26-1 0 0,0-10-1 0,-39-15-1 0,4 2 0 0,-13 0 0 0,-1 0 0 0,13 0 1 0,12 11-1 0,24 13 0 0,12 12-1 0,36 0 1 0,49 0-1 0,23 24 0 0,26 12 2 0,-49 13 0 0,-25 11-1 0,0 11 0 0,-35-9 0 0,-13-15 0 0,-24 14 1 0,-24-37 0 0,0-12 5 0,-35-48-1 0,20-12-3 0,28-2-1 0,11-9 1 0,0-2-2 0,37 0 0 0,-2 12 0 0,14 26-2 0,0 22-23 0,11 50-87 0,-36-26 34 0</inkml:trace>
  <inkml:trace contextRef="#ctx0" brushRef="#br0">27420 4609 68 0,'0'-12'0'0,"-12"-1"1"0,12 13-2 0,12 0 1 0,1 37 4 0,-13 11 4 0,11 24 1 0,-11 25 0 0,0 23 0 0,0 27-1 0,0 9 1 0,-11 26-1 0,11 0-1 0,0 11-2 0,0-23-2 0,0-14-1 0,11-23 0 0,0 1-1 0,-11-25 1 0,13-26 1 0,-1 2 0 0,-12-24-1 0,0 0-1 0,0-25 0 0,-12-12 0 0,-1 1-2 0,13-13-5 0,0 0-10 0,-11-12-13 0,-13-24-12 0,0-13-2 0,0 1 14 0</inkml:trace>
  <inkml:trace contextRef="#ctx0" brushRef="#br0">27251 6677 38 0,'-13'24'20'0,"13"24"5"0,-12 25-8 0,24-13-4 0,13-11-3 0,-1-1-3 0,12-11-4 0,-11-13 0 0,23-12-2 0,-11-12 1 0,-15 0-5 0,15-12-12 0,-24-24-24 0,22-13-36 0</inkml:trace>
  <inkml:trace contextRef="#ctx0" brushRef="#br0">27892 4680 68 0,'-12'-24'9'0,"-1"-23"6"0,1 35-2 0,12-1-3 0,12 38 7 0,1 46-1 0,23 75-2 0,-25 24-3 0,26 47-2 0,-25 24-4 0,-12 26-1 0,0 0-1 0,0-26-2 0,-12-35 1 0,12-49-2 0,-12-37 0 0,12-22 1 0,-12-38-2 0,-1-35-3 0,2-13-6 0,11-24-20 0,-11-25-45 0,-2 25 31 0</inkml:trace>
  <inkml:trace contextRef="#ctx0" brushRef="#br0">27601 5080 106 0,'-36'-13'0'0,"24"13"4"0,-1-24 3 0,26-23 4 0,11-14 6 0,24-11-4 0,13-1 0 0,-1 24 1 0,-11 49-6 0,-13 37-2 0,13 48-1 0,-2-1-5 0,-10 12-25 0,24 2-87 0,-37-74 59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1-26T18:41:2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16208 13498 83 0,'-37'-24'15'0,"1"24"-9"0,12 0 3 0,12 0 0 0,-12 24-2 0,11 13-1 0,13-1-2 0,0 25-1 0,0-2 2 0,25 15-1 0,-1 10-1 0,0 13-1 0,23 0-1 0,3-12 0 0,10-13 0 0,13-11 1 0,-1-2 2 0,13-9 2 0,-12-15 0 0,-1-11-1 0,-11 1-3 0,-13-1-1 0,0 1-7 0,-11 11-78 0,-25-24 18 0</inkml:trace>
  <inkml:trace contextRef="#ctx0" brushRef="#br0">17428 14429 55 0,'0'0'0'0,"-22"-48"33"0,-2 24-24 0,-1 24 1 0,13-13 0 0,-25 26-5 0,1 24-2 0,12 11-1 0,12 13 1 0,0 11-1 0,12 13-1 0,24-1 1 0,0-47-1 0,12-13 0 0,1 0 1 0,11-24 4 0,-13-24-1 0,4 0-2 0,-17-26-1 0,2 15 0 0,-11-13-1 0,-1 24 0 0,0-2-1 0,-12 26 1 0,0 0-2 0,0 13 1 0,12 24 1 0,12-1-1 0,13 0 0 0,-1 1 1 0,13-13 0 0,12 0-1 0,-15-13 2 0,-7-11-1 0,-17 0 1 0,-9-24 1 0,-13 1-1 0,0-15 0 0,-35 3-2 0,-4-1 0 0,-20 0 0 0,11 10 0 0,-13 15 0 0,13 11 0 0,23-12 0 0,13 12 0 0,12 0-1 0,12 0 1 0,13 0 0 0,23 0 0 0,13-12 0 0,0-12 1 0,-2 12 0 0,2-1-1 0,-25 2 0 0,0-2 1 0,-11 13-2 0,-13 13 1 0,0-2 0 0,-12 26 0 0,12 10 0 0,0 3 0 0,0 9 0 0,13 3 0 0,-14-2 0 0,26-24 0 0,-25-11 1 0,0-25-1 0,-12 11 1 0,13-11 4 0,-13-24 0 0,11 0-4 0,-11-13 0 0,11 2 0 0,14-26-1 0,-13 13 0 0,14 12 1 0,-4 11-1 0,3 1 0 0,-1 12 0 0,-12 12-1 0,0 0 1 0,-12 23 0 0,12 15 0 0,1 10-1 0,-1-12 1 0,12 1 0 0,-12-2 0 0,12-11 0 0,-12-11 0 0,-12-13 1 0,13 0 0 0,-2-13 1 0,2 2-2 0,11-25 0 0,-12 24 1 0,13-14-1 0,-14 15 0 0,0-2 0 0,14 13 0 0,-13 0 0 0,1 0 0 0,0 0 0 0,-2 13-1 0,-11-13 1 0,11 0 0 0,-11 11 0 0,0-11 0 0,13 0 1 0,-13-11 0 0,0-13-1 0,12 0 1 0,-12 12-1 0,0 0 0 0,0 0 1 0,0 0 2 0,0 12 0 0,0 0-2 0,0 12-1 0,12 24 0 0,12-1 0 0,-12 27-1 0,13 9 1 0,-13 14 0 0,0 25 0 0,0-13 1 0,0 11-3 0,0-23 2 0,-12-13 0 0,0-24 0 0,0-11 0 0,-12-13 0 0,12-24 2 0,-12 0 2 0,0-12-1 0,0-12 0 0,12-25-2 0,-12-12 0 0,-1-11 0 0,13-24 0 0,0-13-2 0,13-12-3 0,-13 12-1 0,36-13 1 0,-12 27 2 0,13 34 1 0,11 37-1 0,-11 24 1 0,10 0 1 0,-9 36 0 0,-3 1 0 0,-23 11 0 0,0 0 0 0,-12 1 0 0,-12-2 0 0,-35-10 1 0,-3 0 0 0,-10-26-3 0,0 2-8 0,23-2-22 0,13-11-28 0,24-11-22 0</inkml:trace>
  <inkml:trace contextRef="#ctx0" brushRef="#br0">19534 14696 122 0,'-36'-24'6'0,"-49"0"6"0,36 24-2 0,2-12-2 0,-38 48-2 0,60-1-6 0,13 2 0 0,36 11 1 0,37-24 1 0,-24-24-1 0,10-11 1 0,-9-2-1 0,-3-10 0 0,-11-2 0 0,-12 12 0 0,0 2 2 0,25 11-3 0,-13 0 1 0,49 24-1 0,-37-11 0 0,-24-13 0 0,-12 0 1 0,13-26 0 0,-2 2-1 0,2-11 1 0,-2-13-1 0,0-13 1 0,-11 1-1 0,13-1 0 0,0 0 0 0,-13 0 0 0,0 37 1 0,0 24 0 0,0 0 0 0,0 24-1 0,0 26 1 0,0 70 2 0,13-47-2 0,-2 0 0 0,0-2 0 0,13-9-1 0,-11-15 1 0,-1-10-1 0,-12-13 0 0,0-24 1 0,0 0 2 0,0-12 5 0,-12-13-7 0,12-46 0 0,0 33-1 0,24-9 0 0,0 11-1 0,13-1 0 0,-1 24 0 0,12 13 1 0,-11 0 0 0,0 0-1 0,-15 13 1 0,2 12-1 0,-11 11 0 0,-13-1 1 0,0 2 0 0,13-12 0 0,-13-2-7 0,13 14-21 0,-2-37-29 0,0 11-26 0</inkml:trace>
  <inkml:trace contextRef="#ctx0" brushRef="#br0">20174 14344 111 0,'-11'-11'14'0,"-13"-37"4"0,11 35-8 0,13 13-6 0,0-11-3 0,26 11-6 0,-4 11-46 0,3 13-35 0</inkml:trace>
  <inkml:trace contextRef="#ctx0" brushRef="#br0">20369 14309 81 0,'0'-24'36'0,"0"-50"-25"0,11 50-2 0,2 1 0 0,-1 11 7 0,-12 0-13 0,12 36-2 0,-12 12-1 0,0 84 3 0,0-35-2 0,0 0 0 0,0 0 0 0,0-24-1 0,0-1 0 0,0-36 1 0,12-13 2 0,-12-11 1 0,47-59-2 0,-9 23-2 0,9-2 0 0,14 3 0 0,24 35 0 0,-73 0-2 0,-12 35 2 0,-48 51 0 0,-1-39 2 0,-12 3 1 0,-11-26 0 0,12 0-1 0,-13-24 0 0,25 11-2 0,36-11 1 0,12-11-8 0,12-2-42 0,24-22-75 0</inkml:trace>
  <inkml:trace contextRef="#ctx0" brushRef="#br0">20901 14539 142 0,'0'0'9'0,"0"0"-7"0,12 12 0 0,1 0 5 0,-2 0-1 0,-11 24-3 0,11 13-2 0,-11-13 0 0,0-1-1 0,0 3 0 0,0-26-4 0,0-1-23 0,0-11-92 0</inkml:trace>
  <inkml:trace contextRef="#ctx0" brushRef="#br0">20961 14152 121 0,'-13'-24'27'0,"-9"-2"-18"0,9 26-7 0,26 0-1 0,-13 14-1 0,47 57-117 0</inkml:trace>
  <inkml:trace contextRef="#ctx0" brushRef="#br0">21263 14418 100 0,'0'-24'29'0,"0"-37"-17"0,25-11 9 0,-13 46-5 0,1 15-7 0,-13 11-7 0,0 25-1 0,0 11 1 0,0 23 1 0,11 15 0 0,0 95 1 0,2-84-4 0,11 0 1 0,-12-26 0 0,0-10-1 0,-12-24 1 0,0-14 1 0,13-11-5 0,-13-24-21 0,11 0-34 0,-11 0-35 0</inkml:trace>
  <inkml:trace contextRef="#ctx0" brushRef="#br0">21626 14575 98 0,'0'0'0'0,"0"23"34"0,24 15-24 0,-24-2 5 0,13-1-4 0,-13 2-8 0,13 11-1 0,-2-11 0 0,-11-13-1 0,13-12-9 0,-13 0-45 0</inkml:trace>
  <inkml:trace contextRef="#ctx0" brushRef="#br0">21650 14309 138 0,'0'0'0'0,"-13"-24"8"0,13 24-7 0,0 0-1 0,0 11 1 0,0 2-2 0,0 22-29 0,26-9-68 0</inkml:trace>
  <inkml:trace contextRef="#ctx0" brushRef="#br0">21880 14285 92 0,'-12'-24'25'0,"12"-13"-7"0,12 24-6 0,0 2 13 0,-12 22-23 0,12 74 6 0,-12-11-4 0,13-2 1 0,-1 110 2 0,12-49-6 0,-12-85 0 0,-12-24-1 0,0 12-1 0,0-24-18 0,0 1-41 0,0-2-32 0</inkml:trace>
  <inkml:trace contextRef="#ctx0" brushRef="#br0">21759 14611 115 0,'0'0'0'0,"37"-24"16"0,84 0 14 0,0 24-9 0,-85 0-18 0,-12 12-3 0,-24 24 1 0,11-11 0 0,-11 11 0 0,13 23 0 0,11-21 0 0,0-38 1 0,13 12-1 0,-13-12 2 0,12-12-2 0,25-61 2 0,-37 37-2 0,-11 12 0 0,-2-14 2 0,0 15 1 0,-11 11 1 0,-11 0 0 0,11 0-1 0,0 12-2 0,0 12-2 0,11 12 0 0,2 12 1 0,-2 13-2 0,3 11 1 0,-2 1 0 0,-12-2 0 0,0 2 0 0,0 12 0 0,0-12-1 0,-12-1 2 0,-2 1-1 0,-10 34 1 0,2-58 0 0,-3 0-1 0,-23-13 0 0,11-13 1 0,-11-11 0 0,-1-11 0 0,25-13 0 0,-1 0 0 0,25-12 0 0,25-26-1 0,11 3 0 0,49-14 1 0,-12 0-1 0,10 25-1 0,2 12 1 0,-24 12 1 0,-36 11-2 0,-50 13-50 0,-23 13-76 0</inkml:trace>
  <inkml:trace contextRef="#ctx0" brushRef="#br0">22304 12712 47 0,'-12'-13'5'0,"-13"-11"12"0,13 13-2 0,0-13 2 0,12 0-5 0,0-13-5 0,24 13-3 0,13-24-2 0,24 12 1 0,-1-1 1 0,24 0-1 0,1 2 0 0,24-2-1 0,25-11 2 0,-2 11-1 0,38 14-1 0,0 9 0 0,-2 3-1 0,1 11 1 0,13 25-1 0,-12 11-1 0,-14 23 1 0,-10 2-2 0,-14 12 1 0,-11 12 0 0,-60-37 0 0,10 25 0 0,-45-50 1 0,-26-23 2 0,-13 0-19 0,-22-11-61 0,22 11 25 0</inkml:trace>
  <inkml:trace contextRef="#ctx0" brushRef="#br0">23199 9906 67 0,'0'-12'3'0,"0"-12"9"0,-12-1 4 0,-14 25 4 0,4 0-8 0,-39 98 1 0,37-26-11 0,11 1-1 0,13 10 0 0,25-9-1 0,-1-26 0 0,25-11 0 0,11-26 0 0,-13-11 2 0,2-11 1 0,0-13-2 0,-13-13 0 0,12-47 2 0,-35 46-2 0,-13 14 0 0,12 24-1 0,-12 13-1 0,12 59 5 0,24-35-3 0,0-2-1 0,1-9 1 0,11-2 0 0,-12-13-2 0,-12-11 2 0,1 0 3 0,-14-11 0 0,-11-26-1 0,0 0-2 0,-22-11-1 0,-4 0 1 0,2 0-1 0,0 12 0 0,13 12 0 0,-2-1 0 0,26 13 0 0,22-12-1 0,1 12 1 0,13 12 0 0,-1 0 0 0,1 24 0 0,-13 0-1 0,-12 13 2 0,-12 22-1 0,1 3 0 0,-13-15 0 0,11-10 0 0,-11-13 0 0,11-24 0 0,3 13 1 0,-2-26 1 0,12-24 0 0,11-11-2 0,2 0 1 0,0 0-1 0,-13 0 0 0,0 22 0 0,0 15 0 0,0-1-1 0,-11 12 1 0,-1 12 0 0,0 13 0 0,12 11 0 0,12-1 0 0,1 2 1 0,0-12-1 0,9-13 0 0,-9-1 0 0,0-11 1 0,-13-11-1 0,-12-15 2 0,-12 2-1 0,24-35 1 0,-24 9-1 0,0-9 0 0,0-2 0 0,0-23-1 0,-12 23 0 0,0 13 1 0,0 0 0 0,12 22 1 0,-13 15 3 0,2 11-2 0,11 0-4 0,0 61 2 0,0-2-1 0,24 39 1 0,0 11-1 0,12 0 0 0,1 23 1 0,-1 1-2 0,-11-11 1 0,-3-13 0 0,-9-14 0 0,-13-10 1 0,0-36-1 0,-13-24 0 0,-9-1 2 0,-3-24 1 0,-11-13-1 0,-1-23-1 0,13 0 0 0,0-36 0 0,12-1-1 0,-1-13 0 0,13 15-1 0,25-2 0 0,11 24 1 0,13 1 1 0,-13 35-1 0,24-11-1 0,-23 13 1 0,-13 11 0 0,11 0 0 0,-22 24 0 0,-1-13-1 0,-12 15 1 0,14-2-6 0,-3-13-15 0,-11 2-16 0,11-2-89 0</inkml:trace>
  <inkml:trace contextRef="#ctx0" brushRef="#br0">24952 9797 125 0,'-24'-24'18'0,"-36"-13"-13"0,47 26-4 0,13-2-24 0,25 26-22 0,11-2-25 0</inkml:trace>
  <inkml:trace contextRef="#ctx0" brushRef="#br0">25327 10112 125 0,'-12'0'7'0,"0"-24"2"0,0 0-1 0,0-2 6 0,-12 3-1 0,0 11-6 0,-37 12-4 0,26 24-3 0,10 13 1 0,1 22 0 0,24-35-1 0,12 26 1 0,12-39-1 0,11 2 1 0,28-13 1 0,-16-24-2 0,-23-2 1 0,12-22 0 0,-23 37 0 0,-1 11-1 0,-12 11 0 0,12 26 2 0,0 35 0 0,0 13-1 0,12 0 1 0,1 12-1 0,-25 71 2 0,-13-107 5 0,-11-37 2 0,-12-11-2 0,-1-13-4 0,-11-13-3 0,0-22 1 0,11-15-1 0,13-9-11 0,11 11-35 0,13 22-86 0</inkml:trace>
  <inkml:trace contextRef="#ctx0" brushRef="#br0">26598 10052 89 0,'-37'-14'38'0,"-11"14"-23"0,23 14 1 0,-11 10-4 0,12 0-5 0,12 12-3 0,12-1-2 0,24-9 0 0,73-2 1 0,-24-24-1 0,-13-13 1 0,-12-24 2 0,-36 2 3 0,2 11-3 0,-28-12-1 0,-22 12-3 0,1-1-1 0,-26 13-9 0,24 12-18 0,1 0-25 0,36 23-53 0</inkml:trace>
  <inkml:trace contextRef="#ctx0" brushRef="#br0">26888 10076 127 0,'0'0'6'0,"-12"-12"7"0,12 12 0 0,-12 0-1 0,12 0-7 0,12 36-3 0,36 35 1 0,0-45-1 0,-11 9 2 0,59-11 9 0,-70-24-1 0,9-35 7 0,-23 11-16 0,-12-26-1 0,0 15-1 0,0-13-2 0,-12 11-8 0,24 13-18 0,12 12-43 0,0 12-38 0</inkml:trace>
  <inkml:trace contextRef="#ctx0" brushRef="#br0">28399 10076 123 0,'-24'-24'9'0,"0"-25"3"0,-13 25 5 0,-10-12-2 0,-13 36-5 0,-1 0-3 0,12 24-4 0,1 12-1 0,11 25 0 0,25-2 0 0,12 3-2 0,12-15 1 0,13-10 1 0,23-26-1 0,13 15 3 0,-49-26-1 0,-12 0 0 0,0-13 0 0,0 0-2 0,0 2 1 0,-12 11-1 0,12-13 2 0,-12 13-1 0,12 0-1 0,-12 0 1 0,12 0-3 0,0 0 2 0,0 13-2 0,0-13 0 0,0 11-1 0,0-11 0 0,0 0-27 0,0-11-23 0,0 11-48 0</inkml:trace>
  <inkml:trace contextRef="#ctx0" brushRef="#br0">27226 10003 57 0,'0'-24'16'0,"12"-12"4"0,1-13 3 0,-1-11 2 0,-12 11-7 0,0 0-7 0,-12 2-4 0,-25 22-2 0,13 1 1 0,-13 11-1 0,2 13-1 0,9 24-1 0,2 14-2 0,2 33 1 0,22 14 0 0,-13 25 0 0,13 11-1 0,13 0-1 0,-2-12 1 0,0-1-2 0,2-23 0 0,-2 0 2 0,15-37-1 0,-13-13 0 0,-2-9 1 0,0-26 2 0,2 0 2 0,-1-37-3 0,-12 1-1 0,0-12-1 0,-12-13 0 0,-23 0-4 0,-4-11-1 0,15 11 5 0,-11 13 0 0,23 11 0 0,12 26 0 0,12-2-1 0,12 2-1 0,24 11-3 0,25-12-53 0,-49 12-24 0</inkml:trace>
  <inkml:trace contextRef="#ctx0" brushRef="#br0">27577 10064 89 0,'0'-12'9'0,"-12"-13"10"0,12 13-1 0,0 0 1 0,0 12-10 0,0 12-6 0,12 25 2 0,0-1-2 0,24 12-2 0,-11 1 1 0,35 22 3 0,-35-58-2 0,-1-2 1 0,-24-11 2 0,24-11 6 0,-12-26-11 0,0 13 0 0,1-61-6 0,-2 38-16 0,13 23-26 0,1-1-47 0</inkml:trace>
  <inkml:trace contextRef="#ctx0" brushRef="#br0">28134 10269 38 0,'0'0'0'0,"-12"0"26"0,12 11-18 0,0-11 28 0,24-11-22 0,12 11-6 0,-11-24-5 0,10 11 1 0,2-22 1 0,-13 9 1 0,-13-9 1 0,14-1 1 0,-13 0 0 0,-12-1-1 0,0 25 0 0,0 0 0 0,0 12-2 0,0 0-5 0,0 35 1 0,0 3 0 0,0 9 0 0,12-10-1 0,0 11 0 0,1 0-2 0,-2-24-6 0,2 2-12 0,-1-15-32 0,0-11-39 0</inkml:trace>
  <inkml:trace contextRef="#ctx0" brushRef="#br0">28594 10038 102 0,'0'0'12'0,"0"0"-5"0,11 14 21 0,13 46-12 0,-11-12-13 0,0 0-2 0,-13-11 0 0,11-13-1 0,-11 0 1 0,0-24 0 0,13 0 6 0,-13 0 2 0,0-37-4 0,0 2 0 0,0-1-3 0,0-2-1 0,11-9-1 0,0 11-3 0,14 24-8 0,48-25-72 0,-37 37 3 0</inkml:trace>
  <inkml:trace contextRef="#ctx0" brushRef="#br0">29198 10052 122 0,'-12'0'10'0,"-25"-14"4"0,1 3 5 0,-13 11-5 0,1-12-6 0,24 12-6 0,13 0-1 0,-2 12-1 0,26 25-1 0,9-1 1 0,17 0-1 0,7 13 2 0,28 35-1 0,-62-47 0 0,-12-13 4 0,-12-13 1 0,-25 2 1 0,-24-2-2 0,-46-22-1 0,58-13-12 0,13 11-45 0,36 2-69 0</inkml:trace>
  <inkml:trace contextRef="#ctx0" brushRef="#br0">25194 11261 63 0,'0'-24'35'0,"12"11"-14"0,2-10 4 0,-14-2-6 0,-26 1-8 0,14 11-7 0,-48 2-1 0,-1 84-2 0,37-37 1 0,12 12-1 0,12 0-1 0,0-11 1 0,25-1-2 0,11-24 1 0,35-24 1 0,-46-13-1 0,24-23 0 0,-38 11 0 0,-11 13 1 0,0 0-1 0,0 24-1 0,0 0 1 0,13 24 1 0,-1 0-1 0,0 2 0 0,12 9 0 0,13-22 0 0,-1-2 0 0,0 2-1 0,0-13 1 0,49-61 0 0,-49 24 1 0,-24 2-1 0,25-39-1 0,-13 15 3 0,-24-15-1 0,0 3-1 0,-13-14 0 0,-9 0 1 0,9 73 3 0,13 12-1 0,-13 25-2 0,1 10 1 0,0 26 0 0,12 12-1 0,0 0 0 0,12 11-2 0,0 1 1 0,14 0 0 0,9-26 0 0,13-22 0 0,-11-25 0 0,-1 0 1 0,0-36 0 0,13-24 0 0,-1 0 0 0,-13-26 0 0,-10-11 0 0,13 2 0 0,-16-14-1 0,-9 12 0 0,-1 13 0 0,0 22 0 0,-12 39 0 0,-12 22-1 0,0 26 2 0,-1 24 0 0,2 11 0 0,11 1 0 0,-11 24-2 0,22-26 1 0,13 14 1 0,0-24-1 0,12 0 0 0,-11-25-1 0,-1-24-3 0,12 1-7 0,-24-13-11 0,24-13-21 0,-11-23-78 0</inkml:trace>
  <inkml:trace contextRef="#ctx0" brushRef="#br0">25594 11104 114 0,'-13'0'4'0,"-35"0"-3"0,48 0-2 0,0 0 3 0,48 0 4 0,13-12 1 0,48 12-3 0,12-12-1 0,23 0 2 0,-10-2-2 0,-12 14-1 0,-2 0-2 0,-36 0 1 0,-11 14-1 0,-48-14 2 0,-25 0 12 0,-13 0 0 0,-96 24-5 0,-25 23-3 0,88-10-6 0,9-12 1 0,24-2-1 0,13 1 1 0,37 0-1 0,47-11 1 0,-35-26-1 0,11 2 0 0,13-37 1 0,-49 22-1 0,-12 15 1 0,-12-2 0 0,0 13 2 0,0 0-2 0,-12 24 2 0,12 2-1 0,0-2-1 0,25 11 0 0,-1 2-2 0,12 0-4 0,24-13-13 0,1 0-23 0,23-12-87 0</inkml:trace>
  <inkml:trace contextRef="#ctx0" brushRef="#br0">27153 11152 72 0,'0'0'0'0,"-22"-24"64"0,-4 12-56 0,-11 12 1 0,2 0 1 0,11 0-4 0,12 23-4 0,0 14-1 0,12 0 0 0,12 11 0 0,12 0-1 0,12-11 1 0,-1-13 0 0,15 0 0 0,-2-12 0 0,-12-12-1 0,1-25 2 0,-13 1 0 0,0-11-1 0,0-15 0 0,0-94 1 0,-24 70-1 0,13-9-1 0,-13-2 0 0,0 25 1 0,0 35 0 0,-13 13 4 0,13 36 1 0,0 85 2 0,37 23-4 0,-13-58-2 0,11-15-2 0,-10 2 0 0,24-24 0 0,-25-26 0 0,0-11 1 0,0 0 0 0,-12-11 1 0,0-26-2 0,13 13 0 0,-13 1 2 0,0 9-3 0,0 3 1 0,-12 11 0 0,24 11-1 0,-12 3 1 0,25 9 1 0,11 1-2 0,85 13 0 0,-73-37 1 0,1 0 0 0,-13 0-1 0,-11-24 2 0,-13 24-1 0,-12-24 0 0,-12 11 1 0,-24-10-1 0,0 23 0 0,-13-14 1 0,13 14-2 0,-12 0 2 0,24 37-2 0,24-13 1 0,12 0 0 0,97 37-1 0,-49-37 1 0,13-11-2 0,0-2 2 0,0-11-1 0,-24 0 1 0,-2-24 1 0,-33 0-1 0,-15-13 0 0,-11 13 1 0,-11 0-1 0,-15 0 2 0,-22-13-2 0,12 26 1 0,0 11 0 0,-1 0-1 0,25 11 0 0,-12 15 0 0,24-2 0 0,-12 11 0 0,12-11 0 0,24 2 0 0,-12-2 0 0,0-24 0 0,25 11-1 0,-13-11 2 0,0-24-1 0,0-13 0 0,0-11 0 0,-13-13-2 0,2-10 1 0,0-2-1 0,-13-11-2 0,0-1 2 0,0 12 0 0,13 37 2 0,-13 23 1 0,-13 13 1 0,0 24-1 0,-22 13 2 0,22 24 0 0,2-1 0 0,11 13 0 0,0 12 0 0,11-14-2 0,24-10 1 0,28 24-2 0,-28-48-5 0,1-26-12 0,-11 2-46 0,11-13-63 0</inkml:trace>
  <inkml:trace contextRef="#ctx0" brushRef="#br0">29706 10874 107 0,'0'-24'18'0,"0"0"4"0,-12 11 15 0,12 26-32 0,-12 11 2 0,0 36 0 0,12 13-1 0,0 24 2 0,0-38-6 0,0 15 0 0,12 35 0 0,0-61-2 0,12 0-1 0,-24-24-3 0,35 13-26 0,-22-37 0 0,-1-13-23 0,-12 2-15 0</inkml:trace>
  <inkml:trace contextRef="#ctx0" brushRef="#br0">29464 11163 61 0,'-13'0'31'0,"-9"-11"-21"0,9 11 1 0,13 0 7 0,13-13-7 0,9 13 1 0,39 0-4 0,0 0-4 0,-1 0-1 0,13 0 0 0,-13 0 0 0,1 13 1 0,-13-13-2 0,0 0 1 0,-48 11-2 0,25-11-1 0,-25 13 1 0,0-2-1 0,12 3 0 0,0-2 1 0,12-1-1 0,0 13 1 0,13-24-1 0,24 13 1 0,-39-26-1 0,4 2 2 0,-14-2 2 0,-12 2 2 0,-60-26-2 0,-1 24-4 0,-24 13-4 0,25 0-30 0,11 24-107 0</inkml:trace>
  <inkml:trace contextRef="#ctx0" brushRef="#br0">31048 11128 89 0,'0'0'17'0,"0"-12"8"0,0 12-6 0,12 12 2 0,-12-1-4 0,13 26-9 0,-13-12-3 0,-13 11-2 0,13 23 1 0,0-33-4 0,0 9 0 0,0-22 0 0,-12-2-4 0,12 2-13 0,0-1-102 0,0-12 70 0</inkml:trace>
  <inkml:trace contextRef="#ctx0" brushRef="#br0">31012 11116 107 0,'0'0'0'0,"-13"-12"13"0,2 0 3 0,11-61 24 0,11 25-26 0,2-1-6 0,11-12-3 0,0 1-3 0,0 11 0 0,49-36-1 0,-48 74-1 0,11-2 0 0,1 26-5 0,-2-2-20 0,2 15-36 0,-2-2-29 0</inkml:trace>
  <inkml:trace contextRef="#ctx0" brushRef="#br0">30855 11043 93 0,'0'0'13'0,"-12"-12"-8"0,48 0 0 0,13-12 13 0,59 12 5 0,1 0-12 0,25 12-6 0,-14 0-3 0,-23 12 0 0,-36-12 1 0,-13 0 2 0,-24 0 0 0,11 0 12 0,-35 0-16 0,-47 12 1 0,-26 12-1 0,0 0 0 0,13 13-1 0,24-1 0 0,12-13-1 0,13 14 1 0,11 0 1 0,35-13-2 0,1-13 1 0,24 2 0 0,-11-13-1 0,-12-13 0 0,-13 2 1 0,12-25 0 0,-11 11 0 0,10-12 0 0,-22 2 0 0,11 11 0 0,-11-13 0 0,-13 37 1 0,0 37-1 0,0-13 5 0,0 11-7 0,11 2-16 0,0 0-34 0,13-2-68 0</inkml:trace>
  <inkml:trace contextRef="#ctx0" brushRef="#br0">32210 11031 112 0,'0'-12'13'0,"-11"12"2"0,-27-12 0 0,2 0-1 0,-12 12-4 0,11 0-4 0,-47 48 1 0,59-11-3 0,25 11 0 0,0-13-2 0,25 15-1 0,11-15-1 0,12 2-6 0,1-13-5 0,11-11-4 0,1-13 1 0,-1 0-1 0,-24-26 4 0,1-9 6 0,-13-2 4 0,-12-24 1 0,0 2 0 0,-12-74 0 0,12 48 0 0,-12-36 1 0,0 73 0 0,0 11 0 0,0 37 1 0,-12 0-1 0,12 25 1 0,-12 11-1 0,0 12 1 0,0 0 0 0,0 13 0 0,12 0-1 0,0 23 2 0,12-23-2 0,0-13 1 0,12 1-2 0,-12-13-19 0,1-12-77 0</inkml:trace>
  <inkml:trace contextRef="#ctx0" brushRef="#br0">32258 11031 99 0,'0'0'6'0,"0"0"13"0,12 0 2 0,12 0-4 0,13 0-7 0,23 0-2 0,-13 0-1 0,87 0 7 0,-73 0-8 0,-13 0-1 0,-23 0-3 0,11 0 2 0,-24 0 0 0,-12 12-2 0,-24 25-1 0,12-13-1 0,12 11 1 0,0-11-1 0,0 14 1 0,24-15-1 0,12 14 2 0,0-26 1 0,-36-11-3 0,11-24 1 0,-11 13-1 0,-11-25 0 0,-25-2-1 0,24 14 1 0,-12-11 0 0,12 11 0 0,0-2 0 0,48 3 0 0,13 23-6 0,-1 0 4 0,11 12 2 0,-9 13-1 0,-2-13 0 0,-24 24 0 0,0-13 1 0,-12 1 0 0,-12-11 3 0,0-2 3 0,0-11 0 0,0 0-2 0,0-24-1 0,12-11-2 0,1-13-1 0,11 11-4 0,24-11-28 0,-12 24-138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1-26T18:41:2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21505 5032 13 0,'0'0'14'0,"0"0"5"0,0-12 2 0,0 12 1 0,0-12-2 0,0 12-5 0,0 0-5 0,0-12-1 0,0 12-3 0,0 12 0 0,12 23-1 0,1-11-4 0,-1-11 2 0,0 12-1 0,24-2 0 0,-24 1 1 0,23-11-1 0,4 11 0 0,7 0 0 0,3 0 0 0,0-11-1 0,11 11 0 0,84 0 1 0,-59-24-2 0,0 12 1 0,-12-12-2 0,12 0 2 0,-12 12-1 0,23-24 0 0,-23 0 1 0,24-1-1 0,71-35 1 0,-70 11 0 0,-1-11-1 0,-12 1 0 0,11-15 0 0,-11-9 0 0,11-14 1 0,14 12 0 0,-3-11-2 0,51-14 1 0,-25 37 0 0,0 2-1 0,0 23 1 0,-12-13 0 0,0 25 0 0,-12 0 1 0,0 12-1 0,109-12 1 0,-121 24-1 0,-12 0 3 0,-13 0-1 0,0 0 1 0,-11 0-2 0,-25 0-1 0,0 11 1 0,-36-11-4 0,0 0-13 0,0 0-55 0,-12 0-2 0</inkml:trace>
  <inkml:trace contextRef="#ctx0" brushRef="#br0">26174 4040 42 0,'0'-13'27'0,"-12"2"-5"0,12-1-4 0,-12 12-6 0,0 0-6 0,0 12-4 0,0-1-1 0,-1 26 0 0,13-12 0 0,0 11 0 0,25-12-1 0,-13 0 1 0,12 13 0 0,12-37 1 0,13 0 2 0,0 0 0 0,-14-13-1 0,-9-24 2 0,-15 26 1 0,-11-26-1 0,0 0-1 0,-11 13-2 0,-15 0-1 0,-9 13-1 0,11-1 0 0,-1 12-1 0,13 0-7 0,12 0-15 0,0 0-20 0,0 0-17 0</inkml:trace>
  <inkml:trace contextRef="#ctx0" brushRef="#br0">26549 3749 55 0,'-12'-24'29'0,"-12"0"-11"0,-1 0-4 0,25 11-1 0,0 13-2 0,0 13-9 0,25 24-1 0,-13 11 0 0,12 0 0 0,-12 25 0 0,1-14-1 0,-2 15 1 0,2-1 0 0,-13-26 0 0,0 1 0 0,0-22-2 0,0-26 3 0,0 0 6 0,0-13-7 0,12-24 0 0,0 2-2 0,25 11 1 0,-26-2-1 0,24-9 0 0,4 22 1 0,-17 13-1 0,2 0 1 0,-11 0-1 0,-1 24 1 0,-12 0 0 0,0 13 1 0,0-13 0 0,-12 0 0 0,-1 0 0 0,2-11 1 0,-2 0 0 0,2-13-1 0,0 0 0 0,-15 0-2 0,2 0-8 0,13 0-13 0,11-13-16 0,0-11-31 0,0 11 45 0</inkml:trace>
  <inkml:trace contextRef="#ctx0" brushRef="#br0">27081 4004 27 0,'0'0'16'0,"24"-12"10"0,-24 12 3 0,0 0-4 0,-24 0-14 0,0 12-5 0,0 0-1 0,0-1-2 0,12-11-1 0,0 13-2 0,-1 11 0 0,13-13 0 0,25 26 0 0,-13-24 0 0,60 35 2 0,-48-24-1 0,-11-11 0 0,-13-2 1 0,0 2 4 0,0-2 2 0,-26-11-2 0,2 0-2 0,-11 13-1 0,23-13-1 0,-12 0-2 0,-25-13-12 0,49 13-42 0,-12 0-45 0</inkml:trace>
  <inkml:trace contextRef="#ctx0" brushRef="#br0">27686 3738 49 0,'0'-24'13'0,"12"-13"7"0,0 24 0 0,0 13-7 0,-12 0-4 0,-12 37-1 0,0 36-1 0,-12 0-4 0,0 11 0 0,-13 1-1 0,1 0 0 0,-1 11-1 0,2-11-1 0,-2-24 0 0,2-13 1 0,22-12 0 0,1-25-4 0,0 2-14 0,12-13-31 0,12 0-25 0</inkml:trace>
  <inkml:trace contextRef="#ctx0" brushRef="#br0">28134 3992 60 0,'0'0'0'0,"-12"-12"20"0,-1 12-9 0,13-12 6 0,0 0-1 0,0-2-2 0,0 14-4 0,0-11-3 0,-12-1 0 0,12 12-2 0,12 0 3 0,-12 0-7 0,0 0 3 0,0 0 10 0,0-12-10 0,0 0 0 0,0 12-3 0,0 0 1 0,0-12-2 0,0 12 1 0,0 0-2 0,13 73 1 0,-13-13 0 0,12 13 0 0,0 22 0 0,-12 27 0 0,12-37 0 0,-12-12 0 0,12-13-3 0,-12-13-6 0,0-21-11 0,0-14-20 0,0-12-68 0</inkml:trace>
  <inkml:trace contextRef="#ctx0" brushRef="#br0">28170 3919 71 0,'0'-12'49'0,"12"0"-38"0,73 0 10 0,-49 24-13 0,0 12-2 0,-12-1-2 0,1 15-3 0,-14-2 0 0,-22-1 1 0,-14 3-1 0,-59 22-3 0,47-49-9 0,-11-11-14 0,24 0-24 0,12 0-24 0</inkml:trace>
  <inkml:trace contextRef="#ctx0" brushRef="#br0">28557 3980 77 0,'0'0'7'0,"24"12"-4"0,-11 0 4 0,-13 35 10 0,11-9-7 0,-11-15-3 0,0-23 4 0,0 0 3 0,0-11 10 0,11-1-19 0,2-50 1 0,24 39-6 0,-24-13 0 0,22 10-1 0,-11 15 0 0,0-1-5 0,13 0-6 0,11 12-10 0,1 0-12 0,-1 12-16 0,-11 0-2 0</inkml:trace>
  <inkml:trace contextRef="#ctx0" brushRef="#br0">29088 4040 21 0,'0'0'13'0,"-24"11"17"0,13 2-9 0,11-2-9 0,0-11-3 0,0 0 0 0,24 0 0 0,12 0-1 0,0-11-4 0,25-13-1 0,-12 11 1 0,-13-22-1 0,-24 11 3 0,0-2 1 0,-72-21-1 0,11 47-5 0,13 0-1 0,-37 12-2 0,49 0-1 0,-24 49-57 0,61-25-28 0</inkml:trace>
  <inkml:trace contextRef="#ctx0" brushRef="#br0">29464 3919 58 0,'-13'-36'54'0,"26"24"-41"0,-1-12-1 0,-12 24 0 0,0 0-8 0,12 0-3 0,-12 24 1 0,24 0 0 0,-24 23 0 0,0 15 1 0,12 9-1 0,-12 3-1 0,12 11 0 0,1-13 0 0,-1-11-1 0,0-1 0 0,0-11 1 0,-12-25-2 0,12-12-8 0,-12 0-7 0,0-12-6 0,0 0-9 0,-12-24-14 0,0 12 4 0</inkml:trace>
  <inkml:trace contextRef="#ctx0" brushRef="#br0">29585 3883 36 0,'0'0'0'0,"48"-49"31"0,-11 25-3 0,-1 24-4 0,0 0-3 0,0 24-4 0,-11 13-7 0,-12-1-1 0,-26 13-5 0,-12-1-2 0,-22-1-2 0,-2 14-23 0,-12 11-102 0</inkml:trace>
  <inkml:trace contextRef="#ctx0" brushRef="#br0">26634 4850 47 0,'0'0'0'0,"-12"0"26"0,12-12-3 0,0 24-1 0,12 13-14 0,0 11-3 0,1 0-2 0,-2 13 1 0,2-13-2 0,9-1 0 0,-9-11 1 0,13-10 4 0,-15-14 4 0,13 0 0 0,0-25-3 0,0-12-2 0,0 14-3 0,-11-13-1 0,11-1-1 0,-12-11-1 0,12-13 0 0,-24 37-3 0,12 24-9 0,-12-12-24 0,25 12-76 0</inkml:trace>
  <inkml:trace contextRef="#ctx0" brushRef="#br0">27348 4935 68 0,'0'0'0'0,"0"-36"23"0,0 24-10 0,-13-37 19 0,1 37-24 0,-24 12-3 0,12 0-1 0,-13 37 0 0,1-1 0 0,-1 0-2 0,26 13-1 0,0-1 0 0,11-13-1 0,22-22 1 0,3-2 0 0,11-11 0 0,1 0 0 0,11-24 0 0,-24-11-1 0,1-1 1 0,-1-2-2 0,-12 15 2 0,-12-1-1 0,0 36-1 0,12 12 0 0,0 13-14 0,0-1-17 0,23-13-49 0</inkml:trace>
  <inkml:trace contextRef="#ctx0" brushRef="#br0">27650 4947 70 0,'0'0'0'0,"0"-48"24"0,24 36-15 0,-12 0 1 0,-12 12-2 0,12 24 0 0,0 0-4 0,0 25-1 0,1-1-3 0,-13-12 2 0,11-1-2 0,2-9 1 0,-13-26 4 0,12 0 11 0,12-50 7 0,-12 15-20 0,1-1-1 0,9-2-2 0,-9 3-2 0,24-1-8 0,-2 12-18 0,2 11-18 0,-13 13-34 0</inkml:trace>
  <inkml:trace contextRef="#ctx0" brushRef="#br0">28509 4899 105 0,'0'0'0'0,"0"-49"24"0,12 25-20 0,12 12 2 0,-24 12 0 0,0 0-4 0,12 24 0 0,-12 13-1 0,13 11 0 0,-13 1-1 0,24-1 1 0,-2-1-1 0,-9-9 1 0,59-15 1 0,-47-23 3 0,-1-23 2 0,1-2-3 0,-1-12-3 0,12 14-2 0,-12-13-7 0,13-1-15 0,-1 1-12 0,24 24-42 0</inkml:trace>
  <inkml:trace contextRef="#ctx0" brushRef="#br0">29283 4972 78 0,'-13'0'15'0,"-23"0"0"0,12-14 1 0,-12 14-1 0,-1 0-5 0,1 0-6 0,23 14-3 0,2 10-1 0,-2-12 0 0,13 12-1 0,24-13 1 0,-11 2 2 0,11-13-1 0,13 0-1 0,-13 0 0 0,-12 0 0 0,0 0 0 0,0 0 0 0,0 0 0 0,-12 0 0 0,12 0 0 0,1 11 0 0,35 13 0 0,-24-10 0 0,-11-14 1 0,9-14-2 0,2 3 2 0,2-49-1 0,-2 24 0 0,-24-25 0 0,11 13 0 0,2-1 0 0,-13-23 0 0,0 11 0 0,0-11 1 0,0 22 0 0,0 15 1 0,0 23 5 0,0 12-1 0,-13 0-4 0,13 23-1 0,0 14 2 0,0 11-1 0,0 25 0 0,13 72 3 0,-13-48-4 0,12-12-1 0,-12-12 0 0,12-26-2 0,0-10-5 0,0 0-10 0,0-26-19 0,0 2-39 0,-12-13 34 0</inkml:trace>
  <inkml:trace contextRef="#ctx0" brushRef="#br0">29753 4947 76 0,'0'0'0'0,"0"-48"24"0,13 24-14 0,-1-1 1 0,-12 13 3 0,0 12-2 0,-12 0-9 0,-1 37 0 0,-9-1 1 0,9 11-2 0,1 15-1 0,12-15 0 0,12 3-1 0,12-26 1 0,0 0 0 0,13-24 0 0,11 0 1 0,-12-24 1 0,0 0 0 0,1-13-2 0,-1 0 1 0,-12-10-2 0,-11-2 0 0,-1 13 1 0,0 0-1 0,-12 24 1 0,0 12 1 0,-12 0-2 0,12 12 1 0,12 24 0 0,-12 11-1 0,12-9 0 0,-12 9 0 0,24-10 0 0,-12-12 1 0,12-2-1 0,0-10 1 0,13-13-1 0,-2 0 1 0,2-13 0 0,0-10-1 0,11 9 1 0,-12-21-1 0,-12 22 0 0,1-10 0 0,-13 11 0 0,-12 0 1 0,0 12-1 0,0 12-1 0,0-12 0 0,-12 12 1 0,12 11 1 0,0-10-1 0,0-2 0 0,0 2 0 0,0-2 0 0,12 3 0 0,0-2 0 0,-12 12 0 0,24-13 1 0,-12 2-1 0,12-2-1 0,13 2 1 0,0-2 1 0,-2-11-2 0,15-11 2 0,-15-2-1 0,-11-22 2 0,0 22-1 0,0-10-1 0,1-26 1 0,-13 1-1 0,-12-2 0 0,0 15 0 0,0 11-1 0,-12 12 2 0,-1 0-2 0,-23 36 1 0,12 12 0 0,12 13-2 0,0-1 3 0,12-13-1 0,0 15-1 0,0-26 2 0,24 0-1 0,-12-13 1 0,12-11-1 0,-12 0 0 0,37-11 1 0,-13-13-2 0,0-12 1 0,14-2 0 0,-4 3 0 0,3 11 0 0,-13 0 0 0,-11 24 1 0,-1 0 2 0,-12 12 0 0,-12 0 0 0,-12 23-2 0,-12 2-2 0,-12-12-20 0,-1 11-116 0</inkml:trace>
  <inkml:trace contextRef="#ctx0" brushRef="#br0">27952 5020 146 0,'0'0'0'0,"-25"-12"27"0,14 0-14 0,11-12-6 0,0 24-5 0,0-14-5 0,0 14-30 0</inkml:trace>
  <inkml:trace contextRef="#ctx0" brushRef="#br0">20089 4282 13 0,'0'0'0'0,"0"0"17"0,-11 0 1 0,11 0 0 0,-11 12-1 0,11-12 0 0,-13-12-2 0,13 12-5 0,-12-24-3 0,12 0-1 0,0 0-3 0,12-13 0 0,1 0-2 0,9 2 0 0,15-2 1 0,0 0 0 0,23 2-2 0,1-1 0 0,11-1 0 0,26 1 1 0,9 12 0 0,3-13-1 0,11 13 0 0,0-12 0 0,-1 12 1 0,-10 0-1 0,-3-26 0 0,15 2 1 0,-25 0-1 0,0-12 0 0,-13-13 4 0,1-11 0 0,-13 11 1 0,-23 24-3 0,-13 1 1 0,-24 24-1 0,-12 11 0 0,0 2 0 0,0 11-1 0,0 0-9 0,0 0-36 0,0 11-60 0</inkml:trace>
  <inkml:trace contextRef="#ctx0" brushRef="#br0">22606 2685 66 0,'0'0'0'0,"12"-24"38"0,12 11-37 0,1 2 2 0,-25-37 7 0,-13 11-1 0,-11 0-3 0,-12 14 0 0,-1-1-1 0,-11 12 3 0,0 12 0 0,12 0-2 0,11 12-3 0,1 35-2 0,13 15 0 0,11 9 1 0,11 3-2 0,-11 10 1 0,11 1 0 0,13 0-1 0,-10-2 0 0,-2-9 1 0,1-13 0 0,-2-26-2 0,-11-11-9 0,11-11-24 0,-11-13-46 0</inkml:trace>
  <inkml:trace contextRef="#ctx0" brushRef="#br0">22292 2855 78 0,'0'0'8'0,"0"-12"-1"0,24 12-2 0,12 0 4 0,37 24 3 0,-26 0-9 0,87 11-1 0,-61-35 1 0,0 14 1 0,12-28 0 0,-14 3-1 0,2-13 0 0,-25 12 1 0,-11-12 1 0,-25 0 1 0,-12 11-1 0,-12 1-1 0,-13 0-2 0,-11 0-1 0,-49 24 1 0,37 12-1 0,35 1-1 0,-9 35 0 0,22-37 0 0,11 39 0 0,61 9 0 0,49-21 1 0,-48-39-1 0,0-11 0 0,-1-24 0 0,0 1-1 0,-11-15 1 0,-25 3 0 0,1-1 1 0,-37-2 0 0,0-21-1 0,-24 47 1 0,-1 0 0 0,-11 24-1 0,0 12 0 0,1 23 0 0,9 27 0 0,26-39 0 0,12-11 1 0,13-10-1 0,-1-2-1 0,12-12 1 0,-12-26 0 0,0 15-1 0,13-13 1 0,-25 11 0 0,0 13 0 0,-12 0 0 0,24 0 1 0,-11 13-1 0,9-2 1 0,16 13-2 0,-2 2 1 0,12-15 0 0,-11-11 0 0,-1 0 0 0,-12 0 1 0,12-23-1 0,1-15 0 0,-13 3-1 0,0-1 2 0,-24-25-1 0,12 13 1 0,-24-13-1 0,12 0-1 0,-12-11 1 0,0 11 0 0,0 13 0 0,0 24 0 0,12 11 0 0,0 13 0 0,0 0-1 0,0 37 2 0,0 11 0 0,0 25 0 0,0-13-1 0,12 13 0 0,-12 0 1 0,24 0-1 0,-12-14 1 0,0-11-2 0,1-22 0 0,-13 9-5 0,11-35-16 0,-11 13-18 0,11-26-60 0</inkml:trace>
  <inkml:trace contextRef="#ctx0" brushRef="#br0">23828 2867 63 0,'0'0'23'0,"12"-12"-17"0,24 12-2 0,1-12 5 0,-1 12-1 0,0 0-4 0,-1 24-1 0,2 24 0 0,-24 1-1 0,-2-2 2 0,-11-23-2 0,13 0 0 0,11-10 2 0,-12-2 0 0,12-12 1 0,12-12-3 0,-11-2 1 0,11-21-3 0,-24-1 2 0,12 0-2 0,-11 10 1 0,-2-9-1 0,-11 11 2 0,0 24 2 0,0 0-1 0,0 12-3 0,13 61 1 0,-1-49-1 0,0 11 0 0,47 39-23 0,-34-63-17 0,0 2-41 0</inkml:trace>
  <inkml:trace contextRef="#ctx0" brushRef="#br0">24565 2891 37 0,'0'-12'33'0,"0"-12"-21"0,13 12-4 0,-1 12-4 0,-12 0-2 0,24 48 0 0,-24 1-1 0,0-13 0 0,12-1-1 0,-12-11 1 0,12 0 0 0,-12-10 3 0,0-14 12 0,0 0 3 0,0-25-13 0,0 1-3 0,0 0-1 0,12-12-1 0,1 12-2 0,9-13-7 0,16 13-11 0,-2 0-12 0,12 12-12 0,-11 12 2 0</inkml:trace>
  <inkml:trace contextRef="#ctx0" brushRef="#br0">25001 2867 12 0,'0'0'13'0,"0"0"22"0,0 12-8 0,0-12-11 0,0 12 10 0,0 12-17 0,12 1-4 0,-12-1-2 0,12 0-2 0,0-1 0 0,1 1 1 0,-2 0-2 0,14 2-6 0,-13-15-5 0,12-11-34 0,-11 0-26 0</inkml:trace>
  <inkml:trace contextRef="#ctx0" brushRef="#br0">25037 2577 87 0,'-12'-25'14'0,"0"1"-10"0,24 11-3 0,0 2-1 0,1 11 0 0,9 11-10 0,4 2-17 0,-2 24-1 0,0-2 7 0,-24 2 8 0,11-1 11 0,14-11 6 0,-13-1 17 0,14 0 5 0,-4-12-1 0,15 0-7 0,-1-12-4 0,13 12-4 0,-13-12-4 0,12 12 1 0,-23-12-4 0,-25 12-1 0,12 13 1 0,-12-1 0 0,-12-12 1 0,-2 24-2 0,-8 1 0 0,9-13-1 0,1 0 0 0,12-12-1 0,0 12 0 0,0-13 1 0,25 2-1 0,11-13 2 0,0 0-1 0,12-13 0 0,49-34 0 0,-49 11 0 0,-23-1 0 0,-1 13 0 0,-24 0 0 0,0 0 1 0,-12 12-1 0,-13 12 1 0,-23 48-2 0,11-24 2 0,26 25-2 0,0-13 1 0,11 0 1 0,11-1 0 0,13-9 3 0,12-2 5 0,25-24-2 0,96 0 0 0,-59-13-5 0,-27 2-3 0,-22-1 0 0,-25-2-1 0,-12 14-21 0,-12 0-49 0,0 0-7 0</inkml:trace>
  <inkml:trace contextRef="#ctx0" brushRef="#br0">18590 4160 47 0,'0'0'38'0,"12"0"-29"0,1 0 4 0,11 0-2 0,-13 0-6 0,14 0 2 0,-1 0-2 0,0 0 0 0,25-24 1 0,-1 0-1 0,13-13-2 0,23 2 1 0,1-25-1 0,24-13 0 0,12-12 1 0,12-12 1 0,0-12-3 0,1 1-1 0,-3-37-1 0,15 0 0 0,-1-25 0 0,12-11 0 0,-11-1 1 0,23-11-1 0,-24 36 0 0,-23 48-1 0,22 0-1 0,26-13 1 0,10 37 1 0,-22 14-2 0,-1 22 0 0,-11 1 1 0,-13 23 1 0,-38 1 1 0,-34 13-1 0,-12-2 1 0,-13 1-1 0,-36 12-1 0,0 0-7 0,0 12-33 0,-12 1-51 0</inkml:trace>
  <inkml:trace contextRef="#ctx0" brushRef="#br0">25666 15180 255 0</inkml:trace>
  <inkml:trace contextRef="#ctx0" brushRef="#br0">22703 1210 47 0,'0'0'26'0,"0"-13"-13"0,0 13-10 0,0 13 10 0,0 11-9 0,0 12-1 0,0 13-1 0,0 22 0 0,0-9-3 0,0-26 3 0,0-25-1 0,12-11 6 0,-12 0-1 0,12-11-3 0,-12-13 0 0,12 0-1 0,-12-13-2 0,24 1 3 0,-13-12-2 0,15-13 0 0,-2 13 0 0,0 11-3 0,12 0 2 0,-12 26 0 0,1-2 0 0,-1 13 1 0,0 24-1 0,0 26 1 0,-12-15-2 0,0 14 2 0,13 0 0 0,-1-1-2 0,0-12 2 0,0-11-1 0,0-13 0 0,-13-12 0 0,-11-12 0 0,13 0-1 0,12-49 2 0,-13 37 1 0,1-12-5 0,-2-1 4 0,0 13-1 0,14 0-2 0,-1 24 4 0,-10 0-3 0,8 0 2 0,-22 24-1 0,25 12-1 0,-25 0 2 0,12 1-1 0,0-1 0 0,12 1 0 0,0-13 0 0,-11-12 2 0,11-12-3 0,-12-12 2 0,12 0-1 0,1-26-1 0,-3 15 1 0,16-13-1 0,-13 11 0 0,10 1 1 0,-11 0-1 0,2 24 2 0,-15 12 0 0,0 0 0 0,2 37-1 0,-1-13 0 0,12 13 0 0,0-25 0 0,13-12-1 0,-13-12 2 0,-12-12 0 0,12 0 2 0,-12-13-2 0,1-11 0 0,-13 0-1 0,-13 0-1 0,-35-38 0 0,24 50-3 0,-13 13-10 0,13 11-19 0,0 0-47 0</inkml:trace>
  <inkml:trace contextRef="#ctx0" brushRef="#br0">24361 1343 78 0,'0'0'5'0,"-13"-12"1"0,13 0-3 0,-12-12 0 0,-13-1 1 0,14 13 1 0,-26 0-1 0,13 12-3 0,-12 0 0 0,-1 24 0 0,13 12 0 0,12-11 0 0,-13 84-1 0,50-85 1 0,11-12 0 0,-12 0 1 0,13-24 1 0,-13 0 1 0,-12-12-1 0,12-13-2 0,0 1 1 0,1-12-2 0,-13-13-1 0,1 0 1 0,-13-11-2 0,0 0 1 0,0 11 2 0,0 1-2 0,-13 11 2 0,-11 25-1 0,24 24 2 0,-24 35-1 0,24 15 1 0,-13 9-1 0,13 15 1 0,37 70 1 0,0-46-1 0,22 11-3 0,13-61 2 0,-23-36 0 0,12-12 0 0,-13-12 1 0,-13 0-1 0,3 0-2 0,9-24 1 0,-10 10 0 0,-11-9 1 0,-4-1-1 0,-9 12 0 0,-13-1 0 0,-24 1 0 0,13 24 1 0,-28 0-1 0,15 0 0 0,2 24 2 0,9 12-2 0,13-11 1 0,0 23 0 0,35 1-2 0,14-25 1 0,-13-12 0 0,1-12 0 0,-13-24 1 0,0 12-2 0,25-26-1 0,-25-9 0 0,0-1-1 0,-11-13 2 0,-2-11-3 0,0-2 0 0,-11 2 0 0,-11 0 2 0,11 11 3 0,-11 13-3 0,-2 24 3 0,13 24 1 0,-12 24 1 0,0 24 0 0,0 13 0 0,0 11 0 0,0 13 2 0,12 11-4 0,12 2 1 0,36 23-1 0,25-73 0 0,-26-36-4 0,2-12-22 0,-13 0-85 0</inkml:trace>
  <inkml:trace contextRef="#ctx0" brushRef="#br0">25848 1355 71 0,'0'0'15'0,"-13"0"-7"0,2 0-5 0,-14 0 1 0,13 12 1 0,-12 11-2 0,0 27-1 0,24-2-1 0,24-13 0 0,12-9 1 0,0-14-1 0,13-12 0 0,-13 0-2 0,0-12 0 0,-11-14 1 0,-1 15 0 0,-13 11 0 0,-11 0 0 0,13 11 0 0,-13 2 2 0,12 12-2 0,12-13 1 0,12-1 0 0,-11-11 1 0,11-11 6 0,-12-26 0 0,12 13-1 0,-36-12-3 0,0 24 0 0,0-24-5 0,-11 11 3 0,-2-11-3 0,1 12-3 0,0 0-20 0,0 11-81 0</inkml:trace>
  <inkml:trace contextRef="#ctx0" brushRef="#br0">26561 1064 65 0,'0'0'23'0,"0"-11"-14"0,-12-1-2 0,12-2 4 0,0 3-4 0,0-2-5 0,0 26 2 0,12 12 0 0,-12 22-3 0,0 1 2 0,13 13 0 0,-13 12-3 0,0 24 3 0,11 0-2 0,-11-49-1 0,13-24-8 0,-13 1-19 0,12-13-20 0,-12-1-9 0</inkml:trace>
  <inkml:trace contextRef="#ctx0" brushRef="#br0">26381 1440 36 0,'0'0'13'0,"0"0"5"0,22-12-6 0,3 0-2 0,11-1-2 0,25 0-4 0,-1-10 0 0,25-1-2 0,-11 12 1 0,-3-24 1 0,-10 23 5 0,-25-11 1 0,-24 12-5 0,-12 0-3 0,-12-1-1 0,-24 13 0 0,-13 0-1 0,12 13 2 0,13 11-2 0,2 13 1 0,22-13 1 0,11 12-3 0,37 25 3 0,-12-13-2 0,-24-36 1 0,-12-12-4 0,-12 0-14 0,0 0-28 0,12 0-15 0</inkml:trace>
  <inkml:trace contextRef="#ctx0" brushRef="#br0">27238 1512 95 0,'0'0'0'0,"0"0"43"0,0-13-30 0,13 2 11 0,-1-1-20 0,-12 12-30 0,-12-12-89 0</inkml:trace>
  <inkml:trace contextRef="#ctx0" brushRef="#br0">28218 1597 32 0,'-11'-13'17'0,"11"2"-7"0,0 11 1 0,0 0-1 0,11 11 0 0,-11 13-2 0,11 25-1 0,-11 11-1 0,-11 13-1 0,11 12-1 0,-11-12-1 0,-14-2-2 0,13-21 1 0,0-2-1 0,12-24 0 0,-12-13-1 0,12 2-8 0,0 0-18 0,0-26-64 0</inkml:trace>
  <inkml:trace contextRef="#ctx0" brushRef="#br0">28134 1669 35 0,'0'0'4'0,"0"-12"1"0,12 0 9 0,0-1 4 0,0 13-5 0,0 0-5 0,24 25-3 0,-25 0 0 0,27 23 0 0,-13 0 0 0,10 13-2 0,-11-1-1 0,13-11 0 0,23 46 0 0,-36-58-2 0,-12-13 2 0,13-11 5 0,-25-13 7 0,12 0-5 0,-12-13-4 0,0-48 1 0,0 13-4 0,12 1 0 0,-12-2-1 0,0-11-1 0,12-1 0 0,-12-11 0 0,0 23-1 0,0 0 2 0,0 25-3 0,0 13-10 0,0 11-19 0,0 11-26 0,0 13 0 0</inkml:trace>
  <inkml:trace contextRef="#ctx0" brushRef="#br0">28775 2043 20 0,'0'0'0'0,"0"0"12"0,0 26-5 0,0-2 9 0,0 0 0 0,11-13-4 0,-11 13-2 0,0-11 0 0,0-13 2 0,0 0 3 0,0-13 0 0,0 2-9 0,0-50 0 0,0 13-4 0,0 11-3 0,0-22 2 0,0 10-2 0,0-11 1 0,0-1 0 0,13 12-1 0,-13 1 2 0,0 11-1 0,12 13 2 0,-12 0 0 0,0 13-1 0,12-1-1 0,-12 12 0 0,12 0-1 0,0 23 2 0,0 14-1 0,12-1 0 0,25 49 1 0,-37-37 0 0,60 49-1 0,-35-60 0 0,-2-1 2 0,2-12 0 0,-13 11-3 0,13-22 2 0,-25-2-1 0,0-11 1 0,0 0 1 0,0 0-1 0,0-24 1 0,-12 13-2 0,13-25 0 0,-2 0 1 0,2-1 0 0,-1-11 0 0,0-13-1 0,-12 1 1 0,0-1-1 0,-12-47 0 0,0 70 0 0,12 27 1 0,0-2-1 0,-13 2 0 0,13 11-2 0,13 0-52 0,-1 24-67 0</inkml:trace>
  <inkml:trace contextRef="#ctx0" brushRef="#br0">29658 2202 21 0,'0'0'8'0,"0"0"2"0,0-13 8 0,0 13-3 0,0 0-6 0,0 0-2 0,12-11 2 0,-12 11-1 0,0-13 0 0,0 0-1 0,12 2-2 0,-12-2-1 0,-12 2-1 0,12-2-1 0,0 2-1 0,-12 11-1 0,0-13 1 0,-1 13-1 0,13 0 0 0,-24 0 1 0,0 0-1 0,12 0 1 0,-25 0-1 0,25 13 1 0,-24-2-1 0,12 2 0 0,11 11 0 0,-9 0 1 0,9 13-2 0,1-13 1 0,-13 24 1 0,25-11-1 0,0-13 1 0,0 0-1 0,0 0 1 0,0-12 1 0,25-1-2 0,-13 2 2 0,1-13-1 0,9 0 2 0,3 0-1 0,-1-13-1 0,-12 2 0 0,0-1-1 0,0 0 1 0,13-12-1 0,-13-1 0 0,0 1 1 0,0 12-2 0,-12-12 1 0,12-1 1 0,12 1 0 0,-11-11-1 0,-1 9-1 0,0 2 1 0,0 13 0 0,-12-2 0 0,0 13 1 0,12 0-2 0,-12 0 2 0,0 0 0 0,0 13-1 0,0-2 2 0,0 2-3 0,0 24 2 0,0-13 0 0,0 0-1 0,0 0 0 0,12 12 1 0,0-24 2 0,1 12-2 0,-2-11 1 0,13-1-1 0,1-12 1 0,0 0 0 0,-14 0-1 0,25 0 0 0,-24 0-1 0,0-12 1 0,13 12 1 0,-25-13-1 0,24 13-1 0,-24 0-5 0,12 0-30 0,-12 0-88 0</inkml:trace>
  <inkml:trace contextRef="#ctx0" brushRef="#br0">18469 5020 62 0,'-11'0'9'0,"-14"0"3"0,13 0-1 0,12 0 3 0,0 0-5 0,24 0-1 0,0 12 1 0,37-12 0 0,-1-12 1 0,25 0-2 0,0-12 0 0,11 24-4 0,0-26-2 0,-22 15 0 0,-14 11-2 0,-24-12 0 0,-11 12-2 0,-13-12-4 0,-12 12-12 0,-12-12-23 0,-13 12-39 0</inkml:trace>
  <inkml:trace contextRef="#ctx0" brushRef="#br0">18506 5176 66 0,'-61'24'25'0,"61"-24"-10"0,0 0-2 0,37 13 1 0,11-13-2 0,37-13-3 0,11-11-2 0,13 13 1 0,12-13-1 0,0 11-2 0,-12 2-4 0,-24 11-1 0,-48 0-6 0,-26 0-46 0,-11 11-16 0</inkml:trace>
  <inkml:trace contextRef="#ctx0" brushRef="#br0">30444 1101 22 0,'0'0'0'0,"0"-13"17"0,0-11-6 0,12 13-2 0,0-15 1 0,0 2 2 0,-12 24-7 0,0 0-2 0,-12 24 5 0,-12 26-1 0,-13-2-3 0,-71 217 5 0,59-106-4 0,24-26 0 0,14-13-1 0,0 2 1 0,33 58 2 0,27-106-4 0,12 10 1 0,-37-35-2 0,0-38-1 0,-12 2-1 0,-12-1-10 0,0 0-13 0,0-12-18 0,0 0-34 0</inkml:trace>
  <inkml:trace contextRef="#ctx0" brushRef="#br0">30675 1717 11 0,'0'0'9'0,"-14"-35"8"0,2 35-7 0,12-25 0 0,0 13-1 0,0 12-3 0,0 0-1 0,0 0 4 0,0-13 4 0,0 13-1 0,12 0 3 0,-12 0-9 0,0 0-2 0,14 13 0 0,-3-1-2 0,0-12 3 0,14 12 1 0,-25-12-2 0,0 13 1 0,12-13 2 0,-12-13 0 0,0 13-7 0,0 0 1 0,-12 0-1 0,12-12 0 0,0 12 0 0,0 0-1 0,0 0 2 0,0 0-1 0,-12 0-1 0,12 0 2 0,0 0-1 0,0 0 0 0,0-12 1 0,0 12-2 0,-13 0 1 0,13 0 0 0,0 0 0 0,0 0 0 0,0 0 0 0,13 0-1 0,-13 0 1 0,0 0 0 0,0 0 1 0,0 0-2 0,0 0 3 0,0 0-3 0,0 0 1 0,0 0 1 0,0 0-1 0,0 0 0 0,0 0-2 0,0 0 2 0,0 0 0 0,0 12 0 0,12-12 0 0,-12 12 0 0,0-12 1 0,0 0-1 0,0 0 2 0,0-12-3 0,0 12 1 0,12-12-1 0,-12 12 2 0,12-13-1 0,-12 13 0 0,12-11 0 0,-12-2 0 0,0-11 0 0,0 24 0 0,0-11 1 0,0-1 0 0,0 12 0 0,0 0-2 0,0 0 2 0,0 0 3 0,0 0-4 0,0 0 1 0,0-12 0 0,0 12-1 0,12 0 0 0,-12 0 1 0,-12-13-2 0,12 13 2 0,0 0-1 0,0-13-1 0,0 13 2 0,0 0-1 0,0-11 0 0,0 11-1 0,0 0 1 0,0 0 1 0,0 0 0 0,0 0-1 0,0 0-1 0,0 0 1 0,0 11 1 0,0-22 0 0,0 11-1 0,0 0 1 0,0-13-2 0,0 13 1 0,0-11 2 0,0 11-4 0,0 0 3 0,0 0-2 0,0 24 1 0,0 0-1 0,0 13 2 0,0 11-1 0,12-12 0 0,12 13 0 0,-11-13 0 0,11-12 0 0,0-12 0 0,0 0 0 0,11 0 0 0,4-24 0 0,-4 0 0 0,1-24 0 0,-12 11 0 0,12-23 0 0,-23 11 0 0,-1-22 0 0,0 35 0 0,-12-2-1 0,0 2 3 0,0 1-4 0,0 11 2 0,0 0 0 0,-12 0-2 0,12 24 4 0,0 24-4 0,0 49 4 0,0-1-2 0,12 1 0 0,-12 24 1 0,12 12-1 0,0 0 1 0,-12-62-1 0,0 63 2 0,0-74-2 0,0 1 1 0,-12-37 1 0,-12 0 0 0,-12-12 1 0,-13-12-2 0,2-24 0 0,-2 0-3 0,0-1 4 0,1-11-3 0,11 11-5 0,25-11-12 0,0 0-23 0,24-13-31 0,-12 37 30 0</inkml:trace>
  <inkml:trace contextRef="#ctx0" brushRef="#br0">30722 1186 41 0,'0'-13'10'0,"-12"13"6"0,12-11-4 0,-13 11-6 0,13-13 9 0,13 0 0 0,35 13-6 0,25-11-1 0,10 11-5 0,15 0-1 0,11 0-2 0,0 0-1 0,72 11 2 0,-121-11 2 0,-11 0 0 0,-37 0-2 0,-12-11-1 0,-12-2 1 0,-12 2 0 0,-12-2 0 0,-1 2-2 0,0 11 2 0,13-13-2 0,13 13 0 0,11 0 1 0,-11 13 1 0,22-13 0 0,0 11 0 0,2 2-2 0,-2 11-1 0,2 37-85 0,-13-50 46 0</inkml:trace>
  <inkml:trace contextRef="#ctx0" brushRef="#br0">31386 2298 26 0,'0'0'11'0,"0"13"-10"0,0-13 5 0,13 11 24 0,-13-11-10 0,0 0 9 0,0-24-19 0,0 12-2 0,0-24-1 0,0-12-2 0,-13 11-3 0,2-11 0 0,11 0-2 0,0 11 0 0,0 13 0 0,0 0 0 0,11 24-1 0,2-12 0 0,24 48 0 0,-26-1 1 0,26 15 2 0,-13-2-1 0,12 13-2 0,-11-13 1 0,11-12 1 0,-12-24-1 0,-11-12 1 0,-13 13 1 0,11-13 4 0,-11-13-2 0,11 1 2 0,-11-24-2 0,0 12-2 0,0-13-1 0,0-24-1 0,0 26 0 0,-11-15-2 0,11 2-6 0,-11 1-72 0,22 47-5 0</inkml:trace>
  <inkml:trace contextRef="#ctx0" brushRef="#br0">31992 1995 47 0,'0'0'15'0,"-12"0"-3"0,12-11 5 0,0-1-3 0,0 0-7 0,-12 0-2 0,0 24-2 0,-13 0 4 0,13 11 0 0,-12 25 0 0,12 2-2 0,0 9-3 0,0 2 0 0,12 48 1 0,12-60-13 0,0-1-12 0,24-11-14 0,1-13-10 0,-13-24 9 0</inkml:trace>
  <inkml:trace contextRef="#ctx0" brushRef="#br0">32210 2274 25 0,'0'0'0'0,"0"-12"20"0,0 0-1 0,-11-1-1 0,-3 13-2 0,-10-11-3 0,-1 11-8 0,-10 24-1 0,23 0-3 0,0-12-1 0,-1 0 1 0,13 12 0 0,13-11 0 0,-1-1 1 0,13-12-3 0,-3-12 2 0,-9-1-2 0,23 2 1 0,-22-2 5 0,8 1-2 0,-9 12-1 0,-1-12 0 0,0 24 0 0,-12 0-9 0,12 1-19 0,0 11-20 0,0-12 1 0</inkml:trace>
  <inkml:trace contextRef="#ctx0" brushRef="#br0">32416 2104 24 0,'0'0'9'0,"11"0"9"0,0 0 8 0,27 0 2 0,-26 13-9 0,12-2-9 0,-13 26-4 0,2 0-2 0,-13 11-2 0,-13 0-9 0,13-11-18 0,-11 11-21 0,-13-12-21 0</inkml:trace>
  <inkml:trace contextRef="#ctx0" brushRef="#br0">32995 1027 58 0,'0'0'2'0,"0"-11"-5"0,25 11-1 0,-1 0 2 0,12 0 2 0,13 37 4 0,-1 11 4 0,13 97 14 0,-48-36-6 0,-2 24-7 0,-11 11-5 0,-24 14 1 0,-13-12 5 0,-11-13-2 0,0-13-3 0,-13-23-2 0,12-12-11 0,-11 0-30 0,0-26-56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24203 5117 41 0,'0'0'0'0,"-13"0"13"0,1 0-2 0,0 11 0 0,0 13-4 0,12 0-2 0,0 13-3 0,0 11 0 0,0-11-1 0,49-1 3 0,-25-24 1 0,0-12 2 0,1 0 1 0,-1-12-1 0,0 0-2 0,0-12 0 0,-11 0-3 0,-2 0 0 0,0 11-1 0,-11 2 0 0,0 11 0 0,13 0-1 0,-13 11 1 0,11 2 0 0,2 11 0 0,11 0-1 0,-11 0 0 0,11 0 1 0,0-11-1 0,12-2 1 0,-24-11-1 0,25 0 1 0,-25 0 2 0,12-24 4 0,-12 0 2 0,-12 0-1 0,0-13-2 0,0 2-3 0,0-15-1 0,-12 2-1 0,0 37-8 0,12 11-36 0,-12 0-50 0</inkml:trace>
  <inkml:trace contextRef="#ctx0" brushRef="#br0">27348 5189 26 0,'-13'0'30'0,"1"0"-21"0,12 24 1 0,-12 0-1 0,12 13-4 0,-12-1-2 0,12 13-2 0,0-13 0 0,12-12 0 0,0 0-1 0,13-24 3 0,-14 0 1 0,26 0 0 0,-13-24 0 0,0 0-2 0,0 12-1 0,-12-25 0 0,0 13 0 0,1 0 0 0,-13 24-1 0,13 0 1 0,-13 36 2 0,11 0-2 0,0 1 0 0,26-13 0 0,-13-12 0 0,13-1 1 0,11 2 1 0,-12-13 2 0,-12-13 1 0,-11-10 1 0,-13-1-3 0,0-13-3 0,0 1-2 0,0-13-22 0,0 25-83 0</inkml:trace>
  <inkml:trace contextRef="#ctx0" brushRef="#br0">29682 5200 29 0,'0'0'0'0,"0"0"25"0,-12 0-11 0,0 0 2 0,0 0-7 0,-1 26-4 0,1-2-3 0,12 0 0 0,0 0 0 0,25 12 2 0,11-24 2 0,-12-12-3 0,1-12 1 0,-14 0-3 0,0 0 0 0,14 0 0 0,-25-1-1 0,25 13 0 0,-12 0-1 0,-2 0 1 0,0 25 0 0,14-1 0 0,-1-12-1 0,1 12 2 0,-1-24 3 0,12-24 20 0,-24 0-14 0,0-13-3 0,0 2-4 0,-12-2-3 0,25 13-60 0,-25 24-32 0</inkml:trace>
  <inkml:trace contextRef="#ctx0" brushRef="#br0">26513 10741 74 0,'0'0'4'0,"-12"0"0"0,12 24 1 0,-13-13 3 0,1 26-3 0,12-24-3 0,0 11-1 0,0-13 0 0,12 2 2 0,13-13 3 0,-1 0 0 0,0-13-3 0,13 2-2 0,-13-2 1 0,0-11-1 0,-11 12 0 0,-2 12-2 0,-11 0 3 0,13 0-1 0,-2 0 1 0,0 12-1 0,14 12 0 0,-11-11 0 0,21-13 2 0,-11 0 1 0,0-13 5 0,0 2 1 0,1-14-3 0,-13-11-3 0,-12 12-2 0,12-12-2 0,-12 24-2 0,0-14-24 0,12 15-91 0</inkml:trace>
  <inkml:trace contextRef="#ctx0" brushRef="#br0">29984 10717 67 0,'0'0'6'0,"-12"-12"6"0,12 12-1 0,-12 0-1 0,-12 12-3 0,24 12-1 0,-13 11-3 0,13 2 0 0,0-13 0 0,13 0 1 0,11 1 1 0,0-13-5 0,0-12 0 0,1 0 1 0,-1-12-1 0,37-24 1 0,-50 12-1 0,13-1 1 0,-11 25-1 0,-1-12 1 0,-12 24-1 0,0-12 1 0,12 25-1 0,1-14 1 0,-2 2 0 0,13-13-1 0,-12 0 1 0,24 0-1 0,13-49 2 0,-37 24-1 0,0 1 0 0,0 13 0 0,0-2-2 0</inkml:trace>
  <inkml:trace contextRef="#ctx0" brushRef="#br0">23309 10789 55 0,'0'0'7'0,"-26"24"-2"0,26 13 2 0,-12 11 1 0,12-12-3 0,0 13 0 0,12-25-2 0,14 0 2 0,-15-12 4 0,25-12 2 0,-12-12 1 0,0-12-4 0,0 0 0 0,-24-13-3 0,25 13-2 0,-25 0 0 0,0 12-1 0,12 24 2 0,-12 12-3 0,24 13 0 0,0-25 0 0,0 0-1 0,13-12 3 0,-13 0 2 0,0-24 2 0,-24 11 1 0,11-23-3 0,2 12-3 0,-13-12-3 0,12 23-17 0,0 2-71 0,0-2 25 0</inkml:trace>
  <inkml:trace contextRef="#ctx0" brushRef="#br0">17720 10717 36 0,'0'0'27'0,"-12"-12"-13"0,-1 12-4 0,2 0 3 0,11 23-7 0,-13 14-2 0,13-1 0 0,-12 0-2 0,24 1 0 0,-12-1-1 0,13 0 0 0,-2-11 1 0,2-13-1 0,-1 0 1 0,12-12 2 0,-12 0 3 0,23-36 7 0,-22 11-10 0,11-11-2 0,-24 12 1 0,12-13-2 0,2 26 0 0,-14-2 0 0,0 13 0 0,0 0-2 0,11 13 2 0,-11 11-1 0,11 0 0 0,14 12 0 0,-1-12 0 0,12 1 0 0,37-1 1 0,-36-24-1 0,-15-12 1 0,4-13 2 0,-14 1 4 0,-12-12 0 0,0-13-1 0,-12 13-1 0,-14-13-4 0,4 14 0 0,9 11-1 0,1 11-4 0,0 13-124 0,12 0 80 0</inkml:trace>
  <inkml:trace contextRef="#ctx0" brushRef="#br0">18241 10390 100 0,'0'-25'25'0,"-13"1"-3"0,0 13-1 0,13 11-6 0,-12 24-9 0,-13 36-2 0,3 25-3 0,-3 0 0 0,-13 11-20 0,16 0-132 0</inkml:trace>
  <inkml:trace contextRef="#ctx0" brushRef="#br0">18663 10705 37 0,'0'0'0'0,"-13"0"20"0,13 0 0 0,-11 0 9 0,11 0-18 0,0-12 1 0,0 12-9 0,11 0 0 0,26 0 3 0,-13 0-2 0,13-13 3 0,-13 13-1 0,12-13-3 0,12 13 1 0,1 0-2 0,11 0 0 0,-10-11-1 0,9 11 0 0,-23 0 0 0,-11 0-1 0,-1 0 0 0,-24 0 0 0,0 0 10 0,0 0-10 0,12 11 0 0,0 2 0 0,0 0 0 0,-12 11 1 0,12-13-1 0,-12 13 1 0,12-11 0 0,-12 23 1 0,0 0 1 0,-12 1-2 0,12 11 1 0,0 1-2 0,0-13 0 0,0 0 1 0,12-11-1 0,-12-1 0 0,0-12 0 0,0-12 1 0,0 12 0 0,-12-12 1 0,0 0-1 0,0 12 0 0,-12-12 0 0,0 0 0 0,-13 11 0 0,13-11-1 0,-13 0 1 0,-9 13-1 0,7-13 1 0,-8 0-1 0,-13 0 1 0,11 0 0 0,13 0-1 0,-13-13 2 0,13 13 0 0,0 0 0 0,25-11-1 0,-2 11 0 0,0 0 1 0,13 0 0 0,0-12 2 0,0-12-1 0,13-14 1 0,-13-21 1 0,13-2-1 0,-13 1-2 0,0-1-1 0,0 24 0 0,-13 2-8 0,13 35-49 0,0-13-78 0</inkml:trace>
  <inkml:trace contextRef="#ctx0" brushRef="#br0">32173 2456 11 0,'0'0'0'0,"0"0"18"0,12-12 4 0,-12 0 4 0,0-1-2 0,0 0-10 0,0 2-7 0,0 11 0 0,0 11 6 0,0 15-7 0,0 10-2 0,0 0-1 0,0 12-1 0,-12 13 0 0,12-13-3 0,0 0-1 0,0 1-7 0,0-13-10 0,0-12-21 0,0-11-11 0,12-1 16 0</inkml:trace>
  <inkml:trace contextRef="#ctx0" brushRef="#br0">32210 2371 45 0,'0'0'3'0,"11"-12"4"0,2 12 8 0,11-12-2 0,0 0-5 0,12 12-3 0,1 12-3 0,-1 0 0 0,-11 24 0 0,-3 13 1 0,-8-13 1 0,-14 12 1 0,-25 24 9 0,-11-48-11 0,0-11-4 0,-1-2-10 0,1 2-27 0,-12-13-38 0</inkml:trace>
  <inkml:trace contextRef="#ctx0" brushRef="#br0">32621 2419 48 0,'0'0'22'0,"-13"0"-10"0,2 0 4 0,0 0-4 0,-3 0-3 0,2 25-4 0,0-1-1 0,12 60 1 0,0-36-3 0,0 0-1 0,0 2 1 0,0-15 2 0,0 26 6 0,0-37-7 0,0-11 2 0,0-1 1 0,0-12-1 0,12 0-4 0,14 12 0 0,-4-12 0 0,3 0-2 0,-1 0 0 0,12-12-5 0,-11 12-7 0,-13 0-14 0,12 0-22 0,-12 0-20 0</inkml:trace>
  <inkml:trace contextRef="#ctx0" brushRef="#br0">32572 2673 71 0,'0'0'0'0,"0"0"13"0,14 0 8 0,8-12 2 0,3 12-13 0,11-13-6 0,13 2-7 0,-13-2-14 0,0 13-27 0,-12 0-12 0,-24 0 36 0</inkml:trace>
  <inkml:trace contextRef="#ctx0" brushRef="#br0">32621 2444 49 0,'0'0'3'0,"0"-12"-1"0,12 12 5 0,12-13 0 0,12 0-7 0,13 13-16 0,23-11-33 0</inkml:trace>
  <inkml:trace contextRef="#ctx0" brushRef="#br0">33141 2383 16 0,'0'0'17'0,"0"-12"14"0,-12 12-14 0,0 12-1 0,0 0-5 0,0 12-4 0,12 13-3 0,-13-1-1 0,13 11 0 0,0 3-3 0,0 9-5 0,0-22-9 0,-12 11-10 0,12-11-14 0,-12-13 10 0,12-24 14 0</inkml:trace>
  <inkml:trace contextRef="#ctx0" brushRef="#br0">33141 2359 36 0,'0'0'12'0,"0"-12"0"0,0 12 8 0,24-12 0 0,-12-1-6 0,25 13-7 0,0 13-4 0,-13 11-1 0,-2 0 0 0,3 12-1 0,-13 1 1 0,-12-1 1 0,0-13-1 0,-24 1 1 0,-11 2-1 0,-14-14 0 0,0 0 1 0,1-12 2 0,12 0-1 0,-1 0-2 0,25 11 2 0,0 2 1 0,36 11-1 0,0 0 1 0,25 13 0 0,-1-13 1 0,13 0-3 0,-13 0-1 0,-12 0-4 0,2-12-24 0,-27 0-106 0</inkml:trace>
  <inkml:trace contextRef="#ctx0" brushRef="#br0">30153 13946 72 0,'0'-24'14'0,"0"0"5"0,-13 11 0 0,13 13-2 0,-11 0-7 0,-13 24-5 0,0 25 0 0,0 12-1 0,12 11-1 0,0 1-2 0,12 12 0 0,24-25-1 0,12-12-1 0,0-24 2 0,-12-24 0 0,13 0 2 0,-13-37 9 0,0 2-6 0,-12-2-1 0,0-11-2 0,-12-12-1 0,0-49-1 0,-24 61-2 0,0 11 0 0,0 13-1 0,0 24-9 0,11 0-12 0,-11 24-28 0,24 0-46 0</inkml:trace>
  <inkml:trace contextRef="#ctx0" brushRef="#br0">30444 13982 100 0,'0'-12'8'0,"-12"-12"14"0,24 12-4 0,-12 12-5 0,12 0-6 0,0 24-1 0,-12 12-2 0,12 13-2 0,-12-1 0 0,0 13 0 0,-12-13-1 0,12 1-1 0,-12-2-1 0,12-23-6 0,0-11-14 0,-12-2-10 0,12-11-23 0,0-24-6 0</inkml:trace>
  <inkml:trace contextRef="#ctx0" brushRef="#br0">30492 13909 63 0,'0'0'0'0,"0"-35"23"0,24 35-2 0,13-13 1 0,0 13-5 0,10 13-8 0,-9 22-4 0,-3-10-3 0,-11 11 0 0,-12-12-2 0,-12 13 1 0,-24-13-1 0,-12-12 0 0,-13 0 0 0,2 0 1 0,-3-12-1 0,2 0 1 0,36 0 0 0,12 0-1 0,0 25 1 0,36-13 2 0,1 24 1 0,22-24-2 0,-10 23-2 0,-13-22 0 0,1 12 1 0,-13-2-4 0,-24-10-13 0,0-2-21 0,0-11-23 0,-12 0 15 0</inkml:trace>
  <inkml:trace contextRef="#ctx0" brushRef="#br0">31036 13909 68 0,'0'-11'12'0,"24"-13"4"0,-24 24 2 0,13-13-2 0,-13 13-1 0,-25 24-8 0,1 13-1 0,-12-1-1 0,1 0-1 0,-4 13-2 0,17-13 0 0,-3 1-1 0,13-1 0 0,12-1 0 0,24 2 0 0,-11-26 0 0,23 15-1 0,-11-15 2 0,-1-11-1 0,35 0 0 0,-35-11-1 0,-11-1 1 0,-2-13-2 0,-11 1 1 0,-11 11 0 0,-2-10 0 0,-11 11 0 0,-13 0 1 0,50 12 0 0,11 12 1 0,0 12 1 0,13 0 1 0,-13 0 0 0,-12 13 0 0,-12-2-3 0,0 2-5 0,-24 11-72 0,12-24-3 0</inkml:trace>
  <inkml:trace contextRef="#ctx0" brushRef="#br0">17671 11612 68 0,'0'0'0'0,"0"0"19"0,0 0-3 0,24 0 6 0,-11 0-7 0,35 0-4 0,0 0-1 0,13 0-1 0,11 0 2 0,13-12-2 0,49 0 0 0,-38 12-5 0,-12 0-2 0,-23 0-2 0,0-12 0 0,-37 12 0 0,-12 0-7 0,-12 0-12 0,0 0-30 0,-12-13-30 0,-1 13 40 0</inkml:trace>
  <inkml:trace contextRef="#ctx0" brushRef="#br0">17876 11757 42 0,'-22'0'7'0,"-28"11"5"0,15 2 6 0,22-13 7 0,1 11-8 0,12-11-4 0,12 0 2 0,23 13-1 0,14-13-4 0,24 12-1 0,0-12 0 0,34 0-1 0,3-12 0 0,-1 12-2 0,0-13-1 0,0 13-2 0,-49-11 1 0,-35 11-4 0,-12 0 2 0,-13-13-2 0,-13 13-14 0,-24 0-44 0,2 0-59 0</inkml:trace>
  <inkml:trace contextRef="#ctx0" brushRef="#br0">32029 16813 7 0,'0'0'11'0,"0"0"1"0,11 0 2 0,-11 0 1 0,0-12-5 0,0 12-2 0,0 0 26 0,0 0-26 0,-11-12-4 0,11 12-1 0,-13-13 0 0,-23 0-1 0,-37 2 2 0,37-2-2 0,-25-10 0 0,0 11-1 0,-46-24 1 0,-3-2-1 0,14 3 1 0,0-1 2 0,-2 12 0 0,1-1 1 0,25 1-2 0,-2-1-1 0,15 14 1 0,33-2 0 0,-9 2-2 0,23 11 1 0,12-13 0 0,-12 2-1 0,12 11 0 0,0-13 0 0,0 13-1 0,0 0 0 0,0 0-37 0,0 13-14 0,0-13-30 0</inkml:trace>
  <inkml:trace contextRef="#ctx0" brushRef="#br0">31097 16304 21 0,'0'-11'11'0,"0"11"5"0,12-12-2 0,0 12 1 0,-12-14-3 0,12 14-4 0,-12 0-3 0,-12-11-2 0,0 11 0 0,-13 0 0 0,14-13 1 0,-26 13-1 0,-22-11 0 0,22 11-1 0,0-13 0 0,1 13 1 0,12 0 1 0,-12 0 0 0,23 0-1 0,13 0 0 0,0 0-2 0,0 0 18 0,0 0-7 0,0 0-13 0,0 13 0 0,0-2 2 0,13 13-1 0,-1 2 0 0,-12-2 0 0,24 11 0 0,-12 15 0 0,12-2 0 0,0 0 0 0,1-11 1 0,0 11-1 0,-1-24 1 0,-13-12 1 0,0-1 2 0,-11-11 3 0,0 0-10 0,0 0-62 0,-22 0-41 0</inkml:trace>
  <inkml:trace contextRef="#ctx0" brushRef="#br0">28049 16813 38 0,'0'0'17'0,"0"-12"4"0,12 12-4 0,-12-12 1 0,0-1-4 0,12 0-4 0,-12 2-2 0,0-2 1 0,0-22 0 0,0 11-2 0,0-13-3 0,0 1-1 0,0-12 0 0,12-1-1 0,0-11 0 0,13-14-1 0,-1 2 0 0,12 0 1 0,0 0-1 0,13 11 1 0,11 1 0 0,1 11 1 0,11 13-1 0,97-1 0 0,-72 37-2 0,24-11 1 0,-24 22 0 0,23 2 0 0,-35 11 1 0,12-12-3 0,-24 24 2 0,-37-24-2 0,-1 13 0 0,-21-13 1 0,-14 0 0 0,0-12 0 0,0 12 2 0,-14-12-1 0,3 0 0 0,-2 0-1 0,2 0-6 0,11-12-13 0,-11 12-17 0,-14 0-23 0,13 0-11 0</inkml:trace>
  <inkml:trace contextRef="#ctx0" brushRef="#br0">29186 15869 68 0,'0'0'0'0,"0"-37"26"0,0 13-12 0,0 1 3 0,0 11 2 0,0-1-8 0,12 13-6 0,0 0-3 0,12 25 1 0,12-2 2 0,1 14-2 0,11 11 0 0,-24 0-1 0,1-11 1 0,-13-1-1 0,1-11 3 0,-26-13 5 0,-13 0 0 0,-9-12-3 0,-13 0-3 0,11 0-2 0,-11-12-2 0,12 24-6 0,24 12-39 0,12 12-80 0</inkml:trace>
  <inkml:trace contextRef="#ctx0" brushRef="#br0">29753 8528 42 0,'0'-13'17'0,"0"-47"11"0,13 23-5 0,-1-23 17 0,-12 48-23 0,0 12-5 0,0 0-7 0,0 0-3 0,13 36 2 0,-13 13-2 0,0 11-1 0,0 1-1 0,-13 11 0 0,13-11 0 0,0-2-2 0,0-9-6 0,0-26-9 0,0 0-14 0,0-24-18 0,0 0-17 0</inkml:trace>
  <inkml:trace contextRef="#ctx0" brushRef="#br0">29718 8322 101 0,'0'-13'3'0,"13"-11"1"0,22 0 4 0,2 11 2 0,23 2-3 0,-11 22-1 0,-1 15-2 0,0 22-4 0,-11 0 0 0,-25 0 0 0,-12 1 0 0,-12-14 1 0,-13 3-1 0,-23-2 1 0,-1-12-1 0,1-13 1 0,0 2-1 0,24-2 1 0,-1-11-65 0,25 0-9 0</inkml:trace>
  <inkml:trace contextRef="#ctx0" brushRef="#br0">30153 8333 106 0,'-13'0'7'0,"2"-11"0"0,0 11 0 0,11 11 4 0,0 26-1 0,0 0-5 0,0 11-3 0,0 12 1 0,0 1 0 0,0-2-1 0,0-21-1 0,11-2 1 0,-11-12-1 0,11 0 0 0,-11-12 1 0,26 0 0 0,-14-12 2 0,0 0-2 0,12 0 0 0,-13 0-2 0,26 0 0 0,-13-12-5 0,0 12-11 0,13-12-11 0,-25-12-22 0,0 11-28 0</inkml:trace>
  <inkml:trace contextRef="#ctx0" brushRef="#br0">30153 8611 100 0,'0'0'5'0,"0"-11"2"0,37-1 6 0,-2-12 2 0,2 12-8 0,24 0-6 0,-1 0-3 0,-23-1-11 0,-1 13-25 0,-24-13-51 0</inkml:trace>
  <inkml:trace contextRef="#ctx0" brushRef="#br0">30081 8407 106 0,'0'-13'3'0,"48"1"-3"0,13 0 2 0,11-12 0 0,13 11-4 0,0 2-31 0,-37 11-28 0</inkml:trace>
  <inkml:trace contextRef="#ctx0" brushRef="#br0">30661 8322 82 0,'-12'0'20'0,"-12"0"-11"0,24 11 3 0,-13 14 3 0,2 11-5 0,11 1-5 0,11 23-4 0,2-11-1 0,-13 22-2 0,12-9-13 0,-12-2-11 0,12-24 1 0,-12-11-6 0,0-14-5 0</inkml:trace>
  <inkml:trace contextRef="#ctx0" brushRef="#br0">30565 8407 46 0,'0'0'0'0,"0"-61"23"0,36 13 2 0,0 11 1 0,13 13-2 0,-13 11-9 0,0 13-6 0,0 0-4 0,13 13-1 0,-25 24-3 0,12 11 0 0,-36-12 0 0,0 13-1 0,-24-13 0 0,-12 12 1 0,-13-24 0 0,-23 1 0 0,25-13 1 0,21-12-1 0,26 12 0 0,0 0 3 0,37 23 4 0,-1-11 1 0,36 14-1 0,-11-15-6 0,48 38-1 0,-37-24-2 0,-24-2-24 0,-23 2-129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5829 5613 22 0,'-11'0'25'0,"11"-13"-10"0,0 13-1 0,0 0-2 0,0 0-7 0,0 0-2 0,11 0 2 0,-11 25 0 0,0-2-1 0,0 1 0 0,0 13-1 0,0 0-1 0,0 11 1 0,0-36-1 0,0 0 0 0,0 0 1 0,0-12 8 0,13-12-3 0,-2-12-4 0,-11 0-1 0,13 0-2 0,-1-13 0 0,-12 13 0 0,12 0-1 0,0 0 1 0,0 0-1 0,-12 11 0 0,24 0 2 0,-11 13-1 0,11 0 1 0,-12 0-1 0,12 26 1 0,-24-2-1 0,13-13 0 0,-1 26 0 0,0-13 0 0,0 0-1 0,-12 0 0 0,0-11 1 0,12-2-1 0,-12-11 1 0,0 0 1 0,12-11 1 0,-12-2-2 0,12-11 0 0,1 0 0 0,-2-13 0 0,24-10-1 0,-21 22 0 0,-2 12 1 0,1 13-1 0,-13 13 1 0,11 0 0 0,0 22 3 0,2 2-3 0,-2-13 1 0,14 0-1 0,-13 13 0 0,12-13 0 0,-24-12-2 0,13 0-8 0,-1-12-42 0,-12 12-52 0</inkml:trace>
  <inkml:trace contextRef="#ctx0" brushRef="#br0">6386 5939 25 0,'0'0'18'0,"0"0"0"0,0 0 6 0,0 12-14 0,0 11-6 0,0 3-2 0,0-14-1 0,25 24 0 0,-13-36 2 0,0 0 2 0,0 0 3 0,0-12-2 0,0 0-2 0,-12-12-1 0,0-2 0 0,0 15-1 0,0-13 1 0,-12 12 0 0,12 0-1 0,12 24-1 0,0 24-1 0,-12-11 1 0,24 11-1 0,-13 12 0 0,2-13 0 0,-13-9 1 0,0 9-2 0,0-11 2 0,-35 0 5 0,-2-11 3 0,13-13-2 0,0 0-3 0,-13 0-3 0,13 0-1 0,12-13-3 0,0 13-15 0,12-11-29 0,36-2-53 0</inkml:trace>
  <inkml:trace contextRef="#ctx0" brushRef="#br0">6616 6121 35 0,'0'0'0'0,"0"0"20"0,-13 12-8 0,13-1 11 0,0 2-4 0,0 11-8 0,0 0-5 0,0 0-3 0,13-11 0 0,-13 11-1 0,0-13-1 0,0 2-1 0,0-13-6 0,0 11-22 0,0-11-27 0</inkml:trace>
  <inkml:trace contextRef="#ctx0" brushRef="#br0">6701 6072 22 0,'0'0'0'0,"0"0"32"0,48 0 20 0,-24 0-31 0,13 0-9 0,-13 0-3 0,0 0-1 0,1-13 1 0,10 13-3 0,-22 0 1 0,-1 0-2 0,0-11-2 0,-12 22 0 0,0-11-4 0,0 0-3 0,0 0-4 0,0 0-71 0,0-11 55 0,0 11 6 0,-12 0 9 0,0-12 7 0,12 12 4 0,-13-12 8 0,0 12 5 0,13-12 4 0,-11 12 3 0,11-12-5 0,0 12-9 0,11 0 1 0,2 0 2 0,0 12-3 0,-13-12-2 0,0 12-3 0,0 0-2 0,0-12-6 0,0 12-26 0,0-1-29 0,0 2-5 0</inkml:trace>
  <inkml:trace contextRef="#ctx0" brushRef="#br0">6883 6000 38 0,'0'0'19'0,"0"-12"-6"0,0 12 4 0,0 0 6 0,11 0-12 0,-11 24-2 0,11-12-2 0,-11 12-1 0,0-13-2 0,0 13-1 0,0-11 0 0,0-2 0 0,0 3-1 0,-11-14-5 0,0 12-33 0,-2-12-63 0</inkml:trace>
  <inkml:trace contextRef="#ctx0" brushRef="#br0">7233 6024 54 0,'12'-24'25'0,"13"24"-2"0,-3-26 3 0,-22 15-8 0,14-1-6 0,-14 0-4 0,0 12-3 0,-14 0-3 0,-8 0-1 0,-15 24 0 0,13-13 0 0,0 27 0 0,-13-2-1 0,25-1 0 0,0 15 0 0,24-39 0 0,0 2-2 0,12-13 2 0,1-13-1 0,-1 2 0 0,12-50 0 0,-36 25 1 0,13-26 0 0,-13 39 0 0,0 11 0 0,0 12-1 0,11 12 1 0,0 11 0 0,-11 3 1 0,14 10-1 0,10 11 0 0,-24-9-1 0,12-2-29 0,12-25-31 0,-13 13-3 0</inkml:trace>
  <inkml:trace contextRef="#ctx0" brushRef="#br0">7608 6048 57 0,'0'0'36'0,"-12"0"-10"0,12 11-3 0,0 26-1 0,0-12-10 0,0 11-6 0,0-1-3 0,0 2-2 0,12 0-3 0,0-2-40 0,-12-22-69 0</inkml:trace>
  <inkml:trace contextRef="#ctx0" brushRef="#br0">6785 5334 49 0,'0'0'0'0,"0"-12"23"0,-12 12-2 0,12 0-8 0,-12 12-3 0,-12 24-2 0,24 1-4 0,-12-1-2 0,12 1-1 0,24 11 0 0,12-36-1 0,1 0 1 0,11-1 1 0,-13-22 2 0,-9-1 6 0,11-24 1 0,-37 12 1 0,0-13-3 0,-13 1-5 0,-24 12-3 0,2-13-3 0,-2 25-9 0,1 0-15 0,24 12-50 0,-1 0 15 0</inkml:trace>
  <inkml:trace contextRef="#ctx0" brushRef="#br0">7075 5274 86 0,'0'0'15'0,"13"-13"1"0,-1 13 4 0,0 0-7 0,0 24-4 0,12 1-4 0,-24 24-3 0,12 11 0 0,-24 1-2 0,0-1 0 0,-12 0-6 0,0 1-5 0,0-26-14 0,-13 2-18 0,0-13-36 0</inkml:trace>
  <inkml:trace contextRef="#ctx0" brushRef="#br0">6628 5117 61 0,'-25'0'4'0,"3"0"4"0,-15 24 6 0,0 24 3 0,1 24-1 0,12 26-2 0,12-3-6 0,12 3-3 0,0-2-3 0,48-23-3 0,0 0-13 0,37-25-90 0</inkml:trace>
  <inkml:trace contextRef="#ctx0" brushRef="#br0">10716 5830 4 0,'0'-12'9'0,"0"12"6"0,-11-12-3 0,11 0-1 0,0-1 3 0,0 2-2 0,0-2-2 0,0 2 1 0,11-2 1 0,-11 1 0 0,13 12-1 0,-13 0 1 0,0 12-5 0,0 12-1 0,12 13-2 0,-12 11-1 0,0-11-2 0,0-1 0 0,0-12 0 0,0 0 0 0,0-13-1 0,12-11 1 0,-12 0 1 0,0 0 7 0,0-35-7 0,0 23-2 0,0-24 0 0,12 11 0 0,0 1 0 0,12-12 0 0,0 0 0 0,26-13 0 0,-28 49 0 0,-9-12-1 0,11 24 1 0,-24-12 0 0,12 25 0 0,0-1 0 0,0 12 0 0,0 0 0 0,1 1 0 0,-1-1 0 0,0-12 0 0,-12 0 0 0,0-13 1 0,0 3-1 0,-12-14 1 0,12 0-42 0</inkml:trace>
  <inkml:trace contextRef="#ctx0" brushRef="#br0">11309 6024 34 0,'0'0'18'0,"-12"-12"1"0,12 0 0 0,0 12-6 0,0-12-5 0,0 12-2 0,0-14-1 0,-13 14 0 0,-9 0-3 0,9 0 0 0,-12 14 1 0,0 10 1 0,14 0-2 0,0 12-1 0,-2-12-1 0,1 13 0 0,12-13-2 0,12-13 0 0,1-11 1 0,-2 13 0 0,0-13 0 0,2-13 0 0,11-11-5 0,-11 1 5 0,0-2-1 0,-2 1-2 0,0 11 4 0,-11 2-1 0,13-1 0 0,-13 12 1 0,0 0 0 0,0 23 1 0,12 1 0 0,-12 0-1 0,0 2-4 0,12-2-24 0,0 0-16 0,-12-24 15 0</inkml:trace>
  <inkml:trace contextRef="#ctx0" brushRef="#br0">11442 6133 41 0,'0'0'0'0,"0"11"26"0,0 2-9 0,0 11-4 0,0 0-6 0,0 0-4 0,12 0-2 0,-12 0-2 0,12 13 0 0,-12-25-8 0,0 0-17 0,0-12-10 0,0 12 16 0</inkml:trace>
  <inkml:trace contextRef="#ctx0" brushRef="#br0">11539 6107 42 0,'0'0'0'0,"-12"-11"36"0,12 11-21 0,12 0-5 0,-12-13-2 0,25 13-1 0,10 0-4 0,2 13-1 0,-2-13-1 0,14 0 0 0,-13 0 0 0,-11 0 0 0,-1-13 0 0,-12 13 0 0,0 0 1 0,-12-11 0 0,0-2-1 0,-12 2-2 0,0 11 0 0,-12-12 1 0,12 12 0 0,-1 0 0 0,1 0 0 0,12 0 1 0,0 0 0 0,12 12 1 0,13-1-1 0,-13 2 1 0,0 11 0 0,-12-13 0 0,-12 39 2 0,0-26-4 0,0-13-9 0,12 2-25 0,-13-2-20 0,13-11 16 0</inkml:trace>
  <inkml:trace contextRef="#ctx0" brushRef="#br0">12011 5988 50 0,'0'0'20'0,"0"-14"-5"0,0 14-5 0,12-11 2 0,-12 11-2 0,13 11-2 0,-2 15-4 0,25 10-1 0,-12-13-2 0,1-10-1 0,-1-2 0 0,-12-11 1 0,12 0 1 0,-12-24-1 0,0 13 0 0,0-13 0 0,0 0 0 0,-12 12 0 0,0-25 0 0,0 25 0 0,0 0 2 0,0 12 4 0,-12-12-1 0,12 12-3 0,0 24-2 0,0 0 0 0,12-13-1 0,1 27 0 0,-1-2 1 0,0 12-1 0,-12-11 0 0,0 11-1 0,0-13 2 0,0 2 0 0,-24-13-1 0,-1 0 3 0,1-11 0 0,-12-1-1 0,24-12-1 0,-12 0-2 0,11 0-10 0,1-25-20 0,12 14-22 0,12-13-4 0</inkml:trace>
  <inkml:trace contextRef="#ctx0" brushRef="#br0">12470 6072 68 0,'0'0'0'0,"0"11"25"0,0 2-4 0,0 24 2 0,0-2-8 0,0 2-7 0,0-13-6 0,12 13-1 0,-12-13-7 0,0 12-29 0,0-24-26 0,0 0 16 0</inkml:trace>
  <inkml:trace contextRef="#ctx0" brushRef="#br0">11575 5274 22 0,'0'0'13'0,"0"0"3"0,0-13 2 0,-11 13-4 0,-2 0-4 0,1 0-4 0,0 0-4 0,0 24 1 0,0 1 0 0,-1-1-1 0,2 12-1 0,11 13 0 0,0-14-1 0,0-22-1 0,24 12 0 0,-12-13 1 0,12-12 1 0,1 0-2 0,-3-24 1 0,3 11 2 0,0-11-1 0,-12 12 0 0,-2-12 2 0,-11 0 1 0,0 0-1 0,-11 11 0 0,-2-11-1 0,1 12-2 0,-13 0 1 0,12 12-5 0,2 0-27 0,11 0-49 0</inkml:trace>
  <inkml:trace contextRef="#ctx0" brushRef="#br0">11829 5200 34 0,'0'0'25'0,"0"0"-20"0,12 0 8 0,25 37 20 0,-25 0-26 0,0-1-3 0,12 61 3 0,-24-50-6 0,0 3 0 0,-24-2-2 0,0-24-8 0,-13 0-24 0,-23 1-39 0</inkml:trace>
  <inkml:trace contextRef="#ctx0" brushRef="#br0">11454 5176 20 0,'-12'0'9'0,"0"0"0"0,-12-11 3 0,12 11 2 0,-13 11 3 0,1 26-3 0,0 11-4 0,0 13-2 0,11 12 0 0,2-14-3 0,11 15-2 0,11-26-1 0,14-11-1 0,11-13 1 0,1 0-1 0,11-13-5 0,1-11-37 0,-25 0-34 0</inkml:trace>
  <inkml:trace contextRef="#ctx0" brushRef="#br0">16401 5528 50 0,'0'0'0'0,"-12"-24"38"0,12 24-29 0,0 0 1 0,0 12-8 0,-12 24-1 0,0-1 0 0,12 15 0 0,0-15-1 0,0 2 1 0,0-13-1 0,0 0 1 0,12-24 1 0,-12 0 4 0,0 0 10 0,0-24-14 0,0 0-1 0,0 0 1 0,24-13-1 0,-24 14 1 0,24-15-2 0,-12 14 2 0,1 13-1 0,-1-1 0 0,0 12-1 0,0 0 1 0,12 23 0 0,-24 14-1 0,24 0 1 0,-11-2-1 0,-13 2 0 0,11 0 1 0,0-13-2 0,3-13 2 0,-14 2-1 0,0-50 2 0,12 13-2 0,0-13 0 0,13 2 0 0,-3-1 0 0,-9-2 0 0,11 3 0 0,2 23 0 0,-15 0 0 0,13 12 0 0,-12 24 0 0,0 0 0 0,-12 13 1 0,0-2-1 0,0 2 1 0,-12-1-1 0,12-11-2 0,-12-1-12 0,12-13-17 0,0-11-10 0</inkml:trace>
  <inkml:trace contextRef="#ctx0" brushRef="#br0">17175 5032 59 0,'-12'-24'12'0,"12"0"-7"0,0-2 10 0,0 15-1 0,-24 11-3 0,11 11-10 0,2 15-1 0,-13 33 0 0,11-11 1 0,1 13 0 0,-13-13 0 0,25 13-1 0,0-12 1 0,0-13-1 0,25-12 0 0,-13 13-17 0,25-37-26 0,-13 12-12 0</inkml:trace>
  <inkml:trace contextRef="#ctx0" brushRef="#br0">17369 5105 64 0,'-12'0'12'0,"12"0"-7"0,-12 0-1 0,12 23 6 0,-13 14-3 0,13-2-4 0,0 2-1 0,0 11-2 0,0-11-5 0,13 0-16 0,-13-13-13 0,0-24-9 0</inkml:trace>
  <inkml:trace contextRef="#ctx0" brushRef="#br0">17489 5008 33 0,'0'-12'15'0,"13"-12"-3"0,11 24 3 0,0 0-1 0,12 24-2 0,-11 12-2 0,11 23-2 0,-12-9-3 0,0 22-1 0,-11 0-3 0,-13 2 1 0,-24-14-3 0,-1-25-14 0,-23 15-80 0</inkml:trace>
  <inkml:trace contextRef="#ctx0" brushRef="#br0">17030 6036 33 0,'0'0'23'0,"0"-24"0"0,0 12 1 0,0-14-4 0,0 15-5 0,0 11-6 0,0 0-4 0,0 11-5 0,0 15 0 0,0 10 1 0,0-13-1 0,11 1 0 0,2 0 0 0,11-10 0 0,2-2 0 0,-15-12-1 0,0 0 1 0,2-12 0 0,-1-13 0 0,0 1 0 0,-12 0 0 0,12 0 1 0,-12 0-1 0,0-2 0 0,0 26 1 0,0-11-1 0,12 11 0 0,-12 25 1 0,12-1-1 0,-12 12 0 0,12 60 0 0,-12-35 1 0,0-13-1 0,0-11 0 0,0-1 0 0,-12-12 1 0,0-12 3 0,0 1 2 0,0-13-2 0,-12-13-2 0,11 1-1 0,2 12 0 0,-13-24-4 0,11 12-7 0,1-1-14 0,12 13 1 0,0 0-45 0</inkml:trace>
  <inkml:trace contextRef="#ctx0" brushRef="#br0">17406 6205 65 0,'-13'-24'24'0,"13"24"-9"0,0 0 1 0,0 0-7 0,0 24-5 0,0 0-1 0,13 37 2 0,-2-37-3 0,-11 0-1 0,0-12 0 0,11 0-1 0,-11 1-1 0,0-13-12 0,-11 0-19 0,11-13-29 0,0 13 30 0</inkml:trace>
  <inkml:trace contextRef="#ctx0" brushRef="#br0">17562 6107 57 0,'0'0'0'0,"0"0"18"0,0-11-5 0,24 11 2 0,13 0 1 0,11 0-1 0,13 0-4 0,-2 0-5 0,-10 0-3 0,-13 0-2 0,-11 0 0 0,-13 0 0 0,-12 0 1 0,0-13-2 0,-12 13-4 0,0-11-10 0,-12-2-3 0,13 13-1 0,-3-11 2 0,2 11 7 0,12-12 7 0,0 12 2 0,0 0 3 0,12 0 6 0,2 0 3 0,-3 0-2 0,-11 0-1 0,0 12-2 0,0-1-1 0,0 2-3 0,-11 11-1 0,-3-13-2 0,14 3-3 0,-12-2-22 0,12-12-22 0,0 0-11 0</inkml:trace>
  <inkml:trace contextRef="#ctx0" brushRef="#br0">18156 6024 75 0,'0'-12'11'0,"11"-26"2"0,-11 27 3 0,0-1-3 0,0 12-5 0,-24-12-5 0,0 12-1 0,-2 12-1 0,-21 37 0 0,35-13-1 0,0 0 0 0,12-12 0 0,0-13 1 0,12 3 0 0,0-14-1 0,0 0 1 0,12-25-1 0,-13 12 0 0,15-22 0 0,-26 11 0 0,24-12 0 0,-24 22 1 0,13-9-1 0,-2 23 0 0,-11 0 0 0,0 0 0 0,0 12 0 0,0 13 0 0,0 11 0 0,11-1 1 0,-11 2-1 0,0-12-1 0,13 11-10 0,-1-12-27 0,26-13-25 0,-38-11 35 0</inkml:trace>
  <inkml:trace contextRef="#ctx0" brushRef="#br0">18385 6072 79 0,'0'0'22'0,"0"-13"-9"0,0 26 4 0,0 11 5 0,12 13-6 0,-12 11-10 0,12 0-4 0,0 0-9 0,0 13-121 0</inkml:trace>
  <inkml:trace contextRef="#ctx0" brushRef="#br0">26501 3218 9 0,'0'-13'5'0,"-13"13"7"0,1 0 2 0,0 0-1 0,0 0-3 0,0 0-3 0,12 0 0 0,0 0 2 0,0 0-1 0,0 13 14 0,0-13-16 0,12 0 0 0,12 0 1 0,-12 0-3 0,13 0 2 0,-1 0-3 0,-12 0 2 0,24 0-2 0,-11-13-1 0,24 13 0 0,10 0 0 0,2-11 1 0,24 11-2 0,-1 0 3 0,25-13-3 0,0 13 1 0,84 0-1 0,-47 0 2 0,-50 0-2 0,-23-24 2 0,-61 11-4 0,-12 2-20 0,0 11-25 0,-12 0-60 0</inkml:trace>
  <inkml:trace contextRef="#ctx0" brushRef="#br0">27009 2915 43 0,'0'-12'12'0,"0"-12"-2"0,0 0 2 0,12 12 7 0,0 0-3 0,-12-1-5 0,0 13-4 0,0 0 1 0,-12 25-4 0,12 11 1 0,-12 0 1 0,12 13-2 0,0 11 0 0,0 1-3 0,0 11 1 0,12 0 1 0,0 13 0 0,1 0 0 0,-13 0 1 0,11-14-1 0,-11-10 2 0,11 0-1 0,-11-13 0 0,0 13 0 0,-11-25-2 0,0 13 0 0,-2-25 0 0,13 0-2 0,-12-1 0 0,12-9-1 0,0-2-9 0,-12 0-16 0,12 0-23 0,0-12-55 0</inkml:trace>
  <inkml:trace contextRef="#ctx0" brushRef="#br0">26779 3375 39 0,'0'-12'9'0,"-13"12"2"0,2 0 5 0,-14 0-3 0,0 0-4 0,14 24-3 0,-13 0 0 0,24 13 2 0,-11 11-3 0,11-13-1 0,11 2-3 0,2 0 0 0,9-13 0 0,3-13 3 0,11-11-2 0,-12 0 2 0,1 0 1 0,11-24 1 0,-23 1 1 0,-1-2-4 0,0-12 2 0,-24 14-2 0,-13-13-2 0,1-1 0 0,-13 24-1 0,2-10-1 0,10 23-3 0,0 12-6 0,14 12-12 0,0 13-18 0,11 11-41 0</inkml:trace>
  <inkml:trace contextRef="#ctx0" brushRef="#br0">26766 3883 74 0,'0'0'9'0,"0"-12"9"0,0 12 5 0,0 0-4 0,0 12-7 0,0 12-3 0,13 11-4 0,-13 15 0 0,0-15 1 0,0 13-3 0,11-11-1 0,-11-13 0 0,0-11 0 0,0-2 1 0,0-11 0 0,0 0-28 0,0-24-110 0</inkml:trace>
  <inkml:trace contextRef="#ctx0" brushRef="#br0">26525 7149 44 0,'0'0'16'0,"0"0"4"0,0-12-2 0,0 12-3 0,0 0-7 0,12 0-3 0,-12 0 1 0,24 0 0 0,13 0 0 0,11 0 0 0,0 0 0 0,24 0 2 0,13 0-1 0,25 0-1 0,21-14-1 0,3 14-2 0,12 0 0 0,-26-11-1 0,-23 11-2 0,-36 0 0 0,-37 0 1 0,-12 0-1 0,-24 0-11 0,-24-13-16 0,-1 2-26 0,1 11-26 0</inkml:trace>
  <inkml:trace contextRef="#ctx0" brushRef="#br0">26924 6786 57 0,'0'-13'8'0,"12"-11"3"0,0 0 1 0,1 24 4 0,-2-13-3 0,-11 13-3 0,0 25-5 0,0 0 1 0,-11 23-1 0,11 0 1 0,-13 25-1 0,13 24-2 0,0 12-1 0,0-1 0 0,0 13-2 0,13 49 1 0,-13-74-1 0,11-11 1 0,-11-13 0 0,0-23 0 0,-11-13 0 0,-2-12 0 0,1 1 0 0,0-13-2 0,0-12-15 0,-12 0-44 0,24 0-2 0</inkml:trace>
  <inkml:trace contextRef="#ctx0" brushRef="#br0">26730 7306 35 0,'0'0'24'0,"-12"-13"-9"0,-1 2-2 0,2 11 0 0,-13 0-3 0,13 24-2 0,-2 0-5 0,13 12 1 0,-12 61-1 0,24-61-3 0,1-11 0 0,11-13 1 0,-2-12 4 0,-9 0 1 0,13-24 1 0,-15 11 2 0,13-23 1 0,-24 0-3 0,0-13-3 0,-24 25-2 0,13-13-1 0,-15 26-1 0,-9-2-4 0,22 26-8 0,-11 11-14 0,24 12-18 0,0 13-37 0</inkml:trace>
  <inkml:trace contextRef="#ctx0" brushRef="#br0">26718 7704 80 0,'-13'0'6'0,"2"13"7"0,0-2 9 0,11 14-9 0,-13 11-8 0,13 13 0 0,13-13-1 0,-13 37 0 0,11-37-1 0,-11-13 0 0,0-9-2 0,0-2-3 0,0-12-118 0</inkml:trace>
  <inkml:trace contextRef="#ctx0" brushRef="#br0">32403 5383 37 0,'0'0'0'0,"0"0"42"0,13 0-24 0,-2 0-4 0,-11 0-6 0,11 0-3 0,3-13 0 0,10 13-2 0,-12 0-2 0,12 0-1 0,-24 0-5 0,11 0-21 0,-11 0-26 0</inkml:trace>
  <inkml:trace contextRef="#ctx0" brushRef="#br0">32427 5492 56 0,'0'0'19'0,"0"0"-6"0,11 0 4 0,-11 0-6 0,26 0-8 0,-14 0-3 0,0 0-4 0,1 0-16 0,-2 0-19 0,13 0-9 0</inkml:trace>
  <inkml:trace contextRef="#ctx0" brushRef="#br0">32790 5322 74 0,'0'0'14'0,"0"0"8"0,0 12-6 0,0 0-6 0,-12 12-4 0,12-11-1 0,0 23-6 0,0-12 2 0,0 13-4 0,0-13-37 0,0-12-48 0</inkml:trace>
  <inkml:trace contextRef="#ctx0" brushRef="#br0">27408 3931 28 0,'0'-12'16'0,"0"12"5"0,0-12 1 0,0-12-4 0,0 24-4 0,0-12-4 0,0 12-3 0,0 0-3 0,0 0-1 0,0 12 0 0,12 12 1 0,-12 11-3 0,0 3 2 0,0 9-2 0,0-10 1 0,0 11-2 0,0-11 1 0,0-2 0 0,0-9-1 0,0-15 1 0,0 2-1 0,0-13 0 0,0 11-1 0,-12-22-92 0,12 11 46 0</inkml:trace>
  <inkml:trace contextRef="#ctx0" brushRef="#br0">27263 3956 11 0,'0'0'17'0,"0"12"3"0,0-12 3 0,0 0-4 0,0 12 8 0,12-24 6 0,-12 0-29 0,0-2 1 0,12 3-3 0,0-1 0 0,0 0-1 0,-12-12 0 0,24 12 0 0,-11 0-1 0,-2 0 1 0,14-1 0 0,-13 1 4 0,0 0-1 0,-12 12-1 0,12 0-2 0,-12 0 1 0,13 12 0 0,-13 0-2 0,35 25 2 0,-23-25 0 0,0 0 1 0,14-12-1 0,-26 12 1 0,11-12-1 0,-11 0 0 0,11 0-1 0,-11 0-3 0,0 0-18 0,0-12-129 0</inkml:trace>
  <inkml:trace contextRef="#ctx0" brushRef="#br0">32512 8552 35 0,'0'0'0'0,"11"0"99"0,-11 0-84 0,0 0-6 0,13 12-1 0,-1-12-3 0,12 0-2 0,-10 0-2 0,8 0-1 0,15 0-6 0,-37 0-5 0,24 0-18 0,-12 0-16 0,-12 0-31 0</inkml:trace>
  <inkml:trace contextRef="#ctx0" brushRef="#br0">32512 8685 39 0,'0'0'42'0,"0"0"-17"0,11 0-10 0,2 11-10 0,-1-11-5 0,0 0-8 0,14 0-20 0,9 0-36 0</inkml:trace>
  <inkml:trace contextRef="#ctx0" brushRef="#br0">33056 8502 37 0,'0'0'18'0,"-12"0"2"0,0 0-6 0,0 13-1 0,0-13-5 0,-12 13-5 0,13 11 0 0,-2-12-2 0,-12 24-1 0,13-1 0 0,-1-9 0 0,13-2-1 0,13 0 1 0,11-13 0 0,-11 2 1 0,35-13 3 0,-24 0 4 0,12 0 3 0,-11-13 1 0,-1-11 0 0,-12-11-4 0,-12 9-4 0,0 2-2 0,-24-11-3 0,-1 23-21 0,-11 12-99 0</inkml:trace>
  <inkml:trace contextRef="#ctx0" brushRef="#br0">27323 8080 7 0,'0'0'0'0,"0"0"29"0,12 11 0 0,-12 13-6 0,0-11-7 0,0 12-2 0,0-13-2 0,0-12 0 0,0 0 1 0,13 0 1 0,-13 0-5 0,0-26-5 0,0 2 0 0,0-11-1 0,-13-1-1 0,1-61 0 0,12 36-2 0,-12 1 0 0,0-1 0 0,12 24 1 0,-12 2-1 0,12 35 1 0,0 0-1 0,0 0 0 0,0 0-1 0,0 24 1 0,0 0-1 0,-12 13 1 0,12-13-1 0,-12 0 1 0,0 12-1 0,-1-12 0 0,13-12 1 0,-12 1 0 0,0-1 0 0,12-24 2 0,0-13-2 0,0 13 1 0,12-12-1 0,0-13 0 0,-12 13 0 0,13 0 0 0,-1 12 1 0,0 0-1 0,0-1 1 0,0 13 0 0,0 13 1 0,0 11 1 0,13 0-2 0,-14 13 0 0,26-13-1 0,-13 0-6 0,24 13-69 0,-36-25-7 0</inkml:trace>
  <inkml:trace contextRef="#ctx0" brushRef="#br0">29113 7221 144 0,'0'-24'24'0,"0"11"-7"0,12-11-2 0,0 1-5 0,0 9-10 0,-24 14-37 0,12 0-95 0</inkml:trace>
  <inkml:trace contextRef="#ctx0" brushRef="#br0">31447 9362 4 0,'0'0'12'0,"0"0"8"0,13 12-3 0,-26-12-5 0,13 0-1 0,0 0-1 0,0 0-1 0,0 12-2 0,0-12 2 0,13 0-1 0,-2 0-1 0,14 12-3 0,23-12 0 0,-35 0 0 0,35 0 1 0,0 0-1 0,13 0-2 0,84 0 0 0,-60 0-1 0,-25 0-1 0,-13 0 0 0,-21 0 2 0,-2 0 1 0,-24 0-1 0,0 0 0 0,0-12-2 0,-12 12 1 0,-13-12-1 0,1 0 0 0,13 12 1 0,-14-13-1 0,13 2-2 0,0 11 2 0,-12-13 0 0,12 13 0 0,-1 0 1 0,13-11 0 0,-12 11 1 0,12 0-1 0,0-13 0 0,-12 13-1 0,24 0 1 0,-12 0-1 0,12 13 2 0,1-2-1 0,-1-11 0 0,12 24-2 0,0-11 1 0,-12 11 1 0,23-12-1 0,-22 13 0 0,0-1 1 0,-1-12 0 0,-12 12 1 0,0-12 1 0,-12 11 2 0,-14-10 0 0,4 0-1 0,-3-1-2 0,1 0-1 0,-12-12-2 0,23 12-13 0,13-12-103 0</inkml:trace>
  <inkml:trace contextRef="#ctx0" brushRef="#br0">31798 9518 0 0,'0'0'1'0,"0"0"3"0,0 0 4 0,0 0 5 0,12-11 0 0,-12 11 3 0,0 0-2 0,0 0-3 0,0-12-4 0,0 12-3 0,0 0-3 0,0 0-1 0,0 0 1 0,0 0 12 0,0 0-12 0,0 0 0 0,13 0 13 0,-13 0-9 0,0 0-1 0,0 0 0 0,-13 0-3 0,13 0-1 0,-12 0 0 0,12 0 1 0,0 0-1 0,-12 0 1 0,12 0 0 0,-13 0-2 0,13 0 1 0,-11 0 0 0,11-12-1 0,-13 12 1 0,2 0 0 0,0-12 0 0,-2 12-1 0,1-12 1 0,0 0-1 0,-14-12 0 0,15 11 0 0,0 1 0 0,-2-12 0 0,1 12 0 0,0-12 0 0,0 11 0 0,-24-11 1 0,23 0 0 0,-11 11-1 0,12 2 2 0,-12-13-2 0,0 11 1 0,11-11 1 0,2 1 0 0,-2 9-1 0,-11-10 1 0,11 13 1 0,-11-13-1 0,13 0 0 0,-13 0 0 0,12 12-1 0,-2-2 1 0,-8-9 0 0,-2-13 0 0,11 12 0 0,1-1 0 0,0 13 0 0,0-12 0 0,0 0-1 0,12-1 0 0,-12 1 0 0,12 0 1 0,-13 0 0 0,1 0-1 0,0 0 1 0,0 0 1 0,0 0-2 0,0-2 1 0,0 15-1 0,-1-13 0 0,13 12 0 0,-11-12 1 0,11 0-1 0,-13-1 1 0,1 1 0 0,0 0 0 0,-12-25 2 0,11 38-2 0,2-14 0 0,-13 1-1 0,13-1 1 0,11 14 0 0,-13-13-1 0,1 0 1 0,-13 11 0 0,14-11-1 0,-2 0 2 0,1 0 0 0,-12 0 0 0,12-2 0 0,12 2-2 0,-12-23 2 0,12 35-2 0,0-24 1 0,-12 22-1 0,12-21 0 0,-13 23 0 0,1-24-1 0,12 11 1 0,-12-11 1 0,0 12 0 0,0-1-1 0,0-10 1 0,0-2 0 0,0 0-1 0,-1-10 1 0,2-2-1 0,-14 25 0 0,13 0 0 0,-12-12 1 0,0 11-1 0,0-11 0 0,0 0 1 0,-2 0-1 0,4-13 0 0,9 13 0 0,-47-38 1 0,23 39-2 0,1-2 1 0,-13 14 1 0,-11-15 0 0,24 3-1 0,-25-1 0 0,26 12 1 0,-14-13-1 0,0 13 2 0,1 12-3 0,-1-12 1 0,1-1 0 0,0 1 1 0,-1 12-1 0,2-12 0 0,-14-1 0 0,12 1 0 0,-11 13 1 0,23-2-1 0,-58-24 0 0,56 13 1 0,15 13-2 0,2-13 2 0,-15 12-1 0,-11-37-1 0,35 13 1 0,-23 24 1 0,24-12-1 0,0 0 0 0,0-2 0 0,0 15-1 0,-1-13 1 0,1 0 0 0,-12-12 1 0,-1 11-2 0,1 1 1 0,-37-49 0 0,39 36 0 0,-2 13 0 0,11-11 0 0,1-1 1 0,0-2-1 0,0 14 0 0,0-23 0 0,-1 9 0 0,2-21 0 0,11 23 0 0,-13-1 0 0,13 1 0 0,0 0 0 0,-12-13 0 0,12 13 0 0,0-1 0 0,-12 2 0 0,12-15 0 0,-12 15 0 0,0-1-1 0,0-2 2 0,-12 15 0 0,11-1-1 0,-11 0-1 0,-13 0 2 0,15-13-2 0,-15 13 1 0,-11-13 0 0,24 2 0 0,-1 22 0 0,-36-35 0 0,25 11 0 0,12 14-1 0,-12-2 2 0,-13 1-2 0,13 11 1 0,-13-10 0 0,2 11 0 0,-2-12 0 0,-12-2 0 0,25 3 1 0,-13 11-2 0,1-12 1 0,11 12 0 0,-10-12 0 0,9 11 1 0,3 1-2 0,-13-12 1 0,-1 12 0 0,1 0-1 0,-1 0 1 0,-11-1 0 0,12 2 1 0,-2-2-2 0,3 13 1 0,-2-11 0 0,1 11 0 0,12-13 0 0,-13 13 0 0,13-12 0 0,-1 12 0 0,2-12 1 0,-15-1-1 0,15 2 0 0,-1 11-1 0,0-13 1 0,11 13 0 0,1 0 0 0,0 0 0 0,0 0 0 0,-1 0 1 0,1 0-2 0,-1 0 1 0,1 0 0 0,-12 0 0 0,0 0 0 0,12-11 0 0,-12 11 1 0,0 0-1 0,-1 0 1 0,1-13-2 0,-13 13 2 0,13 13-1 0,-12-13 0 0,-1 0 0 0,13 11 0 0,-24-11 0 0,-1 13-1 0,1-13 1 0,-1 0 0 0,1 0 0 0,-1 0 0 0,-11 0 0 0,11 0 0 0,1 0 0 0,-13 11 1 0,13-11-1 0,-1 0 1 0,1 13-1 0,0-13 0 0,-1 12 0 0,12 0 0 0,1-12 1 0,11 13-2 0,-11-13 2 0,0 11-1 0,-12-11 0 0,11 13 0 0,1-2 0 0,-1 14 0 0,13-13 0 0,-13 12 0 0,13 0 0 0,-13 13 1 0,14-13-1 0,-2 12 0 0,-11 1 0 0,0-1 1 0,-1-13-1 0,13 1-1 0,0 14 2 0,-1-15-1 0,0 14 0 0,2-2 0 0,-1-9 0 0,11 9 0 0,1 14 0 0,-24 11 0 0,36-11-1 0,-25-1 1 0,13 1 1 0,0-2-1 0,0 3 0 0,-13-15 1 0,13 13-1 0,-35 50 0 0,35-38-1 0,11-11 2 0,-24 11-1 0,13 1 0 0,0-2 0 0,12-9 0 0,-12 9 0 0,0 2 0 0,-1 0 0 0,1-13 0 0,0 13 0 0,12-1 1 0,-12 1-2 0,13 11 1 0,-15-11 0 0,2 11 0 0,-11-11 0 0,-2 11 0 0,0 13-1 0,1 0 1 0,0 0 0 0,-1-14 0 0,25 3-1 0,-24-14 1 0,24 13 0 0,-25-13 0 0,26 13 0 0,-14-13 0 0,1 12 0 0,-12 1 1 0,12 0-1 0,-13 12 0 0,2-1 1 0,-14 1-2 0,25 11 2 0,-25-11-2 0,13 12 1 0,-1-12 0 0,1 0 0 0,12 11 0 0,-12-11 0 0,0 11 1 0,-13-11-1 0,13 12 0 0,-12 12 0 0,-1 0 0 0,13-13-1 0,-12 13 2 0,11-1-2 0,0 1 1 0,2-11 0 0,-2-2 1 0,2 1-1 0,-2 0 0 0,1 11 0 0,-1-10 1 0,1 11-2 0,-13 0 1 0,1-1 1 0,11 1-1 0,-10 11 0 0,-2 2 0 0,-11-13 0 0,-1 12 0 0,13-12-1 0,-13 0 0 0,13 0 1 0,-13-1 0 0,13-12 1 0,-12 13-1 0,11 0-1 0,-11 1 2 0,-1-1-1 0,-11-2 1 0,11 2-2 0,1 1 1 0,-1-1 0 0,13-12 0 0,0 0-1 0,-1-1 0 0,2-11 0 0,-3 0 1 0,2-1 1 0,-24 25-1 0,23-37 0 0,-72 61 0 0,61-72 0 0,-1 0-2 0,-11-1 2 0,-1-11-1 0,0 11 1 0,0-25 0 0,-23 15-1 0,11-15 2 0,-11 2-1 0,-1 0 0 0,1-26 0 0,-2 26 1 0,1-25-1 0,1-12-1 0,0 12 1 0,-2-12 0 0,-11-24 0 0,1 0-1 0,-13-13-6 0,0-11-6 0,0 0-10 0,25 11-33 0,59 24 1 0</inkml:trace>
  <inkml:trace contextRef="#ctx0" brushRef="#br0">24614 5213 21 0,'0'0'0'0,"0"-24"35"0,0 11-15 0,12-11-7 0,0 13-5 0,0-2-4 0,-12 2-1 0,-12-1-3 0,0-2-2 0,-12 3 0 0,-25-2 1 0,1 13 2 0,-13 0 1 0,-11 0 0 0,0 13 0 0,-13-2 1 0,0 3 0 0,0 9-1 0,1 1 0 0,-1 13-2 0,12 0 1 0,1 11-1 0,-1 0 1 0,1 13-1 0,-1-1 0 0,-12 13 1 0,-12 11 1 0,12 1-2 0,-83 96 2 0,71-96-2 0,0 0 0 0,0 0 0 0,1 10 0 0,-1-10 0 0,-1 13 1 0,-11-1 0 0,14 10-1 0,-3-22 1 0,13-11 1 0,-11-2-1 0,12 1 0 0,-13-13 0 0,0-11 0 0,-1-1 1 0,3 11 0 0,10-22-1 0,0 11 0 0,13 2 0 0,11-15 0 0,-11 14 0 0,11-13-1 0,1 1 0 0,-73 47-6 0,61-47-5 0,-1-13 3 0,0-12 6 0,-12-12 3 0,-24 12 2 0,13-12 1 0,-25 11-1 0,11-11-3 0,3 13-2 0,-15 11-19 0,13-11-50 0,73-1 46 0</inkml:trace>
  <inkml:trace contextRef="#ctx0" brushRef="#br0">19183 7717 52 0,'0'0'0'0,"-85"0"48"0,2 0-24 0,20 0-11 0,-8 11-8 0,-2 14-5 0,25 11-4 0,-1 1-9 0,-72 60-15 0,49-49 26 0,-1 1 4 0,1 11 5 0,-1-12 7 0,1 13-3 0,-13 11-4 0,13 0-3 0,-13 13-1 0,0-1-3 0,-1 14 0 0,-9-13 0 0,-2 11 0 0,-13 1 0 0,3 0 1 0,-27 12-1 0,1-12 0 0,-11-1 0 0,10 25 0 0,1-12-1 0,-12 11 2 0,12 2 0 0,-1-13-1 0,0 12 1 0,2-24 0 0,-1 12 1 0,0-14 0 0,-12 3 1 0,-1-13-1 0,2-1 0 0,-1 1 0 0,12-12 0 0,12-2-2 0,12-10-10 0,48 0-42 0,49-49-12 0</inkml:trace>
  <inkml:trace contextRef="#ctx0" brushRef="#br0">18832 13595 50 0,'-24'-24'26'0,"-36"0"-4"0,11 0-9 0,0-1-7 0,14-11-4 0,-2 0-2 0,2-25 1 0,-2 0-2 0,0-10 1 0,1-26 0 0,12-24 0 0,-12-1-1 0,11-22 2 0,1 11 1 0,0-25-1 0,-13 12-1 0,-11-58 1 0,24 34-1 0,-11 13 1 0,-2 0-1 0,11-12 0 0,-9-14 0 0,-49-179 2 0,23 169-1 0,13-1 0 0,-26 1-1 0,15-1 0 0,-14 13 0 0,-12-14 0 0,0 3 1 0,13-2-1 0,-13 12 0 0,-11-11 0 0,11 12 0 0,-12-13 0 0,13 13 1 0,-13-1 2 0,0 1-1 0,12 12-1 0,-11 11-1 0,11 0 1 0,0 2-1 0,12-1-1 0,-12-2 1 0,14 15 0 0,-14 11-2 0,0-1-4 0,-12 1-6 0,13 13-1 0,-1-1-2 0,-84-110-20 0,95 112 34 0,-9 10 4 0,-2 0 5 0,12 11 5 0,-12 2-4 0,0 24-6 0,2 11-4 0,22 13-24 0,12 23-22 0</inkml:trace>
  <inkml:trace contextRef="#ctx0" brushRef="#br0">10995 8805 58 0,'-37'73'3'0,"-35"24"0"0,35-12 4 0,-11-25 1 0,12-11-5 0,-13 11-7 0,1 1-8 0,-37-2-4 0,1 2-2 0,-25 0-10 0</inkml:trace>
  <inkml:trace contextRef="#ctx0" brushRef="#br0">4354 4850 48 0,'-49'-24'10'0,"-95"-72"13"0,23 22-1 0,-1 2-4 0,2 12-9 0,-1 12-4 0,24-1-2 0,0 25-2 0,38 0-3 0,22 24-23 0,25 0-60 0</inkml:trace>
  <inkml:trace contextRef="#ctx0" brushRef="#br0">7827 11309 18 0,'-74'-37'3'0,"-71"-11"-1"0,12 0 2 0,0 11-2 0,0 14-11 0,-23-1-10 0</inkml:trace>
  <inkml:trace contextRef="#ctx0" brushRef="#br0">5807 11092 4 0,'0'0'0'0,"-219"12"18"0,1 0 3 0,25-12-4 0,10 12-3 0,15-12-3 0,12 0-4 0,22 0-3 0,25 0-3 0,24 11-3 0,26-11-17 0,34 24-53 0</inkml:trace>
  <inkml:trace contextRef="#ctx0" brushRef="#br0">6931 13003 104 0,'0'0'0'0,"-109"83"6"0,-12 39-3 0,36 11-1 0,-13 13-1 0,3 11-2 0,-2 12 0 0,0 37-4 0,-12-1 1 0,0 0-1 0,0 14-2 0,1 10 2 0,-13-11 1 0,-1-25 3 0,-9-23 6 0,-3 12 1 0,-24-14-3 0,2 2-8 0,-14 12-55 0</inkml:trace>
  <inkml:trace contextRef="#ctx0" brushRef="#br0">10970 5152 14 0,'0'0'21'0,"0"13"13"0,0-13-3 0,0 0 9 0,0 0-28 0,0-13-4 0,0-11 0 0,0-13-1 0,0-11 1 0,0-23-2 0,0-2-1 0,0-12-2 0,0-12-2 0,0 12-1 0,12-11 0 0,1 36 1 0,-13 35-1 0,0 1-1 0,0 24 1 0,0 0-2 0,0 0-54 0,12 11-50 0</inkml:trace>
  <inkml:trace contextRef="#ctx0" brushRef="#br0">10062 3194 2 0,'0'0'4'0,"0"-13"11"0,0 0 5 0,0 2 2 0,0-2-5 0,0-11-3 0,0 13 0 0,0-2-3 0,13 2-1 0,-13 11-5 0,0 0 2 0,0 24-4 0,0 11-3 0,0 2 1 0,0 24 1 0,0-13-1 0,0 0-1 0,12 1 1 0,2-1-1 0,10-11 1 0,-2-1-1 0,15-13-1 0,11-23 2 0,-11 13-1 0,12-13 1 0,-1-24 0 0,-11 12 0 0,-2-24 1 0,-11 12 2 0,-12-13 0 0,13 1 0 0,-25-12-1 0,11 11-1 0,-11-11-1 0,0 11 0 0,0 0-2 0,0 13 1 0,0 13 0 0,0 11-5 0,0 0-19 0,0 0-19 0,0 11-37 0</inkml:trace>
  <inkml:trace contextRef="#ctx0" brushRef="#br0">10281 3157 38 0,'0'-13'10'0,"0"2"9"0,0 11 1 0,0-13-3 0,0 26-5 0,12 11-8 0,-12 13 0 0,0 11-1 0,12 85 3 0,-12 36-3 0,0-84 0 0,-12 0-2 0,12-13 1 0,-12-24 5 0,12-23-2 0,-12-1 1 0,12-24-4 0,0 0-8 0,0 0-115 0</inkml:trace>
  <inkml:trace contextRef="#ctx0" brushRef="#br0">10716 3810 16 0,'0'-12'29'0,"0"0"-1"0,0-12 0 0,0 11-8 0,0 2-5 0,0-2-6 0,-11 13-3 0,-14 0-1 0,13 0 0 0,-12 0-3 0,0 24-1 0,-13 1 0 0,25 11 0 0,-25 1 0 0,26-1 0 0,-2 12-1 0,13-11-1 0,0-13 1 0,0 0 1 0,0-13-1 0,24 2 0 0,-11-13 1 0,11 0 0 0,0-13 1 0,-11-10-2 0,23-1 0 0,-24 0 1 0,0-13 0 0,0 1-2 0,0 0 2 0,1 11-2 0,-2 1 2 0,-11 0-2 0,0 24 3 0,0 0 0 0,0 12 0 0,0 24-1 0,0 1 0 0,0-1 0 0,13 0 0 0,-1 1 0 0,12-13-1 0,1-12 1 0,10-12 0 0,-11 0 1 0,2-24-2 0,-4 0 0 0,15-1-21 0,-25-11-125 0</inkml:trace>
  <inkml:trace contextRef="#ctx0" brushRef="#br0">10995 4051 34 0,'0'-35'37'0,"0"-1"-12"0,12 12-1 0,0 10-4 0,-12 14-7 0,0 14-7 0,0 22 1 0,0 23 0 0,12 2-3 0,-12 11-2 0,12-11-1 0,0 24-14 0,0 0-129 0</inkml:trace>
  <inkml:trace contextRef="#ctx0" brushRef="#br0">10982 10959 28 0,'-12'0'20'0,"12"-13"-3"0,25 13 0 0,-1-12-2 0,24 12-3 0,25-12-3 0,-1 12-1 0,25-12 2 0,0 12-1 0,-13-12-5 0,1 12-2 0,-24-12-1 0,-26 0 0 0,-10 12 0 0,-25-13-6 0,-12 13-14 0,12 0-15 0,-13-11-54 0</inkml:trace>
  <inkml:trace contextRef="#ctx0" brushRef="#br0">11357 10959 36 0,'0'0'22'0,"0"-25"4"0,0 13-7 0,0 0 2 0,-12 0-4 0,12 0-5 0,-12 12-5 0,12 12-5 0,-12 24 1 0,12 1-1 0,0 11 0 0,12 13-1 0,12-2-1 0,13-11 1 0,11-22-1 0,0 9 1 0,1-35 0 0,-2 13 0 0,3-26 2 0,-2-11 2 0,-12 1-1 0,-12-15-1 0,1 3 1 0,-13-13-2 0,0-1-1 0,-12 13-1 0,0-13 1 0,-12 25-1 0,12 0-2 0,0 0-7 0,-12 24-15 0,12 0-120 0</inkml:trace>
  <inkml:trace contextRef="#ctx0" brushRef="#br0">11586 10886 84 0,'0'0'0'0,"-11"-36"24"0,11 12-13 0,0 11 7 0,0 13-6 0,0 24-6 0,0 13 1 0,11 96 8 0,2-48-9 0,12 10-2 0,-13-10-3 0,1 0 0 0,-2-12 1 0,0 0-1 0,-11 0 1 0,0-49-1 0,0-12-1 0,0 0-2 0,0-12-15 0,0 12-30 0,0-12-52 0</inkml:trace>
  <inkml:trace contextRef="#ctx0" brushRef="#br0">11962 11612 87 0,'0'0'0'0,"0"-36"27"0,0-1-15 0,0 13 7 0,-11-12-8 0,-2 12-4 0,-23 11-3 0,12 13 0 0,-13 13-1 0,1 23 2 0,12 0-1 0,-1 25-2 0,13-13 0 0,12 12-2 0,12-23 0 0,25-13 0 0,-1-13 0 0,1 2 1 0,-1-13-1 0,0-13 0 0,-12-11 0 0,-13 1 1 0,2-2-1 0,-13-23 0 0,0 24 0 0,0 0 0 0,0 12 0 0,0 12 0 0,0 0-1 0,-13 24 1 0,26 0-1 0,-13-1-2 0,37 14-13 0,-24 0-23 0,-2-2-69 0</inkml:trace>
  <inkml:trace contextRef="#ctx0" brushRef="#br0">12132 11792 63 0,'0'-11'44'0,"11"-26"-23"0,38 2 6 0,-25 9-16 0,13 15-5 0,-25 11-3 0,24 0-2 0,-24 24 1 0,-12 13 0 0,-12 11 0 0,0 0 0 0,0-11 0 0,12 11-2 0,-12-24 1 0,24 0 0 0,24-11 0 0,11-13-2 0,27-13-38 0,-50 1-36 0</inkml:trace>
  <inkml:trace contextRef="#ctx0" brushRef="#br0">10414 14043 2 0,'-11'0'5'0,"-14"-36"18"0,13 23 10 0,0 1-2 0,0 0-13 0,-1 12-4 0,13 0-7 0,0 0-3 0,0 85 6 0,13-38-7 0,-1 3-1 0,0 9 0 0,12 2-1 0,13 0-1 0,-15-37 2 0,28-11 0 0,-2-2 1 0,13-35 2 0,-1-13-1 0,1-11-1 0,0 11-2 0,-15-11 1 0,-7 13-1 0,-28-1-1 0,-11 11 1 0,0-11 0 0,0 0-1 0,-11-1-6 0,-15 1-11 0,13 12-22 0,-22 0-69 0</inkml:trace>
  <inkml:trace contextRef="#ctx0" brushRef="#br0">10595 13861 52 0,'0'0'0'0,"-12"-12"39"0,12 12-32 0,0 0 1 0,0 25 8 0,0 23-2 0,0 12-5 0,12 13 0 0,-12 24-2 0,0 12-2 0,13 108-1 0,-1-120-3 0,-12-24 0 0,12-1-1 0,-12-23 0 0,0-26 0 0,0 1 1 0,0-11-2 0,0-13-8 0,12 0-22 0,-12 11-81 0</inkml:trace>
  <inkml:trace contextRef="#ctx0" brushRef="#br0">10934 14792 79 0,'0'-11'16'0,"24"-26"-1"0,0 13 3 0,-24 0-3 0,13-12 0 0,-26 36-11 0,-11 0-3 0,0 0 1 0,0 36 0 0,-11 12 0 0,22 0-1 0,0-11 0 0,13 11-1 0,0-24 0 0,26 0 1 0,-4-24 0 0,3 0 0 0,23-24-1 0,-36 13 1 0,-12-14-1 0,0 13 1 0,0-12-2 0,0 24 1 0,13-13 0 0,-13 13-1 0,12 13 0 0,-12 11 0 0,12 13 1 0,0-2-2 0,12 2-15 0,-12-1-13 0,0-11-21 0,1-13 2 0</inkml:trace>
  <inkml:trace contextRef="#ctx0" brushRef="#br0">11177 14962 67 0,'0'-12'16'0,"11"0"13"0,0-1-7 0,26 2-4 0,-11-2-7 0,-15 13-6 0,13 13-2 0,-12-2-1 0,-12 2 0 0,0 23 0 0,-12-12-1 0,-1 1 1 0,-9 11-1 0,9-12-1 0,-12 0 0 0,25-13 0 0,-12 3 0 0,24-2 0 0,0 0 1 0,49 0-1 0,-37 12 0 0,0 0 1 0,-12 0-1 0,0 1 0 0,-12-2 1 0,-24-10 3 0,12 11 1 0,-59 0 5 0,45-24-9 0,-11 0-1 0,15 0 1 0,9 0-4 0,1 0-13 0,12 0-32 0,0-13-58 0</inkml:trace>
  <inkml:trace contextRef="#ctx0" brushRef="#br0">21965 6579 16 0,'0'0'0'0,"0"0"24"0,0 0-6 0,0 0-1 0,0 0-6 0,0 0-4 0,0 0 12 0,13 0-5 0,11-23 1 0,-2-1-8 0,28-12 3 0,46-49 6 0,1 24-6 0,-12-12-5 0,13 1-2 0,-15 11-3 0,-22 13 1 0,-25 24 1 0,-24 11-2 0,-12 2 0 0,0 11-6 0,0 0-29 0,-12 0-89 0</inkml:trace>
  <inkml:trace contextRef="#ctx0" brushRef="#br0">21396 4923 56 0,'-12'-12'17'0,"12"12"1"0,0 12 1 0,0 12-10 0,0 25-4 0,12-2-1 0,1 15-2 0,23-15-1 0,0-10 0 0,0-13 0 0,1-11 4 0,11-2 5 0,26-35 13 0,-39-13-15 0,1 13-4 0,-12 0-1 0,-12-13-2 0,1 26-1 0,-13-26-1 0,0 2-10 0,0 11-18 0,0-13-28 0,-13 37-1 0</inkml:trace>
  <inkml:trace contextRef="#ctx0" brushRef="#br0">21687 4814 73 0,'-11'0'16'0,"-15"-12"-7"0,26 0 4 0,0 12 2 0,-13 12-7 0,13 24 0 0,0 25 1 0,0 12 1 0,0 11-1 0,13 12-2 0,0 2-3 0,0-2-2 0,-13-11 0 0,0-24-1 0,0-1 0 0,-13 1 1 0,0-49-1 0,13 0-2 0,0-12-14 0,0-12-114 0</inkml:trace>
  <inkml:trace contextRef="#ctx0" brushRef="#br0">22074 5443 96 0,'0'-12'38'0,"-24"-12"-33"0,12 24 5 0,-13 0 1 0,14 12-2 0,-13 23-3 0,-1 3-4 0,13 10-1 0,12-1 0 0,-12-9-1 0,36-2 0 0,-12-25 0 0,12 2-1 0,0-13 2 0,13-24-2 0,-24 0 2 0,9-13-1 0,-22 0 1 0,0 2-1 0,0 23 0 0,0 0 1 0,0 12 1 0,0 0 0 0,0 12 0 0,0 12 0 0,0 12-1 0,24 1-1 0,1-2-3 0,-1-11-14 0,12 0-22 0,-23-11-28 0,-13-1 20 0</inkml:trace>
  <inkml:trace contextRef="#ctx0" brushRef="#br0">22316 5504 73 0,'0'0'25'0,"0"0"-3"0,0 12 5 0,12 24-1 0,-12 25-13 0,12 11-9 0,-12-11-3 0,25 23-10 0,-3-11-69 0,-9-37 6 0</inkml:trace>
  <inkml:trace contextRef="#ctx0" brushRef="#br0">21433 8611 19 0,'0'0'18'0,"0"-11"4"0,12-1-14 0,-12 0-4 0,12-12-2 0,0 12 2 0,-12 0 4 0,0-1 9 0,0 13 0 0,0-13-2 0,0 13-4 0,0 0-5 0,0 13-1 0,0 12-1 0,24 11-1 0,13-1 0 0,35 27-1 0,26-2 2 0,119 85 7 0,-110-60-6 0,3-12-3 0,-13 11-1 0,-36-23 0 0,-37-13-1 0,-12-24-1 0,-12 0-12 0,-12-11-33 0,0-2-54 0</inkml:trace>
  <inkml:trace contextRef="#ctx0" brushRef="#br0">21094 9022 108 0,'0'-11'5'0,"0"11"-2"0,0 0 2 0,-12 37 5 0,12 11-1 0,0 0-3 0,24 0-2 0,0 0-2 0,25 2 3 0,0-15 2 0,-1-22 1 0,0-2-1 0,0-11-1 0,-11-11 0 0,-13-2 0 0,-24-11-1 0,0-13-3 0,0 2-1 0,-13-2 0 0,13 0-2 0,-11 2-2 0,11-1-11 0,0 0-19 0,0-1-39 0,0 25 14 0</inkml:trace>
  <inkml:trace contextRef="#ctx0" brushRef="#br0">21313 9084 103 0,'-13'-12'8'0,"13"12"0"0,0 0 2 0,-12 0 5 0,12 24-6 0,0 11-2 0,0 3 1 0,0 9-1 0,0 14-2 0,12 11-3 0,-12-11 0 0,0 0-1 0,0-1-1 0,0 1 0 0,0-13 1 0,-12-11-1 0,12-2-4 0,-12-11-13 0,12 0-22 0,0-11-65 0</inkml:trace>
  <inkml:trace contextRef="#ctx0" brushRef="#br0">21626 9604 107 0,'-11'-12'12'0,"-14"-12"3"0,1 12-5 0,-37 12 7 0,37 36-14 0,0-1 0 0,12 15-2 0,12-15 0 0,-12 2-1 0,36-13 0 0,-12-12 1 0,12 0-1 0,-12-12 0 0,25 0 1 0,-25-37-1 0,0 13 0 0,12 0-1 0,-12-11 1 0,1 9 0 0,-2 15 1 0,-11-2-1 0,0 13-1 0,0 13 1 0,0 11 1 0,0 13-1 0,11 11 0 0,-11 0-4 0,13-11-19 0,13 11-27 0,-2-24-26 0</inkml:trace>
  <inkml:trace contextRef="#ctx0" brushRef="#br0">21892 9736 129 0,'0'0'14'0,"-12"37"7"0,12 11 1 0,0 1-7 0,0-13-7 0,12 13-6 0,0-1-4 0,1 1-30 0,-1-1-91 0</inkml:trace>
  <inkml:trace contextRef="#ctx0" brushRef="#br0">30359 9568 17 0,'-12'-12'17'0,"-12"-13"8"0,11-11-3 0,2 0-8 0,11-13-4 0,0 13-2 0,11-13 0 0,-11 1 1 0,25-13-1 0,-13 14-1 0,-12-15-2 0,24-9 0 0,0-2-1 0,1 12-1 0,11-12 0 0,13 1 0 0,23 11 0 0,-12 13-1 0,0 11 0 0,-11 14 0 0,36-13 0 0,-2 12-1 0,2-2-1 0,85 3 2 0,-84 11-2 0,-1 0 0 0,-2 12-1 0,-10 0 2 0,0 0-1 0,-37 12 2 0,-12 0-2 0,11 11 1 0,3 3 0 0,-2-2-2 0,12 12 2 0,-11 0-1 0,11 49 0 0,12 11 2 0,-35-47-1 0,-25 11-1 0,12 1 1 0,0 0 0 0,-12-1-1 0,0-1 0 0,0 63 3 0,0-61-2 0,0-1 0 0,-12 13 1 0,0-13-2 0,-37 60 1 0,25-59 0 0,-12 0-1 0,-25 48 2 0,24-61-3 0,2 1 1 0,-86 72 0 0,60-85 0 0,-11-1 1 0,23-21-1 0,0-14 1 0,-12 12 0 0,15-12 0 0,-15 0-1 0,-12-12 1 0,12-13-2 0,-11 1 4 0,-73-60-4 0,-1-1 0 0,26 12 2 0,23 13 0 0,0-14 0 0,13 15-1 0,35 9 0 0,13 15 0 0,25 11-6 0,22 0-15 0,49 12-24 0,13 12-57 0</inkml:trace>
  <inkml:trace contextRef="#ctx0" brushRef="#br0">32221 9192 84 0,'-11'-23'35'0,"11"9"-15"0,0-10-3 0,0 0-5 0,0 1-4 0,0 11-7 0,0 12 2 0,0 0 1 0,0 35-1 0,11 2-1 0,-11 11 1 0,13 24-2 0,-13 2 0 0,12 11 0 0,-12-13-1 0,0-11 0 0,0-1 1 0,0 1 0 0,0-26-2 0,0 2-2 0,0-13-9 0,-12-12-10 0,12 0-27 0,0-12-54 0</inkml:trace>
  <inkml:trace contextRef="#ctx0" brushRef="#br0">32427 9459 82 0,'0'0'19'0,"-11"12"-10"0,11-12 4 0,0 12 0 0,-13 23-3 0,13-9-6 0,-12 22-2 0,12-13-1 0,12 2 0 0,1 0 0 0,9-13 0 0,4-13 1 0,-2 2 0 0,11-13 2 0,2 0 0 0,-25-24 0 0,24-12 0 0,-23-2-2 0,-1-9-1 0,-12 11 0 0,-25-14 0 0,14 15 0 0,-38 11-1 0,13 12-4 0,-12-1-11 0,11 13-14 0,1 0-31 0,36 13 13 0</inkml:trace>
  <inkml:trace contextRef="#ctx0" brushRef="#br0">32839 9459 61 0,'0'0'0'0,"12"-12"41"0,-12-1-32 0,12 2-1 0,0-14 4 0,-12 13-12 0,0 0 1 0,0 12-1 0,-12 0 0 0,-12 12 1 0,-1 0-1 0,1 24 1 0,-12 13 0 0,36-14-1 0,24 3 1 0,1-14-1 0,-3 0 1 0,16-1-1 0,-13 1 0 0,-3 2 1 0,-9-14-1 0,-13 0 1 0,0-1 0 0,-13-11 0 0,-9 13-1 0,-3-13 1 0,-13 0 0 0,3 0 0 0,-1 11-1 0,-12-11-1 0</inkml:trace>
  <inkml:trace contextRef="#ctx0" brushRef="#br0">33322 9471 90 0,'0'-12'10'0,"0"12"-1"0,12-25 2 0,-12 14-1 0,-12-2 0 0,-13 1-3 0,3 0-3 0,-15 12-2 0,-11 0-1 0,11 24 1 0,13-11-1 0,0 23 1 0,24-12-2 0,0 11 1 0,12-9 0 0,24-2-1 0,12 0-1 0,-11 0 1 0,0 0 1 0,-2-13 0 0,-11 2 3 0,-11 0 1 0,-13 11 0 0,-25-13 0 0,-11 2-1 0,1-2-1 0,-15 2-2 0,14-2 2 0,-12-11-2 0,-1 0-2 0,1-11-15 0,23-2-117 0</inkml:trace>
  <inkml:trace contextRef="#ctx0" brushRef="#br0">10886 3338 13 0,'0'0'0'0,"0"0"14"0,0 0 2 0,11-11 41 0,2-2-51 0,11 13-2 0,12-24-1 0,13 12 1 0,24-13 0 0,84-47 1 0,-61 24-1 0,1 11-2 0,-24 0-2 0,-13 13 1 0,-11 13-1 0,-37-2 0 0,-24 13-20 0,-13 0-14 0,-23 24-37 0</inkml:trace>
  <inkml:trace contextRef="#ctx0" brushRef="#br0">10946 3168 35 0,'12'-24'7'0,"0"13"7"0,13-13 3 0,-13 11-3 0,-12 13-3 0,0 0-5 0,0 13 1 0,0 11 1 0,-12 0-3 0,-13 13-2 0,1 11-1 0,0-12 0 0,-1 0-1 0,14 1-1 0,0-13 2 0,11-12-2 0,0 0 2 0,11-12 2 0,25 0 2 0,0-24-1 0,13 12-1 0,-13 12-2 0,13-12-1 0,-13 12-1 0,0 0 1 0,-12 0-1 0,12 0 1 0,-36 0-1 0,12 0 5 0,-12-13 1 0,0 13 1 0,-12-24-4 0,-13 0-2 0,3 12 1 0,-39-48 0 0,37 23-2 0,-1 13 1 0,13 0-2 0,0 0 2 0,0 11-1 0,0 13-1 0,12 0-3 0,0 13-83 0,0-2 37 0</inkml:trace>
  <inkml:trace contextRef="#ctx0" brushRef="#br0">11926 2673 34 0,'0'-12'7'0,"0"-1"15"0,0-11-2 0,0 13 1 0,-12 11-3 0,12 0-15 0,0 24 0 0,12 12-1 0,-12 24 0 0,25 1 0 0,-3 0-1 0,-9-1 1 0,24 1-1 0,-13-13 0 0,-13-13-2 0,2-9-1 0,-1-15-1 0,0-11-10 0,-12 0-29 0,0-11-23 0</inkml:trace>
  <inkml:trace contextRef="#ctx0" brushRef="#br0">12265 2661 53 0,'0'0'13'0,"-12"-13"4"0,-1 13-3 0,-11 25-2 0,0 0-1 0,0 23-5 0,-1 0-3 0,-11 1-1 0,24 11-1 0,-12-11 1 0,11-13-1 0,2 0-5 0,0-1-50 0,11-21-13 0</inkml:trace>
  <inkml:trace contextRef="#ctx0" brushRef="#br0">12216 2673 54 0,'0'0'12'0,"0"-12"2"0,0 12-8 0,0 0 8 0,24 48 13 0,1-11-20 0,-1-1-1 0,0 13-1 0,12-13-1 0,-12 12-2 0,13-11-1 0,-24-13 1 0,-13 0-3 0,11-13-9 0,-11 2-14 0,0-13-4 0,-11 0-54 0</inkml:trace>
  <inkml:trace contextRef="#ctx0" brushRef="#br0">12519 2480 51 0,'0'-12'10'0,"0"0"2"0,0 12-3 0,0 24 11 0,0 11-1 0,0 27-6 0,0 9-7 0,-13-10-3 0,13 24-1 0,-12-12-5 0,12 12-21 0,-12-2-79 0</inkml:trace>
  <inkml:trace contextRef="#ctx0" brushRef="#br0">12808 3073 34 0,'0'-14'13'0,"0"-21"2"0,0 22 0 0,0 2-1 0,-22-1-6 0,-4 12-4 0,-9 0-3 0,-2 36 0 0,13 13 1 0,0-2-2 0,-1 14 2 0,25-13-1 0,-12-11 0 0,36-13-1 0,-11 0 1 0,11-24-2 0,-12 0 0 0,13-24-1 0,-1 0-1 0,-13-13 1 0,0 2 1 0,2-15 1 0,0 2 0 0,-13 11 0 0,13 13 1 0,-2 13 3 0,-11 11-1 0,11 11 0 0,-11 13 1 0,13 13-2 0,-13 11 0 0,0 2-1 0,0-2-1 0,11 12-5 0,2-11-24 0,11-13-12 0,-12-24 10 0</inkml:trace>
  <inkml:trace contextRef="#ctx0" brushRef="#br0">13123 3085 53 0,'0'0'10'0,"0"0"0"0,0 24 4 0,0 0 7 0,0 11-5 0,11 15-6 0,3 10-6 0,-2 13-2 0,12-2-19 0,0 15-95 0</inkml:trace>
  <inkml:trace contextRef="#ctx0" brushRef="#br0">11805 10076 107 0,'0'0'1'0,"-12"-12"2"0,12 12-1 0,12 0 5 0,12 36 1 0,13 0 1 0,-13 13-3 0,12 11-5 0,0 1 1 0,0-2-2 0,2 2 1 0,-16-24 0 0,-9-1-1 0,-1-24-1 0,-12 0-7 0,0-12-16 0,0 0-64 0</inkml:trace>
  <inkml:trace contextRef="#ctx0" brushRef="#br0">12265 9858 84 0,'0'0'12'0,"-12"0"2"0,12 0-4 0,-13 36 3 0,1 13-4 0,0 23-3 0,12-11-3 0,-12 23-2 0,0-12 0 0,0 13-2 0,0-12 1 0,0-13-1 0,12-11-12 0,0-25-25 0,0-13-56 0</inkml:trace>
  <inkml:trace contextRef="#ctx0" brushRef="#br0">12338 10003 106 0,'-13'-12'4'0,"-11"12"-1"0,24 0 1 0,0 24 6 0,0-1 1 0,12 27-3 0,24-2-4 0,-12 13-3 0,26-13-1 0,-3 0 1 0,2-11 0 0,-13-2 0 0,-12-35 1 0,-12 13 0 0,-12-13 13 0,0-24-11 0,0-13 1 0,-12-11-1 0,0-13 2 0,0-11-2 0,12-12-2 0,0-1-1 0,12-12 0 0,-12 0-1 0,12 25-2 0,0 22-7 0,0 26-17 0,0 13-20 0,13 11-46 0</inkml:trace>
  <inkml:trace contextRef="#ctx0" brushRef="#br0">13014 10112 97 0,'0'-12'7'0,"-24"-24"3"0,-12-25 15 0,-1 37-12 0,13 0-3 0,12 24-6 0,0 12-3 0,-12 24 1 0,11 13 1 0,2 11 0 0,22 73-2 0,14-98 0 0,24 2-1 0,-38-37 0 0,14 0 0 0,-13-37 1 0,-12 13-2 0,12-11 1 0,-12-15 0 0,0 15-2 0,12-13 0 0,0 36 0 0,12 12-3 0,-24 24 3 0,0 23-32 0,13 14-44 0,-13-48 37 0</inkml:trace>
  <inkml:trace contextRef="#ctx0" brushRef="#br0">13134 10269 85 0,'0'0'0'0,"0"-48"19"0,14 24-2 0,11-13 16 0,-25 37-23 0,11 61-3 0,-11-26-5 0,11 2 0 0,26 11 1 0,36-24 5 0,-37-24-6 0,0 0-8 0,1-11-48 0,-13 11-59 0</inkml:trace>
  <inkml:trace contextRef="#ctx0" brushRef="#br0">12083 13898 186 0,'-12'0'1'0,"-1"-13"-6"0,38 13-19 0,-13 0-34 0,0 0-26 0</inkml:trace>
  <inkml:trace contextRef="#ctx0" brushRef="#br0">12058 14503 188 0,'-22'0'8'0,"-3"48"-11"0,25-12-17 0,12-12-45 0,-12-24 0 0</inkml:trace>
  <inkml:trace contextRef="#ctx0" brushRef="#br0">31871 10123 88 0,'0'0'0'0,"0"0"8"0,0 0-2 0,-12-11 12 0,0 11-2 0,12 0 0 0,0-12-3 0,12 12-2 0,36 0-4 0,13-12-3 0,22 12 1 0,39-12 4 0,11 12-4 0,13-12-2 0,192-14 2 0,-155 15-2 0,-27-1-2 0,-10 0-2 0,34 0 1 0,-131 12-2 0,-37-12-20 0,-36 12-151 0</inkml:trace>
  <inkml:trace contextRef="#ctx0" brushRef="#br0">11781 3847 7 0,'-12'0'5'0,"-25"12"7"0,1-12-2 0,11 12 0 0,-10-12 0 0,-2 12 5 0,24-12 0 0,-9 12-1 0,22-12-2 0,-13 0 0 0,13 0-3 0,0 0 0 0,0 0 7 0,24 0-8 0,12 0-2 0,13-12-1 0,11-12-1 0,13 12-2 0,12-1 1 0,120-23 4 0,-96 24-7 0,12-12 2 0,11 0-1 0,14 11 1 0,-25-11 1 0,73-24 0 0,-146 35-3 0,-36 2 3 0,-12 11-5 0,-12 0-12 0,-25 11-46 0,1 13-42 0</inkml:trace>
  <inkml:trace contextRef="#ctx0" brushRef="#br0">12289 10946 47 0,'0'0'13'0,"0"0"1"0,0 0-2 0,0 0 7 0,36 0 4 0,25-24-5 0,23 0-3 0,13-13-2 0,12 13-4 0,12-12-4 0,-25 11-1 0,-23 14-3 0,-49 11-25 0,-11 0-71 0,-13 11 40 0</inkml:trace>
  <inkml:trace contextRef="#ctx0" brushRef="#br0">10705 15856 62 0,'-13'0'9'0,"-11"-11"21"0,24-2-4 0,0 2-7 0,48-2 1 0,26-22-4 0,58-2-5 0,25 1-3 0,37 0-3 0,12 12-1 0,205-37-3 0,-254 49 0 0,-36 12-3 0,-61 12-11 0,-23 12-22 0,-49 13-38 0,12-13 12 0</inkml:trace>
  <inkml:trace contextRef="#ctx0" brushRef="#br0">763 4197 12 0,'0'0'10'0,"-13"0"25"0,13-13-15 0,0 13-7 0,0 0-6 0,-11 0-5 0,-2 0-2 0,1 0-1 0,0 0 2 0,-12 13-1 0,-13 11 0 0,13-11 0 0,-12 11 1 0,23-13-1 0,-11 14 0 0,12-13 2 0,12 0 2 0,0 0 0 0,12-12 0 0,0 13 0 0,13-13-2 0,-1 0-2 0,-12 11 1 0,12 2 0 0,-12-1 2 0,-12 0-2 0,0 12 0 0,0-1 0 0,-12 3 0 0,-12-2 1 0,0 0-1 0,-1 0-1 0,13-13 0 0,12 2 1 0,-12-2-1 0,12-11 1 0,37 13 0 0,-25 0 0 0,12-1-1 0,-12 0 2 0,-12 12-1 0,0 0 0 0,0 12 1 0,-24 0-1 0,12 1 1 0,0-13-1 0,-1 0 0 0,13 0-1 0,0-11 0 0,13-1-4 0,11 0-18 0,0-12-41 0,-24 0 21 0</inkml:trace>
  <inkml:trace contextRef="#ctx0" brushRef="#br0">955 4367 64 0,'-12'0'13'0,"12"-13"-1"0,-12 13 1 0,12 0-2 0,-12 0-4 0,0 0-4 0,0 13-2 0,-13 23-1 0,14-1 1 0,0 3-1 0,-2 22 0 0,13-12 2 0,0-11-2 0,24-2 0 0,0-11 1 0,12-11 0 0,0-13 4 0,-11 0 0 0,11-24 2 0,-24-13 0 0,12 2-2 0,-24-2-1 0,0-11-3 0,0 0-1 0,-11-1 0 0,-2 1 0 0,-11 11-7 0,0 25-19 0,12 0-17 0,-1 12-26 0</inkml:trace>
  <inkml:trace contextRef="#ctx0" brushRef="#br0">1282 4645 77 0,'0'0'0'0,"0"0"22"0,-12 0-18 0,-1 0 6 0,13 11 2 0,-11 13-5 0,-2-11-4 0,2 24-2 0,0 35 1 0,11-36-2 0,0 1 0 0,0-25-3 0,0 12-30 0,0-24-41 0</inkml:trace>
  <inkml:trace contextRef="#ctx0" brushRef="#br0">1488 4318 79 0,'0'0'0'0,"0"0"16"0,0 0 10 0,0 25-17 0,0-1-5 0,0 12-2 0,0 25 1 0,0-13 0 0,0 24-1 0,0-35-2 0,0 22 1 0,0-34-3 0,0 11-31 0,0-23-54 0</inkml:trace>
  <inkml:trace contextRef="#ctx0" brushRef="#br0">1718 4184 27 0,'0'0'0'0,"0"0"23"0,0-11-1 0,0 11 5 0,0 0-22 0,0 0 1 0,12 0 0 0,12 0 1 0,-12 11-4 0,24-11-1 0,-12 0 2 0,13 13 1 0,0 0-2 0,-15-13-1 0,3 11 1 0,-13 2 0 0,1-2 0 0,-13 13 0 0,0 1-2 0,-13-13 1 0,-11 12-1 0,0 0 0 0,-12 1-1 0,24-1 0 0,-14-12 1 0,15 11-2 0,11-10 2 0,0 0 0 0,11 11-1 0,15-12 1 0,-2 0 0 0,0 12 0 0,0-13-1 0,0 2 2 0,-11-2 1 0,0 15 0 0,-13-14-1 0,-13 11-1 0,-12 1 0 0,-11 25-1 0,25-13 0 0,11-12 0 0,0 1 0 0,11-1 0 0,13 12 1 0,0-23-1 0,-11 23 4 0,11 0 20 0,-24-24-15 0,-11-1-4 0,-15 3-3 0,-11-2-7 0,2 0-50 0,-1 0-85 0</inkml:trace>
  <inkml:trace contextRef="#ctx0" brushRef="#br0">822 5552 39 0,'0'0'0'0,"0"0"17"0,-12 0-5 0,0 0 3 0,-1-12 1 0,2 12-4 0,11 0-2 0,-11-12-3 0,11 12-1 0,0 0 0 0,-13 0-3 0,13 0-1 0,0 0 4 0,0 12-3 0,0-12 0 0,0 0 1 0,0 0 1 0,0 0 2 0,0 0 10 0,0 0-15 0,-11 0 0 0,11 0-2 0,0 0 0 0,0 0 2 0,0 0-2 0,0 0 1 0,11 0 1 0,-11 0-2 0,0 0 1 0,0 0 0 0,13 0-1 0,-13-12 1 0,0 12 0 0,0 0-1 0,0 0 0 0,0 12-171 0</inkml:trace>
  <inkml:trace contextRef="#ctx0" brushRef="#br0">883 5648 85 0,'0'0'9'0,"0"0"3"0,0 0-9 0,0-11 7 0,0 11 0 0,12 0-4 0,12 0-1 0,-12 11-2 0,25-11 0 0,-1 13 1 0,12-2 0 0,13-11 1 0,48 0 0 0,-61 0-2 0,0 0 0 0,-36 0 2 0,13-11-1 0,-37-2-4 0,-1 13 1 0,1-11-1 0,-12 11 0 0,12-12 0 0,-13 0-1 0,14-1 0 0,-13 0 0 0,-1 2 1 0,13-2 0 0,-12 2 0 0,24 11-1 0,11 0 2 0,14 11 2 0,0 2-3 0,47 11 4 0,-23 1-3 0,-25-2 1 0,12 1 4 0,-24-11-1 0,-12 11-3 0,-12-12 0 0,-12 0-2 0,0 1-6 0,-13 11-32 0,13-13-88 0</inkml:trace>
  <inkml:trace contextRef="#ctx0" brushRef="#br0">1754 5540 109 0,'0'0'26'0,"0"-12"-11"0,-12-12-3 0,12 12 2 0,0 0-7 0,0 12-8 0,0 0 3 0,0 12-1 0,0 24-1 0,0 12 1 0,0 1 0 0,0 11-1 0,12-12 1 0,-12 0-1 0,0-11 1 0,0-13-5 0,0 13-18 0,0-25-22 0,0 0-46 0</inkml:trace>
  <inkml:trace contextRef="#ctx0" brushRef="#br0">1851 5492 83 0,'0'0'0'0,"0"0"29"0,0-12-11 0,0 12-2 0,0 0-2 0,0 24 2 0,0 0-12 0,0 11-1 0,0 15-1 0,0-2-1 0,0 12 0 0,0-11 0 0,12-1-1 0,-12-12-5 0,12 1-27 0,-12-25-29 0,12-12-10 0</inkml:trace>
  <inkml:trace contextRef="#ctx0" brushRef="#br0">1826 5504 76 0,'0'0'18'0,"0"-12"-6"0,0 0 2 0,11-1 6 0,15 0-7 0,22-10 0 0,-24 23-10 0,13 0 0 0,-2 23-2 0,-22-10 2 0,-1 24-2 0,-12-1 0 0,0 0 1 0,-12-12-2 0,-12 13 1 0,0-13 0 0,-13 0-1 0,13-13 0 0,-12-11 1 0,-2 0-1 0,16 0 1 0,-3-11-1 0,13-2 0 0,0 2 0 0,12-2 0 0,12 2 1 0,0 11 0 0,13 0 1 0,35 24 3 0,-24 0-3 0,-12 12 0 0,0-11-1 0,2 10 0 0,-4-10-1 0,-9-1-3 0,11-12-31 0,-12 12-91 0</inkml:trace>
  <inkml:trace contextRef="#ctx0" brushRef="#br0">2165 5903 78 0,'0'0'23'0,"0"0"6"0,12 0-9 0,0 0-3 0,25 0-5 0,-1-12-5 0,36 12-2 0,1-12-2 0,-37 12-2 0,-12 0 0 0,-12 0-1 0,-12 0-3 0,0 0-18 0,-12 0-21 0,-24 0-81 0</inkml:trace>
  <inkml:trace contextRef="#ctx0" brushRef="#br0">2309 5746 73 0,'0'0'0'0,"0"0"40"0,-11 0-17 0,11-13-3 0,0 13 2 0,0 13-7 0,0 22-4 0,0 2-4 0,0 11-5 0,0 25-31 0,-11-12-104 0</inkml:trace>
  <inkml:trace contextRef="#ctx0" brushRef="#br0">9616 7669 12 0,'0'0'29'0,"0"-12"-12"0,0 12-1 0,0 0-1 0,0-12-4 0,0 12-4 0,-12 0 22 0,12 12-23 0,-12-12 4 0,-1 12-5 0,2-12-2 0,11 0 1 0,0 0-2 0,0 0 1 0,0 0 3 0,0 11 4 0,0-11-10 0,0 0 1 0,0 0 16 0,0-11-15 0,0 22 1 0,0-11 0 0,0 0 2 0,0 0-9 0</inkml:trace>
  <inkml:trace contextRef="#ctx0" brushRef="#br0">7318 7160 6 0,'0'0'0'0,"-12"0"19"0,12-11 5 0,0-1-3 0,-14 12-4 0,14-14-2 0,0-10-2 0,0 13-2 0,0-2-3 0,0 13 1 0,0 0-2 0,0 0-1 0,26 13-1 0,-14 11-3 0,24 1 0 0,-12-2 1 0,12 14 0 0,13-2-1 0,-1 2 0 0,13-13-1 0,-13 13 0 0,-1-1 0 0,3-11-1 0,-26-1 1 0,0 0 0 0,-12-12-1 0,0-12 1 0,-12 12 0 0,0-12-1 0,0 0-4 0,-12 0-6 0,12 0-8 0,-12 0-8 0,12-12-6 0,-13 0-30 0,13 0 36 0</inkml:trace>
  <inkml:trace contextRef="#ctx0" brushRef="#br0">7693 7282 37 0,'0'-13'27'0,"-14"2"-4"0,3-2-6 0,11 0 0 0,0 13-4 0,0 0-8 0,25 0-2 0,0 13-1 0,-1 0 2 0,-2 11-1 0,-9 0 1 0,-1 0 0 0,0 12 3 0,-12-24-1 0,-24 12-2 0,11-11-1 0,-9-1-1 0,-2 0-2 0,-1 0-10 0,-11 12-145 0</inkml:trace>
  <inkml:trace contextRef="#ctx0" brushRef="#br0">7245 7704 54 0,'-24'0'17'0,"0"0"-1"0,12 0 5 0,12 0-4 0,0 0-6 0,0 0 2 0,24 0-7 0,12 0-2 0,0 0-1 0,13 0 0 0,11 0 0 0,1 0-1 0,-1 0 0 0,73 0 0 0,-98 0-1 0,4-11-1 0,-28 11 1 0,-11 0 0 0,-24-24-2 0,-13 24-2 0,1-12 2 0,0 12 0 0,0 0 0 0,11 0 1 0,1 0 0 0,24 0 0 0,0 0-1 0,12 0 2 0,12 12 1 0,1-12-2 0,-13 11 0 0,0 2 0 0,0 11-15 0,-12 0-39 0,0 0-33 0</inkml:trace>
  <inkml:trace contextRef="#ctx0" brushRef="#br0">7390 8261 5 0,'0'0'0'0,"-13"24"25"0,-9-11-6 0,9-2-1 0,1 2-2 0,12-2 0 0,0-11-1 0,0 0-3 0,0 0 8 0,0 0-17 0,36-24 0 0,-12 13-1 0,26-26 0 0,-28 13 0 0,39-13 1 0,-12 2 0 0,-1-2-2 0,-24 24 0 0,11-11 1 0,-21 1 0 0,-14 23 3 0,-14-12 0 0,3 12-3 0,0 0-1 0,-2 12 0 0,-11-12-1 0,12 12 0 0,0-12 0 0,0 11 0 0,0 2 0 0,12-13 0 0,0 0 0 0,0 0 1 0,0 0 0 0,12-13 0 0,-12 13-1 0,12-11 1 0,0 11-2 0,0-12 1 0,-12 12 1 0,0-12-1 0,12 12 0 0,-12 0 1 0,-12 0 0 0,0 0 0 0,12 0 0 0,-12 0-2 0,-12 0 2 0,24 0-1 0,-12 0 0 0,12 0 0 0,0 0 2 0,0 0 0 0,0-12-2 0,-13 12 2 0,13 0-3 0,13 0 1 0,-1 0 1 0,12-12-1 0,-12 12 0 0,12 0 0 0,-12 0 0 0,1-12 1 0,-2 12-1 0,0 0 1 0,-11 0 0 0,14 0 1 0,-14 0-1 0,0 0 0 0,0 12 4 0,0 24-2 0,-14-13-1 0,3 14 0 0,0 0-2 0,-2-2 1 0,1-22-1 0,12-2-2 0,0-11-28 0,25-11-131 0</inkml:trace>
  <inkml:trace contextRef="#ctx0" brushRef="#br0">7898 8624 26 0,'0'0'0'0,"0"-13"31"0,24 2-11 0,-24-1 7 0,12 0-3 0,-12 12-8 0,-12-12-8 0,0 12-4 0,-24 12-1 0,0 0-1 0,-1 0-1 0,13 23 0 0,0-9-1 0,13 9 1 0,-2-11-2 0,13 0 0 0,24-11 0 0,0-1 2 0,13 0-1 0,11 1 0 0,-24-2 1 0,0 2-1 0,-24-2 1 0,0 14 3 0,-12-1-1 0,-24 0-2 0,1 1 1 0,-3-1-1 0,2-12 0 0,25 12-1 0,-2-12 0 0,13 11 0 0,0-9 0 0,13 22 1 0,9-12-1 0,-9 0-1 0,11 25 1 0,-24-26 0 0,13 1 0 0,-13 0 0 0,0 13 1 0,0-24-5 0,0-13-18 0,13 11-90 0</inkml:trace>
  <inkml:trace contextRef="#ctx0" brushRef="#br0">8176 8757 109 0,'-12'0'9'0,"-25"-13"-3"0,26 13 4 0,-37 37 9 0,35 0-17 0,13-1 0 0,0 24-2 0,13-11 0 0,11-13 0 0,11-13-1 0,2-9 1 0,48-14 1 0,-61-14 1 0,12-21 6 0,-23 11 4 0,-1-12-3 0,-12-13-4 0,-25 13-3 0,-11-12 0 0,12 11-3 0,0 13 0 0,0 11-9 0,11 2-16 0,13 22-19 0,13 2-14 0,-2-2 27 0</inkml:trace>
  <inkml:trace contextRef="#ctx0" brushRef="#br0">8527 8927 79 0,'0'12'22'0,"0"12"-5"0,-13 0 1 0,2 0 1 0,0 13-7 0,11-1-8 0,-13 11-2 0,13-9-2 0,-12-2-3 0,12-1-13 0,0-11-19 0,12-11-33 0,-12-13 29 0</inkml:trace>
  <inkml:trace contextRef="#ctx0" brushRef="#br0">8805 8709 116 0,'0'-13'12'0,"-11"2"-7"0,11 22 15 0,0 13-11 0,0 25-2 0,0 0-5 0,0 11 0 0,0-11 0 0,0-1-1 0,0-12-1 0,0 1 1 0,0-13-2 0,0-12-6 0,0 0-17 0,0-12-25 0</inkml:trace>
  <inkml:trace contextRef="#ctx0" brushRef="#br0">8999 8588 100 0,'-13'-12'17'0,"26"-12"-7"0,-1 12 8 0,12 0 1 0,-24 12-10 0,12 0-5 0,12 12-2 0,-24 12 0 0,25 0-1 0,-25 12 1 0,0 1 1 0,0-13-1 0,0 11-2 0,-25-11 1 0,13 1 0 0,-12 0 0 0,24-14-1 0,0 13 0 0,0 1 0 0,12-1 0 0,-12 0 0 0,0-12 0 0,-24 25 1 0,0-13 0 0,11 0-1 0,2 13 0 0,22-1 1 0,26-1-1 0,-1-11 0 0,1 0 0 0,-1 13 0 0,-12-24 0 0,-12-2 2 0,-12 2 6 0,-24-2-1 0,0 2-4 0,-12-13-2 0,-13 11-1 0,0 2-2 0,13 0-14 0,24-13-26 0,0-13-85 0</inkml:trace>
  <inkml:trace contextRef="#ctx0" brushRef="#br0">9313 8479 114 0,'-12'-24'19'0,"24"12"-9"0,13 12 6 0,-1-12-4 0,-13 12-7 0,26 0-3 0,-13 24-1 0,-12 0-1 0,0-12 2 0,-12 25 1 0,-12-25 0 0,0 12-1 0,0-12-2 0,12 0 0 0,0-12 0 0,12 12 0 0,0 12 1 0,13-13-1 0,-13 2 1 0,-12 0 1 0,0 11 4 0,-25 0 0 0,-11-13-2 0,0 2-2 0,12-2-1 0,24-11-2 0,36 0-172 0</inkml:trace>
  <inkml:trace contextRef="#ctx0" brushRef="#br0">5068 2794 41 0,'0'0'24'0,"0"-24"-6"0,0 12-2 0,0 0 5 0,-11-1-6 0,-14 13-5 0,13 13-4 0,-1-1-2 0,-11 24-1 0,24 13-1 0,-11-1 1 0,-2 1-3 0,26 11 1 0,-13-25-2 0,35 3 2 0,-10-15-1 0,11-23 1 0,0 0-1 0,13-11 2 0,-25-15-2 0,12 2 0 0,-12 0 1 0,-12 1-1 0,0-1 1 0,-12 12 0 0,0 12-2 0,0 0 0 0,0 24 1 0,13 24 0 0,-1-13 0 0,24-21 0 0,1-2 0 0,-2-12 0 0,-9 0 0 0,9-26 0 0,-24 15 3 0,2-13 3 0,-13 0 1 0,0-12-2 0,-35 12 0 0,-28-25-3 0,16 49-2 0,11 0-3 0,-1 0-8 0,25 12-15 0,0 11-29 0,24-9-27 0</inkml:trace>
  <inkml:trace contextRef="#ctx0" brushRef="#br0">5600 2903 111 0,'0'0'0'0,"0"-36"11"0,0 12-4 0,12 24 6 0,-12 0-7 0,0 0-2 0,12 36-2 0,-12 0-1 0,12 13 0 0,0-2 0 0,1-10 0 0,11-12 0 0,0-13 0 0,0-1-1 0,11 2 1 0,-21-26 0 0,11 2 0 0,-3-26-2 0,-9 13-1 0,-2 0 1 0,-11-12 0 0,13-2 1 0,-13 15 1 0,0 11-1 0,12 12 1 0,-12 0 0 0,0 24 1 0,0 13-2 0,0-1 0 0,12 0-3 0,-12-1-17 0,24-9-31 0,0-15-23 0</inkml:trace>
  <inkml:trace contextRef="#ctx0" brushRef="#br0">6096 2952 62 0,'0'-12'33'0,"-12"-13"-23"0,12 13 2 0,0 12 2 0,12 0-5 0,-12 23-4 0,0 3-2 0,13 10-2 0,-2 0-1 0,-11-1 2 0,11 2-1 0,2-13-2 0,-13-11 1 0,11-13 1 0,-11 0-1 0,14-13 1 0,-14-11-1 0,12-13-1 0,12 2 0 0,-13-13 1 0,2-2 1 0,-2 15-2 0,26-1 2 0,-24 24 0 0,11 12 2 0,-12 0 1 0,12 0 1 0,0 24 0 0,-12 12-2 0,0 1-1 0,1 11-1 0,-13-12 0 0,0-1-3 0,12 2-5 0,-12-24-5 0,0-2-9 0,0 2-22 0,0-13-43 0</inkml:trace>
  <inkml:trace contextRef="#ctx0" brushRef="#br0">6568 2565 87 0,'0'0'0'0,"-12"-13"21"0,0 13-10 0,12 0-3 0,-13 48 8 0,13 0-9 0,0 2-3 0,13 10-1 0,-1 0-1 0,0 13-2 0,-12-24 1 0,24-1-1 0,-24-12-2 0,11-1-5 0,-11-9-10 0,0-15-18 0,-11 2-50 0</inkml:trace>
  <inkml:trace contextRef="#ctx0" brushRef="#br0">6435 2855 76 0,'12'0'8'0,"24"0"-7"0,109-12 26 0,-72 0-18 0,-1 12-3 0,1-13-2 0,-14 13-1 0,-33 0 3 0,-14 0 0 0,-12 13 4 0,-12 11-2 0,-1 0-3 0,-22 12-1 0,-2 1-2 0,13-13-1 0,12 11-1 0,0-11 0 0,12-11 0 0,12-2 0 0,0-11-1 0,12 0 0 0,0-11 0 0,-11-2 0 0,9-22 1 0,-9-1-1 0,0-2 2 0,-1 15-1 0,0 11 0 0,-12 0 0 0,13 12 0 0,-13 0 1 0,11 24 0 0,0-1 0 0,2 15-1 0,-1-14 0 0,-12-1-3 0,24 1-10 0,-10-11-8 0,-3-2-9 0,13-11-13 0,-12 0-11 0</inkml:trace>
  <inkml:trace contextRef="#ctx0" brushRef="#br0">7124 2770 38 0,'0'0'0'0,"0"-85"18"0,0 24-3 0,0 2 4 0,0 33 4 0,0 2-3 0,-12 24-10 0,12 24-5 0,-12 26 3 0,12 9-4 0,0 2 0 0,0 12-2 0,0 0 0 0,12-2-1 0,12-9-1 0,-12-39 0 0,-12 1 1 0,12-24-2 0,-12 0 4 0,0 0-1 0,12-24-1 0,1 1-1 0,11-13-2 0,0 10 0 0,13 15 1 0,-15-1 0 0,16 12 0 0,-13 23 2 0,-3 15-2 0,-22-2 2 0,0-1 0 0,0 15 2 0,-22-26-1 0,-3-13 3 0,1 13-2 0,-12-11 0 0,-13-13-2 0,13 0 0 0,-1-13 1 0,13 2-6 0,0-26-6 0,24 14-11 0,0-15-21 0,36 3-62 0</inkml:trace>
  <inkml:trace contextRef="#ctx0" brushRef="#br0">7475 2600 122 0,'0'-11'5'0,"0"-1"-2"0,12 12 2 0,0 0 6 0,-12 23 1 0,0 14-4 0,0 24-3 0,0-1-1 0,12 0-1 0,-12 13-1 0,12-12-1 0,-12-2-1 0,12-11 0 0,-12-11-10 0,0 0-9 0,12-26-10 0,-12-11-17 0,13 0-19 0</inkml:trace>
  <inkml:trace contextRef="#ctx0" brushRef="#br0">7814 3000 78 0,'0'-12'9'0,"24"12"-1"0,-13 0 8 0,14-12 2 0,-13 0-7 0,0 0-5 0,-12-14-4 0,0 15-1 0,-24-13 0 0,-12 12-1 0,-1 12 1 0,13 0 2 0,-11 36 5 0,22 1 0 0,-11 11 0 0,24 0-2 0,0-11-2 0,37-2 0 0,-2-11 1 0,110 0-3 0,-72-24-2 0,-13 0-16 0,1-11-45 0,-50-2-19 0</inkml:trace>
  <inkml:trace contextRef="#ctx0" brushRef="#br0">5757 3629 80 0,'0'0'0'0,"-48"0"26"0,0 0-11 0,-1 11 2 0,1 13-6 0,11-11-4 0,25-1-6 0,12 13 0 0,12-1-2 0,12 0 1 0,25 0 2 0,-1 0 0 0,13 0 2 0,-2 1-2 0,-33-1 3 0,-13 0-2 0,-13 0 3 0,-13 1 0 0,-24-1-2 0,-59 0-1 0,47-12-2 0,1-1-1 0,11-11-5 0,13-11-8 0,12-13-19 0,12 12-39 0,12 0 18 0</inkml:trace>
  <inkml:trace contextRef="#ctx0" brushRef="#br0">5975 3555 108 0,'0'0'0'0,"-12"-47"15"0,12 11-2 0,0 12 6 0,0 11-3 0,0 50-5 0,0-13-8 0,12 48 2 0,-12 0-1 0,12 13-1 0,-12 0-4 0,12-12 3 0,0-14-2 0,13-9-4 0,-13-26-6 0,-12-13-10 0,12-11-8 0,-12-11-87 0</inkml:trace>
  <inkml:trace contextRef="#ctx0" brushRef="#br0">5807 3786 86 0,'-13'0'10'0,"26"0"-9"0,22 0 7 0,13 0 7 0,13-12-4 0,12 0-1 0,12-1-4 0,0 2-2 0,-14-2 0 0,-10 13 1 0,-13-11-1 0,-36 11-1 0,-12 11 5 0,-12 2-2 0,-24 23-3 0,-12 0-2 0,11 1 0 0,0-1 0 0,15 0-2 0,22-13 1 0,0-9 0 0,11-2-1 0,24-12 2 0,2-12-2 0,12-13 1 0,-13 1 0 0,-12-12-1 0,-12-1-1 0,1 13 3 0,-13 0-1 0,0 24 2 0,0-12-2 0,0 24 2 0,0 12-1 0,12 13 2 0,-12-13-3 0,36 12 1 0,-24-12 0 0,0 1-1 0,1-1-6 0,-2-12-23 0,13-12-116 0</inkml:trace>
  <inkml:trace contextRef="#ctx0" brushRef="#br0">6773 3484 98 0,'0'-12'18'0,"0"-12"-5"0,0 11-1 0,0 13 4 0,-24 49-2 0,12-2-9 0,0 15 0 0,12 9 0 0,0 3-4 0,-12-2 1 0,12-11-2 0,12-13 0 0,-12-11 1 0,0-25-1 0,0 0-1 0,0 0-5 0,0-12-8 0,0-24-14 0,-12 12-17 0,12-25-43 0</inkml:trace>
  <inkml:trace contextRef="#ctx0" brushRef="#br0">6568 3762 87 0,'0'0'4'0,"35"0"1"0,2 12 12 0,24-12 0 0,-1 12-6 0,13 0-6 0,-2-12-1 0,-8 0-1 0,-4-12 3 0,-22 0 0 0,-13-13 0 0,-24 14 0 0,0-13-3 0,-24 11-1 0,-13 1-1 0,0 0 0 0,2 24-1 0,-2 0 0 0,13 25 2 0,13 11-3 0,-2-12 2 0,13 1-2 0,24-1 2 0,0 0-1 0,13-25 0 0,11 3 1 0,2-14-1 0,9-14 0 0,-11-9 0 0,1-1 3 0,-25-12-1 0,13-1 1 0,-26 1-2 0,14-1 0 0,-13 13-1 0,0 13-1 0,-12 11 1 0,12 0 0 0,12 11 1 0,-13 26 1 0,14-1 0 0,-13 0 2 0,14 1 0 0,-15-13 0 0,-11-12 1 0,-25 0 1 0,1 0-2 0,-23-12-2 0,-16 0-3 0,16-12-27 0,35 12-103 0</inkml:trace>
  <inkml:trace contextRef="#ctx0" brushRef="#br0">2105 11877 30 0,'0'0'13'0,"0"0"8"0,0 0 1 0,0 0-8 0,12-11-8 0,0 11 6 0,0 0-6 0,12 0-1 0,-12 0-1 0,24 0-1 0,1 0-1 0,35 0 0 0,25 0-2 0,-12 0 1 0,11-13 0 0,13 2 0 0,12 11 1 0,-12-13-2 0,0 1 1 0,-11 12 1 0,34 0-2 0,-71 0 0 0,-25 0 0 0,-12 0 0 0,1 0 0 0,-25 0 1 0,0 0 10 0,0 0-5 0,0 0 0 0,0-12-6 0,11 12 0 0,-11 0 0 0,0 12 0 0,0 0 1 0,0 12 0 0,0 13 0 0,0-1 0 0,0 0 0 0,0 1-1 0,0-13 1 0,13 23 1 0,-13-33 0 0,0-2 1 0,0-12-1 0,0 0 1 0,-13 0 1 0,13 0-3 0,-11 0 0 0,11 0-1 0,-13 0 1 0,13 0-1 0,-12 0 0 0,-12 0 1 0,-1 0-1 0,-11 0 0 0,-12-12 1 0,11 12-1 0,1 0 0 0,-11 0-1 0,-16 0 1 0,4 0 0 0,-14 0 1 0,1 0 0 0,-1 0-1 0,2 0 0 0,-3 0 0 0,2 0 1 0,-1 0-2 0,24 0 1 0,1 12-1 0,12-12-1 0,-13 0 3 0,2 0-1 0,-2 0 0 0,-12 0 0 0,25 0 1 0,0 0-1 0,11 0 0 0,13 0 0 0,0 0 0 0,0 0 0 0,0 0 0 0,12 0 0 0,0 0 0 0,0-12 0 0,0 12 0 0,12 0 1 0,-12-14-1 0,12 3 0 0,-12-1 1 0,12-12 1 0,0 12-1 0,0-24-1 0,-12-1 0 0,13 13 0 0,-1-13 0 0,0 26-5 0,-12-13-10 0,0 11-11 0,12 13-23 0,-12 0-13 0,12 13 19 0</inkml:trace>
  <inkml:trace contextRef="#ctx0" brushRef="#br0">2359 11890 40 0,'0'0'16'0,"0"-13"7"0,0 13 8 0,0-11-4 0,13-2-15 0,-13 13-8 0,0 0 4 0,0 24-7 0,0 1 1 0,0-1-2 0,0 12-2 0,0 13-9 0,0-25-15 0,11 0-24 0,0-13-17 0</inkml:trace>
  <inkml:trace contextRef="#ctx0" brushRef="#br0">2516 11877 52 0,'0'0'11'0,"0"0"21"0,12 13-15 0,-12 11-10 0,0 0-4 0,12 13-2 0,-12-13-1 0,0 0-11 0,12 0-26 0,0-12-6 0,-12-12 18 0</inkml:trace>
  <inkml:trace contextRef="#ctx0" brushRef="#br0">2759 11817 55 0,'0'0'0'0,"0"0"20"0,0 0-1 0,11 0 4 0,0 25-10 0,-11-1-8 0,13 12-4 0,-13 0 0 0,12 1 0 0,0-13-1 0,0 0-7 0,0-12-17 0,0 0-21 0,13-12-11 0</inkml:trace>
  <inkml:trace contextRef="#ctx0" brushRef="#br0">3061 11829 32 0,'0'0'26'0,"0"0"-7"0,0 0 4 0,11 24-1 0,-11 13-14 0,0-1-6 0,0 0-2 0,11 1-10 0,2-13-23 0,-1 12-8 0,13-36 21 0,-1 0 12 0,-13-12 3 0,14-24 6 0,-1-13 5 0,-12 25 6 0,1 0 7 0,-2 12 6 0,2 12-8 0,-13 24-7 0,0 0-7 0,-13 25-43 0,13-25-9 0</inkml:trace>
  <inkml:trace contextRef="#ctx0" brushRef="#br0">2407 12579 43 0,'0'0'16'0,"0"-13"14"0,12-22-8 0,0 35-10 0,-12-12-5 0,0 24 2 0,12 12-4 0,-12 13-1 0,0 11-1 0,0-13 0 0,0 15-2 0,0-15-1 0,0-11 1 0,-12-11-8 0,12-2-37 0,0 2-35 0,0-13 56 0</inkml:trace>
  <inkml:trace contextRef="#ctx0" brushRef="#br0">2576 12410 89 0,'0'0'0'0,"0"0"10"0,0 0-3 0,13 0 13 0,-13 24-6 0,0 13-9 0,0 11-3 0,11-1 0 0,-11 15 0 0,13-15-1 0,-13 3-1 0,0 22-12 0,-13-61-16 0,13 2-11 0,-11-13 1 0,11 0 5 0</inkml:trace>
  <inkml:trace contextRef="#ctx0" brushRef="#br0">2528 12482 20 0,'0'-11'14'0,"0"-2"8"0,12-23 1 0,24 0 15 0,-12 23-29 0,13 13-2 0,0 13-4 0,-2 11-1 0,-9 12-1 0,-15 0 1 0,-11 1-1 0,0-1 0 0,-25-12 1 0,-11-11-1 0,0-1 0 0,-13-12 0 0,13 0-1 0,0 0 0 0,12-12-1 0,12-1 0 0,12 0 0 0,60 13 1 0,-12 13 1 0,1 0 1 0,-2 11-2 0,-8 0 1 0,-4 0-1 0,-11 0 0 0,-12 0-2 0,-12-11-33 0,12-1-36 0,-12-12 38 0</inkml:trace>
  <inkml:trace contextRef="#ctx0" brushRef="#br0">2976 12288 105 0,'0'0'6'0,"0"0"-2"0,0 0 10 0,0 24 2 0,0 13-11 0,0 0-3 0,12-1 0 0,-12 13-3 0,12-13-6 0,-12-12-19 0,0-12-24 0,12-12-12 0</inkml:trace>
  <inkml:trace contextRef="#ctx0" brushRef="#br0">2927 12217 62 0,'0'0'20'0,"24"0"5"0,13 0 1 0,58 23 6 0,-45 14-25 0,-15-2-4 0,-22 2-1 0,-1 11 0 0,-24-11 0 0,-23-13-13 0,-39 13-90 0,50-25 47 0</inkml:trace>
  <inkml:trace contextRef="#ctx0" brushRef="#br0">4645 10898 6 0,'-13'0'13'0,"13"-12"1"0,-12 12-2 0,12-12-1 0,-13 12 3 0,13-13-4 0,0 13-2 0,0 0-1 0,0 0 1 0,0-11-1 0,0 11 8 0,0 0-14 0,13 11 0 0,12-11 1 0,-13 13 1 0,23-13 1 0,2 0-2 0,0 0 1 0,11 0-1 0,0 0 0 0,13 0-1 0,-12 0 0 0,11 12 0 0,0-12 0 0,12 0-1 0,13 0 1 0,0 12 0 0,1-12 0 0,9 0 0 0,14 0 2 0,0-12-1 0,0 12 0 0,-24 0-1 0,-1 12 0 0,-23 0 0 0,-2 0-1 0,-9 0 0 0,-15-12 1 0,2 12 0 0,-13-12-1 0,0-12 1 0,1 0 1 0,-1 12-2 0,-24 0 1 0,12-12 0 0,-12 12 0 0,0 0 0 0,0-12 0 0,0 12 0 0,-12 0 0 0,12-12-1 0,-24 0 0 0,24-1 1 0,-25 2-1 0,1-2 0 0,0 2 0 0,-13-2-1 0,2 1 2 0,9 0-2 0,-9 12 1 0,24-13 0 0,-14 13 0 0,13 0 0 0,0 0 0 0,0 0 0 0,24 0 2 0,0 0-2 0,-12 0 1 0,24 0-1 0,-11 13 1 0,22-1 0 0,-10 0-1 0,11 1 0 0,12-2 1 0,0 2-1 0,1-2 0 0,-13 2 2 0,1-1-2 0,-13-12 0 0,-12 12 1 0,0-12-1 0,-12 12 0 0,0-12 1 0,0 12-1 0,0-12 2 0,-12 12-1 0,-12 13 3 0,-13-1-2 0,13 0-1 0,-12 0-1 0,-1-12 1 0,1-1 0 0,11 15 1 0,-10-26 4 0,24 0-1 0,11 0-3 0,11 0-6 0,-11 0-25 0,11 12-133 0</inkml:trace>
  <inkml:trace contextRef="#ctx0" brushRef="#br0">5576 11466 27 0,'0'0'5'0,"0"-24"8"0,12 12 3 0,-12-12 4 0,0 12-6 0,0-1-5 0,-12 2-3 0,-13-2-2 0,1 13-3 0,12 0 1 0,-12 0-1 0,12 0 0 0,12 24 0 0,-13 1 0 0,13 11 2 0,0 13 0 0,0-1 0 0,0-11-1 0,13 70 1 0,-13-57-2 0,0 9 0 0,0-22 0 0,0 11 1 0,0-23-1 0,-13-13 0 0,2 0 1 0,11-12-2 0,-11 12-10 0,-2-12-34 0,2 0-33 0</inkml:trace>
  <inkml:trace contextRef="#ctx0" brushRef="#br0">5334 11683 47 0,'0'0'33'0,"36"0"-21"0,14 0 10 0,-4 0-1 0,28 0-10 0,-38 0-9 0,0 0-1 0,-24 13-6 0,0 0-75 0,-12-13 31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8660 8346 79 0,'-12'-13'5'0,"-24"-11"5"0,1 13 2 0,-4 11 1 0,-7 0-2 0,-4 35-2 0,15 2-3 0,10 24-1 0,25 10-2 0,12 3-1 0,23-15-1 0,15 2 1 0,9-13-2 0,15-23-3 0,-14 0-15 0,13-25-13 0,-13-13-14 0,-23 1-5 0</inkml:trace>
  <inkml:trace contextRef="#ctx0" brushRef="#br0">9011 7959 84 0,'0'0'0'0,"-12"-36"23"0,-1 36-3 0,26 24 13 0,-1 109-19 0,0-60-12 0,12 181 0 0,0-73-3 0,-24-134 0 0,13 3 1 0,-13-39 0 0,0-11 1 0,12 0 1 0,-12-35-2 0,36-15 0 0,-12-9 0 0,12-2-2 0,13-12-1 0,-13 13 2 0,12 24 0 0,-11 23 0 0,-1 13 4 0,-24 13 0 0,12 35-1 0,-12 0-1 0,0 13-1 0,-12-12-2 0,37 11-11 0,-13-13-23 0,12 3-18 0,13-39-15 0</inkml:trace>
  <inkml:trace contextRef="#ctx0" brushRef="#br0">9966 8322 89 0,'-24'-13'14'0,"-12"2"-5"0,0 11 0 0,-1 24 0 0,-11 12 0 0,12 13-4 0,25-1-4 0,11 12 0 0,0-11-1 0,11-13 0 0,37-1 0 0,-12-22 1 0,1 0-1 0,-1-26 1 0,0 0-3 0,1-22-1 0,-25-1 1 0,13 0 1 0,-14-13 1 0,-11 1 1 0,13-1-1 0,-2 25 2 0,-11 12 1 0,11-1 1 0,2 26 1 0,-13 11 0 0,50 108-2 0,-28-82-5 0,15-14-16 0,-1 0-22 0,1 1-11 0,-37-37 22 0</inkml:trace>
  <inkml:trace contextRef="#ctx0" brushRef="#br0">10354 8285 80 0,'0'-11'15'0,"0"11"-2"0,0 0 3 0,12 11 2 0,0 13-4 0,0 13-8 0,25 24-3 0,-15-13-1 0,-9-12-2 0,13 13 0 0,-4 11-20 0,-9-36-16 0,-2-13-23 0,-11-11 20 0</inkml:trace>
  <inkml:trace contextRef="#ctx0" brushRef="#br0">10438 7850 90 0,'-11'-24'9'0,"11"0"-2"0,0 11-8 0,22 13-8 0,3 24-18 0,11 13-34 0</inkml:trace>
  <inkml:trace contextRef="#ctx0" brushRef="#br0">10729 8394 105 0,'-13'13'6'0,"13"11"-4"0,0 0 3 0,0-12 6 0,13 0-1 0,-13 0-3 0,12-12 0 0,0 0 0 0,0-24 0 0,0 0-3 0,1-12-2 0,-2-1 0 0,13 0-1 0,0 2 0 0,2-2-2 0,9 13 1 0,1 11 1 0,0 26 2 0,37 48 5 0,-36-26-1 0,-13 14-2 0,12 0-1 0,-11-1-1 0,-3 1-1 0,-9-25-1 0,-1-12 0 0,0 0-2 0,-12-12-14 0</inkml:trace>
  <inkml:trace contextRef="#ctx0" brushRef="#br0">7910 8455 79 0,'0'0'10'0,"-48"0"-1"0,-72 24 16 0,22 25-16 0,-35-1-6 0,-1 11-2 0,-22 2 0 0,-1 0-1 0,-2 0 4 0,15-13 4 0,23-12 1 0,25-11-3 0,-13-13 3 0,97 0-7 0,36-24-7 0,12 0 0 0,-1-1-3 0,3 1 1 0,-2 0 1 0,-25 0 3 0,-11 0 3 0,0 0 0 0,0 0 0 0,-11-1 1 0,0 2 2 0,-2-2 1 0,1 13 2 0,0 0 1 0,-14 0-2 0,4 13 0 0,-3 11 0 0,1 12 1 0,0-12-1 0,12-12-2 0,-1 25 3 0,38-25-5 0,11 0-4 0,49-12-35 0,11 0-107 0</inkml:trace>
  <inkml:trace contextRef="#ctx0" brushRef="#br0">5890 9725 54 0,'0'0'0'0,"-48"0"33"0,35 0-15 0,13 0-1 0,13 0-1 0,35-24-3 0,37 12-2 0,36-26-3 0,23 27-3 0,14-13 0 0,12 12-2 0,-1 0 1 0,169-12-2 0,-204 12-1 0,-25 0 1 0,-37-1 1 0,-60 13-1 0,-12 0 2 0,-25-13-3 0,-34 13-2 0,-123-11-1 0,99-1 2 0,20 12 1 0,28-12-2 0,23 12 2 0,24 0-1 0,12-12 1 0,24 12 1 0,37 0 0 0,-12 12 1 0,-1 12 2 0,-23 0-3 0,-13 13 1 0,-23-13 0 0,-13 0 0 0,-13 0-1 0,-37 13-2 0,-21 11-12 0,-14 0-44 0,24 0-63 0</inkml:trace>
  <inkml:trace contextRef="#ctx0" brushRef="#br0">7015 14636 73 0,'24'0'6'0,"12"12"11"0,25-12 11 0,24 0-2 0,24-12-6 0,48 12-6 0,61-25-6 0,36 12-3 0,12 2-3 0,36 11-1 0,1-12 1 0,-25 0-1 0,-24 0-1 0,-37-25 0 0,-47 13-9 0,-74-12-40 0,-47 11-61 0</inkml:trace>
  <inkml:trace contextRef="#ctx0" brushRef="#br0">25098 9072 57 0,'0'-50'21'0,"0"27"8"0,12-1-2 0,-12 0 5 0,0 36-27 0,0 12 0 0,0 96 3 0,0-46-5 0,0 9-1 0,0 2-2 0,0 13 0 0,12-38 0 0,12 1-1 0,0-25-2 0,12-13-6 0,13-10-2 0,-1-13-3 0,1-13-2 0,96-46-8 0,-73 35 18 0,1-13 5 0,-13 13 1 0,1-12 5 0,-25-1 5 0,-11 13 7 0,-25-13-1 0,-25 26-5 0,1-13-2 0,-37 24-2 0,-46 35 0 0,57 2-5 0,2 11-1 0,36-11-1 0,12-1-1 0,12 1 0 0,36-25 1 0,2 0 0 0,9-12 1 0,-11 0-2 0,1-24 1 0,-13-13 3 0,-24 13-2 0,1 0 0 0,-13 12 0 0,0-12 1 0,0 24-2 0,0 24-1 0,0 0 0 0,11 12 0 0,2 1-9 0,48 35-82 0,-14-48 18 0</inkml:trace>
  <inkml:trace contextRef="#ctx0" brushRef="#br0">26089 9423 60 0,'0'-25'23'0,"0"-11"-5"0,25 23-1 0,-13 13-1 0,0 0-6 0,12 37-2 0,0 0-4 0,1 23-3 0,-14-12-1 0,14 1 0 0,0-13 1 0,-1-12 0 0,-13-13 0 0,0 2 2 0,2-26 3 0,-1-22-2 0,2-1-3 0,10-13 1 0,-24 1-1 0,22-12-1 0,-9 11 1 0,11 0-1 0,0 38 0 0,-12 11 1 0,0 0 0 0,1 35 0 0,-1 2 0 0,0 24 0 0,12-13-1 0,-12 1-1 0,25-13 1 0,11-12 0 0,0-12-1 0,2-12 2 0,-4 0-1 0,28-24 0 0,47-50 1 0,-73 39 0 0,-13-1-1 0,-11-1 0 0,-11 13 3 0,-13 12 2 0,-24-13 0 0,-11 25-3 0,-2-11 0 0,0 22-2 0,1-11 1 0,12 13-1 0,12-1 0 0,0 12 0 0,0-12 0 0,12 1 0 0,0-13-1 0,0 11 1 0,0-11 0 0,0 0 2 0,12 0 7 0,-12 0 2 0,0 0-7 0,0-11-2 0,0 11 0 0,0 11 1 0,0-11-4 0,0 13 1 0,12 11 1 0,0-24-1 0,0 36 0 0,0-25-1 0,-12 15 0 0,12 22 1 0,1-13 0 0,-13 15 1 0,11-15-2 0,2 2 2 0,-13-26-1 0,12 2 0 0,-12-13 0 0,12 0 0 0,-12-24 0 0,24-13 0 0,0-24 1 0,-13 26-1 0,2-1 0 0,-13 12-1 0,0-25 3 0,-13 37-2 0,13 0 0 0,0 12 0 0,0 0 0 0,0-12 0 0,0 12 1 0,0 24-2 0,0-1 1 0,0 27-1 0,0 9 1 0,0 15 1 0,0 35-1 0,0-1 0 0,0-11 0 0,0 0 0 0,-11-12-1 0,0-13 2 0,-14-24-1 0,1-11-1 0,-12-13 2 0,-13-12 1 0,13-12 1 0,-25-25-2 0,25 1 0 0,1-24 1 0,9 11-4 0,26-22-3 0,26-2-4 0,33-11 0 0,26-1-1 0,24 12 2 0,-1-11 2 0,74-61 4 0,-121 72 2 0,-13-11 1 0,-36-2 2 0,-12 15 3 0,0 23 1 0,-12 11-2 0,0 1-1 0,0 24-2 0,-1 0 0 0,13 24-3 0,0 12 2 0,0 13 0 0,25-1-3 0,-1 1 1 0,12-13 1 0,0-1 0 0,-11-22-1 0,-1 0 2 0,12-26 0 0,0-47 0 0,-12 12-1 0,-11-13 0 0,-1 37 0 0,0-24 0 0,0 23 1 0,0 13 0 0,-12 12-1 0,12 0-1 0,-12 24 0 0,12 13 1 0,24 34 1 0,-11-33-2 0,11-2 0 0,37 12-33 0,-13-37-14 0,-12-11-32 0,-24-11 35 0</inkml:trace>
  <inkml:trace contextRef="#ctx0" brushRef="#br0">28303 9434 104 0,'0'-24'16'0,"-11"0"3"0,-2 12 2 0,-24 0-5 0,13 12-8 0,0 12-6 0,-12 12-2 0,12 25 0 0,12-13 1 0,-1 25-1 0,1-13 0 0,24-24 0 0,1 0 0 0,11-24 0 0,-12 0 1 0,12-13-1 0,-12-10 1 0,12-13 0 0,-13-1-1 0,14-11 2 0,-12 12-1 0,-1 23-1 0,1 2 0 0,-2 11 0 0,25 36 2 0,-12-12 0 0,25 61-3 0,-13-49 2 0,-12-24-2 0,37 36-3 0,11-48-4 0,-35-13 7 0,0-11 1 0,-2 13 0 0,1-13 0 0,-11 0 0 0,-1 0 1 0,-12-2 1 0,0 3-1 0,-12-1 1 0,0-13 0 0,-12 13 0 0,0 0-1 0,-25 12 0 0,13 12 0 0,-13 0-1 0,2 12 1 0,-2 36-1 0,2-11 0 0,22 10 0 0,2 27 0 0,35-50 0 0,-2 0 0 0,4-13 1 0,-2-11 0 0,0-11 0 0,0-13 1 0,0 0-1 0,-24 0-1 0,37-61 5 0,-26 61-2 0,-11-1 1 0,0 14 1 0,0 11-3 0,0 36-2 0,13-12 0 0,-13 24-1 0,36 61 2 0,-12 48 1 0,0-72-2 0,1 0 0 0,-1-14 0 0,-24-9 0 0,0-26 1 0,-12-12 0 0,-12-13 1 0,-25 3-1 0,13-14 1 0,-13 0-1 0,1-38 0 0,13 3 0 0,11-1-1 0,95-182-5 0,2 133 1 0,24 13 2 0,10-13 0 0,3 25 2 0,-25 11 0 0,-13-11 1 0,-35 23 2 0,-25 1 0 0,-12 11 0 0,-36 1-2 0,-1 13-1 0,-60 35 0 0,61 12 1 0,11 0-1 0,25 1 0 0,37-1-1 0,84-1 1 0,-36-22 1 0,0-13 0 0,-1-13-9 0,1-10-49 0,-37 11-75 0</inkml:trace>
  <inkml:trace contextRef="#ctx0" brushRef="#br0">25352 14840 42 0,'0'0'25'0,"0"-11"-13"0,12 22 10 0,0 26-6 0,12 0-5 0,-12 23-3 0,13-11-2 0,-14 11-2 0,0 13-2 0,3-13-1 0,-14-25-1 0,0-9 0 0,-14-15-7 0,14 13-13 0,-11-24-15 0,11 0-44 0</inkml:trace>
  <inkml:trace contextRef="#ctx0" brushRef="#br0">25739 14757 80 0,'-12'0'17'0,"-1"12"-7"0,-11 11 8 0,-12 1-7 0,0 25-6 0,-1-13-3 0,-11 25-1 0,12-13-1 0,-2 13 0 0,27-14 0 0,11-9 0 0,25-2 2 0,24-12 0 0,-2 11-1 0,13-21 0 0,1 9-2 0,0-10-4 0,-13-2-20 0,-12 2-24 0,-23-13-9 0</inkml:trace>
  <inkml:trace contextRef="#ctx0" brushRef="#br0">25931 15059 49 0,'0'0'0'0,"0"0"33"0,13 0-17 0,-1 24 3 0,-12 0-7 0,12 13-5 0,-12-1-5 0,13 0-1 0,-13-1 0 0,13-9-1 0,-2-15 1 0,0 2-1 0,2-13 3 0,-13-13 0 0,24-10-2 0,-12-15-1 0,12 3 1 0,-12-1 0 0,13-2-1 0,-13 3 0 0,12-1 0 0,0 36 0 0,1-12 0 0,-14 24 0 0,2 12 2 0,-1 12 0 0,-12 1-1 0,12-1 0 0,12-13 0 0,-11 1 0 0,9-11 1 0,3-13-1 0,13 11 0 0,-16-22 0 0,3-13 0 0,-1 0 0 0,12 0 1 0,-23 0-1 0,-1-2-1 0,0 15 0 0,-12-1 1 0,0 24-2 0,0 13 3 0,0-1-2 0,0 12 2 0,12-12-2 0,0 0 1 0,37 1 1 0,-25-13-2 0,0-12 1 0,-11 0 0 0,-2-26 1 0,2 15-1 0,-13-13 1 0,-24-24-2 0,-1 12 0 0,1 22 0 0,-1 3 0 0,14-1 0 0,11 12 0 0,0 0-1 0,11 0 1 0,26-12 0 0,11 12 2 0,0 0-2 0,0 0 1 0,-11 0-1 0,11 0 0 0,-35 0 0 0,-1 35 2 0,-12-9-2 0,-12-2 0 0,12 11 0 0,0-11-2 0,12-11 3 0,12-2 0 0,12-11-1 0,0 0 1 0,49-24-1 0,-50 0 1 0,-9 13-1 0,-13-1 0 0,-2 12 0 0,0 0 0 0,2 0 0 0,-13 12 0 0,36 36-2 0,-24-37 3 0,25 3-1 0,-13-14-1 0,12 0 2 0,-24-14-1 0,0 3 1 0,1-13 2 0,-2-12 3 0,-11 0-2 0,0 24-2 0,-11-13-2 0,11 1-1 0,-13 12-8 0,1 0-53 0,0 12-7 0,12 0 24 0</inkml:trace>
  <inkml:trace contextRef="#ctx0" brushRef="#br0">27553 14805 82 0,'0'-36'14'0,"-13"-37"29"0,26 61-21 0,-13 12-10 0,0 23-3 0,0 27-2 0,0 9-2 0,-13 2-1 0,13 12-1 0,0 12-3 0,13-13 1 0,-1-11 0 0,12-26-1 0,-24 2-1 0,24-12 1 0,1-25 0 0,47-14 1 0,-23-10-2 0,-1 13 0 0,12-25-2 0,0 24-1 0,-23-12 0 0,-13-2 3 0,-12 3 1 0,-36 11 0 0,-36 0 0 0,11 12 1 0,24 0-1 0,-10 12 0 0,35 12 1 0,24 13-2 0,12-13 1 0,13-12 0 0,-1 11-1 0,13-23-1 0,84 24-6 0,-73-11 6 0,-11-13 1 0,-1-24 1 0,-24-12 3 0,-36 12-1 0,0 12 0 0,-36 0 1 0,-48-2 2 0,34 14-3 0,28 0-3 0,-3 14 1 0,25 10 0 0,0-12 0 0,12 0 0 0,12 0 0 0,50-12 1 0,-39-12-2 0,-11-12 1 0,0 0 0 0,-11-13 1 0,-2-11-1 0,-11-1 1 0,0-11-1 0,0-1 1 0,0-35-1 0,-11 72 1 0,11 24 1 0,-13 0-1 0,13 12 1 0,-12 24 0 0,0-1-1 0,12 26 0 0,0-12-1 0,12 11 0 0,13 1 0 0,23-14 0 0,12-9-1 0,-11-26 2 0,11 0-2 0,1-12 1 0,-13-24 1 0,-24 0-1 0,0-1 1 0,-24-11 0 0,0 0-1 0,-36 11 1 0,11 13-2 0,3 12 2 0,-15 0-2 0,37 12 1 0,0 25 0 0,13-1 0 0,22 13-1 0,1 11 0 0,0 13 0 0,1 11 0 0,-25-12 1 0,0 13-1 0,-36-12 0 0,-13-25 1 0,1-11 0 0,-24-25 2 0,-12-12 2 0,35-24-1 0,13-1-1 0,12-23-1 0,24-1 0 0,25 1-2 0,35-13-2 0,0 0-3 0,25 2 0 0,-12-2 2 0,11 13 4 0,-24 0 0 0,-23 11 1 0,-13-11 0 0,-23 12-1 0,-13-1 1 0,-25 13 0 0,1 12 0 0,-1 12-1 0,-21 0 0 0,7 36 1 0,4 13 0 0,24 11 0 0,-2-11-1 0,26-1 1 0,11-13-1 0,11-11 1 0,26 2 1 0,11-26 0 0,1 0-10 0,0-12-60 0,-49-2-17 0</inkml:trace>
  <inkml:trace contextRef="#ctx0" brushRef="#br0">30250 15168 69 0,'0'-24'30'0,"-47"-49"-3"0,22 25 1 0,-13 11-7 0,-9 13-8 0,-1 24-5 0,-1 12-6 0,1 24-2 0,12 13-1 0,23-1 0 0,1 1 1 0,37-13 0 0,23-25 1 0,12 2-1 0,13-37 2 0,-13 0-2 0,-10-12 1 0,-15 11 0 0,-11 1 2 0,-12 12 1 0,-12 12-2 0,0 12-1 0,0 37 2 0,0 11-3 0,12 13 0 0,25 107 0 0,-13-95-2 0,-12-24 2 0,0-25-1 0,-24-23 2 0,-12-1-1 0,-49-37 2 0,36-11 0 0,15 0-1 0,-15-25 0 0,37 1-1 0,-13 12-1 0,50-2-1 0,-2 2-1 0,14 0 0 0,12 0 2 0,-1 24 0 0,37 0 0 0,-49 12 0 0,24 48 0 0,-47-1 1 0,-1-11-2 0,-10 14 2 0,-3-15 0 0,-11-10 0 0,0-13 3 0,-11-13-1 0,-3-10-1 0,14-2-1 0,14-12 1 0,8-10 0 0,15 23-1 0,-1-1 0 0,1 1 1 0,23 0-2 0,1 12 1 0,-1 0 0 0,0 12-1 0,-35 0 1 0,11 0-1 0,-48 12 1 0,12 0 0 0,-37 0 0 0,1 24 0 0,0-11 0 0,1-1-1 0,22 0 1 0,13 12 0 0,0-25 0 0,24 2 0 0,11-2-1 0,2-11 1 0,-13-11 1 0,13-13-1 0,-25 0 0 0,24-12 0 0,-36 12 1 0,12 10-1 0,-12 3 0 0,12 11-1 0,1 0 1 0,-1 11-1 0,12 15 0 0,-12-2 1 0,13 0-1 0,-1 11 1 0,-2-22 0 0,4-2 0 0,-2 3 0 0,0-14 1 0,-13-14-1 0,14-10 0 0,-13-11 1 0,1 11 1 0,11-12 0 0,-24-1 0 0,11 13 0 0,-11 12-1 0,13 0 0 0,-13 12 0 0,0 0-2 0,0 24 1 0,0 23-1 0,0 3 0 0,0 22 1 0,0 0 0 0,0 13-1 0,12 12 0 0,-12-12 2 0,12-12-2 0,-12-13 1 0,0-25 1 0,-12-22 2 0,0-13 1 0,-1 0-1 0,2-48-1 0,-2 24-2 0,13-50 0 0,0 39 0 0,0-62 1 0,24 12-4 0,1 13-2 0,-1 24-2 0,0-2 2 0,25-9 4 0,0 9 1 0,-1 15 0 0,11 23 0 0,-22 0 1 0,0 36 1 0,-26 0 1 0,2 13 1 0,-37 11-2 0,-13-13-1 0,-22-11-1 0,-51 2-1 0,1-15-7 0,61-22-17 0,24-1-33 0,24-13-51 0</inkml:trace>
  <inkml:trace contextRef="#ctx0" brushRef="#br0">31931 14696 95 0,'0'0'18'0,"0"-12"4"0,-12 0-2 0,12 0-8 0,0 0 0 0,0 12-5 0,0 36-4 0,0 11-3 0,-12 14 1 0,12 12-1 0,0 24 0 0,0-12 1 0,0 0 0 0,0-14-1 0,-12 14 4 0,12-72-1 0,0-2-2 0,12-22 1 0,12-25-3 0,1-2 1 0,11 3 1 0,1-25 0 0,11 11-1 0,11-11 0 0,-46 47 0 0,-1 13 0 0,-12 25 1 0,0-1-1 0,-12 24 0 0,12-11 1 0,-13 11-1 0,2-13 0 0,11 3 0 0,0-15 2 0,24-10-1 0,-12-13 0 0,48-24 2 0,-23-2-4 0,-1 2 1 0,1-11 0 0,-1-1 1 0,0-2 0 0,-12 3 0 0,1-1 1 0,-1 12-2 0,-12-1 3 0,1 13 2 0,-13 0-2 0,0 12-1 0,-13 12-2 0,1 12 0 0,12 1 1 0,0-1 0 0,12 12 0 0,1-13-1 0,-2 27 3 0,-11-38-3 0,-11-12 1 0,-26 12-9 0,-11-12-58 0,11 11-66 0</inkml:trace>
  <inkml:trace contextRef="#ctx0" brushRef="#br0">24783 15301 104 0,'11'0'14'0,"2"-13"8"0,35-10 5 0,-23 9-10 0,-13 14-7 0,-12 0-6 0,-12-11-2 0,12 11-8 0,-12 0-29 0,-1 25-95 0</inkml:trace>
  <inkml:trace contextRef="#ctx0" brushRef="#br0">26138 16160 129 0,'0'0'0'0,"-12"-12"24"0,24-2-2 0,12 3 0 0,-24-1-14 0,12 12-28 0,-12 0-71 0,0 0 25 0</inkml:trace>
  <inkml:trace contextRef="#ctx0" brushRef="#br0">24855 15373 34 0,'-11'-24'49'0,"11"11"-43"0,0 13-7 0,0 0-61 0</inkml:trace>
  <inkml:trace contextRef="#ctx0" brushRef="#br0">26876 15893 107 0,'-12'-48'32'0,"12"11"-22"0,12 26-5 0,-12 11 1 0,0 59 11 0,-12 15-14 0,-1-14-2 0,13 25-1 0,0 12 0 0,25-26 0 0,-25-21 0 0,12-15 0 0,0-11-2 0,0-24-11 0,-12 13-26 0,0-26-61 0</inkml:trace>
  <inkml:trace contextRef="#ctx0" brushRef="#br0">26598 15821 94 0,'0'0'0'0,"0"-24"27"0,24 12-21 0,109-13 17 0,-37 25-20 0,1 0-2 0,1 25-9 0,9-2-34 0,-22 14-50 0</inkml:trace>
  <inkml:trace contextRef="#ctx0" brushRef="#br0">27348 15978 72 0,'-37'0'15'0,"-11"24"5"0,11 0-3 0,13 1-5 0,0 11-6 0,12 0-5 0,12 1 0 0,0-13-1 0,12-12 1 0,12 0 1 0,12-12-1 0,-11-12 1 0,11-12-1 0,-12-14 0 0,-12 15 0 0,1-13 0 0,-2 12-1 0,-11 12 0 0,0 12 0 0,0 0-1 0,13 12 1 0,-13 24 0 0,36 0 0 0,-11 1 0 0,10-13-1 0,-11 11 0 0,13-22 0 0,-13-2 1 0,0-11-1 0,-24-11 0 0,12-2 0 0,12-22 2 0,-12-15-1 0,1 3 1 0,-1-14 1 0,12-11 0 0,-12-1 0 0,0 0 0 0,-12 25 1 0,0 11 3 0,0 26 1 0,-12 11-2 0,0 11-4 0,-12 26-1 0,12 24 0 0,-1-1 0 0,13 13 0 0,0 12-2 0,13-25 2 0,11-11-1 0,-12-25 1 0,12-12 0 0,-24-12 1 0,24-12 0 0,0-12 0 0,25-13 0 0,-24 25-1 0,47-12-1 0,-24 24 0 0,-12 0 2 0,-12 24-2 0,13 11 0 0,-37 3 1 0,0-14-1 0,-12-1 2 0,-25 1-1 0,-11-24 1 0,-25 0 0 0,1 0 1 0,12-24-1 0,11 1-1 0,1-1 0 0,35-14-36 0,38 15-18 0,11 23-22 0</inkml:trace>
  <inkml:trace contextRef="#ctx0" brushRef="#br0">28109 16063 81 0,'0'0'0'0,"-24"-49"22"0,24 13-8 0,12-12-1 0,-12-1 0 0,12-11-3 0,13 12-5 0,-13-2 0 0,0 27 1 0,-12 11-1 0,0 12 0 0,0 12-3 0,-12 24-1 0,12 13 0 0,0 11-1 0,0 85 0 0,12-72-1 0,0-13 1 0,0 1 0 0,13-26 0 0,-14-11 0 0,0-11 1 0,2-13 1 0,12 0 0 0,11-13-1 0,0-11 0 0,13 1 0 0,-1-1-2 0,12-14 1 0,-35 15 0 0,-1-13 1 0,-12 12-1 0,-12-13-1 0,-12 13 2 0,-24 0-1 0,11 24 0 0,-23 0 0 0,11 12-1 0,1 24 2 0,12 1-2 0,-1-1 1 0,25 11 0 0,13-9 0 0,23-14-1 0,0-1 1 0,37-10 1 0,-12-13-1 0,11 0 0 0,13-24 0 0,-13-12 0 0,-11-2 1 0,24-57-1 0,-73 34 1 0,-12 24 0 0,-24 13 1 0,0 13 1 0,-1 11-1 0,13 11-1 0,0 13-1 0,24 25 0 0,12-13-1 0,37 25 2 0,-13-14 0 0,0-9-2 0,-11-2 3 0,-48-36 1 0,-50 0-1 0,-37 11-2 0,-35-11-25 0,-12 13-116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2B7DF-21A3-4D49-8582-4EF3E037733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D16F8B-C1BF-4A55-91D4-7BC4F121A8B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16F8B-C1BF-4A55-91D4-7BC4F121A8B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16F8B-C1BF-4A55-91D4-7BC4F121A8BD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16F8B-C1BF-4A55-91D4-7BC4F121A8BD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16F8B-C1BF-4A55-91D4-7BC4F121A8BD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16F8B-C1BF-4A55-91D4-7BC4F121A8BD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71805" y="1322705"/>
            <a:ext cx="11255375" cy="2186940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000" cy="1956435"/>
          </a:xfr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74295" y="58420"/>
            <a:ext cx="1205611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</p:nvPr>
        </p:nvSpPr>
        <p:spPr>
          <a:xfrm>
            <a:off x="74930" y="913130"/>
            <a:ext cx="12055475" cy="58597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835" y="84455"/>
            <a:ext cx="12024995" cy="805815"/>
          </a:xfrm>
        </p:spPr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Click to edit Master title style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6200" y="890270"/>
            <a:ext cx="6095365" cy="5862320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3200"/>
            </a:lvl4pPr>
            <a:lvl5pPr>
              <a:defRPr sz="2400"/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889635"/>
            <a:ext cx="5929630" cy="5863590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3200"/>
            </a:lvl4pPr>
            <a:lvl5pPr>
              <a:defRPr sz="2400"/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74295" y="58420"/>
            <a:ext cx="1205611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ctrTitle"/>
          </p:nvPr>
        </p:nvSpPr>
        <p:spPr>
          <a:xfrm>
            <a:off x="471805" y="1322705"/>
            <a:ext cx="11255375" cy="2186940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4295" y="58420"/>
            <a:ext cx="1205611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4930" y="913130"/>
            <a:ext cx="12055475" cy="58597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tx1"/>
          </a:solidFill>
          <a:latin typeface="+mn-ea"/>
          <a:ea typeface="+mj-ea"/>
          <a:cs typeface="+mn-ea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C0000"/>
        </a:buClr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5B9BD5"/>
        </a:buClr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0AD47"/>
        </a:buClr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 /><Relationship Id="rId3" Type="http://schemas.openxmlformats.org/officeDocument/2006/relationships/image" Target="../media/image1.png" /><Relationship Id="rId7" Type="http://schemas.openxmlformats.org/officeDocument/2006/relationships/hyperlink" Target="https://aclanthology.org/D18-1193.pdf" TargetMode="External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4.xml" /><Relationship Id="rId6" Type="http://schemas.openxmlformats.org/officeDocument/2006/relationships/image" Target="../media/image4.png" /><Relationship Id="rId11" Type="http://schemas.openxmlformats.org/officeDocument/2006/relationships/image" Target="../media/image6.png" /><Relationship Id="rId5" Type="http://schemas.openxmlformats.org/officeDocument/2006/relationships/image" Target="../media/image3.png" /><Relationship Id="rId10" Type="http://schemas.openxmlformats.org/officeDocument/2006/relationships/customXml" Target="../ink/ink2.xml" /><Relationship Id="rId4" Type="http://schemas.openxmlformats.org/officeDocument/2006/relationships/image" Target="../media/image2.png" /><Relationship Id="rId9" Type="http://schemas.openxmlformats.org/officeDocument/2006/relationships/image" Target="../media/image5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4.xml" /><Relationship Id="rId4" Type="http://schemas.openxmlformats.org/officeDocument/2006/relationships/image" Target="../media/image7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 /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9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 /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1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7" Type="http://schemas.openxmlformats.org/officeDocument/2006/relationships/image" Target="../media/image14.png" /><Relationship Id="rId2" Type="http://schemas.openxmlformats.org/officeDocument/2006/relationships/hyperlink" Target="https://stp.lingfil.uu.se/~nivre/docs/ACLslides.pdf" TargetMode="External" /><Relationship Id="rId1" Type="http://schemas.openxmlformats.org/officeDocument/2006/relationships/slideLayout" Target="../slideLayouts/slideLayout2.xml" /><Relationship Id="rId6" Type="http://schemas.openxmlformats.org/officeDocument/2006/relationships/customXml" Target="../ink/ink7.xml" /><Relationship Id="rId5" Type="http://schemas.openxmlformats.org/officeDocument/2006/relationships/image" Target="../media/image13.png" /><Relationship Id="rId4" Type="http://schemas.openxmlformats.org/officeDocument/2006/relationships/customXml" Target="../ink/ink6.xml" 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 /><Relationship Id="rId3" Type="http://schemas.openxmlformats.org/officeDocument/2006/relationships/image" Target="../media/image16.png" /><Relationship Id="rId7" Type="http://schemas.openxmlformats.org/officeDocument/2006/relationships/image" Target="../media/image20.png" /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9.png" /><Relationship Id="rId5" Type="http://schemas.openxmlformats.org/officeDocument/2006/relationships/image" Target="../media/image18.png" /><Relationship Id="rId10" Type="http://schemas.openxmlformats.org/officeDocument/2006/relationships/image" Target="../media/image22.png" /><Relationship Id="rId4" Type="http://schemas.openxmlformats.org/officeDocument/2006/relationships/image" Target="../media/image17.png" /><Relationship Id="rId9" Type="http://schemas.openxmlformats.org/officeDocument/2006/relationships/customXml" Target="../ink/ink8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4.xml" /><Relationship Id="rId4" Type="http://schemas.openxmlformats.org/officeDocument/2006/relationships/image" Target="../media/image23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 /><Relationship Id="rId2" Type="http://schemas.openxmlformats.org/officeDocument/2006/relationships/hyperlink" Target="https://nlp.stanford.edu/pubs/emnlp2014-depparser.pdf" TargetMode="External" /><Relationship Id="rId1" Type="http://schemas.openxmlformats.org/officeDocument/2006/relationships/slideLayout" Target="../slideLayouts/slideLayout4.xml" /><Relationship Id="rId5" Type="http://schemas.openxmlformats.org/officeDocument/2006/relationships/image" Target="../media/image25.png" /><Relationship Id="rId4" Type="http://schemas.openxmlformats.org/officeDocument/2006/relationships/customXml" Target="../ink/ink10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 /><Relationship Id="rId2" Type="http://schemas.openxmlformats.org/officeDocument/2006/relationships/image" Target="../media/image27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8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 /><Relationship Id="rId2" Type="http://schemas.openxmlformats.org/officeDocument/2006/relationships/image" Target="../media/image29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0.png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 /><Relationship Id="rId2" Type="http://schemas.openxmlformats.org/officeDocument/2006/relationships/image" Target="../media/image32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34.png" /><Relationship Id="rId4" Type="http://schemas.openxmlformats.org/officeDocument/2006/relationships/customXml" Target="../ink/ink13.xml" 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 /><Relationship Id="rId13" Type="http://schemas.openxmlformats.org/officeDocument/2006/relationships/image" Target="../media/image46.png" /><Relationship Id="rId3" Type="http://schemas.openxmlformats.org/officeDocument/2006/relationships/image" Target="../media/image36.png" /><Relationship Id="rId7" Type="http://schemas.openxmlformats.org/officeDocument/2006/relationships/image" Target="../media/image40.png" /><Relationship Id="rId12" Type="http://schemas.openxmlformats.org/officeDocument/2006/relationships/image" Target="../media/image45.png" /><Relationship Id="rId17" Type="http://schemas.openxmlformats.org/officeDocument/2006/relationships/image" Target="../media/image50.png" /><Relationship Id="rId2" Type="http://schemas.openxmlformats.org/officeDocument/2006/relationships/image" Target="../media/image35.png" /><Relationship Id="rId16" Type="http://schemas.openxmlformats.org/officeDocument/2006/relationships/image" Target="../media/image49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39.png" /><Relationship Id="rId11" Type="http://schemas.openxmlformats.org/officeDocument/2006/relationships/image" Target="../media/image44.png" /><Relationship Id="rId5" Type="http://schemas.openxmlformats.org/officeDocument/2006/relationships/image" Target="../media/image38.png" /><Relationship Id="rId15" Type="http://schemas.openxmlformats.org/officeDocument/2006/relationships/image" Target="../media/image48.png" /><Relationship Id="rId10" Type="http://schemas.openxmlformats.org/officeDocument/2006/relationships/image" Target="../media/image43.png" /><Relationship Id="rId4" Type="http://schemas.openxmlformats.org/officeDocument/2006/relationships/image" Target="../media/image37.png" /><Relationship Id="rId9" Type="http://schemas.openxmlformats.org/officeDocument/2006/relationships/image" Target="../media/image42.png" /><Relationship Id="rId14" Type="http://schemas.openxmlformats.org/officeDocument/2006/relationships/image" Target="../media/image47.png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zon.com/Probabilistic-Graphical-Models-Principles-Computation-ebook/dp/B08HL8JG38" TargetMode="External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51.png" 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 /><Relationship Id="rId13" Type="http://schemas.openxmlformats.org/officeDocument/2006/relationships/image" Target="../media/image56.png" /><Relationship Id="rId3" Type="http://schemas.openxmlformats.org/officeDocument/2006/relationships/image" Target="../media/image52.png" /><Relationship Id="rId7" Type="http://schemas.openxmlformats.org/officeDocument/2006/relationships/image" Target="../media/image39.png" /><Relationship Id="rId12" Type="http://schemas.openxmlformats.org/officeDocument/2006/relationships/image" Target="../media/image55.png" /><Relationship Id="rId2" Type="http://schemas.openxmlformats.org/officeDocument/2006/relationships/notesSlide" Target="../notesSlides/notesSlide5.xml" /><Relationship Id="rId16" Type="http://schemas.openxmlformats.org/officeDocument/2006/relationships/image" Target="../media/image58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38.png" /><Relationship Id="rId11" Type="http://schemas.openxmlformats.org/officeDocument/2006/relationships/image" Target="../media/image54.png" /><Relationship Id="rId5" Type="http://schemas.openxmlformats.org/officeDocument/2006/relationships/image" Target="../media/image37.png" /><Relationship Id="rId15" Type="http://schemas.openxmlformats.org/officeDocument/2006/relationships/customXml" Target="../ink/ink14.xml" /><Relationship Id="rId10" Type="http://schemas.openxmlformats.org/officeDocument/2006/relationships/image" Target="../media/image53.png" /><Relationship Id="rId4" Type="http://schemas.openxmlformats.org/officeDocument/2006/relationships/image" Target="../media/image47.png" /><Relationship Id="rId9" Type="http://schemas.openxmlformats.org/officeDocument/2006/relationships/image" Target="../media/image41.png" /><Relationship Id="rId14" Type="http://schemas.openxmlformats.org/officeDocument/2006/relationships/image" Target="../media/image57.png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 /><Relationship Id="rId2" Type="http://schemas.openxmlformats.org/officeDocument/2006/relationships/image" Target="../media/image59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60.png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 /><Relationship Id="rId2" Type="http://schemas.openxmlformats.org/officeDocument/2006/relationships/image" Target="../media/image62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65.png" /><Relationship Id="rId4" Type="http://schemas.openxmlformats.org/officeDocument/2006/relationships/image" Target="../media/image64.png" 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 /><Relationship Id="rId3" Type="http://schemas.openxmlformats.org/officeDocument/2006/relationships/image" Target="../media/image63.png" /><Relationship Id="rId7" Type="http://schemas.openxmlformats.org/officeDocument/2006/relationships/customXml" Target="../ink/ink16.xml" /><Relationship Id="rId2" Type="http://schemas.openxmlformats.org/officeDocument/2006/relationships/image" Target="../media/image66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68.png" /><Relationship Id="rId5" Type="http://schemas.openxmlformats.org/officeDocument/2006/relationships/image" Target="../media/image67.png" /><Relationship Id="rId4" Type="http://schemas.openxmlformats.org/officeDocument/2006/relationships/image" Target="../media/image64.png" 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 /><Relationship Id="rId13" Type="http://schemas.openxmlformats.org/officeDocument/2006/relationships/image" Target="../media/image79.png" /><Relationship Id="rId18" Type="http://schemas.openxmlformats.org/officeDocument/2006/relationships/customXml" Target="../ink/ink17.xml" /><Relationship Id="rId3" Type="http://schemas.openxmlformats.org/officeDocument/2006/relationships/hyperlink" Target="https://people.cs.umass.edu/~mccallum/papers/crf-tutorial.pdf" TargetMode="External" /><Relationship Id="rId7" Type="http://schemas.openxmlformats.org/officeDocument/2006/relationships/image" Target="../media/image73.png" /><Relationship Id="rId12" Type="http://schemas.openxmlformats.org/officeDocument/2006/relationships/image" Target="../media/image78.png" /><Relationship Id="rId17" Type="http://schemas.openxmlformats.org/officeDocument/2006/relationships/image" Target="../media/image83.png" /><Relationship Id="rId2" Type="http://schemas.openxmlformats.org/officeDocument/2006/relationships/notesSlide" Target="../notesSlides/notesSlide6.xml" /><Relationship Id="rId16" Type="http://schemas.openxmlformats.org/officeDocument/2006/relationships/image" Target="../media/image82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72.png" /><Relationship Id="rId11" Type="http://schemas.openxmlformats.org/officeDocument/2006/relationships/image" Target="../media/image77.png" /><Relationship Id="rId5" Type="http://schemas.openxmlformats.org/officeDocument/2006/relationships/image" Target="../media/image71.png" /><Relationship Id="rId15" Type="http://schemas.openxmlformats.org/officeDocument/2006/relationships/image" Target="../media/image81.png" /><Relationship Id="rId10" Type="http://schemas.openxmlformats.org/officeDocument/2006/relationships/image" Target="../media/image76.png" /><Relationship Id="rId19" Type="http://schemas.openxmlformats.org/officeDocument/2006/relationships/image" Target="../media/image84.png" /><Relationship Id="rId4" Type="http://schemas.openxmlformats.org/officeDocument/2006/relationships/image" Target="../media/image70.png" /><Relationship Id="rId9" Type="http://schemas.openxmlformats.org/officeDocument/2006/relationships/image" Target="../media/image75.png" /><Relationship Id="rId14" Type="http://schemas.openxmlformats.org/officeDocument/2006/relationships/image" Target="../media/image80.png" 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 /><Relationship Id="rId13" Type="http://schemas.openxmlformats.org/officeDocument/2006/relationships/image" Target="../media/image95.png" /><Relationship Id="rId18" Type="http://schemas.openxmlformats.org/officeDocument/2006/relationships/image" Target="../media/image100.png" /><Relationship Id="rId26" Type="http://schemas.openxmlformats.org/officeDocument/2006/relationships/image" Target="../media/image108.png" /><Relationship Id="rId3" Type="http://schemas.openxmlformats.org/officeDocument/2006/relationships/image" Target="../media/image85.png" /><Relationship Id="rId21" Type="http://schemas.openxmlformats.org/officeDocument/2006/relationships/image" Target="../media/image103.png" /><Relationship Id="rId7" Type="http://schemas.openxmlformats.org/officeDocument/2006/relationships/image" Target="../media/image89.png" /><Relationship Id="rId12" Type="http://schemas.openxmlformats.org/officeDocument/2006/relationships/image" Target="../media/image94.png" /><Relationship Id="rId17" Type="http://schemas.openxmlformats.org/officeDocument/2006/relationships/image" Target="../media/image99.png" /><Relationship Id="rId25" Type="http://schemas.openxmlformats.org/officeDocument/2006/relationships/image" Target="../media/image107.png" /><Relationship Id="rId2" Type="http://schemas.openxmlformats.org/officeDocument/2006/relationships/image" Target="../media/image840.png" /><Relationship Id="rId16" Type="http://schemas.openxmlformats.org/officeDocument/2006/relationships/image" Target="../media/image98.png" /><Relationship Id="rId20" Type="http://schemas.openxmlformats.org/officeDocument/2006/relationships/image" Target="../media/image102.png" /><Relationship Id="rId29" Type="http://schemas.openxmlformats.org/officeDocument/2006/relationships/customXml" Target="../ink/ink18.xml" /><Relationship Id="rId1" Type="http://schemas.openxmlformats.org/officeDocument/2006/relationships/slideLayout" Target="../slideLayouts/slideLayout4.xml" /><Relationship Id="rId6" Type="http://schemas.openxmlformats.org/officeDocument/2006/relationships/image" Target="../media/image88.png" /><Relationship Id="rId11" Type="http://schemas.openxmlformats.org/officeDocument/2006/relationships/image" Target="../media/image93.png" /><Relationship Id="rId24" Type="http://schemas.openxmlformats.org/officeDocument/2006/relationships/image" Target="../media/image106.png" /><Relationship Id="rId5" Type="http://schemas.openxmlformats.org/officeDocument/2006/relationships/image" Target="../media/image87.png" /><Relationship Id="rId15" Type="http://schemas.openxmlformats.org/officeDocument/2006/relationships/image" Target="../media/image97.png" /><Relationship Id="rId23" Type="http://schemas.openxmlformats.org/officeDocument/2006/relationships/image" Target="../media/image105.png" /><Relationship Id="rId28" Type="http://schemas.openxmlformats.org/officeDocument/2006/relationships/image" Target="../media/image110.png" /><Relationship Id="rId10" Type="http://schemas.openxmlformats.org/officeDocument/2006/relationships/image" Target="../media/image92.png" /><Relationship Id="rId19" Type="http://schemas.openxmlformats.org/officeDocument/2006/relationships/image" Target="../media/image101.png" /><Relationship Id="rId4" Type="http://schemas.openxmlformats.org/officeDocument/2006/relationships/image" Target="../media/image86.png" /><Relationship Id="rId9" Type="http://schemas.openxmlformats.org/officeDocument/2006/relationships/image" Target="../media/image91.png" /><Relationship Id="rId14" Type="http://schemas.openxmlformats.org/officeDocument/2006/relationships/image" Target="../media/image96.png" /><Relationship Id="rId22" Type="http://schemas.openxmlformats.org/officeDocument/2006/relationships/image" Target="../media/image104.png" /><Relationship Id="rId27" Type="http://schemas.openxmlformats.org/officeDocument/2006/relationships/image" Target="../media/image109.png" /><Relationship Id="rId30" Type="http://schemas.openxmlformats.org/officeDocument/2006/relationships/image" Target="../media/image111.png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 /><Relationship Id="rId2" Type="http://schemas.openxmlformats.org/officeDocument/2006/relationships/image" Target="../media/image1110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12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dirty="0"/>
              <a:t>Trees, Graphs, and</a:t>
            </a:r>
            <a:br>
              <a:rPr lang="en-US" dirty="0"/>
            </a:br>
            <a:r>
              <a:rPr lang="en-US" dirty="0"/>
              <a:t>Message Passing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 anchor="ctr">
            <a:no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CS728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Sequence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↔</m:t>
                    </m:r>
                  </m:oMath>
                </a14:m>
                <a:r>
                  <a:rPr lang="en-US"/>
                  <a:t> tree</a:t>
                </a:r>
              </a:p>
            </p:txBody>
          </p:sp>
        </mc:Choice>
        <mc:Fallback xmlns="">
          <p:sp>
            <p:nvSpPr>
              <p:cNvPr id="4" name="Tit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r="1169"/>
          <a:stretch>
            <a:fillRect/>
          </a:stretch>
        </p:blipFill>
        <p:spPr>
          <a:xfrm>
            <a:off x="174620" y="1218926"/>
            <a:ext cx="5852160" cy="44201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295" y="6096000"/>
            <a:ext cx="6119495" cy="6451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/>
              <a:t>Constituency parse:</a:t>
            </a:r>
          </a:p>
          <a:p>
            <a:r>
              <a:rPr lang="en-US"/>
              <a:t>Build a tree on top of sequence and label internal nodes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" r="-157" b="3402"/>
          <a:stretch>
            <a:fillRect/>
          </a:stretch>
        </p:blipFill>
        <p:spPr>
          <a:xfrm>
            <a:off x="6163056" y="1069339"/>
            <a:ext cx="5921380" cy="1389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27420" y="2575560"/>
            <a:ext cx="6164580" cy="9220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/>
              <a:t>Dependency parse:</a:t>
            </a:r>
          </a:p>
          <a:p>
            <a:r>
              <a:rPr lang="en-US"/>
              <a:t>Do not add new nodes; connect existing word nodes with</a:t>
            </a:r>
            <a:br>
              <a:rPr lang="en-US"/>
            </a:br>
            <a:r>
              <a:rPr lang="en-US"/>
              <a:t>labeled lexical relation edges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4080" y="3836595"/>
            <a:ext cx="2893377" cy="295402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684645" y="5474335"/>
            <a:ext cx="38030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What are the name and lowest instructor salary of the departments with average salary greater than the overall average?</a:t>
            </a:r>
          </a:p>
        </p:txBody>
      </p:sp>
      <p:sp>
        <p:nvSpPr>
          <p:cNvPr id="7" name="Arrow: Right 6"/>
          <p:cNvSpPr/>
          <p:nvPr/>
        </p:nvSpPr>
        <p:spPr>
          <a:xfrm>
            <a:off x="10327907" y="5775158"/>
            <a:ext cx="500514" cy="5534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722988" y="3721329"/>
            <a:ext cx="2465069" cy="17532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>
                <a:hlinkClick r:id="rId7"/>
              </a:rPr>
              <a:t>text2sql</a:t>
            </a:r>
            <a:r>
              <a:rPr lang="en-US" b="1"/>
              <a:t>:</a:t>
            </a:r>
          </a:p>
          <a:p>
            <a:r>
              <a:rPr lang="en-US"/>
              <a:t>From natural language question, obtain SQL query or its abstract syntax tree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/>
              <p14:cNvContentPartPr/>
              <p14:nvPr/>
            </p14:nvContentPartPr>
            <p14:xfrm>
              <a:off x="1027080" y="483480"/>
              <a:ext cx="10533960" cy="6257520"/>
            </p14:xfrm>
          </p:contentPart>
        </mc:Choice>
        <mc:Fallback xmlns="">
          <p:pic>
            <p:nvPicPr>
              <p:cNvPr id="11" name="Ink 10"/>
            </p:nvPicPr>
            <p:blipFill>
              <a:blip r:embed="rId9"/>
            </p:blipFill>
            <p:spPr>
              <a:xfrm>
                <a:off x="1027080" y="483480"/>
                <a:ext cx="10533960" cy="62575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/>
              <p14:cNvContentPartPr/>
              <p14:nvPr/>
            </p14:nvContentPartPr>
            <p14:xfrm>
              <a:off x="161280" y="870840"/>
              <a:ext cx="1820160" cy="775080"/>
            </p14:xfrm>
          </p:contentPart>
        </mc:Choice>
        <mc:Fallback xmlns="">
          <p:pic>
            <p:nvPicPr>
              <p:cNvPr id="12" name="Ink 11"/>
            </p:nvPicPr>
            <p:blipFill>
              <a:blip r:embed="rId11"/>
            </p:blipFill>
            <p:spPr>
              <a:xfrm>
                <a:off x="161280" y="870840"/>
                <a:ext cx="1820160" cy="77508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2" grpId="0"/>
      <p:bldP spid="7" grpId="0" bldLvl="0" animBg="1"/>
      <p:bldP spid="10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ym typeface="+mn-ea"/>
              </a:rPr>
              <a:t>Shapes of inputs and outputs</a:t>
            </a:r>
            <a:endParaRPr lang="en-US"/>
          </a:p>
        </p:txBody>
      </p:sp>
      <p:graphicFrame>
        <p:nvGraphicFramePr>
          <p:cNvPr id="5" name="Table 4"/>
          <p:cNvGraphicFramePr/>
          <p:nvPr/>
        </p:nvGraphicFramePr>
        <p:xfrm>
          <a:off x="74295" y="911225"/>
          <a:ext cx="12056745" cy="5967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8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6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3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4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sym typeface="+mn-ea"/>
                        </a:rPr>
                        <a:t>Token 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sym typeface="+mn-ea"/>
                        </a:rPr>
                        <a:t>Labels on tokens or whole 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Focused on this thus far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sym typeface="+mn-ea"/>
                        </a:rPr>
                        <a:t>Token sequence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sym typeface="+mn-ea"/>
                        </a:rPr>
                        <a:t>Token 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sym typeface="+mn-ea"/>
                        </a:rPr>
                        <a:t>Translation, summarization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sym typeface="+mn-ea"/>
                        </a:rPr>
                        <a:t>Token 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sym typeface="+mn-ea"/>
                        </a:rPr>
                        <a:t>Parse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sym typeface="+mn-ea"/>
                        </a:rPr>
                        <a:t>This module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Specification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“Vibe coding”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4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sym typeface="+mn-ea"/>
                        </a:rPr>
                        <a:t>Graph with edge and node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sym typeface="+mn-ea"/>
                        </a:rPr>
                        <a:t>Node labels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This module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Specification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Molecule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Alchemy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01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Objects, spatial and function relations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Scene parsing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10415520" y="3557520"/>
              <a:ext cx="583920" cy="1472040"/>
            </p14:xfrm>
          </p:contentPart>
        </mc:Choice>
        <mc:Fallback xmlns="">
          <p:pic>
            <p:nvPicPr>
              <p:cNvPr id="2" name="Ink 1"/>
            </p:nvPicPr>
            <p:blipFill>
              <a:blip r:embed="rId4"/>
            </p:blipFill>
            <p:spPr>
              <a:xfrm>
                <a:off x="10415520" y="3557520"/>
                <a:ext cx="583920" cy="147204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ym typeface="+mn-ea"/>
              </a:rPr>
              <a:t>Context free grammar (CFG)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/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3600"/>
                  <a:t>A context-free grammar (CFG) is a 4-tuple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3600" i="0" dirty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36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600" i="1" dirty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6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600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36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600"/>
                  <a:t> where:</a:t>
                </a: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3200"/>
                  <a:t> is a finite set of </a:t>
                </a:r>
                <a:r>
                  <a:rPr lang="en-US" sz="3200">
                    <a:effectLst>
                      <a:glow rad="228600">
                        <a:schemeClr val="accent4">
                          <a:satMod val="175000"/>
                          <a:alpha val="40000"/>
                        </a:schemeClr>
                      </a:glow>
                    </a:effectLst>
                  </a:rPr>
                  <a:t>non-terminal</a:t>
                </a:r>
                <a:r>
                  <a:rPr lang="en-US" sz="3200"/>
                  <a:t> symbols</a:t>
                </a: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3200"/>
                  <a:t> is a finite set of </a:t>
                </a:r>
                <a:r>
                  <a:rPr lang="en-US" sz="3200">
                    <a:effectLst>
                      <a:glow rad="228600">
                        <a:schemeClr val="accent4">
                          <a:satMod val="175000"/>
                          <a:alpha val="40000"/>
                        </a:schemeClr>
                      </a:glow>
                    </a:effectLst>
                  </a:rPr>
                  <a:t>terminal</a:t>
                </a:r>
                <a:r>
                  <a:rPr lang="en-US" sz="3200"/>
                  <a:t> symbols</a:t>
                </a: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3200"/>
                  <a:t> is a finite set of </a:t>
                </a:r>
                <a:r>
                  <a:rPr lang="en-US" sz="3200">
                    <a:effectLst>
                      <a:glow rad="228600">
                        <a:schemeClr val="accent4">
                          <a:satMod val="175000"/>
                          <a:alpha val="40000"/>
                        </a:schemeClr>
                      </a:glow>
                    </a:effectLst>
                  </a:rPr>
                  <a:t>production rules</a:t>
                </a:r>
                <a:r>
                  <a:rPr lang="en-US" sz="3200"/>
                  <a:t> of the form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3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3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sz="3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 err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3200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3200"/>
                  <a:t>, where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3200"/>
                  <a:t>,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 ≥ 0</m:t>
                    </m:r>
                  </m:oMath>
                </a14:m>
                <a:r>
                  <a:rPr lang="en-US" sz="320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US" sz="3200" i="0" dirty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3200"/>
                  <a:t> for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…,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3200"/>
              </a:p>
              <a:p>
                <a:pPr lvl="1">
                  <a:lnSpc>
                    <a:spcPct val="100000"/>
                  </a:lnSpc>
                </a:pPr>
                <a:r>
                  <a:rPr lang="en-US" sz="3200"/>
                  <a:t>For simplicity we will assume that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200"/>
                  <a:t> and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3200"/>
                  <a:t> for productions to terminals and non-terminals respectively</a:t>
                </a: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3200"/>
                  <a:t> is a distinguished </a:t>
                </a:r>
                <a:r>
                  <a:rPr lang="en-US" sz="3200">
                    <a:effectLst>
                      <a:glow rad="228600">
                        <a:schemeClr val="accent4">
                          <a:satMod val="175000"/>
                          <a:alpha val="40000"/>
                        </a:schemeClr>
                      </a:glow>
                    </a:effectLst>
                  </a:rPr>
                  <a:t>start</a:t>
                </a:r>
                <a:r>
                  <a:rPr lang="en-US" sz="3200"/>
                  <a:t> (non-terminal) symbol (root of every parse tree)</a:t>
                </a:r>
              </a:p>
            </p:txBody>
          </p:sp>
        </mc:Choice>
        <mc:Fallback xmlns="">
          <p:sp>
            <p:nvSpPr>
              <p:cNvPr id="4" name="Text Placeholder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9035280" y="2647440"/>
              <a:ext cx="2403360" cy="1228320"/>
            </p14:xfrm>
          </p:contentPart>
        </mc:Choice>
        <mc:Fallback xmlns="">
          <p:pic>
            <p:nvPicPr>
              <p:cNvPr id="2" name="Ink 1"/>
            </p:nvPicPr>
            <p:blipFill>
              <a:blip r:embed="rId4"/>
            </p:blipFill>
            <p:spPr>
              <a:xfrm>
                <a:off x="9035280" y="2647440"/>
                <a:ext cx="2403360" cy="122832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ym typeface="+mn-ea"/>
              </a:rPr>
              <a:t>Probabilistic context free grammar (PCFG)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>
                    <a:sym typeface="+mn-ea"/>
                  </a:rPr>
                  <a:t>A probabilistic CFG (PCFG), in addition, has a parameter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)≥0 </m:t>
                    </m:r>
                  </m:oMath>
                </a14:m>
                <a:r>
                  <a:rPr lang="en-US">
                    <a:sym typeface="+mn-ea"/>
                  </a:rPr>
                  <a:t>for each rule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/>
              </a:p>
              <a:p>
                <a:pPr>
                  <a:lnSpc>
                    <a:spcPct val="100000"/>
                  </a:lnSpc>
                </a:pPr>
                <a:r>
                  <a:rPr lang="en-US">
                    <a:sym typeface="+mn-ea"/>
                  </a:rPr>
                  <a:t>Interpreted as the conditional probability of choosing this rule in a left-most derivation, given that the non-terminal being expanded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/>
              </a:p>
              <a:p>
                <a:pPr>
                  <a:lnSpc>
                    <a:spcPct val="100000"/>
                  </a:lnSpc>
                </a:pPr>
                <a:r>
                  <a:rPr lang="en-US">
                    <a:sym typeface="+mn-ea"/>
                  </a:rPr>
                  <a:t>For any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>
                    <a:sym typeface="+mn-ea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i="1" dirty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>
                    <a:sym typeface="+mn-ea"/>
                  </a:rPr>
                  <a:t> (local normalization)</a:t>
                </a:r>
                <a:endParaRPr lang="en-US"/>
              </a:p>
            </p:txBody>
          </p:sp>
        </mc:Choice>
        <mc:Fallback xmlns="">
          <p:sp>
            <p:nvSpPr>
              <p:cNvPr id="3" name="Tex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2817720" y="2177280"/>
              <a:ext cx="3400560" cy="3801600"/>
            </p14:xfrm>
          </p:contentPart>
        </mc:Choice>
        <mc:Fallback xmlns="">
          <p:pic>
            <p:nvPicPr>
              <p:cNvPr id="4" name="Ink 3"/>
            </p:nvPicPr>
            <p:blipFill>
              <a:blip r:embed="rId4"/>
            </p:blipFill>
            <p:spPr>
              <a:xfrm>
                <a:off x="2817720" y="2177280"/>
                <a:ext cx="3400560" cy="380160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PCFG inference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3200"/>
                  <a:t>What is the most likely parse of the input sentence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3200"/>
                  <a:t>?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3200"/>
                  <a:t>For simplicity consider the </a:t>
                </a:r>
                <a:r>
                  <a:rPr lang="en-US" sz="3200" err="1"/>
                  <a:t>retricted</a:t>
                </a:r>
                <a:r>
                  <a:rPr lang="en-US" sz="3200"/>
                  <a:t> grammar</a:t>
                </a:r>
                <a:br>
                  <a:rPr lang="en-US" sz="3200"/>
                </a:b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            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 sz="3200"/>
              </a:p>
              <a:p>
                <a:pPr>
                  <a:lnSpc>
                    <a:spcPct val="100000"/>
                  </a:lnSpc>
                </a:pPr>
                <a:r>
                  <a:rPr lang="en-US" sz="3200"/>
                  <a:t>Suppose span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sub>
                    </m:sSub>
                  </m:oMath>
                </a14:m>
                <a:r>
                  <a:rPr lang="en-US" sz="3200"/>
                  <a:t> was produced from nonterminal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sz="3200"/>
              </a:p>
              <a:p>
                <a:pPr>
                  <a:lnSpc>
                    <a:spcPct val="100000"/>
                  </a:lnSpc>
                </a:pPr>
                <a:r>
                  <a:rPr lang="en-US" sz="3200"/>
                  <a:t>Denote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d>
                          <m:dPr>
                            <m:begChr m:val="["/>
                            <m:endChr m:val="]"/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/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d>
                          <m:dPr>
                            <m:begChr m:val="["/>
                            <m:endChr m:val="]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sub>
                    </m:sSub>
                    <m:r>
                      <a:rPr lang="en-US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/>
              </a:p>
              <a:p>
                <a:pPr>
                  <a:lnSpc>
                    <a:spcPct val="100000"/>
                  </a:lnSpc>
                </a:pPr>
                <a:r>
                  <a:rPr lang="en-US" sz="3200"/>
                  <a:t>We will write a recursive (de) composition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3200"/>
                  <a:t>Training model weights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3200"/>
                  <a:t> from fully labeled data is simple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3200"/>
                  <a:t>(Skipping discriminative and conditional training)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2800">
                    <a:hlinkClick r:id="rId2"/>
                  </a:rPr>
                  <a:t>https://stp.lingfil.uu.se/~nivre/docs/ACLslides.pdf</a:t>
                </a:r>
                <a:r>
                  <a:rPr lang="en-US" sz="2800"/>
                  <a:t> </a:t>
                </a:r>
              </a:p>
            </p:txBody>
          </p:sp>
        </mc:Choice>
        <mc:Fallback xmlns="">
          <p:sp>
            <p:nvSpPr>
              <p:cNvPr id="3" name="Tex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/>
              <p14:cNvContentPartPr/>
              <p14:nvPr/>
            </p14:nvContentPartPr>
            <p14:xfrm>
              <a:off x="7450200" y="1780920"/>
              <a:ext cx="4446000" cy="2038320"/>
            </p14:xfrm>
          </p:contentPart>
        </mc:Choice>
        <mc:Fallback xmlns="">
          <p:pic>
            <p:nvPicPr>
              <p:cNvPr id="4" name="Ink 3"/>
            </p:nvPicPr>
            <p:blipFill>
              <a:blip r:embed="rId5"/>
            </p:blipFill>
            <p:spPr>
              <a:xfrm>
                <a:off x="7450200" y="1780920"/>
                <a:ext cx="4446000" cy="20383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/>
              <p14:cNvContentPartPr/>
              <p14:nvPr/>
            </p14:nvContentPartPr>
            <p14:xfrm>
              <a:off x="1784880" y="1650240"/>
              <a:ext cx="10158840" cy="5473440"/>
            </p14:xfrm>
          </p:contentPart>
        </mc:Choice>
        <mc:Fallback xmlns="">
          <p:pic>
            <p:nvPicPr>
              <p:cNvPr id="5" name="Ink 4"/>
            </p:nvPicPr>
            <p:blipFill>
              <a:blip r:embed="rId7"/>
            </p:blipFill>
            <p:spPr>
              <a:xfrm>
                <a:off x="1784880" y="1650240"/>
                <a:ext cx="10158840" cy="547344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CKY dynamic programming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72500" lnSpcReduction="2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/>
                  <a:t>Base case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specified via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/>
              </a:p>
              <a:p>
                <a:pPr>
                  <a:lnSpc>
                    <a:spcPct val="100000"/>
                  </a:lnSpc>
                </a:pPr>
                <a:r>
                  <a:rPr lang="en-US"/>
                  <a:t>General case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/>
                  <a:t> can be decomposed as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/>
                  <a:t>Pick two </a:t>
                </a:r>
                <a:r>
                  <a:rPr lang="en-US" err="1"/>
                  <a:t>nonterminals</a:t>
                </a:r>
                <a:r>
                  <a:rPr lang="en-US"/>
                  <a:t> to produce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/>
              </a:p>
              <a:p>
                <a:pPr lvl="1">
                  <a:lnSpc>
                    <a:spcPct val="100000"/>
                  </a:lnSpc>
                </a:pPr>
                <a:r>
                  <a:rPr lang="en-US"/>
                  <a:t>Pick a split point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endParaRPr lang="en-US"/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/>
                  <a:t> (eventually) produces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/>
                  <a:t> (eventually) produces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/>
              </a:p>
              <a:p>
                <a:pPr>
                  <a:lnSpc>
                    <a:spcPct val="100000"/>
                  </a:lnSpc>
                </a:pPr>
                <a:r>
                  <a:rPr lang="en-US"/>
                  <a:t>Now search over best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/>
                  <a:t>:</a:t>
                </a:r>
                <a:br>
                  <a:rPr lang="en-US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lim>
                        </m:limLow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lim>
                            </m:limLow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endParaRPr lang="en-US"/>
              </a:p>
              <a:p>
                <a:pPr>
                  <a:lnSpc>
                    <a:spcPct val="100000"/>
                  </a:lnSpc>
                </a:pPr>
                <a:r>
                  <a:rPr lang="en-US"/>
                  <a:t>As with sequences, remember best choices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/>
                  <a:t>Read off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root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(1,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pPr>
                  <a:lnSpc>
                    <a:spcPct val="100000"/>
                  </a:lnSpc>
                </a:pPr>
                <a:r>
                  <a:rPr lang="en-US"/>
                  <a:t>“</a:t>
                </a:r>
                <a:r>
                  <a:rPr lang="en-US" err="1"/>
                  <a:t>Cocke</a:t>
                </a:r>
                <a:r>
                  <a:rPr lang="en-US"/>
                  <a:t>-</a:t>
                </a:r>
                <a:r>
                  <a:rPr lang="en-US" err="1"/>
                  <a:t>Kasami</a:t>
                </a:r>
                <a:r>
                  <a:rPr lang="en-US"/>
                  <a:t>-Younger” DP, takes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/>
                  <a:t> time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/>
                  <a:t>To find probability of sentence marginalized over possible parse trees, use sum in place of max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Tex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t="-358" b="-486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/>
              <p:cNvSpPr/>
              <p:nvPr/>
            </p:nvSpPr>
            <p:spPr>
              <a:xfrm>
                <a:off x="10525465" y="810352"/>
                <a:ext cx="438150" cy="43338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5465" y="810352"/>
                <a:ext cx="438150" cy="433387"/>
              </a:xfrm>
              <a:prstGeom prst="ellipse">
                <a:avLst/>
              </a:prstGeom>
              <a:blipFill rotWithShape="1">
                <a:blip r:embed="rId3"/>
                <a:stretch>
                  <a:fillRect l="-1527" t="-1486" r="-17893" b="-1371"/>
                </a:stretch>
              </a:blip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stCxn id="4" idx="3"/>
            <a:endCxn id="5" idx="7"/>
          </p:cNvCxnSpPr>
          <p:nvPr/>
        </p:nvCxnSpPr>
        <p:spPr>
          <a:xfrm flipH="1">
            <a:off x="10144591" y="1180271"/>
            <a:ext cx="445040" cy="6508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4" idx="5"/>
            <a:endCxn id="6" idx="1"/>
          </p:cNvCxnSpPr>
          <p:nvPr/>
        </p:nvCxnSpPr>
        <p:spPr>
          <a:xfrm>
            <a:off x="10899449" y="1180271"/>
            <a:ext cx="445040" cy="6508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>
            <a:off x="9408657" y="2008846"/>
            <a:ext cx="1162050" cy="989875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9770607" y="1767622"/>
                <a:ext cx="438150" cy="43338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0607" y="1767622"/>
                <a:ext cx="438150" cy="433387"/>
              </a:xfrm>
              <a:prstGeom prst="ellipse">
                <a:avLst/>
              </a:prstGeom>
              <a:blipFill rotWithShape="1">
                <a:blip r:embed="rId4"/>
                <a:stretch>
                  <a:fillRect l="-1563" t="-1561" r="-20321" b="-1442"/>
                </a:stretch>
              </a:blip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Isosceles Triangle 12"/>
          <p:cNvSpPr/>
          <p:nvPr/>
        </p:nvSpPr>
        <p:spPr>
          <a:xfrm>
            <a:off x="10892303" y="2008846"/>
            <a:ext cx="1162050" cy="989875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/>
              <p:cNvSpPr/>
              <p:nvPr/>
            </p:nvSpPr>
            <p:spPr>
              <a:xfrm>
                <a:off x="11280323" y="1767621"/>
                <a:ext cx="438150" cy="43338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0323" y="1767621"/>
                <a:ext cx="438150" cy="433387"/>
              </a:xfrm>
              <a:prstGeom prst="ellipse">
                <a:avLst/>
              </a:prstGeom>
              <a:blipFill rotWithShape="1">
                <a:blip r:embed="rId5"/>
                <a:stretch>
                  <a:fillRect l="-1491" t="-1561" r="-20828" b="-1443"/>
                </a:stretch>
              </a:blip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9670598" y="2863928"/>
                <a:ext cx="753989" cy="3965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0598" y="2863928"/>
                <a:ext cx="753989" cy="396519"/>
              </a:xfrm>
              <a:prstGeom prst="rect">
                <a:avLst/>
              </a:prstGeom>
              <a:blipFill rotWithShape="1">
                <a:blip r:embed="rId6"/>
                <a:stretch>
                  <a:fillRect l="-24" t="-20" r="-4323" b="9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1096333" y="2863928"/>
                <a:ext cx="753989" cy="3965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6333" y="2863928"/>
                <a:ext cx="753989" cy="396519"/>
              </a:xfrm>
              <a:prstGeom prst="rect">
                <a:avLst/>
              </a:prstGeom>
              <a:blipFill rotWithShape="1">
                <a:blip r:embed="rId7"/>
                <a:stretch>
                  <a:fillRect l="-45" t="-20" r="-2533" b="9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Left Brace 15"/>
          <p:cNvSpPr/>
          <p:nvPr/>
        </p:nvSpPr>
        <p:spPr>
          <a:xfrm rot="16200000">
            <a:off x="10579601" y="2019937"/>
            <a:ext cx="303809" cy="2645697"/>
          </a:xfrm>
          <a:prstGeom prst="leftBrace">
            <a:avLst>
              <a:gd name="adj1" fmla="val 55361"/>
              <a:gd name="adj2" fmla="val 50000"/>
            </a:avLst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0367980" y="3326314"/>
                <a:ext cx="753989" cy="3965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7980" y="3326314"/>
                <a:ext cx="753989" cy="396519"/>
              </a:xfrm>
              <a:prstGeom prst="rect">
                <a:avLst/>
              </a:prstGeom>
              <a:blipFill rotWithShape="1">
                <a:blip r:embed="rId8"/>
                <a:stretch>
                  <a:fillRect l="-44" t="-46" r="-2366" b="11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/>
              <p14:cNvContentPartPr/>
              <p14:nvPr/>
            </p14:nvContentPartPr>
            <p14:xfrm>
              <a:off x="5064120" y="-25560"/>
              <a:ext cx="7124040" cy="5141880"/>
            </p14:xfrm>
          </p:contentPart>
        </mc:Choice>
        <mc:Fallback xmlns="">
          <p:pic>
            <p:nvPicPr>
              <p:cNvPr id="7" name="Ink 6"/>
            </p:nvPicPr>
            <p:blipFill>
              <a:blip r:embed="rId10"/>
            </p:blipFill>
            <p:spPr>
              <a:xfrm>
                <a:off x="5064120" y="-25560"/>
                <a:ext cx="7124040" cy="514188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Chart parsing</a:t>
            </a:r>
            <a:endParaRPr lang="en-IN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74295" y="791845"/>
          <a:ext cx="12059285" cy="5979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2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27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2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2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22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22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The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cat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sat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on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the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mat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6155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The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Each nonterminal that can produce “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”, with probability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Each nonterminal that can produce “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The cat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”, with probability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  <a:p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5025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cat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Each nonterminal that can produce “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cat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”, with probability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6155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sat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Each nonterminal that can produce “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sat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”, with probability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  <a:p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5025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Each nonterminal that can produce “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on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”, with probability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6155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the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Each nonterminal that can produce “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”, with probability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  <a:p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85520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mat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Each nonterminal that can produce “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mat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”, with probability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  <a:p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2081520" y="1106280"/>
              <a:ext cx="8735040" cy="5068080"/>
            </p14:xfrm>
          </p:contentPart>
        </mc:Choice>
        <mc:Fallback xmlns="">
          <p:pic>
            <p:nvPicPr>
              <p:cNvPr id="2" name="Ink 1"/>
            </p:nvPicPr>
            <p:blipFill>
              <a:blip r:embed="rId4"/>
            </p:blipFill>
            <p:spPr>
              <a:xfrm>
                <a:off x="2081520" y="1106280"/>
                <a:ext cx="8735040" cy="506808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hlinkClick r:id="rId2" action="ppaction://hlinkfile"/>
              </a:rPr>
              <a:t>Neural dependency parsing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90" y="958215"/>
            <a:ext cx="11513820" cy="562356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1315080" y="1315080"/>
              <a:ext cx="10450440" cy="4285080"/>
            </p14:xfrm>
          </p:contentPart>
        </mc:Choice>
        <mc:Fallback xmlns="">
          <p:pic>
            <p:nvPicPr>
              <p:cNvPr id="3" name="Ink 2"/>
            </p:nvPicPr>
            <p:blipFill>
              <a:blip r:embed="rId5"/>
            </p:blipFill>
            <p:spPr>
              <a:xfrm>
                <a:off x="1315080" y="1315080"/>
                <a:ext cx="10450440" cy="428508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Chains and trees to general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90000"/>
              </a:bodyPr>
              <a:lstStyle/>
              <a:p>
                <a:pPr lvl="0"/>
                <a:r>
                  <a:rPr lang="en-US" dirty="0"/>
                  <a:t>John </a:t>
                </a:r>
                <a:r>
                  <a:rPr lang="en-US" dirty="0">
                    <a:effectLst>
                      <a:glow rad="228600">
                        <a:schemeClr val="accent6">
                          <a:satMod val="175000"/>
                          <a:alpha val="40000"/>
                        </a:schemeClr>
                      </a:glow>
                    </a:effectLst>
                  </a:rPr>
                  <a:t>Green</a:t>
                </a:r>
                <a:r>
                  <a:rPr lang="en-US" dirty="0"/>
                  <a:t> and … leadership of John </a:t>
                </a:r>
                <a:r>
                  <a:rPr lang="en-US" dirty="0">
                    <a:effectLst>
                      <a:glow rad="228600">
                        <a:schemeClr val="accent6">
                          <a:satMod val="175000"/>
                          <a:alpha val="40000"/>
                        </a:schemeClr>
                      </a:glow>
                    </a:effectLst>
                  </a:rPr>
                  <a:t>Green</a:t>
                </a:r>
                <a:r>
                  <a:rPr lang="en-US" dirty="0"/>
                  <a:t> … later, Senator </a:t>
                </a:r>
                <a:r>
                  <a:rPr lang="en-US" dirty="0">
                    <a:effectLst>
                      <a:glow rad="228600">
                        <a:schemeClr val="accent6">
                          <a:satMod val="175000"/>
                          <a:alpha val="40000"/>
                        </a:schemeClr>
                      </a:glow>
                    </a:effectLst>
                  </a:rPr>
                  <a:t>Green</a:t>
                </a:r>
                <a:r>
                  <a:rPr lang="en-US" dirty="0"/>
                  <a:t> ran … opposed by the </a:t>
                </a:r>
                <a:r>
                  <a:rPr lang="en-US" dirty="0">
                    <a:effectLst>
                      <a:glow rad="228600">
                        <a:schemeClr val="accent4">
                          <a:satMod val="175000"/>
                          <a:alpha val="40000"/>
                        </a:schemeClr>
                      </a:glow>
                    </a:effectLst>
                  </a:rPr>
                  <a:t>Green</a:t>
                </a:r>
                <a:r>
                  <a:rPr lang="en-US" dirty="0"/>
                  <a:t> Party …</a:t>
                </a:r>
              </a:p>
              <a:p>
                <a:pPr lvl="1"/>
                <a:r>
                  <a:rPr lang="en-US" dirty="0"/>
                  <a:t>Senator Green have label PER, Green Party has label ORG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at multiple mentions of “Green” should influence each other (long range dependency, possibility of cycles)</a:t>
                </a:r>
              </a:p>
              <a:p>
                <a:pPr lvl="1"/>
                <a:r>
                  <a:rPr lang="en-US" dirty="0"/>
                  <a:t>But balanced with local features “leadership of _”, “_ ran”, “_ Party”, etc.</a:t>
                </a:r>
              </a:p>
              <a:p>
                <a:r>
                  <a:rPr lang="en-US" dirty="0"/>
                  <a:t>We will rewrite inference on chains using</a:t>
                </a:r>
                <a:br>
                  <a:rPr lang="en-US" dirty="0"/>
                </a:br>
                <a:r>
                  <a:rPr lang="en-US" dirty="0"/>
                  <a:t>new notation</a:t>
                </a:r>
              </a:p>
              <a:p>
                <a:r>
                  <a:rPr lang="en-US" dirty="0"/>
                  <a:t>Which extend readily to general graphs</a:t>
                </a:r>
              </a:p>
              <a:p>
                <a:pPr lvl="1"/>
                <a:r>
                  <a:rPr lang="en-US" dirty="0"/>
                  <a:t>No guarantee of optimal training/inference </a:t>
                </a:r>
              </a:p>
            </p:txBody>
          </p:sp>
        </mc:Choice>
        <mc:Fallback xmlns="">
          <p:sp>
            <p:nvSpPr>
              <p:cNvPr id="3" name="Tex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t="-57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/>
          <p:cNvSpPr/>
          <p:nvPr/>
        </p:nvSpPr>
        <p:spPr>
          <a:xfrm>
            <a:off x="9468808" y="6330943"/>
            <a:ext cx="190500" cy="1809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9960298" y="6330943"/>
            <a:ext cx="190500" cy="1809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0451788" y="6330943"/>
            <a:ext cx="190500" cy="1809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0943278" y="6330943"/>
            <a:ext cx="190500" cy="1809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434768" y="6330943"/>
            <a:ext cx="190500" cy="1809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1926258" y="6330943"/>
            <a:ext cx="190500" cy="1809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>
            <a:stCxn id="6" idx="6"/>
            <a:endCxn id="7" idx="2"/>
          </p:cNvCxnSpPr>
          <p:nvPr/>
        </p:nvCxnSpPr>
        <p:spPr>
          <a:xfrm>
            <a:off x="9659308" y="6421431"/>
            <a:ext cx="30099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7" idx="6"/>
            <a:endCxn id="8" idx="2"/>
          </p:cNvCxnSpPr>
          <p:nvPr/>
        </p:nvCxnSpPr>
        <p:spPr>
          <a:xfrm>
            <a:off x="10150798" y="6421431"/>
            <a:ext cx="30099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6"/>
            <a:endCxn id="9" idx="2"/>
          </p:cNvCxnSpPr>
          <p:nvPr/>
        </p:nvCxnSpPr>
        <p:spPr>
          <a:xfrm>
            <a:off x="10642288" y="6421431"/>
            <a:ext cx="30099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9" idx="6"/>
            <a:endCxn id="10" idx="2"/>
          </p:cNvCxnSpPr>
          <p:nvPr/>
        </p:nvCxnSpPr>
        <p:spPr>
          <a:xfrm>
            <a:off x="11133778" y="6421431"/>
            <a:ext cx="30099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0" idx="6"/>
            <a:endCxn id="11" idx="2"/>
          </p:cNvCxnSpPr>
          <p:nvPr/>
        </p:nvCxnSpPr>
        <p:spPr>
          <a:xfrm>
            <a:off x="11625268" y="6421431"/>
            <a:ext cx="30099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840288" y="5445111"/>
            <a:ext cx="190500" cy="18097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10331778" y="5445111"/>
            <a:ext cx="190500" cy="18097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10823268" y="5445111"/>
            <a:ext cx="190500" cy="18097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11314758" y="5445111"/>
            <a:ext cx="190500" cy="18097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11806248" y="5445111"/>
            <a:ext cx="190500" cy="18097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>
            <a:stCxn id="17" idx="6"/>
            <a:endCxn id="18" idx="2"/>
          </p:cNvCxnSpPr>
          <p:nvPr/>
        </p:nvCxnSpPr>
        <p:spPr>
          <a:xfrm>
            <a:off x="10030788" y="5535599"/>
            <a:ext cx="30099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8" idx="6"/>
            <a:endCxn id="19" idx="2"/>
          </p:cNvCxnSpPr>
          <p:nvPr/>
        </p:nvCxnSpPr>
        <p:spPr>
          <a:xfrm>
            <a:off x="10522278" y="5535599"/>
            <a:ext cx="30099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9" idx="6"/>
            <a:endCxn id="20" idx="2"/>
          </p:cNvCxnSpPr>
          <p:nvPr/>
        </p:nvCxnSpPr>
        <p:spPr>
          <a:xfrm>
            <a:off x="11013768" y="5535599"/>
            <a:ext cx="30099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20" idx="6"/>
            <a:endCxn id="21" idx="2"/>
          </p:cNvCxnSpPr>
          <p:nvPr/>
        </p:nvCxnSpPr>
        <p:spPr>
          <a:xfrm>
            <a:off x="11505258" y="5535599"/>
            <a:ext cx="30099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9545949" y="4635481"/>
            <a:ext cx="190500" cy="18097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10037439" y="4635481"/>
            <a:ext cx="190500" cy="18097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10528929" y="4635481"/>
            <a:ext cx="190500" cy="18097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11020419" y="4635481"/>
            <a:ext cx="190500" cy="18097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11511909" y="4635481"/>
            <a:ext cx="190500" cy="18097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/>
          <p:cNvCxnSpPr>
            <a:stCxn id="30" idx="6"/>
            <a:endCxn id="31" idx="2"/>
          </p:cNvCxnSpPr>
          <p:nvPr/>
        </p:nvCxnSpPr>
        <p:spPr>
          <a:xfrm>
            <a:off x="9736449" y="4725969"/>
            <a:ext cx="300990" cy="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1" idx="6"/>
            <a:endCxn id="32" idx="2"/>
          </p:cNvCxnSpPr>
          <p:nvPr/>
        </p:nvCxnSpPr>
        <p:spPr>
          <a:xfrm>
            <a:off x="10227939" y="4725969"/>
            <a:ext cx="300990" cy="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2" idx="6"/>
            <a:endCxn id="33" idx="2"/>
          </p:cNvCxnSpPr>
          <p:nvPr/>
        </p:nvCxnSpPr>
        <p:spPr>
          <a:xfrm>
            <a:off x="10719429" y="4725969"/>
            <a:ext cx="300990" cy="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3" idx="6"/>
            <a:endCxn id="34" idx="2"/>
          </p:cNvCxnSpPr>
          <p:nvPr/>
        </p:nvCxnSpPr>
        <p:spPr>
          <a:xfrm>
            <a:off x="11210919" y="4725969"/>
            <a:ext cx="300990" cy="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Curved 40"/>
          <p:cNvCxnSpPr>
            <a:stCxn id="31" idx="4"/>
            <a:endCxn id="18" idx="0"/>
          </p:cNvCxnSpPr>
          <p:nvPr/>
        </p:nvCxnSpPr>
        <p:spPr>
          <a:xfrm rot="16200000" flipH="1">
            <a:off x="9965531" y="4983613"/>
            <a:ext cx="628655" cy="294339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Curved 42"/>
          <p:cNvCxnSpPr>
            <a:stCxn id="7" idx="1"/>
            <a:endCxn id="19" idx="4"/>
          </p:cNvCxnSpPr>
          <p:nvPr/>
        </p:nvCxnSpPr>
        <p:spPr>
          <a:xfrm rot="5400000" flipH="1" flipV="1">
            <a:off x="10087677" y="5526605"/>
            <a:ext cx="731360" cy="930322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Curved 45"/>
          <p:cNvCxnSpPr>
            <a:stCxn id="11" idx="0"/>
            <a:endCxn id="33" idx="4"/>
          </p:cNvCxnSpPr>
          <p:nvPr/>
        </p:nvCxnSpPr>
        <p:spPr>
          <a:xfrm rot="16200000" flipV="1">
            <a:off x="10811346" y="5120780"/>
            <a:ext cx="1514487" cy="905839"/>
          </a:xfrm>
          <a:prstGeom prst="curvedConnector3">
            <a:avLst>
              <a:gd name="adj1" fmla="val 62579"/>
            </a:avLst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925978" y="5075779"/>
            <a:ext cx="1220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Sentence 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21196" y="4257665"/>
            <a:ext cx="1220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Sentence 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39899" y="5944940"/>
            <a:ext cx="1220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Sentence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2800" dirty="0"/>
                  <a:t>Suppose joint distribution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𝑓</m:t>
                    </m:r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1:6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 over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1:6</m:t>
                        </m:r>
                      </m:sub>
                    </m:sSub>
                  </m:oMath>
                </a14:m>
                <a:r>
                  <a:rPr lang="en-US" sz="2800" dirty="0"/>
                  <a:t> can be written in the form</a:t>
                </a:r>
                <a:br>
                  <a:rPr lang="en-US" sz="2800" dirty="0"/>
                </a:br>
                <a14:m>
                  <m:oMath xmlns:m="http://schemas.openxmlformats.org/officeDocument/2006/math">
                    <m:box>
                      <m:boxPr>
                        <m:noBreak m:val="on"/>
                        <m:ctrlPr>
                          <a:rPr lang="en-US" sz="2800" i="1" dirty="0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sz="2800" i="1" dirty="0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fPr>
                          <m:num>
                            <m:r>
                              <a:rPr lang="en-US" sz="2800" i="1" dirty="0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i="1" dirty="0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𝑍</m:t>
                            </m:r>
                          </m:den>
                        </m:f>
                      </m:e>
                    </m:box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2,3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3,4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4,5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5,6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US" sz="2800" dirty="0"/>
                </a:br>
                <a:r>
                  <a:rPr lang="en-US" sz="2800" dirty="0"/>
                  <a:t>where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2800" dirty="0"/>
                  <a:t> is a normalizer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lit/>
                      </m:rPr>
                      <a:rPr lang="en-US" sz="2800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0,1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lit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endParaRPr lang="en-US" sz="2800" dirty="0"/>
              </a:p>
              <a:p>
                <a:pPr>
                  <a:lnSpc>
                    <a:spcPct val="100000"/>
                  </a:lnSpc>
                </a:pPr>
                <a:r>
                  <a:rPr lang="en-US" sz="2800" dirty="0"/>
                  <a:t>Marginal distribution</a:t>
                </a:r>
                <a:br>
                  <a:rPr lang="en-US" sz="2800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sub>
                      <m:sup/>
                      <m:e>
                        <m:nary>
                          <m:naryPr>
                            <m:chr m:val="∏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nor/>
                              </m:rP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</m:e>
                    </m:nary>
                  </m:oMath>
                </a14:m>
                <a:endParaRPr lang="en-US" sz="2800" dirty="0"/>
              </a:p>
              <a:p>
                <a:pPr>
                  <a:lnSpc>
                    <a:spcPct val="100000"/>
                  </a:lnSpc>
                </a:pPr>
                <a:r>
                  <a:rPr lang="en-US" sz="2800" dirty="0"/>
                  <a:t>Sum is over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=32</m:t>
                    </m:r>
                  </m:oMath>
                </a14:m>
                <a:r>
                  <a:rPr lang="en-US" sz="2800" dirty="0"/>
                  <a:t> possible bit vectors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[2:6]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800" dirty="0"/>
                  <a:t>, 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(0,0,0,0,0)</m:t>
                    </m:r>
                  </m:oMath>
                </a14:m>
                <a:r>
                  <a:rPr lang="en-US" sz="2800" dirty="0"/>
                  <a:t> through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(1,1,1,1,1)</m:t>
                    </m:r>
                  </m:oMath>
                </a14:m>
                <a:r>
                  <a:rPr lang="en-US" sz="2800" dirty="0"/>
                  <a:t>, in general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∏"/>
                            <m:limLoc m:val="subSup"/>
                            <m:supHide m:val="o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𝒴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d>
                  </m:oMath>
                </a14:m>
                <a:r>
                  <a:rPr lang="en-US" sz="2800" dirty="0"/>
                  <a:t> 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800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Factoring joint distributions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857880" y="134640"/>
              <a:ext cx="11277720" cy="6924240"/>
            </p14:xfrm>
          </p:contentPart>
        </mc:Choice>
        <mc:Fallback xmlns="">
          <p:pic>
            <p:nvPicPr>
              <p:cNvPr id="4" name="Ink 3"/>
            </p:nvPicPr>
            <p:blipFill>
              <a:blip r:embed="rId4"/>
            </p:blipFill>
            <p:spPr>
              <a:xfrm>
                <a:off x="857880" y="134640"/>
                <a:ext cx="11277720" cy="692424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Factoring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sz="3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sz="32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sz="3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sz="32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sz="3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sz="32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sz="3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sz="32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sub>
                      <m:sup/>
                      <m:e>
                        <m:nary>
                          <m:naryPr>
                            <m:chr m:val="∏"/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nor/>
                              </m:rP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</m:e>
                    </m:nary>
                  </m:oMath>
                </a14:m>
                <a:endParaRPr lang="en-US" sz="3200" i="1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sz="3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sz="32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sz="3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sz="32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sz="3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sz="32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sz="3200" i="1">
                                    <a:effectLst>
                                      <a:glow rad="228600">
                                        <a:schemeClr val="accent6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US" sz="3200" i="1">
                                    <a:effectLst>
                                      <a:glow rad="228600">
                                        <a:schemeClr val="accent6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sz="3200" i="1">
                                    <a:effectLst>
                                      <a:glow rad="228600">
                                        <a:schemeClr val="accent6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sub>
                          <m:sup/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320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∏"/>
                                    <m:ctrlPr>
                                      <a:rPr lang="en-US" sz="32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z="32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32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effectLst>
                                          <a:glow rad="228600">
                                            <a:schemeClr val="accent4">
                                              <a:satMod val="175000"/>
                                              <a:alpha val="40000"/>
                                            </a:schemeClr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sz="32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2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32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32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32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32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32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3200" i="1">
                                                <a:solidFill>
                                                  <a:schemeClr val="accent2">
                                                    <a:lumMod val="7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3200" i="1">
                                                <a:solidFill>
                                                  <a:schemeClr val="accent2">
                                                    <a:lumMod val="7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sz="3200" i="1">
                                                <a:solidFill>
                                                  <a:schemeClr val="accent2">
                                                    <a:lumMod val="7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sz="32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3200" i="1">
                                                <a:solidFill>
                                                  <a:schemeClr val="accent2">
                                                    <a:lumMod val="7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3200" i="1">
                                                <a:solidFill>
                                                  <a:schemeClr val="accent2">
                                                    <a:lumMod val="7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sz="3200" i="1">
                                                <a:solidFill>
                                                  <a:schemeClr val="accent2">
                                                    <a:lumMod val="7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sz="3200" i="1">
                                                <a:solidFill>
                                                  <a:schemeClr val="accent2">
                                                    <a:lumMod val="7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</m:e>
                            </m:d>
                            <m:r>
                              <a:rPr lang="en-US" sz="32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5,6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3200" i="1">
                                        <a:effectLst>
                                          <a:glow rad="228600">
                                            <a:schemeClr val="accent6">
                                              <a:satMod val="175000"/>
                                              <a:alpha val="40000"/>
                                            </a:schemeClr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effectLst>
                                          <a:glow rad="228600">
                                            <a:schemeClr val="accent6">
                                              <a:satMod val="175000"/>
                                              <a:alpha val="40000"/>
                                            </a:schemeClr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effectLst>
                                          <a:glow rad="228600">
                                            <a:schemeClr val="accent6">
                                              <a:satMod val="175000"/>
                                              <a:alpha val="40000"/>
                                            </a:schemeClr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nary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sz="3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sz="32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sz="3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sz="32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sz="3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sz="32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sz="320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/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32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∏"/>
                                <m:ctrlPr>
                                  <a:rPr lang="en-US" sz="3200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3200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3200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3200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effectLst>
                                      <a:glow rad="228600">
                                        <a:schemeClr val="accent4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32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32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32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32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32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32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2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32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32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32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2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32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32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d>
                        <m:nary>
                          <m:naryPr>
                            <m:chr m:val="∑"/>
                            <m:supHide m:val="on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sz="3200" i="1">
                                    <a:effectLst>
                                      <a:glow rad="228600">
                                        <a:schemeClr val="accent6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US" sz="3200" i="1">
                                    <a:effectLst>
                                      <a:glow rad="228600">
                                        <a:schemeClr val="accent6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sz="3200" i="1">
                                    <a:effectLst>
                                      <a:glow rad="228600">
                                        <a:schemeClr val="accent6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sub>
                          <m:sup/>
                          <m:e>
                            <m:r>
                              <a:rPr lang="en-US" sz="32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5,6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3200" i="1">
                                        <a:effectLst>
                                          <a:glow rad="228600">
                                            <a:schemeClr val="accent6">
                                              <a:satMod val="175000"/>
                                              <a:alpha val="40000"/>
                                            </a:schemeClr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effectLst>
                                          <a:glow rad="228600">
                                            <a:schemeClr val="accent6">
                                              <a:satMod val="175000"/>
                                              <a:alpha val="40000"/>
                                            </a:schemeClr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effectLst>
                                          <a:glow rad="228600">
                                            <a:schemeClr val="accent6">
                                              <a:satMod val="175000"/>
                                              <a:alpha val="40000"/>
                                            </a:schemeClr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nary>
                  </m:oMath>
                </a14:m>
                <a:endParaRPr lang="en-US"/>
              </a:p>
              <a:p>
                <a:pPr>
                  <a:lnSpc>
                    <a:spcPct val="100000"/>
                  </a:lnSpc>
                </a:pPr>
                <a:r>
                  <a:rPr lang="en-US" sz="3200" i="1">
                    <a:effectLst>
                      <a:glow rad="228600">
                        <a:schemeClr val="accent6">
                          <a:satMod val="175000"/>
                          <a:alpha val="40000"/>
                        </a:schemeClr>
                      </a:glow>
                    </a:effectLst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3200" i="1">
                                <a:effectLst>
                                  <a:glow rad="228600">
                                    <a:schemeClr val="accent6">
                                      <a:satMod val="175000"/>
                                      <a:alpha val="40000"/>
                                    </a:schemeClr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sz="3200" i="1">
                                <a:effectLst>
                                  <a:glow rad="228600">
                                    <a:schemeClr val="accent6">
                                      <a:satMod val="175000"/>
                                      <a:alpha val="40000"/>
                                    </a:schemeClr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sz="3200" i="1">
                                <a:effectLst>
                                  <a:glow rad="228600">
                                    <a:schemeClr val="accent6">
                                      <a:satMod val="175000"/>
                                      <a:alpha val="40000"/>
                                    </a:schemeClr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sub>
                      <m:sup/>
                      <m:e>
                        <m:r>
                          <a:rPr lang="en-US" sz="32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5,6</m:t>
                            </m:r>
                          </m:sub>
                        </m:sSub>
                        <m:d>
                          <m:d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3200" i="1">
                                    <a:effectLst>
                                      <a:glow rad="228600">
                                        <a:schemeClr val="accent6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effectLst>
                                      <a:glow rad="228600">
                                        <a:schemeClr val="accent6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3200" i="1">
                                    <a:effectLst>
                                      <a:glow rad="228600">
                                        <a:schemeClr val="accent6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sz="3200" dirty="0">
                    <a:sym typeface="+mn-ea"/>
                  </a:rPr>
                  <a:t> is a function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sz="3200" dirty="0">
                    <a:sym typeface="+mn-ea"/>
                  </a:rPr>
                  <a:t> alone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3200" dirty="0">
                    <a:sym typeface="+mn-ea"/>
                  </a:rPr>
                  <a:t>Call it a </a:t>
                </a:r>
                <a:r>
                  <a:rPr lang="en-US" sz="3200" i="1" dirty="0">
                    <a:effectLst>
                      <a:glow rad="228600">
                        <a:schemeClr val="accent4">
                          <a:satMod val="175000"/>
                          <a:alpha val="40000"/>
                        </a:schemeClr>
                      </a:glow>
                    </a:effectLst>
                    <a:sym typeface="+mn-ea"/>
                  </a:rPr>
                  <a:t>message from 6 to 5</a:t>
                </a:r>
                <a:r>
                  <a:rPr lang="en-US" sz="3200" dirty="0">
                    <a:sym typeface="+mn-ea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6→5</m:t>
                        </m:r>
                      </m:sub>
                    </m:sSub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lit/>
                      </m:rPr>
                      <a:rPr lang="en-US" sz="3200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0,1</m:t>
                    </m:r>
                    <m:r>
                      <m:rPr>
                        <m:lit/>
                      </m:rPr>
                      <a:rPr lang="en-US" sz="3200" b="0" i="1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endParaRPr lang="en-US" sz="3200" dirty="0"/>
              </a:p>
              <a:p>
                <a:pPr>
                  <a:lnSpc>
                    <a:spcPct val="100000"/>
                  </a:lnSpc>
                </a:pPr>
                <a:r>
                  <a:rPr lang="en-US" sz="3200"/>
                  <a:t>This is node 6’s belief in the two possible states of node 5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2800"/>
                  <a:t>Marginalized over all possible values of node 6 itself</a:t>
                </a:r>
              </a:p>
            </p:txBody>
          </p:sp>
        </mc:Choice>
        <mc:Fallback xmlns="">
          <p:sp>
            <p:nvSpPr>
              <p:cNvPr id="3" name="Tex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7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ket 3"/>
          <p:cNvSpPr/>
          <p:nvPr/>
        </p:nvSpPr>
        <p:spPr>
          <a:xfrm rot="16200000">
            <a:off x="5967730" y="-528320"/>
            <a:ext cx="257175" cy="4727575"/>
          </a:xfrm>
          <a:prstGeom prst="rightBracket">
            <a:avLst>
              <a:gd name="adj" fmla="val 89814"/>
            </a:avLst>
          </a:prstGeom>
          <a:ln w="5715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/>
          <p:cNvSpPr/>
          <p:nvPr/>
        </p:nvSpPr>
        <p:spPr>
          <a:xfrm>
            <a:off x="8504219" y="1910713"/>
            <a:ext cx="2649070" cy="572659"/>
          </a:xfrm>
          <a:prstGeom prst="round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/>
              <p14:cNvContentPartPr/>
              <p14:nvPr/>
            </p14:nvContentPartPr>
            <p14:xfrm>
              <a:off x="387360" y="1585080"/>
              <a:ext cx="6344640" cy="1981440"/>
            </p14:xfrm>
          </p:contentPart>
        </mc:Choice>
        <mc:Fallback xmlns="">
          <p:pic>
            <p:nvPicPr>
              <p:cNvPr id="6" name="Ink 5"/>
            </p:nvPicPr>
            <p:blipFill>
              <a:blip r:embed="rId4"/>
            </p:blipFill>
            <p:spPr>
              <a:xfrm>
                <a:off x="387360" y="1585080"/>
                <a:ext cx="6344640" cy="198144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= table of unnormalized belief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/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∏"/>
                                <m:ctrlPr>
                                  <a:rPr lang="en-US" sz="2800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2800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800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80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8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8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8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8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28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28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d>
                        <m:nary>
                          <m:naryPr>
                            <m:chr m:val="∑"/>
                            <m:supHide m:val="on"/>
                            <m:ctrlPr>
                              <a:rPr lang="en-US" sz="2800" i="1" smtClean="0">
                                <a:effectLst>
                                  <a:glow rad="228600">
                                    <a:schemeClr val="accent3">
                                      <a:satMod val="175000"/>
                                      <a:alpha val="40000"/>
                                    </a:schemeClr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sz="2800" i="1">
                                    <a:effectLst>
                                      <a:glow rad="228600">
                                        <a:schemeClr val="accent3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effectLst>
                                      <a:glow rad="228600">
                                        <a:schemeClr val="accent3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effectLst>
                                      <a:glow rad="228600">
                                        <a:schemeClr val="accent3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sub>
                          <m:sup/>
                          <m:e>
                            <m:r>
                              <a:rPr lang="en-US" sz="2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effectLst>
                                  <a:glow rad="228600">
                                    <a:schemeClr val="accent3">
                                      <a:satMod val="175000"/>
                                      <a:alpha val="40000"/>
                                    </a:schemeClr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800" i="1">
                                    <a:effectLst>
                                      <a:glow rad="228600">
                                        <a:schemeClr val="accent3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effectLst>
                                      <a:glow rad="228600">
                                        <a:schemeClr val="accent3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800" i="1">
                                    <a:effectLst>
                                      <a:glow rad="228600">
                                        <a:schemeClr val="accent3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  <m:t>5,6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800" i="1">
                                    <a:effectLst>
                                      <a:glow rad="228600">
                                        <a:schemeClr val="accent3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effectLst>
                                          <a:glow rad="228600">
                                            <a:schemeClr val="accent3">
                                              <a:satMod val="175000"/>
                                              <a:alpha val="40000"/>
                                            </a:schemeClr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effectLst>
                                          <a:glow rad="228600">
                                            <a:schemeClr val="accent3">
                                              <a:satMod val="175000"/>
                                              <a:alpha val="40000"/>
                                            </a:schemeClr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effectLst>
                                          <a:glow rad="228600">
                                            <a:schemeClr val="accent3">
                                              <a:satMod val="175000"/>
                                              <a:alpha val="40000"/>
                                            </a:schemeClr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effectLst>
                                      <a:glow rad="228600">
                                        <a:schemeClr val="accent3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effectLst>
                                          <a:glow rad="228600">
                                            <a:schemeClr val="accent3">
                                              <a:satMod val="175000"/>
                                              <a:alpha val="40000"/>
                                            </a:schemeClr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effectLst>
                                          <a:glow rad="228600">
                                            <a:schemeClr val="accent3">
                                              <a:satMod val="175000"/>
                                              <a:alpha val="40000"/>
                                            </a:schemeClr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effectLst>
                                          <a:glow rad="228600">
                                            <a:schemeClr val="accent3">
                                              <a:satMod val="175000"/>
                                              <a:alpha val="40000"/>
                                            </a:schemeClr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nary>
                    <m:r>
                      <a:rPr lang="en-US" sz="2800" b="0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8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/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∏"/>
                                <m:ctrlPr>
                                  <a:rPr lang="en-US" sz="2800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2800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800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80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8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8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8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8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28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28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d>
                      </m:e>
                    </m:nary>
                    <m:r>
                      <a:rPr lang="en-US" sz="2800" b="0" i="1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b="0" i="1" smtClean="0">
                            <a:effectLst>
                              <a:glow rad="228600">
                                <a:schemeClr val="accent3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effectLst>
                              <a:glow rad="228600">
                                <a:schemeClr val="accent3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b="0" i="1" smtClean="0">
                            <a:effectLst>
                              <a:glow rad="228600">
                                <a:schemeClr val="accent3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6→5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effectLst>
                              <a:glow rad="228600">
                                <a:schemeClr val="accent3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effectLst>
                                  <a:glow rad="228600">
                                    <a:schemeClr val="accent3">
                                      <a:satMod val="175000"/>
                                      <a:alpha val="40000"/>
                                    </a:schemeClr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effectLst>
                                  <a:glow rad="228600">
                                    <a:schemeClr val="accent3">
                                      <a:satMod val="175000"/>
                                      <a:alpha val="40000"/>
                                    </a:schemeClr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b="0" i="1" smtClean="0">
                                <a:effectLst>
                                  <a:glow rad="228600">
                                    <a:schemeClr val="accent3">
                                      <a:satMod val="175000"/>
                                      <a:alpha val="40000"/>
                                    </a:schemeClr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e>
                    </m:d>
                    <m:r>
                      <a:rPr lang="en-US" sz="2800" b="0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sub>
                          <m:sup/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∏"/>
                                    <m:ctrlPr>
                                      <a:rPr lang="en-US" sz="28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z="28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8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2800" b="0" i="1" smtClean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effectLst>
                                          <a:glow rad="228600">
                                            <a:schemeClr val="accent4">
                                              <a:satMod val="175000"/>
                                              <a:alpha val="40000"/>
                                            </a:schemeClr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sz="28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28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8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28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8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800" i="1">
                                                <a:solidFill>
                                                  <a:schemeClr val="accent2">
                                                    <a:lumMod val="7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800" i="1">
                                                <a:solidFill>
                                                  <a:schemeClr val="accent2">
                                                    <a:lumMod val="7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sz="2800" i="1">
                                                <a:solidFill>
                                                  <a:schemeClr val="accent2">
                                                    <a:lumMod val="7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sz="28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800" i="1">
                                                <a:solidFill>
                                                  <a:schemeClr val="accent2">
                                                    <a:lumMod val="7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800" i="1">
                                                <a:solidFill>
                                                  <a:schemeClr val="accent2">
                                                    <a:lumMod val="7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sz="2800" i="1">
                                                <a:solidFill>
                                                  <a:schemeClr val="accent2">
                                                    <a:lumMod val="7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sz="2800" i="1">
                                                <a:solidFill>
                                                  <a:schemeClr val="accent2">
                                                    <a:lumMod val="7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</m:e>
                            </m:d>
                          </m:e>
                        </m:nary>
                      </m:e>
                    </m:nary>
                    <m:sSub>
                      <m:sSubPr>
                        <m:ctrlPr>
                          <a:rPr lang="en-US" sz="28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4,5</m:t>
                        </m:r>
                      </m:sub>
                    </m:sSub>
                    <m:r>
                      <a:rPr lang="en-US" sz="28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8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28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8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i="1">
                            <a:solidFill>
                              <a:schemeClr val="tx1"/>
                            </a:solidFill>
                            <a:effectLst>
                              <a:glow rad="228600">
                                <a:schemeClr val="accent3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effectLst>
                              <a:glow rad="228600">
                                <a:schemeClr val="accent3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i="1">
                            <a:solidFill>
                              <a:schemeClr val="tx1"/>
                            </a:solidFill>
                            <a:effectLst>
                              <a:glow rad="228600">
                                <a:schemeClr val="accent3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6→5</m:t>
                        </m:r>
                      </m:sub>
                    </m:sSub>
                    <m:d>
                      <m:dPr>
                        <m:ctrlPr>
                          <a:rPr lang="en-US" sz="2800" i="1">
                            <a:solidFill>
                              <a:schemeClr val="tx1"/>
                            </a:solidFill>
                            <a:effectLst>
                              <a:glow rad="228600">
                                <a:schemeClr val="accent3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effectLst>
                                  <a:glow rad="228600">
                                    <a:schemeClr val="accent3">
                                      <a:satMod val="175000"/>
                                      <a:alpha val="40000"/>
                                    </a:schemeClr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effectLst>
                                  <a:glow rad="228600">
                                    <a:schemeClr val="accent3">
                                      <a:satMod val="175000"/>
                                      <a:alpha val="40000"/>
                                    </a:schemeClr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effectLst>
                                  <a:glow rad="228600">
                                    <a:schemeClr val="accent3">
                                      <a:satMod val="175000"/>
                                      <a:alpha val="40000"/>
                                    </a:schemeClr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e>
                    </m:d>
                  </m:oMath>
                </a14:m>
                <a:endParaRPr lang="en-US" sz="2800" dirty="0"/>
              </a:p>
              <a:p>
                <a:r>
                  <a:rPr lang="en-US" sz="2800" dirty="0"/>
                  <a:t>Which gives</a:t>
                </a:r>
                <a:br>
                  <a:rPr lang="en-US" sz="2800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sub>
                      <m:sup/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∏"/>
                                <m:ctrlPr>
                                  <a:rPr lang="en-US" sz="2800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2800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800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800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effectLst>
                                      <a:glow rad="228600">
                                        <a:schemeClr val="accent4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8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8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8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8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2800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28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d>
                        <m:nary>
                          <m:naryPr>
                            <m:chr m:val="∑"/>
                            <m:supHide m:val="on"/>
                            <m:ctrlPr>
                              <a:rPr lang="en-US" sz="2800" i="1" smtClean="0">
                                <a:effectLst>
                                  <a:glow rad="228600">
                                    <a:schemeClr val="accent2">
                                      <a:satMod val="175000"/>
                                      <a:alpha val="40000"/>
                                    </a:schemeClr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sz="2800" i="1">
                                    <a:effectLst>
                                      <a:glow rad="228600">
                                        <a:schemeClr val="accent2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effectLst>
                                      <a:glow rad="228600">
                                        <a:schemeClr val="accent2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effectLst>
                                      <a:glow rad="228600">
                                        <a:schemeClr val="accent2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2800" i="1">
                                    <a:effectLst>
                                      <a:glow rad="228600">
                                        <a:schemeClr val="accent2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effectLst>
                                      <a:glow rad="228600">
                                        <a:schemeClr val="accent2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800" i="1">
                                    <a:effectLst>
                                      <a:glow rad="228600">
                                        <a:schemeClr val="accent2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  <m:t>4,5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800" i="1">
                                    <a:effectLst>
                                      <a:glow rad="228600">
                                        <a:schemeClr val="accent2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effectLst>
                                          <a:glow rad="228600">
                                            <a:schemeClr val="accent2">
                                              <a:satMod val="175000"/>
                                              <a:alpha val="40000"/>
                                            </a:schemeClr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effectLst>
                                          <a:glow rad="228600">
                                            <a:schemeClr val="accent2">
                                              <a:satMod val="175000"/>
                                              <a:alpha val="40000"/>
                                            </a:schemeClr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effectLst>
                                          <a:glow rad="228600">
                                            <a:schemeClr val="accent2">
                                              <a:satMod val="175000"/>
                                              <a:alpha val="40000"/>
                                            </a:schemeClr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effectLst>
                                      <a:glow rad="228600">
                                        <a:schemeClr val="accent2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effectLst>
                                          <a:glow rad="228600">
                                            <a:schemeClr val="accent2">
                                              <a:satMod val="175000"/>
                                              <a:alpha val="40000"/>
                                            </a:schemeClr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effectLst>
                                          <a:glow rad="228600">
                                            <a:schemeClr val="accent2">
                                              <a:satMod val="175000"/>
                                              <a:alpha val="40000"/>
                                            </a:schemeClr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effectLst>
                                          <a:glow rad="228600">
                                            <a:schemeClr val="accent2">
                                              <a:satMod val="175000"/>
                                              <a:alpha val="40000"/>
                                            </a:schemeClr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e>
                            </m:d>
                            <m:sSub>
                              <m:sSubPr>
                                <m:ctrlPr>
                                  <a:rPr lang="en-US" sz="2800" i="1">
                                    <a:effectLst>
                                      <a:glow rad="228600">
                                        <a:schemeClr val="accent2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effectLst>
                                      <a:glow rad="228600">
                                        <a:schemeClr val="accent2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sz="2800" i="1">
                                    <a:effectLst>
                                      <a:glow rad="228600">
                                        <a:schemeClr val="accent2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  <m:t>6→5</m:t>
                                </m:r>
                              </m:sub>
                            </m:sSub>
                            <m:r>
                              <a:rPr lang="en-US" sz="2800" i="1">
                                <a:effectLst>
                                  <a:glow rad="228600">
                                    <a:schemeClr val="accent2">
                                      <a:satMod val="175000"/>
                                      <a:alpha val="40000"/>
                                    </a:schemeClr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800" i="1">
                                    <a:effectLst>
                                      <a:glow rad="228600">
                                        <a:schemeClr val="accent2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effectLst>
                                      <a:glow rad="228600">
                                        <a:schemeClr val="accent2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800" i="1">
                                    <a:effectLst>
                                      <a:glow rad="228600">
                                        <a:schemeClr val="accent2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  <m:r>
                              <a:rPr lang="en-US" sz="2800" i="1">
                                <a:effectLst>
                                  <a:glow rad="228600">
                                    <a:schemeClr val="accent2">
                                      <a:satMod val="175000"/>
                                      <a:alpha val="40000"/>
                                    </a:schemeClr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</m:oMath>
                </a14:m>
                <a:r>
                  <a:rPr lang="en-US" sz="2800" dirty="0"/>
                  <a:t> </a:t>
                </a:r>
                <a:br>
                  <a:rPr lang="en-US" sz="2800" dirty="0"/>
                </a:br>
                <a:br>
                  <a:rPr lang="en-US" sz="2800" dirty="0"/>
                </a:br>
                <a:br>
                  <a:rPr lang="en-US" sz="2800" dirty="0"/>
                </a:br>
                <a:endParaRPr lang="en-US" sz="2800" dirty="0"/>
              </a:p>
              <a:p>
                <a:r>
                  <a:rPr lang="en-US" sz="2800" dirty="0"/>
                  <a:t>Node 5 receives message from 6</a:t>
                </a:r>
              </a:p>
              <a:p>
                <a:r>
                  <a:rPr lang="en-US" sz="2800" dirty="0"/>
                  <a:t>For each of its own states, incorporates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effectLst>
                              <a:glow rad="228600">
                                <a:schemeClr val="accent2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effectLst>
                              <a:glow rad="228600">
                                <a:schemeClr val="accent2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i="1">
                            <a:effectLst>
                              <a:glow rad="228600">
                                <a:schemeClr val="accent2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4,5</m:t>
                        </m:r>
                      </m:sub>
                    </m:sSub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effectLst>
                              <a:glow rad="228600">
                                <a:schemeClr val="accent2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effectLst>
                              <a:glow rad="228600">
                                <a:schemeClr val="accent2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i="1">
                            <a:effectLst>
                              <a:glow rad="228600">
                                <a:schemeClr val="accent2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6→5</m:t>
                        </m:r>
                      </m:sub>
                    </m:sSub>
                  </m:oMath>
                </a14:m>
                <a:endParaRPr lang="en-US" sz="2800" dirty="0"/>
              </a:p>
              <a:p>
                <a:r>
                  <a:rPr lang="en-US" sz="2800" dirty="0"/>
                  <a:t>Sends resulting message to 4</a:t>
                </a:r>
              </a:p>
            </p:txBody>
          </p:sp>
        </mc:Choice>
        <mc:Fallback xmlns="">
          <p:sp>
            <p:nvSpPr>
              <p:cNvPr id="3" name="Tex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ket 3"/>
          <p:cNvSpPr/>
          <p:nvPr/>
        </p:nvSpPr>
        <p:spPr>
          <a:xfrm rot="5400000" flipV="1">
            <a:off x="4750435" y="687070"/>
            <a:ext cx="292735" cy="4161790"/>
          </a:xfrm>
          <a:prstGeom prst="rightBracket">
            <a:avLst>
              <a:gd name="adj" fmla="val 89814"/>
            </a:avLst>
          </a:prstGeom>
          <a:ln w="5715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peech Bubble: Rectangle with Corners Rounded 4"/>
          <p:cNvSpPr/>
          <p:nvPr/>
        </p:nvSpPr>
        <p:spPr>
          <a:xfrm>
            <a:off x="5690870" y="4326890"/>
            <a:ext cx="6439535" cy="586740"/>
          </a:xfrm>
          <a:prstGeom prst="wedgeRoundRectCallout">
            <a:avLst>
              <a:gd name="adj1" fmla="val -14875"/>
              <a:gd name="adj2" fmla="val -15119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Let’s interpret this subexpression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Speech Bubble: Rectangle with Corners Rounded 3"/>
              <p:cNvSpPr/>
              <p:nvPr/>
            </p:nvSpPr>
            <p:spPr>
              <a:xfrm>
                <a:off x="10233660" y="2764790"/>
                <a:ext cx="1958340" cy="2028825"/>
              </a:xfrm>
              <a:prstGeom prst="wedgeRoundRectCallout">
                <a:avLst>
                  <a:gd name="adj1" fmla="val -291374"/>
                  <a:gd name="adj2" fmla="val -79890"/>
                  <a:gd name="adj3" fmla="val 1666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Takes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𝒴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time to compute the sum</a:t>
                </a:r>
              </a:p>
            </p:txBody>
          </p:sp>
        </mc:Choice>
        <mc:Fallback xmlns="">
          <p:sp>
            <p:nvSpPr>
              <p:cNvPr id="4" name="Speech Bubble: Rectangle with Corners Rounded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3660" y="2764790"/>
                <a:ext cx="1958340" cy="2028825"/>
              </a:xfrm>
              <a:prstGeom prst="wedgeRoundRectCallout">
                <a:avLst>
                  <a:gd name="adj1" fmla="val -291374"/>
                  <a:gd name="adj2" fmla="val -79890"/>
                  <a:gd name="adj3" fmla="val 16667"/>
                </a:avLst>
              </a:prstGeom>
              <a:blipFill rotWithShape="1">
                <a:blip r:embed="rId2"/>
                <a:stretch>
                  <a:fillRect l="-243936" t="-30704" r="-324" b="-313"/>
                </a:stretch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from 5 to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90000" lnSpcReduction="2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The expression is a function of only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, let’s name it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>
                              <a:glow rad="228600">
                                <a:schemeClr val="accent2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>
                              <a:glow rad="228600">
                                <a:schemeClr val="accent2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effectLst>
                              <a:glow rad="228600">
                                <a:schemeClr val="accent2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5→4</m:t>
                        </m:r>
                      </m:sub>
                    </m:sSub>
                    <m:d>
                      <m:dPr>
                        <m:ctrlPr>
                          <a:rPr lang="en-US" i="1">
                            <a:effectLst>
                              <a:glow rad="228600">
                                <a:schemeClr val="accent2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effectLst>
                                  <a:glow rad="228600">
                                    <a:schemeClr val="accent2">
                                      <a:satMod val="175000"/>
                                      <a:alpha val="40000"/>
                                    </a:schemeClr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effectLst>
                                  <a:glow rad="228600">
                                    <a:schemeClr val="accent2">
                                      <a:satMod val="175000"/>
                                      <a:alpha val="40000"/>
                                    </a:schemeClr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effectLst>
                                  <a:glow rad="228600">
                                    <a:schemeClr val="accent2">
                                      <a:satMod val="175000"/>
                                      <a:alpha val="40000"/>
                                    </a:schemeClr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  <m:t>4,5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effectLst/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  <m:t>6→5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Node 5 receives message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6→5</m:t>
                        </m:r>
                      </m:sub>
                    </m:sSub>
                  </m:oMath>
                </a14:m>
                <a:r>
                  <a:rPr lang="en-US" dirty="0"/>
                  <a:t> from 6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Node 5  aggregates over all its possible states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/>
                  <a:t>For each state, multiplies message by local</a:t>
                </a:r>
                <a:br>
                  <a:rPr lang="en-US" dirty="0"/>
                </a:br>
                <a:r>
                  <a:rPr lang="en-US" dirty="0"/>
                  <a:t> </a:t>
                </a:r>
                <a:r>
                  <a:rPr lang="en-US" i="1" dirty="0"/>
                  <a:t>factor</a:t>
                </a:r>
                <a:r>
                  <a:rPr lang="en-US" dirty="0"/>
                  <a:t> coupling 5 and 4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Sends aggregate to node 4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This can now continue until node 1 receives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b="0" dirty="0"/>
                  <a:t>Takes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𝒴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d>
                  </m:oMath>
                </a14:m>
                <a:r>
                  <a:rPr lang="en-US" dirty="0"/>
                  <a:t> time, as against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∏"/>
                            <m:limLoc m:val="subSup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𝒴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d>
                  </m:oMath>
                </a14:m>
                <a:r>
                  <a:rPr lang="en-US" dirty="0"/>
                  <a:t> summing over products </a:t>
                </a:r>
              </a:p>
            </p:txBody>
          </p:sp>
        </mc:Choice>
        <mc:Fallback xmlns="">
          <p:sp>
            <p:nvSpPr>
              <p:cNvPr id="3" name="Tex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 t="-44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1737360" y="5617080"/>
              <a:ext cx="8778600" cy="849600"/>
            </p14:xfrm>
          </p:contentPart>
        </mc:Choice>
        <mc:Fallback xmlns="">
          <p:pic>
            <p:nvPicPr>
              <p:cNvPr id="5" name="Ink 4"/>
            </p:nvPicPr>
            <p:blipFill>
              <a:blip r:embed="rId5"/>
            </p:blipFill>
            <p:spPr>
              <a:xfrm>
                <a:off x="1737360" y="5617080"/>
                <a:ext cx="8778600" cy="84960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Finishing up; multiple incoming messages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4930" y="1654175"/>
                <a:ext cx="12055475" cy="3908425"/>
              </a:xfrm>
            </p:spPr>
            <p:txBody>
              <a:bodyPr>
                <a:normAutofit fontScale="70000"/>
              </a:bodyPr>
              <a:lstStyle/>
              <a:p>
                <a:pPr/>
                <a:r>
                  <a:rPr lang="en-US" dirty="0"/>
                  <a:t>At the end, marginal distribution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calculated as</a:t>
                </a:r>
                <a:br>
                  <a:rPr lang="en-US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𝒴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  <m:sup/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2→1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How about the marginal distribution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pPr/>
                <a:r>
                  <a:rPr lang="en-US" dirty="0"/>
                  <a:t>Messages arrive from both sides, finally,</a:t>
                </a:r>
                <a:br>
                  <a:rPr lang="en-US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2→3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4→3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𝒴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  <m:sup/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4→3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I.e., multiply incoming messages, then normalize</a:t>
                </a:r>
              </a:p>
            </p:txBody>
          </p:sp>
        </mc:Choice>
        <mc:Fallback xmlns="">
          <p:sp>
            <p:nvSpPr>
              <p:cNvPr id="3" name="Tex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4930" y="1654175"/>
                <a:ext cx="12055475" cy="3908425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: Rounded Corners 3"/>
              <p:cNvSpPr/>
              <p:nvPr/>
            </p:nvSpPr>
            <p:spPr>
              <a:xfrm>
                <a:off x="1076325" y="1009966"/>
                <a:ext cx="419100" cy="41433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: Rounded Corners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325" y="1009966"/>
                <a:ext cx="419100" cy="414337"/>
              </a:xfrm>
              <a:prstGeom prst="roundRect">
                <a:avLst/>
              </a:prstGeom>
              <a:blipFill rotWithShape="1">
                <a:blip r:embed="rId3"/>
                <a:stretch>
                  <a:fillRect l="-1515" t="-1609" r="-1515" b="-1380"/>
                </a:stretch>
              </a:blip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/>
              <p:cNvSpPr/>
              <p:nvPr/>
            </p:nvSpPr>
            <p:spPr>
              <a:xfrm>
                <a:off x="2998470" y="1009966"/>
                <a:ext cx="419100" cy="41433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8470" y="1009966"/>
                <a:ext cx="419100" cy="414337"/>
              </a:xfrm>
              <a:prstGeom prst="roundRect">
                <a:avLst/>
              </a:prstGeom>
              <a:blipFill rotWithShape="1">
                <a:blip r:embed="rId4"/>
                <a:stretch>
                  <a:fillRect l="-1515" t="-1609" r="-1515" b="-1380"/>
                </a:stretch>
              </a:blip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/>
              <p:cNvSpPr/>
              <p:nvPr/>
            </p:nvSpPr>
            <p:spPr>
              <a:xfrm>
                <a:off x="4920615" y="1009966"/>
                <a:ext cx="419100" cy="41433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0615" y="1009966"/>
                <a:ext cx="419100" cy="414337"/>
              </a:xfrm>
              <a:prstGeom prst="roundRect">
                <a:avLst/>
              </a:prstGeom>
              <a:blipFill rotWithShape="1">
                <a:blip r:embed="rId5"/>
                <a:stretch>
                  <a:fillRect l="-1515" t="-1609" r="-1515" b="-1380"/>
                </a:stretch>
              </a:blip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Rounded Corners 6"/>
              <p:cNvSpPr/>
              <p:nvPr/>
            </p:nvSpPr>
            <p:spPr>
              <a:xfrm>
                <a:off x="6842760" y="1009966"/>
                <a:ext cx="419100" cy="41433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: Rounded Corners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760" y="1009966"/>
                <a:ext cx="419100" cy="414337"/>
              </a:xfrm>
              <a:prstGeom prst="roundRect">
                <a:avLst/>
              </a:prstGeom>
              <a:blipFill rotWithShape="1">
                <a:blip r:embed="rId6"/>
                <a:stretch>
                  <a:fillRect l="-1515" t="-1609" r="-1515" b="-1380"/>
                </a:stretch>
              </a:blip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/>
              <p:cNvSpPr/>
              <p:nvPr/>
            </p:nvSpPr>
            <p:spPr>
              <a:xfrm>
                <a:off x="8764905" y="1009966"/>
                <a:ext cx="419100" cy="41433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: Rounded Corners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4905" y="1009966"/>
                <a:ext cx="419100" cy="414337"/>
              </a:xfrm>
              <a:prstGeom prst="roundRect">
                <a:avLst/>
              </a:prstGeom>
              <a:blipFill rotWithShape="1">
                <a:blip r:embed="rId7"/>
                <a:stretch>
                  <a:fillRect l="-1515" t="-1609" r="-1515" b="-1380"/>
                </a:stretch>
              </a:blip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: Rounded Corners 8"/>
              <p:cNvSpPr/>
              <p:nvPr/>
            </p:nvSpPr>
            <p:spPr>
              <a:xfrm>
                <a:off x="10687050" y="1005204"/>
                <a:ext cx="419100" cy="41433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: Rounded Corners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7050" y="1005204"/>
                <a:ext cx="419100" cy="414337"/>
              </a:xfrm>
              <a:prstGeom prst="roundRect">
                <a:avLst/>
              </a:prstGeom>
              <a:blipFill rotWithShape="1">
                <a:blip r:embed="rId8"/>
                <a:stretch>
                  <a:fillRect l="-1515" t="-1686" r="-1515" b="-1456"/>
                </a:stretch>
              </a:blip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>
            <a:stCxn id="5" idx="1"/>
            <a:endCxn id="4" idx="3"/>
          </p:cNvCxnSpPr>
          <p:nvPr/>
        </p:nvCxnSpPr>
        <p:spPr>
          <a:xfrm flipH="1">
            <a:off x="1495425" y="1217135"/>
            <a:ext cx="1503045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1"/>
            <a:endCxn id="5" idx="3"/>
          </p:cNvCxnSpPr>
          <p:nvPr/>
        </p:nvCxnSpPr>
        <p:spPr>
          <a:xfrm flipH="1">
            <a:off x="3417570" y="1217135"/>
            <a:ext cx="1503045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1"/>
            <a:endCxn id="6" idx="3"/>
          </p:cNvCxnSpPr>
          <p:nvPr/>
        </p:nvCxnSpPr>
        <p:spPr>
          <a:xfrm flipH="1">
            <a:off x="5339715" y="1217135"/>
            <a:ext cx="1503045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8" idx="1"/>
            <a:endCxn id="7" idx="3"/>
          </p:cNvCxnSpPr>
          <p:nvPr/>
        </p:nvCxnSpPr>
        <p:spPr>
          <a:xfrm flipH="1">
            <a:off x="7261860" y="1217135"/>
            <a:ext cx="1503045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9" idx="1"/>
            <a:endCxn id="8" idx="3"/>
          </p:cNvCxnSpPr>
          <p:nvPr/>
        </p:nvCxnSpPr>
        <p:spPr>
          <a:xfrm flipH="1">
            <a:off x="9184005" y="1212373"/>
            <a:ext cx="1503045" cy="4762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9335779" y="1234875"/>
                <a:ext cx="1199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6→5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5779" y="1234875"/>
                <a:ext cx="1199496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1" t="-118" r="-6036" b="5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413634" y="1245986"/>
                <a:ext cx="1199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3634" y="1245986"/>
                <a:ext cx="1199496" cy="369332"/>
              </a:xfrm>
              <a:prstGeom prst="rect">
                <a:avLst/>
              </a:prstGeom>
              <a:blipFill rotWithShape="1">
                <a:blip r:embed="rId10"/>
                <a:stretch>
                  <a:fillRect l="-1" t="-31" r="-6036" b="13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491489" y="1234875"/>
                <a:ext cx="1199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1489" y="1234875"/>
                <a:ext cx="1199496" cy="369332"/>
              </a:xfrm>
              <a:prstGeom prst="rect">
                <a:avLst/>
              </a:prstGeom>
              <a:blipFill rotWithShape="1">
                <a:blip r:embed="rId11"/>
                <a:stretch>
                  <a:fillRect l="-1" t="-118" r="-6036" b="5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569344" y="1247572"/>
                <a:ext cx="1199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9344" y="1247572"/>
                <a:ext cx="1199496" cy="369332"/>
              </a:xfrm>
              <a:prstGeom prst="rect">
                <a:avLst/>
              </a:prstGeom>
              <a:blipFill rotWithShape="1">
                <a:blip r:embed="rId12"/>
                <a:stretch>
                  <a:fillRect l="-1" t="-117" r="-6036" b="5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647199" y="1245986"/>
                <a:ext cx="1199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7199" y="1245986"/>
                <a:ext cx="1199496" cy="369332"/>
              </a:xfrm>
              <a:prstGeom prst="rect">
                <a:avLst/>
              </a:prstGeom>
              <a:blipFill rotWithShape="1">
                <a:blip r:embed="rId13"/>
                <a:stretch>
                  <a:fillRect l="-1" t="-31" r="-6036" b="13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: Rounded Corners 19"/>
              <p:cNvSpPr/>
              <p:nvPr/>
            </p:nvSpPr>
            <p:spPr>
              <a:xfrm>
                <a:off x="1076325" y="5754052"/>
                <a:ext cx="419100" cy="41433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: Rounded Corners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325" y="5754052"/>
                <a:ext cx="419100" cy="414337"/>
              </a:xfrm>
              <a:prstGeom prst="roundRect">
                <a:avLst/>
              </a:prstGeom>
              <a:blipFill rotWithShape="1">
                <a:blip r:embed="rId14"/>
                <a:stretch>
                  <a:fillRect l="-1515" t="-1609" r="-1515" b="-1380"/>
                </a:stretch>
              </a:blip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: Rounded Corners 20"/>
              <p:cNvSpPr/>
              <p:nvPr/>
            </p:nvSpPr>
            <p:spPr>
              <a:xfrm>
                <a:off x="2998470" y="5754052"/>
                <a:ext cx="419100" cy="41433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: Rounded Corners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8470" y="5754052"/>
                <a:ext cx="419100" cy="414337"/>
              </a:xfrm>
              <a:prstGeom prst="roundRect">
                <a:avLst/>
              </a:prstGeom>
              <a:blipFill rotWithShape="1">
                <a:blip r:embed="rId4"/>
                <a:stretch>
                  <a:fillRect l="-1515" t="-1609" r="-1515" b="-1380"/>
                </a:stretch>
              </a:blip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: Rounded Corners 21"/>
              <p:cNvSpPr/>
              <p:nvPr/>
            </p:nvSpPr>
            <p:spPr>
              <a:xfrm>
                <a:off x="4920615" y="5754052"/>
                <a:ext cx="419100" cy="41433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: Rounded Corners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0615" y="5754052"/>
                <a:ext cx="419100" cy="414337"/>
              </a:xfrm>
              <a:prstGeom prst="roundRect">
                <a:avLst/>
              </a:prstGeom>
              <a:blipFill rotWithShape="1">
                <a:blip r:embed="rId15"/>
                <a:stretch>
                  <a:fillRect l="-1515" t="-1609" r="-1515" b="-1380"/>
                </a:stretch>
              </a:blip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: Rounded Corners 22"/>
              <p:cNvSpPr/>
              <p:nvPr/>
            </p:nvSpPr>
            <p:spPr>
              <a:xfrm>
                <a:off x="6842760" y="5754052"/>
                <a:ext cx="419100" cy="41433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: Rounded Corners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760" y="5754052"/>
                <a:ext cx="419100" cy="414337"/>
              </a:xfrm>
              <a:prstGeom prst="roundRect">
                <a:avLst/>
              </a:prstGeom>
              <a:blipFill rotWithShape="1">
                <a:blip r:embed="rId6"/>
                <a:stretch>
                  <a:fillRect l="-1515" t="-1609" r="-1515" b="-1380"/>
                </a:stretch>
              </a:blip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23"/>
              <p:cNvSpPr/>
              <p:nvPr/>
            </p:nvSpPr>
            <p:spPr>
              <a:xfrm>
                <a:off x="8764905" y="5754052"/>
                <a:ext cx="419100" cy="41433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: Rounded Corners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4905" y="5754052"/>
                <a:ext cx="419100" cy="414337"/>
              </a:xfrm>
              <a:prstGeom prst="roundRect">
                <a:avLst/>
              </a:prstGeom>
              <a:blipFill rotWithShape="1">
                <a:blip r:embed="rId7"/>
                <a:stretch>
                  <a:fillRect l="-1515" t="-1609" r="-1515" b="-1380"/>
                </a:stretch>
              </a:blip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: Rounded Corners 24"/>
              <p:cNvSpPr/>
              <p:nvPr/>
            </p:nvSpPr>
            <p:spPr>
              <a:xfrm>
                <a:off x="10687050" y="5749290"/>
                <a:ext cx="419100" cy="41433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ectangle: Rounded Corners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7050" y="5749290"/>
                <a:ext cx="419100" cy="414337"/>
              </a:xfrm>
              <a:prstGeom prst="roundRect">
                <a:avLst/>
              </a:prstGeom>
              <a:blipFill rotWithShape="1">
                <a:blip r:embed="rId8"/>
                <a:stretch>
                  <a:fillRect l="-1515" t="-1533" r="-1515" b="-1456"/>
                </a:stretch>
              </a:blip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/>
          <p:cNvCxnSpPr>
            <a:stCxn id="21" idx="1"/>
            <a:endCxn id="20" idx="3"/>
          </p:cNvCxnSpPr>
          <p:nvPr/>
        </p:nvCxnSpPr>
        <p:spPr>
          <a:xfrm flipH="1">
            <a:off x="1495425" y="5961221"/>
            <a:ext cx="1503045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2" idx="1"/>
            <a:endCxn id="21" idx="3"/>
          </p:cNvCxnSpPr>
          <p:nvPr/>
        </p:nvCxnSpPr>
        <p:spPr>
          <a:xfrm flipH="1">
            <a:off x="3417570" y="5961221"/>
            <a:ext cx="1503045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3" idx="1"/>
            <a:endCxn id="22" idx="3"/>
          </p:cNvCxnSpPr>
          <p:nvPr/>
        </p:nvCxnSpPr>
        <p:spPr>
          <a:xfrm flipH="1">
            <a:off x="5339715" y="5961221"/>
            <a:ext cx="1503045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4" idx="1"/>
            <a:endCxn id="23" idx="3"/>
          </p:cNvCxnSpPr>
          <p:nvPr/>
        </p:nvCxnSpPr>
        <p:spPr>
          <a:xfrm flipH="1">
            <a:off x="7261860" y="5961221"/>
            <a:ext cx="1503045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5" idx="1"/>
            <a:endCxn id="24" idx="3"/>
          </p:cNvCxnSpPr>
          <p:nvPr/>
        </p:nvCxnSpPr>
        <p:spPr>
          <a:xfrm flipH="1">
            <a:off x="9184005" y="5956459"/>
            <a:ext cx="1503045" cy="4762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9335779" y="5978961"/>
                <a:ext cx="1199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6→5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5779" y="5978961"/>
                <a:ext cx="1199496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1" t="-118" r="-6036" b="5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7413634" y="5990072"/>
                <a:ext cx="1199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3634" y="5990072"/>
                <a:ext cx="1199496" cy="369332"/>
              </a:xfrm>
              <a:prstGeom prst="rect">
                <a:avLst/>
              </a:prstGeom>
              <a:blipFill rotWithShape="1">
                <a:blip r:embed="rId10"/>
                <a:stretch>
                  <a:fillRect l="-1" t="-32" r="-6036" b="13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5491489" y="5978961"/>
                <a:ext cx="1199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1489" y="5978961"/>
                <a:ext cx="1199496" cy="369332"/>
              </a:xfrm>
              <a:prstGeom prst="rect">
                <a:avLst/>
              </a:prstGeom>
              <a:blipFill rotWithShape="1">
                <a:blip r:embed="rId11"/>
                <a:stretch>
                  <a:fillRect l="-1" t="-118" r="-6036" b="5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3569344" y="5991658"/>
                <a:ext cx="1199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9344" y="5991658"/>
                <a:ext cx="1199496" cy="369332"/>
              </a:xfrm>
              <a:prstGeom prst="rect">
                <a:avLst/>
              </a:prstGeom>
              <a:blipFill rotWithShape="1">
                <a:blip r:embed="rId16"/>
                <a:stretch>
                  <a:fillRect l="-1" t="-117" r="-6036" b="5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647199" y="5990072"/>
                <a:ext cx="1199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7199" y="5990072"/>
                <a:ext cx="1199496" cy="369332"/>
              </a:xfrm>
              <a:prstGeom prst="rect">
                <a:avLst/>
              </a:prstGeom>
              <a:blipFill rotWithShape="1">
                <a:blip r:embed="rId17"/>
                <a:stretch>
                  <a:fillRect l="-1" t="-32" r="-6036" b="13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ldLvl="0" animBg="1"/>
      <p:bldP spid="5" grpId="0" bldLvl="0" animBg="1"/>
      <p:bldP spid="6" grpId="0" bldLvl="0" animBg="1"/>
      <p:bldP spid="7" grpId="0" bldLvl="0" animBg="1"/>
      <p:bldP spid="8" grpId="0" bldLvl="0" animBg="1"/>
      <p:bldP spid="15" grpId="0"/>
      <p:bldP spid="16" grpId="0"/>
      <p:bldP spid="17" grpId="0"/>
      <p:bldP spid="18" grpId="0"/>
      <p:bldP spid="19" grpId="0"/>
      <p:bldP spid="20" grpId="0" bldLvl="0" animBg="1"/>
      <p:bldP spid="21" grpId="0" bldLvl="0" animBg="1"/>
      <p:bldP spid="22" grpId="0" bldLvl="0" animBg="1"/>
      <p:bldP spid="23" grpId="0" bldLvl="0" animBg="1"/>
      <p:bldP spid="24" grpId="0" bldLvl="0" animBg="1"/>
      <p:bldP spid="25" grpId="0" bldLvl="0" animBg="1"/>
      <p:bldP spid="31" grpId="0"/>
      <p:bldP spid="32" grpId="0"/>
      <p:bldP spid="33" grpId="0"/>
      <p:bldP spid="34" grpId="0"/>
      <p:bldP spid="3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Generalizes to 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90000" lnSpcReduction="10000"/>
              </a:bodyPr>
              <a:lstStyle/>
              <a:p>
                <a:r>
                  <a:rPr lang="en-US" dirty="0"/>
                  <a:t>Suppose we need the marginal distribution of node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Re-orient the tree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as root</a:t>
                </a:r>
              </a:p>
              <a:p>
                <a:r>
                  <a:rPr lang="en-US" dirty="0"/>
                  <a:t>Perform DFS (or BFS) numbering of nodes starting at root</a:t>
                </a:r>
              </a:p>
              <a:p>
                <a:r>
                  <a:rPr lang="en-US" dirty="0"/>
                  <a:t>Fan-in messages in reverse numbering order</a:t>
                </a:r>
              </a:p>
              <a:p>
                <a:r>
                  <a:rPr lang="en-US" dirty="0"/>
                  <a:t>Provable correct in O(diameter) message passing epochs</a:t>
                </a:r>
              </a:p>
              <a:p>
                <a:r>
                  <a:rPr lang="en-US" dirty="0"/>
                  <a:t>General graphs with cycles</a:t>
                </a:r>
              </a:p>
              <a:p>
                <a:pPr lvl="1"/>
                <a:r>
                  <a:rPr lang="en-US" dirty="0"/>
                  <a:t>Can still follow above recipe</a:t>
                </a:r>
              </a:p>
              <a:p>
                <a:pPr lvl="1"/>
                <a:r>
                  <a:rPr lang="en-US" dirty="0"/>
                  <a:t>But no guarantees</a:t>
                </a:r>
              </a:p>
              <a:p>
                <a:pPr lvl="1"/>
                <a:r>
                  <a:rPr lang="en-US" dirty="0"/>
                  <a:t>For more details see </a:t>
                </a:r>
                <a:r>
                  <a:rPr lang="en-US" dirty="0">
                    <a:hlinkClick r:id="rId3"/>
                  </a:rPr>
                  <a:t>Koller and Friedman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Tex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4"/>
                <a:stretch>
                  <a:fillRect t="-44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4930" y="3229610"/>
                <a:ext cx="12055475" cy="3543300"/>
              </a:xfrm>
            </p:spPr>
            <p:txBody>
              <a:bodyPr>
                <a:normAutofit fontScale="70000"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∝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2,3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3,4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4,5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5,6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Create factor node for each function </a:t>
                </a:r>
                <a:r>
                  <a:rPr lang="en-US" dirty="0">
                    <a:sym typeface="Wingdings" panose="05000000000000000000" pitchFamily="2" charset="2"/>
                  </a:rPr>
                  <a:t> bipartite graph</a:t>
                </a:r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Variables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will be denoted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𝑤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…</m:t>
                    </m:r>
                  </m:oMath>
                </a14:m>
                <a:r>
                  <a:rPr lang="en-US" dirty="0"/>
                  <a:t>; factors denoted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Factor neighbors of variable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are denoted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Variable neighbors of factor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are denoted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 is an assignment of values to all variables</a:t>
                </a:r>
              </a:p>
            </p:txBody>
          </p:sp>
        </mc:Choice>
        <mc:Fallback xmlns="">
          <p:sp>
            <p:nvSpPr>
              <p:cNvPr id="3" name="Tex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4930" y="3229610"/>
                <a:ext cx="12055475" cy="3543300"/>
              </a:xfr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: Rounded Corners 3"/>
              <p:cNvSpPr/>
              <p:nvPr/>
            </p:nvSpPr>
            <p:spPr>
              <a:xfrm>
                <a:off x="590543" y="1425578"/>
                <a:ext cx="419100" cy="41433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: Rounded Corners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43" y="1425578"/>
                <a:ext cx="419100" cy="414337"/>
              </a:xfrm>
              <a:prstGeom prst="roundRect">
                <a:avLst/>
              </a:prstGeom>
              <a:blipFill rotWithShape="1">
                <a:blip r:embed="rId4"/>
                <a:stretch>
                  <a:fillRect l="-1665" t="-1533" r="-1365" b="-1455"/>
                </a:stretch>
              </a:blip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/>
              <p:cNvSpPr/>
              <p:nvPr/>
            </p:nvSpPr>
            <p:spPr>
              <a:xfrm>
                <a:off x="2512688" y="1425578"/>
                <a:ext cx="419100" cy="41433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2688" y="1425578"/>
                <a:ext cx="419100" cy="414337"/>
              </a:xfrm>
              <a:prstGeom prst="roundRect">
                <a:avLst/>
              </a:prstGeom>
              <a:blipFill rotWithShape="1">
                <a:blip r:embed="rId5"/>
                <a:stretch>
                  <a:fillRect l="-1665" t="-1533" r="-1365" b="-1455"/>
                </a:stretch>
              </a:blip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/>
              <p:cNvSpPr/>
              <p:nvPr/>
            </p:nvSpPr>
            <p:spPr>
              <a:xfrm>
                <a:off x="4434833" y="1425578"/>
                <a:ext cx="419100" cy="41433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4833" y="1425578"/>
                <a:ext cx="419100" cy="414337"/>
              </a:xfrm>
              <a:prstGeom prst="roundRect">
                <a:avLst/>
              </a:prstGeom>
              <a:blipFill rotWithShape="1">
                <a:blip r:embed="rId6"/>
                <a:stretch>
                  <a:fillRect l="-1665" t="-1533" r="-1365" b="-1455"/>
                </a:stretch>
              </a:blip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Rounded Corners 6"/>
              <p:cNvSpPr/>
              <p:nvPr/>
            </p:nvSpPr>
            <p:spPr>
              <a:xfrm>
                <a:off x="6356978" y="1425578"/>
                <a:ext cx="419100" cy="41433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: Rounded Corners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978" y="1425578"/>
                <a:ext cx="419100" cy="414337"/>
              </a:xfrm>
              <a:prstGeom prst="roundRect">
                <a:avLst/>
              </a:prstGeom>
              <a:blipFill rotWithShape="1">
                <a:blip r:embed="rId7"/>
                <a:stretch>
                  <a:fillRect l="-1665" t="-1533" r="-1365" b="-1455"/>
                </a:stretch>
              </a:blip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/>
              <p:cNvSpPr/>
              <p:nvPr/>
            </p:nvSpPr>
            <p:spPr>
              <a:xfrm>
                <a:off x="8279123" y="1425578"/>
                <a:ext cx="419100" cy="41433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: Rounded Corners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9123" y="1425578"/>
                <a:ext cx="419100" cy="414337"/>
              </a:xfrm>
              <a:prstGeom prst="roundRect">
                <a:avLst/>
              </a:prstGeom>
              <a:blipFill rotWithShape="1">
                <a:blip r:embed="rId8"/>
                <a:stretch>
                  <a:fillRect l="-1665" t="-1533" r="-1365" b="-1455"/>
                </a:stretch>
              </a:blip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: Rounded Corners 8"/>
              <p:cNvSpPr/>
              <p:nvPr/>
            </p:nvSpPr>
            <p:spPr>
              <a:xfrm>
                <a:off x="10201268" y="1420816"/>
                <a:ext cx="419100" cy="41433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: Rounded Corners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1268" y="1420816"/>
                <a:ext cx="419100" cy="414337"/>
              </a:xfrm>
              <a:prstGeom prst="roundRect">
                <a:avLst/>
              </a:prstGeom>
              <a:blipFill rotWithShape="1">
                <a:blip r:embed="rId9"/>
                <a:stretch>
                  <a:fillRect l="-1665" t="-1610" r="-1365" b="-1532"/>
                </a:stretch>
              </a:blip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1699253" y="2394746"/>
            <a:ext cx="123825" cy="1143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621398" y="2394746"/>
            <a:ext cx="123825" cy="1143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548305" y="2394746"/>
            <a:ext cx="123825" cy="1143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460926" y="2396332"/>
            <a:ext cx="123825" cy="1143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9397358" y="2394746"/>
            <a:ext cx="123825" cy="1143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/>
          <p:cNvCxnSpPr>
            <a:stCxn id="4" idx="2"/>
            <a:endCxn id="15" idx="0"/>
          </p:cNvCxnSpPr>
          <p:nvPr/>
        </p:nvCxnSpPr>
        <p:spPr>
          <a:xfrm>
            <a:off x="800093" y="1839915"/>
            <a:ext cx="961073" cy="5548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5" idx="2"/>
            <a:endCxn id="15" idx="0"/>
          </p:cNvCxnSpPr>
          <p:nvPr/>
        </p:nvCxnSpPr>
        <p:spPr>
          <a:xfrm flipH="1">
            <a:off x="1761166" y="1839915"/>
            <a:ext cx="961072" cy="5548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5" idx="2"/>
            <a:endCxn id="16" idx="0"/>
          </p:cNvCxnSpPr>
          <p:nvPr/>
        </p:nvCxnSpPr>
        <p:spPr>
          <a:xfrm>
            <a:off x="2722238" y="1839915"/>
            <a:ext cx="961073" cy="5548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6" idx="2"/>
            <a:endCxn id="16" idx="0"/>
          </p:cNvCxnSpPr>
          <p:nvPr/>
        </p:nvCxnSpPr>
        <p:spPr>
          <a:xfrm flipH="1">
            <a:off x="3683311" y="1839915"/>
            <a:ext cx="961072" cy="5548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6" idx="2"/>
            <a:endCxn id="17" idx="0"/>
          </p:cNvCxnSpPr>
          <p:nvPr/>
        </p:nvCxnSpPr>
        <p:spPr>
          <a:xfrm>
            <a:off x="4644383" y="1839915"/>
            <a:ext cx="965835" cy="5548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7" idx="2"/>
            <a:endCxn id="17" idx="0"/>
          </p:cNvCxnSpPr>
          <p:nvPr/>
        </p:nvCxnSpPr>
        <p:spPr>
          <a:xfrm flipH="1">
            <a:off x="5610218" y="1839915"/>
            <a:ext cx="956310" cy="5548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7" idx="2"/>
            <a:endCxn id="18" idx="0"/>
          </p:cNvCxnSpPr>
          <p:nvPr/>
        </p:nvCxnSpPr>
        <p:spPr>
          <a:xfrm>
            <a:off x="6566528" y="1839915"/>
            <a:ext cx="956311" cy="5564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8" idx="2"/>
            <a:endCxn id="18" idx="0"/>
          </p:cNvCxnSpPr>
          <p:nvPr/>
        </p:nvCxnSpPr>
        <p:spPr>
          <a:xfrm flipH="1">
            <a:off x="7522839" y="1839915"/>
            <a:ext cx="965834" cy="5564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8" idx="2"/>
            <a:endCxn id="19" idx="0"/>
          </p:cNvCxnSpPr>
          <p:nvPr/>
        </p:nvCxnSpPr>
        <p:spPr>
          <a:xfrm>
            <a:off x="8488673" y="1839915"/>
            <a:ext cx="970598" cy="5548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9" idx="2"/>
            <a:endCxn id="19" idx="0"/>
          </p:cNvCxnSpPr>
          <p:nvPr/>
        </p:nvCxnSpPr>
        <p:spPr>
          <a:xfrm flipH="1">
            <a:off x="9459271" y="1835153"/>
            <a:ext cx="951547" cy="55959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0915650" y="1304925"/>
            <a:ext cx="11334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Variable layer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83261" y="2502558"/>
            <a:ext cx="1281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Factor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1479549" y="2603123"/>
                <a:ext cx="563231" cy="381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9549" y="2603123"/>
                <a:ext cx="563231" cy="381515"/>
              </a:xfrm>
              <a:prstGeom prst="rect">
                <a:avLst/>
              </a:prstGeom>
              <a:blipFill rotWithShape="1">
                <a:blip r:embed="rId10"/>
                <a:stretch>
                  <a:fillRect l="-113" t="-68" r="-9699" b="3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3401694" y="2603124"/>
                <a:ext cx="568554" cy="381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1694" y="2603124"/>
                <a:ext cx="568554" cy="381515"/>
              </a:xfrm>
              <a:prstGeom prst="rect">
                <a:avLst/>
              </a:prstGeom>
              <a:blipFill rotWithShape="1">
                <a:blip r:embed="rId11"/>
                <a:stretch>
                  <a:fillRect l="-112" t="-68" r="-8671" b="3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5322722" y="2603123"/>
                <a:ext cx="568554" cy="381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722" y="2603123"/>
                <a:ext cx="568554" cy="381515"/>
              </a:xfrm>
              <a:prstGeom prst="rect">
                <a:avLst/>
              </a:prstGeom>
              <a:blipFill rotWithShape="1">
                <a:blip r:embed="rId12"/>
                <a:stretch>
                  <a:fillRect l="-27" t="-68" r="-8756" b="3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7243750" y="2597962"/>
                <a:ext cx="568554" cy="381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750" y="2597962"/>
                <a:ext cx="568554" cy="381515"/>
              </a:xfrm>
              <a:prstGeom prst="rect">
                <a:avLst/>
              </a:prstGeom>
              <a:blipFill rotWithShape="1">
                <a:blip r:embed="rId13"/>
                <a:stretch>
                  <a:fillRect l="-54" t="-46" r="-8729" b="1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9174993" y="2596376"/>
                <a:ext cx="568554" cy="381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4993" y="2596376"/>
                <a:ext cx="568554" cy="381515"/>
              </a:xfrm>
              <a:prstGeom prst="rect">
                <a:avLst/>
              </a:prstGeom>
              <a:blipFill rotWithShape="1">
                <a:blip r:embed="rId14"/>
                <a:stretch>
                  <a:fillRect l="-90" t="-130" r="-8693" b="9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Ink 9"/>
              <p14:cNvContentPartPr/>
              <p14:nvPr/>
            </p14:nvContentPartPr>
            <p14:xfrm>
              <a:off x="361440" y="1023480"/>
              <a:ext cx="9736560" cy="1829160"/>
            </p14:xfrm>
          </p:contentPart>
        </mc:Choice>
        <mc:Fallback xmlns="">
          <p:pic>
            <p:nvPicPr>
              <p:cNvPr id="10" name="Ink 9"/>
            </p:nvPicPr>
            <p:blipFill>
              <a:blip r:embed="rId16"/>
            </p:blipFill>
            <p:spPr>
              <a:xfrm>
                <a:off x="361440" y="1023480"/>
                <a:ext cx="9736560" cy="182916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 graphs, continued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8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Variable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takes values from domain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is a subset of variables,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 is a vector of values for variables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E.g.,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dirty="0"/>
                  <a:t> is a Cartesian product over a subset of domains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except variable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is denoted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Factor node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has associated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Express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∝</m:t>
                    </m:r>
                    <m:nary>
                      <m:naryPr>
                        <m:chr m:val="∏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d>
                              </m:sub>
                            </m:sSub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How can this help? When each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small compared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Tex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5782320" y="3465720"/>
              <a:ext cx="6170400" cy="2116800"/>
            </p14:xfrm>
          </p:contentPart>
        </mc:Choice>
        <mc:Fallback xmlns="">
          <p:pic>
            <p:nvPicPr>
              <p:cNvPr id="4" name="Ink 3"/>
            </p:nvPicPr>
            <p:blipFill>
              <a:blip r:embed="rId4"/>
            </p:blipFill>
            <p:spPr>
              <a:xfrm>
                <a:off x="5782320" y="3465720"/>
                <a:ext cx="6170400" cy="211680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90000" lnSpcReduction="10000"/>
              </a:bodyPr>
              <a:lstStyle/>
              <a:p>
                <a:r>
                  <a:rPr lang="en-US" dirty="0"/>
                  <a:t>Instead of variables sending messages to variables, a bipartite process</a:t>
                </a:r>
              </a:p>
              <a:p>
                <a:pPr lvl="1"/>
                <a:r>
                  <a:rPr lang="en-US" dirty="0"/>
                  <a:t>Variables send messages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effectLst>
                              <a:glow rad="228600">
                                <a:schemeClr val="accent2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>
                              <a:glow rad="228600">
                                <a:schemeClr val="accent2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effectLst>
                              <a:glow rad="228600">
                                <a:schemeClr val="accent2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effectLst>
                              <a:glow rad="228600">
                                <a:schemeClr val="accent2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i="1">
                            <a:effectLst>
                              <a:glow rad="228600">
                                <a:schemeClr val="accent2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factors</a:t>
                </a:r>
              </a:p>
              <a:p>
                <a:pPr lvl="1"/>
                <a:r>
                  <a:rPr lang="en-US" dirty="0"/>
                  <a:t>Then the reverse: factors send messages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effectLst>
                              <a:glow rad="228600">
                                <a:schemeClr val="accent5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effectLst>
                              <a:glow rad="228600">
                                <a:schemeClr val="accent5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effectLst>
                              <a:glow rad="228600">
                                <a:schemeClr val="accent5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effectLst>
                              <a:glow rad="228600">
                                <a:schemeClr val="accent5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b="0" i="1" smtClean="0">
                            <a:effectLst>
                              <a:glow rad="228600">
                                <a:schemeClr val="accent5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dirty="0"/>
                  <a:t> to variables</a:t>
                </a:r>
              </a:p>
              <a:p>
                <a:pPr lvl="1"/>
                <a:r>
                  <a:rPr lang="en-US" dirty="0"/>
                  <a:t>Repeat alternately</a:t>
                </a:r>
              </a:p>
              <a:p>
                <a:r>
                  <a:rPr lang="en-US" dirty="0"/>
                  <a:t>Both messages are functions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dirty="0"/>
                  <a:t> (unnormalized beliefs in the various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pPr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tells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what beliefs other factors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have about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’s states</a:t>
                </a:r>
                <a:br>
                  <a:rPr lang="en-US" dirty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Factor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gets messages from all variables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t="-44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messages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7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In the next half-step</a:t>
                </a: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aggregates messages from other variables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about their states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/>
                  <a:t>Judges the consistency of these states using the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dirty="0"/>
              </a:p>
              <a:p>
                <a:pPr lvl="1">
                  <a:lnSpc>
                    <a:spcPct val="100000"/>
                  </a:lnSpc>
                </a:pPr>
                <a:r>
                  <a:rPr lang="en-US" dirty="0"/>
                  <a:t>Then sends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a new message about its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’s) belief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’s state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𝒴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  <m:d>
                                <m:d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∖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nary>
                            <m:naryPr>
                              <m:chr m:val="∏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For general graphs, convergence is not guaranteed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After a “suitable” number of iterations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, read off</a:t>
                </a:r>
                <a:br>
                  <a:rPr lang="en-US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∝</m:t>
                    </m:r>
                    <m:nary>
                      <m:naryPr>
                        <m:chr m:val="∏"/>
                        <m:limLoc m:val="subSup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</m:d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dirty="0"/>
                  <a:t>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Replace sum with max to get MAP estimate</a:t>
                </a:r>
              </a:p>
            </p:txBody>
          </p:sp>
        </mc:Choice>
        <mc:Fallback xmlns="">
          <p:sp>
            <p:nvSpPr>
              <p:cNvPr id="3" name="Tex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0609888" y="5592420"/>
                <a:ext cx="446532" cy="36933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9888" y="5592420"/>
                <a:ext cx="446532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69" t="-165" r="97" b="10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/>
              <p:cNvSpPr/>
              <p:nvPr/>
            </p:nvSpPr>
            <p:spPr>
              <a:xfrm>
                <a:off x="9394259" y="4251992"/>
                <a:ext cx="512839" cy="41433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4259" y="4251992"/>
                <a:ext cx="512839" cy="414337"/>
              </a:xfrm>
              <a:prstGeom prst="roundRect">
                <a:avLst/>
              </a:prstGeom>
              <a:blipFill rotWithShape="1">
                <a:blip r:embed="rId4"/>
                <a:stretch>
                  <a:fillRect l="-3604" t="-1540" r="-3253" b="-1448"/>
                </a:stretch>
              </a:blip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/>
              <p:cNvSpPr/>
              <p:nvPr/>
            </p:nvSpPr>
            <p:spPr>
              <a:xfrm>
                <a:off x="10623604" y="4251991"/>
                <a:ext cx="419100" cy="41433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3604" y="4251991"/>
                <a:ext cx="419100" cy="414337"/>
              </a:xfrm>
              <a:prstGeom prst="roundRect">
                <a:avLst/>
              </a:prstGeom>
              <a:blipFill rotWithShape="1">
                <a:blip r:embed="rId5"/>
                <a:stretch>
                  <a:fillRect l="-1528" t="-1540" r="-1502" b="-1449"/>
                </a:stretch>
              </a:blip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10771242" y="5072224"/>
            <a:ext cx="123825" cy="1143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10833154" y="4666328"/>
            <a:ext cx="1" cy="4058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10833154" y="5186524"/>
            <a:ext cx="1" cy="4058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5" idx="2"/>
            <a:endCxn id="8" idx="1"/>
          </p:cNvCxnSpPr>
          <p:nvPr/>
        </p:nvCxnSpPr>
        <p:spPr>
          <a:xfrm>
            <a:off x="9650679" y="4666329"/>
            <a:ext cx="1120563" cy="4630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Parameterization and training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70000"/>
              </a:bodyPr>
              <a:lstStyle/>
              <a:p>
                <a:pPr/>
                <a:r>
                  <a:rPr lang="en-US" dirty="0"/>
                  <a:t>Model parameters mostly live inside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/>
                  <a:t>s, e.g.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d>
                              </m:sub>
                            </m:sSub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</m:acc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If we can observe some variables (like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) they are incorporated into feature maps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, as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Multiple factors may share (“tied”) model parameters</a:t>
                </a:r>
              </a:p>
              <a:p>
                <a:pPr lvl="1"/>
                <a:r>
                  <a:rPr lang="en-US" dirty="0"/>
                  <a:t>In linear CRF,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with a single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dirty="0"/>
                  <a:t> used everywhere</a:t>
                </a:r>
              </a:p>
              <a:p>
                <a:pPr/>
                <a:r>
                  <a:rPr lang="en-US" dirty="0"/>
                  <a:t>Can extend the conditional training paradigm, objective is</a:t>
                </a:r>
                <a:br>
                  <a:rPr lang="en-US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argmax</m:t>
                            </m:r>
                          </m:e>
                          <m:lim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e>
                            </m:d>
                          </m:lim>
                        </m:limLow>
                      </m:fName>
                      <m:e>
                        <m:nary>
                          <m:naryPr>
                            <m:chr m:val="∏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sub>
                          <m:sup/>
                          <m:e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Pr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ℓ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  <m:e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1" i="1" smtClean="0">
                                                <a:latin typeface="Cambria Math" panose="02040503050406030204" pitchFamily="18" charset="0"/>
                                              </a:rPr>
                                              <m:t>𝒘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</m:func>
                          </m:e>
                        </m:nary>
                      </m:e>
                    </m:func>
                  </m:oMath>
                </a14:m>
                <a:br>
                  <a:rPr lang="en-US" b="0" i="1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argmax</m:t>
                            </m:r>
                          </m:e>
                          <m:lim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e>
                            </m:d>
                          </m:lim>
                        </m:limLow>
                      </m:fName>
                      <m:e>
                        <m:nary>
                          <m:naryPr>
                            <m:chr m:val="∏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sub>
                          <m:sup/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(ℓ)</m:t>
                                    </m:r>
                                  </m:sup>
                                </m:sSup>
                              </m:den>
                            </m:f>
                            <m:nary>
                              <m:naryPr>
                                <m:chr m:val="∏"/>
                                <m:limLoc m:val="subSup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9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  <m:sup/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1" i="1">
                                                <a:latin typeface="Cambria Math" panose="02040503050406030204" pitchFamily="18" charset="0"/>
                                              </a:rPr>
                                              <m:t>𝒘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sub>
                                        </m:s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⋅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  <m:d>
                                          <m:dPr>
                                            <m:ctrlP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acc>
                                              <m:accPr>
                                                <m:chr m:val="⃗"/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sSubSup>
                                                  <m:sSubSupPr>
                                                    <m:ctrlP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SupPr>
                                                  <m:e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𝑦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𝑁</m:t>
                                                    </m:r>
                                                    <m:d>
                                                      <m:dPr>
                                                        <m:ctrlP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𝑎</m:t>
                                                        </m:r>
                                                      </m:e>
                                                    </m:d>
                                                  </m:sub>
                                                  <m:sup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(ℓ)</m:t>
                                                    </m:r>
                                                  </m:sup>
                                                </m:sSubSup>
                                              </m:e>
                                            </m:acc>
                                          </m:e>
                                        </m:d>
                                      </m:e>
                                    </m:d>
                                  </m:e>
                                </m:func>
                              </m:e>
                            </m:nary>
                          </m:e>
                        </m:nary>
                      </m:e>
                    </m:func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Tex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0569277" y="5915981"/>
                <a:ext cx="446532" cy="36933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9277" y="5915981"/>
                <a:ext cx="446532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75" t="-87" r="104" b="2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/>
              <p:cNvSpPr/>
              <p:nvPr/>
            </p:nvSpPr>
            <p:spPr>
              <a:xfrm>
                <a:off x="9353648" y="4575553"/>
                <a:ext cx="512839" cy="41433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3648" y="4575553"/>
                <a:ext cx="512839" cy="414337"/>
              </a:xfrm>
              <a:prstGeom prst="roundRect">
                <a:avLst/>
              </a:prstGeom>
              <a:blipFill rotWithShape="1">
                <a:blip r:embed="rId4"/>
                <a:stretch>
                  <a:fillRect l="-3486" t="-1624" r="-3371" b="-1518"/>
                </a:stretch>
              </a:blip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/>
              <p:cNvSpPr/>
              <p:nvPr/>
            </p:nvSpPr>
            <p:spPr>
              <a:xfrm>
                <a:off x="10582993" y="4575552"/>
                <a:ext cx="419100" cy="41433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2993" y="4575552"/>
                <a:ext cx="419100" cy="414337"/>
              </a:xfrm>
              <a:prstGeom prst="roundRect">
                <a:avLst/>
              </a:prstGeom>
              <a:blipFill rotWithShape="1">
                <a:blip r:embed="rId5"/>
                <a:stretch>
                  <a:fillRect l="-1535" t="-1624" r="-1495" b="-1518"/>
                </a:stretch>
              </a:blip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10730631" y="5395785"/>
            <a:ext cx="123825" cy="1143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0792543" y="4989889"/>
            <a:ext cx="1" cy="4058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10792543" y="5510085"/>
            <a:ext cx="1" cy="4058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5" idx="2"/>
            <a:endCxn id="7" idx="1"/>
          </p:cNvCxnSpPr>
          <p:nvPr/>
        </p:nvCxnSpPr>
        <p:spPr>
          <a:xfrm>
            <a:off x="9610068" y="4989890"/>
            <a:ext cx="1120563" cy="4630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Left Bracket 10"/>
          <p:cNvSpPr/>
          <p:nvPr/>
        </p:nvSpPr>
        <p:spPr>
          <a:xfrm rot="16200000">
            <a:off x="4772025" y="3662045"/>
            <a:ext cx="755650" cy="4906010"/>
          </a:xfrm>
          <a:prstGeom prst="leftBracket">
            <a:avLst>
              <a:gd name="adj" fmla="val 50286"/>
            </a:avLst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703402" y="6431538"/>
            <a:ext cx="240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Probability of gold label</a:t>
            </a:r>
          </a:p>
        </p:txBody>
      </p:sp>
      <p:sp>
        <p:nvSpPr>
          <p:cNvPr id="13" name="Left Bracket 12"/>
          <p:cNvSpPr/>
          <p:nvPr/>
        </p:nvSpPr>
        <p:spPr>
          <a:xfrm rot="16200000">
            <a:off x="5284470" y="3778250"/>
            <a:ext cx="222885" cy="4140835"/>
          </a:xfrm>
          <a:prstGeom prst="leftBracket">
            <a:avLst>
              <a:gd name="adj" fmla="val 50286"/>
            </a:avLst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901906" y="5938876"/>
            <a:ext cx="2350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Product over all factors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2628" y="6161038"/>
            <a:ext cx="13911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Product over</a:t>
            </a:r>
            <a:br>
              <a:rPr lang="en-US" dirty="0"/>
            </a:br>
            <a:r>
              <a:rPr lang="en-US" dirty="0" err="1"/>
              <a:t>iid</a:t>
            </a:r>
            <a:r>
              <a:rPr lang="en-US" dirty="0"/>
              <a:t> instances</a:t>
            </a:r>
          </a:p>
        </p:txBody>
      </p:sp>
      <p:cxnSp>
        <p:nvCxnSpPr>
          <p:cNvPr id="17" name="Straight Connector 16"/>
          <p:cNvCxnSpPr>
            <a:endCxn id="15" idx="0"/>
          </p:cNvCxnSpPr>
          <p:nvPr/>
        </p:nvCxnSpPr>
        <p:spPr>
          <a:xfrm flipH="1">
            <a:off x="1908175" y="5633720"/>
            <a:ext cx="374650" cy="52705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Box 17"/>
              <p:cNvSpPr txBox="1"/>
              <p:nvPr/>
            </p:nvSpPr>
            <p:spPr>
              <a:xfrm>
                <a:off x="8566150" y="5737225"/>
                <a:ext cx="1255395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/>
                  <a:t>Factor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𝑎</m:t>
                    </m:r>
                  </m:oMath>
                </a14:m>
                <a:endParaRPr lang="en-US" sz="2000" i="1"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 xmlns="">
          <p:sp>
            <p:nvSpPr>
              <p:cNvPr id="18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6150" y="5737225"/>
                <a:ext cx="1255395" cy="39878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/>
          <p:cNvCxnSpPr/>
          <p:nvPr/>
        </p:nvCxnSpPr>
        <p:spPr>
          <a:xfrm flipV="1">
            <a:off x="9728835" y="5530215"/>
            <a:ext cx="959485" cy="3587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/>
              <p14:cNvContentPartPr/>
              <p14:nvPr/>
            </p14:nvContentPartPr>
            <p14:xfrm>
              <a:off x="6631560" y="291960"/>
              <a:ext cx="5343120" cy="5173200"/>
            </p14:xfrm>
          </p:contentPart>
        </mc:Choice>
        <mc:Fallback xmlns="">
          <p:pic>
            <p:nvPicPr>
              <p:cNvPr id="16" name="Ink 15"/>
            </p:nvPicPr>
            <p:blipFill>
              <a:blip r:embed="rId8"/>
            </p:blipFill>
            <p:spPr>
              <a:xfrm>
                <a:off x="6631560" y="291960"/>
                <a:ext cx="5343120" cy="517320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NER application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4930" y="913130"/>
                <a:ext cx="6459220" cy="5859780"/>
              </a:xfrm>
            </p:spPr>
            <p:txBody>
              <a:bodyPr>
                <a:normAutofit fontScale="70000"/>
              </a:bodyPr>
              <a:lstStyle/>
              <a:p>
                <a:r>
                  <a:rPr lang="en-US" dirty="0"/>
                  <a:t>… leadership of John </a:t>
                </a:r>
                <a:r>
                  <a:rPr lang="en-US" dirty="0">
                    <a:effectLst>
                      <a:glow rad="228600">
                        <a:schemeClr val="accent5">
                          <a:satMod val="175000"/>
                          <a:alpha val="40000"/>
                        </a:schemeClr>
                      </a:glow>
                    </a:effectLst>
                  </a:rPr>
                  <a:t>Green</a:t>
                </a:r>
                <a:r>
                  <a:rPr lang="en-US" dirty="0"/>
                  <a:t> … later, Senator </a:t>
                </a:r>
                <a:r>
                  <a:rPr lang="en-US" dirty="0">
                    <a:effectLst>
                      <a:glow rad="139700">
                        <a:schemeClr val="accent5">
                          <a:satMod val="175000"/>
                          <a:alpha val="40000"/>
                        </a:schemeClr>
                      </a:glow>
                    </a:effectLst>
                  </a:rPr>
                  <a:t>Green</a:t>
                </a:r>
                <a:r>
                  <a:rPr lang="en-US" dirty="0"/>
                  <a:t> ran … opposed by the </a:t>
                </a:r>
                <a:r>
                  <a:rPr lang="en-US" dirty="0">
                    <a:effectLst>
                      <a:glow rad="228600">
                        <a:schemeClr val="accent4">
                          <a:satMod val="175000"/>
                          <a:alpha val="40000"/>
                        </a:schemeClr>
                      </a:glow>
                    </a:effectLst>
                  </a:rPr>
                  <a:t>Green</a:t>
                </a:r>
                <a:r>
                  <a:rPr lang="en-US" dirty="0"/>
                  <a:t> Party …</a:t>
                </a:r>
              </a:p>
              <a:p>
                <a:r>
                  <a:rPr lang="en-US" dirty="0"/>
                  <a:t>MEMMs (directed) and CRFs</a:t>
                </a:r>
                <a:br>
                  <a:rPr lang="en-US" dirty="0"/>
                </a:br>
                <a:r>
                  <a:rPr lang="en-US" dirty="0"/>
                  <a:t>(undirected) share basic graph </a:t>
                </a:r>
                <a:br>
                  <a:rPr lang="en-US" dirty="0"/>
                </a:br>
                <a:r>
                  <a:rPr lang="en-US" dirty="0"/>
                  <a:t>structure</a:t>
                </a:r>
              </a:p>
              <a:p>
                <a:r>
                  <a:rPr lang="en-US" dirty="0"/>
                  <a:t>First set up per-sentence chains</a:t>
                </a:r>
              </a:p>
              <a:p>
                <a:r>
                  <a:rPr lang="en-US" dirty="0"/>
                  <a:t>Then introduce </a:t>
                </a:r>
                <a:r>
                  <a:rPr lang="en-US" dirty="0">
                    <a:effectLst>
                      <a:glow rad="139700">
                        <a:schemeClr val="accent6">
                          <a:satMod val="175000"/>
                          <a:alpha val="40000"/>
                        </a:schemeClr>
                      </a:glow>
                    </a:effectLst>
                  </a:rPr>
                  <a:t>junction factors</a:t>
                </a:r>
                <a:r>
                  <a:rPr lang="en-US" dirty="0"/>
                  <a:t> that</a:t>
                </a:r>
                <a:br>
                  <a:rPr lang="en-US" dirty="0"/>
                </a:br>
                <a:r>
                  <a:rPr lang="en-US" dirty="0"/>
                  <a:t>connect potentially </a:t>
                </a:r>
                <a:r>
                  <a:rPr lang="en-US" dirty="0" err="1"/>
                  <a:t>coreferent</a:t>
                </a:r>
                <a:r>
                  <a:rPr lang="en-US" dirty="0"/>
                  <a:t> </a:t>
                </a:r>
                <a:br>
                  <a:rPr lang="en-US" dirty="0"/>
                </a:br>
                <a:r>
                  <a:rPr lang="en-US" dirty="0"/>
                  <a:t>named entities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lang="en-US" dirty="0"/>
                  <a:t> design tricky)</a:t>
                </a:r>
              </a:p>
              <a:p>
                <a:r>
                  <a:rPr lang="en-US" dirty="0">
                    <a:hlinkClick r:id="rId3"/>
                  </a:rPr>
                  <a:t>Skip-chain CRF</a:t>
                </a:r>
                <a:endParaRPr lang="en-US" dirty="0"/>
              </a:p>
              <a:p>
                <a:r>
                  <a:rPr lang="en-US" dirty="0"/>
                  <a:t>Message scheduling makes big difference</a:t>
                </a:r>
              </a:p>
            </p:txBody>
          </p:sp>
        </mc:Choice>
        <mc:Fallback xmlns="">
          <p:sp>
            <p:nvSpPr>
              <p:cNvPr id="3" name="Tex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4930" y="913130"/>
                <a:ext cx="6459220" cy="5859780"/>
              </a:xfrm>
              <a:blipFill rotWithShape="1">
                <a:blip r:embed="rId4"/>
                <a:stretch>
                  <a:fillRect t="-40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7982869" y="2160696"/>
            <a:ext cx="1163332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87394" y="2160696"/>
            <a:ext cx="377026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76697" y="2160696"/>
            <a:ext cx="623889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John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27321" y="2160696"/>
            <a:ext cx="760336" cy="369332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Green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6419" y="4163270"/>
            <a:ext cx="616066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later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48006" y="4163270"/>
            <a:ext cx="912879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Senator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6406" y="4163270"/>
            <a:ext cx="760336" cy="369332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Green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92263" y="4163270"/>
            <a:ext cx="492507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86008" y="6213834"/>
            <a:ext cx="998991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opposed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27790" y="6213834"/>
            <a:ext cx="409536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80117" y="6213834"/>
            <a:ext cx="498855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47498" y="6213834"/>
            <a:ext cx="760336" cy="369332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Green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3471" y="6213835"/>
            <a:ext cx="670248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Party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: Rounded Corners 16"/>
              <p:cNvSpPr/>
              <p:nvPr/>
            </p:nvSpPr>
            <p:spPr>
              <a:xfrm>
                <a:off x="8354985" y="1128279"/>
                <a:ext cx="419100" cy="41433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: Rounded Corners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985" y="1128279"/>
                <a:ext cx="419100" cy="414337"/>
              </a:xfrm>
              <a:prstGeom prst="roundRect">
                <a:avLst/>
              </a:prstGeom>
              <a:blipFill rotWithShape="1">
                <a:blip r:embed="rId5"/>
                <a:stretch>
                  <a:fillRect l="-2645" t="-1658" r="-2507" b="-1484"/>
                </a:stretch>
              </a:blip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: Rounded Corners 17"/>
              <p:cNvSpPr/>
              <p:nvPr/>
            </p:nvSpPr>
            <p:spPr>
              <a:xfrm>
                <a:off x="9466357" y="1128278"/>
                <a:ext cx="419100" cy="41433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: Rounded Corners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6357" y="1128278"/>
                <a:ext cx="419100" cy="414337"/>
              </a:xfrm>
              <a:prstGeom prst="roundRect">
                <a:avLst/>
              </a:prstGeom>
              <a:blipFill rotWithShape="1">
                <a:blip r:embed="rId6"/>
                <a:stretch>
                  <a:fillRect l="-2674" t="-1658" r="-2477" b="-1484"/>
                </a:stretch>
              </a:blip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: Rounded Corners 18"/>
              <p:cNvSpPr/>
              <p:nvPr/>
            </p:nvSpPr>
            <p:spPr>
              <a:xfrm>
                <a:off x="10279091" y="1128277"/>
                <a:ext cx="419100" cy="41433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: Rounded Corners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9091" y="1128277"/>
                <a:ext cx="419100" cy="414337"/>
              </a:xfrm>
              <a:prstGeom prst="roundRect">
                <a:avLst/>
              </a:prstGeom>
              <a:blipFill rotWithShape="1">
                <a:blip r:embed="rId7"/>
                <a:stretch>
                  <a:fillRect l="-2658" t="-1657" r="-2493" b="-1485"/>
                </a:stretch>
              </a:blip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: Rounded Corners 19"/>
              <p:cNvSpPr/>
              <p:nvPr/>
            </p:nvSpPr>
            <p:spPr>
              <a:xfrm>
                <a:off x="11297939" y="1128276"/>
                <a:ext cx="419100" cy="41433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: Rounded Corners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7939" y="1128276"/>
                <a:ext cx="419100" cy="414337"/>
              </a:xfrm>
              <a:prstGeom prst="roundRect">
                <a:avLst/>
              </a:prstGeom>
              <a:blipFill rotWithShape="1">
                <a:blip r:embed="rId8"/>
                <a:stretch>
                  <a:fillRect l="-2732" t="-1657" r="-2420" b="-1485"/>
                </a:stretch>
              </a:blip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: Rounded Corners 20"/>
              <p:cNvSpPr/>
              <p:nvPr/>
            </p:nvSpPr>
            <p:spPr>
              <a:xfrm>
                <a:off x="8044902" y="3154553"/>
                <a:ext cx="419100" cy="41433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: Rounded Corners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4902" y="3154553"/>
                <a:ext cx="419100" cy="414337"/>
              </a:xfrm>
              <a:prstGeom prst="roundRect">
                <a:avLst/>
              </a:prstGeom>
              <a:blipFill rotWithShape="1">
                <a:blip r:embed="rId9"/>
                <a:stretch>
                  <a:fillRect l="-2748" t="-1655" r="-2403" b="-1487"/>
                </a:stretch>
              </a:blip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: Rounded Corners 21"/>
              <p:cNvSpPr/>
              <p:nvPr/>
            </p:nvSpPr>
            <p:spPr>
              <a:xfrm>
                <a:off x="9194895" y="3154553"/>
                <a:ext cx="419100" cy="41433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: Rounded Corners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4895" y="3154553"/>
                <a:ext cx="419100" cy="414337"/>
              </a:xfrm>
              <a:prstGeom prst="roundRect">
                <a:avLst/>
              </a:prstGeom>
              <a:blipFill rotWithShape="1">
                <a:blip r:embed="rId10"/>
                <a:stretch>
                  <a:fillRect l="-2598" t="-1655" r="-2553" b="-1487"/>
                </a:stretch>
              </a:blip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: Rounded Corners 22"/>
              <p:cNvSpPr/>
              <p:nvPr/>
            </p:nvSpPr>
            <p:spPr>
              <a:xfrm>
                <a:off x="10417024" y="3154553"/>
                <a:ext cx="419100" cy="41433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: Rounded Corners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7024" y="3154553"/>
                <a:ext cx="419100" cy="414337"/>
              </a:xfrm>
              <a:prstGeom prst="roundRect">
                <a:avLst/>
              </a:prstGeom>
              <a:blipFill rotWithShape="1">
                <a:blip r:embed="rId11"/>
                <a:stretch>
                  <a:fillRect l="-2691" t="-1655" r="-2460" b="-1487"/>
                </a:stretch>
              </a:blip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23"/>
              <p:cNvSpPr/>
              <p:nvPr/>
            </p:nvSpPr>
            <p:spPr>
              <a:xfrm>
                <a:off x="11428966" y="3154553"/>
                <a:ext cx="419100" cy="41433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: Rounded Corners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8966" y="3154553"/>
                <a:ext cx="419100" cy="414337"/>
              </a:xfrm>
              <a:prstGeom prst="roundRect">
                <a:avLst/>
              </a:prstGeom>
              <a:blipFill rotWithShape="1">
                <a:blip r:embed="rId12"/>
                <a:stretch>
                  <a:fillRect l="-2632" t="-1655" r="-2519" b="-1487"/>
                </a:stretch>
              </a:blip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: Rounded Corners 24"/>
              <p:cNvSpPr/>
              <p:nvPr/>
            </p:nvSpPr>
            <p:spPr>
              <a:xfrm>
                <a:off x="8075953" y="5197027"/>
                <a:ext cx="419100" cy="41433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ectangle: Rounded Corners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5953" y="5197027"/>
                <a:ext cx="419100" cy="414337"/>
              </a:xfrm>
              <a:prstGeom prst="roundRect">
                <a:avLst/>
              </a:prstGeom>
              <a:blipFill rotWithShape="1">
                <a:blip r:embed="rId13"/>
                <a:stretch>
                  <a:fillRect l="-2733" t="-1578" r="-2419" b="-1411"/>
                </a:stretch>
              </a:blip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/>
              <p:cNvSpPr/>
              <p:nvPr/>
            </p:nvSpPr>
            <p:spPr>
              <a:xfrm>
                <a:off x="9023008" y="5197027"/>
                <a:ext cx="419100" cy="41433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3008" y="5197027"/>
                <a:ext cx="419100" cy="414337"/>
              </a:xfrm>
              <a:prstGeom prst="roundRect">
                <a:avLst/>
              </a:prstGeom>
              <a:blipFill rotWithShape="1">
                <a:blip r:embed="rId14"/>
                <a:stretch>
                  <a:fillRect l="-2646" t="-1578" r="-2506" b="-1411"/>
                </a:stretch>
              </a:blip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/>
              <p:cNvSpPr/>
              <p:nvPr/>
            </p:nvSpPr>
            <p:spPr>
              <a:xfrm>
                <a:off x="9719994" y="5197027"/>
                <a:ext cx="419100" cy="41433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9994" y="5197027"/>
                <a:ext cx="419100" cy="414337"/>
              </a:xfrm>
              <a:prstGeom prst="roundRect">
                <a:avLst/>
              </a:prstGeom>
              <a:blipFill rotWithShape="1">
                <a:blip r:embed="rId15"/>
                <a:stretch>
                  <a:fillRect l="-2739" t="-1578" r="-2413" b="-1411"/>
                </a:stretch>
              </a:blip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: Rounded Corners 27"/>
              <p:cNvSpPr/>
              <p:nvPr/>
            </p:nvSpPr>
            <p:spPr>
              <a:xfrm>
                <a:off x="10518116" y="5197027"/>
                <a:ext cx="419100" cy="41433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Rectangle: Rounded Corners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8116" y="5197027"/>
                <a:ext cx="419100" cy="414337"/>
              </a:xfrm>
              <a:prstGeom prst="roundRect">
                <a:avLst/>
              </a:prstGeom>
              <a:blipFill rotWithShape="1">
                <a:blip r:embed="rId16"/>
                <a:stretch>
                  <a:fillRect l="-2722" t="-1578" r="-2430" b="-1411"/>
                </a:stretch>
              </a:blip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: Rounded Corners 28"/>
              <p:cNvSpPr/>
              <p:nvPr/>
            </p:nvSpPr>
            <p:spPr>
              <a:xfrm>
                <a:off x="11419045" y="5197027"/>
                <a:ext cx="419100" cy="41433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: Rounded Corners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9045" y="5197027"/>
                <a:ext cx="419100" cy="414337"/>
              </a:xfrm>
              <a:prstGeom prst="roundRect">
                <a:avLst/>
              </a:prstGeom>
              <a:blipFill rotWithShape="1">
                <a:blip r:embed="rId17"/>
                <a:stretch>
                  <a:fillRect l="-2689" t="-1578" r="-2462" b="-1411"/>
                </a:stretch>
              </a:blip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/>
          <p:cNvSpPr/>
          <p:nvPr/>
        </p:nvSpPr>
        <p:spPr>
          <a:xfrm>
            <a:off x="8502623" y="1780067"/>
            <a:ext cx="123825" cy="1143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9613995" y="1782000"/>
            <a:ext cx="123825" cy="1143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0426729" y="1780067"/>
            <a:ext cx="123825" cy="1143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1445577" y="1780067"/>
            <a:ext cx="123825" cy="1143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/>
          <p:cNvCxnSpPr>
            <a:stCxn id="17" idx="2"/>
            <a:endCxn id="30" idx="0"/>
          </p:cNvCxnSpPr>
          <p:nvPr/>
        </p:nvCxnSpPr>
        <p:spPr>
          <a:xfrm>
            <a:off x="8564535" y="1542616"/>
            <a:ext cx="1" cy="2374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30" idx="2"/>
            <a:endCxn id="4" idx="0"/>
          </p:cNvCxnSpPr>
          <p:nvPr/>
        </p:nvCxnSpPr>
        <p:spPr>
          <a:xfrm flipH="1">
            <a:off x="8564535" y="1894367"/>
            <a:ext cx="1" cy="266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18" idx="2"/>
            <a:endCxn id="31" idx="0"/>
          </p:cNvCxnSpPr>
          <p:nvPr/>
        </p:nvCxnSpPr>
        <p:spPr>
          <a:xfrm>
            <a:off x="9675907" y="1542615"/>
            <a:ext cx="1" cy="2393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1" idx="2"/>
            <a:endCxn id="5" idx="0"/>
          </p:cNvCxnSpPr>
          <p:nvPr/>
        </p:nvCxnSpPr>
        <p:spPr>
          <a:xfrm flipH="1">
            <a:off x="9675907" y="1896300"/>
            <a:ext cx="1" cy="2643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19" idx="2"/>
            <a:endCxn id="32" idx="0"/>
          </p:cNvCxnSpPr>
          <p:nvPr/>
        </p:nvCxnSpPr>
        <p:spPr>
          <a:xfrm>
            <a:off x="10488641" y="1542614"/>
            <a:ext cx="1" cy="23745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2" idx="2"/>
            <a:endCxn id="6" idx="0"/>
          </p:cNvCxnSpPr>
          <p:nvPr/>
        </p:nvCxnSpPr>
        <p:spPr>
          <a:xfrm>
            <a:off x="10488642" y="1894367"/>
            <a:ext cx="0" cy="266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20" idx="2"/>
            <a:endCxn id="33" idx="0"/>
          </p:cNvCxnSpPr>
          <p:nvPr/>
        </p:nvCxnSpPr>
        <p:spPr>
          <a:xfrm>
            <a:off x="11507489" y="1542613"/>
            <a:ext cx="1" cy="2374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33" idx="2"/>
            <a:endCxn id="7" idx="0"/>
          </p:cNvCxnSpPr>
          <p:nvPr/>
        </p:nvCxnSpPr>
        <p:spPr>
          <a:xfrm flipH="1">
            <a:off x="11507489" y="1894367"/>
            <a:ext cx="1" cy="266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17" idx="2"/>
            <a:endCxn id="31" idx="1"/>
          </p:cNvCxnSpPr>
          <p:nvPr/>
        </p:nvCxnSpPr>
        <p:spPr>
          <a:xfrm>
            <a:off x="8564535" y="1542616"/>
            <a:ext cx="1049460" cy="29653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18" idx="2"/>
            <a:endCxn id="32" idx="1"/>
          </p:cNvCxnSpPr>
          <p:nvPr/>
        </p:nvCxnSpPr>
        <p:spPr>
          <a:xfrm>
            <a:off x="9675907" y="1542615"/>
            <a:ext cx="750822" cy="2946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19" idx="2"/>
            <a:endCxn id="33" idx="1"/>
          </p:cNvCxnSpPr>
          <p:nvPr/>
        </p:nvCxnSpPr>
        <p:spPr>
          <a:xfrm>
            <a:off x="10488641" y="1542614"/>
            <a:ext cx="956936" cy="29460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endCxn id="30" idx="1"/>
          </p:cNvCxnSpPr>
          <p:nvPr/>
        </p:nvCxnSpPr>
        <p:spPr>
          <a:xfrm>
            <a:off x="7750275" y="1595769"/>
            <a:ext cx="752348" cy="24144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20" idx="2"/>
          </p:cNvCxnSpPr>
          <p:nvPr/>
        </p:nvCxnSpPr>
        <p:spPr>
          <a:xfrm>
            <a:off x="11507489" y="1542613"/>
            <a:ext cx="562310" cy="32079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8192540" y="3793510"/>
            <a:ext cx="123825" cy="1143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9342533" y="3795443"/>
            <a:ext cx="123825" cy="1143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10564662" y="3793510"/>
            <a:ext cx="123825" cy="1143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11576604" y="3793510"/>
            <a:ext cx="123825" cy="1143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6" name="Straight Connector 75"/>
          <p:cNvCxnSpPr>
            <a:stCxn id="21" idx="2"/>
            <a:endCxn id="72" idx="0"/>
          </p:cNvCxnSpPr>
          <p:nvPr/>
        </p:nvCxnSpPr>
        <p:spPr>
          <a:xfrm>
            <a:off x="8254452" y="3568890"/>
            <a:ext cx="1" cy="224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72" idx="2"/>
            <a:endCxn id="8" idx="0"/>
          </p:cNvCxnSpPr>
          <p:nvPr/>
        </p:nvCxnSpPr>
        <p:spPr>
          <a:xfrm flipH="1">
            <a:off x="8254452" y="3907810"/>
            <a:ext cx="1" cy="2554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22" idx="2"/>
            <a:endCxn id="73" idx="0"/>
          </p:cNvCxnSpPr>
          <p:nvPr/>
        </p:nvCxnSpPr>
        <p:spPr>
          <a:xfrm>
            <a:off x="9404445" y="3568890"/>
            <a:ext cx="1" cy="22655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73" idx="2"/>
            <a:endCxn id="9" idx="0"/>
          </p:cNvCxnSpPr>
          <p:nvPr/>
        </p:nvCxnSpPr>
        <p:spPr>
          <a:xfrm>
            <a:off x="9404446" y="3909743"/>
            <a:ext cx="0" cy="25352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>
            <a:stCxn id="23" idx="2"/>
            <a:endCxn id="74" idx="0"/>
          </p:cNvCxnSpPr>
          <p:nvPr/>
        </p:nvCxnSpPr>
        <p:spPr>
          <a:xfrm>
            <a:off x="10626574" y="3568890"/>
            <a:ext cx="1" cy="224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74" idx="2"/>
            <a:endCxn id="10" idx="0"/>
          </p:cNvCxnSpPr>
          <p:nvPr/>
        </p:nvCxnSpPr>
        <p:spPr>
          <a:xfrm flipH="1">
            <a:off x="10626574" y="3907810"/>
            <a:ext cx="1" cy="2554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24" idx="2"/>
            <a:endCxn id="75" idx="0"/>
          </p:cNvCxnSpPr>
          <p:nvPr/>
        </p:nvCxnSpPr>
        <p:spPr>
          <a:xfrm>
            <a:off x="11638516" y="3568890"/>
            <a:ext cx="1" cy="224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>
            <a:stCxn id="75" idx="2"/>
            <a:endCxn id="11" idx="0"/>
          </p:cNvCxnSpPr>
          <p:nvPr/>
        </p:nvCxnSpPr>
        <p:spPr>
          <a:xfrm>
            <a:off x="11638517" y="3907810"/>
            <a:ext cx="0" cy="2554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21" idx="2"/>
            <a:endCxn id="73" idx="1"/>
          </p:cNvCxnSpPr>
          <p:nvPr/>
        </p:nvCxnSpPr>
        <p:spPr>
          <a:xfrm>
            <a:off x="8254452" y="3568890"/>
            <a:ext cx="1088081" cy="28370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stCxn id="22" idx="2"/>
            <a:endCxn id="74" idx="1"/>
          </p:cNvCxnSpPr>
          <p:nvPr/>
        </p:nvCxnSpPr>
        <p:spPr>
          <a:xfrm>
            <a:off x="9404445" y="3568890"/>
            <a:ext cx="1160217" cy="2817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>
            <a:stCxn id="23" idx="2"/>
            <a:endCxn id="75" idx="1"/>
          </p:cNvCxnSpPr>
          <p:nvPr/>
        </p:nvCxnSpPr>
        <p:spPr>
          <a:xfrm>
            <a:off x="10626574" y="3568890"/>
            <a:ext cx="950030" cy="2817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endCxn id="72" idx="1"/>
          </p:cNvCxnSpPr>
          <p:nvPr/>
        </p:nvCxnSpPr>
        <p:spPr>
          <a:xfrm>
            <a:off x="7453246" y="3609212"/>
            <a:ext cx="739294" cy="24144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24" idx="2"/>
          </p:cNvCxnSpPr>
          <p:nvPr/>
        </p:nvCxnSpPr>
        <p:spPr>
          <a:xfrm>
            <a:off x="11638516" y="3568890"/>
            <a:ext cx="469946" cy="28177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Rectangle 146"/>
          <p:cNvSpPr/>
          <p:nvPr/>
        </p:nvSpPr>
        <p:spPr>
          <a:xfrm>
            <a:off x="8223591" y="5842569"/>
            <a:ext cx="123825" cy="1143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/>
          <p:cNvSpPr/>
          <p:nvPr/>
        </p:nvSpPr>
        <p:spPr>
          <a:xfrm>
            <a:off x="9170646" y="5842569"/>
            <a:ext cx="123825" cy="1143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/>
          <p:cNvSpPr/>
          <p:nvPr/>
        </p:nvSpPr>
        <p:spPr>
          <a:xfrm>
            <a:off x="10665754" y="5842569"/>
            <a:ext cx="123825" cy="1143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/>
          <p:cNvSpPr/>
          <p:nvPr/>
        </p:nvSpPr>
        <p:spPr>
          <a:xfrm>
            <a:off x="11566683" y="5842570"/>
            <a:ext cx="123825" cy="1143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1" name="Straight Connector 150"/>
          <p:cNvCxnSpPr>
            <a:stCxn id="25" idx="2"/>
            <a:endCxn id="147" idx="0"/>
          </p:cNvCxnSpPr>
          <p:nvPr/>
        </p:nvCxnSpPr>
        <p:spPr>
          <a:xfrm>
            <a:off x="8285503" y="5611364"/>
            <a:ext cx="1" cy="23120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/>
          <p:cNvCxnSpPr>
            <a:stCxn id="147" idx="2"/>
            <a:endCxn id="12" idx="0"/>
          </p:cNvCxnSpPr>
          <p:nvPr/>
        </p:nvCxnSpPr>
        <p:spPr>
          <a:xfrm>
            <a:off x="8285504" y="5956869"/>
            <a:ext cx="0" cy="2569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/>
          <p:cNvCxnSpPr>
            <a:stCxn id="26" idx="2"/>
            <a:endCxn id="148" idx="0"/>
          </p:cNvCxnSpPr>
          <p:nvPr/>
        </p:nvCxnSpPr>
        <p:spPr>
          <a:xfrm>
            <a:off x="9232558" y="5611364"/>
            <a:ext cx="1" cy="23120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/>
          <p:cNvCxnSpPr>
            <a:stCxn id="148" idx="2"/>
            <a:endCxn id="13" idx="0"/>
          </p:cNvCxnSpPr>
          <p:nvPr/>
        </p:nvCxnSpPr>
        <p:spPr>
          <a:xfrm flipH="1">
            <a:off x="9232558" y="5956869"/>
            <a:ext cx="1" cy="2569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>
            <a:stCxn id="28" idx="2"/>
            <a:endCxn id="149" idx="0"/>
          </p:cNvCxnSpPr>
          <p:nvPr/>
        </p:nvCxnSpPr>
        <p:spPr>
          <a:xfrm>
            <a:off x="10727666" y="5611364"/>
            <a:ext cx="1" cy="23120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>
            <a:stCxn id="149" idx="2"/>
            <a:endCxn id="15" idx="0"/>
          </p:cNvCxnSpPr>
          <p:nvPr/>
        </p:nvCxnSpPr>
        <p:spPr>
          <a:xfrm flipH="1">
            <a:off x="10727666" y="5956869"/>
            <a:ext cx="1" cy="2569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/>
          <p:cNvCxnSpPr>
            <a:stCxn id="29" idx="2"/>
            <a:endCxn id="150" idx="0"/>
          </p:cNvCxnSpPr>
          <p:nvPr/>
        </p:nvCxnSpPr>
        <p:spPr>
          <a:xfrm>
            <a:off x="11628595" y="5611364"/>
            <a:ext cx="1" cy="2312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/>
          <p:cNvCxnSpPr>
            <a:stCxn id="150" idx="2"/>
            <a:endCxn id="16" idx="0"/>
          </p:cNvCxnSpPr>
          <p:nvPr/>
        </p:nvCxnSpPr>
        <p:spPr>
          <a:xfrm flipH="1">
            <a:off x="11628595" y="5956870"/>
            <a:ext cx="1" cy="2569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/>
          <p:cNvCxnSpPr>
            <a:stCxn id="25" idx="2"/>
            <a:endCxn id="148" idx="1"/>
          </p:cNvCxnSpPr>
          <p:nvPr/>
        </p:nvCxnSpPr>
        <p:spPr>
          <a:xfrm>
            <a:off x="8285503" y="5611364"/>
            <a:ext cx="885143" cy="2883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/>
          <p:cNvCxnSpPr>
            <a:stCxn id="27" idx="2"/>
            <a:endCxn id="149" idx="1"/>
          </p:cNvCxnSpPr>
          <p:nvPr/>
        </p:nvCxnSpPr>
        <p:spPr>
          <a:xfrm>
            <a:off x="9929544" y="5611364"/>
            <a:ext cx="736210" cy="2883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>
            <a:stCxn id="28" idx="2"/>
            <a:endCxn id="150" idx="1"/>
          </p:cNvCxnSpPr>
          <p:nvPr/>
        </p:nvCxnSpPr>
        <p:spPr>
          <a:xfrm>
            <a:off x="10727666" y="5611364"/>
            <a:ext cx="839017" cy="2883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/>
          <p:cNvCxnSpPr>
            <a:endCxn id="147" idx="1"/>
          </p:cNvCxnSpPr>
          <p:nvPr/>
        </p:nvCxnSpPr>
        <p:spPr>
          <a:xfrm>
            <a:off x="7460623" y="5658271"/>
            <a:ext cx="762968" cy="24144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/>
          <p:cNvCxnSpPr>
            <a:stCxn id="29" idx="2"/>
          </p:cNvCxnSpPr>
          <p:nvPr/>
        </p:nvCxnSpPr>
        <p:spPr>
          <a:xfrm>
            <a:off x="11628595" y="5611364"/>
            <a:ext cx="479867" cy="256965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Rectangle 178"/>
          <p:cNvSpPr/>
          <p:nvPr/>
        </p:nvSpPr>
        <p:spPr>
          <a:xfrm>
            <a:off x="9867607" y="5842569"/>
            <a:ext cx="123825" cy="1143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0" name="Straight Connector 179"/>
          <p:cNvCxnSpPr>
            <a:stCxn id="27" idx="2"/>
            <a:endCxn id="179" idx="0"/>
          </p:cNvCxnSpPr>
          <p:nvPr/>
        </p:nvCxnSpPr>
        <p:spPr>
          <a:xfrm flipH="1">
            <a:off x="9929520" y="5611364"/>
            <a:ext cx="24" cy="23120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>
            <a:stCxn id="179" idx="2"/>
            <a:endCxn id="14" idx="0"/>
          </p:cNvCxnSpPr>
          <p:nvPr/>
        </p:nvCxnSpPr>
        <p:spPr>
          <a:xfrm>
            <a:off x="9929520" y="5956869"/>
            <a:ext cx="25" cy="2569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/>
          <p:cNvCxnSpPr>
            <a:stCxn id="26" idx="2"/>
            <a:endCxn id="179" idx="1"/>
          </p:cNvCxnSpPr>
          <p:nvPr/>
        </p:nvCxnSpPr>
        <p:spPr>
          <a:xfrm>
            <a:off x="9232558" y="5611364"/>
            <a:ext cx="635049" cy="2883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Rectangle 209"/>
          <p:cNvSpPr/>
          <p:nvPr/>
        </p:nvSpPr>
        <p:spPr>
          <a:xfrm>
            <a:off x="6749313" y="3851506"/>
            <a:ext cx="123825" cy="1143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2" name="Connector: Curved 211"/>
          <p:cNvCxnSpPr>
            <a:stCxn id="210" idx="0"/>
            <a:endCxn id="7" idx="2"/>
          </p:cNvCxnSpPr>
          <p:nvPr/>
        </p:nvCxnSpPr>
        <p:spPr>
          <a:xfrm rot="5400000" flipH="1" flipV="1">
            <a:off x="8498618" y="842636"/>
            <a:ext cx="1321478" cy="4696263"/>
          </a:xfrm>
          <a:prstGeom prst="curvedConnector3">
            <a:avLst>
              <a:gd name="adj1" fmla="val 90060"/>
            </a:avLst>
          </a:prstGeom>
          <a:ln w="38100">
            <a:solidFill>
              <a:schemeClr val="accent6">
                <a:lumMod val="75000"/>
              </a:schemeClr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: Curved 213"/>
          <p:cNvCxnSpPr>
            <a:stCxn id="210" idx="0"/>
            <a:endCxn id="20" idx="0"/>
          </p:cNvCxnSpPr>
          <p:nvPr/>
        </p:nvCxnSpPr>
        <p:spPr>
          <a:xfrm rot="5400000" flipH="1" flipV="1">
            <a:off x="7797742" y="141760"/>
            <a:ext cx="2723230" cy="4696263"/>
          </a:xfrm>
          <a:prstGeom prst="curvedConnector3">
            <a:avLst>
              <a:gd name="adj1" fmla="val 112282"/>
            </a:avLst>
          </a:prstGeom>
          <a:ln w="38100">
            <a:solidFill>
              <a:schemeClr val="accent6">
                <a:lumMod val="75000"/>
              </a:schemeClr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: Curved 218"/>
          <p:cNvCxnSpPr>
            <a:stCxn id="210" idx="3"/>
            <a:endCxn id="23" idx="0"/>
          </p:cNvCxnSpPr>
          <p:nvPr/>
        </p:nvCxnSpPr>
        <p:spPr>
          <a:xfrm flipV="1">
            <a:off x="6873138" y="3154553"/>
            <a:ext cx="3753436" cy="754103"/>
          </a:xfrm>
          <a:prstGeom prst="curvedConnector4">
            <a:avLst>
              <a:gd name="adj1" fmla="val 20027"/>
              <a:gd name="adj2" fmla="val 130314"/>
            </a:avLst>
          </a:prstGeom>
          <a:ln w="38100">
            <a:solidFill>
              <a:schemeClr val="accent6">
                <a:lumMod val="75000"/>
              </a:schemeClr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: Curved 222"/>
          <p:cNvCxnSpPr>
            <a:stCxn id="210" idx="3"/>
            <a:endCxn id="10" idx="2"/>
          </p:cNvCxnSpPr>
          <p:nvPr/>
        </p:nvCxnSpPr>
        <p:spPr>
          <a:xfrm>
            <a:off x="6873138" y="3908656"/>
            <a:ext cx="3753436" cy="623946"/>
          </a:xfrm>
          <a:prstGeom prst="curvedConnector4">
            <a:avLst>
              <a:gd name="adj1" fmla="val 19805"/>
              <a:gd name="adj2" fmla="val 136638"/>
            </a:avLst>
          </a:prstGeom>
          <a:ln w="38100">
            <a:solidFill>
              <a:schemeClr val="accent6">
                <a:lumMod val="75000"/>
              </a:schemeClr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: Curved 226"/>
          <p:cNvCxnSpPr>
            <a:stCxn id="210" idx="2"/>
            <a:endCxn id="28" idx="0"/>
          </p:cNvCxnSpPr>
          <p:nvPr/>
        </p:nvCxnSpPr>
        <p:spPr>
          <a:xfrm rot="16200000" flipH="1">
            <a:off x="8153836" y="2623196"/>
            <a:ext cx="1231221" cy="3916440"/>
          </a:xfrm>
          <a:prstGeom prst="curvedConnector3">
            <a:avLst>
              <a:gd name="adj1" fmla="val 75798"/>
            </a:avLst>
          </a:prstGeom>
          <a:ln w="38100">
            <a:solidFill>
              <a:schemeClr val="accent6">
                <a:lumMod val="75000"/>
              </a:schemeClr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: Curved 230"/>
          <p:cNvCxnSpPr>
            <a:stCxn id="210" idx="2"/>
            <a:endCxn id="15" idx="2"/>
          </p:cNvCxnSpPr>
          <p:nvPr/>
        </p:nvCxnSpPr>
        <p:spPr>
          <a:xfrm rot="16200000" flipH="1">
            <a:off x="7460766" y="3316266"/>
            <a:ext cx="2617360" cy="3916440"/>
          </a:xfrm>
          <a:prstGeom prst="curvedConnector3">
            <a:avLst>
              <a:gd name="adj1" fmla="val 106895"/>
            </a:avLst>
          </a:prstGeom>
          <a:ln w="38100">
            <a:solidFill>
              <a:schemeClr val="accent6">
                <a:lumMod val="75000"/>
              </a:schemeClr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3DFF5742-E0BF-DCD5-E333-0C645B008724}"/>
                  </a:ext>
                </a:extLst>
              </p14:cNvPr>
              <p14:cNvContentPartPr/>
              <p14:nvPr/>
            </p14:nvContentPartPr>
            <p14:xfrm>
              <a:off x="6357240" y="835920"/>
              <a:ext cx="5656680" cy="52171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3DFF5742-E0BF-DCD5-E333-0C645B00872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347880" y="826560"/>
                <a:ext cx="5675400" cy="5235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72" grpId="0" animBg="1"/>
      <p:bldP spid="73" grpId="0" animBg="1"/>
      <p:bldP spid="74" grpId="0" animBg="1"/>
      <p:bldP spid="75" grpId="0" animBg="1"/>
      <p:bldP spid="147" grpId="0" animBg="1"/>
      <p:bldP spid="148" grpId="0" animBg="1"/>
      <p:bldP spid="149" grpId="0" animBg="1"/>
      <p:bldP spid="150" grpId="0" animBg="1"/>
      <p:bldP spid="179" grpId="0" animBg="1"/>
      <p:bldP spid="2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Unrolling message passing along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: Rounded Corners 2"/>
              <p:cNvSpPr/>
              <p:nvPr/>
            </p:nvSpPr>
            <p:spPr>
              <a:xfrm>
                <a:off x="923802" y="1424267"/>
                <a:ext cx="512839" cy="414337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(0)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Rectangle: Rounded Corners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802" y="1424267"/>
                <a:ext cx="512839" cy="414337"/>
              </a:xfrm>
              <a:prstGeom prst="roundRect">
                <a:avLst/>
              </a:prstGeom>
              <a:blipFill rotWithShape="1">
                <a:blip r:embed="rId2"/>
                <a:stretch>
                  <a:fillRect l="-1338" t="-1677" r="-1185" b="-1465"/>
                </a:stretch>
              </a:blip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/>
              <p:cNvSpPr/>
              <p:nvPr/>
            </p:nvSpPr>
            <p:spPr>
              <a:xfrm>
                <a:off x="923802" y="2562144"/>
                <a:ext cx="512839" cy="414337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(0)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802" y="2562144"/>
                <a:ext cx="512839" cy="414337"/>
              </a:xfrm>
              <a:prstGeom prst="roundRect">
                <a:avLst/>
              </a:prstGeom>
              <a:blipFill rotWithShape="1">
                <a:blip r:embed="rId3"/>
                <a:stretch>
                  <a:fillRect l="-1338" t="-1666" r="-1185" b="-1476"/>
                </a:stretch>
              </a:blip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/>
              <p:cNvSpPr/>
              <p:nvPr/>
            </p:nvSpPr>
            <p:spPr>
              <a:xfrm>
                <a:off x="923802" y="3700021"/>
                <a:ext cx="512839" cy="414337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(0)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802" y="3700021"/>
                <a:ext cx="512839" cy="414337"/>
              </a:xfrm>
              <a:prstGeom prst="roundRect">
                <a:avLst/>
              </a:prstGeom>
              <a:blipFill rotWithShape="1">
                <a:blip r:embed="rId4"/>
                <a:stretch>
                  <a:fillRect l="-1338" t="-1656" r="-1185" b="-1486"/>
                </a:stretch>
              </a:blip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Rounded Corners 6"/>
              <p:cNvSpPr/>
              <p:nvPr/>
            </p:nvSpPr>
            <p:spPr>
              <a:xfrm>
                <a:off x="923802" y="4837898"/>
                <a:ext cx="512839" cy="414337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(0)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: Rounded Corners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802" y="4837898"/>
                <a:ext cx="512839" cy="414337"/>
              </a:xfrm>
              <a:prstGeom prst="roundRect">
                <a:avLst/>
              </a:prstGeom>
              <a:blipFill rotWithShape="1">
                <a:blip r:embed="rId5"/>
                <a:stretch>
                  <a:fillRect l="-1338" t="-1646" r="-1185" b="-1496"/>
                </a:stretch>
              </a:blip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/>
              <p:cNvSpPr/>
              <p:nvPr/>
            </p:nvSpPr>
            <p:spPr>
              <a:xfrm>
                <a:off x="923802" y="5975776"/>
                <a:ext cx="512839" cy="414337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(0)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: Rounded Corners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802" y="5975776"/>
                <a:ext cx="512839" cy="414337"/>
              </a:xfrm>
              <a:prstGeom prst="roundRect">
                <a:avLst/>
              </a:prstGeom>
              <a:blipFill rotWithShape="1">
                <a:blip r:embed="rId6"/>
                <a:stretch>
                  <a:fillRect l="-1338" t="-1635" r="-1185" b="-1507"/>
                </a:stretch>
              </a:blip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: Rounded Corners 8"/>
              <p:cNvSpPr/>
              <p:nvPr/>
            </p:nvSpPr>
            <p:spPr>
              <a:xfrm>
                <a:off x="2905002" y="2562144"/>
                <a:ext cx="512839" cy="414337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(0)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: Rounded Corners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002" y="2562144"/>
                <a:ext cx="512839" cy="414337"/>
              </a:xfrm>
              <a:prstGeom prst="roundRect">
                <a:avLst/>
              </a:prstGeom>
              <a:blipFill rotWithShape="1">
                <a:blip r:embed="rId7"/>
                <a:stretch>
                  <a:fillRect l="-1338" t="-1666" r="-1185" b="-1476"/>
                </a:stretch>
              </a:blip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: Rounded Corners 9"/>
              <p:cNvSpPr/>
              <p:nvPr/>
            </p:nvSpPr>
            <p:spPr>
              <a:xfrm>
                <a:off x="2905002" y="3700021"/>
                <a:ext cx="512839" cy="414337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(0)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: Rounded Corners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002" y="3700021"/>
                <a:ext cx="512839" cy="414337"/>
              </a:xfrm>
              <a:prstGeom prst="roundRect">
                <a:avLst/>
              </a:prstGeom>
              <a:blipFill rotWithShape="1">
                <a:blip r:embed="rId8"/>
                <a:stretch>
                  <a:fillRect l="-1338" t="-1656" r="-1185" b="-1486"/>
                </a:stretch>
              </a:blip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/>
              <p:cNvSpPr/>
              <p:nvPr/>
            </p:nvSpPr>
            <p:spPr>
              <a:xfrm>
                <a:off x="2905001" y="4833894"/>
                <a:ext cx="512839" cy="414337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(0)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001" y="4833894"/>
                <a:ext cx="512839" cy="414337"/>
              </a:xfrm>
              <a:prstGeom prst="roundRect">
                <a:avLst/>
              </a:prstGeom>
              <a:blipFill rotWithShape="1">
                <a:blip r:embed="rId9"/>
                <a:stretch>
                  <a:fillRect l="-1338" t="-1599" r="-1186" b="-1390"/>
                </a:stretch>
              </a:blip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: Rounded Corners 11"/>
              <p:cNvSpPr/>
              <p:nvPr/>
            </p:nvSpPr>
            <p:spPr>
              <a:xfrm>
                <a:off x="4886200" y="1424267"/>
                <a:ext cx="512839" cy="414337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: Rounded Corners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6200" y="1424267"/>
                <a:ext cx="512839" cy="414337"/>
              </a:xfrm>
              <a:prstGeom prst="roundRect">
                <a:avLst/>
              </a:prstGeom>
              <a:blipFill rotWithShape="1">
                <a:blip r:embed="rId10"/>
                <a:stretch>
                  <a:fillRect l="-1338" t="-1677" r="-1186" b="-1465"/>
                </a:stretch>
              </a:blip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: Rounded Corners 12"/>
              <p:cNvSpPr/>
              <p:nvPr/>
            </p:nvSpPr>
            <p:spPr>
              <a:xfrm>
                <a:off x="4886200" y="2562144"/>
                <a:ext cx="512839" cy="414337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: Rounded Corners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6200" y="2562144"/>
                <a:ext cx="512839" cy="414337"/>
              </a:xfrm>
              <a:prstGeom prst="roundRect">
                <a:avLst/>
              </a:prstGeom>
              <a:blipFill rotWithShape="1">
                <a:blip r:embed="rId11"/>
                <a:stretch>
                  <a:fillRect l="-1338" t="-1666" r="-1186" b="-1476"/>
                </a:stretch>
              </a:blip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: Rounded Corners 13"/>
              <p:cNvSpPr/>
              <p:nvPr/>
            </p:nvSpPr>
            <p:spPr>
              <a:xfrm>
                <a:off x="4886200" y="3700021"/>
                <a:ext cx="512839" cy="414337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: Rounded Corners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6200" y="3700021"/>
                <a:ext cx="512839" cy="414337"/>
              </a:xfrm>
              <a:prstGeom prst="roundRect">
                <a:avLst/>
              </a:prstGeom>
              <a:blipFill rotWithShape="1">
                <a:blip r:embed="rId12"/>
                <a:stretch>
                  <a:fillRect l="-1338" t="-1656" r="-1186" b="-1486"/>
                </a:stretch>
              </a:blip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: Rounded Corners 14"/>
              <p:cNvSpPr/>
              <p:nvPr/>
            </p:nvSpPr>
            <p:spPr>
              <a:xfrm>
                <a:off x="4886200" y="4837898"/>
                <a:ext cx="512839" cy="414337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: Rounded Corners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6200" y="4837898"/>
                <a:ext cx="512839" cy="414337"/>
              </a:xfrm>
              <a:prstGeom prst="roundRect">
                <a:avLst/>
              </a:prstGeom>
              <a:blipFill rotWithShape="1">
                <a:blip r:embed="rId13"/>
                <a:stretch>
                  <a:fillRect l="-1338" t="-1646" r="-1186" b="-1496"/>
                </a:stretch>
              </a:blip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: Rounded Corners 15"/>
              <p:cNvSpPr/>
              <p:nvPr/>
            </p:nvSpPr>
            <p:spPr>
              <a:xfrm>
                <a:off x="4886200" y="5975776"/>
                <a:ext cx="512839" cy="414337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: Rounded Corners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6200" y="5975776"/>
                <a:ext cx="512839" cy="414337"/>
              </a:xfrm>
              <a:prstGeom prst="roundRect">
                <a:avLst/>
              </a:prstGeom>
              <a:blipFill rotWithShape="1">
                <a:blip r:embed="rId14"/>
                <a:stretch>
                  <a:fillRect l="-1338" t="-1635" r="-1186" b="-1507"/>
                </a:stretch>
              </a:blip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: Rounded Corners 16"/>
              <p:cNvSpPr/>
              <p:nvPr/>
            </p:nvSpPr>
            <p:spPr>
              <a:xfrm>
                <a:off x="6867398" y="2562144"/>
                <a:ext cx="512839" cy="414337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: Rounded Corners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7398" y="2562144"/>
                <a:ext cx="512839" cy="414337"/>
              </a:xfrm>
              <a:prstGeom prst="roundRect">
                <a:avLst/>
              </a:prstGeom>
              <a:blipFill rotWithShape="1">
                <a:blip r:embed="rId15"/>
                <a:stretch>
                  <a:fillRect l="-1337" t="-1666" r="-1186" b="-1476"/>
                </a:stretch>
              </a:blip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: Rounded Corners 17"/>
              <p:cNvSpPr/>
              <p:nvPr/>
            </p:nvSpPr>
            <p:spPr>
              <a:xfrm>
                <a:off x="6867398" y="3700021"/>
                <a:ext cx="512839" cy="414337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: Rounded Corners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7398" y="3700021"/>
                <a:ext cx="512839" cy="414337"/>
              </a:xfrm>
              <a:prstGeom prst="roundRect">
                <a:avLst/>
              </a:prstGeom>
              <a:blipFill rotWithShape="1">
                <a:blip r:embed="rId16"/>
                <a:stretch>
                  <a:fillRect l="-1337" t="-1656" r="-1186" b="-1486"/>
                </a:stretch>
              </a:blip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: Rounded Corners 18"/>
              <p:cNvSpPr/>
              <p:nvPr/>
            </p:nvSpPr>
            <p:spPr>
              <a:xfrm>
                <a:off x="6867397" y="4833894"/>
                <a:ext cx="512839" cy="414337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: Rounded Corners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7397" y="4833894"/>
                <a:ext cx="512839" cy="414337"/>
              </a:xfrm>
              <a:prstGeom prst="roundRect">
                <a:avLst/>
              </a:prstGeom>
              <a:blipFill rotWithShape="1">
                <a:blip r:embed="rId17"/>
                <a:stretch>
                  <a:fillRect l="-1337" t="-1599" r="-1186" b="-1390"/>
                </a:stretch>
              </a:blip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: Rounded Corners 19"/>
              <p:cNvSpPr/>
              <p:nvPr/>
            </p:nvSpPr>
            <p:spPr>
              <a:xfrm>
                <a:off x="8858685" y="1424267"/>
                <a:ext cx="512839" cy="414337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: Rounded Corners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8685" y="1424267"/>
                <a:ext cx="512839" cy="414337"/>
              </a:xfrm>
              <a:prstGeom prst="roundRect">
                <a:avLst/>
              </a:prstGeom>
              <a:blipFill rotWithShape="1">
                <a:blip r:embed="rId18"/>
                <a:stretch>
                  <a:fillRect l="-1323" t="-1677" r="-1200" b="-1465"/>
                </a:stretch>
              </a:blip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: Rounded Corners 20"/>
              <p:cNvSpPr/>
              <p:nvPr/>
            </p:nvSpPr>
            <p:spPr>
              <a:xfrm>
                <a:off x="8858685" y="2562144"/>
                <a:ext cx="512839" cy="414337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: Rounded Corners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8685" y="2562144"/>
                <a:ext cx="512839" cy="414337"/>
              </a:xfrm>
              <a:prstGeom prst="roundRect">
                <a:avLst/>
              </a:prstGeom>
              <a:blipFill rotWithShape="1">
                <a:blip r:embed="rId19"/>
                <a:stretch>
                  <a:fillRect l="-1323" t="-1666" r="-1200" b="-1476"/>
                </a:stretch>
              </a:blip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: Rounded Corners 21"/>
              <p:cNvSpPr/>
              <p:nvPr/>
            </p:nvSpPr>
            <p:spPr>
              <a:xfrm>
                <a:off x="8858685" y="3700021"/>
                <a:ext cx="512839" cy="414337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: Rounded Corners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8685" y="3700021"/>
                <a:ext cx="512839" cy="414337"/>
              </a:xfrm>
              <a:prstGeom prst="roundRect">
                <a:avLst/>
              </a:prstGeom>
              <a:blipFill rotWithShape="1">
                <a:blip r:embed="rId20"/>
                <a:stretch>
                  <a:fillRect l="-1323" t="-1656" r="-1200" b="-1486"/>
                </a:stretch>
              </a:blip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: Rounded Corners 22"/>
              <p:cNvSpPr/>
              <p:nvPr/>
            </p:nvSpPr>
            <p:spPr>
              <a:xfrm>
                <a:off x="8858685" y="4837898"/>
                <a:ext cx="512839" cy="414337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: Rounded Corners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8685" y="4837898"/>
                <a:ext cx="512839" cy="414337"/>
              </a:xfrm>
              <a:prstGeom prst="roundRect">
                <a:avLst/>
              </a:prstGeom>
              <a:blipFill rotWithShape="1">
                <a:blip r:embed="rId21"/>
                <a:stretch>
                  <a:fillRect l="-1323" t="-1646" r="-1200" b="-1496"/>
                </a:stretch>
              </a:blip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23"/>
              <p:cNvSpPr/>
              <p:nvPr/>
            </p:nvSpPr>
            <p:spPr>
              <a:xfrm>
                <a:off x="8858685" y="5975776"/>
                <a:ext cx="512839" cy="414337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: Rounded Corners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8685" y="5975776"/>
                <a:ext cx="512839" cy="414337"/>
              </a:xfrm>
              <a:prstGeom prst="roundRect">
                <a:avLst/>
              </a:prstGeom>
              <a:blipFill rotWithShape="1">
                <a:blip r:embed="rId22"/>
                <a:stretch>
                  <a:fillRect l="-1323" t="-1635" r="-1200" b="-1507"/>
                </a:stretch>
              </a:blip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: Rounded Corners 24"/>
              <p:cNvSpPr/>
              <p:nvPr/>
            </p:nvSpPr>
            <p:spPr>
              <a:xfrm>
                <a:off x="11439400" y="1424267"/>
                <a:ext cx="512839" cy="414337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ectangle: Rounded Corners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9400" y="1424267"/>
                <a:ext cx="512839" cy="414337"/>
              </a:xfrm>
              <a:prstGeom prst="roundRect">
                <a:avLst/>
              </a:prstGeom>
              <a:blipFill rotWithShape="1">
                <a:blip r:embed="rId23"/>
                <a:stretch>
                  <a:fillRect l="-1338" t="-1677" r="-1186" b="-1465"/>
                </a:stretch>
              </a:blipFill>
              <a:ln>
                <a:solidFill>
                  <a:schemeClr val="accent4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/>
              <p:cNvSpPr/>
              <p:nvPr/>
            </p:nvSpPr>
            <p:spPr>
              <a:xfrm>
                <a:off x="11439400" y="2562144"/>
                <a:ext cx="512839" cy="414337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9400" y="2562144"/>
                <a:ext cx="512839" cy="414337"/>
              </a:xfrm>
              <a:prstGeom prst="roundRect">
                <a:avLst/>
              </a:prstGeom>
              <a:blipFill rotWithShape="1">
                <a:blip r:embed="rId24"/>
                <a:stretch>
                  <a:fillRect l="-1338" t="-1666" r="-1186" b="-1476"/>
                </a:stretch>
              </a:blipFill>
              <a:ln>
                <a:solidFill>
                  <a:schemeClr val="accent4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/>
              <p:cNvSpPr/>
              <p:nvPr/>
            </p:nvSpPr>
            <p:spPr>
              <a:xfrm>
                <a:off x="11439400" y="3700021"/>
                <a:ext cx="512839" cy="414337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9400" y="3700021"/>
                <a:ext cx="512839" cy="414337"/>
              </a:xfrm>
              <a:prstGeom prst="roundRect">
                <a:avLst/>
              </a:prstGeom>
              <a:blipFill rotWithShape="1">
                <a:blip r:embed="rId25"/>
                <a:stretch>
                  <a:fillRect l="-1338" t="-1656" r="-1186" b="-1486"/>
                </a:stretch>
              </a:blipFill>
              <a:ln>
                <a:solidFill>
                  <a:schemeClr val="accent4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: Rounded Corners 27"/>
              <p:cNvSpPr/>
              <p:nvPr/>
            </p:nvSpPr>
            <p:spPr>
              <a:xfrm>
                <a:off x="11439400" y="4837898"/>
                <a:ext cx="512839" cy="414337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Rectangle: Rounded Corners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9400" y="4837898"/>
                <a:ext cx="512839" cy="414337"/>
              </a:xfrm>
              <a:prstGeom prst="roundRect">
                <a:avLst/>
              </a:prstGeom>
              <a:blipFill rotWithShape="1">
                <a:blip r:embed="rId26"/>
                <a:stretch>
                  <a:fillRect l="-1338" t="-1646" r="-1186" b="-1496"/>
                </a:stretch>
              </a:blipFill>
              <a:ln>
                <a:solidFill>
                  <a:schemeClr val="accent4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: Rounded Corners 28"/>
              <p:cNvSpPr/>
              <p:nvPr/>
            </p:nvSpPr>
            <p:spPr>
              <a:xfrm>
                <a:off x="11439400" y="5975776"/>
                <a:ext cx="512839" cy="414337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: Rounded Corners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9400" y="5975776"/>
                <a:ext cx="512839" cy="414337"/>
              </a:xfrm>
              <a:prstGeom prst="roundRect">
                <a:avLst/>
              </a:prstGeom>
              <a:blipFill rotWithShape="1">
                <a:blip r:embed="rId27"/>
                <a:stretch>
                  <a:fillRect l="-1338" t="-1635" r="-1186" b="-1507"/>
                </a:stretch>
              </a:blipFill>
              <a:ln>
                <a:solidFill>
                  <a:schemeClr val="accent4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10027665" y="1483019"/>
            <a:ext cx="630090" cy="30179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27665" y="6032045"/>
            <a:ext cx="630090" cy="30179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27665" y="4890163"/>
            <a:ext cx="630090" cy="30179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27665" y="3756290"/>
            <a:ext cx="630090" cy="30179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27665" y="2614408"/>
            <a:ext cx="630090" cy="30179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loss</a:t>
            </a:r>
          </a:p>
        </p:txBody>
      </p:sp>
      <p:cxnSp>
        <p:nvCxnSpPr>
          <p:cNvPr id="35" name="Straight Arrow Connector 34"/>
          <p:cNvCxnSpPr>
            <a:stCxn id="3" idx="3"/>
            <a:endCxn id="9" idx="1"/>
          </p:cNvCxnSpPr>
          <p:nvPr/>
        </p:nvCxnSpPr>
        <p:spPr>
          <a:xfrm>
            <a:off x="1436641" y="1631436"/>
            <a:ext cx="1468361" cy="1137877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" idx="3"/>
            <a:endCxn id="11" idx="1"/>
          </p:cNvCxnSpPr>
          <p:nvPr/>
        </p:nvCxnSpPr>
        <p:spPr>
          <a:xfrm>
            <a:off x="1436641" y="1631436"/>
            <a:ext cx="1468360" cy="3409627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5" idx="3"/>
            <a:endCxn id="9" idx="1"/>
          </p:cNvCxnSpPr>
          <p:nvPr/>
        </p:nvCxnSpPr>
        <p:spPr>
          <a:xfrm>
            <a:off x="1436641" y="2769313"/>
            <a:ext cx="1468361" cy="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6" idx="3"/>
            <a:endCxn id="9" idx="1"/>
          </p:cNvCxnSpPr>
          <p:nvPr/>
        </p:nvCxnSpPr>
        <p:spPr>
          <a:xfrm flipV="1">
            <a:off x="1436641" y="2769313"/>
            <a:ext cx="1468361" cy="1137877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6" idx="3"/>
            <a:endCxn id="10" idx="1"/>
          </p:cNvCxnSpPr>
          <p:nvPr/>
        </p:nvCxnSpPr>
        <p:spPr>
          <a:xfrm>
            <a:off x="1436641" y="3907190"/>
            <a:ext cx="1468361" cy="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7" idx="3"/>
            <a:endCxn id="11" idx="1"/>
          </p:cNvCxnSpPr>
          <p:nvPr/>
        </p:nvCxnSpPr>
        <p:spPr>
          <a:xfrm flipV="1">
            <a:off x="1436641" y="5041063"/>
            <a:ext cx="1468360" cy="4004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8" idx="3"/>
            <a:endCxn id="10" idx="1"/>
          </p:cNvCxnSpPr>
          <p:nvPr/>
        </p:nvCxnSpPr>
        <p:spPr>
          <a:xfrm flipV="1">
            <a:off x="1436641" y="3907190"/>
            <a:ext cx="1468361" cy="2275755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20" idx="3"/>
            <a:endCxn id="2" idx="1"/>
          </p:cNvCxnSpPr>
          <p:nvPr/>
        </p:nvCxnSpPr>
        <p:spPr>
          <a:xfrm>
            <a:off x="9371524" y="1631436"/>
            <a:ext cx="656141" cy="248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21" idx="3"/>
            <a:endCxn id="33" idx="1"/>
          </p:cNvCxnSpPr>
          <p:nvPr/>
        </p:nvCxnSpPr>
        <p:spPr>
          <a:xfrm flipV="1">
            <a:off x="9371524" y="2765307"/>
            <a:ext cx="656141" cy="40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22" idx="3"/>
            <a:endCxn id="32" idx="1"/>
          </p:cNvCxnSpPr>
          <p:nvPr/>
        </p:nvCxnSpPr>
        <p:spPr>
          <a:xfrm flipV="1">
            <a:off x="9371524" y="3907189"/>
            <a:ext cx="656141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23" idx="3"/>
            <a:endCxn id="31" idx="1"/>
          </p:cNvCxnSpPr>
          <p:nvPr/>
        </p:nvCxnSpPr>
        <p:spPr>
          <a:xfrm flipV="1">
            <a:off x="9371524" y="5041062"/>
            <a:ext cx="656141" cy="400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24" idx="3"/>
            <a:endCxn id="30" idx="1"/>
          </p:cNvCxnSpPr>
          <p:nvPr/>
        </p:nvCxnSpPr>
        <p:spPr>
          <a:xfrm flipV="1">
            <a:off x="9371524" y="6182944"/>
            <a:ext cx="656141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25" idx="1"/>
            <a:endCxn id="2" idx="3"/>
          </p:cNvCxnSpPr>
          <p:nvPr/>
        </p:nvCxnSpPr>
        <p:spPr>
          <a:xfrm flipH="1">
            <a:off x="10657755" y="1631436"/>
            <a:ext cx="781645" cy="248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26" idx="1"/>
            <a:endCxn id="33" idx="3"/>
          </p:cNvCxnSpPr>
          <p:nvPr/>
        </p:nvCxnSpPr>
        <p:spPr>
          <a:xfrm flipH="1" flipV="1">
            <a:off x="10657755" y="2765307"/>
            <a:ext cx="781645" cy="40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27" idx="1"/>
            <a:endCxn id="32" idx="3"/>
          </p:cNvCxnSpPr>
          <p:nvPr/>
        </p:nvCxnSpPr>
        <p:spPr>
          <a:xfrm flipH="1" flipV="1">
            <a:off x="10657755" y="3907189"/>
            <a:ext cx="781645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28" idx="1"/>
            <a:endCxn id="31" idx="3"/>
          </p:cNvCxnSpPr>
          <p:nvPr/>
        </p:nvCxnSpPr>
        <p:spPr>
          <a:xfrm flipH="1" flipV="1">
            <a:off x="10657755" y="5041062"/>
            <a:ext cx="781645" cy="400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stCxn id="29" idx="1"/>
            <a:endCxn id="30" idx="3"/>
          </p:cNvCxnSpPr>
          <p:nvPr/>
        </p:nvCxnSpPr>
        <p:spPr>
          <a:xfrm flipH="1" flipV="1">
            <a:off x="10657755" y="6182944"/>
            <a:ext cx="781645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11048577" y="3120805"/>
                <a:ext cx="278923" cy="43088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8577" y="3120805"/>
                <a:ext cx="278923" cy="430887"/>
              </a:xfrm>
              <a:prstGeom prst="rect">
                <a:avLst/>
              </a:prstGeom>
              <a:blipFill rotWithShape="1">
                <a:blip r:embed="rId28"/>
                <a:stretch>
                  <a:fillRect l="-76" t="-96" r="-26504" b="3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9" name="Connector: Curved 88"/>
          <p:cNvCxnSpPr>
            <a:stCxn id="2" idx="2"/>
            <a:endCxn id="87" idx="0"/>
          </p:cNvCxnSpPr>
          <p:nvPr/>
        </p:nvCxnSpPr>
        <p:spPr>
          <a:xfrm rot="16200000" flipH="1">
            <a:off x="10097380" y="2030145"/>
            <a:ext cx="1335989" cy="845329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: Curved 90"/>
          <p:cNvCxnSpPr>
            <a:stCxn id="33" idx="2"/>
            <a:endCxn id="87" idx="1"/>
          </p:cNvCxnSpPr>
          <p:nvPr/>
        </p:nvCxnSpPr>
        <p:spPr>
          <a:xfrm rot="16200000" flipH="1">
            <a:off x="10485621" y="2773293"/>
            <a:ext cx="420044" cy="705867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Curved 93"/>
          <p:cNvCxnSpPr>
            <a:stCxn id="32" idx="0"/>
            <a:endCxn id="87" idx="1"/>
          </p:cNvCxnSpPr>
          <p:nvPr/>
        </p:nvCxnSpPr>
        <p:spPr>
          <a:xfrm rot="5400000" flipH="1" flipV="1">
            <a:off x="10485623" y="3193337"/>
            <a:ext cx="420041" cy="705867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: Curved 96"/>
          <p:cNvCxnSpPr>
            <a:stCxn id="31" idx="0"/>
            <a:endCxn id="87" idx="2"/>
          </p:cNvCxnSpPr>
          <p:nvPr/>
        </p:nvCxnSpPr>
        <p:spPr>
          <a:xfrm rot="5400000" flipH="1" flipV="1">
            <a:off x="10096139" y="3798264"/>
            <a:ext cx="1338471" cy="845329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: Curved 99"/>
          <p:cNvCxnSpPr>
            <a:stCxn id="30" idx="0"/>
            <a:endCxn id="87" idx="2"/>
          </p:cNvCxnSpPr>
          <p:nvPr/>
        </p:nvCxnSpPr>
        <p:spPr>
          <a:xfrm rot="5400000" flipH="1" flipV="1">
            <a:off x="9525198" y="4369205"/>
            <a:ext cx="2480353" cy="845329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>
            <a:stCxn id="12" idx="3"/>
            <a:endCxn id="17" idx="1"/>
          </p:cNvCxnSpPr>
          <p:nvPr/>
        </p:nvCxnSpPr>
        <p:spPr>
          <a:xfrm>
            <a:off x="5399039" y="1631436"/>
            <a:ext cx="1468359" cy="1137877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>
            <a:stCxn id="13" idx="3"/>
            <a:endCxn id="17" idx="1"/>
          </p:cNvCxnSpPr>
          <p:nvPr/>
        </p:nvCxnSpPr>
        <p:spPr>
          <a:xfrm>
            <a:off x="5399039" y="2769313"/>
            <a:ext cx="1468359" cy="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>
            <a:stCxn id="14" idx="3"/>
            <a:endCxn id="17" idx="1"/>
          </p:cNvCxnSpPr>
          <p:nvPr/>
        </p:nvCxnSpPr>
        <p:spPr>
          <a:xfrm flipV="1">
            <a:off x="5399039" y="2769313"/>
            <a:ext cx="1468359" cy="1137877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>
            <a:stCxn id="16" idx="3"/>
            <a:endCxn id="18" idx="1"/>
          </p:cNvCxnSpPr>
          <p:nvPr/>
        </p:nvCxnSpPr>
        <p:spPr>
          <a:xfrm flipV="1">
            <a:off x="5399039" y="3907190"/>
            <a:ext cx="1468359" cy="2275755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>
            <a:stCxn id="12" idx="3"/>
            <a:endCxn id="19" idx="1"/>
          </p:cNvCxnSpPr>
          <p:nvPr/>
        </p:nvCxnSpPr>
        <p:spPr>
          <a:xfrm>
            <a:off x="5399039" y="1631436"/>
            <a:ext cx="1468358" cy="3409627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>
            <a:stCxn id="15" idx="3"/>
            <a:endCxn id="19" idx="1"/>
          </p:cNvCxnSpPr>
          <p:nvPr/>
        </p:nvCxnSpPr>
        <p:spPr>
          <a:xfrm flipV="1">
            <a:off x="5399039" y="5041063"/>
            <a:ext cx="1468358" cy="4004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>
            <a:stCxn id="14" idx="3"/>
            <a:endCxn id="18" idx="1"/>
          </p:cNvCxnSpPr>
          <p:nvPr/>
        </p:nvCxnSpPr>
        <p:spPr>
          <a:xfrm>
            <a:off x="5399039" y="3907190"/>
            <a:ext cx="1468359" cy="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>
            <a:stCxn id="9" idx="3"/>
            <a:endCxn id="12" idx="1"/>
          </p:cNvCxnSpPr>
          <p:nvPr/>
        </p:nvCxnSpPr>
        <p:spPr>
          <a:xfrm flipV="1">
            <a:off x="3417841" y="1631436"/>
            <a:ext cx="1468359" cy="1137877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/>
          <p:cNvCxnSpPr>
            <a:stCxn id="9" idx="3"/>
            <a:endCxn id="13" idx="1"/>
          </p:cNvCxnSpPr>
          <p:nvPr/>
        </p:nvCxnSpPr>
        <p:spPr>
          <a:xfrm>
            <a:off x="3417841" y="2769313"/>
            <a:ext cx="1468359" cy="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/>
          <p:cNvCxnSpPr>
            <a:stCxn id="9" idx="3"/>
            <a:endCxn id="14" idx="1"/>
          </p:cNvCxnSpPr>
          <p:nvPr/>
        </p:nvCxnSpPr>
        <p:spPr>
          <a:xfrm>
            <a:off x="3417841" y="2769313"/>
            <a:ext cx="1468359" cy="1137877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>
            <a:stCxn id="10" idx="3"/>
            <a:endCxn id="14" idx="1"/>
          </p:cNvCxnSpPr>
          <p:nvPr/>
        </p:nvCxnSpPr>
        <p:spPr>
          <a:xfrm>
            <a:off x="3417841" y="3907190"/>
            <a:ext cx="1468359" cy="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/>
          <p:cNvCxnSpPr>
            <a:stCxn id="11" idx="3"/>
            <a:endCxn id="15" idx="1"/>
          </p:cNvCxnSpPr>
          <p:nvPr/>
        </p:nvCxnSpPr>
        <p:spPr>
          <a:xfrm>
            <a:off x="3417840" y="5041063"/>
            <a:ext cx="1468360" cy="4004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>
            <a:stCxn id="11" idx="3"/>
            <a:endCxn id="12" idx="1"/>
          </p:cNvCxnSpPr>
          <p:nvPr/>
        </p:nvCxnSpPr>
        <p:spPr>
          <a:xfrm flipV="1">
            <a:off x="3417840" y="1631436"/>
            <a:ext cx="1468360" cy="3409627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>
            <a:stCxn id="10" idx="3"/>
            <a:endCxn id="16" idx="1"/>
          </p:cNvCxnSpPr>
          <p:nvPr/>
        </p:nvCxnSpPr>
        <p:spPr>
          <a:xfrm>
            <a:off x="3417841" y="3907190"/>
            <a:ext cx="1468359" cy="2275755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/>
          <p:cNvCxnSpPr>
            <a:stCxn id="17" idx="3"/>
            <a:endCxn id="20" idx="1"/>
          </p:cNvCxnSpPr>
          <p:nvPr/>
        </p:nvCxnSpPr>
        <p:spPr>
          <a:xfrm flipV="1">
            <a:off x="7380237" y="1631436"/>
            <a:ext cx="1478448" cy="1137877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/>
          <p:cNvCxnSpPr>
            <a:stCxn id="17" idx="3"/>
            <a:endCxn id="21" idx="1"/>
          </p:cNvCxnSpPr>
          <p:nvPr/>
        </p:nvCxnSpPr>
        <p:spPr>
          <a:xfrm>
            <a:off x="7380237" y="2769313"/>
            <a:ext cx="1478448" cy="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>
            <a:stCxn id="17" idx="3"/>
            <a:endCxn id="22" idx="1"/>
          </p:cNvCxnSpPr>
          <p:nvPr/>
        </p:nvCxnSpPr>
        <p:spPr>
          <a:xfrm>
            <a:off x="7380237" y="2769313"/>
            <a:ext cx="1478448" cy="1137877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>
            <a:stCxn id="18" idx="3"/>
            <a:endCxn id="22" idx="1"/>
          </p:cNvCxnSpPr>
          <p:nvPr/>
        </p:nvCxnSpPr>
        <p:spPr>
          <a:xfrm>
            <a:off x="7380237" y="3907190"/>
            <a:ext cx="1478448" cy="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>
            <a:stCxn id="19" idx="3"/>
            <a:endCxn id="23" idx="1"/>
          </p:cNvCxnSpPr>
          <p:nvPr/>
        </p:nvCxnSpPr>
        <p:spPr>
          <a:xfrm>
            <a:off x="7380236" y="5041063"/>
            <a:ext cx="1478449" cy="4004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>
            <a:stCxn id="19" idx="3"/>
            <a:endCxn id="20" idx="1"/>
          </p:cNvCxnSpPr>
          <p:nvPr/>
        </p:nvCxnSpPr>
        <p:spPr>
          <a:xfrm flipV="1">
            <a:off x="7380236" y="1631436"/>
            <a:ext cx="1478449" cy="3409627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>
            <a:stCxn id="18" idx="3"/>
            <a:endCxn id="24" idx="1"/>
          </p:cNvCxnSpPr>
          <p:nvPr/>
        </p:nvCxnSpPr>
        <p:spPr>
          <a:xfrm>
            <a:off x="7380237" y="3907190"/>
            <a:ext cx="1478448" cy="2275755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74BDF69-464A-41EE-DB8B-47507191F429}"/>
                  </a:ext>
                </a:extLst>
              </p14:cNvPr>
              <p14:cNvContentPartPr/>
              <p14:nvPr/>
            </p14:nvContentPartPr>
            <p14:xfrm>
              <a:off x="191520" y="884160"/>
              <a:ext cx="11874600" cy="49338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74BDF69-464A-41EE-DB8B-47507191F42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82160" y="874800"/>
                <a:ext cx="11893320" cy="4952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2" grpId="0" animBg="1"/>
      <p:bldP spid="30" grpId="0" animBg="1"/>
      <p:bldP spid="31" grpId="0" animBg="1"/>
      <p:bldP spid="32" grpId="0" animBg="1"/>
      <p:bldP spid="33" grpId="0" animBg="1"/>
      <p:bldP spid="8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Toward sequence and graph neural networks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/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/>
                  <a:t>Can already handle tokens with dense feature vectors</a:t>
                </a:r>
              </a:p>
              <a:p>
                <a:r>
                  <a:rPr lang="en-US"/>
                  <a:t>Even the discrete states can be replaced with “state vectors”</a:t>
                </a:r>
              </a:p>
              <a:p>
                <a:r>
                  <a:rPr lang="en-US"/>
                  <a:t>MEMM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→</m:t>
                    </m:r>
                  </m:oMath>
                </a14:m>
                <a:r>
                  <a:rPr lang="en-US"/>
                  <a:t> recurrent neural network</a:t>
                </a:r>
              </a:p>
              <a:p>
                <a:pPr lvl="1"/>
                <a:r>
                  <a:rPr lang="en-US" sz="3600"/>
                  <a:t>Various discontents</a:t>
                </a:r>
              </a:p>
              <a:p>
                <a:pPr lvl="1"/>
                <a:r>
                  <a:rPr lang="en-US"/>
                  <a:t>Toward attention</a:t>
                </a:r>
              </a:p>
              <a:p>
                <a:r>
                  <a:rPr lang="en-US"/>
                  <a:t>Graph message passing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→</m:t>
                    </m:r>
                  </m:oMath>
                </a14:m>
                <a:r>
                  <a:rPr lang="en-US"/>
                  <a:t> graph neural network</a:t>
                </a:r>
              </a:p>
              <a:p>
                <a:pPr lvl="1"/>
                <a:r>
                  <a:rPr lang="en-US"/>
                  <a:t>Various discontents</a:t>
                </a:r>
              </a:p>
              <a:p>
                <a:pPr lvl="1"/>
                <a:r>
                  <a:rPr lang="en-US"/>
                  <a:t>Toward attention and graph transformers</a:t>
                </a:r>
              </a:p>
            </p:txBody>
          </p:sp>
        </mc:Choice>
        <mc:Fallback xmlns="">
          <p:sp>
            <p:nvSpPr>
              <p:cNvPr id="2" name="Text Placeholder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t="-58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F4621B5-0A14-C0E8-D101-70BFA66FA2EC}"/>
                  </a:ext>
                </a:extLst>
              </p14:cNvPr>
              <p14:cNvContentPartPr/>
              <p14:nvPr/>
            </p14:nvContentPartPr>
            <p14:xfrm>
              <a:off x="2098440" y="2804040"/>
              <a:ext cx="9606240" cy="3087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F4621B5-0A14-C0E8-D101-70BFA66FA2E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89080" y="2794680"/>
                <a:ext cx="9624960" cy="3106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11057</Words>
  <Application>Microsoft Office PowerPoint</Application>
  <PresentationFormat>Widescreen</PresentationFormat>
  <Paragraphs>515</Paragraphs>
  <Slides>24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1_Office Theme</vt:lpstr>
      <vt:lpstr>Trees, Graphs, and Message Passing</vt:lpstr>
      <vt:lpstr>Sequence ↔ tree</vt:lpstr>
      <vt:lpstr>Shapes of inputs and outputs</vt:lpstr>
      <vt:lpstr>Context free grammar (CFG)</vt:lpstr>
      <vt:lpstr>Probabilistic context free grammar (PCFG)</vt:lpstr>
      <vt:lpstr>PCFG inference</vt:lpstr>
      <vt:lpstr>CKY dynamic programming algorithm</vt:lpstr>
      <vt:lpstr>Chart parsing</vt:lpstr>
      <vt:lpstr>Neural dependency parsing</vt:lpstr>
      <vt:lpstr>Chains and trees to general graphs</vt:lpstr>
      <vt:lpstr>Factoring joint distributions</vt:lpstr>
      <vt:lpstr>Factoring</vt:lpstr>
      <vt:lpstr>Message = table of unnormalized belief</vt:lpstr>
      <vt:lpstr>Message from 5 to 4</vt:lpstr>
      <vt:lpstr>Finishing up; multiple incoming messages</vt:lpstr>
      <vt:lpstr>Generalizes to trees</vt:lpstr>
      <vt:lpstr>Factor graphs</vt:lpstr>
      <vt:lpstr>Factor graphs, continued</vt:lpstr>
      <vt:lpstr>Messages</vt:lpstr>
      <vt:lpstr>More messages</vt:lpstr>
      <vt:lpstr>Parameterization and training</vt:lpstr>
      <vt:lpstr>NER application</vt:lpstr>
      <vt:lpstr>Unrolling message passing along time</vt:lpstr>
      <vt:lpstr>Toward sequence and graph neural networks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Organizing Web Information (CS728, Spring 2021)</dc:title>
  <dc:creator>Soumen Chakrabarti</dc:creator>
  <cp:lastModifiedBy>Soumen Chakrabarti</cp:lastModifiedBy>
  <cp:revision>159</cp:revision>
  <dcterms:created xsi:type="dcterms:W3CDTF">2026-01-27T06:49:51Z</dcterms:created>
  <dcterms:modified xsi:type="dcterms:W3CDTF">2026-01-27T09:14:50Z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