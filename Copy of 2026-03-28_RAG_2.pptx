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42"/>
  </p:handoutMasterIdLst>
  <p:sldIdLst>
    <p:sldId id="292" r:id="rId3"/>
    <p:sldId id="257" r:id="rId4"/>
    <p:sldId id="328" r:id="rId5"/>
    <p:sldId id="329" r:id="rId6"/>
    <p:sldId id="259" r:id="rId7"/>
    <p:sldId id="258" r:id="rId8"/>
    <p:sldId id="362" r:id="rId9"/>
    <p:sldId id="260" r:id="rId10"/>
    <p:sldId id="261" r:id="rId11"/>
    <p:sldId id="262" r:id="rId13"/>
    <p:sldId id="263" r:id="rId14"/>
    <p:sldId id="264" r:id="rId15"/>
    <p:sldId id="266" r:id="rId16"/>
    <p:sldId id="363" r:id="rId17"/>
    <p:sldId id="267" r:id="rId18"/>
    <p:sldId id="268" r:id="rId19"/>
    <p:sldId id="269" r:id="rId20"/>
    <p:sldId id="265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umen" initials="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commentAuthors" Target="commentAuthors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#3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#4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527559-FDD8-4274-B634-C7FBCF5BC573}" type="doc">
      <dgm:prSet loTypeId="urn:microsoft.com/office/officeart/2005/8/layout/chevron1" loCatId="process" qsTypeId="urn:microsoft.com/office/officeart/2005/8/quickstyle/simple1#3" qsCatId="simple" csTypeId="urn:microsoft.com/office/officeart/2005/8/colors/colorful4#3" csCatId="accent1" phldr="0"/>
      <dgm:spPr/>
    </dgm:pt>
    <dgm:pt modelId="{870E4F47-8CC4-4F59-B4C1-42B5AAA5CEFE}">
      <dgm:prSet phldrT="[Text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ym typeface="+mn-ea"/>
            </a:rPr>
            <a:t>Retrieval and adaptation for KG</a:t>
          </a:r>
          <a:endParaRPr lang="en-US"/>
        </a:p>
      </dgm:t>
    </dgm:pt>
    <dgm:pt modelId="{3D1AB2CA-88A4-4E4C-9A8A-508DF0E06639}" cxnId="{3C54BD8E-CA9B-47C7-A25D-44E0C63049DF}" type="parTrans">
      <dgm:prSet/>
      <dgm:spPr/>
    </dgm:pt>
    <dgm:pt modelId="{856E2728-BF00-49C7-82BA-8F4DCB00940B}" cxnId="{3C54BD8E-CA9B-47C7-A25D-44E0C63049DF}" type="sibTrans">
      <dgm:prSet/>
      <dgm:spPr/>
    </dgm:pt>
    <dgm:pt modelId="{9C12F5BE-AC2F-4662-8DFA-C79428950CF2}">
      <dgm:prSet phldrT="[Text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Fine tuning LM with KG information</a:t>
          </a:r>
        </a:p>
      </dgm:t>
    </dgm:pt>
    <dgm:pt modelId="{E2B7565C-BEBF-47B7-AC71-10023CB96091}" cxnId="{1A176B5F-BC85-492D-AA2A-4CD60F141274}" type="parTrans">
      <dgm:prSet/>
      <dgm:spPr/>
    </dgm:pt>
    <dgm:pt modelId="{BE48B07B-4C6F-4C50-9D7F-CE1D6590BF95}" cxnId="{1A176B5F-BC85-492D-AA2A-4CD60F141274}" type="sibTrans">
      <dgm:prSet/>
      <dgm:spPr/>
    </dgm:pt>
    <dgm:pt modelId="{60E81CF5-4537-4C2F-8762-598D2E914097}" type="pres">
      <dgm:prSet presAssocID="{9D527559-FDD8-4274-B634-C7FBCF5BC573}" presName="Name0" presStyleCnt="0">
        <dgm:presLayoutVars>
          <dgm:dir/>
          <dgm:animLvl val="lvl"/>
          <dgm:resizeHandles val="exact"/>
        </dgm:presLayoutVars>
      </dgm:prSet>
      <dgm:spPr/>
    </dgm:pt>
    <dgm:pt modelId="{67FF3BB9-6612-4697-87EE-EC66312779BE}" type="pres">
      <dgm:prSet presAssocID="{870E4F47-8CC4-4F59-B4C1-42B5AAA5CEFE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E484CEA2-673C-4A85-8A00-8580D721B29A}" type="pres">
      <dgm:prSet presAssocID="{856E2728-BF00-49C7-82BA-8F4DCB00940B}" presName="parTxOnlySpace" presStyleCnt="0"/>
      <dgm:spPr/>
    </dgm:pt>
    <dgm:pt modelId="{74437C11-3810-488A-B265-8C8037793D77}" type="pres">
      <dgm:prSet presAssocID="{9C12F5BE-AC2F-4662-8DFA-C79428950CF2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4DF5DA33-FB51-4517-849C-1C771E9FFA31}" type="presOf" srcId="{9C12F5BE-AC2F-4662-8DFA-C79428950CF2}" destId="{74437C11-3810-488A-B265-8C8037793D77}" srcOrd="0" destOrd="0" presId="urn:microsoft.com/office/officeart/2005/8/layout/chevron1"/>
    <dgm:cxn modelId="{1A176B5F-BC85-492D-AA2A-4CD60F141274}" srcId="{9D527559-FDD8-4274-B634-C7FBCF5BC573}" destId="{9C12F5BE-AC2F-4662-8DFA-C79428950CF2}" srcOrd="1" destOrd="0" parTransId="{E2B7565C-BEBF-47B7-AC71-10023CB96091}" sibTransId="{BE48B07B-4C6F-4C50-9D7F-CE1D6590BF95}"/>
    <dgm:cxn modelId="{3C54BD8E-CA9B-47C7-A25D-44E0C63049DF}" srcId="{9D527559-FDD8-4274-B634-C7FBCF5BC573}" destId="{870E4F47-8CC4-4F59-B4C1-42B5AAA5CEFE}" srcOrd="0" destOrd="0" parTransId="{3D1AB2CA-88A4-4E4C-9A8A-508DF0E06639}" sibTransId="{856E2728-BF00-49C7-82BA-8F4DCB00940B}"/>
    <dgm:cxn modelId="{1AA56FDB-69C4-4107-8A34-70B7311F5584}" type="presOf" srcId="{9D527559-FDD8-4274-B634-C7FBCF5BC573}" destId="{60E81CF5-4537-4C2F-8762-598D2E914097}" srcOrd="0" destOrd="0" presId="urn:microsoft.com/office/officeart/2005/8/layout/chevron1"/>
    <dgm:cxn modelId="{989A4ADE-AA2B-4654-87A5-D3FDF6798409}" type="presOf" srcId="{870E4F47-8CC4-4F59-B4C1-42B5AAA5CEFE}" destId="{67FF3BB9-6612-4697-87EE-EC66312779BE}" srcOrd="0" destOrd="0" presId="urn:microsoft.com/office/officeart/2005/8/layout/chevron1"/>
    <dgm:cxn modelId="{D0E1B19D-96E0-41B7-9538-1785A0D42CA3}" type="presParOf" srcId="{60E81CF5-4537-4C2F-8762-598D2E914097}" destId="{67FF3BB9-6612-4697-87EE-EC66312779BE}" srcOrd="0" destOrd="0" presId="urn:microsoft.com/office/officeart/2005/8/layout/chevron1"/>
    <dgm:cxn modelId="{0A1E5F08-7649-455E-A94F-23D8DA586968}" type="presParOf" srcId="{60E81CF5-4537-4C2F-8762-598D2E914097}" destId="{E484CEA2-673C-4A85-8A00-8580D721B29A}" srcOrd="1" destOrd="0" presId="urn:microsoft.com/office/officeart/2005/8/layout/chevron1"/>
    <dgm:cxn modelId="{2D1CDC84-5F27-4DE1-BCC0-9AD5F6D59605}" type="presParOf" srcId="{60E81CF5-4537-4C2F-8762-598D2E914097}" destId="{74437C11-3810-488A-B265-8C8037793D77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527559-FDD8-4274-B634-C7FBCF5BC573}" type="doc">
      <dgm:prSet loTypeId="urn:microsoft.com/office/officeart/2005/8/layout/chevron1" loCatId="process" qsTypeId="urn:microsoft.com/office/officeart/2005/8/quickstyle/simple1#4" qsCatId="simple" csTypeId="urn:microsoft.com/office/officeart/2005/8/colors/colorful4#4" csCatId="accent1" phldr="0"/>
      <dgm:spPr/>
    </dgm:pt>
    <dgm:pt modelId="{870E4F47-8CC4-4F59-B4C1-42B5AAA5CEFE}">
      <dgm:prSet phldrT="[Text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ym typeface="+mn-ea"/>
            </a:rPr>
            <a:t>Fine tuning LM with KG information</a:t>
          </a:r>
          <a:endParaRPr lang="en-US"/>
        </a:p>
      </dgm:t>
    </dgm:pt>
    <dgm:pt modelId="{3D1AB2CA-88A4-4E4C-9A8A-508DF0E06639}" cxnId="{53BD078D-5642-427D-8794-418B6A8286AA}" type="parTrans">
      <dgm:prSet/>
      <dgm:spPr/>
    </dgm:pt>
    <dgm:pt modelId="{856E2728-BF00-49C7-82BA-8F4DCB00940B}" cxnId="{53BD078D-5642-427D-8794-418B6A8286AA}" type="sibTrans">
      <dgm:prSet/>
      <dgm:spPr/>
    </dgm:pt>
    <dgm:pt modelId="{9C12F5BE-AC2F-4662-8DFA-C79428950CF2}">
      <dgm:prSet phldrT="[Text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Prompting LM using KG excerpts</a:t>
          </a:r>
        </a:p>
      </dgm:t>
    </dgm:pt>
    <dgm:pt modelId="{E2B7565C-BEBF-47B7-AC71-10023CB96091}" cxnId="{F2A10936-7D9B-4A55-9C52-F210FA69993C}" type="parTrans">
      <dgm:prSet/>
      <dgm:spPr/>
    </dgm:pt>
    <dgm:pt modelId="{BE48B07B-4C6F-4C50-9D7F-CE1D6590BF95}" cxnId="{F2A10936-7D9B-4A55-9C52-F210FA69993C}" type="sibTrans">
      <dgm:prSet/>
      <dgm:spPr/>
    </dgm:pt>
    <dgm:pt modelId="{60E81CF5-4537-4C2F-8762-598D2E914097}" type="pres">
      <dgm:prSet presAssocID="{9D527559-FDD8-4274-B634-C7FBCF5BC573}" presName="Name0" presStyleCnt="0">
        <dgm:presLayoutVars>
          <dgm:dir/>
          <dgm:animLvl val="lvl"/>
          <dgm:resizeHandles val="exact"/>
        </dgm:presLayoutVars>
      </dgm:prSet>
      <dgm:spPr/>
    </dgm:pt>
    <dgm:pt modelId="{67FF3BB9-6612-4697-87EE-EC66312779BE}" type="pres">
      <dgm:prSet presAssocID="{870E4F47-8CC4-4F59-B4C1-42B5AAA5CEFE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E484CEA2-673C-4A85-8A00-8580D721B29A}" type="pres">
      <dgm:prSet presAssocID="{856E2728-BF00-49C7-82BA-8F4DCB00940B}" presName="parTxOnlySpace" presStyleCnt="0"/>
      <dgm:spPr/>
    </dgm:pt>
    <dgm:pt modelId="{74437C11-3810-488A-B265-8C8037793D77}" type="pres">
      <dgm:prSet presAssocID="{9C12F5BE-AC2F-4662-8DFA-C79428950CF2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F2A10936-7D9B-4A55-9C52-F210FA69993C}" srcId="{9D527559-FDD8-4274-B634-C7FBCF5BC573}" destId="{9C12F5BE-AC2F-4662-8DFA-C79428950CF2}" srcOrd="1" destOrd="0" parTransId="{E2B7565C-BEBF-47B7-AC71-10023CB96091}" sibTransId="{BE48B07B-4C6F-4C50-9D7F-CE1D6590BF95}"/>
    <dgm:cxn modelId="{D2207B80-D4C8-4252-8871-ADB59011E52C}" type="presOf" srcId="{870E4F47-8CC4-4F59-B4C1-42B5AAA5CEFE}" destId="{67FF3BB9-6612-4697-87EE-EC66312779BE}" srcOrd="0" destOrd="0" presId="urn:microsoft.com/office/officeart/2005/8/layout/chevron1"/>
    <dgm:cxn modelId="{53BD078D-5642-427D-8794-418B6A8286AA}" srcId="{9D527559-FDD8-4274-B634-C7FBCF5BC573}" destId="{870E4F47-8CC4-4F59-B4C1-42B5AAA5CEFE}" srcOrd="0" destOrd="0" parTransId="{3D1AB2CA-88A4-4E4C-9A8A-508DF0E06639}" sibTransId="{856E2728-BF00-49C7-82BA-8F4DCB00940B}"/>
    <dgm:cxn modelId="{D39242F9-A9D3-4D13-BF46-0B0A840A2356}" type="presOf" srcId="{9C12F5BE-AC2F-4662-8DFA-C79428950CF2}" destId="{74437C11-3810-488A-B265-8C8037793D77}" srcOrd="0" destOrd="0" presId="urn:microsoft.com/office/officeart/2005/8/layout/chevron1"/>
    <dgm:cxn modelId="{CAEC9DFA-55E5-4631-B34E-EB588936E719}" type="presOf" srcId="{9D527559-FDD8-4274-B634-C7FBCF5BC573}" destId="{60E81CF5-4537-4C2F-8762-598D2E914097}" srcOrd="0" destOrd="0" presId="urn:microsoft.com/office/officeart/2005/8/layout/chevron1"/>
    <dgm:cxn modelId="{8AE551DC-6AA3-4D04-9BC9-78A5A7147590}" type="presParOf" srcId="{60E81CF5-4537-4C2F-8762-598D2E914097}" destId="{67FF3BB9-6612-4697-87EE-EC66312779BE}" srcOrd="0" destOrd="0" presId="urn:microsoft.com/office/officeart/2005/8/layout/chevron1"/>
    <dgm:cxn modelId="{E3CC7672-22FC-49F6-B974-DC04C907FCA4}" type="presParOf" srcId="{60E81CF5-4537-4C2F-8762-598D2E914097}" destId="{E484CEA2-673C-4A85-8A00-8580D721B29A}" srcOrd="1" destOrd="0" presId="urn:microsoft.com/office/officeart/2005/8/layout/chevron1"/>
    <dgm:cxn modelId="{01D3A42B-8574-474A-90B4-20E45CDD4AA6}" type="presParOf" srcId="{60E81CF5-4537-4C2F-8762-598D2E914097}" destId="{74437C11-3810-488A-B265-8C8037793D77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FF3BB9-6612-4697-87EE-EC66312779BE}">
      <dsp:nvSpPr>
        <dsp:cNvPr id="0" name=""/>
        <dsp:cNvSpPr/>
      </dsp:nvSpPr>
      <dsp:spPr bwMode="white">
        <a:xfrm>
          <a:off x="10580" y="2082186"/>
          <a:ext cx="6324492" cy="2529796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024" tIns="62675" rIns="62675" bIns="62675" numCol="1" spcCol="1270" anchor="ctr" anchorCtr="0">
          <a:noAutofit/>
        </a:bodyPr>
        <a:lstStyle/>
        <a:p>
          <a:pPr marL="0" lvl="0" indent="0" algn="ctr" defTabSz="2089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>
              <a:sym typeface="+mn-ea"/>
            </a:rPr>
            <a:t>Retrieval and adaptation for KG</a:t>
          </a:r>
          <a:endParaRPr lang="en-US" sz="4700" kern="1200"/>
        </a:p>
      </dsp:txBody>
      <dsp:txXfrm>
        <a:off x="1275478" y="2082186"/>
        <a:ext cx="3794696" cy="2529796"/>
      </dsp:txXfrm>
    </dsp:sp>
    <dsp:sp modelId="{74437C11-3810-488A-B265-8C8037793D77}">
      <dsp:nvSpPr>
        <dsp:cNvPr id="0" name=""/>
        <dsp:cNvSpPr/>
      </dsp:nvSpPr>
      <dsp:spPr>
        <a:xfrm>
          <a:off x="5702622" y="2082186"/>
          <a:ext cx="6324492" cy="2529796"/>
        </a:xfrm>
        <a:prstGeom prst="chevron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024" tIns="62675" rIns="62675" bIns="62675" numCol="1" spcCol="1270" anchor="ctr" anchorCtr="0">
          <a:noAutofit/>
        </a:bodyPr>
        <a:lstStyle/>
        <a:p>
          <a:pPr marL="0" lvl="0" indent="0" algn="ctr" defTabSz="2089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Fine tuning LM with KG information</a:t>
          </a:r>
        </a:p>
      </dsp:txBody>
      <dsp:txXfrm>
        <a:off x="6967520" y="2082186"/>
        <a:ext cx="3794696" cy="25297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FF3BB9-6612-4697-87EE-EC66312779BE}">
      <dsp:nvSpPr>
        <dsp:cNvPr id="0" name=""/>
        <dsp:cNvSpPr/>
      </dsp:nvSpPr>
      <dsp:spPr bwMode="white">
        <a:xfrm>
          <a:off x="10580" y="2082186"/>
          <a:ext cx="6324492" cy="2529796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25" tIns="66675" rIns="66675" bIns="66675" numCol="1" spcCol="1270" anchor="ctr" anchorCtr="0">
          <a:noAutofit/>
        </a:bodyPr>
        <a:lstStyle/>
        <a:p>
          <a:pPr marL="0" lvl="0" indent="0" algn="ctr" defTabSz="2222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>
              <a:sym typeface="+mn-ea"/>
            </a:rPr>
            <a:t>Fine tuning LM with KG information</a:t>
          </a:r>
          <a:endParaRPr lang="en-US" sz="5000" kern="1200"/>
        </a:p>
      </dsp:txBody>
      <dsp:txXfrm>
        <a:off x="1275478" y="2082186"/>
        <a:ext cx="3794696" cy="2529796"/>
      </dsp:txXfrm>
    </dsp:sp>
    <dsp:sp modelId="{74437C11-3810-488A-B265-8C8037793D77}">
      <dsp:nvSpPr>
        <dsp:cNvPr id="0" name=""/>
        <dsp:cNvSpPr/>
      </dsp:nvSpPr>
      <dsp:spPr>
        <a:xfrm>
          <a:off x="5702622" y="2082186"/>
          <a:ext cx="6324492" cy="2529796"/>
        </a:xfrm>
        <a:prstGeom prst="chevron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25" tIns="66675" rIns="66675" bIns="66675" numCol="1" spcCol="1270" anchor="ctr" anchorCtr="0">
          <a:noAutofit/>
        </a:bodyPr>
        <a:lstStyle/>
        <a:p>
          <a:pPr marL="0" lvl="0" indent="0" algn="ctr" defTabSz="2222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Prompting LM using KG excerpts</a:t>
          </a:r>
        </a:p>
      </dsp:txBody>
      <dsp:txXfrm>
        <a:off x="6967520" y="2082186"/>
        <a:ext cx="3794696" cy="2529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type="chevron" r:blip="" rot="180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type="chevron" r:blip="" rot="180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type="chevron" r:blip="" rot="180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type="chevron" r:blip="" rot="180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000" min="-10000" units="dev"/>
          <inkml:channel name="Y" type="integer" max="10000" min="-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3-24T12:55:5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27287 4197 79 0,'0'0'0'0,"0"0"13"0,0 0-9 0,0 24 2 0,-12 13-2 0,12-1-1 0,-12 13 2 0,12-1-1 0,0-36-3 0,-12 61 4 0,12-37 1 0,0-12-1 0,0 11 3 0,0-9-5 0,0-14 1 0,0 0-2 0,12-12 0 0,-12 0 1 0,24 11 0 0,0-11 1 0,13 0-2 0,-1 0 0 0,-12-11-1 0,1 11-1 0,10 0 0 0,-23 0 0 0,0 0-2 0,1 0-11 0,-13 0-17 0,0-12-28 0,0 12 10 0</inkml:trace>
  <inkml:trace contextRef="#ctx0" brushRef="#br0">27251 4451 106 0,'-13'0'7'0,"13"-13"-6"0,13 13 0 0,11-11 6 0,24-1 1 0,1 0-4 0,-1 0-2 0,12 12-1 0,-22 0-4 0,9-12-52 0,-47 12 0 0</inkml:trace>
  <inkml:trace contextRef="#ctx0" brushRef="#br0">27275 4294 87 0,'0'-12'6'0,"-24"-12"6"0,24 11-9 0,0-11-1 0,24 0 1 0,0 11-2 0,25-11-1 0,-1 13-10 0,0-2-40 0,-24 13 10 0</inkml:trace>
  <inkml:trace contextRef="#ctx0" brushRef="#br0">27722 4330 83 0,'0'0'19'0,"-12"61"-14"0,24-25 0 0,1-12 5 0,-2 13-1 0,-11-1-3 0,13-24-1 0,-13 23-2 0,12-22-1 0,-12-13 1 0,0 0 5 0,0-13-6 0,0-11-2 0,0-11 0 0,12-1 0 0,0-2 0 0,13 3 0 0,-3 11-1 0,3-1 1 0,24 14 0 0,-1-2 0 0,-24 13 0 0,13 24 0 0,-13 1 0 0,-12 11 0 0,0 0 0 0,0 1 0 0,-12-1 0 0,0-13-4 0,0 1-10 0,0-11-11 0,0-13-23 0,0 13 11 0</inkml:trace>
  <inkml:trace contextRef="#ctx0" brushRef="#br0">28424 4354 88 0,'0'0'20'0,"-12"25"-18"0,12-13 0 0,0 24 5 0,12-12-2 0,-12 1 0 0,0-1-4 0,12 0 0 0,0-1-6 0,-12-10-20 0,12 11-65 0</inkml:trace>
  <inkml:trace contextRef="#ctx0" brushRef="#br0">28424 4101 39 0,'0'0'0'0,"-12"0"42"0,12 0-40 0,0 11 13 0,0 13-5 0,-13 37 3 0,13-24-9 0,-11 11 1 0,11 13-2 0,0-1-2 0,0-25-1 0,0 3-1 0,11-26-7 0,-11 0-19 0,0-12-58 0</inkml:trace>
  <inkml:trace contextRef="#ctx0" brushRef="#br0">28267 4391 63 0,'0'0'8'0,"12"0"-6"0,36 0 0 0,49-12 14 0,-37 0-5 0,-11 12-3 0,-1 0-3 0,0 0 1 0,-11 0-2 0,-24 0-1 0,-2 12 1 0,-11 12 3 0,0-12-4 0,11 11-2 0,-11 3 0 0,0-14-1 0,0 12-2 0,0-12-13 0,0 0-22 0,0-12-33 0</inkml:trace>
  <inkml:trace contextRef="#ctx0" brushRef="#br0">28642 4258 76 0,'0'0'0'0,"-13"-13"8"0,0 13-8 0,13 0-1 0,13 0-7 0,0 0-44 0</inkml:trace>
  <inkml:trace contextRef="#ctx0" brushRef="#br0">28932 4149 85 0,'0'0'4'0,"0"-13"-1"0,0 2-4 0,0 11 6 0,12 0 3 0,-12 11 4 0,0 13-3 0,13 26-3 0,-13-15-1 0,11 14 0 0,-11-13-1 0,0 13-1 0,13 10-2 0,-13-21 0 0,0-14-1 0,-13 12-2 0,13-36-4 0,-11 11-74 0,11-11 34 0</inkml:trace>
  <inkml:trace contextRef="#ctx0" brushRef="#br0">28799 4403 78 0,'0'0'15'0,"0"-12"-15"0,12 12 0 0,24-12 1 0,0 12 3 0,38 0 3 0,-39 0-5 0,-11 12 1 0,2 0 0 0,-15-12 1 0,0 12 2 0,-11 0-2 0,13-1 0 0,-13 2-3 0,11 0 0 0,2-13 0 0,-1 0-1 0,0 0 1 0,12 0-1 0,1-13 0 0,11-11 0 0,-24 0 0 0,25 12 0 0,-13-12 2 0,-12 11 2 0,-12 13 4 0,12 0-2 0,-12 13-2 0,12-1-1 0,-12 12 0 0,0 24-1 0,12 1-1 0,-12-2 0 0,0 15 0 0,0 9-2 0,0-10 2 0,0-12-2 0,-12-1 2 0,0-11-1 0,0-25 2 0,0-12 2 0,-12 12-1 0,-13-24 0 0,25 12-1 0,-12-24 0 0,12-1 0 0,12-59-2 0,24 47-1 0,24-11 1 0,1 11-1 0,0 14-1 0,11-2 1 0,24 1 0 0,-23 11-1 0,-25 13-1 0,-12 0-6 0,-24 0-11 0,-12-11-114 0</inkml:trace>
  <inkml:trace contextRef="#ctx0" brushRef="#br0">24638 8467 91 0,'0'0'17'0,"0"-12"-11"0,0 12-6 0,36-24 2 0,49 0 18 0,-11-13-9 0,-3 25-5 0,50-24 4 0,-36 23-6 0,-25 2-2 0,1-2 0 0,-37 13-1 0,-12 0 1 0,-12 0-1 0,0 0 0 0,-25 0-55 0,25-11-48 0</inkml:trace>
  <inkml:trace contextRef="#ctx0" brushRef="#br0">25909 7971 89 0,'0'0'17'0,"-13"-12"-12"0,1 12-5 0,12 24 1 0,12-12 3 0,-12 37 1 0,13-13-1 0,-13-1-3 0,11 15 0 0,-11-15-2 0,0 2-2 0,11-13-8 0,-11-11-12 0,-11-2-24 0,11-11 15 0</inkml:trace>
  <inkml:trace contextRef="#ctx0" brushRef="#br0">25872 7911 43 0,'0'-13'20'0,"24"-35"-8"0,11 24-3 0,15 11 5 0,-2 2 3 0,12 22-2 0,-23 2-9 0,-13 23-3 0,0 0 0 0,-12-11-2 0,-12 23 2 0,-24-13-1 0,0-9-1 0,-13-2 0 0,13-12 0 0,12 0 0 0,-12-1 0 0,-12 2 0 0,25-13 0 0,11 11-1 0,0-11 0 0,0 0 0 0,0 24 0 0,35 2 0 0,1-2 0 0,0-13-3 0,13 2-8 0,-13-2-15 0,0-11-14 0,-11 0-13 0</inkml:trace>
  <inkml:trace contextRef="#ctx0" brushRef="#br0">26381 8213 45 0,'0'0'0'0,"0"-13"31"0,11-11-25 0,13 1 1 0,0-2 3 0,0 1 0 0,-12 0-2 0,13 12-2 0,-13-12-4 0,0 12 1 0,0-14 3 0,-12 15 0 0,-12-1 0 0,0 0 0 0,-25 12-2 0,13 0-1 0,-12 12 1 0,12 11-2 0,0 15 1 0,13-14-2 0,11-1-1 0,11 1 0 0,24-11 1 0,-10 12-1 0,23-13 0 0,-11-12-1 0,11 0-6 0,1 0-14 0,-13-12-20 0,-12 12-30 0</inkml:trace>
  <inkml:trace contextRef="#ctx0" brushRef="#br0">26755 7693 98 0,'-11'0'28'0,"-3"0"-26"0,14 11 2 0,0 13 9 0,0 13-1 0,0 11-4 0,0 1-3 0,25 12-1 0,-14-13-3 0,13 1 0 0,1-13-1 0,-13-12 0 0,0 0 0 0,-12 0-5 0,0-13-12 0,0 3 1 0,0-14-15 0,-12 12-59 0</inkml:trace>
  <inkml:trace contextRef="#ctx0" brushRef="#br0">27166 7959 101 0,'0'0'0'0,"0"-12"20"0,-13 0-13 0,2 12 0 0,0 0 11 0,-28 0-7 0,15 24-3 0,-11 12-4 0,-1-11-3 0,11 23 0 0,25-12 0 0,-11-25-1 0,11 2 0 0,24-13 0 0,-12 0 1 0,12 0 0 0,12-13-1 0,-12-11 0 0,13 1 1 0,-24-1-2 0,9 0 2 0,-9 10-1 0,-1 14 0 0,0 0 0 0,0 0 0 0,-12 14 1 0,12 10-1 0,0 0 0 0,0-12 0 0,1 12-3 0,-1-13-9 0,0 2-14 0,0-2-25 0,-12-11-26 0</inkml:trace>
  <inkml:trace contextRef="#ctx0" brushRef="#br0">27408 7693 97 0,'0'0'13'0,"0"-13"-6"0,0 13 10 0,0 13 0 0,0 22-6 0,0 2-4 0,12 11-3 0,-12 13-1 0,13-12-1 0,-13-1 0 0,11 1-2 0,0-13 0 0,2-12 0 0,-13 0-3 0,0-13-7 0,0-11-16 0,0 13-15 0,-13-13-46 0</inkml:trace>
  <inkml:trace contextRef="#ctx0" brushRef="#br0">27311 8006 66 0,'0'0'7'0,"0"-11"-5"0,12 11 0 0,24-12 5 0,13-12 8 0,-24 24-8 0,47-12 6 0,-24 0-8 0,-12 12 0 0,0 0 1 0,-11 12 1 0,-25 0 0 0,12 12-2 0,-12 25 5 0,0-37-7 0,-12 35 0 0,0-10-2 0,12-26-2 0,0 3-8 0,0-14-16 0</inkml:trace>
  <inkml:trace contextRef="#ctx0" brushRef="#br0">27662 7680 105 0,'-12'-11'6'0,"0"11"-4"0,12 0 0 0,0 0 0 0,0 24-9 0,24 11-92 0</inkml:trace>
  <inkml:trace contextRef="#ctx0" brushRef="#br0">27927 7911 86 0,'-11'0'14'0,"0"0"-9"0,-14 0 2 0,12 12 6 0,1 0-2 0,-1 0-4 0,13 12-3 0,0 0 0 0,0 37 3 0,13-37-5 0,24 0-1 0,-24-13 0 0,-2-11-1 0,13 0 0 0,-12-11 1 0,-12-2 0 0,0-10-1 0,0-13 1 0,-12-13 0 0,-1 13-1 0,2 12 1 0,11-1-2 0,0 13 1 0,0 0-1 0,11 12 0 0,26 0 1 0,-13 0 0 0,0 12 0 0,1 13-1 0,-1-1 2 0,0 12-1 0,-24-12 1 0,0 13 0 0,0-13 1 0,0-12 2 0,0 0-2 0,0-1-1 0,0-11 0 0,12 0 0 0,-12 0 0 0,0-11-1 0,25-1 1 0,-13-12-1 0,12 0 0 0,12-1 0 0,-1-11-1 0,-10 24 2 0,-12 0-1 0,-1 0-1 0,1 12 0 0,-2 12 1 0,0 0 1 0,2 24 2 0,-13-13-2 0,12 3-1 0,-12-2 0 0,12 11-2 0,-12-22-9 0,0-2-13 0,0-11-16 0,12 0-46 0</inkml:trace>
  <inkml:trace contextRef="#ctx0" brushRef="#br0">28701 7886 69 0,'0'0'40'0,"-11"-12"-15"0,-13 24-12 0,-61 13 7 0,37-1-15 0,24-12-2 0,11 0-3 0,13 0-1 0,13 12 1 0,11 1 0 0,13-1 0 0,-2-12-1 0,15 12 2 0,-15 0-1 0,-11-13 0 0,0 2 1 0,-24-2 3 0,-37 26 14 0,2-24-13 0,-15-13-3 0,4 11-2 0,9-11-1 0,-12 13-10 0,1-13-22 0,36-13-80 0</inkml:trace>
  <inkml:trace contextRef="#ctx0" brushRef="#br0">26537 4560 62 0,'0'0'0'0,"0"0"15"0,12 0-8 0,13 0 9 0,11 0-2 0,0-13-2 0,23 2 0 0,15-1 1 0,-2-12 0 0,1 12-5 0,-12 0-4 0,-13 0-2 0,-48 12-2 0,-12 0-34 0,-24 12-70 0</inkml:trace>
  <inkml:trace contextRef="#ctx0" brushRef="#br0">25909 8914 44 0,'0'0'11'0,"0"-12"7"0,0 12-3 0,0-12 1 0,11 24 3 0,-11-12-12 0,11 25-1 0,-11-1-3 0,13 12-1 0,-13-12-1 0,0 13 0 0,0-1-1 0,0-13-2 0,0-10-4 0,0-2-9 0,0-11-26 0,-13 0-25 0</inkml:trace>
  <inkml:trace contextRef="#ctx0" brushRef="#br0">25931 8696 65 0,'0'0'0'0,"0"-23"48"0,-11 11-46 0,11 12-1 0,0 0-2 0,0 0-1 0,0 12-9 0,24 0-20 0,-12 12-23 0</inkml:trace>
  <inkml:trace contextRef="#ctx0" brushRef="#br0">26222 9011 71 0,'0'0'0'0,"-11"11"7"0,-2 3-3 0,13-2 9 0,-12-12-1 0,12 12-4 0,-12-12 0 0,12 0-3 0,0-12-3 0,0 12-1 0,0-37-2 0,12 1 2 0,0 0-1 0,1 11 0 0,11 1-1 0,0 0 1 0,0 12 0 0,36 12 3 0,-35 12 0 0,-1 12 1 0,12-12-2 0,-24 25 0 0,0 11-1 0,0-36-2 0,0 25-1 0,-12-25-6 0,0 12-13 0,12-12-26 0,-12-12 9 0</inkml:trace>
  <inkml:trace contextRef="#ctx0" brushRef="#br0">27105 8866 87 0,'0'0'0'0,"-24"-37"26"0,11 26-19 0,-9-2 8 0,-27 2 1 0,0 11-8 0,1 24-1 0,12 0-4 0,-1 12-2 0,25 0 0 0,12 13-2 0,12-25 1 0,25-12-1 0,-1 0 0 0,12-1 0 0,13-11 0 0,-13-11 0 0,13-1 1 0,-61 0 0 0,24 36 4 0,-24 13-2 0,0 11 0 0,0 0-1 0,0-11-1 0,0 11 1 0,0-13-1 0,0-9 2 0,-11-15 3 0,-15 13 0 0,2-24-3 0,-11 0 0 0,-2 0-1 0,0-24 0 0,1 13 0 0,12-15-1 0,0 2-1 0,12-11-3 0,12 11-1 0,12 12 0 0,36-26 1 0,1 27 2 0,-1-2 1 0,11-10 0 0,15-1 0 0,-2 12 1 0,1-25 0 0,-25 25 0 0,1-24 1 0,-24 0 1 0,-14 11 2 0,-11 1 1 0,-11 0 1 0,-14 12-1 0,-11 12-2 0,12 12-2 0,-13 12 1 0,13 12-1 0,0-11-1 0,24 47 0 0,12-47 0 0,36 23-1 0,-12-36 1 0,-11-1-1 0,24-11 0 0,-38 0 2 0,25-23-3 0,2-1 2 0,-27 0 0 0,-11-1 0 0,24 13 0 0,-12-12 0 0,-12 12 0 0,12 12 1 0,-12 0-2 0,12 0 1 0,12 36 0 0,-12-24 0 0,1-1 0 0,-1 3 0 0,0-2 0 0,-12-12 1 0,12 12-1 0,0-12 0 0,0-12 0 0,0 0 0 0,13-13 0 0,-14 13-1 0,14-12 1 0,-13 12-1 0,0 0 1 0,13 12-1 0,-3 0 1 0,-9 0-1 0,-1 0 2 0,-12 12-1 0,13 12 0 0,-1-12-1 0,1 0 1 0,9-1 0 0,3 3 0 0,-13-14 0 0,24 0 0 0,1-14 0 0,23-21 0 0,-23 23 0 0,-25-24 0 0,-12 24 0 0,0-25 0 0,0 25 1 0,-37 0 0 0,13 12-1 0,12 12 0 0,-24 12 1 0,24 1-2 0,-1-1 2 0,13 0-1 0,0 0-1 0,25-24 0 0,-13 12 1 0,12-1-1 0,0-11-1 0,13 0 0 0,-13-11 1 0,36-1-2 0,-49 12 2 0,2 0 1 0,-1 0 0 0,-12 23 0 0,13-9 0 0,-1 10 0 0,1-12-1 0,-13-12 1 0,11 0 0 0,-11 0 1 0,11 0-1 0,-11-24 0 0,0-2 1 0,0 3 0 0,13-1-1 0,-13 0 0 0,12 0 0 0,24 11 0 0,1 1 0 0,11 0 0 0,-24 12 0 0,25 0 0 0,-12 0 0 0,-2 0 0 0,2 0 0 0,0 12 0 0,-26-12 0 0,0 0 1 0,-22 0 5 0,0 0-5 0,-26 0 0 0,0 0 0 0,2 12 0 0,-14 13 0 0,24-13-1 0,13 12 0 0,12-12 0 0,0 0-1 0,12 0 0 0,13-12 1 0,-1 0-1 0,1 0 0 0,-1 0 0 0,-2-12 1 0,28-12-1 0,-26 24 1 0,-24 0 0 0,11 0 0 0,2-12 0 0,-1 12 0 0,12 0 0 0,-12 12 1 0,25-12-2 0,-25 0 1 0,0-12 0 0,12 0 0 0,1-12 0 0,-14 11 1 0,-11-23-1 0,13-13 0 0,-13-11 0 0,12 0 2 0,-24-1-1 0,12-11-1 0,0 36 1 0,-13 11 0 0,13 12 0 0,0 13 0 0,-11 26 0 0,-2-2-1 0,1 24 1 0,0 13 0 0,0 11-3 0,12 0 3 0,0 1-1 0,24 0-1 0,-12-25 1 0,25-11 0 0,-25-13-1 0,12-24-2 0,-24 0-10 0,0 0-20 0,0-24-91 0</inkml:trace>
  <inkml:trace contextRef="#ctx0" brushRef="#br0">26464 9701 93 0,'0'0'0'0,"0"-37"11"0,0 0-7 0,-12 14 11 0,0 11 4 0,-12 0-5 0,0 12-5 0,0 36-3 0,-13-1-1 0,2 26 0 0,11-13-3 0,-1 13-1 0,13 0-1 0,12-25 0 0,0-11 0 0,24-25-1 0,13 12 1 0,-2-24 0 0,2-13 0 0,-2-11 0 0,-10-1 0 0,11 2 0 0,-36-2 0 0,12 13 0 0,0 11 0 0,-12-11 0 0,13 24 0 0,-13 13 1 0,0-2 0 0,0 13 0 0,12 1 0 0,0 11-1 0,0 1-2 0,0-13-10 0,0 12-13 0,1-24-13 0,-2 1-54 0</inkml:trace>
  <inkml:trace contextRef="#ctx0" brushRef="#br0">26779 9664 86 0,'0'-13'13'0,"24"2"-4"0,-24 22 33 0,-24-11-32 0,0 26-5 0,-13-2-2 0,13 11-2 0,13-22 0 0,-2 11-1 0,13-12-1 0,24 0 1 0,12 12 0 0,0-11-1 0,13 23 1 0,0-24 0 0,-13 24 0 0,-24-11 0 0,0-13 1 0,-12 0 2 0,-24 0 2 0,-12 0-1 0,-1 0-2 0,-11-12-2 0,-1 0-1 0,13 0-8 0,12-12-11 0,13 0-22 0,-2 12-57 0</inkml:trace>
  <inkml:trace contextRef="#ctx0" brushRef="#br0">27131 9712 68 0,'-13'-23'43'0,"-13"11"-41"0,2-14 7 0,13 26 4 0,-13-11 9 0,12 11-17 0,-12 24 2 0,12 1-4 0,-1-2-2 0,2 1 0 0,11-11 0 0,0 11-1 0,24-12 0 0,0 0 0 0,0-12-1 0,11 13 1 0,15-2-2 0,-15 2 1 0,-10-2 0 0,-13 2 1 0,0-1 0 0,-12-12 1 0,0 0 5 0,-12 12 1 0,0-12-1 0,-24 0 1 0,25 0-6 0,-2 0 0 0,13 0-1 0,0 0-1 0,0 0-2 0,0 0-3 0,13 0-4 0,-13 0-2 0,0 0-2 0,0 0-57 0,0-12 8 0</inkml:trace>
  <inkml:trace contextRef="#ctx0" brushRef="#br0">27105 9785 61 0,'0'-12'16'0,"-13"-1"-6"0,13-11 6 0,-11 0 4 0,-2 13-8 0,2-1-4 0,11 0-2 0,0-1 0 0,0 13 10 0,0 13-10 0,0 22-1 0,0-11-3 0,0-11-1 0,0 11 1 0,0 13-1 0,11-13 0 0,13 0-1 0,-11 0 0 0,24-12-1 0,-13 0 1 0,0-12-2 0,0-12 1 0,0 0-1 0,1-12 2 0,-13 0 0 0,0-13 0 0,-12 0 0 0,0 2 2 0,0 11 0 0,-12-13 2 0,0 37 0 0,0-13 1 0,12 13-3 0,-13 13-1 0,13 12-1 0,0-2 0 0,13 14 1 0,11 24-1 0,-12-26-1 0,0 50 1 0,12-48 0 0,-12 23 0 0,12 13 0 0,-24-37-1 0,0 13 1 0,0-26 1 0,-11-10 1 0,-14-2 0 0,1-11-1 0,-24 0 0 0,-1-11 0 0,13-2-3 0,12-10-7 0,0-2-13 0,-2-12-25 0,26 2-69 0</inkml:trace>
  <inkml:trace contextRef="#ctx0" brushRef="#br0">27589 9689 110 0,'0'0'0'0,"-12"-25"6"0,12 25 0 0,-12 0 14 0,12 0-2 0,-25 0-10 0,-10 13-3 0,22 22-2 0,-11-22-1 0,11 22-2 0,13-22 0 0,13 11 0 0,11 0-2 0,2 0 2 0,9 1 0 0,-11-1 0 0,-12 0 0 0,0-12 0 0,-12 1 1 0,-12-13 2 0,-12 12-1 0,-1-12-2 0,-10 0 0 0,10 0-6 0,-11 0-12 0,12-12-27 0,12 12-35 0</inkml:trace>
  <inkml:trace contextRef="#ctx0" brushRef="#br0">27468 9760 54 0,'0'-11'9'0,"0"-13"9"0,12 11 0 0,0 13 0 0,-12-11-5 0,0 35 14 0,0-13-20 0,-12 38-3 0,12-13-1 0,-12 13-2 0,12-1-1 0,0-23 0 0,0-1 0 0,0-12 0 0,12-12-1 0,-12 0 1 0,12-24 1 0,-12-1-1 0,13-11 0 0,11-61 0 0,-13 60 0 0,14 2 0 0,-1-1 0 0,0 11 0 0,1 25 1 0,-13 13 0 0,0-1 2 0,0 24 0 0,0-1-2 0,0 2 0 0,-12 0 0 0,12-13-1 0,-12 0 0 0,0-12 0 0,12-12 0 0,-12 0 1 0,0 0 0 0,0-12 0 0,0-12-1 0,13 0 0 0,-13-13-1 0,11 0 1 0,14 2-1 0,-25 11 1 0,24 0-1 0,1 11 2 0,-3 13-1 0,-9 0 1 0,-1 25 0 0,1-13 2 0,-1 23-1 0,1-11-1 0,-13 13 0 0,0 0-1 0,11-26 0 0,-11 26 0 0,0-25-4 0,0 0-3 0,-11-12-6 0,11 0-6 0,0 0-15 0,-13-12-59 0</inkml:trace>
  <inkml:trace contextRef="#ctx0" brushRef="#br0">27964 9701 68 0,'0'-12'14'0,"12"12"-4"0,0-12 3 0,-12 12 7 0,12 24-3 0,-12 0-5 0,0 11-6 0,0 15-3 0,0-15-1 0,12 2-1 0,-12-13 0 0,0 0-1 0,13-11 0 0,-13-13 0 0,0 0 1 0,12-25-1 0,-12 1 1 0,24-36-1 0,-24 23 0 0,12 0 0 0,0 13-1 0,0 0 1 0,13 24 0 0,-13-11 0 0,0 22 0 0,12 2 2 0,-24 11 0 0,12 0 0 0,0 0-1 0,-12 0 0 0,24 25-1 0,-24-37 0 0,0 0 0 0,0-12 0 0,11 0 1 0,2-12-1 0,-13-12 0 0,25-37 0 0,-13 13-1 0,12 11 1 0,-13 2-1 0,14 9 2 0,-13 15-2 0,0 11 2 0,0 0 2 0,1 0-1 0,-2 24 3 0,-11 13-3 0,13-13 1 0,-13 11-2 0,12-10-1 0,-12 0-1 0,0-1-8 0,12 0-10 0,0 0-35 0,-12-24 19 0,12 0-18 0,-12 0 34 0</inkml:trace>
  <inkml:trace contextRef="#ctx0" brushRef="#br0">28521 9845 8 0,'0'0'9'0,"12"-11"14"0,12-2-9 0,-11 2-3 0,22-2-1 0,2 1 4 0,-13 0-2 0,11-12-3 0,-22 0-2 0,11 0 0 0,-24 0-1 0,0-13 3 0,-12 24 2 0,0 2-1 0,-12 11-3 0,0 0-3 0,-13 24 0 0,2 13 1 0,22-25-4 0,13 35 0 0,0-23 1 0,24 1-2 0,13 11 0 0,0-23 0 0,-2 11 0 0,13-12-3 0,-11-12-2 0,-1 0-2 0,1 0-6 0,-13-25-2 0,0 14-6 0,0-26-4 0,-11 13-4 0,-13-13 5 0,11-10 10 0,-11-15 8 0,13 3 7 0,-13-2 13 0,0-23 32 0,0 59-24 0,0 1 0 0,0 24-3 0,0 0-6 0,0 24-3 0,-13 1-3 0,13 11-2 0,0 12-1 0,0 1-1 0,0-1 0 0,0 12-1 0,13 1-2 0,-2-26 0 0,0 2 0 0,2 0-2 0,-13-13-8 0,13-12-5 0,-13-12-6 0,-13 0-72 0,13-12 53 0</inkml:trace>
  <inkml:trace contextRef="#ctx0" brushRef="#br0">28786 9689 59 0,'0'0'14'0,"0"-12"-9"0,13-1 0 0,23 13 8 0,12-13-1 0,1 2 1 0,11 11 1 0,12-13-2 0,-23 2-2 0,0 11-4 0,-25 0-1 0,-12 0 0 0,-12 0 0 0,0 0 1 0,0 11-4 0,0 13-2 0,0 2 0 0,0 9 0 0,0-22 1 0,12 22-2 0,0-10 2 0,-12 0-1 0,0-1 0 0,0-13 0 0,0-11 0 0,0 13 1 0,0-13 0 0,0-13 0 0,0 13 0 0,0-24-1 0,0 13-1 0,12-39 1 0,13 26-1 0,-25 13-4 0,11-13-3 0,14-13-20 0,-25 24 4 0,0 2-28 0,24 11-10 0</inkml:trace>
  <inkml:trace contextRef="#ctx0" brushRef="#br0">29464 9664 45 0,'0'0'20'0,"0"0"-5"0,12 0 3 0,-12 0 5 0,12 0-3 0,-12 0-3 0,0 25-7 0,-12 11-4 0,12-12-3 0,0 0-1 0,0 0-1 0,0 0-1 0,12 0 0 0,-12-24-7 0,12 13-9 0,-12-13-8 0,0-13-93 0</inkml:trace>
  <inkml:trace contextRef="#ctx0" brushRef="#br0">29451 9386 87 0,'-22'-12'40'0,"9"0"-37"0,13 12-2 0,0 0 0 0,0 0 1 0,13 12-4 0,-13 12-15 0,22 1-41 0,-9-14 15 0</inkml:trace>
  <inkml:trace contextRef="#ctx0" brushRef="#br0">29803 9604 64 0,'13'-12'53'0,"9"0"-51"0,3 0 3 0,-25 0 7 0,-12 12 13 0,-12 0-19 0,-12 24 0 0,-13 0-2 0,25 12 0 0,0 1 0 0,12-2-2 0,12 2 0 0,12-13 1 0,-12 13-1 0,37-13 0 0,-2-13 0 0,2 2-1 0,-2-13-1 0,-10 0-2 0,-1 0-8 0,-12-13-17 0,1-11-97 0</inkml:trace>
  <inkml:trace contextRef="#ctx0" brushRef="#br0">25956 8624 20 0,'0'0'0'0,"0"0"27"0,0 0-6 0,12-13 5 0,-12 13-4 0,13 0-9 0,-13 0-3 0,24 0-1 0,-13 24-4 0,-11 2-1 0,13-14-1 0,-13 0 0 0,0-1 2 0,0 2 2 0,-13-13 0 0,-9 0-5 0,-16-13 4 0,38 2-4 0,-12-1 0 0,12-13-1 0,12 12-1 0,0 2 0 0,14 11 0 0,-15 0 0 0,0 0-2 0,-11 37-25 0,0-25-70 0</inkml:trace>
  <inkml:trace contextRef="#ctx0" brushRef="#br0">23779 15203 63 0,'0'-11'14'0,"0"-13"0"0,0 24-10 0,0-12 6 0,0 12 4 0,0 0-8 0,0 60 0 0,-12-11-3 0,-12-2-1 0,12 14-1 0,-12-13-1 0,13 1 0 0,-3-13 1 0,2-12-1 0,0-11 2 0,12-13 0 0,0-13 4 0,12-11-5 0,-12-24 0 0,26 0-1 0,-15-2 1 0,0-22-1 0,2 0 0 0,23-26 1 0,-24 51-1 0,0-1 0 0,13 11 1 0,-13 25 0 0,-12 12-2 0,12 24 2 0,0 13 0 0,12 23 0 0,-12 13-1 0,13-1 0 0,-3 0 0 0,-8-11 1 0,11-24-2 0,-14-2 1 0,2 2 0 0,-13-25 0 0,0 0-1 0,0 1-4 0,11-13-6 0,-22 0-14 0,-2-13-33 0,13 13 16 0</inkml:trace>
  <inkml:trace contextRef="#ctx0" brushRef="#br0">23718 15373 94 0,'-11'0'10'0,"11"0"-3"0,0 0-6 0,0 0 2 0,24 0 5 0,24 0-5 0,1 0-2 0,-1 0-5 0,-11-13-14 0,11 13-26 0,-24 0-14 0</inkml:trace>
  <inkml:trace contextRef="#ctx0" brushRef="#br0">24239 15059 65 0,'0'-12'18'0,"-12"-12"-4"0,12 11-4 0,-12 13 4 0,12 0-5 0,0 25-5 0,-12 11-1 0,12 11-2 0,12 15 0 0,0-15-1 0,12 3 1 0,1-2-1 0,-14-13 0 0,2-9-1 0,-13-2-4 0,0-13-6 0,0 2-8 0,0-13-13 0,0 0-33 0</inkml:trace>
  <inkml:trace contextRef="#ctx0" brushRef="#br0">24468 14962 69 0,'13'-12'20'0,"-2"-13"-2"0,-11 25-6 0,0 0 5 0,0 13-9 0,13 23-1 0,-13 13-4 0,0 11-1 0,0 25-1 0,0-37 0 0,12 13 0 0,12-2-1 0,-12 2 0 0,0-37 0 0,-12 13 0 0,13-25-2 0,-13 0-3 0,0-12-11 0,-13 12-12 0,1-24-35 0,12 12 27 0</inkml:trace>
  <inkml:trace contextRef="#ctx0" brushRef="#br0">24094 15277 59 0,'-37'-12'31'0,"25"-2"-24"0,12 3-4 0,25 11 5 0,10-13 1 0,26 2-5 0,-12 11-3 0,23 0 0 0,2 0 1 0,-3 0-1 0,-11 11 0 0,-11-11-1 0,0 0 1 0,-13 0 0 0,-12 13 0 0,0-13 1 0,-13 0 0 0,-11 0 0 0,0 0 1 0,0 0 0 0,0 11-1 0,0 3 0 0,13 33-1 0,-13-10 0 0,13-13 0 0,-13 0-1 0,12 0 1 0,-12-11 0 0,0-2-1 0,0 2 2 0,12-13 7 0,-12-13-6 0,0 2-1 0,13-26 1 0,-13 13-3 0,11 0 1 0,0 0 0 0,2 0-1 0,-2 11 0 0,2 2 0 0,-1 11 0 0,2-12-3 0,8 12-7 0,-9 0-13 0,11 0-20 0,0 12-44 0</inkml:trace>
  <inkml:trace contextRef="#ctx0" brushRef="#br0">25050 15265 54 0,'0'0'0'0,"0"-25"31"0,-13 25-17 0,13-13 4 0,0 13-7 0,0 0-3 0,0 0-6 0,0 24 0 0,0-10-2 0,0 22 1 0,0-12-1 0,0 0-2 0,0 0-6 0,0 0-12 0,0-11-17 0,0-2-25 0</inkml:trace>
  <inkml:trace contextRef="#ctx0" brushRef="#br0">25061 14998 89 0,'0'0'0'0,"-24"-36"29"0,0 24-23 0,24 12-1 0,-12 0 1 0,12 12-5 0,12 12-3 0,0 0-10 0,0 13-29 0,1-1-30 0</inkml:trace>
  <inkml:trace contextRef="#ctx0" brushRef="#br0">25255 14998 71 0,'0'0'0'0,"-13"-36"17"0,13 24-11 0,13 0 7 0,-13-1 3 0,12 13-8 0,-12 0-3 0,0 13 0 0,12 23 0 0,-12-12 0 0,0 25-2 0,0-13 0 0,0 13-2 0,0-1-1 0,0-1 0 0,0 3 0 0,0-26 0 0,0 0 0 0,0-13 1 0,12-11-1 0,-12-24 0 0,12 13-1 0,12-25 2 0,1 11-2 0,-1 12 1 0,48-11-1 0,-47 24 1 0,-1 13 0 0,-12-2 0 0,12 13 0 0,-13-10 0 0,-11 9 0 0,0 1 0 0,0-11 1 0,-11-2 0 0,-13 2 2 0,-12-2-1 0,0 2 0 0,-1-13-1 0,1 0 0 0,-1 0-1 0,13 0-1 0,12 0 0 0,0-13-7 0,12 13-14 0,0-11-23 0,12 11-16 0</inkml:trace>
  <inkml:trace contextRef="#ctx0" brushRef="#br0">25642 15227 73 0,'0'0'24'0,"0"-11"-14"0,0 11 3 0,0 0 3 0,0 0-9 0,0 11-3 0,0 27-1 0,12-26-2 0,-12 23-1 0,12-22 0 0,12 22 0 0,-12-9 0 0,0-26 0 0,1 11 0 0,-1-11 0 0,0 0 0 0,0-11 0 0,0-15 1 0,0 2-1 0,0 0 0 0,0-11 1 0,12 23-1 0,-11-13 1 0,11 25-2 0,-12 0 1 0,0 0 1 0,-12 0-1 0,13 11 1 0,-13 3 0 0,11-2 0 0,0 12-1 0,-11 0 0 0,13-13 0 0,-13 2-3 0,12-2-9 0,0 2-9 0,-12-13-75 0</inkml:trace>
  <inkml:trace contextRef="#ctx0" brushRef="#br0">26174 14938 82 0,'-12'-13'26'0,"0"-11"-16"0,0 24-1 0,12 0 4 0,0 0-6 0,-12 37-1 0,0-1-2 0,12 13-2 0,0-13-1 0,12 73 5 0,0-61-4 0,-12 1-1 0,0-13-1 0,0-12 1 0,0 0-1 0,0 0 0 0,0-11 0 0,0-13-1 0,0 11 0 0,0-11-5 0,0-11-14 0,0-2-21 0,0-11-50 0</inkml:trace>
  <inkml:trace contextRef="#ctx0" brushRef="#br0">25981 15118 43 0,'0'0'44'0,"-13"0"-38"0,13 0-3 0,0 0 7 0,13 0 0 0,11 0-6 0,12 14-1 0,0-2-1 0,1-12-1 0,-1 12 0 0,0 0 0 0,0-12 1 0,1 0-1 0,0 0 3 0,-15-12-3 0,-9 0 1 0,13 12 0 0,-2-26-1 0,-13 15 0 0,0-13 1 0,-11 24 1 0,0-12 0 0,0 0-1 0,-11 12 0 0,-13 0-1 0,-1 0 0 0,0 0-1 0,-10 12 1 0,11 12 0 0,0 13 0 0,11-25 0 0,2 24 0 0,11 0 0 0,11-12 1 0,14 1-2 0,0-2 1 0,10-10-1 0,39 11 1 0,-39-24-1 0,13-13 0 0,13 2 0 0,-1-13 0 0,-11-13 1 0,-13 13-1 0,-1-12 2 0,4 0-2 0,-17-1 1 0,-22 13 0 0,13 12 0 0,-26 0 3 0,-9 12-2 0,-4 12 1 0,-9 12-2 0,-2-1-2 0,13 3 2 0,12-2-1 0,12 0 0 0,12 0 0 0,25 0 0 0,-13-13 0 0,23 15 0 0,-11-2 0 0,1 0 0 0,-25-13 0 0,0 2 0 0,-12-2 1 0,-12-11 0 0,-24 13 0 0,12-13-1 0,-13 0 0 0,2 0-1 0,22 0-9 0,2 0-29 0,-2-13-63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000" min="-10000" units="dev"/>
          <inkml:channel name="Y" type="integer" max="10000" min="-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3-24T12:55:5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19921 9991 67 0,'0'0'0'0,"0"-12"18"0,0 0-15 0,24-12 4 0,-12-25 7 0,24 0-2 0,1-11-3 0,22 0-1 0,-9-25 1 0,10 25-2 0,-36 11-2 0,0 36-3 0,13-22 4 0,-13 23-2 0,-12 12-1 0,0 12 0 0,-12 36 0 0,12 1-1 0,0 11-1 0,1 1-1 0,11-13 1 0,0-12-1 0,-12-11 0 0,13-1-2 0,-14-13-28 0,-11-11-43 0,0-11 16 0</inkml:trace>
  <inkml:trace contextRef="#ctx0" brushRef="#br0">20863 8091 120 0,'0'0'0'0,"-35"-59"3"0,23 47-2 0,0-2-1 0,0-21 3 0,-24 35 0 0,-1 12 0 0,1 25 0 0,-1 23-2 0,13-1 0 0,12-9-1 0,24 22 0 0,12-48 0 0,13-11 0 0,11-13 1 0,1-37 0 0,12 0-1 0,-26-11 1 0,2-13 0 0,-13 14 0 0,-24 11 1 0,11 10 1 0,-22 3 7 0,11 23-9 0,0 37-1 0,0 11 1 0,0 23-1 0,11 3 0 0,2 11 1 0,23 11-1 0,-24-11 0 0,12 0 0 0,-24-1 1 0,0-12-1 0,-24 2 0 0,0-39 1 0,-13 2 1 0,-10-37 0 0,-2 0 0 0,1-24 0 0,0-13-2 0,11-11 1 0,25-13 0 0,0-11-2 0,36-24 1 0,13 11 0 0,35-12 0 0,1-1 0 0,11 26 0 0,-23 35 0 0,11 13 0 0,-35 13 0 0,-1 22 0 0,-12 2 0 0,-11 24 0 0,-2 11 0 0,0 0 0 0,2-11 0 0,-13-13 0 0,0 0 0 0,0-24 0 0,0 0 2 0,0 0 0 0,0-13-1 0,13-22 0 0,-1-2-1 0,0-11 1 0,36-26-2 0,-12 39 2 0,0 11-2 0,1 12 1 0,11 0 0 0,-11 0-1 0,-1 12 2 0,1 0-2 0,11 0 1 0,-11 12 0 0,-15-12 0 0,3 12-1 0,-13-12 2 0,-12 12-1 0,0-12 0 0,-37 35 2 0,-35 26-1 0,37-37-1 0,-14 37 0 0,0-13 0 0,37-24 0 0,12-11-1 0,0-1 1 0,12-12 1 0,25-12-1 0,24-25 0 0,0-11 0 0,-26 0 1 0,13 11-1 0,-11 0 1 0,-26 26-2 0,14-2 1 0,-25 13 0 0,0 0 0 0,12 0 0 0,-12 24 0 0,12-10 0 0,0 9 0 0,12-10 0 0,1 11 0 0,11-13 0 0,-11-11-1 0,10 0 1 0,-10 0 1 0,11-11-2 0,-12-2 2 0,0-11-1 0,-12 13 0 0,0-15 0 0,0 2 1 0,-12-11-1 0,-12-13 2 0,12 22 1 0,-12 26 0 0,12 0 0 0,-12 0-3 0,12 14 1 0,0 22-1 0,-13 12 0 0,13 13 1 0,0 22-2 0,13 2 2 0,-1 13-2 0,12-1 2 0,-12-14-2 0,1-21 1 0,-2-15 1 0,-11-23-1 0,0-11 0 0,0-13 1 0,0 0 3 0,0-13-2 0,-24-22-1 0,0-26-1 0,12 1 0 0,0-13 0 0,12-11 0 0,36-99-2 0,13 100 1 0,-13 22 1 0,13 37 0 0,-13 0-2 0,1 24 2 0,-15 24 0 0,2 0-1 0,2 25 1 0,-26-13 0 0,-26 60 1 0,-9-59-1 0,-13-13 1 0,-13-12-1 0,1 0 0 0,-1 0-2 0,13-12-7 0,24-12-10 0,13 0-9 0,46-24-17 0,13 12-22 0</inkml:trace>
  <inkml:trace contextRef="#ctx0" brushRef="#br0">22824 7595 101 0,'-24'-11'7'0,"-2"-1"-1"0,4 12 0 0,9 0-1 0,1 23 3 0,-12 51 2 0,12-2-3 0,12-11-4 0,0 35 1 0,0 38-1 0,12-38-2 0,12-11 1 0,-12-24 1 0,1-13 0 0,-13-24-2 0,11 0 0 0,-11-24 1 0,0 0 3 0,11-24-3 0,15-13-1 0,-2-24-1 0,11 13 1 0,2-13-1 0,0 37 0 0,-13 13 0 0,12 11-1 0,-12 35 2 0,-12 2-1 0,0 11 2 0,1 13 1 0,-1-13-2 0,0-11-1 0,0-13 0 0,-12 0-2 0,12-24-15 0,0 13-41 0,-12-13-15 0</inkml:trace>
  <inkml:trace contextRef="#ctx0" brushRef="#br0">20006 10136 121 0,'0'-24'6'0,"-13"12"-1"0,-23 35-2 0,-110 110 17 0,50-24-13 0,-13 37-1 0,-12 23-4 0,0 37-1 0,1-12-1 0,23-26-1 0,24-46 2 0,36-13-2 0,15-38 1 0,-16-45 1 0,26-14-2 0,12 0-6 0,26-12-128 0</inkml:trace>
  <inkml:trace contextRef="#ctx0" brushRef="#br0">18022 11781 85 0,'-24'-13'9'0,"-13"-11"-4"0,-11 24-2 0,11 0 4 0,-11 37 3 0,48-13-10 0,0 0 1 0,37 13 0 0,-1-1 1 0,0-12-1 0,13 12 2 0,-13-11 0 0,-24-1 4 0,-12-12 4 0,-12 0 1 0,-24-12-7 0,-85 24-2 0,71-13-3 0,-21 3 0 0,47-14-3 0,12 0-11 0,12 0-4 0,12 0-24 0,12 0-30 0</inkml:trace>
  <inkml:trace contextRef="#ctx0" brushRef="#br0">18263 11842 78 0,'-11'0'12'0,"11"-13"-1"0,0 13-7 0,-11 0 7 0,11 24 1 0,-13 13-7 0,13-13-3 0,0 12-1 0,24-11 0 0,0 11 1 0,0-24-2 0,0-12 1 0,0 0 0 0,1 0-1 0,11-12 1 0,-12-24 0 0,1-1-1 0,-14 1 1 0,14 11 0 0,-13 1 4 0,-12 24-1 0,0-11-1 0,0 35-1 0,12 0-2 0,0 0 0 0,12 12 1 0,-13-11 0 0,14 11-1 0,0-24-5 0,-1 12-12 0,0-12-20 0,-12-12-41 0</inkml:trace>
  <inkml:trace contextRef="#ctx0" brushRef="#br0">18784 11491 71 0,'0'0'0'0,"-12"-36"21"0,12 36-10 0,-12 0-2 0,0 36 4 0,-1 12-4 0,13 1-5 0,0 22-2 0,13 3 0 0,-13-2-1 0,24-11-1 0,-12-25 0 0,0-12 1 0,0-12-1 0,0 0 1 0,0-12 1 0,12-24-1 0,1 0 0 0,11-12-1 0,-1-1 1 0,4 13-1 0,-4 11 0 0,1 2 0 0,0 11-1 0,-12 11 1 0,-11 14 0 0,-1 0 0 0,-12-1 1 0,-12 12 5 0,-25-24-1 0,1 12-2 0,-24-12-1 0,-1 0-1 0,1-12-1 0,11 0 1 0,13 0-5 0,12 0-10 0,12-12-14 0,12 12-73 0</inkml:trace>
  <inkml:trace contextRef="#ctx0" brushRef="#br0">19461 11890 71 0,'0'-13'4'0,"0"-11"1"0,12 13 12 0,-12-26 3 0,-24 24-6 0,-1 2-5 0,-21-2-3 0,-4 37-2 0,-10 1 0 0,-1 24-1 0,37-13-2 0,0 0-1 0,24-12 1 0,0-11-1 0,24-1 1 0,12-12-1 0,1-12 1 0,11-13-1 0,-13-11 0 0,39-12 2 0,-63 35-1 0,14 2 0 0,-25 11-1 0,12 24 1 0,-12 12 1 0,0 12-1 0,0 13 0 0,0-2-1 0,0 88 1 0,-24-76-1 0,11-10 0 0,-9-24 1 0,-2-26-1 0,10-11 1 0,-33-35 2 0,34-2-2 0,-11-24-1 0,12-59 1 0,24 46 0 0,12 3-2 0,24 10 1 0,2 13 0 0,-3 11 0 0,2 26 0 0,-1-2 0 0,1 13 0 0,-1 13 0 0,-11-2 0 0,-13 13 0 0,-13 13 0 0,13-13-1 0,-11 13 1 0,-13-37 0 0,0 12 1 0,0-12 0 0,-13 0 0 0,13-12-1 0,-13-1-1 0,13-11 2 0,0-12 0 0,0 11-2 0,0 1 2 0,13 0-1 0,13 12-1 0,33-13 1 0,-11 25-3 0,1 0-9 0,-1 0-5 0,-11 13 5 0,24-13-4 0,24 12-2 0,-26-12 12 0,-35 0 4 0,25 0 5 0,-37-12 10 0,0-1 4 0,-24 2-3 0,-12 11-2 0,-25-13-2 0,-11 26-2 0,-61 35 0 0,85-24-7 0,12 13 0 0,11-13-1 0,13 0 0 0,24-12 0 0,13 0 0 0,11 1 0 0,0-13 0 0,0-13 1 0,1-11-1 0,0-12 0 0,-25 0 0 0,12-1 1 0,-36 0-1 0,12 13 0 0,-12 13 1 0,-12-2 0 0,12 13-1 0,-24 13 0 0,12 22 0 0,12-10 0 0,0 11 0 0,48 37 0 0,-36-49 0 0,12 1 0 0,-11-13 0 0,-1-12 1 0,12 0-2 0,1-12 1 0,-14-13 0 0,13 13 0 0,1-24 0 0,0 11 0 0,-14-10 1 0,0-2-1 0,14 13 0 0,-25-13 1 0,12 26 0 0,-12-1 1 0,0 0 1 0,0 12 0 0,-12 35-2 0,0 2 0 0,-1 11 0 0,2 13 0 0,11 24 0 0,0-1 0 0,11 1 0 0,2 0-1 0,-13-13-1 0,12-11 2 0,0-26-1 0,0-22 0 0,-12-13 3 0,-12 0 4 0,0-13-5 0,0-35-2 0,-12 0 1 0,0-13 0 0,12-35-1 0,12 22-1 0,0 15-1 0,47-62-2 0,51-1-1 0,-50 98 4 0,13 24 0 0,-25 13 1 0,12 35 0 0,-24-11-1 0,1 23 2 0,-25-12-1 0,-38 1 1 0,-9-13 0 0,-13-12 0 0,-1-13 0 0,12 3-1 0,-11-14-3 0,24-14-12 0,25 3-9 0,11-1-13 0,35-24-54 0</inkml:trace>
  <inkml:trace contextRef="#ctx0" brushRef="#br0">21046 11503 91 0,'0'0'0'0,"0"-48"35"0,0 35-22 0,0 26-5 0,0 11 6 0,-24 36-2 0,-1 13-5 0,13 11-2 0,12 12-1 0,0 2-3 0,24-26 0 0,0-23 0 0,1-1 0 0,-13-37-1 0,12-11 2 0,-12 0-1 0,12-23 0 0,13-13 0 0,-1-13 0 0,-11 1-1 0,10 24 0 0,-22 11 0 0,11 13 1 0,-11 25 3 0,-2 23 2 0,13 1-1 0,12-13-4 0,13-1 0 0,23-21-1 0,25-2-10 0,12-49-36 0,-37 13-75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000" min="-10000" units="dev"/>
          <inkml:channel name="Y" type="integer" max="10000" min="-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3-17T13:41:4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835 3822 66 0,'-13'-12'2'0,"13"-24"0"0,0-13 5 0,-12-23 3 0,12-13 1 0,25-11-3 0,-1 11 0 0,12 12 1 0,49-73 1 0,-24 98-7 0,11 1-1 0,12-2 1 0,1 25-4 0,24 12 5 0,0 0-1 0,0 12-1 0,119 35 3 0,-118-11-3 0,-13 26 0 0,61 46 4 0,-73-24 0 0,11 147 0 0,-72-147-2 0,-12 13-2 0,0 35 2 0,-12-59-2 0,-12 48 0 0,0-72 0 0,-12 47-2 0,-37 49 3 0,13-61 1 0,-13 1 1 0,1 0 1 0,-13-13 0 0,0-11-2 0,-12-13 0 0,-95-1 6 0,83-35-5 0,-13-24-1 0,-10-11-3 0,-84-123 0 0,106 62-1 0,26-13-7 0,23-13-2 0,12 14-18 0,37 11-61 0,0 73 10 0</inkml:trace>
  <inkml:trace contextRef="#ctx0" brushRef="#br0">17284 4160 37 0,'0'0'0'0,"-73"-85"15"0,25-10 3 0,11-2-1 0,15-12-3 0,22-1-4 0,11-10-1 0,13 24 0 0,36-14-3 0,13 1-1 0,37 37 1 0,10 0-3 0,13 22-2 0,23 3 2 0,2 23 0 0,0 12-2 0,11 12 0 0,-12 24-1 0,-25 11 2 0,2 27-1 0,-37 22 0 0,-24 25-1 0,-25 12 1 0,-35 36-1 0,-26 0 0 0,-35 25-2 0,-25-14 1 0,-36 2 1 0,-24-24 1 0,12-37 1 0,-24-38 2 0,13-21 9 0,-14-26 1 0,12-24-4 0,14 0-3 0,-1-24-3 0,24-2-2 0,12 2-3 0,25 13-15 0,36 11-154 0</inkml:trace>
  <inkml:trace contextRef="#ctx0" brushRef="#br0">5444 3290 17 0,'0'0'8'0,"-13"0"5"0,13 0 1 0,0-12 1 0,0-13-3 0,13 14-3 0,-13-13-4 0,22 11-1 0,-9-11 1 0,23 0-1 0,13-13-2 0,-1 13 1 0,1 1-1 0,12-2-1 0,-1 1 1 0,-13 11-1 0,14 2 1 0,-13 11-1 0,-11 11 1 0,12 2-2 0,-13 11 1 0,0 1 0 0,-1-13 0 0,15 12 0 0,-15 0 0 0,2 0 0 0,0-13 0 0,-1 2 1 0,-12-13 0 0,12 13 1 0,1-13 0 0,-1 0-1 0,1-13 1 0,11-11-1 0,0 11 0 0,0 2-1 0,0-13-1 0,1 11 1 0,-1 2-1 0,1 11 1 0,-25 0-1 0,12 11 0 0,1 13 0 0,-13 0 0 0,11 26 0 0,2-15 0 0,0-11 0 0,-1 1 1 0,12-13-1 0,1-12 0 0,11-12 1 0,-11 0 0 0,47-25 0 0,-23 13-1 0,24 0 0 0,-1 0 0 0,-11-13 0 0,24 26 0 0,-24-2-1 0,12 13 2 0,-14 0-1 0,2 13 3 0,-24 11 1 0,-12 0-1 0,-13 0-1 0,-12-11-1 0,-12 11-4 0,-12 11-36 0,-24-10-58 0</inkml:trace>
  <inkml:trace contextRef="#ctx0" brushRef="#br0">7039 2539 59 0,'0'0'0'0,"-12"-47"18"0,12 23 0 0,26 0 0 0,9-1-2 0,-11 12-6 0,12 2-3 0,13 11-4 0,-13 0 0 0,1 24 0 0,-26 1-1 0,0 11-1 0,-11-1 0 0,-35 63-10 0,11-50-24 0,0 0-36 0,24-24 32 0</inkml:trace>
  <inkml:trace contextRef="#ctx0" brushRef="#br0">7185 2903 21 0,'0'0'0'0,"12"0"90"0,-12-12-57 0,12 12-44 0,-12 0-65 0</inkml:trace>
  <inkml:trace contextRef="#ctx0" brushRef="#br0">10245 3144 28 0,'0'0'0'0,"12"-11"17"0,-12-2-15 0,36 13 10 0,-24-24 4 0,25 1-3 0,-1 9-6 0,0-21-2 0,12 11 0 0,73-24 0 0,-48 36-4 0,-13 12 0 0,14 0 0 0,-2 0 0 0,0 36 1 0,1-24 0 0,-1 11-1 0,13-10 2 0,0-2 0 0,11-11-1 0,-11 0 3 0,0 0-3 0,-25-11-1 0,1-2 0 0,11 2-1 0,-24-1 0 0,1 12-1 0,-13 0 2 0,1 0-1 0,11 0 0 0,12 0 1 0,1 12-2 0,11-12 1 0,1 0 1 0,12 0-1 0,-13 0 0 0,13 11 0 0,0-11 0 0,-13 13 0 0,38 11 0 0,-38-13 0 0,-13 3-1 0,-34-2-4 0,11-12-45 0,-23 0-23 0</inkml:trace>
  <inkml:trace contextRef="#ctx0" brushRef="#br0">11732 2480 78 0,'0'0'0'0,"-12"-24"13"0,12 36-11 0,0 0 3 0,0 23 2 0,0 15-3 0,0-15-2 0,0 13-1 0,0-11 1 0,-12-13-9 0,12 0-25 0,0-11-25 0</inkml:trace>
  <inkml:trace contextRef="#ctx0" brushRef="#br0">11696 2286 51 0,'0'0'0'0,"0"-12"0"0,12 12-3 0,12 12-23 0,-24-12 8 0</inkml:trace>
  <inkml:trace contextRef="#ctx0" brushRef="#br0">12071 2613 72 0,'0'0'0'0,"-13"-13"15"0,13-10-3 0,0 11 0 0,-22-25-3 0,-3 24-4 0,0-10-2 0,-10 23-3 0,22 0 0 0,1 12-1 0,12 12 1 0,0 13-1 0,0-13 2 0,25 11-1 0,-3 2 0 0,3 11 0 0,0 1 1 0,-1 11-1 0,-13-11 0 0,-11 10 0 0,-11 39 2 0,-25-87-1 0,-13 2 3 0,1-13-1 0,24-13-2 0,-25-11 2 0,13-35 0 0,24 10-3 0,60-36-1 0,1 25 0 0,12 11 1 0,11 13-1 0,-12 0 0 0,0-1 0 0,-23 26 1 0,-13-1 1 0,-12 12 1 0,0 0-1 0,-12 23 1 0,0 14-2 0,0-1 1 0,0 0-1 0,25-12 1 0,-25 1-1 0,12-13 0 0,0-12 1 0,-12 12 1 0,12-24 0 0,24-25 1 0,-12 13-2 0,0-12-2 0,26 11 2 0,-28 1-1 0,3 0 0 0,-1 13 0 0,1 11-1 0,-25 0 1 0,11 0-1 0,-11 24 0 0,13 0 2 0,-1 24-1 0,12-24 0 0,-12 0 0 0,0-11 1 0,49-13 1 0,-37-24-2 0,0 11 0 0,11-35 0 0,-22 35 1 0,0 2-2 0,0 11 1 0,-13 0-1 0,0 11 0 0,11 14 1 0,0-13 0 0,2 12 0 0,11 0 0 0,0-11 0 0,0-1 0 0,13-12 0 0,-25 0 1 0,0-12 0 0,-12-1 0 0,0-11 0 0,-24 0-1 0,0 12 0 0,-1 0 0 0,-11-12 1 0,-1 11-1 0,26 13 0 0,11-11 0 0,11 11-1 0,13-13-1 0,13 13 2 0,0-11-1 0,-1 11 0 0,0 0 1 0,-11 0-1 0,-1 24 1 0,-12 0 0 0,-12 0-1 0,12 13 2 0,0-13-1 0,-12-13 0 0,12 14 2 0,-12-37 1 0,0-12-2 0,0 0-1 0,0-13 0 0,13-11 0 0,-2 35-1 0,24 2 0 0,-9 11 0 0,-2 11 1 0,12-11-1 0,12 13 1 0,1-2 0 0,-1 2 0 0,1-2 0 0,-13-11 0 0,0 0 0 0,-12-11 1 0,-12-2 0 0,-12 2 2 0,-12-2-3 0,-12 2 0 0,-24 22-1 0,12 2 1 0,11 11 0 0,13 24-1 0,24-24 1 0,13 0 0 0,11-11 0 0,12-1 0 0,26 0-1 0,-3 0 1 0,2-12-1 0,0-12 1 0,-13 0 1 0,-13 0-1 0,-21-12 1 0,-14 0 0 0,-12 11 0 0,0-11-1 0,-25 11-1 0,-71 2 0 0,59 11 1 0,-11 11 0 0,12 14 0 0,23 0 0 0,2-14 0 0,11 13-1 0,36 1 1 0,-12-13 0 0,24-12 1 0,-11 0 0 0,11-24-1 0,-13-13 1 0,3 1 0 0,-13-13-1 0,-14 2 1 0,0-26-1 0,-11 13 0 0,0-13 0 0,-11 13-1 0,0 35 0 0,-2 25-3 0,1 36 4 0,0 13 1 0,12 12-1 0,-13-13 1 0,13 24 0 0,13-11 0 0,11-1-1 0,11-11-3 0,2-13-19 0,24-12-34 0,-37-24 1 0</inkml:trace>
  <inkml:trace contextRef="#ctx0" brushRef="#br0">14526 2274 86 0,'0'0'0'0,"12"-24"15"0,25 11-4 0,-1 13 3 0,11 0-3 0,-21 25-4 0,11-1-4 0,-26 12-1 0,-11 1-1 0,0 23 0 0,-35 1-4 0,22-2-22 0,-35 15-53 0,48-63 42 0</inkml:trace>
  <inkml:trace contextRef="#ctx0" brushRef="#br0">14647 2926 98 0,'0'0'44'0,"0"0"-21"0,11-11-10 0,-11 11-11 0,26-12-123 0</inkml:trace>
  <inkml:trace contextRef="#ctx0" brushRef="#br0">17780 2080 104 0,'0'-11'7'0,"-11"-1"6"0,-2-2-5 0,13 14-4 0,0 37 6 0,13 11-7 0,-2 2 1 0,24 22 3 0,-10-36 1 0,11-24 3 0,1-12 1 0,36-24-1 0,23-37-2 0,195-109 6 0,-110 63-10 0,0-2-2 0,1-12-3 0,48-24 4 0,-121 83-2 0,-26 3-1 0,-9 9-4 0,-14 15-20 0,-35 35-120 0</inkml:trace>
  <inkml:trace contextRef="#ctx0" brushRef="#br0">1754 4958 67 0,'0'14'3'0,"-24"22"1"0,12 12 3 0,-13 13 0 0,1 72 5 0,12-85-5 0,12-12-2 0,0-24 0 0,0-24 3 0,12-146 4 0,-12 14-8 0,12-62 0 0,0-36-2 0,0-36 2 0,25-24-2 0,-25-13-1 0,12 25-1 0,0-194 0 0,-24 327-1 0,0 47-20 0,0 75-81 0</inkml:trace>
  <inkml:trace contextRef="#ctx0" brushRef="#br0">6120 8467 22 0,'0'0'9'0,"-24"24"11"0,24-24 0 0,-12 0-9 0,12-24-1 0,0-25 1 0,-12-11-2 0,12-37-3 0,0-11-1 0,-12-50-1 0,12-24 0 0,0-59 0 0,0-25-3 0,0-36 1 0,0-25 0 0,-12-24-1 0,24-36 2 0,-12 0-1 0,12-13 0 0,12-11-1 0,0 37 1 0,0-13 0 0,1 47 1 0,0 38-1 0,-14 49 2 0,0 35-1 0,-22 49 1 0,0 23 2 0,-14 38-2 0,0 47 1 0,1 25-1 0,24 24-2 0,-11 12-2 0,11 12-16 0,11 36-36 0,0-24-20 0</inkml:trace>
  <inkml:trace contextRef="#ctx0" brushRef="#br0">27275 4427 255 0,'0'0'0'0</inkml:trace>
  <inkml:trace contextRef="#ctx0" brushRef="#br0">10680 9131 25 0,'0'0'0'0,"-36"50"35"0,36-39-9 0,-24-11-1 0,12-37-19 0,-1-58 1 0,1-38 0 0,0-61-2 0,0-48 1 0,12-49-4 0,-12-23 2 0,12-36-1 0,0-26 0 0,12-35 2 0,-12-12 0 0,12-24 0 0,12-158-4 0,1 181 1 0,-1 38 1 0,-12 23 0 0,0-242 4 0,0 351-5 0,-12 47 2 0,0 51-1 0,0-25 2 0,-24 131 4 0,12 39-7 0,0 11-1 0,0 0-3 0,12 24-21 0,12 13-58 0,0-13 11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000" min="-10000" units="dev"/>
          <inkml:channel name="Y" type="integer" max="10000" min="-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3-17T13:41:4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28339 545 26 0,'0'0'0'0,"-12"0"33"0,12-12-23 0,-24-14-2 0,0 26 1 0,-13-11 0 0,2 11-1 0,-14 24-1 0,0 24-3 0,1 13-1 0,-1 11-1 0,25 13 0 0,0 0-1 0,24-12 0 0,12-1 0 0,24-24 0 0,1-11 1 0,23-26 1 0,1-11 2 0,-2-24-1 0,15-11-1 0,-26-2-1 0,0-11-1 0,1 0 1 0,-25-1-1 0,-12 13 4 0,-12 24-4 0,0 0 1 0,0 24-1 0,0 12-1 0,-12 12 2 0,12 13-3 0,12-2 3 0,0 1-2 0,13-11-1 0,24 0 3 0,-14-37-1 0,2 11 4 0,0-22 1 0,-15-13 1 0,3 0-1 0,-25-13-4 0,-12 0 0 0,-12-10-3 0,-24 9 1 0,11 3-2 0,-11 11-3 0,12 0-2 0,11 12-17 0,13 12-7 0,0 0-23 0,12 12-4 0</inkml:trace>
  <inkml:trace contextRef="#ctx0" brushRef="#br0">28920 835 65 0,'0'0'14'0,"0"0"6"0,0-12-10 0,0 12-1 0,0 0 0 0,0 0 0 0,12 24-3 0,-12-12-2 0,12 37 0 0,-12-1-2 0,13-1 1 0,-2-9-1 0,2-2 3 0,-2-12 2 0,0-13 0 0,2-11-2 0,13 0-2 0,-15-11-2 0,13-2 0 0,-13-22-1 0,14-2 2 0,-1 0-4 0,25-34 3 0,-13 46 0 0,-24 13-1 0,24 12 1 0,-23 23-2 0,-1 3 2 0,0 10-1 0,0-13 0 0,0 14 0 0,12-26 0 0,-13 15 1 0,13-26-2 0,-10 0 2 0,-2 0-1 0,12-12 0 0,0-13 0 0,-12 1-2 0,24 11 4 0,-24 2-3 0,13-1 0 0,-13 12 1 0,0 0-1 0,0 12 2 0,12-1-1 0,-24 13-1 0,24-11 2 0,1-2-2 0,11 15 2 0,-12-26 0 0,0 0-1 0,0-26-1 0,1-9 1 0,-25 11 2 0,12-12-3 0,-12 12 2 0,0-1 0 0,0 13-2 0,-12 0 2 0,12 0-3 0,12 36 2 0,-12-1 0 0,13 27 1 0,-2 9-2 0,13 100 1 0,-12-75 3 0,0 73-3 0,0-37 0 0,-12-70 1 0,-12-15-1 0,0-11 1 0,12-24 1 0,-12 13 0 0,-1-37-1 0,2 0-1 0,0-24 1 0,11 11-1 0,0 1-2 0,0-24 0 0,11-1 0 0,0-24 3 0,14-12-3 0,11 1 3 0,13 11-1 0,-1 25 0 0,1 22 0 0,-13 27-2 0,1 11 3 0,-26 25-1 0,13 59 0 0,-48-12 1 0,0-24-2 0,-12-11 0 0,12-13 1 0,-25 0 0 0,25-11-1 0,0-13 2 0,12 0-3 0,12-24 1 0,36 0 1 0,0-13-2 0,25-11 3 0,-12-2-2 0,11 2 2 0,0-11-1 0,-12-14 0 0,1-60 2 0,-37 72 2 0,-12 13-3 0,-12 11-1 0,0 26 0 0,-1-1 1 0,2 24-3 0,-2 36 0 0,1 0 2 0,12 13-1 0,12-1 2 0,12 13-3 0,13 0 3 0,-13-1-1 0,25-11-1 0,-13-13 2 0,13-13-1 0,11 2 2 0,-13-24-3 0,16-13 1 0,-16-13 2 0,1 2-2 0,-11-26 1 0,-13 0-2 0,-12 2 2 0,0-2-2 0,-12 0 0 0,-24 14 2 0,-37-1-1 0,13 36 0 0,36 12 0 0,-1 0-2 0,13 11 3 0,13 2-3 0,11-13 3 0,12 0-2 0,13 0 1 0,-13-11 2 0,62-13 0 0,-52-13-3 0,-9-11 2 0,11-24-1 0,-11 0-1 0,-13 0 2 0,13-85 1 0,-25 60-3 0,-12 12 2 0,0 1 2 0,0 24-3 0,0-1 0 0,0 26-2 0,0 11 2 0,0 0-2 0,0 48 2 0,0 0-3 0,0 0 4 0,0 13-2 0,12 0 1 0,0-1 1 0,12 1-2 0,13 48-1 0,-15-74 2 0,4-11 1 0,-2 0-2 0,0-11 2 0,37-26-2 0,-26 2 0 0,-10-26 1 0,-1 13 1 0,-12 1-2 0,0-2 2 0,1-12-1 0,-1 26-1 0,0-1 2 0,-12 0-4 0,12 12 4 0,-12 12-2 0,12 11 0 0,-12-10 2 0,12 22-3 0,24 26 0 0,-12-24 0 0,1-13-12 0,46 0-120 0</inkml:trace>
  <inkml:trace contextRef="#ctx0" brushRef="#br0">31084 690 76 0,'0'0'0'0,"13"0"31"0,-13 0-12 0,36 0-4 0,0 0-7 0,1 0-5 0,12 0-1 0,-3-13-2 0,15 2-1 0,-12 11-15 0,0-13-34 0,-13 1-26 0</inkml:trace>
  <inkml:trace contextRef="#ctx0" brushRef="#br0">31749 605 73 0,'0'0'12'0,"-11"0"4"0,11-13 4 0,0 13 2 0,0-11-11 0,11-2-8 0,-11 2-4 0,13-1-16 0,-2 12-34 0,2 0-27 0</inkml:trace>
  <inkml:trace contextRef="#ctx0" brushRef="#br0">32016 799 76 0,'0'0'10'0,"0"0"-5"0,0 0-1 0,-12 0 8 0,0 0-5 0,12 0-3 0,-12 24 1 0,-12 12-1 0,12 13-1 0,12-25-1 0,0 36 1 0,24-25 4 0,-12 2 0 0,24-24 1 0,-12-2-2 0,13-11-3 0,-13 0 1 0,0-35-4 0,0 9 2 0,-24-9 0 0,0-1-3 0,-13-12 2 0,-22 11-2 0,-2 13 3 0,2 0-2 0,10 12-1 0,13 0 0 0,0 12-1 0,48 0 1 0,-1 0 2 0,15 0-1 0,-2 0 1 0,13 0 0 0,-13 0 2 0,-12 12-1 0,-12 12-1 0,1 0-1 0,-13 11 1 0,0 15-4 0,-12-15 4 0,12 13 1 0,-12-11-1 0,0-13-1 0,0-11 1 0,12-2 2 0,-12-22-5 0,25-2 5 0,-14-22-4 0,26-2 0 0,0-11 1 0,-2 0-1 0,1-13 1 0,0 1-4 0,25 11 2 0,12 13-2 0,-1 12-1 0,2 24 5 0,-15 0-4 0,-11 36 3 0,-11 0-1 0,-1 25 2 0,-24-13 1 0,25 13-2 0,-25-1 3 0,0-25-6 0,0-9-7 0,-12-15-116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000" min="-10000" units="dev"/>
          <inkml:channel name="Y" type="integer" max="10000" min="-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3-17T13:41:4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26272 11563 5 0,'0'0'6'0,"0"-13"10"0,0 13 10 0,0 0-13 0,0-11 0 0,0-1 12 0,0 12-13 0,0-12-3 0,0 0-1 0,0 12-3 0,-13-12 0 0,13 12 5 0,0 0-6 0,0 0 4 0,0 12-7 0,13 0 0 0,-13 36 2 0,0 1-1 0,0-2 0 0,0 3-1 0,0 22 0 0,0-11-1 0,0 11 1 0,0 1-2 0,0-13 2 0,0 1 0 0,0-1 1 0,0-11 1 0,0 11-1 0,-13 1 0 0,13-26-1 0,0 2 0 0,-12-13 1 0,12 0 1 0,0 0 0 0,0-11 0 0,0-1 3 0,0-12-3 0,0 0 11 0,0-12-13 0,-12 12-7 0,12 0-18 0,-13 0-138 0</inkml:trace>
  <inkml:trace contextRef="#ctx0" brushRef="#br0">26041 12906 57 0,'0'0'0'0,"0"0"13"0,0-24 18 0,0 0-8 0,0 11-3 0,-12 13-9 0,12-12-6 0,0 12-2 0,0 12-4 0,0 12 2 0,0 13 0 0,12 11-1 0,-12 1 1 0,0-1 0 0,0 1 0 0,0-1 0 0,0-12 0 0,-12-12 2 0,-1 1 0 0,-22-2 8 0,22-10-4 0,-11-13-2 0,11 0-3 0,2 0 0 0,-13-13-1 0,24 2-2 0,-24-15-3 0,24 15-6 0,-12-37-11 0,12 12-21 0,-12-13-25 0,12 37 24 0</inkml:trace>
  <inkml:trace contextRef="#ctx0" brushRef="#br0">25835 12906 63 0,'13'-13'24'0,"11"2"-5"0,48-26 16 0,0 25-30 0,-47 12-5 0,-1 0-18 0,25 60-96 0</inkml:trace>
  <inkml:trace contextRef="#ctx0" brushRef="#br0">26283 13208 82 0,'0'0'0'0,"-11"0"29"0,-2 0-4 0,13 0-7 0,0 0-12 0,-12 0-6 0,12 0-4 0,0 11-24 0,12 3-37 0,-12-2 20 0</inkml:trace>
  <inkml:trace contextRef="#ctx0" brushRef="#br0">26440 12893 104 0,'0'-11'10'0,"0"-13"17"0,0 24-11 0,0 35-8 0,12 2-2 0,-12 11-2 0,12-11 0 0,-12 23-2 0,0-11-1 0,0-2-1 0,12-10 1 0,-12-12-2 0,0-13-3 0,0-1-11 0,0 2-18 0,0-13-20 0,0 11-10 0</inkml:trace>
  <inkml:trace contextRef="#ctx0" brushRef="#br0">26428 12954 47 0,'-12'-24'45'0,"-1"0"-27"0,13 0-6 0,25 0 14 0,-13 11-22 0,24 1 0 0,1 0 6 0,-1 12-6 0,-11 0-1 0,-1 12-1 0,0 0-1 0,-12 12 0 0,-12 0 1 0,0 13-1 0,-12-1-1 0,-25 1 2 0,-47 23 0 0,47-23-2 0,1-25 1 0,0 0 0 0,25 0 0 0,11-12-1 0,22-12-1 0,15-12 2 0,-1 24-2 0,49-14 1 0,-36 14-1 0,-13 0 2 0,-12 26-1 0,11-2 0 0,-22 0-1 0,-1 0 1 0,-12-13 0 0,0 27 1 0,-12-26-1 0,-1 12 3 0,2-13 1 0,-24 13 2 0,-2-11 1 0,0-2 0 0,-11 2-2 0,12-13-3 0,-13-13 1 0,25 13-5 0,24-24-25 0,24 13-5 0,25-13-86 0</inkml:trace>
  <inkml:trace contextRef="#ctx0" brushRef="#br0">27021 13219 153 0,'0'0'0'0,"0"-11"33"0,0-2-16 0,-12 13-7 0,0-11-10 0,0 11-49 0,12 24-79 0</inkml:trace>
  <inkml:trace contextRef="#ctx0" brushRef="#br0">28932 12179 15 0,'0'0'0'0,"-36"24"14"0,12-10-2 0,-13-14 7 0,-72 0 14 0,49 0-24 0,-12-25 1 0,-1 12 0 0,-12-22 0 0,24-1-3 0,-22-13-1 0,20-23 1 0,-8-1 0 0,10-24-3 0,13-24-1 0,36-12 0 0,24 0-2 0,36 25-1 0,25 10 0 0,24 13 0 0,35 14 0 0,39-2 0 0,21 12 0 0,27 1 1 0,-2 12 1 0,1 23-1 0,-13 0-1 0,-10 25 0 0,-15 25 0 0,-47 24 0 0,-12-1 0 0,-36 37 0 0,-37 12 0 0,-11 10-2 0,-25 28 2 0,-24 9-1 0,-25 2 1 0,13-25-1 0,-25 12 1 0,-11-12 1 0,0-12 2 0,-12-2-2 0,-13-22 0 0,-25 0 0 0,-10-24 0 0,-25-24 5 0,-1-1 0 0,-22-12-1 0,-2-24-2 0,-1-12 0 0,-9-25-1 0,23-23 0 0,0-37 0 0,23-11-1 0,-59-159 1 0,169 146-2 0,60 49-11 0,49 48-50 0,24 12-58 0</inkml:trace>
  <inkml:trace contextRef="#ctx0" brushRef="#br0">22993 5032 112 0,'0'0'0'0,"-134"59"7"0,27-9-6 0,-3-50-1 0,-11 0 0 0,-193-13 6 0,131-35 4 0,-9-24-2 0,-3-13-2 0,3-36-2 0,23-12 2 0,11 0-1 0,62-12-2 0,47-1 0 0,37 2 0 0,48-1 3 0,49-25 0 0,61 0-3 0,71 2-3 0,97-27-1 0,231 75 1 0,-353 107-1 0,86 61 1 0,109 122-1 0,-107 12 0 0,-25 23 0 0,-38 1 2 0,-60-12 0 0,-49-1 2 0,-47 1 5 0,-61-13-1 0,-169 182 4 0,-13-206-7 0,-60-48 1 0,-48-12-3 0,-12-24-1 0,-291-13-10 0,363-96-23 0,97-49-112 0</inkml:trace>
  <inkml:trace contextRef="#ctx0" brushRef="#br0">27081 14370 36 0,'0'0'0'0,"-13"-26"6"0,13 26 2 0,13 0 3 0,-13 37 9 0,0 11-12 0,11 13 0 0,-11 0-1 0,0-1-2 0,-11 13-3 0,-2-13 1 0,13 1-1 0,-11-26 0 0,0-10 1 0,11-13 2 0,0-12 2 0,0 0 12 0,11-24-18 0,0-13 0 0,13 2 0 0,15-50 0 0,-17 37-1 0,3 11-1 0,-13 24 0 0,-12 13 1 0,12 0-1 0,0 38 2 0,0-14-1 0,0 23 1 0,1-10-1 0,-1 0 1 0,0-2-1 0,0 2 0 0,12-13-1 0,-12-11-15 0,0-2-14 0,12-11-11 0,1 0-7 0</inkml:trace>
  <inkml:trace contextRef="#ctx0" brushRef="#br0">27638 14696 44 0,'0'0'9'0,"0"-24"9"0,0 12-2 0,-13-12 0 0,1 24-5 0,-12 0-5 0,0 0-2 0,-1 24-1 0,3 12 1 0,9-1-3 0,-12 15 1 0,25-15 0 0,0-11-2 0,12 1 0 0,14-13 2 0,-4-12-1 0,15 0 1 0,-13-12-1 0,0-13-1 0,1 1 1 0,-13 0 0 0,-12 1-1 0,0-2 0 0,12 1 0 0,-12 11 0 0,0 13 0 0,0 0-2 0,12 13 2 0,0 11 1 0,-12 13-1 0,12-26 0 0,13 37 0 0,-25-35-3 0,36-1-18 0,-12 0-16 0,12-12-41 0</inkml:trace>
  <inkml:trace contextRef="#ctx0" brushRef="#br0">28025 14624 20 0,'0'-26'23'0,"0"-9"23"0,-25 35-28 0,1 0-5 0,-12 12-4 0,23 0-3 0,-9 25-3 0,22-13-2 0,0 0-1 0,11 0 1 0,25 0-1 0,0 0 1 0,13 1-1 0,-13-13 1 0,-12 12-1 0,1-13 3 0,-25 2 5 0,-13-2 2 0,-11 2-3 0,-24-1-3 0,11-12-3 0,-11 12 0 0,23-12-6 0,3 13-17 0,9-13-27 0,13 0-42 0</inkml:trace>
  <inkml:trace contextRef="#ctx0" brushRef="#br0">28339 14877 80 0,'0'0'9'0,"24"0"14"0,12-12 5 0,1 0-6 0,-13 12-12 0,-24 0-5 0,24-13-4 0,-12 13-1 0,13 13-5 0,-13-13-20 0,0 12-26 0,-12 0-22 0</inkml:trace>
  <inkml:trace contextRef="#ctx0" brushRef="#br0">29029 14696 86 0,'0'0'0'0,"0"-24"12"0,-13 12-3 0,-11 0 5 0,-11 0-2 0,-2 12-1 0,0 0-2 0,-11 24-4 0,24 12 0 0,-12-1-2 0,23 15-1 0,13-26-1 0,24 0 0 0,13 12 1 0,23-24-2 0,1-12-2 0,11 13-17 0,-11-13-16 0,-1-13-17 0,-23 1-5 0</inkml:trace>
  <inkml:trace contextRef="#ctx0" brushRef="#br0">29198 14381 53 0,'-12'-11'16'0,"12"-2"5"0,-12 13-9 0,12 13 6 0,0 22-2 0,0 2-6 0,0 24-3 0,0 60 5 0,0-61-9 0,0 13-2 0,0-25 0 0,12-13-1 0,-12-22 1 0,12-1 0 0,-12-12 2 0,12 0 0 0,12-25 0 0,1 14-1 0,-1-26-1 0,0 14 0 0,0-26-1 0,0 25 0 0,11 12 0 0,-21 0 0 0,11 0 0 0,-14 24-1 0,0 0 1 0,2 61 1 0,-1-38-1 0,-12-11 1 0,12 0-1 0,0-11 1 0,0-1 0 0,12 0-1 0,-11-12 0 0,-1 0-1 0,0-12-8 0,12 0-4 0,12-25-16 0,-23 13 19 0,-13 1 3 0,12-2 4 0,0 1 4 0,0 0-1 0,0 24 4 0,-12 0 2 0,12 0 2 0,-12 35 2 0,12-9-1 0,-12 9-3 0,0-11-2 0,0 0-3 0,0 1-1 0,0 0 1 0,13-14-30 0,-2 2-24 0,0-13-19 0</inkml:trace>
  <inkml:trace contextRef="#ctx0" brushRef="#br0">29706 14454 125 0,'0'-12'6'0,"-12"12"0"0,24-13-4 0,-12 13-1 0,25 0 0 0,-3 13-9 0,3 11-43 0,-12-12-19 0</inkml:trace>
  <inkml:trace contextRef="#ctx0" brushRef="#br0">29984 14418 75 0,'0'-24'6'0,"12"-13"19"0,-12 24-6 0,0 2-2 0,0 11-10 0,0 0-4 0,-12 37 6 0,0 35 11 0,0-11-11 0,12-1-3 0,-12-12-2 0,12 13-3 0,0 11 0 0,-12-24-1 0,12-11 0 0,0-1 1 0,-13-24-2 0,26 12-28 0,-1-24-14 0,12 0-64 0</inkml:trace>
  <inkml:trace contextRef="#ctx0" brushRef="#br0">30395 14792 75 0,'0'0'0'0,"25"-35"42"0,-1 22-25 0,-12-24 6 0,0 26-4 0,-12-1-11 0,-12-12-5 0,-12 12-2 0,-13 12-1 0,1 0 1 0,0 0 0 0,-13 24-2 0,13-12 2 0,23 24-2 0,2 25 1 0,11-37 0 0,36 11-1 0,-12-22 2 0,12-13-1 0,13-24 3 0,-25 0-1 0,0-12 0 0,13-2-2 0,-13-21 1 0,13-2-1 0,-15-11-3 0,-9-1-4 0,12-12-3 0,-25 0 2 0,0 38 7 0,0 33 0 0,-12 3 2 0,-14 59 10 0,4 0-4 0,9 26-1 0,1-2 0 0,12 86 2 0,47-75-7 0,63 2 3 0,-13-61-2 0,-61-24-17 0,13-11-97 0,-37 11 48 0</inkml:trace>
  <inkml:trace contextRef="#ctx0" brushRef="#br0">31133 14865 34 0,'0'0'15'0,"0"0"-6"0,12 0 18 0,49 25-4 0,-1-14-14 0,25 13 2 0,0-11-1 0,-13-1 0 0,13-12-2 0,-1 12-3 0,12-12-4 0,2 12 1 0,-25-12-1 0,-25 0-9 0,-36 0-35 0,-12 0-62 0</inkml:trace>
  <inkml:trace contextRef="#ctx0" brushRef="#br0">30045 15349 55 0,'-12'-24'27'0,"-1"11"-11"0,50 87 9 0,72 70 3 0,48 49-15 0,-12 14-7 0,-48-62-4 0,-61-86 1 0,-36-33 0 0,0-14-17 0,0 0-120 0</inkml:trace>
  <inkml:trace contextRef="#ctx0" brushRef="#br0">32051 15301 38 0,'0'0'15'0,"-11"0"-13"0,11 0 9 0,0 0 11 0,0 0 0 0,0-13-19 0,0 2 0 0,0-1-2 0,11-37 2 0,2 13 0 0,0-26-1 0,-1 3 1 0,13-14-1 0,-14 1 0 0,0 11 0 0,2 0 1 0,11 26 1 0,-24-2-2 0,12 37 0 0,13 11 3 0,-25 15-3 0,11 9 0 0,2 13 0 0,-1 13-1 0,-12-12-1 0,12 11 1 0,0-11 0 0,-12-1-3 0,12-11-12 0,0-1-19 0,-12-24-21 0,0-1 12 0</inkml:trace>
  <inkml:trace contextRef="#ctx0" brushRef="#br0">32149 15023 50 0,'0'0'0'0,"12"-13"22"0,12 1 0 0,12 12-20 0,-11 0-7 0,11 0-49 0,-24 0 23 0</inkml:trace>
  <inkml:trace contextRef="#ctx0" brushRef="#br0">32464 15095 53 0,'0'0'0'0,"0"-12"21"0,-12 12-22 0,12 0-20 0,0 0-24 0</inkml:trace>
  <inkml:trace contextRef="#ctx0" brushRef="#br0">32608 14829 54 0,'0'0'0'0,"0"0"20"0,0 0-5 0,0-13-3 0,0 13 9 0,0 24-15 0,13 37 1 0,-13-12-6 0,12-1 0 0,0 1-1 0,-12-1 0 0,0 1-5 0,0-13-16 0,0-13-19 0,0-10-19 0</inkml:trace>
  <inkml:trace contextRef="#ctx0" brushRef="#br0">32608 14792 33 0,'0'0'5'0,"13"-23"37"0,-1 11-24 0,0-14-3 0,12 15-5 0,0 11-4 0,1 0-1 0,-1 24-3 0,-12 1 1 0,0 11-1 0,-12 12 0 0,-12-11 0 0,-12-13-1 0,-13 12 0 0,1-12-1 0,0-12 1 0,23 0-2 0,2 0 1 0,11 1 1 0,11-1-2 0,14 0 1 0,11 12-1 0,13 0 1 0,-13-12 0 0,-12 13 1 0,-24-13 1 0,0 12-1 0,-12-24-2 0,-12 12-18 0,0 0-42 0,12-12 11 0</inkml:trace>
  <inkml:trace contextRef="#ctx0" brushRef="#br0">32973 15251 73 0,'0'0'27'0,"-13"-11"0"0,13 11-9 0,13-13-10 0,-13 2-8 0,0-2-44 0</inkml:trace>
  <inkml:trace contextRef="#ctx0" brushRef="#br0">30432 16461 50 0,'0'0'10'0,"0"-11"16"0,0 11-14 0,12 0-3 0,0 11 3 0,12 14-4 0,1 11 0 0,10 1-2 0,-22-1-3 0,11-1-1 0,-11 3 0 0,-2-2-2 0,0-12 1 0,2 0-1 0,-13-13-2 0,0 2-7 0,0-13-9 0,-13 0-10 0,13 0-44 0</inkml:trace>
  <inkml:trace contextRef="#ctx0" brushRef="#br0">30710 16450 46 0,'0'0'0'0,"-13"0"15"0,2 11-4 0,-14 2 5 0,-11 23 1 0,23-11-11 0,-22 35 2 0,11-12-3 0,-13-11-1 0,1 11-1 0,24-13-2 0,-12-9 1 0,12-14-2 0,12 0-3 0,0-1-17 0,12-11-13 0,0 0-28 0</inkml:trace>
  <inkml:trace contextRef="#ctx0" brushRef="#br0">30782 16486 29 0,'0'0'20'0,"12"0"-9"0,1 24 7 0,11-12-3 0,0 25-5 0,-12-13-6 0,13 12-1 0,-3-12-2 0,4 1 0 0,-26-13-4 0,37 0-25 0,-26-12 5 0,0-24 3 0,2-1 6 0,11-11 9 0,-12-36 9 0,-12 35 7 0,0 13 8 0,0 11 2 0,-12 2-7 0,12 11-4 0,-12 24-1 0,0 12-1 0,-12 0 0 0,13 13-1 0,-2 12-3 0,13-13-1 0,-11 0-2 0,11 1 0 0,0-2-2 0,0-23-3 0,0-11-12 0,24-1-15 0,-13-12-45 0</inkml:trace>
  <inkml:trace contextRef="#ctx0" brushRef="#br0">31194 16522 48 0,'-12'0'14'0,"12"-12"2"0,0 0-1 0,12 12-1 0,12-12-4 0,0 12-3 0,13 0 0 0,11-12 2 0,-13 12-3 0,2 0-2 0,-25 0-2 0,-12 12 0 0,0 12 1 0,-36 25 0 0,1-1-2 0,-4-12-1 0,4 25 1 0,11-13-1 0,12-11 1 0,0-2-2 0,12-11 1 0,0-11 1 0,37-13 1 0,9 0-1 0,52-13-13 0,-61 13-57 0,-26 0 9 0</inkml:trace>
  <inkml:trace contextRef="#ctx0" brushRef="#br0">32294 15434 2 0,'0'0'5'0,"0"0"15"0,0 0-3 0,0-13 1 0,12 13-5 0,-12 0-2 0,0-11-3 0,0 11-2 0,0-13-1 0,0 13 0 0,0 0-5 0,0 0 0 0,-12 0 1 0,0 13-1 0,0-2 1 0,0 2-1 0,-12 11 0 0,0 0 1 0,-1 13-1 0,13-1 1 0,-12 12-1 0,11-11 0 0,13 11 0 0,0-13 3 0,0 2 2 0,13-12 2 0,11-2-1 0,-12-10-1 0,24-13-2 0,-23 11-1 0,-1-11-1 0,12 0-22 0,-12 0-32 0</inkml:trace>
  <inkml:trace contextRef="#ctx0" brushRef="#br0">32586 15530 17 0,'0'0'10'0,"11"0"3"0,-11-11 5 0,11 11-6 0,-11-13-5 0,0 1-3 0,-11 0-1 0,0 0 1 0,-15 12 0 0,2-12 0 0,0 12-1 0,13 0 0 0,-2 0 0 0,1 12 1 0,12 12 1 0,-12 12 7 0,12 1-7 0,12-13-1 0,-12 12-1 0,0 25 0 0,0-37-3 0,0 0 1 0,0 0-15 0,0-11-7 0,0-1-25 0,0-12-10 0</inkml:trace>
  <inkml:trace contextRef="#ctx0" brushRef="#br0">32343 15688 26 0,'0'0'20'0,"12"0"-4"0,0 0 7 0,0 0-4 0,25-12-6 0,-15 12-6 0,4 0-4 0,-2 0-1 0,0 0-3 0,-13 0-12 0,14 0-83 0</inkml:trace>
  <inkml:trace contextRef="#ctx0" brushRef="#br0">32693 15747 52 0,'0'0'21'0,"0"0"19"0,0-11-22 0,0 11-17 0,0 0-20 0,13 0-73 0</inkml:trace>
  <inkml:trace contextRef="#ctx0" brushRef="#br0">32875 15494 41 0,'0'0'28'0,"0"-12"5"0,24 12-16 0,-13 0-2 0,26 0-4 0,-11 24-2 0,-4 13-3 0,-9 47 2 0,-13-35-6 0,-35 11-5 0,9-11-10 0,-11-2-24 0,15-10-52 0</inkml:trace>
  <inkml:trace contextRef="#ctx0" brushRef="#br0">31690 17079 37 0,'0'0'24'0,"0"-12"-14"0,0 12-3 0,0 0 4 0,0 0-2 0,-13 0-1 0,-35 36 0 0,0 25 2 0,11-1-1 0,25-12-2 0,-12 13-5 0,24-13-1 0,12-11 0 0,0-2 0 0,13-22 0 0,-13-2-2 0,12 2-8 0,0-1-13 0,1 0-30 0,-25-12 12 0</inkml:trace>
  <inkml:trace contextRef="#ctx0" brushRef="#br0">31798 17309 36 0,'0'0'0'0,"12"-12"35"0,-12 12-28 0,0 0 4 0,13 0 0 0,-13 12-5 0,0-1-2 0,0 13-2 0,0 0 1 0,0 0 0 0,0 2 1 0,0-15 2 0,0 2 1 0,0-2-1 0,0-11-4 0,11-11 0 0,-11-13-2 0,13 11 1 0,-1-11-2 0,0 0 1 0,0 0 0 0,0 0-1 0,12 12 1 0,-12-2-1 0,1 14 1 0,-1 0 0 0,-12 14 1 0,12-2-1 0,-12 12 0 0,12-13 0 0,-12 26 0 0,0-26 0 0,0 2 1 0,0 0 6 0,12-13-6 0,-12 0 0 0,12-13-1 0,0 0 0 0,23-35-1 0,-9 37 0 0,-14-13 0 0,35-2 0 0,-34 15 0 0,-1 11 2 0,0 0-1 0,-12 11 0 0,0 3 0 0,0 9-4 0,12-10-9 0,-12 11-8 0,14 0-85 0</inkml:trace>
  <inkml:trace contextRef="#ctx0" brushRef="#br0">32343 17453 62 0,'0'0'0'0,"0"0"36"0,0 0-18 0,0 0-3 0,0-11-8 0,0 11-8 0,12-13-7 0,-12 13-20 0,12 0-45 0,0 0 48 0</inkml:trace>
  <inkml:trace contextRef="#ctx0" brushRef="#br0">32560 17212 49 0,'0'0'30'0,"12"0"-9"0,2-12-3 0,8 12-5 0,3 0-3 0,-13 12-2 0,0 11 0 0,0 1-2 0,-12 26-1 0,0-2-2 0,-12 0-2 0,0 13 1 0,-12-13-1 0,0-11-5 0,-13-1-27 0,13 0-86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000" min="-10000" units="dev"/>
          <inkml:channel name="Y" type="integer" max="10000" min="-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4-03-22T19:49:4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10680 460 61 0,'0'0'7'0,"-12"0"8"0,12-12-3 0,0 0 4 0,0 12-6 0,-12 0-5 0,12 0-1 0,0 24 2 0,0 12-4 0,0 13-3 0,0 11 2 0,24 49 0 0,1-61 0 0,-14-24 3 0,14-11 4 0,-13-1-2 0,25-12 0 0,-26-12-4 0,37-61 4 0,-22 13 0 0,-15 23-6 0,0 13-1 0,2 0 1 0,11 11-1 0,-24 37 0 0,12 0 0 0,12 26 1 0,-12-15-1 0,13 2 2 0,-1-1-1 0,12-11 1 0,13-13 3 0,-13-24 3 0,-24-1 0 0,1-23 1 0,-2-13-3 0,0 1-1 0,-22-48-4 0,11 59 0 0,-11 13-4 0,-2 0-6 0,1 12-20 0,12 24-44 0,-12-1-8 0</inkml:trace>
  <inkml:trace contextRef="#ctx0" brushRef="#br0">11394 641 38 0,'0'0'10'0,"0"-12"8"0,12-1 5 0,0 2-6 0,0 11-4 0,0 0 1 0,-12 0-2 0,0 24-6 0,0 13 0 0,0-13-2 0,0 24-3 0,-12-24 1 0,12 13-3 0,0-13 1 0,0-12-3 0,0 0-20 0,0 0-41 0,0-12 21 0</inkml:trace>
  <inkml:trace contextRef="#ctx0" brushRef="#br0">11394 351 83 0,'0'0'7'0,"-12"0"-5"0,-1-12-2 0,13 12 0 0,-12 0-10 0,12 12-56 0</inkml:trace>
  <inkml:trace contextRef="#ctx0" brushRef="#br0">11720 351 95 0,'0'0'9'0,"-12"0"2"0,0-12 6 0,0 12-1 0,12-12-8 0,-13 12-1 0,13 12-1 0,0 23-1 0,0-9-2 0,0 22-1 0,13 72-4 0,-13-47 4 0,0-13-2 0,0-11 1 0,0 0-1 0,0-1 4 0,0-36-1 0,0-12 0 0,12-12-3 0,0-12 1 0,24-13-2 0,-24 1 0 0,25-13 1 0,-1 14 4 0,-24-15-4 0,13 26 1 0,-13 0-1 0,0 13-2 0,-24 22 0 0,0 13 1 0,-13 50 1 0,13-39 2 0,12-10-3 0,24 11 1 0,-11-24 1 0,23 0-1 0,13-12 0 0,-14 0-1 0,2-12 3 0,-2 0-3 0,2-12 3 0,-13 0-2 0,-11 11 1 0,-13-11-1 0,0 13-1 0,0-2 2 0,0 13-3 0,-13 13 3 0,13-2-2 0,0 2 2 0,0 11-1 0,13 0 0 0,-2 0 0 0,-11 0-3 0,13-11-14 0,-1-1-51 0,0-12-16 0</inkml:trace>
  <inkml:trace contextRef="#ctx0" brushRef="#br0">12095 400 126 0,'0'-13'19'0,"-12"0"-17"0,0 2-1 0,-1-1 0 0,13 0-1 0,-11 0-4 0,22 12-32 0,-11 12-39 0</inkml:trace>
  <inkml:trace contextRef="#ctx0" brushRef="#br0">12338 641 113 0,'0'0'0'0,"0"-12"11"0,0 12-7 0,0-13 8 0,0 13-2 0,0-11-6 0,0 11 3 0,11 24-4 0,-11 0 0 0,11 37-2 0,28 72 1 0,-28-60 0 0,-11-1-2 0,13-11 0 0,-13-13 4 0,0 13 15 0,0-50-12 0,-13-22 0 0,2-26-5 0,-2 0-1 0,13-24-3 0,0-10 3 0,0-2-3 0,0 1 3 0,24-1-4 0,-11 12 6 0,9 13-3 0,27 35-2 0,12 13 3 0,-37 25 1 0,0 11-4 0,-12 1 4 0,-12-1-3 0,-24 0 2 0,0 1 0 0,-61-1-2 0,48-24 0 0,15-12 1 0,9 0-2 0,13-12 2 0,96-12-1 0,-23 0 1 0,24-1 0 0,0 1 3 0,-1 0-2 0,-11-13 0 0,-25 13-1 0,-23-12 3 0,-13 11-1 0,-36-10-2 0,-24 35-1 0,-1-13 1 0,1 13-1 0,-1 13-2 0,13 22 4 0,12-10-2 0,0 0 4 0,12 10-4 0,24 2 4 0,-11-13-4 0,23 0 1 0,-12 1 0 0,13-1-10 0,-1-24-21 0,13 12-40 0,-27-12-10 0</inkml:trace>
  <inkml:trace contextRef="#ctx0" brushRef="#br0">13535 726 99 0,'0'0'11'0,"0"0"3"0,0-25 28 0,12 14-21 0,-12-2-10 0,0 2-4 0,-12-2-7 0,-13 1 4 0,-10 12-3 0,-2 0 1 0,1 12-2 0,-13 12 0 0,13 0 0 0,12 1-2 0,-1-1 5 0,25 0-5 0,0 1 4 0,37-13-2 0,-13 0-1 0,24-12 3 0,-23 0-2 0,11-24 2 0,-12 11-1 0,11-23-1 0,-22-13 1 0,-1 1 1 0,1-13-4 0,-13 2 3 0,0-2-2 0,-13 13 2 0,1-2-1 0,-1 27-1 0,2 11 2 0,11 12 0 0,-11 12-1 0,11 24 1 0,0 1-1 0,0 11 0 0,0 13-1 0,22 11 0 0,3-11 2 0,13-13-2 0,-16 0 3 0,15-24-3 0,-13 1 2 0,13-25-2 0,-13 0 1 0,0-25 1 0,12 1-2 0,-11-12 2 0,-1 11-3 0,-12 1 4 0,0 0-4 0,0 12 3 0,-12 12-2 0,13 12 1 0,-2 1-1 0,-11 11-1 0,24 0 1 0,-11 0-13 0,11-12-28 0,11 0-86 0</inkml:trace>
  <inkml:trace contextRef="#ctx0" brushRef="#br0">13922 400 86 0,'0'0'0'0,"-12"0"52"0,12 0-52 0,-13-13-1 0,13 13-3 0,0 0-25 0,25 0-49 0</inkml:trace>
  <inkml:trace contextRef="#ctx0" brushRef="#br0">14334 738 105 0,'0'0'16'0,"0"-12"-9"0,0 0 4 0,11-1 12 0,0-11-1 0,2 0-6 0,-13 0-9 0,-13 24-4 0,2-13 3 0,-25 13-5 0,-2 25 1 0,3 0-2 0,11-1 1 0,0 12-1 0,12 0-2 0,0-12 4 0,24-11-2 0,0-1 3 0,12 0-5 0,0-12 3 0,11-12 0 0,-9-13-2 0,-14 25 4 0,13-12-4 0,-25 12 4 0,11 0-2 0,0 0-1 0,2 12 2 0,23 13-3 0,25-13 1 0,-13-12-5 0,-11 0-39 0,-13-24-117 0</inkml:trace>
  <inkml:trace contextRef="#ctx0" brushRef="#br0">15276 363 61 0,'0'0'11'0,"0"-12"-3"0,-12 12 3 0,-12-12 0 0,-1 12 1 0,-10 0 2 0,-15 24-4 0,4 13-5 0,-4 23-4 0,15 0-2 0,-2 49 3 0,37-72-2 0,0 59 2 0,12-59 0 0,48 11-1 0,-10-24 0 0,-4-12-19 0,15-1-34 0,-24-11-12 0</inkml:trace>
  <inkml:trace contextRef="#ctx0" brushRef="#br0">15517 605 70 0,'0'0'8'0,"0"-13"1"0,-11 13 4 0,11-11 5 0,-24 11-5 0,0 0-7 0,12 24 0 0,-13-13-3 0,12 26-1 0,2 0-3 0,11-1 3 0,11 0 0 0,15-12-1 0,11-11 0 0,9-1 0 0,15-12 2 0,0-12-3 0,0-1 2 0,-13 1 0 0,-1-12 3 0,-21 12 2 0,-2 0-1 0,-24 0-3 0,0 12-3 0,0 0 1 0,-12 0-1 0,12 12 1 0,0 12-1 0,25 0-1 0,-14-12 1 0,37 1-1 0,-11-1 3 0,-1 0-3 0,12-12 5 0,-24 0 0 0,1-12 0 0,-13-13 1 0,-12 1-2 0,-12 12-1 0,-13-12-1 0,-11-1 1 0,0 14-3 0,-37-13 2 0,49 24-3 0,11 0 2 0,2 0-2 0,11 0 2 0,11 11-1 0,26-11 1 0,0 0 0 0,11 0-1 0,12 0 2 0,-11 0-3 0,11-11 4 0,-11 11-4 0,-2 11 4 0,-22 2-3 0,-1-2 1 0,-10 2 1 0,-14 11-1 0,0 0 3 0,0-12-2 0,-14-12 3 0,2 12-5 0,12-12 2 0,-12-24-2 0,12 0 1 0,24 12-2 0,1-13 2 0,11 14-2 0,0-2 4 0,25 2-2 0,-13-2-1 0,-12 13 3 0,-11-12-3 0,-1 12 5 0,-12-12-2 0,-12-1 0 0,0 13 1 0,0-11-4 0,0 11 3 0,0 0-3 0,0 0 0 0,0 36 3 0,13 24-3 0,-13 1 2 0,11-12-2 0,-11 11 2 0,0 1-2 0,11-1 2 0,-11-25-1 0,0-9 2 0,-11-2 3 0,11-24-3 0,-24-13 0 0,24 2-1 0,-24-39-2 0,12 15 3 0,-2-13-3 0,3-73 1 0,11 60-3 0,25 13 3 0,11 11-1 0,-12 13 1 0,61 0-2 0,-49 24 3 0,0 24-1 0,-12-12 2 0,-11 24-3 0,-13-12 1 0,-13 1-1 0,-47 11 2 0,24-24-1 0,-1-12 0 0,13 12-1 0,11-12 1 0,2 0-4 0,22-12 5 0,26 0-2 0,0 0 2 0,23 0-2 0,1 0-2 0,11 0 6 0,-23-12-5 0,0 0 4 0,-27 11-2 0,15 1 3 0,-37 0-2 0,0 12-2 0,0 0 2 0,0 24 1 0,-12-11-4 0,12 22 2 0,12-10 0 0,1 11 1 0,11-12 0 0,0-11-2 0,0-1 2 0,0 0-2 0,0-12 3 0,1 0-2 0,-1-24 2 0,0 11-2 0,0-11-1 0,-11 0 2 0,11-13-1 0,-12 13 1 0,-12 0-3 0,12 12 3 0,1 0-2 0,-13 12 1 0,11 12 0 0,-11 0-1 0,0 1 3 0,13 11-3 0,-13 0 1 0,0-12 1 0,11 0-2 0,-11 0 2 0,11-12-2 0,2 0 3 0,13 0-3 0,-4-12 2 0,2 12-2 0,1-12 1 0,-1 12 0 0,-12 0-1 0,0 12 3 0,-12-12-4 0,0 24 4 0,-12-12-5 0,0 0-3 0,0 1-28 0,0-1-103 0</inkml:trace>
  <inkml:trace contextRef="#ctx0" brushRef="#br0">17550 799 45 0,'0'0'25'0,"0"0"-15"0,0 0 0 0,0-13 1 0,0 1 1 0,12 0-5 0,12 0 0 0,-11-12 3 0,11-1 2 0,0-10-1 0,0 10-2 0,0 0 1 0,-11 1-3 0,-1 13-2 0,-12-2-3 0,0 13-2 0,0 0-3 0,0 13 5 0,-12 11-3 0,12-13 3 0,12 14-2 0,12 0 1 0,1-1-1 0,-3 0 0 0,-9-12 4 0,-2 12 0 0,-11-12 2 0,-11 0-5 0,-13 0 1 0,-12 1-3 0,12-13-6 0,-12 0-22 0,-1 0-116 0</inkml:trace>
  <inkml:trace contextRef="#ctx0" brushRef="#br0">18022 424 74 0,'0'0'0'0,"12"-12"56"0,0 0-55 0,24-1 8 0,1 13 9 0,11-13 0 0,0 26-6 0,0 12-4 0,-11 11-2 0,-25 12-2 0,0 24 5 0,-12 1-6 0,0 0 0 0,-24 12-1 0,0-25-1 0,-11-11 0 0,9-25-2 0,2 0-4 0,11-12-27 0,2-12-121 0</inkml:trace>
  <inkml:trace contextRef="#ctx0" brushRef="#br0">24203 14102 255 0</inkml:trace>
  <inkml:trace contextRef="#ctx0" brushRef="#br0">20539 520 102 0,'0'-13'20'0,"0"13"-11"0,0 0-8 0,-13 0 12 0,13 26-8 0,0 9-2 0,0 2-1 0,13 11-3 0,-2 0 2 0,13 1-1 0,0-25 3 0,0 1-1 0,0-13 1 0,1-12-3 0,-13 0 1 0,12-12 0 0,0-13-2 0,-12 13 3 0,1 0-3 0,11 12-1 0,0 0 3 0,0 0-1 0,0 0 0 0,12 12-2 0,-11 0 5 0,-1 0 2 0,0-12 7 0,0 0-1 0,-12-24 1 0,0 0-1 0,-12-13-4 0,0-11-2 0,0 11-5 0,-12-11 0 0,0 13-1 0,0 9-9 0,0 15-24 0,12-2-19 0,0 13-55 0</inkml:trace>
  <inkml:trace contextRef="#ctx0" brushRef="#br0">21239 714 97 0,'0'0'0'0,"0"0"36"0,0-13-26 0,0 13 7 0,0-11-3 0,0 11-3 0,11 0-7 0,-11 11 0 0,0 14-4 0,13-1 2 0,-13 0-3 0,0 1 0 0,13-13-4 0,-13 0-10 0,12 0-10 0,0-12-54 0,-12 0 37 0</inkml:trace>
  <inkml:trace contextRef="#ctx0" brushRef="#br0">21215 412 70 0,'-12'0'14'0,"12"0"-12"0,-12-12-27 0,12 12-24 0</inkml:trace>
  <inkml:trace contextRef="#ctx0" brushRef="#br0">21517 436 89 0,'0'0'25'0,"-12"0"-17"0,12 0 3 0,0-12 4 0,-12 12-2 0,12 12 8 0,0 12-14 0,0 12-3 0,0 13-3 0,0-2 1 0,0 38 2 0,0-48-4 0,0-1 3 0,0-12-3 0,0-12 6 0,0-12-2 0,12 0-3 0,13-12-1 0,-1 0-1 0,12-24 3 0,0 24-3 0,1-25 2 0,-13 13-3 0,0 12 3 0,-13 0-2 0,-11 12-1 0,0 0 4 0,-11 12-3 0,0 13 4 0,11-1-3 0,-13 0 1 0,13 0-2 0,0 0 1 0,13 0 0 0,9-11-2 0,3-13 3 0,11 12-2 0,1-24 2 0,-13 12-1 0,12-25 0 0,-12 1-2 0,-11 0 3 0,-1-1 0 0,0 14-2 0,-12-2 2 0,0 13-2 0,0 0 2 0,0 13-1 0,0 11 1 0,12 0-4 0,0-12-11 0,12 0-28 0,-11 0-37 0,-2-12 25 0</inkml:trace>
  <inkml:trace contextRef="#ctx0" brushRef="#br0">21904 507 103 0,'0'0'34'0,"-12"-11"-29"0,0-2 3 0,0 2-7 0,12 11 0 0,12 0-20 0,12 0-87 0</inkml:trace>
  <inkml:trace contextRef="#ctx0" brushRef="#br0">22328 460 129 0,'0'0'0'0,"-12"-12"21"0,12 0-10 0,0 12 8 0,-12-12-6 0,12 12-5 0,0 0-1 0,0 24-4 0,0 11-2 0,0 15-3 0,0-2 3 0,0 0-2 0,12 0-3 0,0 1-8 0,0-13-17 0,-12-24-25 0,12 0-18 0</inkml:trace>
  <inkml:trace contextRef="#ctx0" brushRef="#br0">22098 387 85 0,'0'0'0'0,"0"-13"23"0,0 13-19 0,0 0 11 0,24-11 7 0,12 22-5 0,13 2-8 0,24 12-6 0,-1 11-2 0,13-1-4 0,-13 15 0 0,-11-2 5 0,-13 0-3 0,-36-11 4 0,-12-13-1 0,-36 0 1 0,-1-12-4 0,-24 0 3 0,2 0-5 0,-2 0-10 0,13-12-17 0,12 12-24 0,24-12-17 0</inkml:trace>
  <inkml:trace contextRef="#ctx0" brushRef="#br0">22896 690 96 0,'0'0'15'0,"0"0"3"0,0 0-8 0,-24 0 4 0,0 0 0 0,-12 0-3 0,-49 48-2 0,49-36-7 0,12 12-3 0,11 1 4 0,13-13-3 0,13 0 3 0,23-12-3 0,13 0 0 0,-1-12 3 0,0-13-2 0,0 1 4 0,-11 12-2 0,-13-12 2 0,-12 12-4 0,0-1-2 0,0 13 2 0,-12 13-3 0,12-1 1 0,12 12 0 0,1-12 0 0,23 12-2 0,-36-24 5 0,0 0-3 0,12-24 4 0,-24-12-3 0,11-13 5 0,2 1-4 0,-13-24-1 0,0 11 1 0,0 1 2 0,-13-2 1 0,13 27 0 0,-11 11-2 0,11 12-2 0,0 48 1 0,0-1 0 0,0 15 0 0,24 9-6 0,-11 3 4 0,24 9-3 0,-15-10-6 0,3-12-1 0,-13-13 6 0,-12-12-3 0,0-11-4 0,-12-13 2 0,-24-13 2 0,0-11 7 0,-13 12-1 0,1-24 3 0,0 12-1 0,11-13 1 0,25 25 1 0,12 0-1 0,24-1 5 0,37 13-3 0,10 0 3 0,14 0 2 0,0-11 2 0,-12 11-1 0,-12 0-2 0,-13 0 2 0,-35 0-7 0,-13 11 2 0,-13 2-5 0,-23 11 2 0,0 0 1 0,-1 0-4 0,13 1 4 0,12 11-5 0,12-24 6 0,0 0-5 0,24 1 4 0,0-13-2 0,1 0 1 0,-1-13 2 0,0 1-5 0,0-24 4 0,-11 24-4 0,-13-13 4 0,11 14-3 0,-11-2 2 0,11 13 2 0,3 0-2 0,-2 13 1 0,12-2-2 0,11 2 2 0,-10-1-4 0,13 0 1 0,-3-12-9 0,1 0-29 0,0-12-96 0</inkml:trace>
  <inkml:trace contextRef="#ctx0" brushRef="#br0">24457 339 70 0,'0'0'25'0,"11"-12"-10"0,-11 0 7 0,0 0 7 0,-11 12-18 0,-26 12-2 0,-11 36-3 0,0 1-2 0,0 11-5 0,-1 36 3 0,25-48-2 0,11 50 3 0,26-26 3 0,11-35-5 0,49 11 0 0,-12-25-8 0,-2-9-9 0,74-2-143 0</inkml:trace>
  <inkml:trace contextRef="#ctx0" brushRef="#br0">24711 460 98 0,'0'-12'15'0,"0"12"-1"0,0-12 5 0,0 0 1 0,0 12-8 0,0 0 1 0,0 24-5 0,0 0-6 0,0 24 0 0,0 0 0 0,0 13-2 0,12 0 0 0,0-13 1 0,1 0-3 0,-2-23-4 0,0-1-13 0,2-12-10 0,-13-12-37 0,11 0-3 0</inkml:trace>
  <inkml:trace contextRef="#ctx0" brushRef="#br0">24977 460 84 0,'0'0'0'0,"0"0"29"0,0 0-14 0,12 0 3 0,-24 0-1 0,0 12-15 0,-13 12-2 0,1 0-1 0,0-11-1 0,-13 22 3 0,1-22 0 0,24 11-1 0,-12 0 1 0,24 0 1 0,0-11 4 0,11 11 1 0,28-13-1 0,8 2-1 0,-11 11-4 0,13-12 0 0,-13 0-6 0,-12 0-5 0,1 0-17 0,-25 1-107 0</inkml:trace>
  <inkml:trace contextRef="#ctx0" brushRef="#br0">25448 483 67 0,'0'0'0'0,"0"0"42"0,-11-11-39 0,11 11 2 0,-13 0 8 0,-11 0 1 0,0 11-3 0,-12 26-8 0,-1 0 0 0,13-2-1 0,-13 14 0 0,37 0 0 0,-11-1 0 0,11-12 3 0,24-11-2 0,12-1 2 0,0-12-3 0,13-12 1 0,-1 0-2 0,61-49-3 0,-98 37 1 0,-11-12-2 0,-11 12 2 0,-13 0 0 0,0 0 1 0,-24-1-2 0,35 13 2 0,13 0-1 0,13 13 3 0,-2-13-2 0,26 0 3 0,0 0 1 0,-2 0 1 0,-23 0 1 0,13-13-3 0,-12 13 2 0,-13 13-2 0,0-1 0 0,0 12-3 0,0-12 0 0,0 12-1 0,11-11-7 0,-11 11-13 0,11-12-30 0,-11 0-60 0</inkml:trace>
  <inkml:trace contextRef="#ctx0" brushRef="#br0">25920 266 118 0,'0'0'5'0,"0"0"-2"0,11 13 4 0,14-2 10 0,0 14 7 0,-1 11-5 0,12 25-9 0,-12-1-6 0,0 1 0 0,-12 22-1 0,1-9-1 0,-13-2 3 0,-25-11-2 0,13-13 1 0,-24-11-4 0,11-13 2 0,3-12-8 0,-4 0-13 0,14-12-50 0,12 12-40 0</inkml:trace>
  <inkml:trace contextRef="#ctx0" brushRef="#br0">14430 1452 36 0,'0'0'23'0,"0"0"-2"0,11-12 1 0,-11 12-4 0,13-12-7 0,-13 0 0 0,12-1-4 0,-12 0 0 0,0 2-3 0,0-13-1 0,0 12-1 0,-12 0-2 0,-1 0 1 0,-9 12-2 0,-16 0 1 0,2 24 0 0,0 12-2 0,-13 25 2 0,25-2-1 0,24-22 0 0,13-12 1 0,9-13 1 0,16-1-1 0,-2-11 0 0,12-11 1 0,-22-13-1 0,9-2 0 0,-23 2 1 0,-12 1 1 0,0-1 0 0,0 0 0 0,0-1-2 0,0 12 0 0,0-10 0 0,0 23-1 0,0 0 1 0,0 12-3 0,12 25 3 0,12 11-1 0,12-13 1 0,-11-11-3 0,-1-11-13 0,0 0-17 0,-12-1-24 0,1-12 20 0</inkml:trace>
  <inkml:trace contextRef="#ctx0" brushRef="#br0">14721 1403 25 0,'0'0'20'0,"0"0"-3"0,0 0 1 0,11 25-12 0,-11-1-2 0,0 12-3 0,11 12 1 0,-11-35 1 0,0-1 7 0,13-12 33 0,-26-12-32 0,13-14-2 0,0 15-1 0,-11-13-2 0,11 12-2 0,0-12 2 0,0 12-3 0,11 0-2 0,2 0-1 0,-1-1-2 0,12 13-7 0,1 0-28 0,11 13-41 0,-12-1 27 0</inkml:trace>
  <inkml:trace contextRef="#ctx0" brushRef="#br0">15095 1246 39 0,'0'0'0'0,"0"0"15"0,0-12 0 0,0 12 10 0,-11-13-6 0,11 2-5 0,0 11-8 0,0 0-2 0,0 0 5 0,0 24 4 0,0 0-9 0,0 13 0 0,0 11-6 0,11 37 2 0,0-25 0 0,-11-12-1 0,0-11 0 0,0-13-7 0,0-24-16 0,0 11-32 0,0-11-8 0</inkml:trace>
  <inkml:trace contextRef="#ctx0" brushRef="#br0">14974 1476 38 0,'0'0'11'0,"25"0"0"0,-14-12 11 0,13 0-2 0,-13 12-4 0,39 0-6 0,10 0-4 0,-24 24-3 0,1-12 2 0,-37 12-2 0,12 13-1 0,-12-25 0 0,0 11-2 0,0-10 0 0,0-2-1 0,0-11-9 0,12-11-109 0</inkml:trace>
  <inkml:trace contextRef="#ctx0" brushRef="#br0">15301 1306 90 0,'0'0'19'0,"-13"0"-18"0,13 0-2 0,0 0-16 0,13 13-44 0,-13-13 35 0</inkml:trace>
  <inkml:trace contextRef="#ctx0" brushRef="#br0">15530 1428 60 0,'0'0'0'0,"-13"0"19"0,13 0 0 0,-11 0 1 0,-2-12-3 0,-9 12 3 0,-3 0-19 0,0 0-1 0,1 36 2 0,24-12-2 0,-11-1 1 0,22 1-1 0,13 2 1 0,1-14-1 0,11 0 0 0,-1-12 1 0,26-12-1 0,-24 0 1 0,-13-14-1 0,0 2 1 0,-12 1 1 0,1-13 1 0,-1-1-3 0,0 1 2 0,-12-12-1 0,12-1-1 0,-24 13 4 0,12-1 0 0,-37 2 3 0,25 35-4 0,0 11-1 0,0 13 0 0,0 13-2 0,0-1 1 0,12 13-1 0,0 22-3 0,24-9 4 0,-12-15-1 0,12-23 2 0,13-11-1 0,-1 0 0 0,0-13 1 0,13 0-1 0,-2-13 0 0,16-11-1 0,-4 0 0 0,-23 0 0 0,13-37 2 0,-37 37-1 0,-12 0-4 0,-24 12 3 0,-13 12 0 0,13 0 0 0,-12 24 0 0,-13 12-3 0,37 13 3 0,12-13 1 0,37-12 0 0,-1 0 0 0,0-11-1 0,13-13-1 0,11 0-12 0,50-13-152 0</inkml:trace>
  <inkml:trace contextRef="#ctx0" brushRef="#br0">16569 1476 79 0,'0'0'0'0,"14"-12"20"0,10 12 3 0,12 0 3 0,0-12-9 0,24 12-8 0,-11 0-4 0,24 0-3 0,-25 0 1 0,13 0-2 0,35-12 2 0,-71 0 1 0,-12 12-4 0,-13-12 0 0,0-1 0 0,-13 0 0 0,-12 2-1 0,25-1 2 0,-12 12-3 0,12 0 4 0,0 0-1 0,12 12 2 0,0-1 0 0,14 27 0 0,-15-26-1 0,-22 24-1 0,-2-24-3 0,-37 12-11 0,15-13-31 0,-13 2-77 0</inkml:trace>
  <inkml:trace contextRef="#ctx0" brushRef="#br0">16569 1367 66 0,'0'0'29'0,"0"-12"-14"0,0 12 6 0,14-12 2 0,-14 12-11 0,-14 0 2 0,3 12-11 0,-13 12-2 0,-24 25-2 0,24-25 3 0,24 0-2 0,24-12-1 0,0-1-2 0,13 2-31 0,-1-13-72 0</inkml:trace>
  <inkml:trace contextRef="#ctx0" brushRef="#br0">17671 1499 70 0,'0'0'14'0,"-12"0"-6"0,12 0-3 0,0 13 8 0,0-2 1 0,12-11-2 0,12 13-5 0,13-13-3 0,0-13-2 0,-2 2-1 0,1-2 1 0,-22-10 0 0,-3 11 3 0,-11-24 1 0,0 24-1 0,0-14 2 0,-25 15-4 0,0-1 2 0,-10 12-4 0,-1 23-1 0,0 27-1 0,23 9 1 0,13-22 1 0,25 0 0 0,11-13 2 0,-1-13-2 0,2-11 1 0,0 0 0 0,-1 0 0 0,-12-24 1 0,0 1 0 0,1-2 2 0,-13 1-2 0,12 0 2 0,-24 12-3 0,12 0 1 0,12 12-2 0,-12 0-1 0,1 12 1 0,9 11-1 0,-8 1 1 0,10 14-1 0,-12-26 1 0,12 23-2 0,-13-35 2 0,-11 13-1 0,13-13 3 0,-13 0-2 0,12-13 0 0,13-11 0 0,-1-11-2 0,0 9 2 0,0-9-2 0,0 23 2 0,-12-12-1 0,0 24-1 0,-12 0 2 0,25 0-3 0,-13 12 2 0,0 12 0 0,0 0 0 0,0 0 0 0,0 13 0 0,13-13-1 0,-14-24 2 0,14 11-1 0,11-11 0 0,-23 0-1 0,9-24 3 0,3 1-2 0,-13-2 2 0,1-12-5 0,0 26 5 0,-2-25 2 0,-11 0-5 0,0-13 1 0,11 1-2 0,-11-13 4 0,0 13-3 0,0 0 2 0,0 22-2 0,0 15 1 0,-11-2 1 0,11 13-2 0,-11 24 3 0,11 13-4 0,-13 0 4 0,0 11-3 0,13 13 0 0,0 36-1 0,13-25 3 0,11-37-1 0,0-9-1 0,12-2 3 0,0-13-2 0,-11-11 1 0,11 13-2 0,0-26-1 0,13-10-19 0,-25 11-7 0,-12-14-13 0,1 15-28 0,-2 11 19 0</inkml:trace>
  <inkml:trace contextRef="#ctx0" brushRef="#br0">18506 1379 64 0,'0'0'22'0,"0"0"-15"0,12-12 26 0,13 0-8 0,10 0-4 0,15 12-5 0,-3-12-8 0,13 12-4 0,1-12-5 0,-12 12 1 0,-25 0-15 0,0 0-133 0</inkml:trace>
  <inkml:trace contextRef="#ctx0" brushRef="#br0">23864 15543 255 0</inkml:trace>
  <inkml:trace contextRef="#ctx0" brushRef="#br0">19619 1561 31 0,'0'0'0'0,"0"0"25"0,0-12-15 0,0 12 3 0,0 0 4 0,-13 0 0 0,13 0-6 0,0 0 20 0,13 0-17 0,35 0 4 0,-24 0-13 0,24-13-2 0,-11 13-3 0,11-13 1 0,0 13-1 0,1 0 1 0,12 0-1 0,-1 0 1 0,11 0 0 0,15 0-1 0,11 0 0 0,24-11 0 0,1 11 1 0,-2 0-3 0,-11-13 2 0,-14 13 0 0,-10 0-1 0,-11 0 2 0,-26 0-1 0,-24 0 1 0,-24 0-1 0,0 0 1 0,0-11 0 0,-24 11 0 0,12-12-1 0,-13 12 0 0,1-12 0 0,12 12 0 0,0 0 1 0,12-12-1 0,-12 12-1 0,0 0 3 0,12-12-3 0,-13 12 5 0,2-12-4 0,0 0 1 0,-2-1-1 0,1 13 1 0,-1-13-2 0,1 13 1 0,12 0 1 0,0 0-1 0,0 0 3 0,12 13-5 0,37 12 5 0,-25-1-3 0,24 0 1 0,-48 12 0 0,0-25-2 0,-12 15-1 0,-37-2-18 0,-23 0-43 0,12 0-39 0</inkml:trace>
  <inkml:trace contextRef="#ctx0" brushRef="#br0">19824 1440 57 0,'0'0'9'0,"0"0"-2"0,0-12 6 0,-13 12 0 0,2 0 3 0,-37 0-2 0,-13 24 1 0,13 0-3 0,11-1-2 0,26 14-2 0,-2-12-2 0,26-2 1 0,23 1-5 0,24-11-2 0,25-2-15 0,-1 2-89 0,-47-13 51 0</inkml:trace>
  <inkml:trace contextRef="#ctx0" brushRef="#br0">21687 1512 73 0,'0'0'0'0,"0"-13"23"0,0-10-2 0,13 11 1 0,-2 0-9 0,-11 12-10 0,36 0 1 0,-24 24 0 0,0 12-1 0,-12 1-1 0,0-13 0 0,0 24 0 0,0-24-1 0,12-12 2 0,-12 0 1 0,0-12 4 0,0 0-1 0,13-12-3 0,-2 0-3 0,38-36 1 0,-25 24-2 0,13-13 0 0,-1 0 0 0,-24 14 0 0,12 11 1 0,0 0-1 0,-13 12 1 0,3 24 1 0,-14-1-2 0,12 14 1 0,1 0-1 0,-2-13 1 0,13 0-1 0,-13 0 1 0,14-12 1 0,-1-12-2 0,1 0 2 0,-1-12-1 0,0-1 0 0,12-22-2 0,-23 11 3 0,-13 0-3 0,12 24 1 0,0-13-1 0,-12 13 1 0,0 0-1 0,0 13 1 0,12 11 1 0,12-13-2 0,-12 13 2 0,23 0-2 0,3-11 2 0,9-1-2 0,-10-12 1 0,0 0 1 0,11-25 0 0,-48 1 0 0,0 0 1 0,0 1-1 0,-24-2 1 0,-13-12-2 0,0 37 0 0,-9-11 1 0,-4 11-2 0,15 11-1 0,10 13-5 0,25 2-9 0,-12-14-23 0,49 11-36 0,-26-10 18 0</inkml:trace>
  <inkml:trace contextRef="#ctx0" brushRef="#br0">22933 1597 107 0,'0'0'13'0,"0"-13"0"0,-25-10 3 0,1 11 1 0,-12-14-2 0,0 26-5 0,-13-11-6 0,13 11-4 0,0 11 0 0,12 2 1 0,-1 12-1 0,13-2 1 0,12 1-1 0,12-11 1 0,0 11 0 0,25-12 0 0,11-12 0 0,25-12 0 0,-37-12 0 0,0 0 0 0,-24-12 0 0,12-13-1 0,-24 25 2 0,0-12 0 0,0-37 0 0,0 25-2 0,-24-37 2 0,24 60-2 0,-12 25-2 0,0 0 3 0,12 13-2 0,-13 23 3 0,13 0-3 0,0 61 0 0,37-24 0 0,0-13 1 0,-1-23 1 0,24-26-2 0,-11 2 2 0,-1-2-1 0,0-11-1 0,61-24 1 0,-83 1-1 0,-4-2 1 0,-22-35-1 0,-22 48 1 0,-16 12 0 0,2 0 2 0,12 12-1 0,0 11 0 0,11 1 0 0,13 2 0 0,13-2 1 0,35 0-1 0,0-13 1 0,13 2-1 0,-1-13 0 0,13-13 0 0,-13 13-5 0,1-24-43 0,-26 24-83 0</inkml:trace>
  <inkml:trace contextRef="#ctx0" brushRef="#br0">12942 1234 34 0,'0'0'22'0,"0"0"-6"0,0 0 6 0,0 0-3 0,0-13-3 0,0 13-7 0,24 0-2 0,-12 0 0 0,24 0-4 0,13 13 4 0,-13-1-4 0,25 12 0 0,-1-12 2 0,0 12-3 0,1 1 1 0,12-13-1 0,-12 0 0 0,-1 0-2 0,0 0-1 0,-24-12 2 0,-11 0-5 0,-1 0-6 0,-24 0-24 0,0 0-20 0,0 0-11 0</inkml:trace>
  <inkml:trace contextRef="#ctx0" brushRef="#br0">12954 1536 44 0,'0'0'31'0,"0"-13"-22"0,0 13 6 0,12 0 6 0,25 0-9 0,-1 0-3 0,0 0-3 0,23-11 1 0,2 11 0 0,12-13 0 0,0 13 1 0,96-23 1 0,-97 11-7 0,-11 12-1 0,-12-12-2 0,-25 12-4 0,-12 0-10 0,-12 0-20 0,-12 0-27 0,12 0 14 0</inkml:trace>
  <inkml:trace contextRef="#ctx0" brushRef="#br0">13716 1499 77 0,'0'0'0'0,"0"0"23"0,-12-11-9 0,0 11 1 0,-13 0-5 0,-82 35 1 0,33 3-8 0,-10-2 1 0,-1 12 0 0,-12 0 0 0,25-11-1 0,-1-1 1 0,25-12-2 0,11 1 1 0,13-25-2 0,12 0-5 0,12 0-37 0,0 0-53 0</inkml:trace>
  <inkml:trace contextRef="#ctx0" brushRef="#br0">9858 1355 71 0,'0'0'17'0,"0"-12"0"0,0 12 3 0,-13-12-12 0,13 12-2 0,0 0 0 0,0 24 2 0,0 24-3 0,0 25 0 0,0 0-3 0,0-14-2 0,0 2 1 0,13-13-1 0,-13 1 1 0,0-13-2 0,0-11-6 0,-13-13-18 0,13 0-16 0,-12-12-40 0</inkml:trace>
  <inkml:trace contextRef="#ctx0" brushRef="#br0">9809 1428 37 0,'0'-12'15'0,"12"-1"-2"0,0 0 9 0,13 2 3 0,-1-1-10 0,12 0-5 0,1 12-4 0,11 0-2 0,-11 12-1 0,-2 11-2 0,2 27 3 0,-37-14 0 0,-25-13-1 0,-22 1 0 0,10 2-2 0,-11-26-5 0,-1 12-15 0,25-12-14 0,0 12-32 0,24-12 30 0</inkml:trace>
  <inkml:trace contextRef="#ctx0" brushRef="#br0">10390 1499 71 0,'0'0'0'0,"-12"-11"32"0,12-1-17 0,-12 0 3 0,-12 0-4 0,11 0-7 0,-11 12-3 0,-24 0-3 0,-13 24 1 0,25 11-2 0,23 2 0 0,13 35 0 0,25-48 0 0,11-11 1 0,1-13-1 0,11 0 1 0,-12-13 1 0,-11-11-1 0,11-35 2 0,-23 33-1 0,-13 2 0 0,0 13-1 0,0 11 0 0,-13 0-1 0,13 24 0 0,13 0-1 0,-13 1 2 0,24-2-1 0,-13-10 2 0,13-2-2 0,2-11-1 0,-26 13 2 0,22-26 0 0,-22 13 0 0,13-24-2 0,-2 1 2 0,2 11-1 0,-1-25 0 0,12 1 2 0,-12 24 1 0,13 12-3 0,-1-12 2 0,12 12-2 0,13 12 2 0,-25 12-2 0,-12 11 1 0,-12-9-1 0,0-2 1 0,-12 0 0 0,0 0 0 0,-13-13 0 0,14-11 0 0,-2 0 0 0,1 0 0 0,0 0-2 0,12-11 0 0,24-13-2 0,-11 11 3 0,23-10-1 0,0-2 1 0,-1 1-1 0,15 11 1 0,-26 2 1 0,0-1-2 0,0 0 1 0,0 0 1 0,0 12 0 0,1 0-2 0,23 0 2 0,-36 36 0 0,0-25 0 0,-12 26 0 0,-12-12 0 0,12-13 1 0,-24 12-1 0,0-13 0 0,0 2-1 0,-1-13-2 0,1 0-14 0,12 0-27 0,12-13-75 0</inkml:trace>
  <inkml:trace contextRef="#ctx0" brushRef="#br0">11382 1536 87 0,'0'0'0'0,"0"-13"32"0,0-11-23 0,0 1 29 0,0 11-24 0,0 0-8 0,-13 12-3 0,-23-12-3 0,0 24 2 0,-12 24-2 0,23-12 1 0,0 13-1 0,14 22 0 0,22-46 0 0,14-2 1 0,-13-11-2 0,36 0 2 0,-23-24-1 0,11 13 1 0,-12-25-1 0,13-26 0 0,-25 39 0 0,0 11 0 0,-12 12 0 0,0 24 0 0,12 0 0 0,0 0 1 0,0 1 0 0,37-2 0 0,-13-23-1 0,-1 0 0 0,15 0 1 0,-15-23-1 0,-10 11 2 0,-13-25-1 0,0 13 1 0,-12 12-1 0,-12 0 0 0,0-12 0 0,-13 12-1 0,3 0 1 0,-3 12-2 0,-13 0 2 0,27 36-2 0,11 11 2 0,11-10-1 0,14 11 0 0,13 0 1 0,-16 2-1 0,-9-2 0 0,-1 12 0 0,-12-23 1 0,-25-13-1 0,-10-12 2 0,-15 0-1 0,3-12-1 0,-2 0 1 0,1-24 0 0,12 0-1 0,12-1-1 0,11-23-1 0,38 11 1 0,23-11-1 0,25 11 0 0,23 13 1 0,1-11 1 0,12 23-1 0,-24-26 2 0,-14 27-1 0,-21-13 3 0,-26 12 1 0,-13 12-2 0,-11-12 0 0,-22 0-3 0,-3 12 3 0,-35 0-3 0,-25 24 2 0,36 12 0 0,37 1-1 0,0 22 0 0,24-22 0 0,36 0 1 0,13-2-1 0,-2-22 0 0,26-1 1 0,-24-24-1 0,0-25 1 0,-13 1-1 0,-23-13 2 0,-1-10-1 0,-12 22 1 0,0 13 2 0,12-12-4 0,0 12 2 0,-13-1-2 0,15 12 4 0,22 13-5 0,0 38 2 0,-11 10 0 0,-37-1 2 0,0 3 0 0,-37-15-1 0,0-11 0 0,-9-11-12 0,-4 11-63 0,39-24-28 0</inkml:trace>
  <inkml:trace contextRef="#ctx0" brushRef="#br0">750 3871 8 0,'0'0'5'0,"0"-12"3"0,0 12 3 0,0-12 5 0,-11-13 5 0,-2 13-1 0,13-12-2 0,-12 24-7 0,0-12-7 0,12 12-1 0,-13 0 1 0,13 24 1 0,0 0-2 0,0 13-1 0,0-13-2 0,0 35 2 0,13-21-1 0,-13 9 0 0,0-10-2 0,0-12-6 0,0-13-8 0,0-1-10 0,0-11-13 0,0 0 3 0</inkml:trace>
  <inkml:trace contextRef="#ctx0" brushRef="#br0">726 3798 20 0,'0'0'0'0,"0"-12"8"0,0 0 2 0,-12-13 6 0,12-10 3 0,0 10-7 0,12-11-3 0,1 12-5 0,11 11 1 0,11 2-2 0,-11 11 1 0,2 0-1 0,9 24 2 0,-23 11 0 0,0 2-3 0,-12 0 1 0,12 11 1 0,-24-12-1 0,12-11-1 0,-24 11 1 0,0-24-3 0,0 0-1 0,-13 0 0 0,2-12-1 0,-2 0 1 0,13-12 0 0,11 0 0 0,2 0-1 0,11 0 1 0,0 12 3 0,11 0 1 0,14 0 1 0,-13 24 1 0,25-12-2 0,-2 12 1 0,-11 13-3 0,2-13 0 0,9 0 1 0,-23 0-9 0,12 0-16 0,-12 1-20 0,12-13-5 0,-24-1 21 0</inkml:trace>
  <inkml:trace contextRef="#ctx0" brushRef="#br0">1089 4040 30 0,'0'0'7'0,"0"0"-1"0,0-13 10 0,12 13 1 0,0 0-2 0,1-11-6 0,11-1-1 0,-13 0-1 0,13-12 3 0,2-2-2 0,-26 15-1 0,0-25-3 0,0 24-5 0,-14 0 1 0,-22 0 4 0,25 12-4 0,-26 0 1 0,25 24-1 0,-13 0 0 0,14 11 0 0,11 3 0 0,11-14 1 0,2-1 1 0,24-10-1 0,-13-2-1 0,11-11-9 0,2 0-20 0,23-24-52 0,-24 13 49 0</inkml:trace>
  <inkml:trace contextRef="#ctx0" brushRef="#br0">1379 3822 11 0,'0'0'8'0,"0"-24"5"0,0 0 5 0,0-12 7 0,0 12 1 0,0-13-7 0,0 24-12 0,0 13 0 0,0 0 0 0,0 25 0 0,0 0-1 0,0 23 0 0,12-12-2 0,-12 25-3 0,12-13-1 0,-12 1-1 0,12-13-6 0,1-1-11 0,-13-11-10 0,11-11-16 0,-11-13-15 0</inkml:trace>
  <inkml:trace contextRef="#ctx0" brushRef="#br0">1306 3883 33 0,'0'0'5'0,"0"-12"4"0,-12 12-2 0,12 0 10 0,24 0 16 0,-12 0-24 0,25 0-2 0,-1 0-3 0,13 0 2 0,-13 0 2 0,0 12-2 0,-12-12-3 0,12 12 0 0,-22-12 1 0,-3 12-1 0,-11 0-1 0,0 0-1 0,0-1-1 0,0 3 1 0,0-2-1 0,0 12 1 0,0-12-1 0,11 0 0 0,-11 12 0 0,0 0 1 0,0-13 0 0,0-11 2 0,0 0 1 0,0 0-2 0,0-11 0 0,0-2-2 0,0 2 1 0,0-2-1 0,0-10 0 0,13-1 0 0,-1 0 0 0,0 10 0 0,12-9-1 0,0 11 0 0,1 12 0 0,-1 0-1 0,0 12-20 0,0-12 2 0,0 12-29 0,-13-1 15 0,15 3 16 0,-14-14 14 0,0 0 5 0,1 0 6 0,-13 0 11 0,11 0 9 0,-11-14-1 0,0 3-4 0,0 11 1 0,0 0-10 0,0 0-9 0,0 25-2 0,0-1-1 0,0 0 0 0,0-1-1 0,0 1-2 0,11-11-6 0,2-2-12 0,-1 3-28 0,13-14-32 0</inkml:trace>
  <inkml:trace contextRef="#ctx0" brushRef="#br0">2020 3593 86 0,'-13'0'15'0,"2"0"-10"0,0 0-5 0,-2 0 1 0,0 12-1 0,1-1-2 0,12 13-23 0,12-11-21 0,1-2 19 0</inkml:trace>
  <inkml:trace contextRef="#ctx0" brushRef="#br0">2080 3798 34 0,'0'0'0'0,"0"0"15"0,0 0-12 0,-12 0 11 0,12 0 9 0,0 12-4 0,0 0-6 0,0 0-2 0,0 1-4 0,12 23-5 0,0 0 0 0,-12 1-1 0,25-13 0 0,-13 0 0 0,12 12-1 0,-12-25 3 0,0-11 3 0,-12 13 2 0,12-13-1 0,1-13-3 0,-2 2-2 0,2-13-1 0,-13 0 0 0,12 12-1 0,-12-12 0 0,0-1 0 0,12 25-3 0,-12 0 0 0,0-12 1 0,0 12 2 0,12 12 0 0,13-1 0 0,-14 3 1 0,13-2-1 0,26 0 1 0,-15-12 0 0,1 0 0 0,-12-12 1 0,1 0 2 0,-25-13-1 0,12 25 0 0,-12-12 1 0,-12 12-2 0,-1-12-1 0,13 12-1 0,-12 0 1 0,12 0-1 0,0 12-2 0,0-12-18 0,0 0-135 0</inkml:trace>
  <inkml:trace contextRef="#ctx0" brushRef="#br0">2153 4016 66 0,'0'0'11'0,"0"0"-5"0,24-12 27 0,1 0-19 0,-1-12-6 0,37-13 7 0,-50 25-4 0,13-12-6 0,-12 0 0 0,0 0-3 0,-24-1-1 0,0 1-1 0,-36 12-3 0,24 0 3 0,-13 24 1 0,13 0 2 0,0 24-2 0,12-11 1 0,0 11-1 0,12 0 0 0,12 1 0 0,0-13 1 0,25 0-3 0,-13-13-10 0,12 2-17 0,0-13-35 0,12 0-14 0</inkml:trace>
  <inkml:trace contextRef="#ctx0" brushRef="#br0">2492 3907 56 0,'0'0'26'0,"-13"-12"-13"0,13-12 6 0,0 24 9 0,-12-12-6 0,12 12-12 0,0-12-8 0,0 24 5 0,12 12-5 0,-12 0-1 0,13 0 0 0,-1 1 0 0,0-1 0 0,12 12 1 0,-24-36-1 0,24 11 5 0,-12-22-4 0,-12-1 0 0,13-36-2 0,-13 23 0 0,0 1-2 0,0 24 0 0,11-12 0 0,2 12 1 0,23 12 1 0,0-12 0 0,25 12 1 0,23-12 0 0,-35 0-1 0,-1 0 0 0,-12-24 3 0,-36 24-1 0,0-24-4 0,-36 12 3 0,12 12-1 0,0 0 1 0,-13 12 0 0,13 12-1 0,12 0 1 0,12-1 0 0,24 3 2 0,0-2-1 0,25-12 1 0,-1-12 0 0,13 0-3 0,-1-12-9 0,1 0-38 0,-37 0-59 0</inkml:trace>
  <inkml:trace contextRef="#ctx0" brushRef="#br0">883 4547 48 0,'0'0'16'0,"-13"-11"10"0,13-1-1 0,-11 0-4 0,11 0-13 0,-11 12 1 0,-2 12 1 0,0 23-1 0,13 27-3 0,-12-2-2 0,12 25-2 0,0-13-1 0,12 13-2 0,1-12-1 0,11-14-14 0,-24-11-12 0,11-22-4 0,2-15-13 0,-13-11-10 0</inkml:trace>
  <inkml:trace contextRef="#ctx0" brushRef="#br0">835 4609 24 0,'0'-12'8'0,"0"-1"9"0,0 13 4 0,24-24 4 0,-13 11-2 0,26 13-7 0,24 24-2 0,-49 2-6 0,-12 9-2 0,0 2-5 0,-25-13 0 0,-11 0-4 0,-13 13-13 0,14-26-18 0,-2 2-30 0,13-1 18 0</inkml:trace>
  <inkml:trace contextRef="#ctx0" brushRef="#br0">1343 4645 60 0,'0'0'25'0,"0"-13"-5"0,-13 13-1 0,1-23-1 0,-12 11-5 0,0-1-4 0,-13 13-5 0,-11 0-1 0,13 25-1 0,-2-2 1 0,25 14-3 0,0-1 0 0,12 0 0 0,12-12 1 0,13 13 0 0,-1-25 2 0,11-12-2 0,26-24 4 0,-37-1-5 0,-12 1 0 0,0-12-3 0,0 11 3 0,-12 1 0 0,0 13-2 0,12 11 5 0,0 11-2 0,1 13 0 0,-1 1-1 0,0 0 0 0,0 10 1 0,12-10-1 0,1-13 0 0,-1 0 1 0,-12 0 1 0,0-12-3 0,0-24 2 0,0 12 0 0,1-24-1 0,-2-1-1 0,0 0 1 0,2-22 0 0,-2 35 0 0,14-2 0 0,0 26 1 0,-1-11-1 0,12 22 1 0,25 39 3 0,-13 9-3 0,-36-34 0 0,-12 0 0 0,0 10 0 0,-12-22 0 0,0-1 0 0,0-12 0 0,0 0-2 0,12 0 1 0,0-12-2 0,0-1 0 0,36-22-2 0,1 10 1 0,-1 0 2 0,0 1 1 0,-12-11 1 0,0 23-1 0,0 0-1 0,-11-1 3 0,0 13 0 0,-2 0 0 0,-11 13 0 0,11 11 0 0,-11 0 0 0,0 0-2 0,0 0 1 0,0 0-1 0,-11 0-3 0,-13-11-9 0,11-2-17 0,-24 2-38 0,37-13-9 0</inkml:trace>
  <inkml:trace contextRef="#ctx0" brushRef="#br0">2359 4705 72 0,'0'0'14'0,"0"-12"-7"0,0-1 5 0,13 2 15 0,-13-13-2 0,0 0-12 0,-13 12-8 0,0 0-3 0,-11-1 0 0,-11 13 0 0,-2 13 0 0,0 11-1 0,13 11 0 0,-12-11-1 0,36 13-1 0,-12-13 1 0,24-11 1 0,0-2-1 0,12 2 1 0,13-26 0 0,-13 2-1 0,13-2 0 0,-15-23 0 0,3 11 0 0,-13 25 0 0,-12-24 0 0,13 13-2 0,-13 22 4 0,0 2-2 0,0 11 0 0,13 24 0 0,22-11 2 0,1-25-2 0,0-12 1 0,-11-12 0 0,23-25-1 0,-24 13 1 0,0-37 0 0,-11 26 0 0,-37-15-1 0,24 39-1 0,-25 11 1 0,13 0-1 0,0 11 1 0,-12 15-1 0,12-2 2 0,0 11-1 0,12 2 0 0,0-13 1 0,12 13-1 0,12-1 2 0,0 0-2 0,0 13 1 0,0-25-1 0,-24 12 1 0,13 1 0 0,-26-25 2 0,-11 12 0 0,-12-12-3 0,-12-12 1 0,-1 0-2 0,25 0 1 0,-12-12 0 0,12-12 0 0,-1 12-4 0,13-2 0 0,24-21 2 0,48-13 2 0,38 11 1 0,10 1 0 0,-12-1-1 0,2 2 1 0,-26 10-1 0,-23-11 2 0,-25-1 1 0,-12 14 2 0,-12-2-2 0,-36 1-1 0,24 24-2 0,-12 11 1 0,-25 87 0 0,49-62-1 0,12 0 0 0,12-12 0 0,1 1 0 0,-1-13-1 0,0-12 2 0,13-12-1 0,-13-13-1 0,13-10 0 0,9-2 0 0,-7 0 1 0,7 13-1 0,-9-11 1 0,11 35 2 0,-35 0 2 0,-1 24 1 0,-12 0-1 0,0 11-1 0,-25-10-2 0,14-13-2 0,-14 12-18 0,-24 25-164 0</inkml:trace>
  <inkml:trace contextRef="#ctx0" brushRef="#br0">1766 5261 87 0,'-12'0'26'0,"12"-11"-3"0,0-2-1 0,0-11 3 0,-12 11-12 0,12 2-10 0,0 11-1 0,-12 24 4 0,12 13 2 0,0 11-4 0,0 13 0 0,12-1-3 0,-12 25-1 0,0-13 0 0,12 0 0 0,-12 1 0 0,0-13 0 0,0-23 2 0,0-13 1 0,0-12-2 0,-12 0-1 0,0-12-1 0,0-12 1 0,-1-12-2 0,-11 0-1 0,12-1 3 0,0 1-1 0,0 0-4 0,12 24 2 0,-12 0 4 0,12 13 0 0,12 11-1 0,-12-13 3 0,36 26 0 0,-24-25 1 0,25 0-1 0,-1-12-1 0,13-12-1 0,-13-12 0 0,-12-1-10 0,1 1-79 0,-14 13-2 0</inkml:trace>
  <inkml:trace contextRef="#ctx0" brushRef="#br0">641 6338 34 0,'0'0'18'0,"-12"0"-5"0,0-12-9 0,0 12 3 0,0 12 2 0,0 12-3 0,12 13-2 0,0 11-3 0,0 1 0 0,12 11-1 0,12-13 0 0,-12-9 0 0,24-2 3 0,-23-25-1 0,23-11-1 0,-24 0-1 0,12-24 1 0,-11 1-1 0,9 11-1 0,-9-1 1 0,-13 0 0 0,12 2 1 0,0 22 0 0,1 2 0 0,11 12 0 0,0-2-1 0,0 1 4 0,0-11 11 0,0-13 2 0,1 0-6 0,-13-13-4 0,-12-11-4 0,0 1-2 0,0-15-1 0,-24 14 0 0,11 1-2 0,1-1-9 0,12 0-11 0,0 12-5 0,25-1-3 0,-1 13 8 0,49-13 14 0,-37 2 9 0,-11-1 10 0,-14-12 10 0,2 0-2 0,-2-49 21 0,-22 48-26 0,-2-10-2 0,2 22-4 0,11-11-7 0,0 24 0 0,0 0 2 0,11 13 0 0,-11 22 1 0,13 14 0 0,9 11-2 0,-9 62 1 0,-1-62-2 0,2 1 1 0,-3-26-2 0,-11-11 2 0,11 0 4 0,-11-24-6 0,13-35 1 0,-2-1-2 0,2-2 0 0,-1 14 1 0,0 1-1 0,0-1 0 0,0 24 0 0,0 0 1 0,1 0 0 0,-13 24 0 0,12-12 1 0,-12 23-1 0,12-9 0 0,0-2 0 0,12-13 0 0,1 13-1 0,35-11 2 0,-35-13 0 0,46-13-1 0,-35-11 1 0,-11 1-1 0,35-39 1 0,-60 39-2 0,-12 11 1 0,-12 12 0 0,0 0 0 0,-1 0 0 0,3 24 0 0,8-13 0 0,2 13 0 0,12 2 0 0,0-14 0 0,12 0 0 0,37-12 0 0,-25-12 0 0,0 0 1 0,0-14-2 0,-11 26 0 0,-13 0 2 0,0 0-1 0,12 13 0 0,0 12 0 0,12-13 1 0,0-1-1 0,1 2 0 0,-3-13 0 0,4-13 0 0,11 2 1 0,-26-13-1 0,13-2 0 0,-12-9 0 0,0-50-1 0,-12 37 1 0,0-1 0 0,0 1 1 0,0 11-1 0,0 13-1 0,-12-11 0 0,0 46 0 0,12 13 2 0,0 13 0 0,-13-1 0 0,13 25 1 0,13-13-2 0,-1 1 1 0,0-1-1 0,14-12 0 0,-4 1-3 0,-9-13-14 0,11-13-6 0,0-11-43 0,-12 0-13 0</inkml:trace>
  <inkml:trace contextRef="#ctx0" brushRef="#br0">1900 6435 62 0,'0'0'22'0,"11"0"5"0,13 0 5 0,13 0-9 0,11-12-11 0,12 12-11 0,-11-12-18 0,-13 0-112 0</inkml:trace>
  <inkml:trace contextRef="#ctx0" brushRef="#br0">919 7160 47 0,'0'0'0'0,"12"0"31"0,-12-11-8 0,0 11-11 0,0-12-5 0,-24-26-3 0,-13 38-4 0,2-11-1 0,-2 11 0 0,2 11 0 0,-2 27 1 0,25-15 1 0,0 14-1 0,12-13 1 0,24-13 2 0,13 2 4 0,10-13 2 0,-9 0 1 0,9-24-3 0,-23 11-3 0,0-11 2 0,-12 13-1 0,1-2-3 0,-13 37-1 0,0 0 0 0,0 13 0 0,0 11 0 0,0 13-1 0,0 0 0 0,12-1 1 0,-12-11 0 0,0-1 1 0,-12-25 1 0,-13-10-2 0,1-2 0 0,0-11 0 0,-1-11-2 0,14-13 1 0,0-12 0 0,-15-13 0 0,26 1-1 0,0-1 0 0,0-11 0 0,26 11 1 0,9 14 1 0,-11-2-1 0,12 13 0 0,1 11 1 0,-1 2-2 0,0-2 1 0,1 13 0 0,-13 0 1 0,13 13-2 0,-15-2 2 0,3-11-2 0,-11 13 2 0,-14-2 0 0,11-11 0 0,-11 13 1 0,-11-2-2 0,-3-11 1 0,14 13 0 0,-12-13-1 0,-1 0 1 0,13 0-1 0,0 0-1 0,0-13 1 0,13 13 1 0,-13-11-1 0,12 11 0 0,-12 0 0 0,0 0 1 0,0 0 3 0,0 0 0 0,0 0-4 0,0 11 1 0,0 2-2 0,0 0 1 0,0-13 1 0,0 11 0 0,0-11 1 0,0 0-1 0,0 0 0 0,0-11-1 0,0-15-1 0,0 15 2 0,14-13-2 0,-14 0 0 0,11 11-1 0,13-10-2 0,0 9-5 0,0 3-7 0,12 11-4 0,1 0-1 0,11 11 6 0,-11-11 10 0,-1 14 3 0,0-14 2 0,-25 0 2 0,2 0 4 0,-2 0 8 0,-11 0 0 0,-11 0-3 0,-2-14-4 0,2 3-3 0,-13 11 0 0,0 0-2 0,12 0-1 0,-13 25 0 0,14-13 0 0,-2 12-1 0,13 0-1 0,0 0 1 0,24 0 0 0,-11-11 0 0,23-13 2 0,-11 0-1 0,-3 0 1 0,2-13 0 0,-11 0-2 0,-1-11 0 0,-12 13 0 0,14-2-1 0,-14 13 1 0,0 0 1 0,0 13-1 0,11-2-1 0,0 2 1 0,14 11 0 0,11-11 0 0,-12-2 1 0,13-11-1 0,-13 0 1 0,-12 0 0 0,0-11 0 0,0-2 2 0,-12-11 3 0,0 0-1 0,0 0 0 0,0 0-1 0,0 12-3 0,-12-2-2 0,12 14 1 0,0 14 1 0,12 9 0 0,-12 1-1 0,13 13 0 0,-13 11 1 0,11 13-1 0,0 0 0 0,3 11 0 0,-2-36 0 0,0 49 1 0,-12-61 1 0,0-13 0 0,0-11-2 0,-12-11 0 0,0-13 0 0,-13 0 0 0,14-73-3 0,-2 36 1 0,26 1-1 0,-2-13 0 0,14 12 1 0,-1 13 2 0,1 11-2 0,22 26 2 0,-22 22 1 0,-12 15 1 0,-2 9-1 0,-11 2 1 0,0 0-1 0,-11-13-1 0,-15 0-2 0,-33 12-38 0,46-36-18 0,-11 0-40 0</inkml:trace>
  <inkml:trace contextRef="#ctx0" brushRef="#br0">2117 6955 84 0,'0'0'0'0,"0"0"35"0,-12-12-14 0,12 0 0 0,0 0-7 0,0 12 0 0,0 0-5 0,0 48-1 0,12 1-8 0,-12-13 2 0,24 24-1 0,-12-12 0 0,0 0-1 0,0-11 1 0,13 0 0 0,-14-26 1 0,2 2 1 0,-13-13-3 0,12 0 0 0,0-24 0 0,-12 0-1 0,12-13 1 0,13 24-1 0,-14-22-1 0,13 22 1 0,-24 2 1 0,24 22 1 0,2 26-1 0,-4-2 1 0,15-9 0 0,-25-26 0 0,12 0 0 0,-12-13-1 0,1 0-4 0,-1-11-30 0,0 0-117 0</inkml:trace>
  <inkml:trace contextRef="#ctx0" brushRef="#br0">7075 19256 255 0</inkml:trace>
  <inkml:trace contextRef="#ctx0" brushRef="#br0">3012 7004 54 0,'0'0'0'0,"-12"0"20"0,-25-14-15 0,13 14 3 0,-12 26 3 0,-1-2-3 0,1 11-2 0,12 2-2 0,12 11-2 0,12-11 0 0,12-2 2 0,12-9 0 0,25-2 1 0,-1-13-2 0,1 2 0 0,12-13 2 0,-2-13 2 0,2-11 3 0,11-13 0 0,-35 2 1 0,-25-2-4 0,0 14-1 0,-12-2 0 0,-24 12-3 0,11 13-3 0,-11 0 0 0,-12 0 0 0,11 24-2 0,3 2 3 0,9 9-1 0,2 2 0 0,11-13-1 0,11 0 0 0,2 0 2 0,9-11-1 0,3-2 0 0,11-11 1 0,-23-24 0 0,-2 13 0 0,14-13-1 0,-25-2 2 0,12 2-1 0,0 0 0 0,0 0 0 0,-12 13-1 0,12 11 0 0,-12 0 0 0,0 0-1 0,13 0 1 0,-2 24 1 0,2 0-1 0,-1 11 0 0,0-9 1 0,12-2-1 0,-11 0 0 0,-2-13 0 0,2-11 0 0,-2 13 1 0,-11-13 0 0,11-13 1 0,-11-11-2 0,13 13 1 0,0-26 0 0,0 13-1 0,9-13 0 0,-22 26 0 0,13-2 0 0,-2 2 0 0,2 11-1 0,-13 0 1 0,0 11-1 0,12 13 1 0,-12-11 1 0,12-2-1 0,0 2 0 0,-12-2 0 0,12-11 0 0,1 0 1 0,-1-11-1 0,0-13 0 0,0 11 0 0,0 2 1 0,0-2-1 0,0 13 0 0,-12 0 0 0,12 24 0 0,1-11 1 0,-2-13-1 0,26 11 1 0,-13-11-1 0,11-11-2 0,2-26 1 0,-24 14-14 0,22-2-60 0,-35 12-7 0</inkml:trace>
  <inkml:trace contextRef="#ctx0" brushRef="#br0">702 7983 24 0,'-13'0'14'0,"2"0"1"0,-14-12 7 0,1 0-1 0,0 0-12 0,0 12-6 0,-1 12 1 0,13 0-1 0,12 23 0 0,0 3-1 0,12 9 0 0,25 1 0 0,23 26 8 0,-24-63 0 0,-11 2 0 0,0-13-3 0,-1-13-2 0,-13 2-3 0,-11-13 0 0,0 0-1 0,0-2-1 0,0 2 0 0,0 24-1 0,0-11 3 0,11 11-2 0,2 11 1 0,11 2-1 0,2 12 1 0,-4-2 0 0,3-10 1 0,11-2-1 0,-12-11 1 0,13-24 2 0,-37 13-3 0,0-15 0 0,0 2-1 0,0 0-1 0,-12 1 0 0,12 11 1 0,12 12-1 0,0 0 2 0,12 12-2 0,13 0 1 0,-1-1 1 0,0 2-1 0,12-2-1 0,13-11 2 0,-25-11 0 0,12-2 0 0,-23 2 2 0,-13-13-1 0,-12 12-1 0,-12-12 0 0,-13-1-1 0,1 13 0 0,-12 12 0 0,-12 0 0 0,48 12 0 0,-11-1 1 0,11 27-1 0,0-26 1 0,22 23 1 0,-9-11 1 0,23 0-3 0,0-10 0 0,1-2-6 0,11-1-27 0,1 2-107 0</inkml:trace>
  <inkml:trace contextRef="#ctx0" brushRef="#br0">1837 7680 115 0,'-11'0'12'0,"11"0"-3"0,0-11 5 0,-11-1 10 0,11 12-17 0,-13 23-3 0,13 14-1 0,0 11-2 0,0 13-1 0,0 11 1 0,13-11-1 0,9-14 1 0,-8 3-1 0,10-26 1 0,-12 0 1 0,1-13 0 0,-2-11-1 0,0-11-1 0,2-13 0 0,24 0 0 0,-24 0-1 0,22 12 1 0,-23-2-1 0,12 14 1 0,0 0 0 0,-24 26 1 0,0-2 2 0,0 0 2 0,0 11 0 0,-24-22-4 0,-12 12 0 0,12-13 0 0,-13-12-1 0,13 0-4 0,0 0-11 0,13-26-15 0,-2 15-30 0,26-13-29 0</inkml:trace>
  <inkml:trace contextRef="#ctx0" brushRef="#br0">2189 7995 48 0,'0'0'0'0,"0"11"82"0,0-11-57 0,0 14-12 0,0 22-3 0,13-24-8 0,-2 0 0 0,2 12 0 0,-1-13 0 0,0 2 1 0,12-2 0 0,-11-11-1 0,9 0 0 0,-9-11 0 0,11-2-1 0,-24-11-1 0,26 13 0 0,-15-25 0 0,0 24 0 0,2 12-1 0,-13 0 1 0,12 0 1 0,0 12-1 0,-12 12 1 0,12-12-1 0,0 12 0 0,0-13 0 0,0 2 1 0,1-2-1 0,-13-11 0 0,12 0-1 0,0 0-7 0,0 0-26 0,0-11-50 0,-12-2 30 0</inkml:trace>
  <inkml:trace contextRef="#ctx0" brushRef="#br0">2625 7983 75 0,'0'0'19'0,"0"0"-2"0,0 0-12 0,0 0 5 0,-12 12-1 0,12-1-5 0,0 27-2 0,12-26-2 0,-12 23 1 0,0-11 0 0,12 0-1 0,-12-10 1 0,0-2-2 0,0-12-14 0,0 0-95 0</inkml:trace>
  <inkml:trace contextRef="#ctx0" brushRef="#br0">2589 7813 74 0,'0'-11'21'0,"-13"-2"-11"0,1 13-7 0,12 0-3 0,0-11-1 0,0 11-31 0,25 11-30 0</inkml:trace>
  <inkml:trace contextRef="#ctx0" brushRef="#br0">2854 7717 76 0,'0'0'23'0,"-12"-13"-4"0,0-11-3 0,12 24 1 0,0 0-7 0,0 37 11 0,12 48-1 0,-12-37-14 0,12 13-5 0,-12-13 1 0,0-1-1 0,0 3-1 0,12 9-13 0,1-46-20 0,-1-2-32 0,0-11-16 0</inkml:trace>
  <inkml:trace contextRef="#ctx0" brushRef="#br0">3302 7959 94 0,'0'0'0'0,"-12"-12"34"0,0 0-22 0,0 12 1 0,-25 0-2 0,25 0-4 0,-12 0-6 0,-12 24 1 0,12-12-1 0,-1 23 1 0,13-9-1 0,12-2 0 0,0 0 1 0,26 0-1 0,-2-13 1 0,11-11-1 0,26 0 2 0,-37-35-1 0,0-1-2 0,12-13 0 0,-12-11 0 0,-11-1 0 0,-1 0-2 0,-12-11 0 0,0 11 0 0,0-11 2 0,-12 24 0 0,-1 24 0 0,-11 24 2 0,0 24 1 0,12 24 3 0,-25 13 1 0,37 11-2 0,0 13-1 0,0 0-3 0,13-13 0 0,35-11 0 0,1-14-1 0,-1-23-3 0,50 0-94 0,-87-24 21 0</inkml:trace>
  <inkml:trace contextRef="#ctx0" brushRef="#br0">5963 19570 255 0</inkml:trace>
  <inkml:trace contextRef="#ctx0" brushRef="#br0">739 8805 50 0,'0'0'7'0,"-13"0"7"0,1 0-2 0,0-11-2 0,-12 11-2 0,-1 11-2 0,1 2-2 0,12 11-2 0,0 0 0 0,0 12-1 0,24-11 1 0,-12-1 5 0,24 0 2 0,0-12 4 0,1-12-7 0,-1 0-3 0,0-12 1 0,-11 0-2 0,-13-12-1 0,11 12-1 0,-11-13 2 0,-11-23-2 0,11 23 0 0,-13 14-1 0,13-2 1 0,13 13 0 0,11-11 0 0,-2 22 0 0,3-11 0 0,0 24 1 0,-1 1 0 0,-13-1 0 0,2 12-1 0,-1-11 0 0,-12-1 1 0,12-12 0 0,-12 0 1 0,12 0-1 0,-12-12 2 0,24-24-3 0,-12 12 0 0,13-24 0 0,-1 11 0 0,-12-11 0 0,0 24-1 0,1-24 1 0,-2 36-1 0,2-13 2 0,-13 13-1 0,11 24 1 0,-11-11 0 0,13 23 1 0,11-12 0 0,-11 1-1 0,11-1-1 0,-2-12-1 0,3-12-15 0,-11 0-49 0,-3 0-17 0</inkml:trace>
  <inkml:trace contextRef="#ctx0" brushRef="#br0">1778 8902 54 0,'0'0'14'0,"0"-12"-3"0,0 0 8 0,0 0-1 0,0 0-5 0,0-24-2 0,0-1-2 0,0 0 1 0,0 2 2 0,12-13-3 0,-12-2-1 0,0 3-3 0,0 11-2 0,0 10-2 0,0 26-1 0,0 0 1 0,-12 26 0 0,12 10 0 0,0 11-2 0,0 15 2 0,24-2-2 0,0 25 2 0,1-49-1 0,11 12 0 0,-1-23 1 0,2-13 1 0,-24-12-2 0,22 0 1 0,-22-25-1 0,-1 13 0 0,-12 0 0 0,12 0 0 0,-12 0-1 0,0 12 0 0,12 0 1 0,-12 0 0 0,12 12 0 0,0-12 0 0,13 12-1 0,-13 0 1 0,24-12 0 0,-12 0 0 0,1 0 0 0,-14 0 0 0,-11-24 0 0,0 12 0 0,-11-12 0 0,-26 24 0 0,25-24-1 0,-24 24 1 0,24-13-3 0,12 13 0 0,0 0 2 0,12-11-1 0,12 11 1 0,12 0 1 0,0-13-1 0,1 13 0 0,0-12 0 0,-2 24 1 0,-23-12 0 0,0 24 1 0,1 0-1 0,-13 13 1 0,13 24-1 0,-2 23 0 0,0-11 0 0,2-37 1 0,-1-1-1 0,-12-35 1 0,0 14 4 0,0-14-2 0,0-25-1 0,-12 1-1 0,-1 0-1 0,13-12 0 0,0-2-1 0,-11-9 1 0,11-14 0 0,0-24-1 0,24 25 0 0,0 24 1 0,-12 23-1 0,0 13-1 0,0 13 3 0,-12 11-2 0,12 13 1 0,-24-2 0 0,12 2-1 0,-12-13-11 0,-12 13-38 0,12-37-64 0</inkml:trace>
  <inkml:trace contextRef="#ctx0" brushRef="#br0">1705 8648 89 0,'0'-13'14'0,"13"13"0"0,-1-11 11 0,24-13-3 0,0 12-9 0,25-12-9 0,11 12-10 0,0 0-46 0,-35 12-46 0</inkml:trace>
  <inkml:trace contextRef="#ctx0" brushRef="#br0">3024 8709 134 0,'13'-13'16'0,"-13"13"-12"0,0 0 5 0,-25 13-1 0,13-2-5 0,0 26-1 0,12-13-2 0,0 0 0 0,36 13 1 0,-12-25 0 0,0 0 0 0,0-12 0 0,13-12 1 0,-37 0 0 0,13-12-1 0,-13 11 0 0,0-11-1 0,-13 0 0 0,2 11 0 0,-15-11 0 0,2 13 0 0,24-2 0 0,-11-10 0 0,11 11-1 0,11-14 1 0,13 2-1 0,13 1 0 0,23-13 2 0,-24 12-1 0,-23 11 3 0,-2 0 1 0,-11 13 3 0,-11 26-6 0,-2 22 1 0,13 0-1 0,-12 13-1 0,24 11 2 0,1 13-2 0,-2 0 0 0,14-1 0 0,-13-11 1 0,-36 12 0 0,0-73 3 0,-1-12 1 0,13 0-1 0,-25-26-3 0,15-9 1 0,-2-74-1 0,59 49-2 0,37-25-11 0,25 37-64 0,-60 35-7 0</inkml:trace>
  <inkml:trace contextRef="#ctx0" brushRef="#br0">641 9568 49 0,'-12'0'23'0,"0"-12"2"0,0 0-4 0,0 12-1 0,-13-13-11 0,13 13-6 0,12 0 0 0,-12 25 2 0,12 11 1 0,0 12-1 0,12 24-2 0,0-11-3 0,13 84-3 0,-13-84-2 0,0-2-17 0,12-9-72 0,-24-50 65 0</inkml:trace>
  <inkml:trace contextRef="#ctx0" brushRef="#br0">532 9544 34 0,'12'0'12'0,"0"-13"7"0,13 0 10 0,-1-10-8 0,12 23-8 0,1-12-3 0,-1 24-4 0,-11 11 3 0,-1 15 0 0,-13-2-2 0,-11 12-3 0,-11-11-3 0,-13-2 0 0,-13-11-5 0,0 0-13 0,1-11-29 0,24-1-18 0,12-12 30 0</inkml:trace>
  <inkml:trace contextRef="#ctx0" brushRef="#br0">1197 9604 74 0,'0'0'0'0,"-12"0"36"0,12-12-28 0,-13 12 6 0,-9-12 2 0,-2 0-5 0,-13 12-4 0,0 12-4 0,-11 0-2 0,12 12-1 0,11 11 0 0,13-9 0 0,0 9 2 0,24-11 1 0,12-11-2 0,1-2 0 0,11-11 0 0,0 0 0 0,-12-11 0 0,13-2 0 0,-24-11-1 0,-2 24 2 0,2-11-1 0,-13 11-2 0,0 0 2 0,0 0-2 0,11 11 2 0,-11 2-2 0,11-2 1 0,2 2 0 0,-1-2 2 0,2-11-2 0,-3 0 0 0,0-11 1 0,2-2 1 0,11-11-1 0,-24 1 0 0,24-2-1 0,0 1 0 0,-12 0 0 0,13 0 1 0,-1 12 0 0,-12 12 1 0,12 0-1 0,0 0-1 0,13 47-2 0,-37-10 2 0,12-12 1 0,-12-2 1 0,0 1 1 0,-12 0 0 0,0-11-2 0,0-13-1 0,-1 0 0 0,2-13-3 0,11 2 1 0,0-2-5 0,24-11-1 0,0 1 3 0,13-2 2 0,-2 12 3 0,15 2-1 0,-15-13 2 0,1 12-1 0,13 0 3 0,-37 12 0 0,0 0 2 0,-12 0-3 0,12 24 0 0,-12 0-1 0,0-13 1 0,0 27-1 0,0-26 0 0,0 23 1 0,-24-11 3 0,12-11-4 0,-13-13-3 0,13 0-5 0,0 0-19 0,12-13-35 0,0 2-23 0</inkml:trace>
  <inkml:trace contextRef="#ctx0" brushRef="#br0">2105 9664 87 0,'0'0'39'0,"0"-13"-20"0,0 2-8 0,0-13 8 0,0 12-9 0,0 0-6 0,-13 0-3 0,-11 0 0 0,0 12 1 0,-13 0-2 0,2 12 1 0,-2 12-1 0,13-12 0 0,13 12 0 0,-2 0 0 0,13-11 0 0,24-1 0 0,0-12 0 0,13 0 0 0,-2 0 0 0,-10-12 0 0,-1 12 1 0,-12-13-1 0,-12 13-1 0,12 0 1 0,-12 13-1 0,0-13 1 0,12 12 0 0,13-12 0 0,-1 12 0 0,0-12 0 0,13 0 0 0,-1 0 0 0,-12-12 1 0,1 0 0 0,-14-1 1 0,-11-11-2 0,0 0 1 0,-11 0 0 0,-2 0 1 0,-23 0 1 0,24 11-1 0,-12 0 0 0,11 2-2 0,1 11 0 0,12 24-1 0,12-11 0 0,12 35 1 0,13-24 0 0,-25 24 0 0,13 0 1 0,-3 13-1 0,-9-13-1 0,-13 1 0 0,0-1 1 0,0-11 1 0,-13-13 1 0,-9-12 0 0,-27-12 0 0,13-12-2 0,-1-12 1 0,13-1-1 0,-12-11-2 0,36 0 0 0,-13-1-2 0,86-48-1 0,0 26 6 0,61 9-1 0,-39 27 0 0,-10 11 0 0,-24 0 0 0,-25 0 0 0,-24 12-1 0,1 0 2 0,-26 0-1 0,1 12 0 0,-12 0 1 0,12 12 0 0,-1 0-1 0,13-13 1 0,0 2-1 0,0 12 0 0,25-13 0 0,-13-1 1 0,0-11 0 0,0 0 1 0,-12-11-2 0,13-1 1 0,-13 12-1 0,11-12 1 0,0-1-1 0,-11 13-1 0,39 0 2 0,-28-13-1 0,2 13 0 0,-13 0 0 0,11-11 1 0,-11 11 1 0,0 0-1 0,-11 0 0 0,11 0 0 0,-13 0-1 0,13 0 1 0,0 0-2 0,0 0 1 0,-11 0 1 0,11 0 0 0,0 0 0 0,11 0-2 0,-11 0 2 0,0 0-1 0,0 11 0 0,0-11 0 0,0 0 1 0,0 0 0 0,0 0-1 0,13-11 0 0,-2-2 0 0,0-10 0 0,2 23 0 0,-1-12 1 0,-12 0-2 0,0 12 2 0,0-12-2 0,-12 12 2 0,12 0-1 0,-24 0 0 0,13-12 0 0,-13 12 0 0,-15-12 0 0,28 12-1 0,0 12 1 0,-2 12 0 0,1 0-1 0,0 12 1 0,12 1 0 0,12-13 0 0,0 11 0 0,12-11 0 0,12-11 0 0,13-1 0 0,-13-12 0 0,12-25 0 0,-11 14 0 0,-1-26 0 0,0 2 0 0,-11-2 0 0,-1 1 0 0,-24 12 0 0,25 12-1 0,-14 0 1 0,2 12-1 0,9 12 1 0,-9 0 1 0,13 12-1 0,-15 12 2 0,2-12-2 0,-13 1 1 0,0-2 0 0,-13-10 1 0,-24-2-3 0,13 2-1 0,-11-13-17 0,10 0-81 0,13 0 28 0</inkml:trace>
  <inkml:trace contextRef="#ctx0" brushRef="#br0">1257 10439 33 0,'0'0'8'0,"0"0"8"0,0-13 7 0,-11-11 5 0,11 12-5 0,-13-13-10 0,2 14-7 0,0-2-2 0,-15 2 3 0,-33 11-4 0,46 11-1 0,-35 13 3 0,24 13-4 0,11 0 0 0,1-1-1 0,0 36 2 0,36-47 1 0,0-13 0 0,13 0-1 0,0-12 0 0,-2-12-1 0,1-25 1 0,0 13 1 0,-23 0-3 0,11 0 1 0,-24 12-1 0,12-1-1 0,-12 13 1 0,0 0 0 0,0 25 0 0,12-1 0 0,0 11 0 0,37 3 1 0,-25-26 1 0,0-12-1 0,-12 0 0 0,12-24-1 0,-11-2 0 0,11-9 1 0,0 11 0 0,0-1 0 0,11-11-1 0,4 24 0 0,-4 0 0 0,37 24 9 0,-72 12-6 0,0 0-2 0,-12-11 0 0,-12 11-2 0,0-12-5 0,-1 0-30 0,14-12-102 0</inkml:trace>
  <inkml:trace contextRef="#ctx0" brushRef="#br0">2129 10450 108 0,'0'-11'57'0,"0"-2"-49"0,0 1 2 0,0-12 1 0,0 12-7 0,0 12-3 0,0 0 0 0,12 12 1 0,-12 12 0 0,12 12-1 0,0 1 0 0,-12-1 0 0,24 1 0 0,-11-25 0 0,-13 12 2 0,11-12 0 0,2-12-1 0,-1 0-1 0,12-48-1 0,1 22 2 0,-3 3-1 0,-9-1-1 0,24 0 0 0,-24 11 0 0,-2 13 0 0,0 0 0 0,-11 13 0 0,0 11 0 0,13-12 0 0,11 0 0 0,-12 0 1 0,0-12 0 0,12 11 0 0,-11-11-2 0,-1 0 2 0,-12 0-1 0,0 0 0 0,24 0-1 0,-24 13 1 0,36 0 0 0,-24-1 0 0,37 0 0 0,-25-12 0 0,62-12 0 0,-51-13 1 0,-11 12 0 0,-12-10 1 0,0-1 0 0,-36-24-1 0,0 11-1 0,-11 25-1 0,-15 12 1 0,26 0-2 0,-12 0-3 0,24 12-14 0,-1 0-22 0,26 24-102 0</inkml:trace>
  <inkml:trace contextRef="#ctx0" brushRef="#br0">3133 10463 111 0,'0'-13'52'0,"0"2"-33"0,0-26-11 0,-11 13 2 0,-15 0-4 0,-9 11-3 0,-2 2-2 0,1 11 0 0,-13 11-1 0,13 13 0 0,-1 13 1 0,25 0-1 0,0-1 0 0,12 0-1 0,24 0 1 0,13-23 0 0,-1 11 0 0,13-12-1 0,0-12 1 0,-14 0 1 0,1-24 0 0,-11-14 2 0,-1 3-1 0,0-1-2 0,-12-13 1 0,0-11 0 0,-12-1-3 0,0-11 2 0,0-2 0 0,0 3 1 0,-12 22-1 0,0 37-1 0,-1 12 1 0,2 0 0 0,0 12 0 0,-13 73 0 0,10-37 0 0,14 61 0 0,14-48 0 0,10-13 2 0,-2 0-2 0,3 1 1 0,24-1-1 0,-13-37 0 0,0 15 0 0,0-14 1 0,13-12-1 0,-13 0 1 0,-1-25 0 0,15 1-1 0,10-36 1 0,-48 23 0 0,0 1-2 0,-12 11 2 0,0 1-1 0,-36 0-1 0,23 24 1 0,-22 0-1 0,-2 24 0 0,13 0 1 0,24 13 0 0,0-13-1 0,11 13 0 0,2-13-1 0,13 0-1 0,-4-1 2 0,2-23 0 0,1 13 1 0,-1-13-1 0,-12-13 0 0,13 2-4 0,11-13 0 0,0 12 1 0,13-12 2 0,-13 11 2 0,-1 13 0 0,28 0 2 0,-41 25-1 0,-9-1 2 0,-1-12-2 0,-37 37 1 0,14-37-2 0,-26 0-2 0,0 0-18 0,15 0-42 0,-3-12-47 0</inkml:trace>
  <inkml:trace contextRef="#ctx0" brushRef="#br0">4064 10064 79 0,'0'0'33'0,"24"-26"-24"0,12 26 11 0,-11 0 6 0,-1 0-10 0,1 26-8 0,-14 10-4 0,0 0-1 0,-11-1-1 0,-11 15-2 0,-25-15 0 0,24 15-6 0,-25-2-18 0,26-12-38 0,11 0-35 0</inkml:trace>
  <inkml:trace contextRef="#ctx0" brushRef="#br0">4185 10572 63 0,'0'12'20'0,"0"24"28"0,0-24-18 0,0-12-17 0,0 0-9 0,13 11-40 0,-13-11-76 0</inkml:trace>
  <inkml:trace contextRef="#ctx0" brushRef="#br0">2613 10378 123 0,'0'0'0'0,"0"-24"45"0,24-37-37 0,13 48-74 0,-37 2-8 0</inkml:trace>
  <inkml:trace contextRef="#ctx0" brushRef="#br0">2576 10390 47 0,'0'0'17'0,"0"0"6"0,0-12-16 0,-12 12 0 0,12 12 2 0,0 12-6 0,0 12-2 0,0-11-1 0,0 11-23 0,0-24-47 0</inkml:trace>
  <inkml:trace contextRef="#ctx0" brushRef="#br0">2685 6229 22 0,'0'-13'26'0,"-11"-11"-13"0,11 13-7 0,0 11-4 0,-13 0 0 0,1 11 4 0,-12 26 1 0,-12 11-1 0,-1 25 0 0,-11 12-2 0,23 0-2 0,1-37-1 0,0 0-1 0,12 0 1 0,0 0-1 0,-1 2-18 0,2-39-63 0</inkml:trace>
  <inkml:trace contextRef="#ctx0" brushRef="#br0">2721 6447 28 0,'0'0'22'0,"0"-12"-7"0,-12 0-11 0,12 12-2 0,-13 12 4 0,13 0 1 0,-11 11-3 0,0 15-1 0,22-2 0 0,0-1 0 0,14 2 0 0,-11-12 0 0,21-13 1 0,-24-1-1 0,14-11 1 0,11-11 3 0,-24-1-6 0,0-26 0 0,1 27 0 0,-1-13-1 0,12 12 0 0,-24 0 0 0,24 12 0 0,-24 0 0 0,24 24 0 0,1-13 0 0,-13 2-1 0,0-2 1 0,-12-11 0 0,12 0 1 0,-12 0 2 0,0 0 1 0,0-11-3 0,0-25 1 0,0 24-1 0,0-12 0 0,13 0-1 0,-13 24 0 0,11-13 0 0,2 13 0 0,9-13 0 0,3 13-1 0,-11 0 1 0,21 0 0 0,-24 0 0 0,2-11 1 0,-1-25 0 0,-12-1-1 0,0 1 0 0,0 0 2 0,0-12-1 0,0 11 0 0,0 0 1 0,0 13 0 0,-12 13 0 0,12-2 0 0,-13 37-1 0,13 13 0 0,0 11 1 0,0 13-1 0,0 0 2 0,0-1-2 0,13-12 0 0,-1 1 0 0,0-2 0 0,0-23 1 0,0-24 2 0,12 0 2 0,1-35-3 0,-1 11-2 0,37-50 1 0,-37 51-1 0,0 11-1 0,-11 12 0 0,-13 0 0 0,11 24 0 0,2 0 0 0,-2-11 0 0,13 23 1 0,-11-36-1 0,11 12 0 0,-13-12 1 0,-11 0 0 0,37-36 1 0,-25-2-1 0,0 3 0 0,0 11-1 0,0-1 2 0,1 1 5 0,-13 12-5 0,12 12-2 0,-12 0 0 0,12 25 1 0,-12-14-2 0,24 62 1 0,-24-24 1 0,0-13-1 0,12 23 0 0,0 2 0 0,-12 0 0 0,-12 48 2 0,-12-48-1 0,0-49 2 0,-1 0-1 0,-11-24-1 0,-13-49 1 0,38 1-1 0,11-14-1 0,35 3 1 0,26-14-1 0,12 12 0 0,121 13-44 0,-159 60-74 0</inkml:trace>
  <inkml:trace contextRef="#ctx0" brushRef="#br0">4245 3847 18 0,'0'-25'14'0,"13"-11"-1"0,-13 36 8 0,0-12 3 0,0 12-4 0,12 36-15 0,1 1-2 0,-2-1-1 0,13 12-1 0,0 1-1 0,0-2-3 0,-12 1-1 0,13-34 1 0,-13-2 2 0,0-12 2 0,0-12 0 0,0-13 0 0,0-12 0 0,0 2 0 0,0-15-1 0,-12 15 0 0,13-1 0 0,-13 12-1 0,0 11 1 0,0 13-1 0,12 13 1 0,0 23 1 0,0 0-1 0,12-13 0 0,1 15 0 0,-14-14-1 0,13-1 0 0,1-23 1 0,-13 13 1 0,1-26 1 0,9-10 2 0,-22-1 5 0,13-14 1 0,-1 3-2 0,-12-13-1 0,0 11-4 0,0 13-1 0,0 0-4 0,-12-12-5 0,12 36-21 0,0-13-28 0,12 13 1 0</inkml:trace>
  <inkml:trace contextRef="#ctx0" brushRef="#br0">4887 3786 48 0,'0'0'7'0,"-13"12"5"0,13 12 2 0,0-12 1 0,-12 25-5 0,12-1-6 0,0-12-3 0,25 37-1 0,-25-49-3 0,12-12-4 0,0 0-41 0,-12 0-2 0</inkml:trace>
  <inkml:trace contextRef="#ctx0" brushRef="#br0">4814 3629 78 0,'-12'-13'21'0,"0"2"-8"0,12 11-8 0,24 11-20 0,0 2-42 0,-12-13 21 0</inkml:trace>
  <inkml:trace contextRef="#ctx0" brushRef="#br0">5032 3544 58 0,'0'0'0'0,"-12"-13"27"0,-1 13-19 0,13 24 17 0,25 37-10 0,11-13-12 0,-36 13-1 0,24 61-1 0,-12-74-2 0,0-24 2 0,-12-1 0 0,0-9 2 0,0-14 8 0,0 0-8 0,0-25-2 0,0 1-1 0,12-12-1 0,0-37 3 0,1 49-2 0,-2-12 0 0,2 23-1 0,-1 2 2 0,0 11-2 0,-12 0 2 0,0 11-1 0,0 13 2 0,0 1-2 0,0 11 0 0,0 1 0 0,24 11-2 0,0-36 0 0,1-12 2 0,-13 0 0 0,24-24-1 0,-24-12 3 0,24 11-1 0,-12-11-1 0,-11-1 0 0,11 13 0 0,-11 13-1 0,-2 11 1 0,-11 0 0 0,0 0 0 0,11 24 2 0,-11-13 0 0,13 14 1 0,11-1-2 0,-12-24-1 0,0 12-1 0,-12-12-2 0,24 0-22 0,1-48-102 0</inkml:trace>
  <inkml:trace contextRef="#ctx0" brushRef="#br0">5491 3422 112 0,'-12'0'7'0,"-12"0"3"0,24 0-9 0,0 13-36 0,0 12-40 0</inkml:trace>
  <inkml:trace contextRef="#ctx0" brushRef="#br0">4572 4427 40 0,'-12'0'17'0,"0"-24"9"0,12 12-2 0,0 12 6 0,0 0-14 0,0 36-11 0,0 1-2 0,24 11-1 0,-11 11 0 0,9 2 0 0,-9 0-3 0,12 24-3 0,0-25-5 0,-25 1 2 0,11-25-6 0,-11-13-20 0,-11-9-15 0,11-14 4 0</inkml:trace>
  <inkml:trace contextRef="#ctx0" brushRef="#br0">4548 4488 32 0,'0'-37'15'0,"24"13"5"0,-11 12 0 0,9 12 0 0,3 0-5 0,0 12-5 0,-12 25-4 0,-2-1 0 0,0 0 1 0,-11-12-1 0,-11 13-2 0,0-13 0 0,-39 0-3 0,-10-13-58 0,60-11-2 0,0 0 20 0</inkml:trace>
  <inkml:trace contextRef="#ctx0" brushRef="#br0">4850 4584 40 0,'0'0'0'0,"-12"0"13"0,24 0-1 0,-12-13 10 0,12 2-4 0,0-13-7 0,25-12-6 0,-25 0-4 0,0 10 0 0,-12 3 0 0,0 11 1 0,-12 0 0 0,-37 12 6 0,13 12-5 0,12 12 0 0,12 0-1 0,0 13 1 0,-1-1-1 0,26 0-1 0,-1-12-1 0,12-11 0 0,12-1-1 0,49 0-8 0,-49-12-8 0,13-24-9 0,-2 11-16 0,-10-24-10 0</inkml:trace>
  <inkml:trace contextRef="#ctx0" brushRef="#br0">5286 4403 36 0,'0'0'0'0,"-25"-12"39"0,1 12-20 0,-36 0 14 0,23 24-24 0,1-12-4 0,11 25-1 0,3-1-2 0,9 0-2 0,13-12 0 0,0 13 0 0,35-25 0 0,2-12 0 0,0 0 0 0,23-25 2 0,-36-12-1 0,0 2 1 0,-24-1-1 0,13-13 1 0,-13 13-1 0,-37-110 3 0,13 85-4 0,0 13 0 0,12 24 1 0,-1 13-2 0,13 11 3 0,0 0 0 0,-11 35-1 0,11 2 0 0,11 11-1 0,2 13 1 0,11 0-1 0,-12-1 0 0,24 1-2 0,-24-13-1 0,25-24 0 0,-13-13 2 0,35-22 1 0,-33-37 2 0,-2 11-3 0,-11 1-1 0,-13 12-1 0,11-13-1 0,0 26 3 0,-11 11 0 0,0 0 1 0,0 0 3 0,13 24 1 0,-13-12 0 0,12 12-2 0,0 0 0 0,12-13-1 0,0 2-2 0,-11 0-3 0,11-13-7 0,0 0-18 0,-12-13-22 0,-12 0-6 0</inkml:trace>
  <inkml:trace contextRef="#ctx0" brushRef="#br0">5527 4089 79 0,'-12'0'14'0,"-12"-14"-3"0,12 14-10 0,24 0-7 0,0 14-11 0,25 9-28 0,-26-23 15 0</inkml:trace>
  <inkml:trace contextRef="#ctx0" brushRef="#br0">5890 4221 68 0,'0'0'28'0,"-12"-24"-8"0,12 11-4 0,0 2 12 0,-25-2-8 0,1 2-12 0,2 11-3 0,9 0-3 0,-24 11 0 0,26 13-1 0,-26 26 1 0,25-15-1 0,-12 14-1 0,12 0 2 0,12-25-3 0,12 0 1 0,12-12 0 0,-12-12 2 0,12-12 0 0,0-12 1 0,-13-13-1 0,28 13-2 0,-28 0 0 0,0 0 0 0,2 11 1 0,-13 13-2 0,0 0 2 0,11 13 1 0,-11 11 1 0,25-12 0 0,-1 13-2 0,1-14 2 0,11 2-1 0,-12-13 1 0,0-24 2 0,1 11-2 0,-25-23-2 0,12 11-5 0,0-10-15 0,12-15-58 0,-12 26-13 0</inkml:trace>
  <inkml:trace contextRef="#ctx0" brushRef="#br0">12011 6059 31 0,'0'-11'15'0,"0"-1"2"0,12 0 3 0,-12 12-2 0,0 0-10 0,-12 12-1 0,12 24 1 0,0-1-1 0,-13 63 1 0,13-61-6 0,13-2-1 0,-1-11-2 0,1 1 2 0,-13-13-6 0,11 0-15 0,-11-12-16 0</inkml:trace>
  <inkml:trace contextRef="#ctx0" brushRef="#br0">12011 6048 43 0,'0'0'0'0,"12"-48"32"0,12 48-14 0,-13 0-2 0,2 0-6 0,23 0-5 0,0 36-3 0,-11 0 0 0,-1-1-1 0,0 15-2 0,-12-2 1 0,0-11 0 0,-12-13 2 0,-12 0 0 0,-12 0 3 0,-12-12 0 0,0-12-1 0,-1 12-3 0,0-12 1 0,2 0-2 0,10 0-2 0,13 0-9 0,-12 0-26 0,24-12-51 0</inkml:trace>
  <inkml:trace contextRef="#ctx0" brushRef="#br0">12373 6059 54 0,'0'0'6'0,"0"-11"9"0,-13-1 1 0,13 12-2 0,-22 23 4 0,22 14-13 0,-13 0-2 0,13-2-1 0,13 2 0 0,-2 0-2 0,-11-2 1 0,0-22-4 0,0 11-4 0,0-12-12 0,-11-12-16 0,-2 0-28 0</inkml:trace>
  <inkml:trace contextRef="#ctx0" brushRef="#br0">12301 6012 55 0,'0'-12'9'0,"12"0"2"0,13 12 5 0,-3-14 0 0,4 28-4 0,-2-2-5 0,0 24-5 0,-13-13 0 0,-11 14-1 0,0 0 2 0,-11-13-3 0,-37 11 3 0,11-22-4 0,13-13-11 0,12 11-26 0,0-11-39 0</inkml:trace>
  <inkml:trace contextRef="#ctx0" brushRef="#br0">12603 6072 43 0,'0'-13'31'0,"-12"2"-21"0,12-1 1 0,0 35 30 0,0 1-33 0,0 61-2 0,0-37-5 0,0 2 0 0,0-15-2 0,0 2 0 0,0 0 0 0,0-1-38 0,0-36-10 0,0 0-3 0</inkml:trace>
  <inkml:trace contextRef="#ctx0" brushRef="#br0">12591 6096 43 0,'0'0'0'0,"-12"-37"12"0,48 26 19 0,-11 11-12 0,-1 0-3 0,0 24-6 0,13-13-6 0,-15 27-2 0,4 22 2 0,-52-36-3 0,4-13 0 0,-27 2 0 0,13-13 0 0,-1 0 0 0,13 0 0 0,12-13 1 0,12 13 0 0,12 0 2 0,12 13 2 0,13 11-1 0,11 0 0 0,96 61 6 0,-107-48-11 0,-25-25-6 0,0 12-21 0,-12-12-57 0,0-12 34 0</inkml:trace>
  <inkml:trace contextRef="#ctx0" brushRef="#br0">5600 7886 20 0,'-12'-12'31'0,"12"12"-18"0,0 0-2 0,0 0-7 0,0 12-1 0,0 13 1 0,0 11 0 0,0-12-1 0,12 11-1 0,0 3 0 0,-12-14-1 0,12-1 0 0,0 1 0 0,-12-24 0 0,12 13 1 0,-12-13 4 0,13-13-1 0,-1 2-3 0,0-13-1 0,12 0-1 0,-11 12 1 0,-2 0-2 0,2 12 0 0,-13 0 0 0,11 24 1 0,0-12 0 0,-11 24 0 0,26-25 0 0,-13 13 0 0,9-10 1 0,-9-2 1 0,11-12 4 0,-12-12 6 0,0-13-2 0,0 1 0 0,-12 0-4 0,0-12-1 0,0-2-2 0,-12 15-3 0,12 11 0 0,-12-12-1 0,12 24-4 0,-12 0-22 0,12 0-29 0,12 12-13 0</inkml:trace>
  <inkml:trace contextRef="#ctx0" brushRef="#br0">6109 7995 59 0,'0'0'0'0,"0"0"11"0,0 0 7 0,0 11-2 0,0 15-5 0,0-14-5 0,0 12-2 0,0-1 0 0,11-10-2 0,-11-2-1 0,11 2-1 0,-11-2-2 0,0-11-11 0,0 14-12 0,0-28-19 0,0 14 7 0</inkml:trace>
  <inkml:trace contextRef="#ctx0" brushRef="#br0">6060 7862 53 0,'0'0'0'0,"-12"-12"18"0,0 12-9 0,12 0-9 0,24 12-20 0,-12 0-32 0</inkml:trace>
  <inkml:trace contextRef="#ctx0" brushRef="#br0">6240 7826 51 0,'0'-24'15'0,"0"0"-2"0,0-1 7 0,0 13 5 0,0-1-5 0,0 13-19 0,13 25 0 0,-1 35 6 0,-12-23-4 0,12 11-1 0,-12-11 1 0,0-1-2 0,-12 37 0 0,0-49 0 0,12-1-1 0,0-10 1 0,-13-13-1 0,26 0 5 0,-13 0-2 0,12-13-3 0,0-10 1 0,12-1-1 0,13 12 0 0,-13-14 0 0,0-9-1 0,1 23 1 0,-13-12 0 0,0 12 0 0,-12 12 0 0,0 0 0 0,-12 24 0 0,0 0 0 0,-1 0 0 0,13 1 0 0,0 11 0 0,25-24 0 0,-13 11-1 0,12 1 1 0,-12-24-1 0,13 13 1 0,-3-13-1 0,-9-13 1 0,0 2-1 0,11-2-3 0,-11-10 1 0,-13-1-1 0,0-14 0 0,11 27 0 0,-11-1 1 0,0 0 2 0,0 12 1 0,0 12 4 0,0 11-1 0,0 3 0 0,0-14-1 0,0 12-2 0,11-12 1 0,2 12-4 0,-1-13-12 0,12-11-43 0,-12 0-10 0</inkml:trace>
  <inkml:trace contextRef="#ctx0" brushRef="#br0">6616 7778 90 0,'-13'0'21'0,"-22"-13"-10"0,23 13-6 0,12 0 1 0,0 0-5 0,0 0-5 0,12 13-19 0,23 11-65 0</inkml:trace>
  <inkml:trace contextRef="#ctx0" brushRef="#br0">6905 7826 62 0,'0'0'0'0,"0"-24"31"0,0 11-15 0,0 2 6 0,0 11 1 0,0 24-20 0,-11 12 1 0,11 0-1 0,0 13-2 0,0-1-1 0,0 1 1 0,11-13-3 0,-11-12-4 0,0 0-13 0,0-13-16 0,0 13-15 0,0-24 11 0</inkml:trace>
  <inkml:trace contextRef="#ctx0" brushRef="#br0">6798 7789 51 0,'0'-11'9'0,"0"-2"1"0,36 13-1 0,-12 0 5 0,12 0 0 0,1 24-2 0,22 13-6 0,-10-1-4 0,0 13-2 0,-13-13 2 0,-12 12-1 0,-24-11 3 0,0-13 3 0,-12 0 3 0,-36 0-3 0,-1-13 0 0,0 2-2 0,2-2-3 0,-2-11-1 0,1 0-1 0,24 0-2 0,0 0-9 0,24-11-13 0,0 11-23 0,24 0-33 0</inkml:trace>
  <inkml:trace contextRef="#ctx0" brushRef="#br0">7414 8068 78 0,'0'0'0'0,"0"-24"15"0,-12 12-11 0,12 0 9 0,-25-2 4 0,3 14-6 0,-15 0-5 0,11 26-1 0,-21 33 2 0,35-35-6 0,12 0-1 0,0 2 1 0,24-15-1 0,11-11 1 0,3 0 0 0,-2-11 0 0,-12-15 1 0,0-9-2 0,-12 11 0 0,2 0 1 0,-14 12-1 0,0 0 2 0,0 12-2 0,0 24 0 0,0-12 1 0,11 24-2 0,13-12 2 0,-12 1-1 0,12-2 0 0,-12-10 0 0,12-2-1 0,-11-11 1 0,-1 0-1 0,24-35 2 0,-12-2-1 0,-12 0 0 0,1 2 0 0,9-26 1 0,-22 1-1 0,14-1 1 0,-14 0-1 0,0 26 0 0,0-2 1 0,0 24 0 0,0 13 2 0,0 0 1 0,-14 0-4 0,3 74 3 0,11-38-2 0,0 24 0 0,0-11 1 0,0 10-1 0,0 3 1 0,11-26-2 0,3 13 0 0,11-26 1 0,-1 1-2 0,-2-11-2 0,3-13-9 0,13 0-6 0,9-13-16 0,-11-11-24 0,-12 13 12 0</inkml:trace>
  <inkml:trace contextRef="#ctx0" brushRef="#br0">7535 7995 70 0,'0'0'0'0,"-24"0"14"0,36 0-9 0,12 0 13 0,25 0 3 0,97-12-3 0,-50 12-16 0,-12 0 0 0,-11 0-1 0,0 0 1 0,-25 0 0 0,-13-12 2 0,-22 12 3 0,-13 0 14 0,-37-12-17 0,26 12-2 0,-25 0-2 0,0 12 1 0,12 0-1 0,-1 11 0 0,-23 27 0 0,35-26 1 0,13 11-2 0,13-22 1 0,-1-2 1 0,12 3-1 0,0-14 2 0,24 0-1 0,-23-14 1 0,0 3-1 0,-3-13 1 0,-9-12-1 0,-2 12 1 0,-11 0-2 0,13 10 4 0,-13 14 4 0,0 0-7 0,0 14 1 0,0 22 1 0,24-1 3 0,0-11-2 0,13 0-2 0,11-24 1 0,-11 14-1 0,-1-28-1 0,23-10-8 0,-33 13-30 0,-14-13-133 0</inkml:trace>
  <inkml:trace contextRef="#ctx0" brushRef="#br0">11527 10971 22 0,'0'0'10'0,"0"-12"2"0,12 12 5 0,-12 0-1 0,12 0-6 0,-12 12-3 0,13 0 0 0,9-12-1 0,-22 12 0 0,25 0-1 0,0-12 3 0,-12 0-1 0,22-12 0 0,-11-12 0 0,12-1-1 0,1 1-1 0,-13-12-1 0,0 11 0 0,0 14-1 0,1-2 0 0,-13 2-1 0,12 11 1 0,-12 11-1 0,13 13 1 0,-3-11-1 0,3-1 0 0,0 0-1 0,-1-12-3 0,-13 0-49 0,-11-12-61 0</inkml:trace>
  <inkml:trace contextRef="#ctx0" brushRef="#br0">9203 11296 13 0,'0'-11'12'0,"0"-2"13"0,0 13-11 0,-11 0 4 0,11 0-6 0,0 0-3 0,11 0 29 0,15-35-29 0,-2 22-5 0,-11-24-2 0,9 2 2 0,-9-1 1 0,-13-12-1 0,0 11 0 0,-24-11 2 0,13 11 1 0,-26 13 0 0,25 0 0 0,12 12 1 0,0 12-7 0,12-12-1 0,12 12-11 0,0 12-47 0,0 0-53 0</inkml:trace>
  <inkml:trace contextRef="#ctx0" brushRef="#br0">5527 6048 42 0,'0'0'6'0,"-12"0"-3"0,12 11-2 0,0 13 1 0,-12 0 1 0,12 2 2 0,12-2 8 0,0-24-4 0,12 0 4 0,13-24-2 0,-1-2 0 0,62-33 6 0,-52 35-11 0,-20 0-3 0,9 12-1 0,-22-2-1 0,-2-9 0 0,-11 23-2 0,13 0-25 0,-1 0-78 0</inkml:trace>
  <inkml:trace contextRef="#ctx0" brushRef="#br0">8020 6024 34 0,'0'0'0'0,"-13"-24"38"0,1 24-27 0,12 0-2 0,-12 12 2 0,0 0-1 0,0 23-2 0,12-11-3 0,0 0-1 0,24-24 2 0,0 14 3 0,13-14 2 0,11-14 1 0,11-10 0 0,15-11-2 0,-2-1-3 0,-11 24-3 0,-1-14-3 0,-49 3-1 0,15 23-66 0,-39 0-12 0</inkml:trace>
  <inkml:trace contextRef="#ctx0" brushRef="#br0">9446 11648 12 0,'0'0'0'0,"-12"0"17"0,12 0-7 0,12 0 28 0,-12 0-5 0,0 0-23 0,12 0 0 0,-12-12-3 0,49 0 5 0,-13 0-8 0,0 0-2 0,13-12 0 0,-2 11 0 0,16 0-1 0,20-10 0 0,-46 11-1 0,11-12 0 0,25-1 0 0,-25 14 0 0,0-2 0 0,13 1 0 0,-13 0 0 0,13 0 0 0,-1 0 0 0,1-12 0 0,11 0 0 0,-22 11 1 0,9-11-1 0,2 11 0 0,-37 2 1 0,-12 11-1 0,0 0 2 0,-12 0 1 0,0-13 14 0,0 13-17 0,0-11 1 0,0 11-1 0,0 0 1 0,0 0-2 0,-24 0 1 0,0 0 0 0,-13 11-1 0,0 2 1 0,-9-2 0 0,-4 2 0 0,-10 0-1 0,0 11 0 0,-13-13 1 0,12 13-1 0,2 1 1 0,-4-13-2 0,-8 12 2 0,-2 13-1 0,13-13 2 0,11 0-2 0,-11-12 1 0,23 12 0 0,-11-11 0 0,12-1 1 0,12 0 0 0,-1 0-1 0,1-12 1 0,0 0-1 0,0 12 1 0,12-12 0 0,0 0 0 0,0 0-1 0,-1 0 1 0,13 0-1 0,13 0 1 0,-1 0 0 0,24-12 0 0,13 0-1 0,-1-12 0 0,11 11 0 0,15-23 1 0,10 12 0 0,1-13-1 0,13 26 0 0,70-38 0 0,-83 24 0 0,0 1 0 0,-1 0 1 0,-12 0 3 0,1-13 1 0,-12 26 2 0,-13-13-2 0,-35 11-3 0,-13 13 1 0,0 0-6 0,-13 0-28 0,1 24-111 0</inkml:trace>
  <inkml:trace contextRef="#ctx0" brushRef="#br0">6603 6822 10 0,'0'0'21'0,"0"0"-11"0,-11 0-3 0,11 0-2 0,0 0 1 0,-11 0 0 0,11 0 1 0,0 0 1 0,-13 0 0 0,1 0-1 0,0-12-2 0,-14 12-1 0,4-13-2 0,-3 13 0 0,1 0 0 0,0-11 0 0,12 11 1 0,-1-13 0 0,1 2 1 0,-12-14 3 0,24 0-4 0,-12 1 0 0,0-11 0 0,0 11 0 0,-13-2 0 0,1 2-1 0,0 1-1 0,0-1 1 0,11 24 1 0,2-12 0 0,0 0-1 0,11-13 0 0,0 25-1 0,0-24 0 0,11 12-1 0,13 0 1 0,-13 0-1 0,2 0 0 0,11-13 0 0,-11 1 1 0,11-12-1 0,-12 24 0 0,0-12 2 0,0 11 0 0,12-11-1 0,13 13-1 0,-1-2 1 0,-12-11 0 0,12 24 0 0,1-13-1 0,0 2 1 0,-15-2-1 0,3 13 0 0,11 0 1 0,-12 0-1 0,1 0 1 0,-1 0-1 0,12 0 1 0,1 0 1 0,-25 0-2 0,24 0 1 0,0 13 0 0,1-13 0 0,0 11-1 0,-2-11 1 0,-11 0-2 0,13 13 1 0,-1-13 1 0,0 11-1 0,0-11 0 0,-11 13 0 0,-13 0 1 0,24-2 0 0,-11 2 0 0,-14 11-1 0,14-13 0 0,-25 2 0 0,24-1 1 0,-12 12-1 0,12-12 0 0,-13 1 1 0,2-2-1 0,-1 2 0 0,-12-1 1 0,12 0-1 0,-12 0 0 0,0 12 1 0,0-13 1 0,0 15-2 0,0-2 1 0,0-12 0 0,0 12-1 0,0-12 0 0,0 12 1 0,-12-13-1 0,12 15 1 0,-12-14-1 0,-1 11 1 0,13 1 0 0,-11 0-1 0,0-11 1 0,-2 11-1 0,1-11 0 0,0 11 1 0,0-24-1 0,-2 11 1 0,3 14-1 0,0-13 2 0,-14 0-2 0,13-12 1 0,-12 12-1 0,12 0 0 0,-13-12 0 0,-11 12 1 0,12-12 1 0,0 0-1 0,-11 13 1 0,-3-13-1 0,-9 0 0 0,10 0 0 0,0 0 0 0,1 0 0 0,-12 0-1 0,11 0 1 0,1 0-1 0,12-13 1 0,-12 13 2 0,-1-24 0 0,13 12 0 0,0 0-1 0,0 0 1 0,12 12-2 0,0-12 1 0,12 12-1 0,0 0-1 0,0-13-8 0,0 13-28 0,12 13-105 0</inkml:trace>
  <inkml:trace contextRef="#ctx0" brushRef="#br0">6652 7704 18 0,'-12'0'12'0,"12"-11"-7"0,-12 11 3 0,0 0 4 0,-1-13 1 0,13 13-5 0,-11-11 4 0,0-1-5 0,-2 0 0 0,1-14-2 0,0 15-1 0,-14-2 1 0,4-22 0 0,9 11 1 0,-11-13 0 0,0 1 0 0,12 0-2 0,0-13 1 0,12 25-4 0,0-13 1 0,12 13-1 0,0 0 1 0,-12 0 0 0,24 11-1 0,0-11-1 0,0 0 1 0,13 0-1 0,0 13 1 0,-2-1-1 0,13-13 0 0,1 1 0 0,11 11 0 0,1-10 1 0,-1 11-1 0,1 0 0 0,-1 0 1 0,-11 0 0 0,-1-2 0 0,0 3 0 0,1 11 1 0,-1-12 0 0,-13 12-1 0,15 12-1 0,-15-1 0 0,2 3 0 0,-11-2 1 0,-4 0-2 0,3 12 2 0,-1-12-1 0,0 12 0 0,1-13-1 0,11 13 0 0,-12-10 2 0,0 9-1 0,-11 1 0 0,-2 0 0 0,0 13 0 0,3-13 0 0,-14 13 0 0,0-13 0 0,0 12 0 0,0-11 1 0,-14 11-2 0,14 0 2 0,-22-13-1 0,9 15 0 0,-23-2 0 0,-12-1 0 0,-1 2 1 0,13 0-1 0,-13-13 0 0,13 0 0 0,-12 0 0 0,12-12 0 0,-13 0 0 0,-11 1 1 0,-1-13 0 0,-11 0 1 0,-2 0 0 0,2-13 1 0,-12-11-1 0,11 24 2 0,13-13-1 0,23 2-3 0,25 11-1 0,0 11-15 0,12 26-42 0,12 0-39 0</inkml:trace>
  <inkml:trace contextRef="#ctx0" brushRef="#br0">9809 11054 8 0,'0'-11'16'0,"0"-1"-4"0,0 12 1 0,0-12 1 0,0 12-3 0,0 0-5 0,0 0-2 0,12 0 1 0,0 0 1 0,-12 12 0 0,12 0-2 0,1-1 1 0,11 15-1 0,-12-14 1 0,36 35 3 0,-24-23-6 0,13-11-1 0,-24-2 0 0,-2 3 0 0,-11-2-1 0,13-12 1 0,-13 0-1 0,0 0-21 0,0-26 7 0,0 15 8 0,0-37-1 0,11-12 6 0,-11 11 8 0,0 37 1 0,-11 12 3 0,11-12-1 0,-13 24-9 0,2 12 0 0,-26 25 4 0,24-1-3 0,-23-13 0 0,0 3 0 0,12-2 2 0,-25-12 0 0,25 0 0 0,12-13 0 0,0-11 0 0,12 0-2 0,0 0-29 0,24 13-76 0</inkml:trace>
  <inkml:trace contextRef="#ctx0" brushRef="#br0">1500 11805 25 0,'0'0'5'0,"0"-13"5"0,0 13-3 0,-12 0 1 0,12-11-1 0,-12 11-2 0,0 0-2 0,-13 0 0 0,1 24-2 0,-12 0 1 0,0 13-1 0,-1-1 1 0,13 12-1 0,-1 13 0 0,1-13 1 0,13 1-1 0,11-13 3 0,24-1 3 0,12-22-1 0,0-2-2 0,13-11-2 0,-1-11 1 0,1-2 1 0,-13-11-1 0,-23 13-1 0,-2-1-3 0,-11-12 2 0,-24 12 0 0,0 12-1 0,-13 0 0 0,13 0 0 0,12 12 0 0,-12 0 1 0,24 0 0 0,24-12-1 0,-12 12 0 0,25-1 0 0,-13-11 2 0,0 13-3 0,-11-2 0 0,-2 2-25 0,-11 12-59 0</inkml:trace>
  <inkml:trace contextRef="#ctx0" brushRef="#br0">1693 12240 42 0,'0'0'12'0,"-12"0"-3"0,12-11-1 0,0 11 8 0,0 0 1 0,-12-12-6 0,12 12-4 0,0-14-2 0,0-10 1 0,12 0 1 0,-12-11-2 0,12-15-1 0,13 3-2 0,-13-14 0 0,12 13 0 0,-24 0 0 0,24-1 4 0,-24 24-3 0,12 14-2 0,0 11-1 0,-12 0 1 0,0 36-1 0,0 0 1 0,13 1 0 0,-2 23-1 0,0-11 0 0,3-1 0 0,-2 1 1 0,0-13-2 0,0-13 1 0,1 1-1 0,-2-11-1 0,-11-13-15 0,0 0-24 0,0 0-20 0,-11-13 24 0</inkml:trace>
  <inkml:trace contextRef="#ctx0" brushRef="#br0">1681 12047 44 0,'0'0'0'0,"12"0"34"0,13 0-20 0,-1 0-11 0,12 0-3 0,12 0-15 0,-11 0-55 0</inkml:trace>
  <inkml:trace contextRef="#ctx0" brushRef="#br0">2141 11842 45 0,'0'0'0'0,"0"-13"27"0,-12 13-10 0,12-12-4 0,0 12-1 0,0 0-1 0,0 25-1 0,0-1-6 0,0 12-2 0,0 0 0 0,0 25-2 0,24 36 1 0,-12-61-1 0,-12-13-1 0,12 1-3 0,0-11-12 0,-12-13-33 0</inkml:trace>
  <inkml:trace contextRef="#ctx0" brushRef="#br0">1947 11792 41 0,'0'0'0'0,"-12"0"13"0,12 0-7 0,12 0 36 0,0 0-24 0,14 0-5 0,9 0-4 0,1 0-3 0,13 0-4 0,-13 0-1 0,0 0-2 0,-11 0-13 0,11 0-106 0</inkml:trace>
  <inkml:trace contextRef="#ctx0" brushRef="#br0">2479 12108 24 0,'0'0'0'0,"0"-12"19"0,0-14-12 0,13 15 8 0,-1-13 4 0,0-12 5 0,0 36-16 0,-12 0-1 0,12 0-3 0,-12 0 0 0,12 12-1 0,0 12-1 0,0 0-1 0,1 13 0 0,-2-13-1 0,14 24 1 0,-13-37-1 0,-12 2 1 0,12-13 2 0,-12 0-2 0,0-13-4 0,12 2-8 0,1-13-7 0,9-12-5 0,-9 12-2 0,24-13 11 0,-24 1 10 0,9 12 3 0,3 12 4 0,-25-1 6 0,12 13 5 0,-12 25 9 0,0-1-16 0,0 0-2 0,12 0 0 0,0 13-1 0,0-25-1 0,13 12 4 0,-1-24-1 0,-12 0 0 0,12-12-2 0,-24 0-1 0,24 0 0 0,-11-14-2 0,-1 3 0 0,0 11 1 0,0 0-1 0,-12 0-1 0,12 12 0 0,-12 12 0 0,13 0-1 0,-13 12 0 0,11-13 1 0,13 27 0 0,-13-26 0 0,14-12 1 0,-11 0 0 0,-3 0 2 0,2-12-2 0,-2 12-1 0,13 0 0 0,0-12 0 0,0 12 0 0,0-12 0 0,-11 12 1 0,-1-14 1 0,0 3 2 0,0 11 2 0,-12-12 1 0,0 0 0 0,0 12-1 0,0-12-1 0,-12 0-2 0,0 12-2 0,12 0-1 0,-12-12 0 0,-1 12-1 0,13 0-9 0,13 0-156 0</inkml:trace>
  <inkml:trace contextRef="#ctx0" brushRef="#br0">3979 12047 14 0,'0'-12'14'0,"0"12"-1"0,-12 0 3 0,0 0-1 0,12 0-4 0,-12 0-4 0,12 0-3 0,0 0 0 0,12 0 2 0,-12 12-1 0,36-12-1 0,-11 0-1 0,23 12 0 0,-12-12-1 0,25 0 0 0,-13 0 1 0,13 0 1 0,-1-12 1 0,13 12 1 0,-1-12 1 0,1 12-2 0,11-12 0 0,1 12-2 0,-12 0 0 0,11-12 1 0,-11 12-1 0,12 0 1 0,-13 0 0 0,-12 0 0 0,1 0-1 0,-12 0-2 0,11 0 0 0,-13 0-1 0,3 0 0 0,-2 0 1 0,0 0-1 0,-11 12-1 0,-13-12 0 0,12 0 1 0,-24 0 1 0,25-12 0 0,-25 12 0 0,12 0-1 0,0-12 2 0,11 12-2 0,-9 0 0 0,-13 0 0 0,9 0 0 0,2 0 1 0,-11 0 0 0,11 0 2 0,-24 0 0 0,12 0-1 0,0 0 0 0,1 0-2 0,-2 0 1 0,2 0-1 0,11 0 0 0,-12 0 0 0,0 0 0 0,0 0 0 0,1 0 2 0,-13 0-1 0,-13 0-18 0,1 0-115 0</inkml:trace>
  <inkml:trace contextRef="#ctx0" brushRef="#br0">5431 12942 35 0,'0'0'7'0,"-11"0"2"0,11 0 4 0,-13 0 8 0,26 0 8 0,11 0-17 0,11 12-3 0,13-12-3 0,13 0-3 0,-1 0-2 0,38 0 1 0,-15 0 0 0,2 0-1 0,12 0 0 0,-36 0 1 0,-2 0 3 0,-35 0 1 0,-10 0 2 0,-14 0 20 0,12 12-28 0,1 0 0 0,-2 13 0 0,0-13 0 0,2 24 0 0,-2-24 1 0,-11 11-1 0,0-9 0 0,-11-2 2 0,11-12-1 0,-24 12 1 0,13-12-1 0,-14 0-1 0,0 12 0 0,1-12 0 0,-12 12-1 0,-12 0-1 0,-1-12 1 0,-11 11 0 0,-1 2 0 0,2-13-1 0,-15 0 2 0,14 0-1 0,-1-13 0 0,13 13 2 0,11 0 0 0,13 0-2 0,12 0 1 0,0 0 1 0,12 0-2 0,0-11 2 0,0 11 0 0,0-12 0 0,-13 0 0 0,2-12 2 0,11-2-1 0,-11 3 0 0,-2-13 0 0,13 0-1 0,13-1-5 0,-2 1-22 0,25-13-77 0,-24 25 43 0</inkml:trace>
  <inkml:trace contextRef="#ctx0" brushRef="#br0">5381 10643 51 0,'0'0'14'0,"-11"-11"2"0,11 11-1 0,0 0-3 0,37 0-1 0,11 0-6 0,12 0-3 0,25 0-1 0,0 0 1 0,12 0 2 0,35 0 2 0,-47 0 0 0,-36 0-1 0,-25 0-2 0,-12 0 6 0,-12 11 11 0,0-11-13 0,-12 0-4 0,12 24-2 0,0-11-1 0,12 24-1 0,0-13 1 0,-12 11 0 0,13 2 0 0,-13-13 0 0,11-11 0 0,-11 11 1 0,-11-24-1 0,11 12 4 0,0-12 3 0,-13 0-1 0,13 0-2 0,0 0-1 0,-12-12-1 0,12 12-2 0,-12 0 1 0,0 0-1 0,-12 0 0 0,-13 0 0 0,-24 0 0 0,-11 12 0 0,-12-12-1 0,11 12 1 0,-12-12-1 0,12 0 2 0,13 0 0 0,13-12 0 0,23 0 1 0,-2 12-2 0,13-13 0 0,13 2 1 0,-11-2-1 0,11 2 1 0,0-2 1 0,0 1 1 0,0 0-1 0,-11-12 1 0,-2 11-2 0,1-11 1 0,12 1-2 0,0-2 0 0,0-12-11 0,25 2-42 0,-3 23-72 0</inkml:trace>
  <inkml:trace contextRef="#ctx0" brushRef="#br0">11611 9120 31 0,'-12'0'12'0,"-1"-13"-1"0,13 13-4 0,13 13 5 0,37-13 1 0,21 0-2 0,123 0 2 0,-72 0-7 0,-2 0 0 0,1-13 0 0,-38 13 0 0,-20-11 1 0,-41-1 0 0,-9 12 2 0,-13 0-1 0,0 0-5 0,-24-12-1 0,13 12-2 0,-2 12 1 0,13 0-1 0,0-1 0 0,0 13 0 0,24 14 0 0,-13-15 0 0,2 14 0 0,-1-2 0 0,-12 2 0 0,-12 0 1 0,-1-26-1 0,-9 2 0 0,9-1 2 0,2-12 0 0,-2 0 1 0,-13 0-2 0,-9-12 0 0,-1-1-1 0,-61-11 0 0,37 13-1 0,-14 11 1 0,14 0 0 0,0 0-1 0,12 11 1 0,-25 13 0 0,49-11 0 0,12-13 1 0,0 0-1 0,-1 0 0 0,-35 12 0 0,11-12 0 0,2 0 0 0,-15-12 3 0,15-1 1 0,23-11 2 0,12-11-1 0,0-15-1 0,36 2-3 0,-12 11 0 0,13 13-7 0,-24 24-42 0,-2 38-68 0</inkml:trace>
  <inkml:trace contextRef="#ctx0" brushRef="#br0">11914 3834 39 0,'0'0'0'0,"0"-12"22"0,0 12-7 0,12-12 3 0,-12 0-6 0,0 0-5 0,12 0-1 0,-12-13 1 0,0 1 1 0,0 13 0 0,-12-14-3 0,0 13 3 0,0-1-3 0,0 13 0 0,-25 0-4 0,13 13 0 0,0 11 0 0,0-11-2 0,-1 22 2 0,1 2-1 0,12-1 0 0,0 1-1 0,24-25 0 0,0 0 1 0,12 0 0 0,1 0 0 0,-1-12 1 0,12-12-1 0,13-24 1 0,-37 24 1 0,0-25 1 0,-12 13 1 0,12 0 1 0,-12 0 2 0,0 11 0 0,0 13 0 0,0 0-6 0,0 13-2 0,0 11 1 0,0 0 1 0,0 12-1 0,0 13 0 0,0-1-1 0,0 13 2 0,0-1-2 0,0-11 1 0,0-2 0 0,0-10 0 0,12 0 1 0,-12-26-2 0,13-11 2 0,-2 0-1 0,13 0 0 0,-12-11 1 0,-12-15-1 0,13-9 1 0,-13-2-1 0,0 0 0 0,-13 2-1 0,-12 22 2 0,3 2-1 0,9-1-1 0,1 12 2 0,24 0-2 0,23 0 0 0,15 0 1 0,-2 0-3 0,13-12-10 0,-1 0-69 0,-48 12 10 0</inkml:trace>
  <inkml:trace contextRef="#ctx0" brushRef="#br0">11624 3555 36 0,'0'0'10'0,"-13"0"5"0,1 0 4 0,-1-11 5 0,13 11-5 0,0 0-7 0,0 0 3 0,13 0-4 0,48 0 4 0,-1 0-8 0,13 0-1 0,12 0-2 0,10-13-2 0,-10 13-1 0,-11 0-2 0,-26-11 1 0,-24 11 2 0,-12-12 3 0,-36 12-5 0,0-12 1 0,-12 0-1 0,-1 0 0 0,13 12 1 0,-11-12-1 0,22 12 1 0,1 0-2 0,12 0 1 0,25 0 0 0,-14 12 1 0,13 0-2 0,0 12 3 0,0-1-3 0,-11 1 3 0,-13 2-2 0,0-2 2 0,-13 0-2 0,-11 0-3 0,-13 0-35 0,15-12-93 0</inkml:trace>
  <inkml:trace contextRef="#ctx0" brushRef="#br0">5540 9882 10 0,'0'0'11'0,"0"-12"0"0,11 0-2 0,-11-1 5 0,0 13-1 0,0 0 5 0,0 0-8 0,0 0-8 0,-11 13 2 0,11 11 0 0,0 0 0 0,-13 25 0 0,13-13-1 0,0 25 0 0,0-1-2 0,-12-1 0 0,12-9 0 0,-12 35-1 0,12-74 2 0,-12 13 1 0,12-24 1 0,0 0 16 0,0-48-17 0,0 24-2 0,12 11 1 0,0-22-2 0,0 22 0 0,12-24 0 0,13 2 0 0,-25 22 0 0,0 2 0 0,0 11 1 0,0 0-2 0,0 11 1 0,13 26 0 0,-13 0 0 0,-12-26 0 0,12 26 0 0,-12-13 0 0,0-13 0 0,0 15 1 0,0-15-1 0,0-11 0 0,0 0 1 0,0 13-1 0,0-13-2 0,0 0-11 0,0 11-43 0,0-11-23 0</inkml:trace>
  <inkml:trace contextRef="#ctx0" brushRef="#br0">5842 10390 22 0,'0'0'0'0,"0"-12"12"0,11-1 3 0,-11 2 7 0,0-13 4 0,0 11-7 0,0 13 0 0,-11 0-10 0,11 0-5 0,0 24-1 0,-13 0 1 0,13 1-1 0,0 11-1 0,-11 1-1 0,11-1 0 0,0-12 0 0,0-13-2 0,0 2-10 0,0-13-103 0</inkml:trace>
  <inkml:trace contextRef="#ctx0" brushRef="#br0">5370 9918 25 0,'0'0'0'0,"-11"-12"11"0,11 12 1 0,0-12 4 0,-13 12 1 0,13 0-6 0,0 0-6 0,13 0 7 0,72 0 1 0,-26 0-9 0,26 0-1 0,0 0-1 0,-1 0 0 0,1 0 0 0,-25 0-1 0,-35 0-1 0,-14-12 2 0,-22 0 0 0,-26 12-1 0,-11-25-1 0,-12 14 0 0,24 11 1 0,-1-13-1 0,25 13 1 0,24 0 1 0,12 0 0 0,11 0 1 0,15 13 1 0,-15 11-1 0,-10-12-2 0,-13 12-1 0,-24 12-1 0,-37 25-65 0,27-37 1 0</inkml:trace>
  <inkml:trace contextRef="#ctx0" brushRef="#br0">5746 12434 14 0,'-13'-24'14'0,"13"24"-3"0,-11-13 7 0,11 2-1 0,-13 11-6 0,13-13-5 0,13 26-2 0,-13 11-3 0,11 0 1 0,-11 49 5 0,0-25-4 0,0 1-1 0,-11 11-1 0,11-12 1 0,0-11-1 0,0-2-1 0,0-22 0 0,0 11 0 0,0-12 0 0,0 0-3 0,0-12-13 0,0 13-18 0,-13-13-22 0</inkml:trace>
  <inkml:trace contextRef="#ctx0" brushRef="#br0">5709 12507 16 0,'0'-12'10'0,"13"-1"-2"0,-2 2 2 0,13-2 4 0,-13 13-3 0,28-12-5 0,-17 12-2 0,-9 12-2 0,11-12 0 0,-12 24 2 0,-12 1-1 0,0 23 8 0,-12-24-5 0,-1-11-1 0,2-1 1 0,-2 0 0 0,13-12 11 0,-11 0-13 0,11-12-2 0,-11 0-5 0,-2 12-9 0,1 0-9 0,-2 12-17 0,14 0-22 0</inkml:trace>
  <inkml:trace contextRef="#ctx0" brushRef="#br0">5757 12373 13 0,'0'0'4'0,"-11"-24"4"0,-2 13 0 0,13-15 2 0,-11 15 2 0,11-2 0 0,0 2-2 0,0-2 2 0,0 13-1 0,11-11-1 0,-11 11-1 0,0 0-5 0,0 0-3 0,0 24 0 0,0 37 4 0,0-26-2 0,0 14 0 0,0 0 0 0,0 11-1 0,0 1 0 0,0-1-1 0,0-13-1 0,0-9 1 0,0-2-1 0,0-12 0 0,0-13 1 0,0-11 0 0,0 0 16 0,0 0-12 0,0-11-4 0,0-2 0 0,13-22 1 0,-2 11-2 0,0-2 1 0,15-9-1 0,-2 11 0 0,0 0 0 0,0-13 1 0,0 37-1 0,-24-13 0 0,12 13 0 0,0 0 0 0,1 26 0 0,-2-2 0 0,-11 0 0 0,0 11 0 0,0 15 1 0,13-26-1 0,-13-13 0 0,0 2-1 0,12-2-1 0,-12 2-11 0,0-13-11 0,12 0-69 0,-12 0 59 0</inkml:trace>
  <inkml:trace contextRef="#ctx0" brushRef="#br0">6120 12699 50 0,'0'-11'17'0,"0"11"2"0,0 0 3 0,0 0-7 0,0 0-10 0,-11 0-4 0,11 0-1 0,0 11 1 0,0 2-1 0,0-13 0 0,11 13 1 0,0-1 0 0,2 0 2 0,24-1 1 0,-13 2 0 0,0-2-1 0,-13 2-2 0,-11-2-1 0,13-11 0 0,-13 0 1 0,-13 13-6 0,-11-13-12 0,13 0-11 0,-25-13-57 0</inkml:trace>
  <inkml:trace contextRef="#ctx0" brushRef="#br0">6120 12712 8 0,'0'0'9'0,"0"-13"5"0,-11 13 1 0,-2 0 1 0,13 0-2 0,-12 13 2 0,0 0-10 0,12-1 4 0,0 11-4 0,0-10-3 0,0-2-1 0,0 2 1 0,12-2 0 0,-12 2 1 0,12-13-2 0,1 0 1 0,-13 12-1 0,11 0-1 0,-11 1 1 0,11 11 0 0,-11-13-1 0,-11 2 1 0,11-1 0 0,-24 0 0 0,12-12-3 0,-12 0-7 0,0 0-53 0,24-12-10 0</inkml:trace>
  <inkml:trace contextRef="#ctx0" brushRef="#br0">6084 12712 57 0,'12'0'15'0,"23"-13"9"0,15 2 9 0,-2-13-8 0,13 12-11 0,-13 0-10 0,-36 12-4 0,-24 12-40 0,-12 0-68 0</inkml:trace>
  <inkml:trace contextRef="#ctx0" brushRef="#br0">5564 12277 46 0,'-13'0'9'0,"2"0"5"0,11 0 4 0,11 0 1 0,26 0-5 0,36 0-3 0,23-13-2 0,25 13 1 0,12-11-3 0,-13-2-3 0,-11 13-3 0,-23-11 0 0,-50 11 1 0,-24-12 3 0,-12 12-1 0,-36-14-3 0,-37-10-1 0,37 24 0 0,-38-11 1 0,50 11-1 0,13 0 0 0,0 0 0 0,22 11 1 0,0 2 2 0,13-2 3 0,-10 15-1 0,11-15-4 0,-38 26-2 0,-24 35-64 0,2-48-17 0</inkml:trace>
  <inkml:trace contextRef="#ctx0" brushRef="#br0">10087 14176 41 0,'0'0'0'0,"0"-24"23"0,0 12-3 0,0 0 2 0,0 24-1 0,0 24-12 0,0 12-2 0,0 13-1 0,-12 11-2 0,12-11-1 0,0-1-1 0,-13-11-1 0,13-25 1 0,0-12 1 0,0 0 1 0,13-12 12 0,-13-12-14 0,12-12-1 0,26-37-1 0,-16 25 0 0,15-1-1 0,-13 13 1 0,-12 13 0 0,0 11 1 0,1 0-1 0,-13 11 1 0,12 26 0 0,-12-1 1 0,12 13-2 0,0-13 0 0,0 12-1 0,0-24-2 0,12 1-9 0,-11-13-19 0,23 0-102 0</inkml:trace>
  <inkml:trace contextRef="#ctx0" brushRef="#br0">10523 14514 50 0,'-13'0'9'0,"13"-11"8"0,0 22-1 0,-11 2 4 0,0-1-5 0,-3 12-4 0,2 11-4 0,12 3-2 0,0-14-3 0,0 12-1 0,12-1 0 0,13-22 0 0,-1 0 2 0,0-1 3 0,12-24-1 0,-11-1 1 0,-13 0 1 0,-12-11 0 0,0 13-2 0,-12-13-3 0,-25 12-2 0,13 12-4 0,-13 0-8 0,1 0-117 0,24 12 87 0</inkml:trace>
  <inkml:trace contextRef="#ctx0" brushRef="#br0">9966 14091 49 0,'-11'-12'7'0,"-38"12"12"0,25-12 0 0,12 12 1 0,12 0-2 0,0 0-8 0,12 0-3 0,61 0 2 0,12 0 2 0,35-12 0 0,13 12-2 0,12 0-2 0,12 0-3 0,-47 0-2 0,-25 0-1 0,-39 0 0 0,-33 0 3 0,-26-12 0 0,-11 0-4 0,-23 0 0 0,-13-13 0 0,-1 25-1 0,12-12 1 0,25 0-1 0,12 12 1 0,24 0-1 0,0 0 1 0,13 12 1 0,11-12 1 0,-12 12 2 0,-12 1 0 0,0-1-2 0,-12 0 0 0,-24 0-1 0,0 12-4 0,-25 11-18 0,-12 15-128 0</inkml:trace>
  <inkml:trace contextRef="#ctx0" brushRef="#br0">1972 13704 61 0,'-13'0'7'0,"13"0"-5"0,0 0 8 0,0 0 11 0,13 0 30 0,-13-24-33 0,13 12-12 0,-13 0-4 0,-13 0 0 0,13-12-1 0,-25 12-1 0,-22-14 0 0,22 26 0 0,1 0-1 0,-12 26 1 0,23-2 0 0,1-12-1 0,0 24 1 0,12-12-1 0,0 13 1 0,24-25 0 0,11 0 1 0,-9-12 0 0,-2-12-1 0,0 0 1 0,-13-1 0 0,-11-11 1 0,13 0 2 0,-13 0 1 0,0 0 2 0,0 24-7 0,0 12 3 0,12 12-2 0,-12 12 0 0,12 13 0 0,1 59 0 0,0-47-1 0,-13-1 0 0,11-11 0 0,-11-13 1 0,11-12-1 0,-11 1 2 0,0-13 2 0,13-12-1 0,-13 0-2 0,0 0 1 0,0-12-1 0,0-13 0 0,0 13-1 0,0-12 0 0,-13-24-2 0,13 11-3 0,0 13-14 0,13 0-37 0,11 0-52 0</inkml:trace>
  <inkml:trace contextRef="#ctx0" brushRef="#br0">1705 13317 25 0,'0'0'12'0,"-12"0"1"0,0 0-1 0,0 0 6 0,0 0 3 0,0-13-4 0,0 13-6 0,-1 0-1 0,13-11-5 0,0 11-3 0,13 0 8 0,-1 0-5 0,24 0 1 0,1 0-4 0,23 0 0 0,-1 0-2 0,15 11 1 0,11-11-1 0,-13 0 0 0,-11 0 1 0,-1-11 5 0,-60-13-5 0,-60 11 0 0,-13-10 0 0,24 9-1 0,38 14 0 0,11 0 1 0,11 14-2 0,14 57-154 0</inkml:trace>
  <inkml:trace contextRef="#ctx0" brushRef="#br0">2552 13753 35 0,'0'0'8'0,"0"0"26"0,0 0-15 0,-12 0-5 0,12-12-2 0,-12 12-3 0,12 0 1 0,-12-13-2 0,0 13 0 0,12-13-2 0,-12 13-3 0,12-11-2 0,24 11 0 0,-24-13 0 0,36 13 0 0,-24 13-1 0,13-2 0 0,-25 2 1 0,11 0 0 0,-11 11 3 0,-24-13 2 0,12 2 1 0,-12-13-3 0,-12-13 5 0,11 2-6 0,13-1-2 0,12 0-2 0,0-1-5 0,49 0-151 0</inkml:trace>
  <inkml:trace contextRef="#ctx0" brushRef="#br0">2951 13402 84 0,'-12'-13'34'0,"12"2"-21"0,0-2-1 0,0 2-2 0,0 11-7 0,0 11 1 0,12 2 0 0,-12 22 1 0,12 2-1 0,-12 24-2 0,13-13-1 0,-13 25 0 0,0-14-1 0,12-9 0 0,-12-2 0 0,0-13 2 0,-12-22 3 0,12-1 3 0,0-12 1 0,0 0 0 0,0-12-8 0,0-12-1 0,12 11 1 0,0-22-2 0,12 11 1 0,0-2-1 0,-11 2 0 0,22 1 0 0,-9 11 3 0,-2 0 0 0,-13 12-3 0,0 12 1 0,14 12 1 0,-13 11-1 0,0-9 0 0,-12-2 0 0,12 0 1 0,-12-13-1 0,13 2 0 0,-13-13 0 0,0 11-2 0,0-11-16 0,0 13-36 0,0-13-52 0</inkml:trace>
  <inkml:trace contextRef="#ctx0" brushRef="#br0">3435 13849 51 0,'0'-12'26'0,"-11"-1"0"0,11 2-2 0,0-2-3 0,0 13-6 0,0-11-7 0,0 22 6 0,-13 13-10 0,13-11 0 0,-12 24-2 0,12 11-2 0,0-12 1 0,0 0-1 0,-12 1 0 0,12-13 0 0,0 0 0 0,12-12 0 0,-12-12 0 0,0 11-4 0,0-22-40 0,0-1 30 0,12-12 4 0,1 12 2 0,-2-24 4 0,13 23 1 0,-13-11 3 0,15 12 4 0,-26 0 8 0,24 0 5 0,-24 0 0 0,0 12-4 0,0 0-3 0,0 12-8 0,-11 0-1 0,-15 0 0 0,13 0-1 0,2 0 1 0,0 13-1 0,11-25 0 0,0 12 1 0,11 0 0 0,0 0 0 0,15-12 0 0,-2 12-1 0,11-12-14 0,-10 12-77 0,-25-12 30 0</inkml:trace>
  <inkml:trace contextRef="#ctx0" brushRef="#br0">2806 13269 35 0,'0'0'15'0,"-12"0"5"0,-1 0 3 0,2-13 1 0,11 13-10 0,0 0-10 0,24 0-1 0,0 0 1 0,24 0 1 0,1 13 0 0,12-13-1 0,24 0 0 0,22 0 2 0,27 0-1 0,-49-13 0 0,-24 13-2 0,-39-11-1 0,-22 11 2 0,0 0 0 0,-22 0-3 0,-15-12-1 0,13 12 1 0,0 0-1 0,11 0-1 0,-11-14 0 0,12 3 1 0,0-2 0 0,0 2 1 0,12-2-1 0,0 13 1 0,0-11 0 0,0 11 2 0,36 24 12 0,-12 11-7 0,1-21-4 0,-25 22-2 0,12-12-1 0,-60 48-36 0,11-48-95 0</inkml:trace>
  <inkml:trace contextRef="#ctx0" brushRef="#br0">3459 13898 22 0,'0'0'15'0,"0"-13"0"0,0 13-1 0,-11-11 4 0,11 11 2 0,0 0-5 0,0 0 2 0,0 0-10 0,0 0 0 0,0-13 0 0,0 13-1 0,0-12 0 0,11 0 1 0,0-1-1 0,-11 2 0 0,13 11-1 0,-13-13-1 0,0 13 0 0,0 0 6 0,13 13-10 0,-13-2 1 0,0 2 1 0,13 11-1 0,-13 13 0 0,0-13 0 0,0 0-1 0,11 12 1 0,-11-11-1 0,11-1 0 0,2 0 0 0,-2-12 0 0,2-12 1 0,-13 0 0 0,12 0 1 0,12-12 1 0,1-12-1 0,-13 0-1 0,12-1-1 0,-12-11 1 0,0 12-1 0,0 0 0 0,-12 0 1 0,0-1-1 0,0 0 0 0,0 14 0 0,0-2 1 0,0 13-1 0,0 0 0 0,0 49 0 0,0-13 1 0,0 13 0 0,12-13-1 0,1 13 0 0,11-25 1 0,-12 0-1 0,48-12 1 0,-25-24-5 0,39-24-190 0</inkml:trace>
  <inkml:trace contextRef="#ctx0" brushRef="#br0">11092 8540 27 0,'0'-25'15'0,"-13"-11"8"0,1 12-2 0,12 24-3 0,0-12-10 0,0 12-6 0,25 12 0 0,11 12 0 0,0 12-1 0,-1 1-1 0,2-1 1 0,0-13-1 0,-1 14-2 0,-24-24-7 0,0 11-9 0,0-24-5 0,0 0 0 0,-12-12-17 0</inkml:trace>
  <inkml:trace contextRef="#ctx0" brushRef="#br0">11382 8502 12 0,'0'-23'12'0,"0"-25"7"0,0 24 6 0,0 24 4 0,-49 11 0 0,13 38-22 0,1 24-5 0,-3 22-4 0,-9 51-100 0</inkml:trace>
  <inkml:trace contextRef="#ctx0" brushRef="#br0">11684 13148 82 0,'0'-12'13'0,"12"12"-3"0,-12 0-7 0,12 35 2 0,12-11-2 0,-12 26-1 0,25-15-1 0,-1 13-1 0,0-22-1 0,13 9-9 0,-37-22-9 0,0-13-8 0,0 0-26 0</inkml:trace>
  <inkml:trace contextRef="#ctx0" brushRef="#br0">11938 13233 28 0,'0'0'0'0,"-12"-25"34"0,0 25-9 0,0 0-8 0,-24 37-5 0,-1 11-7 0,13 0-5 0,0 13-24 0,12-37-29 0</inkml:trace>
  <inkml:trace contextRef="#ctx0" brushRef="#br0">8538 14418 49 0,'0'0'9'0,"0"-13"2"0,0 13-10 0,13 13 5 0,13-2 4 0,-15 14-5 0,25 11-2 0,-12 1-3 0,12-13 0 0,-24 0-2 0,13-12-3 0,-25-1-3 0,24-34-1 0,-24 11 8 0,0-37 1 0,0 13 1 0,0 0 2 0,0 12 4 0,0 11 2 0,-12 13-4 0,-12 13-4 0,-86 120-21 0,62-73-48 0</inkml:trace>
  <inkml:trace contextRef="#ctx0" brushRef="#br0">12289 11550 60 0,'0'0'3'0,"12"0"8"0,25 0 0 0,-2 0 1 0,15 0-3 0,9 0-4 0,2 0-2 0,-1-11-1 0,13-1 0 0,11-24 0 0,13 0 1 0,0-1 0 0,0 0-1 0,0 2-1 0,11-2-1 0,1-11 0 0,-12 0 0 0,23-13 0 0,14 1 0 0,-1-13 2 0,24 13-2 0,1-13 0 0,-1 13 0 0,145-73 1 0,-157 72 0 0,0 1 0 0,1-1 0 0,10 13 2 0,2-13 1 0,-1 13 0 0,13 0 0 0,-12-2-2 0,-14 15-1 0,-23 11 0 0,1 12-1 0,-15-2 1 0,99 14-1 0,-97 0-1 0,-12 14 1 0,60-14 2 0,-108 0 3 0,-13-14-1 0,-23 14 1 0,9-24 10 0,-22 24-12 0,0 0-1 0,0 0 2 0,0 0-3 0,0-24 1 0,0 13-3 0,0-1 2 0,0 0-1 0,-11 0 0 0,11 12 0 0,0-12 1 0,0 12-1 0,0-12 0 0,11 12 0 0,-11 0 1 0,25-14 0 0,-13 14 0 0,49 14 3 0,-49-2-3 0,-12 12 1 0,0-12 1 0,0 0-1 0,0-1 1 0,-12 2-2 0,12-2 0 0,-13 2 0 0,2-13 0 0,-13 25 0 0,24-13-2 0,-25-1 1 0,13 2-1 0,-1 11-1 0,-9 0-38 0,-15 0-100 0</inkml:trace>
  <inkml:trace contextRef="#ctx0" brushRef="#br0">13873 10221 38 0,'-11'0'11'0,"-2"0"-10"0,-11 11 0 0,0 13 3 0,0 0 2 0,-1 2-1 0,1 9-1 0,12-22 1 0,12-2 2 0,0 2 4 0,24-1-1 0,13 0-3 0,-1 0-4 0,0 13 0 0,-1-14-1 0,-22 26-1 0,-13-25 2 0,0 12 3 0,-24-13 0 0,-12 15-2 0,0-26-1 0,-1 12-3 0,1-12-1 0,24 0-13 0,0-12-31 0,0-1-18 0</inkml:trace>
  <inkml:trace contextRef="#ctx0" brushRef="#br0">13910 10330 57 0,'0'-13'19'0,"-13"13"-15"0,13 24 7 0,0-11 1 0,13 23-6 0,-13-12-4 0,24 12-1 0,-11-23 0 0,9-1 0 0,-9 0 0 0,11-12 1 0,-24 0 1 0,12-24-2 0,0 11 0 0,-12-23 0 0,13-24 0 0,11 12 0 0,-12 35 3 0,0 0 2 0,0 13-1 0,12 13-3 0,-12 11-1 0,0 0-1 0,1 0-1 0,-13 13-2 0,0-13-16 0,0 13-30 0,12-37-8 0</inkml:trace>
  <inkml:trace contextRef="#ctx0" brushRef="#br0">14236 10269 23 0,'0'0'16'0,"0"0"-9"0,13 0-3 0,-13 37 11 0,11-13-10 0,-11 0-3 0,11-13 0 0,-11 2 1 0,13-1 0 0,-13 0 8 0,0-24 23 0,0-13-26 0,-13 1-1 0,13 0-3 0,0-24-2 0,0 24-4 0,13 11-60 0,0 13 3 0</inkml:trace>
  <inkml:trace contextRef="#ctx0" brushRef="#br0">14405 10245 34 0,'0'-13'20'0,"0"-11"-6"0,14 13 3 0,-3-1 1 0,0 12-8 0,14 0-5 0,-25 0-3 0,12 12 1 0,0 12 0 0,0 0 1 0,0-13-3 0,0 13 1 0,0-11 0 0,1-13-1 0,-1 13 3 0,-12-13 2 0,0-13 0 0,12-11-5 0,-12 11 1 0,12-22-2 0,-12 11 1 0,12-2-1 0,0 15 0 0,0-13 1 0,1 24-1 0,-2 0 0 0,14 0 0 0,-13 0 0 0,1 11 1 0,-2 13 0 0,2-10 0 0,-2 9 0 0,-11-10-1 0,0 11 1 0,0-13-2 0,11 2-3 0,2-13-17 0,-1 0-61 0,0 0 40 0</inkml:trace>
  <inkml:trace contextRef="#ctx0" brushRef="#br0">14732 9930 62 0,'0'-12'20'0,"-11"-12"0"0,-2 24-10 0,13 0-5 0,13 0-17 0,-13 24-73 0</inkml:trace>
  <inkml:trace contextRef="#ctx0" brushRef="#br0">14865 10064 46 0,'0'0'5'0,"0"-12"-4"0,12 12 3 0,12 12 8 0,-12 0 0 0,-12 12-3 0,13 12-4 0,-1-25 0 0,12 27 1 0,-24-26 1 0,12-12 1 0,0 11 4 0,1-22 1 0,-2-1-6 0,-11-2-4 0,13-34-1 0,-2 25-1 0,-11-13-2 0,11 10 1 0,3-9 1 0,11 35-1 0,-3-12 0 0,2 12 0 0,13 0 0 0,0 0 0 0,-26 0 0 0,14 0 0 0,-13 0 1 0,0 12-2 0,-12-12 2 0,0 0 0 0,0 12 1 0,0 0-2 0,0-1 1 0,0 3-1 0,0-2 1 0,12 0-1 0,13 0 1 0,-1-12 1 0,-12-24-1 0,0-2 0 0,12 3 0 0,0-1-1 0,-13-12 1 0,15 11 0 0,-14 13-1 0,0 0 1 0,1 12-2 0,9 12 2 0,-9 13-1 0,-2-1 0 0,-11 0 0 0,13 0 0 0,-13-12 0 0,12 13 0 0,0-25 1 0,1 0 2 0,-2 0 0 0,26-37 0 0,-13 13-3 0,0 12 1 0,1-12-1 0,11-1 0 0,-24 13 0 0,0 12 0 0,0 0 0 0,1 0 0 0,-13 12 0 0,0 13 1 0,11-1 0 0,0-12 0 0,2 0 0 0,12 12-3 0,0-13-8 0,-14-11-23 0,13 0-81 0</inkml:trace>
  <inkml:trace contextRef="#ctx0" brushRef="#br0">15471 9701 77 0,'-25'-24'15'0,"0"11"-10"0,38 13-4 0,35 37-29 0,-24-13-32 0</inkml:trace>
  <inkml:trace contextRef="#ctx0" brushRef="#br0">16147 9955 72 0,'13'-37'27'0,"23"1"-5"0,-24-1-8 0,-12 26-1 0,-12-13-3 0,-24 24-5 0,-13 11-3 0,0 13-1 0,-11 13 1 0,23-13-1 0,15 13-1 0,8-1 0 0,14-24 0 0,14 0 2 0,8-12 2 0,15-12 1 0,-1 0-1 0,-12-12 2 0,1 12-1 0,-13-1 1 0,-12 1-3 0,12 12-1 0,-12 12-1 0,0 25-2 0,12 11 1 0,0 13 0 0,0 23 0 0,-12 12-1 0,0-11 0 0,0 13 1 0,-48 23-5 0,-1-73 5 0,1-36 1 0,11 0 2 0,-35-60 7 0,59-86 4 0,62 74-11 0,0-13-1 0,23 25-1 0,13 0-1 0,12 12 1 0,-25 22-2 0,-24 3-9 0,-35 36-36 0,-13-2-68 0</inkml:trace>
  <inkml:trace contextRef="#ctx0" brushRef="#br0">21868 11829 10 0,'0'0'0'0,"0"-12"13"0,0 12-3 0,0 0 1 0,0 0-3 0,-12 0-2 0,-12 0 0 0,12 12-2 0,-1 12 1 0,2 0 0 0,11 13-2 0,-13-13-1 0,13 0-1 0,13 13 0 0,-2-25 2 0,14 0 1 0,-13-12 1 0,24 0 1 0,1 0 1 0,-1-12-1 0,-24-12-2 0,1 12-2 0,-2-13 0 0,-11-11-2 0,0-1 0 0,-24 13 1 0,0 0-2 0,0 12 1 0,-1 12 0 0,13 0-1 0,12 12 2 0,0 12-1 0,12 0 2 0,25 13-1 0,-13-13 0 0,12 25 1 0,-12 23 3 0,-24-47-3 0,-35 23 4 0,22-36-5 0,-48 23 0 0,37-22-18 0,12-13-78 0</inkml:trace>
  <inkml:trace contextRef="#ctx0" brushRef="#br0">19836 10052 26 0,'-12'-25'12'0,"12"25"0"0,0-12-1 0,-13 12-5 0,13 0-5 0,-24 23 1 0,2 15-1 0,9-2 1 0,-13 12-1 0,15-11 0 0,11-13-1 0,0 11 2 0,37-35 3 0,-24 0 0 0,33-11 4 0,-9-13-5 0,0-12 2 0,-25 11-4 0,12-23 1 0,-24 0-1 0,-12 11-2 0,0 13 1 0,-13 12 0 0,1 0 0 0,12 24 0 0,0 12 1 0,12 13 2 0,12 11 1 0,12-1 1 0,-12 14-4 0,1 11-1 0,-13-11-1 0,0 0-11 0,-49 12-88 0</inkml:trace>
  <inkml:trace contextRef="#ctx0" brushRef="#br0">17428 11890 28 0,'0'-13'5'0,"-22"-11"-2"0,9 24-2 0,2 0 2 0,-2 13 3 0,1 11-2 0,12 12-1 0,0 13-1 0,0-13 0 0,0 0 1 0,12 1-1 0,12-13 0 0,0 0 3 0,0-24 3 0,2-24 0 0,45-37 0 0,-47 13-7 0,0 11 0 0,-24-11 1 0,0 0-1 0,-24 11 0 0,-12 13-1 0,-1 24 1 0,15 0 0 0,-4 37 0 0,13-2-1 0,13 26 0 0,13 0 1 0,-1 10 0 0,24 3-1 0,-23-26 0 0,23 0 0 0,-36-11 0 0,-12-13 0 0,-1 13-14 0,-22-26-55 0</inkml:trace>
  <inkml:trace contextRef="#ctx0" brushRef="#br0">19606 12869 33 0,'0'0'5'0,"-11"-11"9"0,11 11-7 0,-13 0 1 0,-11 24 2 0,0 0-4 0,-1 12-3 0,14 0-1 0,-2 1-1 0,13-1 0 0,24-24 2 0,13 0 3 0,-1-12 0 0,25 0-1 0,-13-24-1 0,0 0 2 0,-22 0-1 0,-4-1-1 0,-22-11-3 0,-35-13 0 0,-13 25-1 0,11-12-1 0,-11 36 1 0,24 0-1 0,11 12 0 0,13 25 2 0,0-1 0 0,24 12 0 0,13 1 2 0,11 11-1 0,0-11-1 0,-11 11 0 0,-26 1-6 0,-22-2-46 0,0-35-6 0</inkml:trace>
  <inkml:trace contextRef="#ctx0" brushRef="#br0">17732 14272 36 0,'0'0'3'0,"0"-11"2"0,-12 11-3 0,-13 0 1 0,1 11 4 0,-24 13 1 0,24 13-3 0,-1 11-3 0,13 0-1 0,12-11 1 0,0 11-1 0,24-23 0 0,25-13 2 0,11-12 2 0,-11 0 2 0,-2-24 2 0,2-13 0 0,-13 1 2 0,-11-13-1 0,-25 1-4 0,0 0-2 0,-36-12-2 0,-1 22-1 0,-11 27-1 0,12 11 1 0,24 24 1 0,0 13-1 0,12 11 2 0,36 85 5 0,12-48-5 0,-24-14-1 0,13 27-9 0,-37-2-62 0,-11-59 7 0</inkml:trace>
  <inkml:trace contextRef="#ctx0" brushRef="#br0">15045 11781 30 0,'0'-13'8'0,"0"2"6"0,14 11 4 0,-14 0-2 0,-14-13-10 0,3 13-4 0,-13 13 0 0,0-2 1 0,-49 111 9 0,61-74-10 0,-12 1 0 0,24-1-2 0,12-13 1 0,12-9-1 0,13-14 2 0,-1-12 1 0,12 0 0 0,-11 0-1 0,11-24 0 0,-24-1 0 0,-12 1 0 0,-24-36-1 0,-1 35 0 0,-11 25-1 0,13 0 0 0,-13 25 0 0,24-1 1 0,0-12 0 0,13 24 0 0,9-13-1 0,-9 3-2 0,11-2-15 0,-12 0-20 0,0 0-33 0</inkml:trace>
  <inkml:trace contextRef="#ctx0" brushRef="#br0">15240 12192 38 0,'0'0'0'0,"0"0"16"0,24-13 4 0,13-22 31 0,-13-1-39 0,-12-2-5 0,24 3-2 0,-23-13 0 0,22-49 1 0,-22 49-4 0,-1 11-2 0,0 13 2 0,-12 11 0 0,13 13-1 0,-13 0-1 0,0 24 1 0,0 26-1 0,11 10 1 0,0 0-1 0,-11-11 0 0,24-1 1 0,-11 1-1 0,-1-25 0 0,-12-1-2 0,12-10-36 0,-24-2-3 0,12-22-37 0</inkml:trace>
  <inkml:trace contextRef="#ctx0" brushRef="#br0">15288 12035 43 0,'0'0'8'0,"25"0"5"0,23 0 5 0,-1 0-5 0,3 12-9 0,9-12-10 0,-9 12-28 0,-26-12-16 0</inkml:trace>
  <inkml:trace contextRef="#ctx0" brushRef="#br0">15748 11866 55 0,'0'0'0'0,"0"-24"20"0,0 11 1 0,12 13 0 0,-12 0-5 0,13 13-5 0,-13 22-4 0,0 2-4 0,0 11-1 0,0 1 0 0,0-1-2 0,0 1 1 0,0-37-3 0,0 0-6 0,0 0-43 0,-13-24-4 0,13 12 21 0</inkml:trace>
  <inkml:trace contextRef="#ctx0" brushRef="#br0">15591 11817 44 0,'0'0'0'0,"0"-12"22"0,48-1 7 0,1 13 2 0,23-11-4 0,13 11-8 0,-1-13-7 0,1 13-7 0,-37 0-4 0,-48 0-10 0,0 0-49 0,-12 13-23 0</inkml:trace>
  <inkml:trace contextRef="#ctx0" brushRef="#br0">16075 12023 32 0,'0'0'8'0,"-13"-12"1"0,13 24 0 0,-12 12 1 0,12-1-6 0,0 3-1 0,12 10-1 0,-12-36 1 0,13 12 3 0,-13-1 3 0,0-22 25 0,0-1-27 0,0-12-2 0,12 12-2 0,0-25-2 0,0 25 1 0,0-12-2 0,12 0 0 0,-11 24 0 0,-2-12 0 0,0 12-1 0,-11 0 2 0,14 0 0 0,-14 24 2 0,12 0-1 0,-12 25-2 0,0-25 1 0,12 0 0 0,0-12-1 0,12-1 1 0,-13-11 2 0,2 0 0 0,-1-11 0 0,12-1 0 0,-24 0-1 0,14-12 0 0,-3-2 0 0,-11 3-1 0,0 23-1 0,0-12 1 0,11 12-1 0,-11 0-2 0,0 12 2 0,13 0 1 0,-13 13 0 0,12-1-1 0,0-12 1 0,0 0-1 0,-12 0 1 0,12-12 0 0,0 11 1 0,0-11 1 0,-12-11 0 0,13-1-1 0,-1 12-1 0,0-12 1 0,0-12-1 0,-12 24-1 0,12-12 0 0,-12 12 0 0,0 0 0 0,12 0 0 0,-12 24 0 0,24-12 0 0,-11 0 0 0,-2 0 0 0,0-1 0 0,3-11 0 0,-2 13 1 0,0-26 1 0,0 2 1 0,-12-1 0 0,0 0 0 0,0-12 0 0,0 12-2 0,0-13 1 0,0 13-2 0,-12 0-1 0,12 12-10 0,-12 0-37 0,-25 24-81 0</inkml:trace>
  <inkml:trace contextRef="#ctx0" brushRef="#br0">16849 12132 43 0,'0'0'7'0,"36"-12"24"0,0 12-8 0,13 0-6 0,0 0-7 0,-2 0-3 0,13 0 1 0,-11-12 3 0,0 12-1 0,-25-12 0 0,-24 12 1 0,12-12-1 0,-24 12-6 0,12 0-5 0,0 0-27 0,-24 24-111 0</inkml:trace>
  <inkml:trace contextRef="#ctx0" brushRef="#br0">14684 3109 35 0,'0'0'0'0,"-12"0"19"0,12 0-2 0,0 0 41 0,0 11-52 0,0 13 2 0,0 13-4 0,0-13 2 0,0 13-3 0,0-26 1 0,12 2 1 0,-12-1 1 0,0-12 0 0,24 0 1 0,0-12 2 0,24-36-4 0,25-13 1 0,12-11 0 0,11-13-1 0,0 25-3 0,-22 23-5 0,-38 13-10 0,-24 12-72 0,-12 12 5 0</inkml:trace>
  <inkml:trace contextRef="#ctx0" brushRef="#br0">16728 14357 22 0,'0'0'8'0,"11"0"2"0,2 0 10 0,-1 0 2 0,0-13-8 0,0 13-3 0,-12-11 0 0,12-13 0 0,-12 11-3 0,0-11-1 0,0 1-1 0,0-2-4 0,0 1-1 0,-12 0 0 0,0 12-1 0,-12 12 0 0,0 0 0 0,0 23 0 0,-1 1 0 0,13 0 0 0,-1 13-1 0,2-13-1 0,11 13 1 0,11-26 0 0,2-11 1 0,24 0 0 0,-24 0 0 0,22-11 1 0,-23-13 0 0,0 0 0 0,0 0 2 0,-12-2-1 0,0 15 1 0,0-2 0 0,-12 2 0 0,12 11-1 0,0 0-2 0,0 24 1 0,0 13-2 0,0 11 0 0,12 0 2 0,-12 24 0 0,12-11-1 0,-12 12 0 0,0-25 0 0,0-11 1 0,-12-1 0 0,0-24 1 0,-12-12 3 0,-11 0 2 0,9-12-1 0,-11-12-2 0,15 12-2 0,-3-25-1 0,13 13-1 0,12 0-1 0,0-12-4 0,24 23-5 0,11-11-11 0,2 12-26 0,24 0-39 0,-49 12 60 0</inkml:trace>
  <inkml:trace contextRef="#ctx0" brushRef="#br0">16945 14405 21 0,'-11'0'7'0,"11"-11"0"0,11 11 3 0,2 0-3 0,11 0-3 0,13 0-4 0,-15 11 1 0,3-11-1 0,-13 0-1 0,1 0 0 0,-38 0-8 0,13 0 3 0,-23 0 3 0,11 0 3 0,-1 0 2 0,13 0 1 0,-1 0 2 0,13 13 3 0,-11-2 0 0,11 14-1 0,0-13 0 0,11 12-3 0,-11-11 1 0,0 11 6 0,13-24 9 0,-13 0-13 0,0-13-2 0,12 2 1 0,13 11-3 0,-14 0-1 0,24 11 0 0,-35 2-1 0,13 23 0 0,-13-12 0 0,0 0 1 0,-13-11 5 0,-9-1 3 0,-15 0-2 0,-11 0-3 0,-25-12-2 0,49 0-5 0,11-12-19 0,26-12-52 0,11 11 0 0</inkml:trace>
  <inkml:trace contextRef="#ctx0" brushRef="#br0">16569 14007 16 0,'-35'-13'18'0,"-13"1"-8"0,36 12 11 0,0 0 7 0,12 0-11 0,12 0-7 0,24 0-4 0,12 12 0 0,1 1-2 0,83-13 4 0,-47 0-2 0,61-25 4 0,-97 13-9 0,-38 0 2 0,-11 0 0 0,0 12-1 0,-11-12 0 0,-2 0-2 0,2-1 1 0,-14 13 0 0,0-11-1 0,14 11 0 0,11 0 1 0,24 0-1 0,-12 11 2 0,0 14 1 0,1-13 0 0,-2 0 1 0,-11 12 0 0,0-24 1 0,-11 12-3 0,-14-12-9 0,-11 25-57 0,11-13-43 0</inkml:trace>
  <inkml:trace contextRef="#ctx0" brushRef="#br0">16824 12482 24 0,'-12'0'6'0,"12"0"2"0,0 0 6 0,-12-11 0 0,0 11-3 0,12 0-6 0,-12 0-3 0,0 0 0 0,0 24-1 0,-1-12 1 0,13 24 0 0,-11 0-1 0,11-11-1 0,11-13 1 0,-11-12 1 0,13 12 5 0,11-24 4 0,-24 0-3 0,12-13-4 0,-12 12-1 0,0 2-1 0,0-1 0 0,0 0 0 0,0 12 1 0,-12 0 29 0,12 0-30 0,-12 0 0 0,0 0-1 0,-1 0 0 0,13 0 0 0,-11-12 1 0,0 12-1 0,-2 0 0 0,-12 0 0 0,13 0-1 0,-12 12 0 0,0 0 1 0,12 11-1 0,-12 15 0 0,24-2 0 0,12 12 0 0,12-24 0 0,-11-11-1 0,22-13 2 0,-23-13 0 0,37-24 2 0,-38-10 0 0,-11 11-1 0,0 23 0 0,0 13-3 0,13 61 1 0,-1 48 0 0,0 11 1 0,-24-11-1 0,-24-60 3 0,-25-49 12 0,1-24-4 0,22-25-7 0,27 1-5 0,48-13-22 0,47 37-65 0,-11 24-21 0</inkml:trace>
  <inkml:trace contextRef="#ctx0" brushRef="#br0">16934 12797 24 0,'0'0'0'0,"0"-24"16"0,-13 11-1 0,13 2 7 0,0 11-3 0,13 24-13 0,-13 11 1 0,0 2-3 0,0 11-1 0,0 1-2 0,0-13 0 0,0 1-1 0,0-25 0 0,0 0-4 0,0 0-10 0,0-12-21 0,0 0-29 0</inkml:trace>
  <inkml:trace contextRef="#ctx0" brushRef="#br0">16462 12495 35 0,'-25'0'7'0,"-11"-13"7"0,36 13 1 0,-12 0 4 0,24 0-9 0,12 0-1 0,25 0-3 0,24 0-1 0,12 0 0 0,0-11 1 0,22-2-2 0,-70 1-3 0,23 0 0 0,-47 0 0 0,-2 0 1 0,-11-1 0 0,-24 13-1 0,-12-11-1 0,12 11 3 0,0 0 1 0,24 0 0 0,12 0 1 0,24 11 2 0,0 2 0 0,-12 11-2 0,-11-12-3 0,-13 13 0 0,-85 70-157 0</inkml:trace>
  <inkml:trace contextRef="#ctx0" brushRef="#br0">13897 13498 13 0,'0'0'4'0,"0"0"69"0,0 0-60 0,0-11-4 0,0-2-1 0,13 13 1 0,-13-12-1 0,0 12-1 0,0 0 4 0,-13 0-12 0,13 12 1 0,-13 12 0 0,13 1 1 0,0 11-1 0,0-13-1 0,0 3 1 0,13-2 0 0,12 0 0 0,-13-12 1 0,1 0-1 0,-2-12 1 0,0 0 0 0,2 0 1 0,11-24 0 0,-12 0-1 0,0 12 0 0,1-13 0 0,-13 12 0 0,11 2-1 0,2-1 1 0,-13 12-2 0,12 0 0 0,-12 12 1 0,24 25-1 0,0-13 0 0,-12-12 2 0,13 0-1 0,-13-12 1 0,12 0 0 0,-12-12 0 0,0-12 2 0,13-1 3 0,-14 1 3 0,-11-12-3 0,0 12-2 0,0-13-2 0,-11 13-1 0,-2 0-1 0,1 11-1 0,12 13-10 0,0 0-30 0,0 0-37 0,0 0 33 0</inkml:trace>
  <inkml:trace contextRef="#ctx0" brushRef="#br0">13825 13269 37 0,'-12'-13'14'0,"0"13"-7"0,12 0-4 0,12-11 6 0,12 11 4 0,23 0-4 0,16 0 0 0,8 0 3 0,14 0-3 0,-12 0-5 0,-25 0-2 0,-12 0-1 0,-25 0-1 0,2 0 4 0,-26 0 2 0,2-12-3 0,-13-2-2 0,12 3 0 0,-12-2 0 0,12 2-1 0,12 11 1 0,0 0 0 0,12 0-1 0,12 0 1 0,1 0 0 0,-3 0 1 0,-9 11-1 0,0 2 2 0,-13-2-1 0,-13 3-1 0,0-2-8 0,13 12-32 0,-11-13-27 0,11 2 30 0</inkml:trace>
  <inkml:trace contextRef="#ctx0" brushRef="#br0">14563 13559 23 0,'12'-12'13'0,"-12"12"2"0,12 0 12 0,-12 0-5 0,12 0-7 0,-24 0-7 0,12 0-3 0,0 12 3 0,0 0-5 0,0-1 1 0,-12-11 0 0,12 13 1 0,-12-13 0 0,12 0 1 0,-12 0-2 0,-1 0 0 0,13-13 0 0,0 2-1 0,0-1-3 0,0 0 0 0,25 12 0 0,-13-12 0 0,0 12 0 0,12 0 0 0,-12 12 0 0,1 0 0 0,-13 0 1 0,0-1-1 0,0 2 1 0,-13-13 1 0,1 0-6 0,-12 0-27 0,24-13-64 0,-12 13 52 0</inkml:trace>
  <inkml:trace contextRef="#ctx0" brushRef="#br0">15034 13535 18 0,'0'0'0'0,"11"-12"22"0,3 0 1 0,11-1-1 0,-14 2-3 0,0-14-2 0,2 1-1 0,-13 12-5 0,-13-25-6 0,-9 26-2 0,-17 11-1 0,4 0-1 0,-1 0 1 0,12 35-1 0,0-10-1 0,11 11 0 0,13 1-1 0,25-13 1 0,-1 0 0 0,13-12 0 0,-2-12-1 0,2-12 2 0,11-12 0 0,-12 12 3 0,-36-24 3 0,12-1 0 0,-12 13-1 0,-12 0-2 0,0 11-1 0,-1 2 0 0,13 11-3 0,-11 0 0 0,11 11-1 0,0 2 1 0,0 11 0 0,0 12 1 0,11 0-2 0,-11 1 1 0,0 10 1 0,13 3-2 0,-13 9 1 0,0 3 0 0,-13 9 0 0,13 3 0 0,-11-2 0 0,-2-23-1 0,2-13 2 0,0-12-1 0,-2-12 0 0,1-12 3 0,-2 0 0 0,3 0 0 0,0-12 0 0,-13-12-1 0,11-12 0 0,1-1-1 0,0-11 0 0,12-12-1 0,12-1 0 0,0 13 0 0,12-2 0 0,11 15-1 0,15 11 0 0,-15 12 0 0,2 0-8 0,0 12-14 0,11 12-33 0,-12 0-54 0</inkml:trace>
  <inkml:trace contextRef="#ctx0" brushRef="#br0">15397 13728 18 0,'0'-13'7'0,"0"13"9"0,0-11 5 0,0-2 3 0,0 2-4 0,11 11-6 0,-11-12-3 0,0 24 9 0,0-12-16 0,0 11-1 0,0 2-1 0,0-13 2 0,0 0 2 0,0 0 3 0,0 0-6 0,0 11-1 0,13 2 0 0,-13 12-1 0,0-2 0 0,0 14-1 0,0-1 0 0,0 0 0 0,0-12 1 0,0-11-1 0,0-1 0 0,0-12 1 0,0 0 6 0,0 0 2 0,13 0-9 0,-13 0 0 0,12 0 0 0,0 0 1 0,1 0-1 0,-2-12 0 0,13-1 1 0,-13 2-1 0,14-13 0 0,-25 11 1 0,25 1-1 0,-25-13 1 0,11 1-1 0,-11 0 0 0,13 1 1 0,-13 11-1 0,0-14 1 0,0 26-1 0,0-11 2 0,0 11-2 0,-13 0 0 0,13 0 1 0,0 37-1 0,0-13 0 0,0 0 0 0,13 0 0 0,-1 0 1 0,0-12-1 0,0 0-1 0,12 1 1 0,13-13-7 0,-1 0-17 0,13-25-53 0,-27 13-14 0</inkml:trace>
  <inkml:trace contextRef="#ctx0" brushRef="#br0">14999 13171 35 0,'0'0'0'0,"-25"-11"20"0,13 11 7 0,12 0 5 0,-12 0-12 0,36 0-7 0,12 0-1 0,25 0-1 0,23-12-4 0,13 12-2 0,12 0 0 0,12 0 0 0,-25 0-2 0,-11 0-2 0,-36-12 1 0,-37 12 2 0,-12-12 1 0,-61-12-2 0,25 10-3 0,-37 3 0 0,61 11-1 0,12 11 1 0,0-11 0 0,36 26 1 0,1-14 1 0,-13 0 0 0,-12 12-1 0,-12 0 1 0,-12 0-1 0,-36 24-18 0,-50 13-147 0</inkml:trace>
  <inkml:trace contextRef="#ctx0" brushRef="#br0">18458 11588 6 0,'-13'-12'9'0,"13"12"-4"0,0-13 3 0,-12 0 6 0,12 2 3 0,-12 11 3 0,12 0-6 0,0 0 5 0,12 0-12 0,0 11-3 0,1 2-1 0,-13 0 1 0,11-1 0 0,-11-12 0 0,13 24-1 0,-1-12 0 0,-12 0-1 0,12 0 0 0,-12-1 1 0,12-11 0 0,13 0 1 0,34-35 3 0,-11-13-3 0,25-13 1 0,0-12 1 0,24-12-2 0,-13 0 0 0,-11 26-3 0,-49 33-1 0,-12 15 0 0,-12-2-1 0,0 13-17 0,-12 24-36 0,0 2-49 0</inkml:trace>
  <inkml:trace contextRef="#ctx0" brushRef="#br0">20126 13487 80 0,'0'-13'34'0,"0"1"-9"0,0 0-4 0,0 0-3 0,0 12-9 0,0 0-3 0,13 12-5 0,0 12 0 0,-2 0 1 0,13 13 1 0,-12 10-3 0,-12 3 1 0,12-2 1 0,-12-13 1 0,12-9 5 0,-12-14 0 0,12 0-1 0,-12-12-3 0,24 0 0 0,1-24 3 0,11-13-2 0,13-23-2 0,23-13 0 0,13 0-3 0,11 1 0 0,-35 24 0 0,-25 24 0 0,-24 11 0 0,-48 37-232 0</inkml:trace>
  <inkml:trace contextRef="#ctx0" brushRef="#br0">28363 9930 11 0,'0'0'7'0,"0"-12"9"0,0 0-2 0,0-12 4 0,0 12 1 0,12 0-1 0,-12-1-11 0,24 2-4 0,1 11-1 0,-13 0-1 0,48 11 0 0,-23 2 1 0,0 11 0 0,-2-12 0 0,15 12 1 0,-4 1 0 0,15 35 3 0,-37-36-4 0,-11 13-1 0,-1 11 0 0,0 0 0 0,-24 0 1 0,0 13-1 0,-25 0 0 0,13 11-1 0,-24 1 1 0,13-1-1 0,9 1 0 0,2 0 1 0,13-14-1 0,-13-10 0 0,11 0 1 0,1-1-1 0,12-12 1 0,12 13 0 0,1-1 0 0,22 1 1 0,15-1-1 0,-4-13 0 0,3 3 0 0,0 9-1 0,-25-10 0 0,-12 0 0 0,0 22 1 0,-24-10 0 0,0 24 0 0,-25-13 0 0,1 13 1 0,-13-13-2 0,3 12 1 0,-4-11 1 0,15 0-1 0,-2 11 2 0,13-11-1 0,-1 12-1 0,13 10-1 0,12 15 0 0,12 107 0 0,13-83 1 0,-25 11-2 0,24-12 1 0,0-1 0 0,0 14 0 0,11-13 0 0,4 0 0 0,-4-1 0 0,1 26-1 0,-12-25 1 0,-12 12 0 0,1-13 0 0,-2 2 1 0,-22-14 1 0,-14-12 2 0,-11 2 1 0,-12-13 3 0,-2-25-2 0,15-12-1 0,-13 1-2 0,-13-25-2 0,-12-1 1 0,1-10-1 0,-13-13 0 0,13-13-2 0,-1 2-6 0,25-13-37 0,24 0-73 0</inkml:trace>
  <inkml:trace contextRef="#ctx0" brushRef="#br0">29585 10886 77 0,'0'0'0'0,"0"-36"23"0,0 23-11 0,0 13-2 0,-12 0 0 0,-12 0-5 0,-25 13-2 0,13 23-2 0,12 0 0 0,0 1 0 0,24-1-1 0,0 0 1 0,13 1 0 0,22-1-1 0,-11-12 1 0,0-13 0 0,-12 13 0 0,0-11 2 0,-24-13 6 0,-12 11-2 0,-12-11-5 0,1 0-1 0,-15 0-1 0,26 0-2 0,0-11-13 0,12 11-119 0</inkml:trace>
  <inkml:trace contextRef="#ctx0" brushRef="#br0">29706 10752 45 0,'12'-35'12'0,"23"-39"29"0,-22 63-22 0,-13-1-5 0,0 24-9 0,0 23 2 0,-13 26 0 0,2 0-3 0,0 0-1 0,-2 23-2 0,1-11 0 0,12-12-1 0,0-25-1 0,0-1-5 0,12-22-9 0,1-2-64 0,-13-35 31 0</inkml:trace>
  <inkml:trace contextRef="#ctx0" brushRef="#br0">29621 10959 35 0,'0'-13'4'0,"12"13"4"0,25 0 0 0,11 0 4 0,12 0 2 0,25-12-1 0,-12 12-2 0,-1 0-2 0,-11-12-9 0,-37 12 1 0,1 0-1 0,-38 0 1 0,-11 12-1 0,-24 13 1 0,-1 11 0 0,-12 0 0 0,25 1 0 0,24-1 0 0,0-1-1 0,24-22 1 0,12-2 0 0,13-11 0 0,11-11-1 0,-12-13 1 0,1 0 0 0,-25 0 0 0,0-13 0 0,-12 1-1 0,0 12 1 0,0 12 0 0,0 12 0 0,-12 0 0 0,12 0 0 0,12 36-1 0,-12-12 1 0,12 13 0 0,13-13 0 0,-14 0-1 0,0-12 1 0,2-1 0 0,-13-11 0 0,0 0-1 0,13 0 1 0,-13-23 0 0,12-1 0 0,13 0-1 0,-14-1 1 0,13 1 0 0,0 0 0 0,-12 24-1 0,0 0 1 0,1 0 0 0,11 36 0 0,-24-24 0 0,24 37 0 0,-12-25 0 0,-12-1-1 0,12 1 1 0,0-11 0 0,0-13 0 0,0 0 0 0,1-13 0 0,-1-11 0 0,0-11-1 0,12 11 1 0,0-13 0 0,-11 13 0 0,-2 12 0 0,0 0 0 0,-11 12 0 0,13 0 0 0,-13 24-1 0,0 0 1 0,0 13 0 0,13-25 0 0,-1 12-1 0,0-1 1 0,23 1 0 0,-22-24-1 0,23 13 1 0,-11-13-1 0,11-13 1 0,0 13 0 0,0-11-1 0,1-13 1 0,-1 12-1 0,-11-12 0 0,-14 12 1 0,0-14-1 0,-11 3 1 0,-11 11-1 0,-13 0 1 0,12 0-1 0,-12 12 1 0,12 0-1 0,-12 12 1 0,-1 0-1 0,13 12 0 0,0-13 1 0,12 3-1 0,-12-14 0 0,12 12 1 0,12-12-1 0,-12 0 1 0,12 0-1 0,-12 12 0 0,12-12 1 0,0 12-1 0,1 0 0 0,-1-12 1 0,12 0-1 0,0-12 0 0,1 0 1 0,-14-26-1 0,14 3 0 0,-13-13 0 0,1-1 1 0,-13 1-1 0,0 0 0 0,-13-2 1 0,1-9-1 0,-2 9 0 0,-8 26 0 0,9 13 1 0,1 11-1 0,0 24 0 0,0 13 0 0,12-2 1 0,0 13-1 0,0 13 0 0,12 0 0 0,12-13 0 0,-11 13 1 0,23 0-1 0,-11-13 0 0,21-25 0 0,-9 1 0 0,24-24-1 0,-13 0 1 0,13-24 0 0,-12 1 0 0,-25-13-1 0,12-1 1 0,-24-23 0 0,-38 48 0 0,-9 12 0 0,-1 12 0 0,-12 12 0 0,-13 37 0 0,49-25 0 0,12-12 0 0,24 11 0 0,0-22 0 0,25-37 0 0,-13 11 0 0,-12-22 0 0,-11-1 1 0,-2 22-1 0,0-9 0 0,-11 11 0 0,0 12 0 0,14 0 0 0,-2 24 1 0,1 1-1 0,-2-1 0 0,13-12 0 0,-13 0 0 0,14 0 0 0,-25-1 0 0,12-11 1 0,1 0-1 0,-13 0 0 0,11-23 1 0,2 11-1 0,-2 0 0 0,2 0 1 0,-1 0-1 0,24-2 0 0,-36 14 1 0,25 0-1 0,-25 0 0 0,12 14 0 0,0 10 1 0,-12 0-1 0,12-1 0 0,0 14 1 0,-12-37-1 0,12 0 0 0,-12 0 1 0,12-13-1 0,-12-11 0 0,13 13 0 0,9-25 1 0,4 24-1 0,-2 0 0 0,0-2 0 0,11 3 0 0,-10 11 0 0,48 0 1 0,-37 0-1 0,-12 0 0 0,13 11 0 0,-25-11 0 0,-12 0 0 0,0 0 0 0,-24 14 0 0,-1-14 0 0,-11 0 0 0,12 12 0 0,0 0 0 0,-13 0 0 0,25 36 0 0,12-37 1 0,12 2-1 0,12-13 0 0,1 0 0 0,-1-13 0 0,12-11 0 0,-11 1 0 0,11-25 0 0,-24-1 0 0,12-72 0 0,-11 36 0 0,-13 37 0 0,-13-12 0 0,13 22 0 0,-12 27 0 0,12 11 0 0,-12 24 0 0,12 24 1 0,-12 13-1 0,12 0 0 0,12 11 0 0,12-11 0 0,11-1 0 0,3-11-1 0,9-13-1 0</inkml:trace>
  <inkml:trace contextRef="#ctx0" brushRef="#br0">30250 11733 60 0,'0'0'16'0,"-12"0"-5"0,-1 11-4 0,13 26 7 0,0-13 3 0,13 13-5 0,-1-2-5 0,-12 2-5 0,12-1 0 0,-12-24 0 0,0 1 3 0,0-13 10 0,0-13-7 0,12-11-7 0,-12-12 1 0,0 0-1 0,0-13 0 0,12-11-1 0,-12-1 1 0,13-11-1 0,-13 11 0 0,0 13 1 0,11-1 0 0,-11 25 0 0,49 0 2 0,-37 12 0 0,24 12 0 0,25 0-3 0,-37 24 0 0,0 1-5 0,0-1-8 0,-24 0-11 0,13 0-18 0,-26 12-50 0</inkml:trace>
  <inkml:trace contextRef="#ctx0" brushRef="#br0">30238 11805 54 0,'0'0'9'0,"0"0"0"0,36 0 14 0,13 0 3 0,-1-13-7 0,73-11-8 0,-73 24-11 0,-11 0-1 0,-13 0-3 0,0 0-1 0,-24-11 0 0,0 22 0 0,-13 2 6 0,2 11-1 0,0-12 3 0,11 24 2 0,11-12 2 0,-11-11-1 0,24 11-4 0,-24-12-1 0,12 0-1 0,-12 0-3 0,12-12-19 0,-12 0-46 0,0 0 22 0</inkml:trace>
  <inkml:trace contextRef="#ctx0" brushRef="#br0">30661 11515 82 0,'-12'-12'6'0,"0"-12"6"0,12 24-8 0,12 0-4 0,0 24-1 0,24 0-22 0,-11-1-40 0</inkml:trace>
  <inkml:trace contextRef="#ctx0" brushRef="#br0">31060 11563 69 0,'0'0'0'0,"-12"-24"25"0,0-12-8 0,0 12 3 0,0 0 2 0,-1 11-10 0,2 13-8 0,11 24-3 0,0 13 2 0,0 10 1 0,0 75-1 0,0-61-3 0,11-2 0 0,-11 2 1 0,0-12-1 0,0-25 1 0,-11 0 0 0,11-12 2 0,0-12 3 0,0 0-1 0,0-24-3 0,11 12-1 0,-11-24 0 0,0-1-1 0,0 13 0 0,-22-13 0 0,-2 26-1 0,-15-2 1 0,-8 2-1 0,-13 35 2 0,23 12-1 0,13-11 0 0,12 10 0 0,36-10 1 0,0-13 1 0,49 0 3 0,-14 0-6 0,-9-12-12 0,22 0-153 0</inkml:trace>
  <inkml:trace contextRef="#ctx0" brushRef="#br0">30807 11914 30 0,'0'0'16'0,"-25"0"2"0,25 12 8 0,0-12 8 0,-12 0-6 0,12-12-7 0,0-12-8 0,12-13-6 0,-12 13-3 0,12-13-2 0,-12-11-1 0,13-13 0 0,-13 2 0 0,12-2 1 0,-24 1-2 0,-1-1 1 0,1 13 0 0,12 48 2 0,-12 0-2 0,12 0 0 0,12 12-1 0,13 0 0 0,-1 25 0 0,24-1 1 0,1 0 0 0,11 0 0 0,-12-11 1 0,25 11-1 0,-13-1-1 0,-23 2 0 0,-25 11 1 0,0-11 1 0,-36 11-1 0,-25 0 1 0,-11-11-1 0,-25-13 1 0,13-12 0 0,-1 0-1 0,-24-12-3 0,61 0-15 0,24 0-152 0</inkml:trace>
  <inkml:trace contextRef="#ctx0" brushRef="#br0">29451 12482 45 0,'0'0'0'0,"-22"-60"40"0,9 48-20 0,1-12 5 0,-2 24-3 0,14 0-13 0,-11 24-4 0,11 12 0 0,0 25-1 0,0 24-2 0,0-13 0 0,11 1-1 0,3-2 0 0,-2-34-1 0,-12 0 0 0,13-26 1 0,-13 2 0 0,0-13 10 0,0-24-9 0,0 0-1 0,0-13-2 0,-13 13 1 0,-13-13-2 0,2 2-1 0,-11 22 1 0,-13 0 0 0,11 26 2 0,1 12 0 0,12-2 0 0,0 25 0 0,24-11 1 0,24 0-1 0,12-1 0 0,12-24-1 0,13 0-10 0,24 0-35 0,-13 0-60 0</inkml:trace>
  <inkml:trace contextRef="#ctx0" brushRef="#br0">29633 12858 97 0,'0'0'0'0,"-12"0"16"0,12 0-11 0,12 0 12 0,1 11 3 0,23-11-7 0,13 0-8 0,-2 0-1 0,2-11-2 0,-1-14 0 0,-24 0 0 0,-11 14-1 0,-13-26-1 0,0 14 0 0,-25-2 0 0,-11 12 0 0,-37 13 0 0,37 13 0 0,-12 12 0 0,0 59 2 0,48-47-1 0,24 11-1 0,12-12 0 0,11-12 0 0,16 1-4 0,69-13-29 0,-72-12-13 0,-11-12 0 0,-1-13 19 0,-24 1-2 0</inkml:trace>
  <inkml:trace contextRef="#ctx0" brushRef="#br0">30214 12833 12 0,'0'-12'14'0,"11"-36"10"0,-11 24 5 0,0 12 3 0,-11 0-6 0,-13 24-12 0,12 11-1 0,-26 1-3 0,27 13-4 0,-13 11-3 0,12 1-2 0,12-1-1 0,0-11 0 0,36-13 0 0,-12-12 1 0,26-12 0 0,-3 0-1 0,13-36 1 0,-23 24-1 0,11-25 0 0,-11 25 1 0,-37 0 1 0,0 0 2 0,0 12-2 0,0 12-2 0,0-12 0 0,0 36 0 0,12-24 1 0,0 25-1 0,12-25 0 0,-12 0 0 0,36-12 1 0,-23 0-1 0,0-12 2 0,-14-12-1 0,-11-1 0 0,0 1 0 0,-24-12 0 0,-13 11-1 0,13 14 0 0,0-2 1 0,24 2-1 0,-12 11 1 0,12 0-2 0,25 0 0 0,10 11 1 0,2-11-1 0,23 13-1 0,13-13 1 0,-25 0 0 0,1 11 2 0,23-11 0 0,-23 0-1 0,0 0 1 0,-27 0 1 0,-9 0 0 0,-13 0 0 0,-13 0-1 0,-9 13 0 0,-27-1-1 0,13 12 0 0,11 0 0 0,1 1-1 0,12 11 1 0,12-12-1 0,12 0 0 0,0-13 1 0,36-11 0 0,-11 0 0 0,11-23 1 0,-12-13-1 0,13 0 1 0,-13-13 0 0,-12-85-1 0,-24 75 0 0,-24 22 0 0,-12-47-1 0,11 35 1 0,-11 13-1 0,12 24 1 0,13 24 0 0,-13 0 1 0,-1 73-1 0,25-37 0 0,0 13 1 0,0-2-1 0,36 51 0 0,-12-62 1 0,72 13 0 0,-35-49 0 0,12-12-1 0,10-12 1 0,-9 0 0 0,-2-25 1 0,-23 1-1 0,-13-13-1 0,-24-11 1 0,-12 24 1 0,-24-1-2 0,-12 14 0 0,-12 23 1 0,11 23-1 0,-11 1 1 0,12 74-1 0,36-50 0 0,25 0 0 0,10-11-1 0,13-13 1 0,0 0 1 0,13-12-1 0,-24-12 1 0,-1-12-1 0,-12 0 1 0,0 0 0 0,13-12-1 0,-13 0 0 0,0-1 0 0,0 25 0 0,-13-12 0 0,-11 12 0 0,13 0-1 0,-1 12 2 0,-12 13-2 0,0-1 1 0,12 12 2 0,-12-36 0 0,0 12-1 0,0-36 3 0,13 12 1 0,-2-24 0 0,14-13-1 0,-13 13-3 0,12-1-3 0,12 13-28 0,-11 12-147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alternative scheme, sometimes called “differentiable KG”, </a:t>
            </a:r>
            <a:endParaRPr lang="en-US" dirty="0"/>
          </a:p>
          <a:p>
            <a:r>
              <a:rPr lang="en-US" dirty="0"/>
              <a:t>text-specific and graph-specific encoders convert the question and KG to representations in a shared space.</a:t>
            </a:r>
            <a:endParaRPr lang="en-US" dirty="0"/>
          </a:p>
          <a:p>
            <a:endParaRPr lang="en-US" dirty="0"/>
          </a:p>
          <a:p>
            <a:r>
              <a:rPr lang="en-US" dirty="0"/>
              <a:t>A suitable matching network establishes a relevant subgraph of the KG that matches significant question  elements.</a:t>
            </a:r>
            <a:endParaRPr lang="en-US" dirty="0"/>
          </a:p>
          <a:p>
            <a:endParaRPr lang="en-US" dirty="0"/>
          </a:p>
          <a:p>
            <a:r>
              <a:rPr lang="en-US" dirty="0"/>
              <a:t>An answer selection module identifies node/s in the relevant subgraph that are transcribed to the output response text.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advantage of this approach is that the system is end-to-end trainable with only question-answer pairs.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perimeter of successful questions is less brittle: all decisions are based on smooth representations, distributions, and operators. </a:t>
            </a:r>
            <a:endParaRPr lang="en-US" dirty="0"/>
          </a:p>
          <a:p>
            <a:endParaRPr lang="en-US" dirty="0"/>
          </a:p>
          <a:p>
            <a:r>
              <a:rPr lang="en-US" dirty="0"/>
              <a:t>When neural KGQA fails, though, the reason may be harder do debug than with semantic interpretation.</a:t>
            </a:r>
            <a:endParaRPr lang="en-US" dirty="0"/>
          </a:p>
          <a:p>
            <a:endParaRPr lang="en-US" dirty="0"/>
          </a:p>
          <a:p>
            <a:r>
              <a:rPr lang="en-US" dirty="0"/>
              <a:t>Because of its intimate connection to KG representation, we will spend most of our time on this family of approaches.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0A94-E363-45F2-BDB2-3B2DA585C48A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KVMNet</a:t>
            </a:r>
            <a:r>
              <a:rPr lang="en-US" dirty="0"/>
              <a:t> is among the oldest and prototypical example of using KG embeddings in a QA system.</a:t>
            </a:r>
            <a:endParaRPr lang="en-US" dirty="0"/>
          </a:p>
          <a:p>
            <a:r>
              <a:rPr lang="en-US" dirty="0"/>
              <a:t>Without paying too much attention to the specifics of encoder and other network elements, let us outline the broad principle.</a:t>
            </a:r>
            <a:endParaRPr lang="en-US" dirty="0"/>
          </a:p>
          <a:p>
            <a:r>
              <a:rPr lang="en-US" dirty="0"/>
              <a:t>Consider the two-clause or two-hop query …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0A94-E363-45F2-BDB2-3B2DA585C48A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round question embedding is expected to discard “Obama’s mother” and bring in some representation of “Ann Dunham”.</a:t>
            </a:r>
            <a:endParaRPr lang="en-US" dirty="0"/>
          </a:p>
          <a:p>
            <a:r>
              <a:rPr lang="en-US" dirty="0"/>
              <a:t>This time, when the query q_1 is looked up…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critical property in </a:t>
            </a:r>
            <a:r>
              <a:rPr lang="en-US" dirty="0" err="1"/>
              <a:t>KVMNet</a:t>
            </a:r>
            <a:r>
              <a:rPr lang="en-US" dirty="0"/>
              <a:t> is that the value returned in each round is a differentiable function of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0A94-E363-45F2-BDB2-3B2DA585C48A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Turns out this extremely simple architecture is very effective.</a:t>
            </a:r>
            <a:endParaRPr lang="en-US" dirty="0"/>
          </a:p>
          <a:p>
            <a:endParaRPr lang="en-US" dirty="0"/>
          </a:p>
          <a:p>
            <a:r>
              <a:rPr lang="en-US" dirty="0"/>
              <a:t>It improves upon </a:t>
            </a:r>
            <a:r>
              <a:rPr lang="en-US" dirty="0" err="1"/>
              <a:t>KVMnet</a:t>
            </a:r>
            <a:r>
              <a:rPr lang="en-US" dirty="0"/>
              <a:t>, </a:t>
            </a:r>
            <a:r>
              <a:rPr lang="en-US" dirty="0" err="1"/>
              <a:t>GraftNet</a:t>
            </a:r>
            <a:r>
              <a:rPr lang="en-US" dirty="0"/>
              <a:t> and a successor, </a:t>
            </a:r>
            <a:r>
              <a:rPr lang="en-US" dirty="0" err="1"/>
              <a:t>PullNet</a:t>
            </a:r>
            <a:r>
              <a:rPr lang="en-US" dirty="0"/>
              <a:t>, for 1 and 3 hop queries, and is second-best for 2-hop queries.</a:t>
            </a:r>
            <a:endParaRPr lang="en-US" dirty="0"/>
          </a:p>
          <a:p>
            <a:endParaRPr lang="en-US" dirty="0"/>
          </a:p>
          <a:p>
            <a:r>
              <a:rPr lang="en-US" dirty="0"/>
              <a:t>As expected, questions that need more hops are more difficult for all systems.</a:t>
            </a:r>
            <a:endParaRPr lang="en-US" dirty="0"/>
          </a:p>
          <a:p>
            <a:endParaRPr lang="en-US" dirty="0"/>
          </a:p>
          <a:p>
            <a:r>
              <a:rPr lang="en-US" dirty="0"/>
              <a:t>It is likely that </a:t>
            </a:r>
            <a:r>
              <a:rPr lang="en-US" dirty="0" err="1"/>
              <a:t>EmbedKGQA</a:t>
            </a:r>
            <a:r>
              <a:rPr lang="en-US" dirty="0"/>
              <a:t> succeeds because …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0A94-E363-45F2-BDB2-3B2DA585C48A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71805" y="1322705"/>
            <a:ext cx="11255375" cy="2186940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1956435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74295" y="58420"/>
            <a:ext cx="1205611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</p:nvPr>
        </p:nvSpPr>
        <p:spPr>
          <a:xfrm>
            <a:off x="74930" y="913130"/>
            <a:ext cx="12055475" cy="5859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835" y="84455"/>
            <a:ext cx="12024995" cy="805815"/>
          </a:xfrm>
        </p:spPr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6200" y="890270"/>
            <a:ext cx="6095365" cy="5862320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3200"/>
            </a:lvl4pPr>
            <a:lvl5pPr>
              <a:defRPr sz="2400"/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889635"/>
            <a:ext cx="5929630" cy="5863590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3200"/>
            </a:lvl4pPr>
            <a:lvl5pPr>
              <a:defRPr sz="2400"/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74295" y="58420"/>
            <a:ext cx="1205611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ctrTitle"/>
          </p:nvPr>
        </p:nvSpPr>
        <p:spPr>
          <a:xfrm>
            <a:off x="471805" y="1322705"/>
            <a:ext cx="11255375" cy="2186940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096" y="0"/>
            <a:ext cx="11649808" cy="835268"/>
          </a:xfrm>
        </p:spPr>
        <p:txBody>
          <a:bodyPr>
            <a:normAutofit/>
          </a:bodyPr>
          <a:lstStyle>
            <a:lvl1pPr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1096" y="835268"/>
            <a:ext cx="5824904" cy="5646248"/>
          </a:xfrm>
        </p:spPr>
        <p:txBody>
          <a:bodyPr>
            <a:normAutofit/>
          </a:bodyPr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835268"/>
            <a:ext cx="5824904" cy="5646248"/>
          </a:xfrm>
        </p:spPr>
        <p:txBody>
          <a:bodyPr>
            <a:normAutofit/>
          </a:bodyPr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0" y="6481518"/>
            <a:ext cx="2743200" cy="365125"/>
          </a:xfrm>
        </p:spPr>
        <p:txBody>
          <a:bodyPr/>
          <a:lstStyle/>
          <a:p>
            <a:fld id="{B445F0B9-4A54-4145-BFB9-CB2825B9F68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481516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448800" y="6481517"/>
            <a:ext cx="2743200" cy="365125"/>
          </a:xfrm>
        </p:spPr>
        <p:txBody>
          <a:bodyPr/>
          <a:lstStyle/>
          <a:p>
            <a:fld id="{97B21723-1ED5-43B9-B1B2-DDDB0AA285D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4295" y="58420"/>
            <a:ext cx="1205611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930" y="913130"/>
            <a:ext cx="12055475" cy="5859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n-ea"/>
          <a:ea typeface="+mj-ea"/>
          <a:cs typeface="+mn-ea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C0000"/>
        </a:buClr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B9BD5"/>
        </a:buClr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0AD47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hyperlink" Target="http://arxiv.org/abs/2405.14831" TargetMode="Externa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hyperlink" Target="https://dl.acm.org/doi/abs/10.1145/3539618.3592052" TargetMode="External"/><Relationship Id="rId8" Type="http://schemas.openxmlformats.org/officeDocument/2006/relationships/hyperlink" Target="https://arxiv.org/abs/2210.05921" TargetMode="External"/><Relationship Id="rId7" Type="http://schemas.openxmlformats.org/officeDocument/2006/relationships/hyperlink" Target="https://arxiv.org/abs/2305.13059" TargetMode="External"/><Relationship Id="rId6" Type="http://schemas.openxmlformats.org/officeDocument/2006/relationships/hyperlink" Target="https://arxiv.org/abs/2203.10321" TargetMode="External"/><Relationship Id="rId5" Type="http://schemas.openxmlformats.org/officeDocument/2006/relationships/hyperlink" Target="https://arxiv.org/abs/1909.03193" TargetMode="External"/><Relationship Id="rId4" Type="http://schemas.openxmlformats.org/officeDocument/2006/relationships/hyperlink" Target="https://arxiv.org/abs/1906.07241" TargetMode="External"/><Relationship Id="rId3" Type="http://schemas.openxmlformats.org/officeDocument/2006/relationships/hyperlink" Target="https://aclanthology.org/2021.naacl-main.45" TargetMode="External"/><Relationship Id="rId2" Type="http://schemas.openxmlformats.org/officeDocument/2006/relationships/hyperlink" Target="https://arxiv.org/abs/2002.01808" TargetMode="External"/><Relationship Id="rId10" Type="http://schemas.openxmlformats.org/officeDocument/2006/relationships/slideLayout" Target="../slideLayouts/slideLayout2.xml"/><Relationship Id="rId1" Type="http://schemas.openxmlformats.org/officeDocument/2006/relationships/hyperlink" Target="https://arxiv.org/abs/1909.04164" TargetMode="Externa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hyperlink" Target="https://www.amazon.science/blog/new-method-improves-knowledge-graph-based-question-answering" TargetMode="Externa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hyperlink" Target="https://aclanthology.org/D16-1147.pdf" TargetMode="Externa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9.jpe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hyperlink" Target="https://aclanthology.org/2020.acl-main.412/" TargetMode="Externa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huggingface.co/docs/transformers/model_doc/roberta" TargetMode="External"/><Relationship Id="rId2" Type="http://schemas.openxmlformats.org/officeDocument/2006/relationships/hyperlink" Target="https://github.com/yuyuz/MetaQA" TargetMode="External"/><Relationship Id="rId1" Type="http://schemas.openxmlformats.org/officeDocument/2006/relationships/hyperlink" Target="https://aclanthology.org/D19-1242.pdf" TargetMode="Externa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hyperlink" Target="https://dl.acm.org/doi/abs/10.1145/3539618.3592052" TargetMode="External"/><Relationship Id="rId8" Type="http://schemas.openxmlformats.org/officeDocument/2006/relationships/hyperlink" Target="https://arxiv.org/abs/2210.05921" TargetMode="External"/><Relationship Id="rId7" Type="http://schemas.openxmlformats.org/officeDocument/2006/relationships/hyperlink" Target="https://arxiv.org/abs/2305.13059" TargetMode="External"/><Relationship Id="rId6" Type="http://schemas.openxmlformats.org/officeDocument/2006/relationships/hyperlink" Target="https://arxiv.org/abs/2203.10321" TargetMode="External"/><Relationship Id="rId5" Type="http://schemas.openxmlformats.org/officeDocument/2006/relationships/hyperlink" Target="https://arxiv.org/abs/1909.03193" TargetMode="External"/><Relationship Id="rId4" Type="http://schemas.openxmlformats.org/officeDocument/2006/relationships/hyperlink" Target="https://arxiv.org/abs/1906.07241" TargetMode="External"/><Relationship Id="rId3" Type="http://schemas.openxmlformats.org/officeDocument/2006/relationships/hyperlink" Target="https://aclanthology.org/2021.naacl-main.45" TargetMode="External"/><Relationship Id="rId2" Type="http://schemas.openxmlformats.org/officeDocument/2006/relationships/hyperlink" Target="https://arxiv.org/abs/2002.01808" TargetMode="External"/><Relationship Id="rId10" Type="http://schemas.openxmlformats.org/officeDocument/2006/relationships/slideLayout" Target="../slideLayouts/slideLayout2.xml"/><Relationship Id="rId1" Type="http://schemas.openxmlformats.org/officeDocument/2006/relationships/hyperlink" Target="https://arxiv.org/abs/1909.04164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1" Type="http://schemas.openxmlformats.org/officeDocument/2006/relationships/hyperlink" Target="https://arxiv.org/abs/2104.06378" TargetMode="Externa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hyperlink" Target="https://arxiv.org/abs/1909.03193" TargetMode="Externa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8.png"/><Relationship Id="rId6" Type="http://schemas.openxmlformats.org/officeDocument/2006/relationships/customXml" Target="../ink/ink3.xml"/><Relationship Id="rId5" Type="http://schemas.openxmlformats.org/officeDocument/2006/relationships/hyperlink" Target="https://arxiv.org/pdf/2005.00804.pdf" TargetMode="Externa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hyperlink" Target="https://arxiv.org/abs/1909.03193" TargetMode="Externa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customXml" Target="../ink/ink4.xml"/><Relationship Id="rId4" Type="http://schemas.openxmlformats.org/officeDocument/2006/relationships/image" Target="../media/image29.png"/><Relationship Id="rId3" Type="http://schemas.openxmlformats.org/officeDocument/2006/relationships/hyperlink" Target="https://aclanthology.org/2021.acl-long.146/" TargetMode="External"/><Relationship Id="rId2" Type="http://schemas.openxmlformats.org/officeDocument/2006/relationships/hyperlink" Target="https://arxiv.org/abs/2305.13059" TargetMode="External"/><Relationship Id="rId1" Type="http://schemas.openxmlformats.org/officeDocument/2006/relationships/hyperlink" Target="https://arxiv.org/abs/2203.10321" TargetMode="Externa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2.png"/><Relationship Id="rId3" Type="http://schemas.openxmlformats.org/officeDocument/2006/relationships/customXml" Target="../ink/ink5.xml"/><Relationship Id="rId2" Type="http://schemas.openxmlformats.org/officeDocument/2006/relationships/image" Target="../media/image31.png"/><Relationship Id="rId1" Type="http://schemas.openxmlformats.org/officeDocument/2006/relationships/hyperlink" Target="https://arxiv.org/abs/2310.01061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35.png"/><Relationship Id="rId3" Type="http://schemas.openxmlformats.org/officeDocument/2006/relationships/customXml" Target="../ink/ink6.xml"/><Relationship Id="rId2" Type="http://schemas.openxmlformats.org/officeDocument/2006/relationships/hyperlink" Target="https://arxiv.org/abs/2110.04330" TargetMode="External"/><Relationship Id="rId1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hyperlink" Target="https://arxiv.org/abs/1710.10903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arxiv.org/abs/2405.14831" TargetMode="External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arxiv.org/abs/2405.14831" TargetMode="External"/><Relationship Id="rId1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arxiv.org/abs/2405.14831" TargetMode="External"/><Relationship Id="rId1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arxiv.org/abs/2405.14831" TargetMode="External"/><Relationship Id="rId1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arxiv.org/abs/2405.14831" TargetMode="External"/><Relationship Id="rId1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arxiv.org/abs/2405.14831" TargetMode="External"/><Relationship Id="rId1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arxiv.org/abs/2307.03172" TargetMode="External"/><Relationship Id="rId2" Type="http://schemas.openxmlformats.org/officeDocument/2006/relationships/hyperlink" Target="https://www.youtube.com/watch?v=lZGtjgUTpMY" TargetMode="External"/><Relationship Id="rId1" Type="http://schemas.openxmlformats.org/officeDocument/2006/relationships/hyperlink" Target="https://acl2023-retrieval-lm.github.io/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1805" y="321945"/>
            <a:ext cx="11255375" cy="3187700"/>
          </a:xfrm>
        </p:spPr>
        <p:txBody>
          <a:bodyPr>
            <a:normAutofit fontScale="90000"/>
          </a:bodyPr>
          <a:lstStyle/>
          <a:p>
            <a:r>
              <a:rPr lang="en-US"/>
              <a:t>Retrieval Augmented</a:t>
            </a:r>
            <a:br>
              <a:rPr lang="en-US"/>
            </a:br>
            <a:r>
              <a:rPr lang="en-US"/>
              <a:t>Language Models</a:t>
            </a:r>
            <a:br>
              <a:rPr lang="en-US"/>
            </a:br>
            <a:r>
              <a:rPr lang="en-US"/>
              <a:t>(Continued)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80180"/>
            <a:ext cx="9144000" cy="2333625"/>
          </a:xfrm>
        </p:spPr>
        <p:txBody>
          <a:bodyPr/>
          <a:lstStyle/>
          <a:p>
            <a:r>
              <a:rPr lang="en-US"/>
              <a:t>CS728</a:t>
            </a:r>
            <a:endParaRPr lang="en-US"/>
          </a:p>
          <a:p>
            <a:r>
              <a:rPr lang="en-US"/>
              <a:t>Soumen Chakrabarti</a:t>
            </a:r>
            <a:endParaRPr lang="en-US"/>
          </a:p>
          <a:p>
            <a:r>
              <a:rPr lang="en-US"/>
              <a:t>Yatin Nandwani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RAG 1.0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538866" y="1746354"/>
            <a:ext cx="4512039" cy="3327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41325" y="1808163"/>
            <a:ext cx="11307763" cy="652649"/>
          </a:xfrm>
        </p:spPr>
        <p:txBody>
          <a:bodyPr/>
          <a:lstStyle/>
          <a:p>
            <a:r>
              <a:rPr lang="en-US" dirty="0"/>
              <a:t>May fail for complex multi-hop queries</a:t>
            </a:r>
            <a:endParaRPr lang="en-US" dirty="0"/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6588760"/>
            <a:ext cx="6936740" cy="269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5" dirty="0"/>
              <a:t>source</a:t>
            </a:r>
            <a:r>
              <a:rPr lang="en-US" sz="1155" dirty="0">
                <a:hlinkClick r:id="rId1"/>
              </a:rPr>
              <a:t>: </a:t>
            </a:r>
            <a:r>
              <a:rPr lang="en-US" sz="1155" dirty="0" err="1">
                <a:hlinkClick r:id="rId1"/>
              </a:rPr>
              <a:t>HippoRAG</a:t>
            </a:r>
            <a:r>
              <a:rPr lang="en-US" sz="1155" dirty="0">
                <a:hlinkClick r:id="rId1"/>
              </a:rPr>
              <a:t>: Neurobiologically Inspired Long-Term Memory for Large Language Models</a:t>
            </a:r>
            <a:endParaRPr lang="en-US" sz="1155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rcRect b="62714"/>
          <a:stretch>
            <a:fillRect/>
          </a:stretch>
        </p:blipFill>
        <p:spPr>
          <a:xfrm>
            <a:off x="807524" y="2883117"/>
            <a:ext cx="10551460" cy="2253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062335" y="4833865"/>
            <a:ext cx="4512039" cy="10681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What is a Knowledge Graph? - Zilliz Learn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8"/>
          <a:stretch>
            <a:fillRect/>
          </a:stretch>
        </p:blipFill>
        <p:spPr bwMode="auto">
          <a:xfrm>
            <a:off x="570217" y="879135"/>
            <a:ext cx="9313636" cy="5477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knowledge graph (KG)?</a:t>
            </a:r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Ink 1"/>
              <p14:cNvContentPartPr/>
              <p14:nvPr/>
            </p14:nvContentPartPr>
            <p14:xfrm>
              <a:off x="8516880" y="1476000"/>
              <a:ext cx="2251800" cy="4119480"/>
            </p14:xfrm>
          </p:contentPart>
        </mc:Choice>
        <mc:Fallback xmlns="">
          <p:pic>
            <p:nvPicPr>
              <p:cNvPr id="2" name="Ink 1"/>
            </p:nvPicPr>
            <p:blipFill>
              <a:blip r:embed="rId3"/>
            </p:blipFill>
            <p:spPr>
              <a:xfrm>
                <a:off x="8516880" y="1476000"/>
                <a:ext cx="2251800" cy="411948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KG fragment</a:t>
            </a:r>
            <a:endParaRPr lang="en-US" dirty="0"/>
          </a:p>
        </p:txBody>
      </p:sp>
      <p:pic>
        <p:nvPicPr>
          <p:cNvPr id="5" name="Content Placeholder 4" descr="A diagram of a company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330" y="1964946"/>
            <a:ext cx="7400521" cy="3937077"/>
          </a:xfr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about retrieving from knowledge graphs?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930" y="913130"/>
            <a:ext cx="12055475" cy="3926205"/>
          </a:xfrm>
        </p:spPr>
        <p:txBody>
          <a:bodyPr>
            <a:normAutofit fontScale="90000" lnSpcReduction="20000"/>
          </a:bodyPr>
          <a:lstStyle/>
          <a:p>
            <a:r>
              <a:rPr lang="en-US">
                <a:sym typeface="+mn-ea"/>
              </a:rPr>
              <a:t>Which high school did </a:t>
            </a:r>
            <a:r>
              <a:rPr lang="en-US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sym typeface="+mn-ea"/>
              </a:rPr>
              <a:t>Obama’s mother</a:t>
            </a:r>
            <a:r>
              <a:rPr lang="en-US">
                <a:sym typeface="+mn-ea"/>
              </a:rPr>
              <a:t> attend?</a:t>
            </a:r>
            <a:endParaRPr lang="en-US">
              <a:sym typeface="+mn-ea"/>
            </a:endParaRPr>
          </a:p>
          <a:p>
            <a:r>
              <a:rPr lang="en-US"/>
              <a:t>KGs are a set of (subject, relation, object) triples</a:t>
            </a:r>
            <a:endParaRPr lang="en-US"/>
          </a:p>
          <a:p>
            <a:r>
              <a:rPr lang="en-US"/>
              <a:t>Fields are opaque IDs, not strings</a:t>
            </a:r>
            <a:endParaRPr lang="en-US"/>
          </a:p>
          <a:p>
            <a:pPr lvl="1"/>
            <a:r>
              <a:rPr lang="en-US"/>
              <a:t>Mapping from ID to strings in multiple languages</a:t>
            </a:r>
            <a:endParaRPr lang="en-US"/>
          </a:p>
          <a:p>
            <a:pPr lvl="0"/>
            <a:r>
              <a:rPr lang="en-US"/>
              <a:t>Question decomposition and multi-hop reasoning needed</a:t>
            </a:r>
            <a:endParaRPr lang="en-US"/>
          </a:p>
          <a:p>
            <a:pPr lvl="1"/>
            <a:r>
              <a:rPr lang="en-US"/>
              <a:t>Question can be represented as an incomplete graph</a:t>
            </a:r>
            <a:endParaRPr lang="en-US"/>
          </a:p>
          <a:p>
            <a:pPr lvl="0"/>
            <a:r>
              <a:rPr lang="en-US"/>
              <a:t>KG has hundred billion edges</a:t>
            </a:r>
            <a:endParaRPr lang="en-US"/>
          </a:p>
          <a:p>
            <a:pPr lvl="1"/>
            <a:r>
              <a:rPr lang="en-US"/>
              <a:t>Too big for LLM context, must retrieve; how?</a:t>
            </a:r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295" y="4937760"/>
          <a:ext cx="9265920" cy="1837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9505"/>
                <a:gridCol w="2703830"/>
                <a:gridCol w="4172585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Subject </a:t>
                      </a:r>
                      <a:endParaRPr lang="en-US" sz="24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Relation</a:t>
                      </a:r>
                      <a:endParaRPr lang="en-US" sz="24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Object</a:t>
                      </a:r>
                      <a:endParaRPr lang="en-US" sz="24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Obama</a:t>
                      </a:r>
                      <a:endParaRPr lang="en-US" sz="24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attended-school</a:t>
                      </a:r>
                      <a:endParaRPr lang="en-US" sz="24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 Punahou</a:t>
                      </a:r>
                      <a:endParaRPr lang="en-US" sz="24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Obama</a:t>
                      </a:r>
                      <a:endParaRPr lang="en-US" sz="24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had-mother</a:t>
                      </a:r>
                      <a:endParaRPr lang="en-US" sz="24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Ann Dunham</a:t>
                      </a:r>
                      <a:endParaRPr lang="en-US" sz="24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46609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Ann Dunham</a:t>
                      </a:r>
                      <a:endParaRPr lang="en-US" sz="24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attended-school</a:t>
                      </a:r>
                      <a:endParaRPr lang="en-US" sz="24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Eckstein Junior High</a:t>
                      </a:r>
                      <a:endParaRPr lang="en-US" sz="24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10149205" y="3822065"/>
            <a:ext cx="1401445" cy="424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Obama</a:t>
            </a:r>
            <a:endParaRPr lang="en-US"/>
          </a:p>
        </p:txBody>
      </p:sp>
      <p:cxnSp>
        <p:nvCxnSpPr>
          <p:cNvPr id="6" name="Straight Connector 5"/>
          <p:cNvCxnSpPr>
            <a:stCxn id="8" idx="2"/>
            <a:endCxn id="9" idx="0"/>
          </p:cNvCxnSpPr>
          <p:nvPr/>
        </p:nvCxnSpPr>
        <p:spPr>
          <a:xfrm flipH="1">
            <a:off x="10868660" y="4246880"/>
            <a:ext cx="635" cy="81661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0168255" y="3822065"/>
            <a:ext cx="1401445" cy="424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Obama</a:t>
            </a:r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10167620" y="5063490"/>
            <a:ext cx="1401445" cy="424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?m</a:t>
            </a:r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0167620" y="6304915"/>
            <a:ext cx="1401445" cy="424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?s</a:t>
            </a:r>
            <a:endParaRPr lang="en-US"/>
          </a:p>
        </p:txBody>
      </p:sp>
      <p:cxnSp>
        <p:nvCxnSpPr>
          <p:cNvPr id="11" name="Straight Connector 10"/>
          <p:cNvCxnSpPr>
            <a:stCxn id="9" idx="2"/>
            <a:endCxn id="10" idx="0"/>
          </p:cNvCxnSpPr>
          <p:nvPr/>
        </p:nvCxnSpPr>
        <p:spPr>
          <a:xfrm>
            <a:off x="10868660" y="5488305"/>
            <a:ext cx="0" cy="81661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Box 11"/>
          <p:cNvSpPr txBox="1"/>
          <p:nvPr/>
        </p:nvSpPr>
        <p:spPr>
          <a:xfrm>
            <a:off x="10231120" y="4471035"/>
            <a:ext cx="1358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had-mother</a:t>
            </a:r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9823450" y="5712460"/>
            <a:ext cx="2047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attended-school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generic pseudocode using “retrieval tool”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Preprocess and index corpus; encode prompt</a:t>
            </a:r>
            <a:endParaRPr lang="en-US"/>
          </a:p>
          <a:p>
            <a:r>
              <a:rPr lang="en-US"/>
              <a:t>Go into “thinking tokens” mode</a:t>
            </a:r>
            <a:endParaRPr lang="en-US"/>
          </a:p>
          <a:p>
            <a:r>
              <a:rPr lang="en-US"/>
              <a:t>For every “thinking token”</a:t>
            </a:r>
            <a:endParaRPr lang="en-US"/>
          </a:p>
          <a:p>
            <a:pPr lvl="1"/>
            <a:r>
              <a:rPr lang="en-US"/>
              <a:t>Decide if LLM needs to retrieve</a:t>
            </a:r>
            <a:endParaRPr lang="en-US"/>
          </a:p>
          <a:p>
            <a:pPr lvl="1"/>
            <a:r>
              <a:rPr lang="en-US"/>
              <a:t>If yes, compose a query for the “retrieval tool”</a:t>
            </a:r>
            <a:endParaRPr lang="en-US"/>
          </a:p>
          <a:p>
            <a:pPr lvl="1"/>
            <a:r>
              <a:rPr lang="en-US"/>
              <a:t>Paste returned docs/passages into context</a:t>
            </a:r>
            <a:endParaRPr lang="en-US"/>
          </a:p>
          <a:p>
            <a:pPr lvl="0"/>
            <a:r>
              <a:rPr lang="en-US"/>
              <a:t>Switch to “reasoning and generation” mode</a:t>
            </a:r>
            <a:endParaRPr lang="en-US"/>
          </a:p>
          <a:p>
            <a:pPr lvl="1"/>
            <a:r>
              <a:rPr lang="en-US"/>
              <a:t>Emit response</a:t>
            </a:r>
            <a:endParaRPr lang="en-US"/>
          </a:p>
          <a:p>
            <a:pPr lvl="0"/>
            <a:r>
              <a:rPr lang="en-US"/>
              <a:t>(May move between thinking, retrieval, reasoning states multiple times before final generation)</a:t>
            </a:r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Ink 3"/>
              <p14:cNvContentPartPr/>
              <p14:nvPr/>
            </p14:nvContentPartPr>
            <p14:xfrm>
              <a:off x="6374880" y="2725920"/>
              <a:ext cx="1946520" cy="1742040"/>
            </p14:xfrm>
          </p:contentPart>
        </mc:Choice>
        <mc:Fallback xmlns="">
          <p:pic>
            <p:nvPicPr>
              <p:cNvPr id="4" name="Ink 3"/>
            </p:nvPicPr>
            <p:blipFill>
              <a:blip r:embed="rId2"/>
            </p:blipFill>
            <p:spPr>
              <a:xfrm>
                <a:off x="6374880" y="2725920"/>
                <a:ext cx="1946520" cy="174204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Linking, retrieval, reasoning, generation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Need to link question to entities in KG</a:t>
            </a:r>
            <a:endParaRPr lang="en-US"/>
          </a:p>
          <a:p>
            <a:pPr lvl="1"/>
            <a:r>
              <a:rPr lang="en-US" sz="3600"/>
              <a:t>Disambiguation of John Smith</a:t>
            </a:r>
            <a:endParaRPr lang="en-US" sz="3600"/>
          </a:p>
          <a:p>
            <a:pPr lvl="1"/>
            <a:r>
              <a:rPr lang="en-US" sz="3600"/>
              <a:t>Oblique reference “first president”, “red planet”</a:t>
            </a:r>
            <a:endParaRPr lang="en-US" sz="3600"/>
          </a:p>
          <a:p>
            <a:pPr lvl="1"/>
            <a:r>
              <a:rPr lang="en-US" sz="3600"/>
              <a:t>Usually also need to link relations</a:t>
            </a:r>
            <a:endParaRPr lang="en-US"/>
          </a:p>
          <a:p>
            <a:r>
              <a:rPr lang="en-US"/>
              <a:t>In general, need to retrieve a subgraph of the KG</a:t>
            </a:r>
            <a:endParaRPr lang="en-US"/>
          </a:p>
          <a:p>
            <a:pPr lvl="1"/>
            <a:r>
              <a:rPr lang="en-US"/>
              <a:t>Contains linked entities and answer elements</a:t>
            </a:r>
            <a:endParaRPr lang="en-US"/>
          </a:p>
          <a:p>
            <a:pPr lvl="1"/>
            <a:r>
              <a:rPr lang="en-US"/>
              <a:t>Plus evidence nodes/edges in favor of answers</a:t>
            </a:r>
            <a:endParaRPr lang="en-US"/>
          </a:p>
          <a:p>
            <a:r>
              <a:rPr lang="en-US"/>
              <a:t>Reasoning and generation use retrieved subgraph</a:t>
            </a:r>
            <a:endParaRPr lang="en-US"/>
          </a:p>
          <a:p>
            <a:pPr lvl="1"/>
            <a:r>
              <a:rPr lang="en-US"/>
              <a:t>May be transcribed to text for context injection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Retrieval from KG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sz="4500" dirty="0" err="1">
                <a:sym typeface="+mn-ea"/>
              </a:rPr>
              <a:t>“Differentiable KG”</a:t>
            </a:r>
            <a:endParaRPr lang="en-US" sz="4500" dirty="0" err="1">
              <a:sym typeface="+mn-ea"/>
            </a:endParaRPr>
          </a:p>
          <a:p>
            <a:pPr lvl="0"/>
            <a:r>
              <a:rPr lang="en-US" sz="4500" dirty="0" err="1">
                <a:solidFill>
                  <a:schemeClr val="bg2">
                    <a:lumMod val="75000"/>
                  </a:schemeClr>
                </a:solidFill>
                <a:sym typeface="+mn-ea"/>
              </a:rPr>
              <a:t>Adapter between LM and KG</a:t>
            </a:r>
            <a:endParaRPr lang="en-US" sz="4500" dirty="0" err="1">
              <a:solidFill>
                <a:schemeClr val="bg2">
                  <a:lumMod val="75000"/>
                </a:schemeClr>
              </a:solidFill>
              <a:sym typeface="+mn-ea"/>
            </a:endParaRPr>
          </a:p>
          <a:p>
            <a:pPr lvl="1"/>
            <a:r>
              <a:rPr lang="en-US" sz="4050" dirty="0" err="1">
                <a:solidFill>
                  <a:schemeClr val="bg2">
                    <a:lumMod val="75000"/>
                  </a:schemeClr>
                </a:solidFill>
                <a:sym typeface="+mn-ea"/>
                <a:hlinkClick r:id="rId1"/>
              </a:rPr>
              <a:t>KnowBERT</a:t>
            </a:r>
            <a:r>
              <a:rPr lang="en-US" sz="4050" dirty="0" err="1">
                <a:solidFill>
                  <a:schemeClr val="bg2">
                    <a:lumMod val="75000"/>
                  </a:schemeClr>
                </a:solidFill>
                <a:sym typeface="+mn-ea"/>
              </a:rPr>
              <a:t>, </a:t>
            </a:r>
            <a:r>
              <a:rPr lang="en-US" sz="4050" dirty="0" err="1">
                <a:solidFill>
                  <a:schemeClr val="bg2">
                    <a:lumMod val="75000"/>
                  </a:schemeClr>
                </a:solidFill>
                <a:sym typeface="+mn-ea"/>
                <a:hlinkClick r:id="rId2" action="ppaction://hlinkfile"/>
              </a:rPr>
              <a:t>KAdapter</a:t>
            </a:r>
            <a:r>
              <a:rPr lang="en-US" sz="4050" dirty="0" err="1">
                <a:solidFill>
                  <a:schemeClr val="bg2">
                    <a:lumMod val="75000"/>
                  </a:schemeClr>
                </a:solidFill>
                <a:sym typeface="+mn-ea"/>
              </a:rPr>
              <a:t>, </a:t>
            </a:r>
            <a:r>
              <a:rPr lang="en-US" sz="4050" dirty="0" err="1">
                <a:solidFill>
                  <a:schemeClr val="bg2">
                    <a:lumMod val="75000"/>
                  </a:schemeClr>
                </a:solidFill>
                <a:sym typeface="+mn-ea"/>
                <a:hlinkClick r:id="rId3" action="ppaction://hlinkfile"/>
              </a:rPr>
              <a:t>QA-GNN</a:t>
            </a:r>
            <a:endParaRPr lang="en-US" sz="4050" dirty="0">
              <a:solidFill>
                <a:schemeClr val="bg2">
                  <a:lumMod val="75000"/>
                </a:schemeClr>
              </a:solidFill>
              <a:sym typeface="+mn-ea"/>
              <a:hlinkClick r:id="rId4"/>
            </a:endParaRPr>
          </a:p>
          <a:p>
            <a:pPr lvl="0"/>
            <a:r>
              <a:rPr lang="en-US" sz="4500" dirty="0">
                <a:solidFill>
                  <a:schemeClr val="bg2">
                    <a:lumMod val="75000"/>
                  </a:schemeClr>
                </a:solidFill>
              </a:rPr>
              <a:t>Transcribe KG to text and fine-tune LM</a:t>
            </a:r>
            <a:endParaRPr lang="en-US" sz="4500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sz="4050" dirty="0">
                <a:solidFill>
                  <a:schemeClr val="bg2">
                    <a:lumMod val="75000"/>
                  </a:schemeClr>
                </a:solidFill>
                <a:sym typeface="+mn-ea"/>
                <a:hlinkClick r:id="rId5"/>
              </a:rPr>
              <a:t>KG-BERT</a:t>
            </a:r>
            <a:r>
              <a:rPr lang="en-US" sz="4050" dirty="0">
                <a:solidFill>
                  <a:schemeClr val="bg2">
                    <a:lumMod val="75000"/>
                  </a:schemeClr>
                </a:solidFill>
                <a:sym typeface="+mn-ea"/>
              </a:rPr>
              <a:t>, </a:t>
            </a:r>
            <a:r>
              <a:rPr lang="en-US" sz="4050" dirty="0">
                <a:solidFill>
                  <a:schemeClr val="bg2">
                    <a:lumMod val="75000"/>
                  </a:schemeClr>
                </a:solidFill>
                <a:sym typeface="+mn-ea"/>
                <a:hlinkClick r:id="rId4"/>
              </a:rPr>
              <a:t>KGLM</a:t>
            </a:r>
            <a:endParaRPr lang="en-US" sz="4050" dirty="0">
              <a:solidFill>
                <a:schemeClr val="bg2">
                  <a:lumMod val="75000"/>
                </a:schemeClr>
              </a:solidFill>
              <a:sym typeface="+mn-ea"/>
              <a:hlinkClick r:id="rId5"/>
            </a:endParaRPr>
          </a:p>
          <a:p>
            <a:pPr marL="0" lvl="1"/>
            <a:r>
              <a:rPr lang="en-US" sz="4500" dirty="0">
                <a:solidFill>
                  <a:schemeClr val="bg2">
                    <a:lumMod val="75000"/>
                  </a:schemeClr>
                </a:solidFill>
              </a:rPr>
              <a:t>Transcribe KG to text at test time</a:t>
            </a:r>
            <a:endParaRPr lang="en-US" sz="4500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sz="4050" dirty="0">
                <a:solidFill>
                  <a:schemeClr val="bg2">
                    <a:lumMod val="75000"/>
                  </a:schemeClr>
                </a:solidFill>
                <a:sym typeface="+mn-ea"/>
                <a:hlinkClick r:id="rId6"/>
              </a:rPr>
              <a:t>KGT5</a:t>
            </a:r>
            <a:r>
              <a:rPr lang="en-US" sz="4050" dirty="0">
                <a:solidFill>
                  <a:schemeClr val="bg2">
                    <a:lumMod val="75000"/>
                  </a:schemeClr>
                </a:solidFill>
                <a:sym typeface="+mn-ea"/>
              </a:rPr>
              <a:t>, </a:t>
            </a:r>
            <a:r>
              <a:rPr lang="en-US" sz="4050" dirty="0">
                <a:solidFill>
                  <a:schemeClr val="bg2">
                    <a:lumMod val="75000"/>
                  </a:schemeClr>
                </a:solidFill>
                <a:sym typeface="+mn-ea"/>
                <a:hlinkClick r:id="rId7" action="ppaction://hlinkfile"/>
              </a:rPr>
              <a:t>KGT5context</a:t>
            </a:r>
            <a:endParaRPr lang="en-US" sz="4050" dirty="0">
              <a:solidFill>
                <a:schemeClr val="bg2">
                  <a:lumMod val="75000"/>
                </a:schemeClr>
              </a:solidFill>
            </a:endParaRPr>
          </a:p>
          <a:p>
            <a:pPr lvl="0"/>
            <a:r>
              <a:rPr lang="en-US" sz="4440" dirty="0">
                <a:solidFill>
                  <a:schemeClr val="bg2">
                    <a:lumMod val="75000"/>
                  </a:schemeClr>
                </a:solidFill>
                <a:sym typeface="+mn-ea"/>
              </a:rPr>
              <a:t>KG completion with/out corpus support</a:t>
            </a:r>
            <a:endParaRPr lang="en-US" sz="4440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sz="4500" dirty="0">
                <a:solidFill>
                  <a:schemeClr val="bg2">
                    <a:lumMod val="75000"/>
                  </a:schemeClr>
                </a:solidFill>
                <a:sym typeface="+mn-ea"/>
                <a:hlinkClick r:id="rId8"/>
              </a:rPr>
              <a:t>IR4KGC</a:t>
            </a:r>
            <a:r>
              <a:rPr lang="en-US" sz="4500" dirty="0">
                <a:solidFill>
                  <a:schemeClr val="bg2">
                    <a:lumMod val="75000"/>
                  </a:schemeClr>
                </a:solidFill>
                <a:sym typeface="+mn-ea"/>
              </a:rPr>
              <a:t>, </a:t>
            </a:r>
            <a:r>
              <a:rPr lang="en-US" sz="4500" dirty="0" err="1">
                <a:solidFill>
                  <a:schemeClr val="bg2">
                    <a:lumMod val="75000"/>
                  </a:schemeClr>
                </a:solidFill>
                <a:sym typeface="+mn-ea"/>
                <a:hlinkClick r:id="rId9"/>
              </a:rPr>
              <a:t>ReSKGC</a:t>
            </a:r>
            <a:endParaRPr lang="en-US" sz="4500" dirty="0" err="1"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“</a:t>
            </a:r>
            <a:r>
              <a:rPr lang="en-US" dirty="0">
                <a:sym typeface="+mn-ea"/>
                <a:hlinkClick r:id="rId1"/>
              </a:rPr>
              <a:t>Differentiable KG</a:t>
            </a:r>
            <a:r>
              <a:rPr lang="en-US" dirty="0">
                <a:sym typeface="+mn-ea"/>
              </a:rPr>
              <a:t>”</a:t>
            </a: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74930" y="913130"/>
            <a:ext cx="6851015" cy="585978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Find dense query embedding (e.g., using BERT)</a:t>
            </a:r>
            <a:endParaRPr lang="en-US" dirty="0"/>
          </a:p>
          <a:p>
            <a:r>
              <a:rPr lang="en-US" dirty="0"/>
              <a:t>Find dense graph embedding (e.g., GCN, graph transformer)</a:t>
            </a:r>
            <a:endParaRPr lang="en-US" dirty="0"/>
          </a:p>
          <a:p>
            <a:r>
              <a:rPr lang="en-US" dirty="0"/>
              <a:t>Cross attention layers establish correspondences between query and graph elements</a:t>
            </a:r>
            <a:endParaRPr lang="en-US" dirty="0"/>
          </a:p>
          <a:p>
            <a:r>
              <a:rPr lang="en-US" dirty="0"/>
              <a:t>Answer selection identifies graph element(s) to transcribe to response</a:t>
            </a:r>
            <a:endParaRPr lang="en-US" dirty="0"/>
          </a:p>
          <a:p>
            <a:pPr lvl="1"/>
            <a:r>
              <a:rPr lang="en-US" dirty="0">
                <a:sym typeface="Wingdings" panose="05000000000000000000" pitchFamily="2" charset="2"/>
              </a:rPr>
              <a:t>End-to-end trainable, no logical form needed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Not easily interpretable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654" y="4766891"/>
            <a:ext cx="3661250" cy="1891766"/>
          </a:xfrm>
          <a:prstGeom prst="rect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2" name="Rectangle: Rounded Corners 1"/>
          <p:cNvSpPr/>
          <p:nvPr/>
        </p:nvSpPr>
        <p:spPr>
          <a:xfrm>
            <a:off x="8259654" y="3756161"/>
            <a:ext cx="3661250" cy="6242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Graph representation learning</a:t>
            </a:r>
            <a:endParaRPr lang="en-US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8313545" y="1001612"/>
            <a:ext cx="3553460" cy="398780"/>
          </a:xfrm>
          <a:prstGeom prst="rect">
            <a:avLst/>
          </a:prstGeom>
          <a:noFill/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en-US" sz="2000" dirty="0"/>
              <a:t>What city is the Mona Lisa in?</a:t>
            </a:r>
            <a:endParaRPr lang="en-US" sz="2000" dirty="0"/>
          </a:p>
        </p:txBody>
      </p:sp>
      <p:sp>
        <p:nvSpPr>
          <p:cNvPr id="7" name="Rectangle: Rounded Corners 6"/>
          <p:cNvSpPr/>
          <p:nvPr/>
        </p:nvSpPr>
        <p:spPr>
          <a:xfrm>
            <a:off x="8259654" y="1691001"/>
            <a:ext cx="3661250" cy="6242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Contextual text representation</a:t>
            </a:r>
            <a:endParaRPr lang="en-US" sz="2000" dirty="0"/>
          </a:p>
        </p:txBody>
      </p:sp>
      <p:cxnSp>
        <p:nvCxnSpPr>
          <p:cNvPr id="9" name="Straight Arrow Connector 8"/>
          <p:cNvCxnSpPr>
            <a:stCxn id="3" idx="2"/>
            <a:endCxn id="7" idx="0"/>
          </p:cNvCxnSpPr>
          <p:nvPr/>
        </p:nvCxnSpPr>
        <p:spPr>
          <a:xfrm>
            <a:off x="10090279" y="1400452"/>
            <a:ext cx="0" cy="290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4" idx="0"/>
            <a:endCxn id="2" idx="2"/>
          </p:cNvCxnSpPr>
          <p:nvPr/>
        </p:nvCxnSpPr>
        <p:spPr>
          <a:xfrm flipV="1">
            <a:off x="10090279" y="4380362"/>
            <a:ext cx="0" cy="386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/>
          <p:cNvSpPr/>
          <p:nvPr/>
        </p:nvSpPr>
        <p:spPr>
          <a:xfrm>
            <a:off x="8259654" y="2557035"/>
            <a:ext cx="3661250" cy="93082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Cross-attention network</a:t>
            </a:r>
            <a:endParaRPr lang="en-US" sz="24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14" name="Straight Arrow Connector 13"/>
          <p:cNvCxnSpPr>
            <a:stCxn id="7" idx="2"/>
            <a:endCxn id="12" idx="0"/>
          </p:cNvCxnSpPr>
          <p:nvPr/>
        </p:nvCxnSpPr>
        <p:spPr>
          <a:xfrm>
            <a:off x="10090279" y="2315202"/>
            <a:ext cx="0" cy="241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2" idx="0"/>
            <a:endCxn id="12" idx="2"/>
          </p:cNvCxnSpPr>
          <p:nvPr/>
        </p:nvCxnSpPr>
        <p:spPr>
          <a:xfrm flipV="1">
            <a:off x="10090279" y="3487861"/>
            <a:ext cx="0" cy="268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/>
          <p:cNvSpPr/>
          <p:nvPr/>
        </p:nvSpPr>
        <p:spPr>
          <a:xfrm>
            <a:off x="6791325" y="2557145"/>
            <a:ext cx="1344930" cy="93091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Answer selection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19" name="Straight Arrow Connector 18"/>
          <p:cNvCxnSpPr>
            <a:stCxn id="12" idx="1"/>
            <a:endCxn id="17" idx="3"/>
          </p:cNvCxnSpPr>
          <p:nvPr/>
        </p:nvCxnSpPr>
        <p:spPr>
          <a:xfrm flipH="1">
            <a:off x="8136464" y="3022448"/>
            <a:ext cx="1231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083010" y="3868556"/>
            <a:ext cx="761365" cy="398780"/>
          </a:xfrm>
          <a:prstGeom prst="rect">
            <a:avLst/>
          </a:prstGeom>
          <a:noFill/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en-US" sz="2000" dirty="0"/>
              <a:t>Paris</a:t>
            </a:r>
            <a:endParaRPr lang="en-US" sz="2000" dirty="0"/>
          </a:p>
        </p:txBody>
      </p:sp>
      <p:cxnSp>
        <p:nvCxnSpPr>
          <p:cNvPr id="22" name="Straight Arrow Connector 21"/>
          <p:cNvCxnSpPr>
            <a:stCxn id="17" idx="2"/>
            <a:endCxn id="20" idx="0"/>
          </p:cNvCxnSpPr>
          <p:nvPr/>
        </p:nvCxnSpPr>
        <p:spPr>
          <a:xfrm>
            <a:off x="7463961" y="3487861"/>
            <a:ext cx="0" cy="380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7" grpId="0" bldLvl="0" animBg="1"/>
      <p:bldP spid="12" grpId="0" bldLvl="0" animBg="1"/>
      <p:bldP spid="17" grpId="0" bldLvl="0" animBg="1"/>
      <p:bldP spid="20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 err="1">
                <a:hlinkClick r:id="rId1"/>
              </a:rPr>
              <a:t>KVMNet</a:t>
            </a:r>
            <a:r>
              <a:rPr lang="en-US" b="0" dirty="0"/>
              <a:t>/</a:t>
            </a:r>
            <a:r>
              <a:rPr lang="en-US" b="0" dirty="0" err="1"/>
              <a:t>KVMemNN</a:t>
            </a:r>
            <a:r>
              <a:rPr lang="en-US" b="0" dirty="0"/>
              <a:t>: Explore KG chains</a:t>
            </a:r>
            <a:endParaRPr lang="en-US" b="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</p:nvPr>
        </p:nvGraphicFramePr>
        <p:xfrm>
          <a:off x="271095" y="1077685"/>
          <a:ext cx="8089134" cy="245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6378"/>
                <a:gridCol w="2696378"/>
                <a:gridCol w="2696378"/>
              </a:tblGrid>
              <a:tr h="54428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Subject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Relation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Object</a:t>
                      </a:r>
                      <a:endParaRPr lang="en-US" sz="2400" dirty="0"/>
                    </a:p>
                  </a:txBody>
                  <a:tcPr/>
                </a:tc>
              </a:tr>
              <a:tr h="54428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Obama</a:t>
                      </a:r>
                      <a:endParaRPr 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attended-school</a:t>
                      </a:r>
                      <a:endParaRPr 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 Punahou</a:t>
                      </a:r>
                      <a:endParaRPr lang="en-US" sz="2400" dirty="0"/>
                    </a:p>
                  </a:txBody>
                  <a:tcPr/>
                </a:tc>
              </a:tr>
              <a:tr h="54428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Obama</a:t>
                      </a:r>
                      <a:endParaRPr lang="en-US" sz="24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had-mother</a:t>
                      </a:r>
                      <a:endParaRPr lang="en-US" sz="24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Ann Dunham</a:t>
                      </a:r>
                      <a:endParaRPr lang="en-US" sz="24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Ann Dunham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attended-school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Eckstein Junior High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271094" y="6020472"/>
            <a:ext cx="11649809" cy="70119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Where did</a:t>
            </a:r>
            <a:r>
              <a:rPr lang="en-US" dirty="0"/>
              <a:t> </a:t>
            </a:r>
            <a:r>
              <a:rPr lang="en-US" dirty="0"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Obama’s mother</a:t>
            </a:r>
            <a:r>
              <a:rPr lang="en-US" dirty="0"/>
              <a:t> </a:t>
            </a:r>
            <a:r>
              <a:rPr lang="en-US" dirty="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attend school</a:t>
            </a:r>
            <a:r>
              <a:rPr lang="en-US" dirty="0"/>
              <a:t>?</a:t>
            </a:r>
            <a:endParaRPr lang="en-US" dirty="0"/>
          </a:p>
        </p:txBody>
      </p:sp>
      <p:sp>
        <p:nvSpPr>
          <p:cNvPr id="9" name="Left Brace 8"/>
          <p:cNvSpPr/>
          <p:nvPr/>
        </p:nvSpPr>
        <p:spPr>
          <a:xfrm rot="16200000">
            <a:off x="2650147" y="908433"/>
            <a:ext cx="631371" cy="5389476"/>
          </a:xfrm>
          <a:prstGeom prst="leftBrace">
            <a:avLst>
              <a:gd name="adj1" fmla="val 56609"/>
              <a:gd name="adj2" fmla="val 50000"/>
            </a:avLst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/>
          <p:cNvSpPr/>
          <p:nvPr/>
        </p:nvSpPr>
        <p:spPr>
          <a:xfrm rot="16200000">
            <a:off x="6697176" y="2255801"/>
            <a:ext cx="631371" cy="2694739"/>
          </a:xfrm>
          <a:prstGeom prst="leftBrace">
            <a:avLst>
              <a:gd name="adj1" fmla="val 56609"/>
              <a:gd name="adj2" fmla="val 50000"/>
            </a:avLst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Brace 13"/>
          <p:cNvSpPr/>
          <p:nvPr/>
        </p:nvSpPr>
        <p:spPr>
          <a:xfrm rot="5400000" flipV="1">
            <a:off x="4481302" y="1440286"/>
            <a:ext cx="469937" cy="8836975"/>
          </a:xfrm>
          <a:prstGeom prst="leftBrace">
            <a:avLst>
              <a:gd name="adj1" fmla="val 56609"/>
              <a:gd name="adj2" fmla="val 29288"/>
            </a:avLst>
          </a:prstGeom>
          <a:ln w="571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stCxn id="25" idx="0"/>
            <a:endCxn id="9" idx="1"/>
          </p:cNvCxnSpPr>
          <p:nvPr/>
        </p:nvCxnSpPr>
        <p:spPr>
          <a:xfrm flipV="1">
            <a:off x="2965831" y="3918857"/>
            <a:ext cx="2" cy="541108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90796" y="3163219"/>
            <a:ext cx="701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Key</a:t>
            </a:r>
            <a:endParaRPr lang="en-US" sz="2800" dirty="0"/>
          </a:p>
        </p:txBody>
      </p:sp>
      <p:sp>
        <p:nvSpPr>
          <p:cNvPr id="17" name="TextBox 16"/>
          <p:cNvSpPr txBox="1"/>
          <p:nvPr/>
        </p:nvSpPr>
        <p:spPr>
          <a:xfrm>
            <a:off x="6466108" y="3152330"/>
            <a:ext cx="9886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Value</a:t>
            </a:r>
            <a:endParaRPr lang="en-US" sz="2800" dirty="0"/>
          </a:p>
        </p:txBody>
      </p:sp>
      <p:sp>
        <p:nvSpPr>
          <p:cNvPr id="18" name="Rectangle 17"/>
          <p:cNvSpPr/>
          <p:nvPr/>
        </p:nvSpPr>
        <p:spPr>
          <a:xfrm>
            <a:off x="8469086" y="1621971"/>
            <a:ext cx="239485" cy="5225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469086" y="2144486"/>
            <a:ext cx="587828" cy="5522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469086" y="2696725"/>
            <a:ext cx="45719" cy="46994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318148" y="4147457"/>
            <a:ext cx="1269192" cy="22408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/>
          <p:cNvSpPr/>
          <p:nvPr/>
        </p:nvSpPr>
        <p:spPr>
          <a:xfrm>
            <a:off x="1354746" y="5060682"/>
            <a:ext cx="3222171" cy="56312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Query encoder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331235" y="4459965"/>
            <a:ext cx="1269192" cy="22408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837674" y="3922727"/>
                <a:ext cx="74302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360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674" y="3922727"/>
                <a:ext cx="743024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15" t="-51" r="-1257" b="3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9952712" y="1054901"/>
            <a:ext cx="2131481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Distribution /</a:t>
            </a:r>
            <a:br>
              <a:rPr lang="en-US" sz="2800" dirty="0"/>
            </a:br>
            <a:r>
              <a:rPr lang="en-US" sz="2800" dirty="0"/>
              <a:t>“attention”</a:t>
            </a:r>
            <a:br>
              <a:rPr lang="en-US" sz="2800" dirty="0"/>
            </a:br>
            <a:r>
              <a:rPr lang="en-US" sz="2800" dirty="0"/>
              <a:t>over all rows</a:t>
            </a:r>
            <a:br>
              <a:rPr lang="en-US" sz="2800" dirty="0"/>
            </a:br>
            <a:r>
              <a:rPr lang="en-US" sz="2800" dirty="0"/>
              <a:t>of the KG</a:t>
            </a:r>
            <a:endParaRPr lang="en-US" sz="2800" dirty="0"/>
          </a:p>
        </p:txBody>
      </p:sp>
      <p:cxnSp>
        <p:nvCxnSpPr>
          <p:cNvPr id="29" name="Straight Arrow Connector 28"/>
          <p:cNvCxnSpPr>
            <a:stCxn id="27" idx="1"/>
            <a:endCxn id="19" idx="3"/>
          </p:cNvCxnSpPr>
          <p:nvPr/>
        </p:nvCxnSpPr>
        <p:spPr>
          <a:xfrm flipH="1">
            <a:off x="9056914" y="1962842"/>
            <a:ext cx="895798" cy="457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134756" y="3036460"/>
            <a:ext cx="302076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Attention-weighted</a:t>
            </a:r>
            <a:br>
              <a:rPr lang="en-US" sz="2800" dirty="0"/>
            </a:br>
            <a:r>
              <a:rPr lang="en-US" sz="2800" dirty="0"/>
              <a:t>value vector, close</a:t>
            </a:r>
            <a:br>
              <a:rPr lang="en-US" sz="2800" dirty="0"/>
            </a:br>
            <a:r>
              <a:rPr lang="en-US" sz="2800" dirty="0"/>
              <a:t>to Ann Dunham’s </a:t>
            </a:r>
            <a:br>
              <a:rPr lang="en-US" sz="2800" dirty="0"/>
            </a:br>
            <a:r>
              <a:rPr lang="en-US" sz="2800" dirty="0"/>
              <a:t>KG representation</a:t>
            </a:r>
            <a:endParaRPr lang="en-US" sz="2800" dirty="0"/>
          </a:p>
        </p:txBody>
      </p:sp>
      <p:cxnSp>
        <p:nvCxnSpPr>
          <p:cNvPr id="33" name="Straight Arrow Connector 32"/>
          <p:cNvCxnSpPr>
            <a:endCxn id="22" idx="3"/>
          </p:cNvCxnSpPr>
          <p:nvPr/>
        </p:nvCxnSpPr>
        <p:spPr>
          <a:xfrm flipH="1">
            <a:off x="7587340" y="4147457"/>
            <a:ext cx="1611086" cy="112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6" idx="3"/>
            <a:endCxn id="25" idx="1"/>
          </p:cNvCxnSpPr>
          <p:nvPr/>
        </p:nvCxnSpPr>
        <p:spPr>
          <a:xfrm>
            <a:off x="1580698" y="4245893"/>
            <a:ext cx="750537" cy="326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/>
          <p:cNvCxnSpPr>
            <a:stCxn id="25" idx="0"/>
            <a:endCxn id="62" idx="1"/>
          </p:cNvCxnSpPr>
          <p:nvPr/>
        </p:nvCxnSpPr>
        <p:spPr>
          <a:xfrm rot="16200000" flipH="1">
            <a:off x="4632766" y="2793030"/>
            <a:ext cx="945956" cy="4279826"/>
          </a:xfrm>
          <a:prstGeom prst="curvedConnector4">
            <a:avLst>
              <a:gd name="adj1" fmla="val -24166"/>
              <a:gd name="adj2" fmla="val 57414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/>
              <p:cNvSpPr txBox="1"/>
              <p:nvPr/>
            </p:nvSpPr>
            <p:spPr>
              <a:xfrm>
                <a:off x="11412495" y="4790651"/>
                <a:ext cx="74302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3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2495" y="4790651"/>
                <a:ext cx="743024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37" t="-33" r="-1235" b="1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/>
          <p:cNvCxnSpPr>
            <a:stCxn id="38" idx="3"/>
            <a:endCxn id="66" idx="1"/>
          </p:cNvCxnSpPr>
          <p:nvPr/>
        </p:nvCxnSpPr>
        <p:spPr>
          <a:xfrm>
            <a:off x="8545287" y="5200119"/>
            <a:ext cx="1910935" cy="32872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Curved 51"/>
          <p:cNvCxnSpPr>
            <a:stCxn id="22" idx="2"/>
            <a:endCxn id="58" idx="1"/>
          </p:cNvCxnSpPr>
          <p:nvPr/>
        </p:nvCxnSpPr>
        <p:spPr>
          <a:xfrm rot="16200000" flipH="1">
            <a:off x="6805165" y="4519117"/>
            <a:ext cx="588069" cy="292910"/>
          </a:xfrm>
          <a:prstGeom prst="curved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7245654" y="4795222"/>
            <a:ext cx="124406" cy="3287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245657" y="5241536"/>
            <a:ext cx="124406" cy="3287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1206" y="4781355"/>
            <a:ext cx="1284081" cy="837527"/>
          </a:xfrm>
          <a:prstGeom prst="rect">
            <a:avLst/>
          </a:prstGeom>
        </p:spPr>
      </p:pic>
      <p:sp>
        <p:nvSpPr>
          <p:cNvPr id="66" name="Rectangle 65"/>
          <p:cNvSpPr/>
          <p:nvPr/>
        </p:nvSpPr>
        <p:spPr>
          <a:xfrm>
            <a:off x="10456222" y="5416807"/>
            <a:ext cx="1269192" cy="224081"/>
          </a:xfrm>
          <a:prstGeom prst="rect">
            <a:avLst/>
          </a:prstGeom>
          <a:solidFill>
            <a:srgbClr val="FF99FF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907646" y="5627259"/>
            <a:ext cx="227806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/>
              <a:t>Query vector </a:t>
            </a:r>
            <a:br>
              <a:rPr lang="en-US" sz="2800" dirty="0"/>
            </a:br>
            <a:r>
              <a:rPr lang="en-US" sz="2800" dirty="0"/>
              <a:t>for next round</a:t>
            </a:r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/>
              <p:cNvSpPr txBox="1"/>
              <p:nvPr/>
            </p:nvSpPr>
            <p:spPr>
              <a:xfrm>
                <a:off x="5638136" y="3880311"/>
                <a:ext cx="74007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3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136" y="3880311"/>
                <a:ext cx="740074" cy="646331"/>
              </a:xfrm>
              <a:prstGeom prst="rect">
                <a:avLst/>
              </a:prstGeom>
              <a:blipFill rotWithShape="1">
                <a:blip r:embed="rId5"/>
                <a:stretch>
                  <a:fillRect l="-82" t="-71" r="-2280" b="5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Arrow Connector 71"/>
          <p:cNvCxnSpPr>
            <a:stCxn id="11" idx="0"/>
            <a:endCxn id="25" idx="2"/>
          </p:cNvCxnSpPr>
          <p:nvPr/>
        </p:nvCxnSpPr>
        <p:spPr>
          <a:xfrm flipH="1" flipV="1">
            <a:off x="2965831" y="4684046"/>
            <a:ext cx="1" cy="376636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 bldLvl="0" animBg="1"/>
      <p:bldP spid="14" grpId="0" bldLvl="0" animBg="1"/>
      <p:bldP spid="16" grpId="0"/>
      <p:bldP spid="17" grpId="0"/>
      <p:bldP spid="18" grpId="0" bldLvl="0" animBg="1"/>
      <p:bldP spid="19" grpId="0" bldLvl="0" animBg="1"/>
      <p:bldP spid="20" grpId="0" bldLvl="0" animBg="1"/>
      <p:bldP spid="22" grpId="0" bldLvl="0" animBg="1"/>
      <p:bldP spid="11" grpId="0" bldLvl="0" animBg="1"/>
      <p:bldP spid="25" grpId="0" bldLvl="0" animBg="1"/>
      <p:bldP spid="26" grpId="0"/>
      <p:bldP spid="27" grpId="0"/>
      <p:bldP spid="30" grpId="0"/>
      <p:bldP spid="48" grpId="0"/>
      <p:bldP spid="58" grpId="0" bldLvl="0" animBg="1"/>
      <p:bldP spid="62" grpId="0" bldLvl="0" animBg="1"/>
      <p:bldP spid="66" grpId="0" bldLvl="0" animBg="1"/>
      <p:bldP spid="69" grpId="0"/>
      <p:bldP spid="7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KVMNet</a:t>
            </a:r>
            <a:r>
              <a:rPr lang="en-US" b="0" dirty="0"/>
              <a:t>: Second hop</a:t>
            </a:r>
            <a:endParaRPr lang="en-US" b="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</p:nvPr>
        </p:nvGraphicFramePr>
        <p:xfrm>
          <a:off x="271095" y="1077685"/>
          <a:ext cx="8089134" cy="2177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6378"/>
                <a:gridCol w="2696378"/>
                <a:gridCol w="2696378"/>
              </a:tblGrid>
              <a:tr h="54428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Subject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Relation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Object</a:t>
                      </a:r>
                      <a:endParaRPr lang="en-US" sz="2400" dirty="0"/>
                    </a:p>
                  </a:txBody>
                  <a:tcPr/>
                </a:tc>
              </a:tr>
              <a:tr h="54428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Obama</a:t>
                      </a:r>
                      <a:endParaRPr lang="en-US" sz="24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attended-school</a:t>
                      </a:r>
                      <a:endParaRPr lang="en-US" sz="24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 Punahou</a:t>
                      </a:r>
                      <a:endParaRPr 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Obama</a:t>
                      </a:r>
                      <a:endParaRPr 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had-mother</a:t>
                      </a:r>
                      <a:endParaRPr 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Ann Dunham</a:t>
                      </a:r>
                      <a:endParaRPr 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Ann Dunham</a:t>
                      </a:r>
                      <a:endParaRPr lang="en-US" sz="2400" dirty="0"/>
                    </a:p>
                  </a:txBody>
                  <a:tcP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attended-school</a:t>
                      </a:r>
                      <a:endParaRPr lang="en-US" sz="2400" dirty="0"/>
                    </a:p>
                  </a:txBody>
                  <a:tcP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Eckstein Junior High</a:t>
                      </a:r>
                      <a:endParaRPr lang="en-US" sz="24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Left Brace 8"/>
          <p:cNvSpPr/>
          <p:nvPr/>
        </p:nvSpPr>
        <p:spPr>
          <a:xfrm rot="16200000">
            <a:off x="2650147" y="908433"/>
            <a:ext cx="631371" cy="5389476"/>
          </a:xfrm>
          <a:prstGeom prst="leftBrace">
            <a:avLst>
              <a:gd name="adj1" fmla="val 56609"/>
              <a:gd name="adj2" fmla="val 50000"/>
            </a:avLst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/>
          <p:cNvSpPr/>
          <p:nvPr/>
        </p:nvSpPr>
        <p:spPr>
          <a:xfrm rot="16200000">
            <a:off x="6697176" y="2255801"/>
            <a:ext cx="631371" cy="2694739"/>
          </a:xfrm>
          <a:prstGeom prst="leftBrace">
            <a:avLst>
              <a:gd name="adj1" fmla="val 56609"/>
              <a:gd name="adj2" fmla="val 50000"/>
            </a:avLst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stCxn id="66" idx="0"/>
            <a:endCxn id="9" idx="1"/>
          </p:cNvCxnSpPr>
          <p:nvPr/>
        </p:nvCxnSpPr>
        <p:spPr>
          <a:xfrm flipV="1">
            <a:off x="2965831" y="3918857"/>
            <a:ext cx="2" cy="650201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90796" y="3163219"/>
            <a:ext cx="701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Key</a:t>
            </a:r>
            <a:endParaRPr lang="en-US" sz="2800" dirty="0"/>
          </a:p>
        </p:txBody>
      </p:sp>
      <p:sp>
        <p:nvSpPr>
          <p:cNvPr id="17" name="TextBox 16"/>
          <p:cNvSpPr txBox="1"/>
          <p:nvPr/>
        </p:nvSpPr>
        <p:spPr>
          <a:xfrm>
            <a:off x="6466108" y="3152330"/>
            <a:ext cx="9886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Value</a:t>
            </a:r>
            <a:endParaRPr lang="en-US" sz="2800" dirty="0"/>
          </a:p>
        </p:txBody>
      </p:sp>
      <p:sp>
        <p:nvSpPr>
          <p:cNvPr id="18" name="Rectangle 17"/>
          <p:cNvSpPr/>
          <p:nvPr/>
        </p:nvSpPr>
        <p:spPr>
          <a:xfrm>
            <a:off x="8469086" y="1621971"/>
            <a:ext cx="239485" cy="5225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469086" y="2691702"/>
            <a:ext cx="587828" cy="5522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469086" y="2179747"/>
            <a:ext cx="45719" cy="46994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318148" y="4147457"/>
            <a:ext cx="1269192" cy="22408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837674" y="3922727"/>
                <a:ext cx="74302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3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674" y="3922727"/>
                <a:ext cx="743024" cy="646331"/>
              </a:xfrm>
              <a:prstGeom prst="rect">
                <a:avLst/>
              </a:prstGeom>
              <a:blipFill rotWithShape="1">
                <a:blip r:embed="rId1"/>
                <a:stretch>
                  <a:fillRect l="-15" t="-51" r="-1257" b="3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9952712" y="1054901"/>
            <a:ext cx="203350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Second hop</a:t>
            </a:r>
            <a:br>
              <a:rPr lang="en-US" sz="2800" dirty="0"/>
            </a:br>
            <a:r>
              <a:rPr lang="en-US" sz="2800" dirty="0"/>
              <a:t>“attention”</a:t>
            </a:r>
            <a:br>
              <a:rPr lang="en-US" sz="2800" dirty="0"/>
            </a:br>
            <a:r>
              <a:rPr lang="en-US" sz="2800" dirty="0"/>
              <a:t>over all rows</a:t>
            </a:r>
            <a:br>
              <a:rPr lang="en-US" sz="2800" dirty="0"/>
            </a:br>
            <a:r>
              <a:rPr lang="en-US" sz="2800" dirty="0"/>
              <a:t>of the KG</a:t>
            </a:r>
            <a:endParaRPr lang="en-US" sz="2800" dirty="0"/>
          </a:p>
        </p:txBody>
      </p:sp>
      <p:cxnSp>
        <p:nvCxnSpPr>
          <p:cNvPr id="29" name="Straight Arrow Connector 28"/>
          <p:cNvCxnSpPr>
            <a:stCxn id="27" idx="1"/>
            <a:endCxn id="19" idx="3"/>
          </p:cNvCxnSpPr>
          <p:nvPr/>
        </p:nvCxnSpPr>
        <p:spPr>
          <a:xfrm flipH="1">
            <a:off x="9056914" y="1962842"/>
            <a:ext cx="895798" cy="1004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44" idx="1"/>
            <a:endCxn id="22" idx="3"/>
          </p:cNvCxnSpPr>
          <p:nvPr/>
        </p:nvCxnSpPr>
        <p:spPr>
          <a:xfrm flipH="1" flipV="1">
            <a:off x="7587340" y="4259498"/>
            <a:ext cx="1668741" cy="42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6" idx="3"/>
          </p:cNvCxnSpPr>
          <p:nvPr/>
        </p:nvCxnSpPr>
        <p:spPr>
          <a:xfrm>
            <a:off x="1580698" y="4245893"/>
            <a:ext cx="750537" cy="326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/>
          <p:cNvCxnSpPr>
            <a:stCxn id="66" idx="0"/>
            <a:endCxn id="62" idx="1"/>
          </p:cNvCxnSpPr>
          <p:nvPr/>
        </p:nvCxnSpPr>
        <p:spPr>
          <a:xfrm rot="16200000" flipH="1">
            <a:off x="4387312" y="3147576"/>
            <a:ext cx="1589053" cy="4432017"/>
          </a:xfrm>
          <a:prstGeom prst="curvedConnector4">
            <a:avLst>
              <a:gd name="adj1" fmla="val -14386"/>
              <a:gd name="adj2" fmla="val 75694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/>
              <p:cNvSpPr txBox="1"/>
              <p:nvPr/>
            </p:nvSpPr>
            <p:spPr>
              <a:xfrm>
                <a:off x="9009380" y="6099630"/>
                <a:ext cx="74302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3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9380" y="6099630"/>
                <a:ext cx="743024" cy="646331"/>
              </a:xfrm>
              <a:prstGeom prst="rect">
                <a:avLst/>
              </a:prstGeom>
              <a:blipFill rotWithShape="1">
                <a:blip r:embed="rId2"/>
                <a:stretch>
                  <a:fillRect t="-70" r="-1272" b="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Connector: Curved 51"/>
          <p:cNvCxnSpPr>
            <a:stCxn id="22" idx="2"/>
            <a:endCxn id="58" idx="1"/>
          </p:cNvCxnSpPr>
          <p:nvPr/>
        </p:nvCxnSpPr>
        <p:spPr>
          <a:xfrm rot="16200000" flipH="1">
            <a:off x="6505165" y="4819116"/>
            <a:ext cx="1340259" cy="445101"/>
          </a:xfrm>
          <a:prstGeom prst="curved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7397845" y="5533545"/>
            <a:ext cx="1299633" cy="837527"/>
            <a:chOff x="7245654" y="4781355"/>
            <a:chExt cx="1299633" cy="837527"/>
          </a:xfrm>
        </p:grpSpPr>
        <p:sp>
          <p:nvSpPr>
            <p:cNvPr id="58" name="Rectangle 57"/>
            <p:cNvSpPr/>
            <p:nvPr/>
          </p:nvSpPr>
          <p:spPr>
            <a:xfrm>
              <a:off x="7245654" y="4795222"/>
              <a:ext cx="124406" cy="32877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7245657" y="5241536"/>
              <a:ext cx="124406" cy="32877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1206" y="4781355"/>
              <a:ext cx="1284081" cy="837527"/>
            </a:xfrm>
            <a:prstGeom prst="rect">
              <a:avLst/>
            </a:prstGeom>
          </p:spPr>
        </p:pic>
      </p:grpSp>
      <p:sp>
        <p:nvSpPr>
          <p:cNvPr id="66" name="Rectangle 65"/>
          <p:cNvSpPr/>
          <p:nvPr/>
        </p:nvSpPr>
        <p:spPr>
          <a:xfrm>
            <a:off x="2331235" y="4569058"/>
            <a:ext cx="1269192" cy="224081"/>
          </a:xfrm>
          <a:prstGeom prst="rect">
            <a:avLst/>
          </a:prstGeom>
          <a:solidFill>
            <a:srgbClr val="FF99FF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934653" y="5627259"/>
            <a:ext cx="205511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/>
              <a:t>“Nothing</a:t>
            </a:r>
            <a:br>
              <a:rPr lang="en-US" sz="2800" dirty="0"/>
            </a:br>
            <a:r>
              <a:rPr lang="en-US" sz="2800" dirty="0"/>
              <a:t>more to ask”</a:t>
            </a:r>
            <a:endParaRPr lang="en-US" sz="2800" dirty="0"/>
          </a:p>
        </p:txBody>
      </p:sp>
      <p:sp>
        <p:nvSpPr>
          <p:cNvPr id="43" name="Rectangle 42"/>
          <p:cNvSpPr/>
          <p:nvPr/>
        </p:nvSpPr>
        <p:spPr>
          <a:xfrm>
            <a:off x="9056914" y="5840267"/>
            <a:ext cx="1269192" cy="22408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256081" y="3609891"/>
            <a:ext cx="273138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Answer vector</a:t>
            </a:r>
            <a:br>
              <a:rPr lang="en-US" sz="2800" dirty="0"/>
            </a:br>
            <a:r>
              <a:rPr lang="en-US" sz="2800" dirty="0"/>
              <a:t>close to “Eckstein</a:t>
            </a:r>
            <a:br>
              <a:rPr lang="en-US" sz="2800" dirty="0"/>
            </a:br>
            <a:r>
              <a:rPr lang="en-US" sz="2800" dirty="0"/>
              <a:t>Junior High”</a:t>
            </a:r>
            <a:endParaRPr lang="en-US" sz="2800" dirty="0"/>
          </a:p>
        </p:txBody>
      </p:sp>
      <p:cxnSp>
        <p:nvCxnSpPr>
          <p:cNvPr id="31" name="Straight Arrow Connector 30"/>
          <p:cNvCxnSpPr>
            <a:stCxn id="38" idx="3"/>
            <a:endCxn id="43" idx="1"/>
          </p:cNvCxnSpPr>
          <p:nvPr/>
        </p:nvCxnSpPr>
        <p:spPr>
          <a:xfrm flipV="1">
            <a:off x="8697478" y="5952308"/>
            <a:ext cx="35943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/>
              <p:cNvSpPr txBox="1"/>
              <p:nvPr/>
            </p:nvSpPr>
            <p:spPr>
              <a:xfrm>
                <a:off x="5638136" y="3880311"/>
                <a:ext cx="75078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3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136" y="3880311"/>
                <a:ext cx="750782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81" t="-71" r="-991" b="5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/>
              <p:cNvSpPr txBox="1"/>
              <p:nvPr/>
            </p:nvSpPr>
            <p:spPr>
              <a:xfrm>
                <a:off x="5572044" y="6258200"/>
                <a:ext cx="6041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dirty="0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dirty="0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3600" b="0" i="1" dirty="0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600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044" y="6258200"/>
                <a:ext cx="604178" cy="646331"/>
              </a:xfrm>
              <a:prstGeom prst="rect">
                <a:avLst/>
              </a:prstGeom>
              <a:blipFill rotWithShape="1">
                <a:blip r:embed="rId5"/>
                <a:stretch>
                  <a:fillRect l="-92" t="-43" r="-8478" b="2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Connector: Curved 44"/>
          <p:cNvCxnSpPr>
            <a:stCxn id="53" idx="3"/>
            <a:endCxn id="38" idx="2"/>
          </p:cNvCxnSpPr>
          <p:nvPr/>
        </p:nvCxnSpPr>
        <p:spPr>
          <a:xfrm flipV="1">
            <a:off x="6176222" y="6371072"/>
            <a:ext cx="1879216" cy="210294"/>
          </a:xfrm>
          <a:prstGeom prst="curvedConnector2">
            <a:avLst/>
          </a:prstGeom>
          <a:ln w="381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41927" y="4961789"/>
            <a:ext cx="652890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Some residue of question</a:t>
            </a:r>
            <a:br>
              <a:rPr lang="en-US" sz="2800" dirty="0"/>
            </a:br>
            <a:r>
              <a:rPr lang="en-US" sz="2800" dirty="0"/>
              <a:t>“</a:t>
            </a:r>
            <a:r>
              <a:rPr lang="en-US" sz="2800" dirty="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where did</a:t>
            </a:r>
            <a:r>
              <a:rPr lang="en-US" sz="2800" dirty="0"/>
              <a:t> </a:t>
            </a:r>
            <a:r>
              <a:rPr lang="en-US" sz="2800" strike="sngStrike" dirty="0"/>
              <a:t>Obama’s mother</a:t>
            </a:r>
            <a:r>
              <a:rPr lang="en-US" sz="2800" dirty="0"/>
              <a:t> </a:t>
            </a:r>
            <a:r>
              <a:rPr lang="en-US" sz="2800" dirty="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attend school</a:t>
            </a:r>
            <a:r>
              <a:rPr lang="en-US" sz="2800" dirty="0"/>
              <a:t>”</a:t>
            </a:r>
            <a:br>
              <a:rPr lang="en-US" sz="2800" dirty="0"/>
            </a:br>
            <a:r>
              <a:rPr lang="en-US" sz="2800" dirty="0"/>
              <a:t>together with </a:t>
            </a:r>
            <a:r>
              <a:rPr lang="en-US" sz="2800" dirty="0">
                <a:effectLst>
                  <a:glow rad="127000">
                    <a:srgbClr val="FF99FF"/>
                  </a:glow>
                </a:effectLst>
              </a:rPr>
              <a:t>Ann Dunham</a:t>
            </a:r>
            <a:r>
              <a:rPr lang="en-US" sz="2800" dirty="0"/>
              <a:t> 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7" grpId="0"/>
      <p:bldP spid="18" grpId="0" bldLvl="0" animBg="1"/>
      <p:bldP spid="19" grpId="0" bldLvl="0" animBg="1"/>
      <p:bldP spid="20" grpId="0" bldLvl="0" animBg="1"/>
      <p:bldP spid="22" grpId="0" bldLvl="0" animBg="1"/>
      <p:bldP spid="27" grpId="0"/>
      <p:bldP spid="48" grpId="0"/>
      <p:bldP spid="69" grpId="0"/>
      <p:bldP spid="43" grpId="0" bldLvl="0" animBg="1"/>
      <p:bldP spid="44" grpId="0"/>
      <p:bldP spid="49" grpId="0"/>
      <p:bldP spid="5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hlinkClick r:id="rId1" action="ppaction://hlinkfile"/>
              </a:rPr>
              <a:t>EmbedKGQA</a:t>
            </a:r>
            <a:r>
              <a:rPr lang="en-US"/>
              <a:t> (2020)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" y="912495"/>
            <a:ext cx="10948035" cy="495427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050" y="3894455"/>
            <a:ext cx="5243195" cy="2963545"/>
          </a:xfrm>
          <a:prstGeom prst="rect">
            <a:avLst/>
          </a:prstGeom>
        </p:spPr>
      </p:pic>
      <p:sp>
        <p:nvSpPr>
          <p:cNvPr id="8" name="Arrow: Right 7"/>
          <p:cNvSpPr/>
          <p:nvPr/>
        </p:nvSpPr>
        <p:spPr>
          <a:xfrm>
            <a:off x="899094" y="746359"/>
            <a:ext cx="3768290" cy="844061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Question encoding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" name="Arrow: Right 9"/>
          <p:cNvSpPr/>
          <p:nvPr/>
        </p:nvSpPr>
        <p:spPr>
          <a:xfrm rot="716947">
            <a:off x="481541" y="2550123"/>
            <a:ext cx="2615409" cy="844061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Entity linking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1" name="Arrow: Right 10"/>
          <p:cNvSpPr/>
          <p:nvPr/>
        </p:nvSpPr>
        <p:spPr>
          <a:xfrm>
            <a:off x="121285" y="5873750"/>
            <a:ext cx="4545965" cy="843915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ComplEx</a:t>
            </a:r>
            <a:r>
              <a:rPr lang="en-US" sz="2400" dirty="0">
                <a:solidFill>
                  <a:schemeClr val="tx1"/>
                </a:solidFill>
              </a:rPr>
              <a:t> embeddings (TODO)</a:t>
            </a:r>
            <a:endParaRPr lang="en-US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peech Bubble: Rectangle with Corners Rounded 11"/>
              <p:cNvSpPr/>
              <p:nvPr/>
            </p:nvSpPr>
            <p:spPr>
              <a:xfrm>
                <a:off x="5002731" y="4605488"/>
                <a:ext cx="1848050" cy="1155031"/>
              </a:xfrm>
              <a:prstGeom prst="wedgeRoundRectCallout">
                <a:avLst>
                  <a:gd name="adj1" fmla="val -61458"/>
                  <a:gd name="adj2" fmla="val -77500"/>
                  <a:gd name="adj3" fmla="val 16667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For each candidate node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…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Speech Bubble: Rectangle with Corners Rounded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731" y="4605488"/>
                <a:ext cx="1848050" cy="1155031"/>
              </a:xfrm>
              <a:prstGeom prst="wedgeRoundRectCallout">
                <a:avLst>
                  <a:gd name="adj1" fmla="val -61458"/>
                  <a:gd name="adj2" fmla="val -77500"/>
                  <a:gd name="adj3" fmla="val 16667"/>
                </a:avLst>
              </a:prstGeom>
              <a:blipFill rotWithShape="1">
                <a:blip r:embed="rId4"/>
                <a:stretch>
                  <a:fillRect l="-17741" t="-30773" r="-1181" b="-6560"/>
                </a:stretch>
              </a:blip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peech Bubble: Rectangle with Corners Rounded 12"/>
          <p:cNvSpPr/>
          <p:nvPr/>
        </p:nvSpPr>
        <p:spPr>
          <a:xfrm>
            <a:off x="7403386" y="4605488"/>
            <a:ext cx="3724420" cy="1155031"/>
          </a:xfrm>
          <a:prstGeom prst="wedgeRoundRectCallout">
            <a:avLst>
              <a:gd name="adj1" fmla="val -94021"/>
              <a:gd name="adj2" fmla="val -17083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 score candidate </a:t>
            </a:r>
            <a:r>
              <a:rPr lang="en-US" sz="2400" dirty="0" err="1">
                <a:solidFill>
                  <a:schemeClr val="tx1"/>
                </a:solidFill>
              </a:rPr>
              <a:t>wrt</a:t>
            </a:r>
            <a:r>
              <a:rPr lang="en-US" sz="2400" dirty="0">
                <a:solidFill>
                  <a:schemeClr val="tx1"/>
                </a:solidFill>
              </a:rPr>
              <a:t> query, query entity and candidate embeddings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0" grpId="0" bldLvl="0" animBg="1"/>
      <p:bldP spid="11" grpId="0" bldLvl="0" animBg="1"/>
      <p:bldP spid="12" grpId="0" bldLvl="0" animBg="1"/>
      <p:bldP spid="12" grpId="1" animBg="1"/>
      <p:bldP spid="13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Sample results</a:t>
            </a:r>
            <a:endParaRPr lang="en-US" b="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4294967295"/>
          </p:nvPr>
        </p:nvGraphicFramePr>
        <p:xfrm>
          <a:off x="2914650" y="864235"/>
          <a:ext cx="63627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512"/>
                <a:gridCol w="1476731"/>
                <a:gridCol w="1457172"/>
                <a:gridCol w="1365428"/>
              </a:tblGrid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46021" marR="460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1-hop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46021" marR="460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2-hop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46021" marR="460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3-hop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46021" marR="460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KVMNet</a:t>
                      </a:r>
                      <a:endParaRPr lang="en-US" sz="2400" dirty="0"/>
                    </a:p>
                  </a:txBody>
                  <a:tcPr marL="46021" marR="460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96.2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46021" marR="460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82.7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46021" marR="460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48.9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46021" marR="460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GraftNet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46021" marR="460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97.0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46021" marR="460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94.8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46021" marR="460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77.7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46021" marR="460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  <a:hlinkClick r:id="rId1"/>
                        </a:rPr>
                        <a:t>PullNet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46021" marR="460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97.0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46021" marR="460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99.9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46021" marR="460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91.4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46021" marR="460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EmbedKGQA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46021" marR="460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97.5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46021" marR="460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98.8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46021" marR="460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94.8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46021" marR="460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74930" y="3224530"/>
            <a:ext cx="12055475" cy="3548380"/>
          </a:xfrm>
        </p:spPr>
        <p:txBody>
          <a:bodyPr>
            <a:normAutofit fontScale="70000"/>
          </a:bodyPr>
          <a:lstStyle/>
          <a:p>
            <a:pPr>
              <a:lnSpc>
                <a:spcPct val="100000"/>
              </a:lnSpc>
            </a:pPr>
            <a:r>
              <a:rPr lang="en-US" dirty="0" err="1">
                <a:hlinkClick r:id="rId2" tooltip="" action="ppaction://hlinkfile"/>
              </a:rPr>
              <a:t>MetaQA</a:t>
            </a:r>
            <a:r>
              <a:rPr lang="en-US" dirty="0"/>
              <a:t> full-KG benchmark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 err="1"/>
              <a:t>PullNet</a:t>
            </a:r>
            <a:r>
              <a:rPr lang="en-US" dirty="0"/>
              <a:t>, </a:t>
            </a:r>
            <a:r>
              <a:rPr lang="en-US" dirty="0" err="1"/>
              <a:t>GraftNet</a:t>
            </a:r>
            <a:r>
              <a:rPr lang="en-US" dirty="0"/>
              <a:t>, more sophisticated graph retrieval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Increasing hop count more difficult for all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 err="1"/>
              <a:t>EmbedKGQA</a:t>
            </a:r>
            <a:r>
              <a:rPr lang="en-US" dirty="0"/>
              <a:t> (likely) wins from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Better knowledge graph embeddings (</a:t>
            </a:r>
            <a:r>
              <a:rPr lang="en-US" dirty="0" err="1"/>
              <a:t>ComplEx</a:t>
            </a:r>
            <a:r>
              <a:rPr lang="en-US" dirty="0"/>
              <a:t>)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Better query representation via </a:t>
            </a:r>
            <a:r>
              <a:rPr lang="en-US" dirty="0" err="1">
                <a:hlinkClick r:id="rId3"/>
              </a:rPr>
              <a:t>RoBERTa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Fewer moving parts, simpler integration, easier training</a:t>
            </a:r>
            <a:endParaRPr lang="en-US" dirty="0"/>
          </a:p>
          <a:p>
            <a:pPr lvl="1">
              <a:lnSpc>
                <a:spcPct val="100000"/>
              </a:lnSpc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Retrieval from KG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sz="4500" dirty="0" err="1">
                <a:solidFill>
                  <a:schemeClr val="bg2">
                    <a:lumMod val="75000"/>
                  </a:schemeClr>
                </a:solidFill>
                <a:sym typeface="+mn-ea"/>
              </a:rPr>
              <a:t>“Differentiable KG”</a:t>
            </a:r>
            <a:endParaRPr lang="en-US" sz="4500" dirty="0" err="1">
              <a:sym typeface="+mn-ea"/>
            </a:endParaRPr>
          </a:p>
          <a:p>
            <a:pPr lvl="0"/>
            <a:r>
              <a:rPr lang="en-US" sz="4500" dirty="0" err="1">
                <a:sym typeface="+mn-ea"/>
              </a:rPr>
              <a:t>Adapter between LM and KG</a:t>
            </a:r>
            <a:endParaRPr lang="en-US" sz="4500" dirty="0" err="1">
              <a:sym typeface="+mn-ea"/>
            </a:endParaRPr>
          </a:p>
          <a:p>
            <a:pPr lvl="1"/>
            <a:r>
              <a:rPr lang="en-US" sz="4050" dirty="0" err="1">
                <a:sym typeface="+mn-ea"/>
                <a:hlinkClick r:id="rId1"/>
              </a:rPr>
              <a:t>KnowBERT</a:t>
            </a:r>
            <a:r>
              <a:rPr lang="en-US" sz="4050" dirty="0" err="1">
                <a:sym typeface="+mn-ea"/>
              </a:rPr>
              <a:t>, </a:t>
            </a:r>
            <a:r>
              <a:rPr lang="en-US" sz="4050" dirty="0" err="1">
                <a:sym typeface="+mn-ea"/>
                <a:hlinkClick r:id="rId2" action="ppaction://hlinkfile"/>
              </a:rPr>
              <a:t>KAdapter</a:t>
            </a:r>
            <a:r>
              <a:rPr lang="en-US" sz="4050" dirty="0" err="1">
                <a:sym typeface="+mn-ea"/>
              </a:rPr>
              <a:t>, </a:t>
            </a:r>
            <a:r>
              <a:rPr lang="en-US" sz="4050" dirty="0" err="1">
                <a:sym typeface="+mn-ea"/>
                <a:hlinkClick r:id="rId3" action="ppaction://hlinkfile"/>
              </a:rPr>
              <a:t>QA-GNN</a:t>
            </a:r>
            <a:endParaRPr lang="en-US" sz="4050" dirty="0">
              <a:sym typeface="+mn-ea"/>
              <a:hlinkClick r:id="rId4"/>
            </a:endParaRPr>
          </a:p>
          <a:p>
            <a:pPr lvl="0"/>
            <a:r>
              <a:rPr lang="en-US" sz="4500" dirty="0">
                <a:solidFill>
                  <a:schemeClr val="bg2">
                    <a:lumMod val="75000"/>
                  </a:schemeClr>
                </a:solidFill>
              </a:rPr>
              <a:t>Transcribe KG to text and fine-tune LM</a:t>
            </a:r>
            <a:endParaRPr lang="en-US" sz="4500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sz="4050" dirty="0">
                <a:solidFill>
                  <a:schemeClr val="bg2">
                    <a:lumMod val="75000"/>
                  </a:schemeClr>
                </a:solidFill>
                <a:sym typeface="+mn-ea"/>
                <a:hlinkClick r:id="rId5"/>
              </a:rPr>
              <a:t>KG-BERT</a:t>
            </a:r>
            <a:r>
              <a:rPr lang="en-US" sz="4050" dirty="0">
                <a:solidFill>
                  <a:schemeClr val="bg2">
                    <a:lumMod val="75000"/>
                  </a:schemeClr>
                </a:solidFill>
                <a:sym typeface="+mn-ea"/>
              </a:rPr>
              <a:t>, </a:t>
            </a:r>
            <a:r>
              <a:rPr lang="en-US" sz="4050" dirty="0">
                <a:solidFill>
                  <a:schemeClr val="bg2">
                    <a:lumMod val="75000"/>
                  </a:schemeClr>
                </a:solidFill>
                <a:sym typeface="+mn-ea"/>
                <a:hlinkClick r:id="rId4"/>
              </a:rPr>
              <a:t>KGLM</a:t>
            </a:r>
            <a:endParaRPr lang="en-US" sz="4050" dirty="0">
              <a:solidFill>
                <a:schemeClr val="bg2">
                  <a:lumMod val="75000"/>
                </a:schemeClr>
              </a:solidFill>
              <a:sym typeface="+mn-ea"/>
              <a:hlinkClick r:id="rId5"/>
            </a:endParaRPr>
          </a:p>
          <a:p>
            <a:pPr marL="0" lvl="1"/>
            <a:r>
              <a:rPr lang="en-US" sz="4500" dirty="0">
                <a:solidFill>
                  <a:schemeClr val="bg2">
                    <a:lumMod val="75000"/>
                  </a:schemeClr>
                </a:solidFill>
              </a:rPr>
              <a:t>Transcribe KG to text at test time</a:t>
            </a:r>
            <a:endParaRPr lang="en-US" sz="4500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sz="4050" dirty="0">
                <a:solidFill>
                  <a:schemeClr val="bg2">
                    <a:lumMod val="75000"/>
                  </a:schemeClr>
                </a:solidFill>
                <a:sym typeface="+mn-ea"/>
                <a:hlinkClick r:id="rId6"/>
              </a:rPr>
              <a:t>KGT5</a:t>
            </a:r>
            <a:r>
              <a:rPr lang="en-US" sz="4050" dirty="0">
                <a:solidFill>
                  <a:schemeClr val="bg2">
                    <a:lumMod val="75000"/>
                  </a:schemeClr>
                </a:solidFill>
                <a:sym typeface="+mn-ea"/>
              </a:rPr>
              <a:t>, </a:t>
            </a:r>
            <a:r>
              <a:rPr lang="en-US" sz="4050" dirty="0">
                <a:solidFill>
                  <a:schemeClr val="bg2">
                    <a:lumMod val="75000"/>
                  </a:schemeClr>
                </a:solidFill>
                <a:sym typeface="+mn-ea"/>
                <a:hlinkClick r:id="rId7" action="ppaction://hlinkfile"/>
              </a:rPr>
              <a:t>KGT5context</a:t>
            </a:r>
            <a:endParaRPr lang="en-US" sz="4050" dirty="0">
              <a:solidFill>
                <a:schemeClr val="bg2">
                  <a:lumMod val="75000"/>
                </a:schemeClr>
              </a:solidFill>
            </a:endParaRPr>
          </a:p>
          <a:p>
            <a:pPr lvl="0"/>
            <a:r>
              <a:rPr lang="en-US" sz="4440" dirty="0">
                <a:solidFill>
                  <a:schemeClr val="bg2">
                    <a:lumMod val="75000"/>
                  </a:schemeClr>
                </a:solidFill>
                <a:sym typeface="+mn-ea"/>
              </a:rPr>
              <a:t>KG completion with/out corpus support</a:t>
            </a:r>
            <a:endParaRPr lang="en-US" sz="4440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sz="4500" dirty="0">
                <a:solidFill>
                  <a:schemeClr val="bg2">
                    <a:lumMod val="75000"/>
                  </a:schemeClr>
                </a:solidFill>
                <a:sym typeface="+mn-ea"/>
                <a:hlinkClick r:id="rId8"/>
              </a:rPr>
              <a:t>IR4KGC</a:t>
            </a:r>
            <a:r>
              <a:rPr lang="en-US" sz="4500" dirty="0">
                <a:solidFill>
                  <a:schemeClr val="bg2">
                    <a:lumMod val="75000"/>
                  </a:schemeClr>
                </a:solidFill>
                <a:sym typeface="+mn-ea"/>
              </a:rPr>
              <a:t>, </a:t>
            </a:r>
            <a:r>
              <a:rPr lang="en-US" sz="4500" dirty="0" err="1">
                <a:solidFill>
                  <a:schemeClr val="bg2">
                    <a:lumMod val="75000"/>
                  </a:schemeClr>
                </a:solidFill>
                <a:sym typeface="+mn-ea"/>
                <a:hlinkClick r:id="rId9"/>
              </a:rPr>
              <a:t>ReSKGC</a:t>
            </a:r>
            <a:endParaRPr lang="en-US" sz="4500" dirty="0" err="1"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KnowBERT</a:t>
            </a:r>
            <a:r>
              <a:rPr lang="en-US" dirty="0"/>
              <a:t> (2019)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― LM adaptation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" y="772160"/>
            <a:ext cx="12033885" cy="58654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KnowBERT details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3200"/>
                  <a:t>Usually,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𝑯</m:t>
                        </m:r>
                      </m:e>
                      <m:sup>
                        <m:d>
                          <m:dPr>
                            <m:ctrlPr>
                              <a:rPr lang="en-US" sz="3200" b="1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dPr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ℓ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+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sz="32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3200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MLP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320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MultiHeadAttn</m:t>
                        </m:r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b="1" i="1">
                                    <a:solidFill>
                                      <a:schemeClr val="bg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𝑸</m:t>
                                </m:r>
                                <m:r>
                                  <a:rPr lang="en-US" sz="3200" b="1" i="1">
                                    <a:solidFill>
                                      <a:schemeClr val="bg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=</m:t>
                                </m:r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𝑯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3200" b="1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1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ℓ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sz="32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b="1" i="1">
                                    <a:solidFill>
                                      <a:schemeClr val="bg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𝑲</m:t>
                                </m:r>
                                <m:r>
                                  <a:rPr lang="en-US" sz="3200" b="1" i="1">
                                    <a:solidFill>
                                      <a:schemeClr val="bg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=</m:t>
                                </m:r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𝑯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3200" b="1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1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ℓ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sz="32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b="1" i="1">
                                    <a:solidFill>
                                      <a:schemeClr val="bg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𝑽</m:t>
                                </m:r>
                                <m:r>
                                  <a:rPr lang="en-US" sz="3200" b="1" i="1">
                                    <a:solidFill>
                                      <a:schemeClr val="bg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=</m:t>
                                </m:r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𝑯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3200" b="1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1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ℓ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en-US" sz="3200" i="1"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𝑯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proj</m:t>
                        </m:r>
                      </m:sub>
                      <m:sup>
                        <m:d>
                          <m:dPr>
                            <m:ctrlPr>
                              <a:rPr lang="en-US" sz="3200" b="1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dPr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ℓ</m:t>
                            </m:r>
                          </m:e>
                        </m:d>
                      </m:sup>
                    </m:sSubSup>
                    <m:r>
                      <a:rPr lang="en-US" sz="32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</m:t>
                    </m:r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𝑯</m:t>
                        </m:r>
                      </m:e>
                      <m:sup>
                        <m:d>
                          <m:dPr>
                            <m:ctrlPr>
                              <a:rPr lang="en-US" sz="3200" b="1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dPr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sSubSup>
                      <m:sSubSupPr>
                        <m:ctrlPr>
                          <a:rPr lang="en-US" sz="32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sz="32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𝑊</m:t>
                        </m:r>
                      </m:e>
                      <m:sub>
                        <m:r>
                          <a:rPr lang="en-US" sz="320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320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proj</m:t>
                        </m:r>
                      </m:sup>
                    </m:sSubSup>
                    <m:r>
                      <a:rPr lang="en-US" sz="32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+</m:t>
                    </m:r>
                    <m:sSubSup>
                      <m:sSubSupPr>
                        <m:ctrlPr>
                          <a:rPr lang="en-US" sz="32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𝒃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320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proj</m:t>
                        </m:r>
                      </m:sup>
                    </m:sSubSup>
                  </m:oMath>
                </a14:m>
                <a:endParaRPr lang="en-US" sz="3200" i="1"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3200"/>
                  <a:t>Named entity spans like ‘Prince’ and “Purple Rain” identified separately</a:t>
                </a:r>
                <a:endParaRPr lang="en-US" sz="3200"/>
              </a:p>
              <a:p>
                <a:pPr lvl="1">
                  <a:lnSpc>
                    <a:spcPct val="100000"/>
                  </a:lnSpc>
                </a:pPr>
                <a:r>
                  <a:rPr lang="en-US" sz="3200"/>
                  <a:t>“Self attentive span pooling” (fix one mention span)</a:t>
                </a:r>
                <a:endParaRPr lang="en-US" sz="3200"/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𝛽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</m:t>
                    </m:r>
                    <m:sSub>
                      <m:sSubPr>
                        <m:ctrlPr>
                          <a:rPr lang="en-US" sz="3200" i="1">
                            <a:effectLst>
                              <a:glow rad="228600">
                                <a:schemeClr val="accent2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3200" b="1" i="1">
                            <a:effectLst>
                              <a:glow rad="228600">
                                <a:schemeClr val="accent2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𝒘</m:t>
                        </m:r>
                      </m:e>
                      <m:sub>
                        <m:r>
                          <a:rPr lang="en-US" sz="3200" i="1">
                            <a:effectLst>
                              <a:glow rad="228600">
                                <a:schemeClr val="accent2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𝛽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∙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𝐹𝐹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𝛽</m:t>
                        </m:r>
                      </m:sub>
                    </m:sSub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32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SupPr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𝑯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3200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proj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bSup>
                        <m:d>
                          <m:dPr>
                            <m:begChr m:val="["/>
                            <m:endChr m:val="]"/>
                            <m:ctrlPr>
                              <a:rPr lang="en-US" sz="3200" b="1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sz="3200" i="1"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𝑎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3200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exp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/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32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naryPr>
                      <m:sub>
                        <m:r>
                          <a:rPr lang="en-US" sz="32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𝑡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’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sz="320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exp</m:t>
                        </m:r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𝑡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’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sz="3200"/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acc>
                      <m:accPr>
                        <m:ctrlPr>
                          <a:rPr lang="en-US" sz="32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𝒉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32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naryPr>
                      <m:sub>
                        <m:r>
                          <a:rPr lang="en-US" sz="32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𝑡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’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𝑡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’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32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SupPr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𝑡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’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bSup>
                      </m:e>
                    </m:nary>
                  </m:oMath>
                </a14:m>
                <a:r>
                  <a:rPr lang="en-US" sz="3200"/>
                  <a:t> </a:t>
                </a:r>
                <a:r>
                  <a:rPr lang="en-US" sz="3200">
                    <a:sym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𝑡</m:t>
                    </m:r>
                    <m:r>
                      <a:rPr lang="en-US" sz="32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’</m:t>
                    </m:r>
                  </m:oMath>
                </a14:m>
                <a:r>
                  <a:rPr lang="en-US" sz="3200">
                    <a:sym typeface="+mn-ea"/>
                  </a:rPr>
                  <a:t> ranges over span tokens)</a:t>
                </a:r>
                <a:endParaRPr lang="en-US" sz="3200">
                  <a:sym typeface="+mn-ea"/>
                </a:endParaRP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𝒔</m:t>
                    </m:r>
                    <m:r>
                      <a:rPr lang="en-US" sz="32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32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32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SupPr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3200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START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bSup>
                        <m:r>
                          <a:rPr lang="en-US" sz="3200" b="1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acc>
                          <m:accPr>
                            <m:ctrlPr>
                              <a:rPr lang="en-US" sz="3200" b="1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accPr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𝒉</m:t>
                            </m:r>
                          </m:e>
                        </m:acc>
                        <m:r>
                          <a:rPr lang="en-US" sz="3200" b="1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32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SupPr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3200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END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bSup>
                      </m:e>
                    </m:d>
                  </m:oMath>
                </a14:m>
                <a:r>
                  <a:rPr lang="en-US" sz="3200"/>
                  <a:t> </a:t>
                </a:r>
                <a14:m>
                  <m:oMath xmlns:m="http://schemas.openxmlformats.org/officeDocument/2006/math">
                    <m:r>
                      <a:rPr lang="en-US" sz="3200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⋯</m:t>
                    </m:r>
                    <m:r>
                      <a:rPr lang="en-US" sz="32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→</m:t>
                    </m:r>
                    <m:r>
                      <a:rPr lang="en-US" sz="3200" b="1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𝑺</m:t>
                    </m:r>
                  </m:oMath>
                </a14:m>
                <a:r>
                  <a:rPr lang="en-US" sz="3200"/>
                  <a:t>, used to ‘link’ entities </a:t>
                </a:r>
                <a:endParaRPr lang="en-US" sz="3200"/>
              </a:p>
            </p:txBody>
          </p:sp>
        </mc:Choice>
        <mc:Fallback>
          <p:sp>
            <p:nvSpPr>
              <p:cNvPr id="3" name="Tex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ular Callout 3"/>
          <p:cNvSpPr/>
          <p:nvPr/>
        </p:nvSpPr>
        <p:spPr>
          <a:xfrm>
            <a:off x="9322435" y="4169410"/>
            <a:ext cx="2779395" cy="1199515"/>
          </a:xfrm>
          <a:prstGeom prst="wedgeRectCallout">
            <a:avLst>
              <a:gd name="adj1" fmla="val -49063"/>
              <a:gd name="adj2" fmla="val 79433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/>
              <a:t>There is some attempt to disambiguate to canonical entities</a:t>
            </a:r>
            <a:endParaRPr lang="en-US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KnowBERT details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0000" lnSpcReduction="2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/>
                  <a:t>Entity linking: assign probability to each entity</a:t>
                </a:r>
                <a:endParaRPr lang="en-US"/>
              </a:p>
              <a:p>
                <a:pPr lvl="1">
                  <a:lnSpc>
                    <a:spcPct val="100000"/>
                  </a:lnSpc>
                </a:pPr>
                <a:r>
                  <a:rPr lang="en-US"/>
                  <a:t>Prior (popularity?) probability</a:t>
                </a:r>
                <a:endParaRPr lang="en-US"/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𝒔</m:t>
                    </m:r>
                    <m:r>
                      <a:rPr lang="en-US" b="1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∙</m:t>
                    </m:r>
                    <m:r>
                      <a:rPr lang="en-US" b="1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𝒆</m:t>
                    </m:r>
                  </m:oMath>
                </a14:m>
                <a:r>
                  <a:rPr lang="en-US"/>
                  <a:t> where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𝒆</m:t>
                    </m:r>
                  </m:oMath>
                </a14:m>
                <a:r>
                  <a:rPr lang="en-US"/>
                  <a:t> is entity embedding (ComplEx etc.)</a:t>
                </a:r>
                <a:endParaRPr lang="en-US"/>
              </a:p>
              <a:p>
                <a:pPr lvl="1">
                  <a:lnSpc>
                    <a:spcPct val="100000"/>
                  </a:lnSpc>
                </a:pPr>
                <a:r>
                  <a:rPr lang="en-US"/>
                  <a:t>Entity score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softmax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MLP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prior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 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𝒔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∙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𝒆</m:t>
                        </m:r>
                      </m:e>
                    </m:d>
                  </m:oMath>
                </a14:m>
                <a:endParaRPr lang="en-US"/>
              </a:p>
              <a:p>
                <a:pPr lvl="0">
                  <a:lnSpc>
                    <a:spcPct val="100000"/>
                  </a:lnSpc>
                </a:pPr>
                <a:r>
                  <a:rPr lang="en-US"/>
                  <a:t>Entity linking supervision can be used here</a:t>
                </a:r>
                <a:endParaRPr lang="en-US"/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𝒆</m:t>
                        </m:r>
                      </m:e>
                    </m:acc>
                  </m:oMath>
                </a14:m>
                <a:r>
                  <a:rPr lang="en-US"/>
                  <a:t> = score-weighted average of entity vectors</a:t>
                </a:r>
                <a:endParaRPr lang="en-US"/>
              </a:p>
              <a:p>
                <a:pPr lvl="0">
                  <a:lnSpc>
                    <a:spcPct val="100000"/>
                  </a:lnSpc>
                </a:pPr>
                <a:r>
                  <a:rPr lang="en-US"/>
                  <a:t>Patched span embedding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𝒔</m:t>
                    </m:r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’=</m:t>
                    </m:r>
                    <m:r>
                      <a:rPr lang="en-US" b="1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𝒔</m:t>
                    </m:r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+</m:t>
                    </m:r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𝒆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 ⋯→</m:t>
                    </m:r>
                    <m:r>
                      <a:rPr lang="en-US" b="1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𝑺</m:t>
                    </m:r>
                    <m:r>
                      <a:rPr lang="en-US" b="1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’</m:t>
                    </m:r>
                  </m:oMath>
                </a14:m>
                <a:endParaRPr lang="en-US" b="1" i="1"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pPr lvl="0">
                  <a:lnSpc>
                    <a:spcPct val="100000"/>
                  </a:lnSpc>
                </a:pPr>
                <a:r>
                  <a:rPr lang="en-US"/>
                  <a:t>Recontextualization (damage control?)</a:t>
                </a:r>
                <a:endParaRPr lang="en-US"/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𝑯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proj</m:t>
                        </m:r>
                      </m:sub>
                      <m:sup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ℓ</m:t>
                            </m:r>
                          </m:e>
                        </m:d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𝑀𝐿𝑃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MultiHeadAttn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𝑯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proj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ℓ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,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𝑺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’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,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𝑺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’</m:t>
                            </m:r>
                          </m:e>
                        </m:d>
                      </m:e>
                    </m:d>
                  </m:oMath>
                </a14:m>
                <a:endParaRPr lang="en-US" i="1"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𝑯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’</m:t>
                        </m:r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𝑯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proj</m:t>
                        </m:r>
                      </m:sub>
                      <m:sup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ℓ</m:t>
                            </m:r>
                          </m:e>
                        </m:d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𝑊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proj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proj</m:t>
                        </m:r>
                      </m:sup>
                    </m:sSubSup>
                    <m:r>
                      <a:rPr lang="en-US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𝑯</m:t>
                        </m:r>
                      </m:e>
                      <m:sup>
                        <m:d>
                          <m:dPr>
                            <m:ctrlPr>
                              <a:rPr lang="en-US" b="1" i="1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ℓ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/>
                  <a:t>  (allow skip)</a:t>
                </a:r>
                <a:endParaRPr lang="en-US"/>
              </a:p>
            </p:txBody>
          </p:sp>
        </mc:Choice>
        <mc:Fallback>
          <p:sp>
            <p:nvSpPr>
              <p:cNvPr id="3" name="Tex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1"/>
                <a:stretch>
                  <a:fillRect t="-44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hlinkClick r:id="rId1" action="ppaction://hlinkfile"/>
              </a:rPr>
              <a:t>QA-GNN</a:t>
            </a:r>
            <a:r>
              <a:rPr lang="en-US"/>
              <a:t> (2021)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4"/>
          </p:nvPr>
        </p:nvSpPr>
        <p:spPr>
          <a:xfrm>
            <a:off x="5524500" y="889635"/>
            <a:ext cx="6577330" cy="5863590"/>
          </a:xfrm>
        </p:spPr>
        <p:txBody>
          <a:bodyPr/>
          <a:p>
            <a:r>
              <a:rPr lang="en-US"/>
              <a:t>MCQ style KG-QA</a:t>
            </a:r>
            <a:endParaRPr lang="en-US"/>
          </a:p>
          <a:p>
            <a:r>
              <a:rPr lang="en-US"/>
              <a:t>Question retrieves KG</a:t>
            </a:r>
            <a:endParaRPr lang="en-US"/>
          </a:p>
          <a:p>
            <a:r>
              <a:rPr lang="en-US"/>
              <a:t>Question is also a node</a:t>
            </a:r>
            <a:endParaRPr lang="en-US"/>
          </a:p>
          <a:p>
            <a:r>
              <a:rPr lang="en-US"/>
              <a:t>Each answer node attached in turn</a:t>
            </a:r>
            <a:endParaRPr lang="en-US"/>
          </a:p>
          <a:p>
            <a:r>
              <a:rPr lang="en-US"/>
              <a:t>Resulting graph processed by a GNN (TODO)</a:t>
            </a:r>
            <a:endParaRPr lang="en-US"/>
          </a:p>
          <a:p>
            <a:r>
              <a:rPr lang="en-US"/>
              <a:t>Combined with question encoding and scored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" y="858520"/>
            <a:ext cx="5449570" cy="58375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84455" y="85725"/>
          <a:ext cx="12037695" cy="6694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KGLM (2023)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4930" y="913130"/>
            <a:ext cx="6042660" cy="5859780"/>
          </a:xfrm>
        </p:spPr>
        <p:txBody>
          <a:bodyPr>
            <a:normAutofit lnSpcReduction="10000"/>
          </a:bodyPr>
          <a:lstStyle/>
          <a:p>
            <a:r>
              <a:rPr lang="en-US" altLang="en-IN"/>
              <a:t>Continued pretraining (of RoBERTa)</a:t>
            </a:r>
            <a:endParaRPr lang="en-US" altLang="en-IN"/>
          </a:p>
          <a:p>
            <a:r>
              <a:rPr lang="en-US" altLang="en-IN"/>
              <a:t>Textified KG edges</a:t>
            </a:r>
            <a:endParaRPr lang="en-US" altLang="en-IN"/>
          </a:p>
          <a:p>
            <a:pPr lvl="1"/>
            <a:r>
              <a:rPr lang="en-US" altLang="en-IN" sz="3600"/>
              <a:t>Additional overlay beyond position embeddings</a:t>
            </a:r>
            <a:endParaRPr lang="en-US" altLang="en-IN" sz="3600"/>
          </a:p>
          <a:p>
            <a:pPr lvl="0"/>
            <a:r>
              <a:rPr lang="en-US" altLang="en-IN"/>
              <a:t>Sometimes improves on ComplEx for KG completion</a:t>
            </a:r>
            <a:endParaRPr lang="en-US" altLang="en-IN"/>
          </a:p>
          <a:p>
            <a:pPr lvl="1"/>
            <a:r>
              <a:rPr lang="en-US" altLang="en-IN" sz="3600"/>
              <a:t>Not surprising, has more information</a:t>
            </a:r>
            <a:endParaRPr lang="en-US" alt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0030" y="912495"/>
            <a:ext cx="5540375" cy="290639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665" y="3908425"/>
            <a:ext cx="5539740" cy="286448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85255" y="6134735"/>
            <a:ext cx="5541010" cy="629285"/>
          </a:xfrm>
          <a:prstGeom prst="roundRect">
            <a:avLst/>
          </a:prstGeom>
          <a:noFill/>
          <a:ln w="5080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  <a:hlinkClick r:id="rId1" action="ppaction://hlinkfile"/>
              </a:rPr>
              <a:t>KG-BERT</a:t>
            </a:r>
            <a:r>
              <a:rPr lang="en-US" dirty="0">
                <a:sym typeface="+mn-ea"/>
              </a:rPr>
              <a:t> (2019)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/>
                  <a:t>BERT pretrained with masked word and next sentence prediction</a:t>
                </a:r>
                <a:endParaRPr lang="en-US"/>
              </a:p>
              <a:p>
                <a:r>
                  <a:rPr lang="en-US"/>
                  <a:t>Masking multi-token entities and relations may benefit from some care</a:t>
                </a:r>
                <a:endParaRPr lang="en-US"/>
              </a:p>
              <a:p>
                <a:r>
                  <a:rPr lang="en-US"/>
                  <a:t>Fine tune with two forms of “KG masking”</a:t>
                </a:r>
                <a:endParaRPr lang="en-US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𝑜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→±</m:t>
                    </m:r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1</m:t>
                    </m:r>
                  </m:oMath>
                </a14:m>
                <a:r>
                  <a:rPr lang="en-US"/>
                  <a:t> (claim/fact confidence prediction)</a:t>
                </a:r>
                <a:endParaRPr lang="en-US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𝑜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𝑟</m:t>
                    </m:r>
                  </m:oMath>
                </a14:m>
                <a:r>
                  <a:rPr lang="en-US"/>
                  <a:t> (relation prediction)</a:t>
                </a:r>
                <a:endParaRPr lang="en-US"/>
              </a:p>
            </p:txBody>
          </p:sp>
        </mc:Choice>
        <mc:Fallback>
          <p:sp>
            <p:nvSpPr>
              <p:cNvPr id="3" name="Tex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1" action="ppaction://hlinkfile"/>
              </a:rPr>
              <a:t>KG-BERT</a:t>
            </a:r>
            <a:r>
              <a:rPr lang="en-US" dirty="0"/>
              <a:t> (2019)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310515" y="4088765"/>
                <a:ext cx="11570970" cy="2663825"/>
              </a:xfrm>
            </p:spPr>
            <p:txBody>
              <a:bodyPr>
                <a:normAutofit fontScale="75000" lnSpcReduction="20000"/>
              </a:bodyPr>
              <a:lstStyle/>
              <a:p>
                <a:r>
                  <a:rPr lang="en-US" dirty="0"/>
                  <a:t>Probe BERT with 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to get a confidence score</a:t>
                </a:r>
                <a:endParaRPr lang="en-IN" dirty="0"/>
              </a:p>
              <a:p>
                <a:pPr lvl="2"/>
                <a:r>
                  <a:rPr lang="en-IN" dirty="0"/>
                  <a:t>Can be used to enumerate and score all candidates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IN" dirty="0"/>
                  <a:t> given query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,?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and vice versa</a:t>
                </a:r>
                <a:endParaRPr lang="en-IN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,?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to get (canonical) relation label (ordering)</a:t>
                </a:r>
                <a:endParaRPr lang="en-US" dirty="0"/>
              </a:p>
              <a:p>
                <a:pPr lvl="2">
                  <a:lnSpc>
                    <a:spcPct val="100000"/>
                  </a:lnSpc>
                </a:pPr>
                <a:r>
                  <a:rPr lang="en-US" dirty="0"/>
                  <a:t>Not clear why handled separately</a:t>
                </a:r>
                <a:endParaRPr lang="en-US" dirty="0"/>
              </a:p>
              <a:p>
                <a:r>
                  <a:rPr lang="en-IN" dirty="0"/>
                  <a:t>Test of what relations LM learned by rote from pretraining corpus</a:t>
                </a:r>
                <a:endParaRPr lang="en-IN" dirty="0"/>
              </a:p>
            </p:txBody>
          </p:sp>
        </mc:Choice>
        <mc:Fallback>
          <p:sp>
            <p:nvSpPr>
              <p:cNvPr id="5" name="Content Placeholder 4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0515" y="4088765"/>
                <a:ext cx="11570970" cy="2663825"/>
              </a:xfrm>
              <a:blipFill rotWithShape="1">
                <a:blip r:embed="rId2"/>
                <a:stretch>
                  <a:fillRect t="-197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61" y="844061"/>
            <a:ext cx="5347688" cy="311681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865278"/>
            <a:ext cx="3794313" cy="3095593"/>
          </a:xfrm>
          <a:prstGeom prst="rect">
            <a:avLst/>
          </a:prstGeom>
        </p:spPr>
      </p:pic>
      <p:sp>
        <p:nvSpPr>
          <p:cNvPr id="10" name="Rectangle: Rounded Corners 9"/>
          <p:cNvSpPr/>
          <p:nvPr/>
        </p:nvSpPr>
        <p:spPr>
          <a:xfrm>
            <a:off x="10173335" y="1163320"/>
            <a:ext cx="1707515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All inputs are textualized</a:t>
            </a:r>
            <a:endParaRPr lang="en-US" sz="2000" dirty="0"/>
          </a:p>
        </p:txBody>
      </p:sp>
      <p:sp>
        <p:nvSpPr>
          <p:cNvPr id="11" name="Rectangle: Rounded Corners 10"/>
          <p:cNvSpPr/>
          <p:nvPr/>
        </p:nvSpPr>
        <p:spPr>
          <a:xfrm>
            <a:off x="10172700" y="2729752"/>
            <a:ext cx="1708638" cy="157330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HITS@10 worse than </a:t>
            </a:r>
            <a:r>
              <a:rPr lang="en-US" sz="2000" dirty="0">
                <a:solidFill>
                  <a:srgbClr val="0563C1"/>
                </a:solidFill>
                <a:hlinkClick r:id="rId5"/>
              </a:rPr>
              <a:t>ComplExN3</a:t>
            </a:r>
            <a:r>
              <a:rPr lang="en-US" sz="2000" dirty="0">
                <a:solidFill>
                  <a:schemeClr val="tx1"/>
                </a:solidFill>
                <a:hlinkClick r:id="rId5"/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SOTA</a:t>
            </a:r>
            <a:endParaRPr lang="en-US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" name="Ink 1"/>
              <p14:cNvContentPartPr/>
              <p14:nvPr/>
            </p14:nvContentPartPr>
            <p14:xfrm>
              <a:off x="291600" y="487800"/>
              <a:ext cx="9527760" cy="2821680"/>
            </p14:xfrm>
          </p:contentPart>
        </mc:Choice>
        <mc:Fallback xmlns="">
          <p:pic>
            <p:nvPicPr>
              <p:cNvPr id="2" name="Ink 1"/>
            </p:nvPicPr>
            <p:blipFill>
              <a:blip r:embed="rId7"/>
            </p:blipFill>
            <p:spPr>
              <a:xfrm>
                <a:off x="291600" y="487800"/>
                <a:ext cx="9527760" cy="282168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84455" y="85725"/>
          <a:ext cx="12037695" cy="6694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1" action="ppaction://hlinkfile"/>
              </a:rPr>
              <a:t>KGT5</a:t>
            </a:r>
            <a:r>
              <a:rPr lang="en-US" dirty="0"/>
              <a:t> (2022) and </a:t>
            </a:r>
            <a:r>
              <a:rPr lang="en-US" dirty="0">
                <a:hlinkClick r:id="rId2" action="ppaction://hlinkfile"/>
              </a:rPr>
              <a:t>KGT5context</a:t>
            </a:r>
            <a:r>
              <a:rPr lang="en-US" dirty="0"/>
              <a:t> (2023)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4930" y="5323840"/>
            <a:ext cx="12055475" cy="1449070"/>
          </a:xfrm>
        </p:spPr>
        <p:txBody>
          <a:bodyPr/>
          <a:lstStyle/>
          <a:p>
            <a:r>
              <a:rPr lang="en-US" altLang="en-IN"/>
              <a:t>But there is </a:t>
            </a:r>
            <a:r>
              <a:rPr lang="en-US" altLang="en-IN">
                <a:hlinkClick r:id="rId3" action="ppaction://hlinkfile"/>
              </a:rPr>
              <a:t>one more signal</a:t>
            </a:r>
            <a:r>
              <a:rPr lang="en-US" altLang="en-IN"/>
              <a:t> to exploit</a:t>
            </a:r>
            <a:endParaRPr lang="en-US" altLang="en-IN"/>
          </a:p>
          <a:p>
            <a:pPr lvl="1"/>
            <a:r>
              <a:rPr lang="en-US" altLang="en-IN"/>
              <a:t>Additional examples of test relation (genre)</a:t>
            </a:r>
            <a:endParaRPr lang="en-US" alt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35" y="846455"/>
            <a:ext cx="11555730" cy="44126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3" name="Ink 2"/>
              <p14:cNvContentPartPr/>
              <p14:nvPr/>
            </p14:nvContentPartPr>
            <p14:xfrm>
              <a:off x="10067040" y="178560"/>
              <a:ext cx="1868400" cy="414000"/>
            </p14:xfrm>
          </p:contentPart>
        </mc:Choice>
        <mc:Fallback xmlns="">
          <p:pic>
            <p:nvPicPr>
              <p:cNvPr id="3" name="Ink 2"/>
            </p:nvPicPr>
            <p:blipFill>
              <a:blip r:embed="rId6"/>
            </p:blipFill>
            <p:spPr>
              <a:xfrm>
                <a:off x="10067040" y="178560"/>
                <a:ext cx="1868400" cy="4140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hlinkClick r:id="rId1" action="ppaction://hlinkfile"/>
              </a:rPr>
              <a:t>Reasoning on Graphs</a:t>
            </a:r>
            <a:r>
              <a:rPr lang="en-US"/>
              <a:t> (2024)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930" y="4699000"/>
            <a:ext cx="12055475" cy="2073910"/>
          </a:xfrm>
        </p:spPr>
        <p:txBody>
          <a:bodyPr/>
          <a:lstStyle/>
          <a:p>
            <a:r>
              <a:rPr lang="en-US"/>
              <a:t>Two ways KG can assist LM-based QA</a:t>
            </a:r>
            <a:endParaRPr lang="en-US"/>
          </a:p>
          <a:p>
            <a:pPr lvl="1"/>
            <a:r>
              <a:rPr lang="en-US"/>
              <a:t>Supplement knowledge</a:t>
            </a:r>
            <a:endParaRPr lang="en-US"/>
          </a:p>
          <a:p>
            <a:pPr lvl="1"/>
            <a:r>
              <a:rPr lang="en-US"/>
              <a:t>Prevent hallucination with path guidance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912495"/>
            <a:ext cx="10735310" cy="34080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5" name="Ink 4"/>
              <p14:cNvContentPartPr/>
              <p14:nvPr/>
            </p14:nvContentPartPr>
            <p14:xfrm>
              <a:off x="7545960" y="1123200"/>
              <a:ext cx="4337280" cy="5221440"/>
            </p14:xfrm>
          </p:contentPart>
        </mc:Choice>
        <mc:Fallback xmlns="">
          <p:pic>
            <p:nvPicPr>
              <p:cNvPr id="5" name="Ink 4"/>
            </p:nvPicPr>
            <p:blipFill>
              <a:blip r:embed="rId4"/>
            </p:blipFill>
            <p:spPr>
              <a:xfrm>
                <a:off x="7545960" y="1123200"/>
                <a:ext cx="4337280" cy="522144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RoG mechanism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605" y="912495"/>
            <a:ext cx="10384790" cy="589661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RoG steps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Planning</a:t>
            </a:r>
            <a:endParaRPr lang="en-US"/>
          </a:p>
          <a:p>
            <a:pPr lvl="1"/>
            <a:r>
              <a:rPr lang="en-US"/>
              <a:t>Select subset of (short) relation type paths, given the question</a:t>
            </a:r>
            <a:endParaRPr lang="en-US"/>
          </a:p>
          <a:p>
            <a:r>
              <a:rPr lang="en-US"/>
              <a:t>Retrieval</a:t>
            </a:r>
            <a:endParaRPr lang="en-US"/>
          </a:p>
          <a:p>
            <a:pPr lvl="1"/>
            <a:r>
              <a:rPr lang="en-US"/>
              <a:t>Expand from anchor nodes, using paths that match the path patterns, thus collecting subgraph</a:t>
            </a:r>
            <a:endParaRPr lang="en-US"/>
          </a:p>
          <a:p>
            <a:r>
              <a:rPr lang="en-US"/>
              <a:t>Reasoning</a:t>
            </a:r>
            <a:endParaRPr lang="en-US"/>
          </a:p>
          <a:p>
            <a:pPr lvl="1"/>
            <a:r>
              <a:rPr lang="en-US"/>
              <a:t>Textify retrieved subgraph, then depend on LLM magic to reason and generate answer</a:t>
            </a:r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708" y="717001"/>
            <a:ext cx="8795415" cy="61409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KG-</a:t>
            </a:r>
            <a:r>
              <a:rPr lang="en-US" dirty="0" err="1">
                <a:hlinkClick r:id="rId2"/>
              </a:rPr>
              <a:t>FiD</a:t>
            </a:r>
            <a:r>
              <a:rPr lang="en-US" dirty="0" err="1"/>
              <a:t> (2021)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" name="Ink 2"/>
              <p14:cNvContentPartPr/>
              <p14:nvPr/>
            </p14:nvContentPartPr>
            <p14:xfrm>
              <a:off x="191160" y="95760"/>
              <a:ext cx="11377800" cy="6949800"/>
            </p14:xfrm>
          </p:contentPart>
        </mc:Choice>
        <mc:Fallback xmlns="">
          <p:pic>
            <p:nvPicPr>
              <p:cNvPr id="3" name="Ink 2"/>
            </p:nvPicPr>
            <p:blipFill>
              <a:blip r:embed="rId4"/>
            </p:blipFill>
            <p:spPr>
              <a:xfrm>
                <a:off x="191160" y="95760"/>
                <a:ext cx="11377800" cy="69498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KG-</a:t>
            </a:r>
            <a:r>
              <a:rPr lang="en-US" dirty="0" err="1"/>
              <a:t>FiD</a:t>
            </a:r>
            <a:r>
              <a:rPr lang="en-US" dirty="0"/>
              <a:t> details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DPR fetches initial doc subset, each doc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 is a </a:t>
                </a:r>
                <a:r>
                  <a:rPr lang="en-US" dirty="0">
                    <a:effectLst>
                      <a:glow rad="228600">
                        <a:schemeClr val="accent4">
                          <a:satMod val="175000"/>
                          <a:alpha val="40000"/>
                        </a:schemeClr>
                      </a:glow>
                    </a:effectLst>
                  </a:rPr>
                  <a:t>node</a:t>
                </a:r>
                <a:endParaRPr lang="en-US" dirty="0">
                  <a:effectLst>
                    <a:glow rad="228600">
                      <a:schemeClr val="accent4">
                        <a:satMod val="175000"/>
                        <a:alpha val="40000"/>
                      </a:schemeClr>
                    </a:glow>
                  </a:effectLst>
                </a:endParaRPr>
              </a:p>
              <a:p>
                <a:pPr lvl="1"/>
                <a:r>
                  <a:rPr lang="en-US" dirty="0"/>
                  <a:t>DPR uses question embedding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en-US" b="1" dirty="0"/>
              </a:p>
              <a:p>
                <a:r>
                  <a:rPr lang="en-US" dirty="0"/>
                  <a:t>Build a </a:t>
                </a:r>
                <a:r>
                  <a:rPr lang="en-US" dirty="0">
                    <a:effectLst>
                      <a:glow rad="228600">
                        <a:schemeClr val="accent4">
                          <a:satMod val="175000"/>
                          <a:alpha val="40000"/>
                        </a:schemeClr>
                      </a:glow>
                    </a:effectLst>
                  </a:rPr>
                  <a:t>graph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between these nodes</a:t>
                </a:r>
                <a:endParaRPr lang="en-US" dirty="0"/>
              </a:p>
              <a:p>
                <a:pPr lvl="1"/>
                <a:r>
                  <a:rPr lang="en-US" dirty="0"/>
                  <a:t>Depends on 1-1 correspondence between DPR corpus and KG</a:t>
                </a:r>
                <a:endParaRPr lang="en-US" dirty="0"/>
              </a:p>
              <a:p>
                <a:r>
                  <a:rPr lang="en-IN" dirty="0"/>
                  <a:t>Stage-1 reranking: Apply </a:t>
                </a:r>
                <a:r>
                  <a:rPr lang="en-IN" dirty="0">
                    <a:hlinkClick r:id="rId1"/>
                  </a:rPr>
                  <a:t>graph attention network (GAT)</a:t>
                </a:r>
                <a:r>
                  <a:rPr lang="en-IN" dirty="0"/>
                  <a:t>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IN" dirty="0"/>
              </a:p>
              <a:p>
                <a:pPr lvl="1"/>
                <a:r>
                  <a:rPr lang="en-IN" dirty="0"/>
                  <a:t>First-layer node vectors are from DPR (</a:t>
                </a:r>
                <a:r>
                  <a:rPr lang="en-IN" dirty="0">
                    <a:effectLst>
                      <a:glow rad="228600">
                        <a:schemeClr val="accent4">
                          <a:satMod val="175000"/>
                          <a:alpha val="40000"/>
                        </a:schemeClr>
                      </a:glow>
                    </a:effectLst>
                  </a:rPr>
                  <a:t>independent</a:t>
                </a:r>
                <a:r>
                  <a:rPr lang="en-IN" dirty="0"/>
                  <a:t>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IN" dirty="0"/>
                  <a:t>)</a:t>
                </a:r>
                <a:endParaRPr lang="en-IN" dirty="0"/>
              </a:p>
              <a:p>
                <a:pPr lvl="1"/>
                <a:r>
                  <a:rPr lang="en-IN" dirty="0"/>
                  <a:t>Last-layer node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lang="en-IN" dirty="0"/>
              </a:p>
              <a:p>
                <a:pPr lvl="1"/>
                <a:r>
                  <a:rPr lang="en-IN" dirty="0">
                    <a:effectLst>
                      <a:glow rad="228600">
                        <a:schemeClr val="accent4">
                          <a:satMod val="175000"/>
                          <a:alpha val="40000"/>
                        </a:schemeClr>
                      </a:glow>
                    </a:effectLst>
                  </a:rPr>
                  <a:t>Sort nodes</a:t>
                </a:r>
                <a:r>
                  <a:rPr lang="en-IN" dirty="0"/>
                  <a:t> by decreasing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IN" dirty="0"/>
                  <a:t> and retain top nodes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:endParaRPr lang="en-IN" dirty="0"/>
              </a:p>
              <a:p>
                <a:pPr lvl="1"/>
                <a:r>
                  <a:rPr lang="en-IN" dirty="0"/>
                  <a:t>GAT trained by retention of gold answer node</a:t>
                </a:r>
                <a:endParaRPr lang="en-IN" dirty="0"/>
              </a:p>
              <a:p>
                <a:r>
                  <a:rPr lang="en-IN" dirty="0"/>
                  <a:t>Stage-2 reranking: Now use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IN" dirty="0"/>
                  <a:t>-</a:t>
                </a:r>
                <a:r>
                  <a:rPr lang="en-IN" dirty="0">
                    <a:effectLst>
                      <a:glow rad="228600">
                        <a:schemeClr val="accent4">
                          <a:satMod val="175000"/>
                          <a:alpha val="40000"/>
                        </a:schemeClr>
                      </a:glow>
                    </a:effectLst>
                  </a:rPr>
                  <a:t>contextualized</a:t>
                </a:r>
                <a:r>
                  <a:rPr lang="en-IN" dirty="0"/>
                  <a:t> first-layer node embeddings</a:t>
                </a:r>
                <a:endParaRPr lang="en-IN" dirty="0"/>
              </a:p>
              <a:p>
                <a:pPr lvl="1"/>
                <a:r>
                  <a:rPr lang="en-IN" dirty="0"/>
                  <a:t>As computed by </a:t>
                </a:r>
                <a:r>
                  <a:rPr lang="en-IN" dirty="0" err="1"/>
                  <a:t>FiD</a:t>
                </a:r>
                <a:r>
                  <a:rPr lang="en-IN" dirty="0"/>
                  <a:t> encoder (smaller number of nodes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)</a:t>
                </a:r>
                <a:endParaRPr lang="en-IN" dirty="0"/>
              </a:p>
              <a:p>
                <a:pPr lvl="1"/>
                <a:r>
                  <a:rPr lang="en-IN" dirty="0"/>
                  <a:t>Same GAT-based pruning protocol as in stage-1</a:t>
                </a:r>
                <a:endParaRPr lang="en-IN" dirty="0"/>
              </a:p>
              <a:p>
                <a:r>
                  <a:rPr lang="en-IN" dirty="0"/>
                  <a:t>Decode survivors as in </a:t>
                </a:r>
                <a:r>
                  <a:rPr lang="en-IN" dirty="0" err="1"/>
                  <a:t>FiD</a:t>
                </a:r>
                <a:r>
                  <a:rPr lang="en-IN" dirty="0"/>
                  <a:t> using T5</a:t>
                </a:r>
                <a:endParaRPr lang="en-IN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7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324" y="115154"/>
            <a:ext cx="11307763" cy="1325562"/>
          </a:xfrm>
        </p:spPr>
        <p:txBody>
          <a:bodyPr/>
          <a:lstStyle/>
          <a:p>
            <a:r>
              <a:rPr lang="en-US" dirty="0"/>
              <a:t>Graph RAG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538866" y="1746354"/>
            <a:ext cx="4512039" cy="3327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b="62714"/>
          <a:stretch>
            <a:fillRect/>
          </a:stretch>
        </p:blipFill>
        <p:spPr>
          <a:xfrm>
            <a:off x="819476" y="1301938"/>
            <a:ext cx="10551460" cy="22539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t="68088"/>
          <a:stretch>
            <a:fillRect/>
          </a:stretch>
        </p:blipFill>
        <p:spPr>
          <a:xfrm>
            <a:off x="819476" y="3488601"/>
            <a:ext cx="10551600" cy="1929084"/>
          </a:xfrm>
          <a:prstGeom prst="rect">
            <a:avLst/>
          </a:prstGeom>
        </p:spPr>
      </p:pic>
      <p:sp>
        <p:nvSpPr>
          <p:cNvPr id="3" name="TextBox 10"/>
          <p:cNvSpPr txBox="1"/>
          <p:nvPr/>
        </p:nvSpPr>
        <p:spPr>
          <a:xfrm>
            <a:off x="0" y="6588760"/>
            <a:ext cx="6936740" cy="269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5" dirty="0"/>
              <a:t>source</a:t>
            </a:r>
            <a:r>
              <a:rPr lang="en-US" sz="1155" dirty="0">
                <a:hlinkClick r:id="rId2"/>
              </a:rPr>
              <a:t>: </a:t>
            </a:r>
            <a:r>
              <a:rPr lang="en-US" sz="1155" dirty="0" err="1">
                <a:hlinkClick r:id="rId2"/>
              </a:rPr>
              <a:t>HippoRAG</a:t>
            </a:r>
            <a:r>
              <a:rPr lang="en-US" sz="1155" dirty="0">
                <a:hlinkClick r:id="rId2"/>
              </a:rPr>
              <a:t>: Neurobiologically Inspired Long-Term Memory for Large Language Models</a:t>
            </a:r>
            <a:endParaRPr lang="en-US" sz="115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324" y="115154"/>
            <a:ext cx="11307763" cy="1325562"/>
          </a:xfrm>
        </p:spPr>
        <p:txBody>
          <a:bodyPr/>
          <a:lstStyle/>
          <a:p>
            <a:r>
              <a:rPr lang="en-US" dirty="0"/>
              <a:t>Hippo RAG – Offline Indexing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538866" y="1746354"/>
            <a:ext cx="4512039" cy="3327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b="45195"/>
          <a:stretch>
            <a:fillRect/>
          </a:stretch>
        </p:blipFill>
        <p:spPr>
          <a:xfrm>
            <a:off x="266524" y="1609787"/>
            <a:ext cx="11482563" cy="1994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5437" y="3873869"/>
            <a:ext cx="3539006" cy="1462000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1. </a:t>
            </a:r>
            <a:r>
              <a:rPr lang="en-US" dirty="0" err="1"/>
              <a:t>OpenIE</a:t>
            </a:r>
            <a:r>
              <a:rPr lang="en-US" dirty="0"/>
              <a:t> - Extract noun phrases &amp; relations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325702" y="3873869"/>
            <a:ext cx="3539006" cy="1477327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2. Add Synonymy relations: Encode noun phrases via  encoder &amp; join similar nodes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281402" y="3858541"/>
            <a:ext cx="3539006" cy="1477328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3. Store node embeddings</a:t>
            </a:r>
            <a:endParaRPr lang="en-US" dirty="0"/>
          </a:p>
          <a:p>
            <a:r>
              <a:rPr lang="en-US" dirty="0"/>
              <a:t>4 . Store KG</a:t>
            </a:r>
            <a:endParaRPr lang="en-US" dirty="0"/>
          </a:p>
          <a:p>
            <a:r>
              <a:rPr lang="en-US" dirty="0"/>
              <a:t>5.  Store noun-phrase </a:t>
            </a:r>
            <a:r>
              <a:rPr lang="en-US" dirty="0">
                <a:sym typeface="Wingdings" panose="05000000000000000000" pitchFamily="2" charset="2"/>
              </a:rPr>
              <a:t> Passage id mapping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080962" y="1440716"/>
            <a:ext cx="2985968" cy="5091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KG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99598" y="1423516"/>
            <a:ext cx="6925877" cy="2314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11137" y="3603812"/>
            <a:ext cx="7614338" cy="2314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0" y="6588760"/>
            <a:ext cx="6936740" cy="269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5" dirty="0"/>
              <a:t>source</a:t>
            </a:r>
            <a:r>
              <a:rPr lang="en-US" sz="1155" dirty="0">
                <a:hlinkClick r:id="rId2"/>
              </a:rPr>
              <a:t>: </a:t>
            </a:r>
            <a:r>
              <a:rPr lang="en-US" sz="1155" dirty="0" err="1">
                <a:hlinkClick r:id="rId2"/>
              </a:rPr>
              <a:t>HippoRAG</a:t>
            </a:r>
            <a:r>
              <a:rPr lang="en-US" sz="1155" dirty="0">
                <a:hlinkClick r:id="rId2"/>
              </a:rPr>
              <a:t>: Neurobiologically Inspired Long-Term Memory for Large Language Models</a:t>
            </a:r>
            <a:endParaRPr lang="en-US" sz="115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324" y="115154"/>
            <a:ext cx="11307763" cy="1325562"/>
          </a:xfrm>
        </p:spPr>
        <p:txBody>
          <a:bodyPr/>
          <a:lstStyle/>
          <a:p>
            <a:r>
              <a:rPr lang="en-US" dirty="0"/>
              <a:t>Hippo RAG – Offline Indexing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538866" y="1746354"/>
            <a:ext cx="4512039" cy="3327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b="45195"/>
          <a:stretch>
            <a:fillRect/>
          </a:stretch>
        </p:blipFill>
        <p:spPr>
          <a:xfrm>
            <a:off x="266524" y="1609787"/>
            <a:ext cx="11482563" cy="1994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5437" y="3873869"/>
            <a:ext cx="3539006" cy="1462000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1. </a:t>
            </a:r>
            <a:r>
              <a:rPr lang="en-US" dirty="0" err="1"/>
              <a:t>OpenIE</a:t>
            </a:r>
            <a:r>
              <a:rPr lang="en-US" dirty="0"/>
              <a:t> - Extract noun phrases &amp; relations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325702" y="3873869"/>
            <a:ext cx="3539006" cy="1477327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2. Add Synonymy relations: Encode noun phrases via  encoder &amp; join similar nodes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281402" y="3858541"/>
            <a:ext cx="3539006" cy="1477328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3. Store node embeddings</a:t>
            </a:r>
            <a:endParaRPr lang="en-US" dirty="0"/>
          </a:p>
          <a:p>
            <a:r>
              <a:rPr lang="en-US" dirty="0"/>
              <a:t>4 . Store KG</a:t>
            </a:r>
            <a:endParaRPr lang="en-US" dirty="0"/>
          </a:p>
          <a:p>
            <a:r>
              <a:rPr lang="en-US" dirty="0"/>
              <a:t>5.  Store noun-phrase </a:t>
            </a:r>
            <a:r>
              <a:rPr lang="en-US" dirty="0">
                <a:sym typeface="Wingdings" panose="05000000000000000000" pitchFamily="2" charset="2"/>
              </a:rPr>
              <a:t> Passage id mapping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080962" y="1440716"/>
            <a:ext cx="2985968" cy="5091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KG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974106" y="1423516"/>
            <a:ext cx="3951369" cy="2314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080961" y="3603812"/>
            <a:ext cx="3844513" cy="2314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0" y="6588760"/>
            <a:ext cx="6936740" cy="269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5" dirty="0"/>
              <a:t>source</a:t>
            </a:r>
            <a:r>
              <a:rPr lang="en-US" sz="1155" dirty="0">
                <a:hlinkClick r:id="rId2"/>
              </a:rPr>
              <a:t>: </a:t>
            </a:r>
            <a:r>
              <a:rPr lang="en-US" sz="1155" dirty="0" err="1">
                <a:hlinkClick r:id="rId2"/>
              </a:rPr>
              <a:t>HippoRAG</a:t>
            </a:r>
            <a:r>
              <a:rPr lang="en-US" sz="1155" dirty="0">
                <a:hlinkClick r:id="rId2"/>
              </a:rPr>
              <a:t>: Neurobiologically Inspired Long-Term Memory for Large Language Models</a:t>
            </a:r>
            <a:endParaRPr lang="en-US" sz="115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324" y="115154"/>
            <a:ext cx="11307763" cy="1325562"/>
          </a:xfrm>
        </p:spPr>
        <p:txBody>
          <a:bodyPr/>
          <a:lstStyle/>
          <a:p>
            <a:r>
              <a:rPr lang="en-US" dirty="0"/>
              <a:t>Hippo RAG – Offline Indexing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538866" y="1746354"/>
            <a:ext cx="4512039" cy="3327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b="45195"/>
          <a:stretch>
            <a:fillRect/>
          </a:stretch>
        </p:blipFill>
        <p:spPr>
          <a:xfrm>
            <a:off x="266524" y="1609787"/>
            <a:ext cx="11482563" cy="1994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5437" y="3873869"/>
            <a:ext cx="3539006" cy="1462000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1. </a:t>
            </a:r>
            <a:r>
              <a:rPr lang="en-US" dirty="0" err="1"/>
              <a:t>OpenIE</a:t>
            </a:r>
            <a:r>
              <a:rPr lang="en-US" dirty="0"/>
              <a:t> - Extract noun phrases &amp; relations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325702" y="3873869"/>
            <a:ext cx="3539006" cy="1477327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2. Add Synonymy relations: Encode noun phrases via  encoder &amp; join similar nodes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281402" y="3858541"/>
            <a:ext cx="3539006" cy="1477328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3. Store node embeddings</a:t>
            </a:r>
            <a:endParaRPr lang="en-US" dirty="0"/>
          </a:p>
          <a:p>
            <a:r>
              <a:rPr lang="en-US" dirty="0"/>
              <a:t>4 . Store KG</a:t>
            </a:r>
            <a:endParaRPr lang="en-US" dirty="0"/>
          </a:p>
          <a:p>
            <a:r>
              <a:rPr lang="en-US" dirty="0"/>
              <a:t>5.  Store noun-phrase </a:t>
            </a:r>
            <a:r>
              <a:rPr lang="en-US" dirty="0">
                <a:sym typeface="Wingdings" panose="05000000000000000000" pitchFamily="2" charset="2"/>
              </a:rPr>
              <a:t> Passage id mapping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080962" y="1440716"/>
            <a:ext cx="2985968" cy="5091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KG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TextBox 10"/>
          <p:cNvSpPr txBox="1"/>
          <p:nvPr/>
        </p:nvSpPr>
        <p:spPr>
          <a:xfrm>
            <a:off x="0" y="6588760"/>
            <a:ext cx="6936740" cy="269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5" dirty="0"/>
              <a:t>source</a:t>
            </a:r>
            <a:r>
              <a:rPr lang="en-US" sz="1155" dirty="0">
                <a:hlinkClick r:id="rId2"/>
              </a:rPr>
              <a:t>: </a:t>
            </a:r>
            <a:r>
              <a:rPr lang="en-US" sz="1155" dirty="0" err="1">
                <a:hlinkClick r:id="rId2"/>
              </a:rPr>
              <a:t>HippoRAG</a:t>
            </a:r>
            <a:r>
              <a:rPr lang="en-US" sz="1155" dirty="0">
                <a:hlinkClick r:id="rId2"/>
              </a:rPr>
              <a:t>: Neurobiologically Inspired Long-Term Memory for Large Language Models</a:t>
            </a:r>
            <a:endParaRPr lang="en-US" sz="115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324" y="115154"/>
            <a:ext cx="11307763" cy="1325562"/>
          </a:xfrm>
        </p:spPr>
        <p:txBody>
          <a:bodyPr/>
          <a:lstStyle/>
          <a:p>
            <a:r>
              <a:rPr lang="en-US" dirty="0"/>
              <a:t>Hippo RAG – Query Time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538866" y="1746354"/>
            <a:ext cx="4512039" cy="3327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t="53326"/>
          <a:stretch>
            <a:fillRect/>
          </a:stretch>
        </p:blipFill>
        <p:spPr>
          <a:xfrm>
            <a:off x="353923" y="1867378"/>
            <a:ext cx="11482563" cy="169818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98" y="1429150"/>
            <a:ext cx="2985968" cy="5091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LLM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08917" y="1358270"/>
            <a:ext cx="2985968" cy="5091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Retrieval Encoders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557920" y="1116106"/>
            <a:ext cx="3278565" cy="7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Extract Subgraph – Personalized PageRank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0000" y="3728339"/>
            <a:ext cx="3539006" cy="1462000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1. Extract named entities from query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325701" y="3713012"/>
            <a:ext cx="3539006" cy="1477327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2. Encode named entities</a:t>
            </a:r>
            <a:endParaRPr lang="en-US" dirty="0"/>
          </a:p>
          <a:p>
            <a:r>
              <a:rPr lang="en-US" dirty="0"/>
              <a:t>3. Search in the index (recall we indexed node embeddings)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281402" y="3685002"/>
            <a:ext cx="3539006" cy="1477328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3. Subgraph sampling via PPR – extract nodes (noun phrases) in the </a:t>
            </a:r>
            <a:r>
              <a:rPr lang="en-US" dirty="0" err="1"/>
              <a:t>nbhrhood</a:t>
            </a:r>
            <a:endParaRPr lang="en-US" dirty="0"/>
          </a:p>
          <a:p>
            <a:endParaRPr lang="en-US" sz="600" dirty="0"/>
          </a:p>
          <a:p>
            <a:r>
              <a:rPr lang="en-US" dirty="0"/>
              <a:t>4. Extract the passages that mention the noun phrases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5148204" y="1429150"/>
            <a:ext cx="6688281" cy="2351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48293" y="3574694"/>
            <a:ext cx="7746483" cy="2351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694796" y="734323"/>
            <a:ext cx="3278565" cy="13187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TextBox 10"/>
          <p:cNvSpPr txBox="1"/>
          <p:nvPr/>
        </p:nvSpPr>
        <p:spPr>
          <a:xfrm>
            <a:off x="0" y="6588760"/>
            <a:ext cx="6936740" cy="269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5" dirty="0"/>
              <a:t>source</a:t>
            </a:r>
            <a:r>
              <a:rPr lang="en-US" sz="1155" dirty="0">
                <a:hlinkClick r:id="rId2"/>
              </a:rPr>
              <a:t>: </a:t>
            </a:r>
            <a:r>
              <a:rPr lang="en-US" sz="1155" dirty="0" err="1">
                <a:hlinkClick r:id="rId2"/>
              </a:rPr>
              <a:t>HippoRAG</a:t>
            </a:r>
            <a:r>
              <a:rPr lang="en-US" sz="1155" dirty="0">
                <a:hlinkClick r:id="rId2"/>
              </a:rPr>
              <a:t>: Neurobiologically Inspired Long-Term Memory for Large Language Models</a:t>
            </a:r>
            <a:endParaRPr lang="en-US" sz="115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324" y="115154"/>
            <a:ext cx="11307763" cy="1325562"/>
          </a:xfrm>
        </p:spPr>
        <p:txBody>
          <a:bodyPr/>
          <a:lstStyle/>
          <a:p>
            <a:r>
              <a:rPr lang="en-US" dirty="0"/>
              <a:t>Hippo RAG – Query Time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538866" y="1746354"/>
            <a:ext cx="4512039" cy="3327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t="53326"/>
          <a:stretch>
            <a:fillRect/>
          </a:stretch>
        </p:blipFill>
        <p:spPr>
          <a:xfrm>
            <a:off x="353923" y="1867378"/>
            <a:ext cx="11482563" cy="169818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98" y="1429150"/>
            <a:ext cx="2985968" cy="5091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LLM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08917" y="1358270"/>
            <a:ext cx="2985968" cy="5091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Retrieval Encoders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557920" y="1116106"/>
            <a:ext cx="3278565" cy="7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Extract Subgraph – Personalized PageRank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0000" y="3728339"/>
            <a:ext cx="3539006" cy="1462000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1. Extract named entities from query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325701" y="3713012"/>
            <a:ext cx="3539006" cy="1477327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2. Encode named entities</a:t>
            </a:r>
            <a:endParaRPr lang="en-US" dirty="0"/>
          </a:p>
          <a:p>
            <a:r>
              <a:rPr lang="en-US" dirty="0"/>
              <a:t>3. Search in the index (recall we indexed node embeddings)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281402" y="3685002"/>
            <a:ext cx="3539006" cy="1477328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3. Subgraph sampling via PPR – extract nodes (noun phrases) in the </a:t>
            </a:r>
            <a:r>
              <a:rPr lang="en-US" dirty="0" err="1"/>
              <a:t>nbhrhood</a:t>
            </a:r>
            <a:endParaRPr lang="en-US" dirty="0"/>
          </a:p>
          <a:p>
            <a:endParaRPr lang="en-US" sz="600" dirty="0"/>
          </a:p>
          <a:p>
            <a:r>
              <a:rPr lang="en-US" dirty="0"/>
              <a:t>4. Extract the passages that mention the noun phrases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8297479" y="1429150"/>
            <a:ext cx="3539006" cy="2351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35471" y="3574694"/>
            <a:ext cx="3859305" cy="2351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694796" y="734323"/>
            <a:ext cx="3278565" cy="13187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65130" y="2509661"/>
            <a:ext cx="3278565" cy="3800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324" y="115154"/>
            <a:ext cx="11307763" cy="1325562"/>
          </a:xfrm>
        </p:spPr>
        <p:txBody>
          <a:bodyPr/>
          <a:lstStyle/>
          <a:p>
            <a:r>
              <a:rPr lang="en-US" dirty="0"/>
              <a:t>Hippo RAG – Query Time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538866" y="1746354"/>
            <a:ext cx="4512039" cy="3327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t="53326"/>
          <a:stretch>
            <a:fillRect/>
          </a:stretch>
        </p:blipFill>
        <p:spPr>
          <a:xfrm>
            <a:off x="353923" y="1867378"/>
            <a:ext cx="11482563" cy="169818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98" y="1429150"/>
            <a:ext cx="2985968" cy="5091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LLM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08917" y="1358270"/>
            <a:ext cx="2985968" cy="5091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Retrieval Encoders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557920" y="1116106"/>
            <a:ext cx="3278565" cy="7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Extract Subgraph – Personalized PageRank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0000" y="3728339"/>
            <a:ext cx="3539006" cy="1462000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1. Extract named entities from query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325701" y="3713012"/>
            <a:ext cx="3539006" cy="1477327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2. Encode named entities</a:t>
            </a:r>
            <a:endParaRPr lang="en-US" dirty="0"/>
          </a:p>
          <a:p>
            <a:r>
              <a:rPr lang="en-US" dirty="0"/>
              <a:t>3. Search in the index (recall we indexed node embeddings)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281402" y="3685002"/>
            <a:ext cx="3539006" cy="1477328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3. Subgraph sampling via PPR – extract nodes (noun phrases) in the </a:t>
            </a:r>
            <a:r>
              <a:rPr lang="en-US" dirty="0" err="1"/>
              <a:t>nbhrhood</a:t>
            </a:r>
            <a:endParaRPr lang="en-US" dirty="0"/>
          </a:p>
          <a:p>
            <a:endParaRPr lang="en-US" sz="600" dirty="0"/>
          </a:p>
          <a:p>
            <a:r>
              <a:rPr lang="en-US" dirty="0"/>
              <a:t>4. Extract the passages that mention the noun phrases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extBox 10"/>
          <p:cNvSpPr txBox="1"/>
          <p:nvPr/>
        </p:nvSpPr>
        <p:spPr>
          <a:xfrm>
            <a:off x="0" y="6588760"/>
            <a:ext cx="6936740" cy="269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5" dirty="0"/>
              <a:t>source</a:t>
            </a:r>
            <a:r>
              <a:rPr lang="en-US" sz="1155" dirty="0">
                <a:hlinkClick r:id="rId2"/>
              </a:rPr>
              <a:t>: </a:t>
            </a:r>
            <a:r>
              <a:rPr lang="en-US" sz="1155" dirty="0" err="1">
                <a:hlinkClick r:id="rId2"/>
              </a:rPr>
              <a:t>HippoRAG</a:t>
            </a:r>
            <a:r>
              <a:rPr lang="en-US" sz="1155" dirty="0">
                <a:hlinkClick r:id="rId2"/>
              </a:rPr>
              <a:t>: Neurobiologically Inspired Long-Term Memory for Large Language Models</a:t>
            </a:r>
            <a:endParaRPr lang="en-US" sz="115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references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Various paradigms of LMs accessing</a:t>
            </a:r>
            <a:endParaRPr lang="en-US" dirty="0"/>
          </a:p>
          <a:p>
            <a:pPr lvl="1"/>
            <a:r>
              <a:rPr lang="en-US" sz="3600" dirty="0"/>
              <a:t>Passages as items from corpus</a:t>
            </a:r>
            <a:endParaRPr lang="en-US" sz="3600" dirty="0"/>
          </a:p>
          <a:p>
            <a:pPr lvl="1"/>
            <a:r>
              <a:rPr lang="en-US" sz="3600" dirty="0"/>
              <a:t>KGs encoded via GNNs</a:t>
            </a:r>
            <a:endParaRPr lang="en-US" sz="3600" dirty="0"/>
          </a:p>
          <a:p>
            <a:pPr lvl="1"/>
            <a:r>
              <a:rPr lang="en-US" sz="3600" dirty="0"/>
              <a:t>KG subgraphs presented as text</a:t>
            </a:r>
            <a:br>
              <a:rPr lang="en-US" sz="3600" dirty="0"/>
            </a:br>
            <a:endParaRPr lang="en-US" dirty="0">
              <a:hlinkClick r:id="rId1"/>
            </a:endParaRPr>
          </a:p>
          <a:p>
            <a:r>
              <a:rPr lang="en-US" dirty="0">
                <a:hlinkClick r:id="rId1"/>
              </a:rPr>
              <a:t>ACL tutorial</a:t>
            </a:r>
            <a:r>
              <a:rPr lang="en-US" dirty="0"/>
              <a:t> focused on passage-RAG</a:t>
            </a:r>
            <a:endParaRPr lang="en-US" dirty="0"/>
          </a:p>
          <a:p>
            <a:r>
              <a:rPr lang="en-US" dirty="0">
                <a:hlinkClick r:id="rId2"/>
              </a:rPr>
              <a:t>Online course</a:t>
            </a:r>
            <a:r>
              <a:rPr lang="en-US" dirty="0"/>
              <a:t> focused on KG-RAG</a:t>
            </a:r>
            <a:endParaRPr lang="en-US" dirty="0"/>
          </a:p>
          <a:p>
            <a:r>
              <a:rPr lang="en-US" dirty="0">
                <a:hlinkClick r:id="rId3"/>
              </a:rPr>
              <a:t>LMs cannot always adequately exploit long retrieval context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and outlook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Even with long context support, focused retrieval is essential</a:t>
            </a:r>
            <a:endParaRPr lang="en-US"/>
          </a:p>
          <a:p>
            <a:r>
              <a:rPr lang="en-US"/>
              <a:t>Retrieve from passage, </a:t>
            </a:r>
            <a:r>
              <a:rPr lang="en-US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graphs</a:t>
            </a:r>
            <a:r>
              <a:rPr lang="en-US"/>
              <a:t>, tables, </a:t>
            </a:r>
            <a:r>
              <a:rPr lang="en-US">
                <a:solidFill>
                  <a:schemeClr val="bg1">
                    <a:lumMod val="65000"/>
                  </a:schemeClr>
                </a:solidFill>
              </a:rPr>
              <a:t>charts, images, speech, video, brain signals, </a:t>
            </a:r>
            <a:r>
              <a:rPr lang="en-US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US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/>
              <a:t>We will focus next on knowledge graphs</a:t>
            </a:r>
            <a:endParaRPr lang="en-US"/>
          </a:p>
          <a:p>
            <a:r>
              <a:rPr lang="en-US"/>
              <a:t>Then tables represented as graphs</a:t>
            </a:r>
            <a:endParaRPr lang="en-US"/>
          </a:p>
          <a:p>
            <a:r>
              <a:rPr lang="en-US"/>
              <a:t>Finally complete a survey of retrieval architectures</a:t>
            </a:r>
            <a:endParaRPr lang="en-US"/>
          </a:p>
          <a:p>
            <a:pPr lvl="1"/>
            <a:r>
              <a:rPr lang="en-US"/>
              <a:t>Integration between LLMs and retrieval systems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10014</Words>
  <Application>WPS Presentation</Application>
  <PresentationFormat>Widescreen</PresentationFormat>
  <Paragraphs>526</Paragraphs>
  <Slides>38</Slides>
  <Notes>4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0" baseType="lpstr">
      <vt:lpstr>Arial</vt:lpstr>
      <vt:lpstr>SimSun</vt:lpstr>
      <vt:lpstr>Wingdings</vt:lpstr>
      <vt:lpstr>Arial Black</vt:lpstr>
      <vt:lpstr>Microsoft YaHei</vt:lpstr>
      <vt:lpstr>Droid Sans Fallback</vt:lpstr>
      <vt:lpstr>Arial Unicode MS</vt:lpstr>
      <vt:lpstr>SimSun</vt:lpstr>
      <vt:lpstr>OpenSymbol</vt:lpstr>
      <vt:lpstr>Cambria Math</vt:lpstr>
      <vt:lpstr>DejaVu Math TeX Gyre</vt:lpstr>
      <vt:lpstr>Office Theme</vt:lpstr>
      <vt:lpstr>Retrieval Augmented Language Models (Continued)</vt:lpstr>
      <vt:lpstr>Issues with RAG 1.0</vt:lpstr>
      <vt:lpstr>What is a knowledge graph (KG)?</vt:lpstr>
      <vt:lpstr>Another KG fragment</vt:lpstr>
      <vt:lpstr>How about retrieving from knowledge graphs?</vt:lpstr>
      <vt:lpstr>A generic pseudocode using “retrieval tool”</vt:lpstr>
      <vt:lpstr>PowerPoint 演示文稿</vt:lpstr>
      <vt:lpstr>Retrieval from KG</vt:lpstr>
      <vt:lpstr>“Differentiable KG”</vt:lpstr>
      <vt:lpstr>KVMNet/KVMemNN: Explore KG chains</vt:lpstr>
      <vt:lpstr>KVMNet: Second hop</vt:lpstr>
      <vt:lpstr>EmbedKGQA (2020)</vt:lpstr>
      <vt:lpstr>Sample results</vt:lpstr>
      <vt:lpstr>Retrieval from KG</vt:lpstr>
      <vt:lpstr>KnowBERT (2019) ― LM adaptation</vt:lpstr>
      <vt:lpstr>KnowBERT details</vt:lpstr>
      <vt:lpstr>KnowBERT details</vt:lpstr>
      <vt:lpstr>QA-GNN (2021)</vt:lpstr>
      <vt:lpstr>PowerPoint 演示文稿</vt:lpstr>
      <vt:lpstr>KGLM (2023)</vt:lpstr>
      <vt:lpstr>KG-BERT (2019)</vt:lpstr>
      <vt:lpstr>KG-BERT (2019)</vt:lpstr>
      <vt:lpstr>PowerPoint 演示文稿</vt:lpstr>
      <vt:lpstr>KGT5 (2022) and KGT5context (2023)</vt:lpstr>
      <vt:lpstr>Reasoning on Graphs (2024)</vt:lpstr>
      <vt:lpstr>RoG mechanism</vt:lpstr>
      <vt:lpstr>RoG steps</vt:lpstr>
      <vt:lpstr>KG-FiD (2021)</vt:lpstr>
      <vt:lpstr>KG-FiD details</vt:lpstr>
      <vt:lpstr>Graph RAG</vt:lpstr>
      <vt:lpstr>Hippo RAG – Offline Indexing</vt:lpstr>
      <vt:lpstr>Hippo RAG – Offline Indexing</vt:lpstr>
      <vt:lpstr>Hippo RAG – Offline Indexing</vt:lpstr>
      <vt:lpstr>Hippo RAG – Query Time</vt:lpstr>
      <vt:lpstr>Hippo RAG – Query Time</vt:lpstr>
      <vt:lpstr>Hippo RAG – Query Time</vt:lpstr>
      <vt:lpstr>Additional references</vt:lpstr>
      <vt:lpstr>Summary and outlook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Retrieval Augmented Language Models (Continued)</dc:title>
  <dc:creator>soumen</dc:creator>
  <cp:lastModifiedBy>soumen</cp:lastModifiedBy>
  <cp:revision>30</cp:revision>
  <dcterms:created xsi:type="dcterms:W3CDTF">2026-03-24T07:25:54Z</dcterms:created>
  <dcterms:modified xsi:type="dcterms:W3CDTF">2026-03-24T07:25:54Z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