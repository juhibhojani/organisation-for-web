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86"/>
  </p:handoutMasterIdLst>
  <p:sldIdLst>
    <p:sldId id="789" r:id="rId3"/>
    <p:sldId id="273" r:id="rId4"/>
    <p:sldId id="780" r:id="rId6"/>
    <p:sldId id="793" r:id="rId7"/>
    <p:sldId id="794" r:id="rId8"/>
    <p:sldId id="781" r:id="rId9"/>
    <p:sldId id="782" r:id="rId10"/>
    <p:sldId id="385" r:id="rId11"/>
    <p:sldId id="791" r:id="rId12"/>
    <p:sldId id="258" r:id="rId13"/>
    <p:sldId id="786" r:id="rId14"/>
    <p:sldId id="787" r:id="rId15"/>
    <p:sldId id="792" r:id="rId16"/>
    <p:sldId id="804" r:id="rId17"/>
    <p:sldId id="805" r:id="rId18"/>
    <p:sldId id="806" r:id="rId19"/>
    <p:sldId id="807" r:id="rId20"/>
    <p:sldId id="808" r:id="rId21"/>
    <p:sldId id="809" r:id="rId22"/>
    <p:sldId id="810" r:id="rId23"/>
    <p:sldId id="811" r:id="rId24"/>
    <p:sldId id="812" r:id="rId25"/>
    <p:sldId id="813" r:id="rId26"/>
    <p:sldId id="814" r:id="rId27"/>
    <p:sldId id="815" r:id="rId28"/>
    <p:sldId id="816" r:id="rId29"/>
    <p:sldId id="817" r:id="rId30"/>
    <p:sldId id="818" r:id="rId31"/>
    <p:sldId id="819" r:id="rId32"/>
    <p:sldId id="820" r:id="rId33"/>
    <p:sldId id="821" r:id="rId34"/>
    <p:sldId id="822" r:id="rId35"/>
    <p:sldId id="823" r:id="rId36"/>
    <p:sldId id="824" r:id="rId37"/>
    <p:sldId id="825" r:id="rId38"/>
    <p:sldId id="826" r:id="rId39"/>
    <p:sldId id="827" r:id="rId40"/>
    <p:sldId id="828" r:id="rId41"/>
    <p:sldId id="829" r:id="rId42"/>
    <p:sldId id="830" r:id="rId43"/>
    <p:sldId id="831" r:id="rId44"/>
    <p:sldId id="832" r:id="rId45"/>
    <p:sldId id="833" r:id="rId46"/>
    <p:sldId id="834" r:id="rId47"/>
    <p:sldId id="835" r:id="rId48"/>
    <p:sldId id="836" r:id="rId49"/>
    <p:sldId id="837" r:id="rId50"/>
    <p:sldId id="838" r:id="rId51"/>
    <p:sldId id="839" r:id="rId52"/>
    <p:sldId id="840" r:id="rId53"/>
    <p:sldId id="841" r:id="rId54"/>
    <p:sldId id="842" r:id="rId55"/>
    <p:sldId id="843" r:id="rId56"/>
    <p:sldId id="844" r:id="rId57"/>
    <p:sldId id="845" r:id="rId58"/>
    <p:sldId id="846" r:id="rId59"/>
    <p:sldId id="847" r:id="rId60"/>
    <p:sldId id="848" r:id="rId61"/>
    <p:sldId id="849" r:id="rId62"/>
    <p:sldId id="850" r:id="rId63"/>
    <p:sldId id="851" r:id="rId64"/>
    <p:sldId id="852" r:id="rId65"/>
    <p:sldId id="853" r:id="rId66"/>
    <p:sldId id="854" r:id="rId67"/>
    <p:sldId id="855" r:id="rId68"/>
    <p:sldId id="856" r:id="rId69"/>
    <p:sldId id="857" r:id="rId70"/>
    <p:sldId id="858" r:id="rId71"/>
    <p:sldId id="859" r:id="rId72"/>
    <p:sldId id="860" r:id="rId73"/>
    <p:sldId id="861" r:id="rId74"/>
    <p:sldId id="862" r:id="rId75"/>
    <p:sldId id="863" r:id="rId76"/>
    <p:sldId id="864" r:id="rId77"/>
    <p:sldId id="865" r:id="rId78"/>
    <p:sldId id="866" r:id="rId79"/>
    <p:sldId id="867" r:id="rId80"/>
    <p:sldId id="868" r:id="rId81"/>
    <p:sldId id="869" r:id="rId82"/>
    <p:sldId id="870" r:id="rId83"/>
    <p:sldId id="871" r:id="rId84"/>
    <p:sldId id="872"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E3F3"/>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227" d="100"/>
          <a:sy n="227" d="100"/>
        </p:scale>
        <p:origin x="258"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9" Type="http://schemas.openxmlformats.org/officeDocument/2006/relationships/tableStyles" Target="tableStyles.xml"/><Relationship Id="rId88" Type="http://schemas.openxmlformats.org/officeDocument/2006/relationships/viewProps" Target="viewProps.xml"/><Relationship Id="rId87" Type="http://schemas.openxmlformats.org/officeDocument/2006/relationships/presProps" Target="presProps.xml"/><Relationship Id="rId86" Type="http://schemas.openxmlformats.org/officeDocument/2006/relationships/handoutMaster" Target="handoutMasters/handoutMaster1.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22F6167-F243-4C0C-ACF1-09702CD692DB}"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B11B56-D779-43CA-8C0E-B7265818CB55}" type="slidenum">
              <a:rPr lang="en-US" smtClean="0"/>
            </a:fld>
            <a:endParaRPr lang="en-US"/>
          </a:p>
        </p:txBody>
      </p:sp>
    </p:spTree>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4-07T14:00:57"/>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6918 17188 3 0,'0'0'6'0,"0"0"37"0,0 0-35 0,0 0 3 0,0 0 5 0,0 0-9 0,-13 0-1 0,-9 12 1 0,9-12 0 0,-11 12-2 0,12-12 1 0,0 12 1 0,12-12 0 0,-12 0 1 0,24 0-1 0,0 0-3 0,0-12 1 0,25 0 1 0,-2 0-1 0,15-12 0 0,9 10-2 0,14-21 1 0,12 11-3 0,0 0 0 0,85-25 2 0,-99 13-2 0,-22 24 0 0,-1-1 0 0,-36 2 0 0,0 11 1 0,-24 0 0 0,12 0-9 0,-36 0-52 0,12 11 8 0,-1 2-16 0</inkml:trace>
  <inkml:trace contextRef="#ctx0" brushRef="#br0">6905 17188 12 0,'0'0'9'0,"-11"0"27"0,0 0 2 0,-2 0-20 0,26 0-11 0,9-24 2 0,16 10 1 0,22-9-1 0,1-13 0 0,23 12-1 0,1-13-2 0,12 1 1 0,-1-1 0 0,38-11-1 0,-50 24-1 0,-35 0 0 0,-49 11-2 0,12 13 0 0,-24 0-2 0,-13 0-2 0,-11 24-12 0,0-11-33 0,12-1-63 0</inkml:trace>
  <inkml:trace contextRef="#ctx0" brushRef="#br0">14393 17139 25 0,'0'0'0'0,"-24"0"47"0,11 0-22 0,2 0-6 0,11 0-5 0,0 0-8 0,0 0-2 0,0 0 4 0,24 11-1 0,12-11-1 0,13 0-3 0,-1-11-1 0,37-1 0 0,0 0 0 0,-1 0-1 0,1 0 0 0,-13 0-1 0,-23 12 0 0,-37 0 1 0,0 0 2 0,-24 0-1 0,-12 12-1 0,-13-12-1 0,-11 12-1 0,-13 12 0 0,-11-12-2 0,-2 13 0 0,3-1 3 0,-2 0 0 0,13-1-1 0,25-23 1 0,9 13 0 0,26-13 1 0,12 0 2 0,37 0 0 0,11-24-2 0,25-12 1 0,13 12 0 0,9-13 0 0,2 1-2 0,-23 12 0 0,-14 12-11 0,-24 12-53 0,-37-13-7 0</inkml:trace>
  <inkml:trace contextRef="#ctx0" brushRef="#br0">12011 16267 32 0,'0'0'18'0,"-38"14"14"0,16-14-7 0,-3 12-6 0,13-12-5 0,12 0-5 0,12 0-4 0,13 0 1 0,22-12 0 0,13-2-1 0,1 3-2 0,12-2 1 0,0 2-2 0,0-2 0 0,-12 13-1 0,-15-11 0 0,-21 11-1 0,-25 0 6 0,-25 0-5 0,-21 11 0 0,-4 2-1 0,-22-2-1 0,-13 27 0 0,-12-2 1 0,13-12 1 0,-1 0-1 0,12 13-1 0,49-26 1 0,12-11 0 0,36 0 0 0,37-11 1 0,35-26 0 0,25 0-1 0,25-10 1 0,-1 9 0 0,-12 3-1 0,-24 11 0 0,-60 12-3 0,-38 36-31 0,-35-1-79 0</inkml:trace>
  <inkml:trace contextRef="#ctx0" brushRef="#br0">6338 17962 82 0,'0'0'15'0,"0"0"-3"0,-12 11 1 0,12-11-4 0,0 0-1 0,0 13-1 0,12-13-1 0,12 0-1 0,-12-13 0 0,12 2-1 0,-11-2-1 0,11 2-1 0,-12-14 0 0,0 0-1 0,-12 1 1 0,0 13-1 0,0-13-1 0,-24 12 0 0,-13 0 1 0,13 12-2 0,-12 12 0 0,12 0 2 0,0 23 0 0,11 2 0 0,13 0 0 0,-12 11 1 0,24-12 1 0,49 13-1 0,-25-25-1 0,13-12 0 0,-1-12 0 0,-1 0-2 0,63-49-72 0,-86 25-10 0</inkml:trace>
  <inkml:trace contextRef="#ctx0" brushRef="#br0">6568 17392 104 0,'-12'0'6'0,"-13"0"7"0,12 0 1 0,2 0-3 0,0 26-5 0,11-2-2 0,0 24 0 0,22 13 0 0,4 11-2 0,-14-23-1 0,13-1-1 0,-3 11 0 0,3 2 0 0,11 0 0 0,-12-13 0 0,1-11 0 0,-1-13-1 0,-12-12-1 0,12 0 0 0</inkml:trace>
  <inkml:trace contextRef="#ctx0" brushRef="#br0">7015 17659 68 0,'0'0'0'0,"0"-13"25"0,-25-10-8 0,3 11-1 0,-15 0-3 0,-11 12-5 0,-1 12-2 0,13 12 0 0,11 13-2 0,13-13-4 0,0 12 0 0,12 11 0 0,0-9 0 0,24 9 0 0,13-10 1 0,-1-25-1 0,12 0 0 0,-11-12 0 0,0-24 1 0,-26 0-1 0,0 0 1 0,-11 0 0 0,0 0 0 0,-22-2 0 0,-3 2-1 0,13 1 1 0,-1 23 0 0,26 0 0 0,-1 23 0 0,13-10-1 0,60 72 2 0,-74-50-1 0,13-10-1 0,-12-13 1 0,0 1-1 0,-12-2 1 0,0 2 0 0,0-13-1 0,0-13 2 0,0 2-1 0,-12-2 1 0,12 1-1 0,0 12-1 0,-12-12-3 0</inkml:trace>
  <inkml:trace contextRef="#ctx0" brushRef="#br0">6640 17755 16 0,'0'0'21'0,"-12"0"7"0,-13-11 19 0,14 11-40 0,-13 11-2 0,12 13 0 0,0 2-1 0,12-2 0 0,0 11 0 0,0 2 0 0,0-13 0 0,24 0-1 0,0-11 0 0,12-2-1 0,0-11-6 0,1 0-37 0,-13-11-56 0</inkml:trace>
  <inkml:trace contextRef="#ctx0" brushRef="#br0">7039 17744 45 0,'0'0'0'0,"0"0"27"0,-12 0 3 0,0 0-14 0,12-12-10 0,0 12 2 0,24-24 1 0,12 12-2 0,-11-12-2 0,11-2 0 0,0-9-1 0,1 11-2 0,-13-12-1 0,-12 11 1 0,0 1 1 0,-12-1-1 0,0 14-1 0,-12-2 0 0,-12 13 0 0,0 0 0 0,-1 0-1 0,1 24 0 0,0 13 0 0,12-13 0 0,12 13 1 0,0-1 0 0,12-12 1 0,12 0 0 0,0-11-1 0,13-1 1 0,-1 0-2 0,0-12 0 0,1 0-12 0,0 12-43 0,-37-12 13 0</inkml:trace>
  <inkml:trace contextRef="#ctx0" brushRef="#br0">7172 17864 55 0,'0'0'29'0,"0"0"-11"0,0 0 30 0,0 0-41 0,13 13-3 0,-13 11-1 0,12 0 0 0,12 13-1 0,-24-1-1 0,12 12 1 0,0 1-1 0,-12-13 0 0,0-1 4 0,0 3 3 0,-12-14-2 0,-12-1 0 0,12-10-1 0,-13-13-1 0,1 0-1 0,0-24 0 0,12-12-1 0,12-2-1 0,0-21 0 0,12-2 0 0,12-12-1 0,25 1-6 0,11-12-25 0,49 11-115 0</inkml:trace>
  <inkml:trace contextRef="#ctx0" brushRef="#br0">6870 18299 73 0,'0'0'0'0,"-12"-11"17"0,12 11-2 0,-12-13 1 0,0 2-8 0,12 11-4 0,0 11 2 0,0 13 0 0,0 13 0 0,24 11-2 0,1 2 0 0,-3 9 3 0,4 2-4 0,-2 0-3 0,0-14-2 0,12-9-10 0,-24-14-23 0,0 0-62 0</inkml:trace>
  <inkml:trace contextRef="#ctx0" brushRef="#br0">6737 18603 41 0,'0'0'14'0,"0"0"-5"0,12-12 10 0,12-1-4 0,1-11-6 0,11 12-3 0,13-24-1 0,-1 23-2 0,0-11 0 0,12 13 2 0,-11-26 0 0,-13 24 1 0,0 2-1 0,1-13 0 0,-25 11 3 0,0 13-1 0,-12 0-5 0,0 0-2 0,-12 13 1 0,0 11-1 0,12 13 1 0,-12-13 0 0,12 11 0 0,0 2 3 0,12 24-2 0,0-37-1 0,0-24-1 0,0 12 0 0,-12-12 2 0,12-12-5 0,-12 0 0 0,0-13 3 0,0 1-1 0,12-12 1 0,-12-37 1 0,0 36 0 0,13 13-4 0,-13 24 3 0,0 13-1 0,0-2 2 0,11 15-2 0,0-2 2 0,15-13-1 0,33 13 0 0,-22-24 0 0,-11-24 1 0,9 0 0 0,-11-13 0 0,0 2 0 0,0-2 2 0,-11 0-2 0,-13 13 1 0,0-11-1 0,-13 23 1 0,-59-12-2 0,48 36 0 0,13 0-1 0,11 11 1 0,-14 1 0 0,28 14-1 0,8-2 1 0,3-12 0 0,11 11-1 0,1-9 1 0,11-2 1 0,23 48 5 0,-45-48-4 0,-13 13-2 0,-2 11 1 0,-11-12 0 0,0 1 2 0,-11-1 0 0,-14-13 0 0,0 14 2 0,-11-24-3 0,0-1 0 0,0 0-2 0,11-12 0 0,1-24-1 0,12-61-1 0,24 24-5 0,0-11 5 0,25-13 2 0,-1-12 1 0,12 1 0 0,1-13 0 0,0 12-1 0,-14 12 1 0,-23 13 0 0,-37-2 1 0,3 74-3 0,-15 25 1 0,0 0 0 0,13 10-1 0,24 2 1 0,24 36-1 0,13-61 0 0,11 12 1 0,13-24 0 0,-13 12 1 0,0 0-1 0,-24-12 1 0,-11 23-1 0,-26-9 0 0,-47 34 0 0,13-25-12 0,9 1-68 0,26-24 5 0</inkml:trace>
</inkml:ink>
</file>

<file path=ppt/ink/ink2.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4-07T14:00:57"/>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26646 16317 34 0,'-12'-13'32'0,"0"2"-9"0,12-1-1 0,0-2-6 0,24 14-9 0,13-11-2 0,-2 11 0 0,13 0-1 0,25 0-1 0,0 0-1 0,0 11-1 0,-1-11 0 0,2 0-1 0,-39 0 1 0,-11 0-1 0,-24 0-2 0,0 0-34 0,-24 0 0 0,-11 0-42 0</inkml:trace>
  <inkml:trace contextRef="#ctx0" brushRef="#br0">26972 16256 34 0,'-11'0'18'0,"11"-13"9"0,0 13-2 0,-13 0-5 0,13 38-11 0,0-2-1 0,-12 23-4 0,-12 15-2 0,12 11-2 0,0-13 0 0,12 1-1 0,0-14 1 0,0 3-1 0,0-26 1 0,12-1 0 0,-12-22-6 0,0-1-12 0,12 0-13 0,0 1-38 0</inkml:trace>
  <inkml:trace contextRef="#ctx0" brushRef="#br0">27081 16535 30 0,'0'0'0'0,"50"-37"57"0,-28 37-41 0,3 12-8 0,11 24-4 0,-24-11-2 0,13 23 0 0,-13 1 0 0,-12-13 0 0,0-12 1 0,0-13 2 0,0-11 4 0,0 0 13 0,0-23-19 0,12-37 2 0,0 23-4 0,12 1 0 0,24-37 0 0,1 49-3 0,-13-1-6 0,60 1-30 0,-35 37 10 0,-12 11-9 0,-1 0-17 0</inkml:trace>
  <inkml:trace contextRef="#ctx0" brushRef="#br0">27892 16583 16 0,'0'0'0'0,"0"-12"40"0,13 0-14 0,-13-12-10 0,0 11-7 0,0-11-4 0,-13 12-2 0,13 0-2 0,-37-1-1 0,13 13 0 0,0 0 0 0,-24 13 0 0,-1 23 3 0,13-11-1 0,0 23-1 0,11-1 0 0,13 3-2 0,12-14 1 0,24-13 1 0,1-10 0 0,11-13 0 0,0 0 0 0,1-36 0 0,-1 0 0 0,0-1 0 0,-25 1 0 0,14-12 0 0,-12 11-1 0,-1 13 1 0,-12 12-1 0,13 0 0 0,-2 12 1 0,0 12-1 0,-11 12 2 0,13 12-1 0,-1 13-1 0,-12-1 0 0,12 1 0 0,0-13-7 0,-12-1-11 0,12-9-21 0,0-14-23 0</inkml:trace>
  <inkml:trace contextRef="#ctx0" brushRef="#br0">28158 16474 24 0,'0'0'0'0,"12"-24"17"0,12 11 1 0,-11 13 17 0,-13 13-20 0,11 23-6 0,-11 0-2 0,0 13-3 0,11-1-1 0,-11 1-2 0,13-1 0 0,-13-12-1 0,12-12 1 0,-12-11-1 0,0-13 4 0,13-13 0 0,-13-11-2 0,12-12-1 0,1 12 0 0,22-25 0 0,-23 1 0 0,24-1 0 0,-23 1-1 0,23 0 1 0,0 24-1 0,0 0-1 0,-23 35 1 0,-1 13 1 0,0 13 2 0,-12-1-1 0,0 13 0 0,12-1-1 0,13 97-1 0,-25-134-9 0,11-11-9 0,13 13-12 0,-13-26-42 0</inkml:trace>
  <inkml:trace contextRef="#ctx0" brushRef="#br0">28835 16486 36 0,'0'-12'18'0,"0"-12"13"0,12 11-8 0,-24 2-8 0,-12 11-4 0,-12 0-4 0,-1 0-2 0,0 11-2 0,2 2-2 0,11-2 0 0,11 14-1 0,0-1 1 0,26 12-1 0,24 1 0 0,72 36 1 0,-61-37-2 0,-24 11 2 0,1-23-2 0,-25-11 2 0,-25 12-1 0,1-25 3 0,-24 12-1 0,-1-12-1 0,-11-12-1 0,23 12-2 0,24-12-12 0,2 12-24 0,11-13-44 0</inkml:trace>
  <inkml:trace contextRef="#ctx0" brushRef="#br0">29101 16172 52 0,'-13'-12'16'0,"13"-14"5"0,-11 26-3 0,11 0-6 0,0 0-4 0,-13 50 1 0,13-15-5 0,0 13-1 0,13 37 3 0,-2-11-3 0,2-2-2 0,-1-11 0 0,12-1 0 0,1 1 0 0,-25-25-1 0,12 0 0 0,-12-25-2 0,12 2-11 0,-12 0-17 0,0-13-62 0</inkml:trace>
  <inkml:trace contextRef="#ctx0" brushRef="#br0">29404 16474 43 0,'0'0'0'0,"0"0"33"0,12 0-21 0,-12 24 9 0,0 0-3 0,0 13-8 0,0-1-6 0,0 12 0 0,0-11-3 0,13 11 1 0,-13-13-2 0,0-9 1 0,22-2-1 0,-22-13-5 0,13 2-13 0,-13-13-12 0,0 0-57 0</inkml:trace>
  <inkml:trace contextRef="#ctx0" brushRef="#br0">29440 16208 62 0,'-24'-24'37'0,"-13"0"-28"0,37 24-4 0,-13-12-2 0,2 12-3 0,11 12-4 0,11 12-20 0,2-12-45 0</inkml:trace>
  <inkml:trace contextRef="#ctx0" brushRef="#br0">29718 16160 79 0,'0'-12'5'0,"0"-25"6"0,13 13-1 0,-13 24 4 0,0-12-1 0,0 24-10 0,0 12 1 0,0 37 2 0,0-1-1 0,-13 12-1 0,1 26-1 0,12-2-2 0,0-11 0 0,0 0-1 0,0-1 1 0,0-35-1 0,0-26-1 0,12-10-3 0,-12-13-5 0,0 0-4 0,0-13-18 0,0-10-53 0</inkml:trace>
  <inkml:trace contextRef="#ctx0" brushRef="#br0">29561 16559 33 0,'-25'0'35'0,"25"-13"-17"0,0 13-5 0,0-11-3 0,25 11 0 0,-1 11-5 0,12-11-3 0,1 13-2 0,-1 11 1 0,12-12 0 0,1 0-1 0,11-12 2 0,1 0 2 0,-13-12 0 0,-12 0-1 0,1-12-1 0,-13 0 3 0,-24-13-2 0,12 13 0 0,-12 0-1 0,-24 0-2 0,12 11 1 0,-25 13 0 0,13 0-1 0,-12 13 1 0,12 11-2 0,11 12 0 0,1 13 1 0,12-1 0 0,12-12 0 0,12 1 2 0,13-13-2 0,-13 0 0 0,0-12 1 0,-12 0 1 0,13-12-1 0,-1-12 1 0,-12-12-1 0,12 12-1 0,-11 0 0 0,9 0 0 0,4 12 0 0,-2 0-1 0,-11 24 1 0,9-12 0 0,-22 12 0 0,13 12-1 0,-1 1 1 0,-12-25 0 0,12 0 0 0,-12-12 2 0,0-12 11 0,0-26-9 0,0 3-2 0,0-1 0 0,12-13-2 0,0 1 0 0,12 12 0 0,1 12 0 0,-1-1-1 0,12 25-5 0,1 0-8 0,11 0-9 0,-1 12-14 0,3 25-52 0</inkml:trace>
  <inkml:trace contextRef="#ctx0" brushRef="#br0">30794 16680 46 0,'0'0'25'0,"0"-12"1"0,0-13-5 0,13 1-3 0,-13 0-12 0,12-12-1 0,-12 12-3 0,-12 11 0 0,-37 13 0 0,1 0 0 0,13 13 0 0,-3 23 0 0,2 0-1 0,25 0 0 0,-2 13-1 0,13-2 1 0,0-10-1 0,24-37 0 0,-13 13 1 0,26-26 0 0,-11 0 0 0,-4-11-1 0,3 1 2 0,-13-1-1 0,0 12-1 0,12 0 0 0,0 0 0 0,-11 12-1 0,-1 0 1 0,0 12 0 0,-12 12 0 0,12-12 0 0,12 23 0 0,-12-11 0 0,12 14 0 0,1-15-5 0,0 1-3 0,-1-24 3 0,-2 13 0 0,3-13 1 0,-13-24 4 0,12 0 0 0,-11-13-1 0,-13 0 1 0,11-22 0 0,-11-2 0 0,-11 1 0 0,11-13 0 0,0-11 0 0,0 10 1 0,0-11 8 0,0 61-3 0,0 24-3 0,0 13 2 0,0 22-2 0,0 15 0 0,0-2 0 0,-13 13 0 0,13-1-1 0,0 13-1 0,-12-13-1 0,24 60 2 0,1-70-2 0,11-15-4 0,-12 2-6 0,0-26-5 0,12-11-9 0,-12 0-30 0,-12 0 3 0</inkml:trace>
  <inkml:trace contextRef="#ctx0" brushRef="#br0">30928 16619 60 0,'0'0'0'0,"-14"0"31"0,28-24-12 0,-2 0-8 0,36 12-3 0,-12-12-4 0,24 24-1 0,-11-13-1 0,0 13 0 0,-13 0-1 0,-12 13-1 0,-24-2 2 0,13 14 0 0,-13 11 1 0,0 0-1 0,11 13-1 0,-11-13-1 0,0-1 1 0,24 26-29 0,-13-61-23 0</inkml:trace>
  <inkml:trace contextRef="#ctx0" brushRef="#br0">31290 16281 95 0,'-24'-14'30'0,"13"3"-25"0,11 11-5 0,24 0 0 0,-13 0-12 0,26 11-34 0,-24 15 6 0</inkml:trace>
  <inkml:trace contextRef="#ctx0" brushRef="#br0">31569 16607 58 0,'0'0'0'0,"-12"0"33"0,-1-12-13 0,1 0-10 0,-12 12 1 0,12 0-5 0,-13 0-2 0,-10 24 0 0,22-1-1 0,1 15 1 0,0-2-2 0,24-1 1 0,13-11 1 0,-1 14-2 0,0-26-1 0,12-1 0 0,-12 2 1 0,-11-13-1 0,-1 0 1 0,-12 0-1 0,0-36 0 0,0 11-1 0,0-23 1 0,-12 0-1 0,-13-2 1 0,25 3-1 0,-24-1 0 0,24 23 0 0,0 1 0 0,0 12 0 0,12-1-1 0,0 13 0 0,13 0 1 0,-1 0 0 0,-12 0 0 0,12 0-1 0,1 0 1 0,-14 25 0 0,0-13 0 0,2 25 0 0,0-1 0 0,-13 0 1 0,12 13 0 0,-12-13 0 0,0 0 0 0,12-12 2 0,-12-13 1 0,13 2 2 0,-13-13-4 0,11 0-1 0,0 0 0 0,2-37 0 0,-2 14-1 0,14-1 0 0,0-25 1 0,11 13-2 0,0 0 1 0,-12-13-1 0,25 13 1 0,-13 24-1 0,-11-1 0 0,-14 13 1 0,0 0-1 0,2 25 1 0,0 11-1 0,-1 1 0 0,0-1 1 0,1-1-1 0,-2 3 1 0,13-14 4 0,0 0-1 0,2-12 0 0,-15-12-2 0,25 0 0 0,-24-12-4 0,0-12-26 0,24 0-98 0</inkml:trace>
  <inkml:trace contextRef="#ctx0" brushRef="#br0">32863 16196 42 0,'0'0'18'0,"0"-12"7"0,0 0-8 0,0 0-9 0,0 0 0 0,-12 12 1 0,-14 24-3 0,-9 23-3 0,-13 15-1 0,-13 33-2 0,-12 15 1 0,-12 23 1 0,0 11-2 0,2-10 2 0,10-25-1 0,12-12 1 0,13-24-2 0,24-37-4 0,11-13-27 0,13-23-48 0</inkml:trace>
  <inkml:trace contextRef="#ctx0" brushRef="#br0">27263 17623 3 0,'0'0'11'0,"0"-24"11"0,0-24 11 0,0 35-14 0,0 1-12 0,12 0-3 0,-12 12-2 0,0 12 2 0,0 24 0 0,0 1 0 0,0 10-4 0,-12 3 0 0,12-2 0 0,-12 13 1 0,-1 11-1 0,13 0 0 0,-12-11 0 0,12-13 1 0,0 1-1 0,12-25 0 0,1 0 0 0,-1-13 0 0,0-11-1 0,0 0-1 0</inkml:trace>
  <inkml:trace contextRef="#ctx0" brushRef="#br0">27068 17853 18 0,'-11'0'14'0,"11"0"3"0,0-13 3 0,0 2-9 0,35 11-4 0,15-12-3 0,-2 12-1 0,13 0-2 0,11 0-1 0,1 23 1 0,-14 1-1 0,-9 13 0 0,-15 11 0 0,2-11 0 0,-37 11 2 0,12-24 7 0,-12 1 1 0,-12-13-3 0,-12-12-1 0,11 0-1 0,-9-12 0 0,9-25-2 0,37-71 0 0,12 71-2 0,0 13-3 0,1-13-11 0,11 26-16 0,-12 11-34 0,-12 0 30 0</inkml:trace>
  <inkml:trace contextRef="#ctx0" brushRef="#br0">28194 17888 57 0,'0'-11'14'0,"-12"-2"-4"0,0-11 0 0,-12 13-3 0,0-26-2 0,-1 24-3 0,-11 2-1 0,0 11 3 0,-13 11 2 0,25 27-4 0,-1-2-1 0,14 12-1 0,0 0 0 0,11-11 1 0,22-1-1 0,15-12 1 0,-13-12 0 0,13-12 0 0,-1-12-1 0,-12-12 1 0,-12 0 0 0,13-12 0 0,-25-1-1 0,12 0-1 0,-12 13 2 0,0-11-2 0,12 23 0 0,0 12 2 0,0 12-2 0,0 12 0 0,13 24-1 0,-14-11-12 0,13 11-15 0,-12 12-22 0,-12-48 30 0</inkml:trace>
  <inkml:trace contextRef="#ctx0" brushRef="#br0">28496 17792 18 0,'0'0'26'0,"0"-13"2"0,0 13-18 0,-12 38 18 0,12-2-25 0,12 12-3 0,-12 0 1 0,13 13-1 0,-1-13-1 0,-12 1 1 0,12-13 1 0,-12-24 4 0,12-1 1 0,-12-11-4 0,0 0-1 0,12-23 1 0,-12-13-1 0,13 0 1 0,-2-13 0 0,2 0-3 0,-2 1-1 0,0 0 2 0,15 11-1 0,-2 2 2 0,0 22-2 0,-13 13 1 0,14 0 0 0,-25 25 0 0,12 11 1 0,0 12-2 0,-12 0 0 0,12 1 0 0,1 36-8 0,-2-49-9 0,14-12-15 0,-13-12-19 0</inkml:trace>
  <inkml:trace contextRef="#ctx0" brushRef="#br0">29222 17840 33 0,'0'0'29'0,"-12"-11"-7"0,-24 11-6 0,-1-12-6 0,-12 12-3 0,3 12-3 0,7-1-4 0,-7 26 0 0,46-13 0 0,0 0 0 0,59 37 1 0,-11-37 0 0,1 12-1 0,-13 1 0 0,1-13 1 0,-13 0 1 0,-24-12 0 0,0 11 0 0,-24-9-3 0,-13-14 1 0,1 12-1 0,-13-12 0 0,1-12-6 0,0 12-16 0,24-14-36 0,24 14 27 0</inkml:trace>
  <inkml:trace contextRef="#ctx0" brushRef="#br0">29344 17551 58 0,'0'0'0'0,"-13"-25"22"0,13 1-4 0,0-1-4 0,0 14-7 0,13-2-4 0,-13 26 3 0,0 23-1 0,0 24-1 0,11 1 0 0,-11-25-4 0,11 25 0 0,2-2 1 0,-13 15-1 0,11-2 0 0,3 61 0 0,-2-84 0 0,-12-1 0 0,0-23-1 0,13-13 0 0,-13-12 0 0</inkml:trace>
  <inkml:trace contextRef="#ctx0" brushRef="#br0">29948 17913 74 0,'0'0'0'0,"-12"0"21"0,12-12-11 0,-13-1-5 0,-11 2-2 0,12-2 0 0,-24 13 1 0,1 13-1 0,-3 11 0 0,2 24-1 0,12-11-1 0,0 11 0 0,24 1 0 0,0-13 3 0,12-24 1 0,13 0-2 0,-3-12-1 0,16-24 0 0,-13 12-1 0,10-37 1 0,37-47 0 0,-47 72-3 0,-13 24 1 0,0-13 0 0,0 86-1 0,-12-37 1 0,12 1 0 0,0-1-5 0,13-12-11 0,35 11-106 0</inkml:trace>
  <inkml:trace contextRef="#ctx0" brushRef="#br0">30323 17502 57 0,'0'0'0'0,"-13"-25"38"0,2-10-15 0,-2 11-9 0,1 11-6 0,12 13-6 0,0 13 0 0,0 22 1 0,12 14-1 0,1 11 0 0,-2 1 0 0,2-25-2 0,-13 25 0 0,24 11 0 0,-12 0 0 0,0 2 0 0,12-2 0 0,-12-11 0 0,13-13-1 0,-25-1 0 0,12-33-2 0</inkml:trace>
  <inkml:trace contextRef="#ctx0" brushRef="#br0">30105 17888 41 0,'0'0'28'0,"0"-11"-13"0,13-13 5 0,9 11-12 0,28 2-4 0,-2-1-3 0,13 0 1 0,11-1 0 0,-11 13 2 0,-1 0-1 0,-12 0 0 0,-11 0 2 0,-13 13-1 0,-13 11-1 0,2 0-1 0,-1 0-1 0,-12 12-1 0,12 0 1 0,0 1-1 0,-12-1 1 0,14-12-2 0,-14 1-8 0,11-1-111 0</inkml:trace>
  <inkml:trace contextRef="#ctx0" brushRef="#br0">30649 17502 55 0,'0'0'17'0,"-12"-12"-4"0,0-1-14 0,24 13-14 0,26 25-48 0</inkml:trace>
  <inkml:trace contextRef="#ctx0" brushRef="#br0">31024 17817 79 0,'-12'-12'33'0,"-1"12"-21"0,-9 0-3 0,9 0-5 0,-11 0-3 0,12 12-1 0,-13 11 1 0,14 14-1 0,11 11 1 0,0-11-1 0,0 11 0 0,61 61 4 0,-37-97-1 0,11-12-2 0,37-24 4 0,-59-25-4 0,-1 13-1 0,-12-13 1 0,-12 1 0 0,-12 11 0 0,-13 2-1 0,13 11 0 0,-11 12 0 0,-2 12-1 0,11 0 1 0,15 12-1 0,11-1 2 0,25 13-1 0,0-24 0 0,10 0 1 0,13 0 0 0,0-11 0 0,-11-2-1 0,11 2 1 0,25-1-2 0,-60 12 2 0,11 0-1 0,-13 23 1 0,0 1 0 0,-11 13-1 0,14 48 2 0,-14-49-2 0,12 0 1 0,1 1 1 0,-2-25-1 0,-11-12 2 0,11 0-1 0,2-12-2 0,-2 0-1 0,2-25 1 0,24 13-1 0,-13-12 0 0,0-1 0 0,12 1-1 0,1 11 1 0,-13 1 0 0,0 13-1 0,-12 11 2 0,13 24-1 0,-25 0 2 0,11 48-1 0,-11-35 1 0,24-1-2 0,1 1 2 0,-13-25 0 0,36 12-1 0,-12-24-4 0,-24-12-32 0,1 12-64 0</inkml:trace>
</inkml:ink>
</file>

<file path=ppt/ink/ink3.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4-01-09T09:47:3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8514 4173 80 0,'0'0'0'0,"-35"0"5"0,23 11 1 0,0 15-2 0,-1-15-2 0,-11 13 0 0,-12-11 1 0,-12-2-1 0,-13-11 3 0,0 0 0 0,0 13-1 0,-10-26-2 0,-147-155 5 0,194 94-5 0,13-22 0 0,11-13 0 0,11-24-1 0,25 12 0 0,24 25 1 0,13 11 1 0,12 25-1 0,24 23 0 0,12 0 0 0,36 13-1 0,0 13 2 0,12 11-1 0,-10 48 1 0,-39 13-1 0,-1 34-1 0,-34 14-1 0,25 122-1 0,-62-122 1 0,-36 0-1 0,1-14 1 0,-26 14 1 0,-23-11 0 0,-13-13 0 0,-23 12 0 0,-37-1 0 0,-12-11-1 0,0-37 1 0,1-11 1 0,-14-37 4 0,1-13-1 0,-1-24-2 0,14-11-1 0,23-24-1 0,-10-50 1 0,82 51-2 0,0-62-5 0,50 48-9 0,96-72-117 0</inkml:trace>
  <inkml:trace contextRef="#ctx0" brushRef="#br0">28750 13800 7 0,'0'0'9'0,"0"0"6"0,0 0-4 0,0 0 13 0,0 0-9 0,0 0 22 0,0 0-27 0,12 0-7 0,1 0-1 0,-2-11 0 0,14-2-1 0,-13 2 0 0,24 11 0 0,-12-12 0 0,1-13 0 0,11 12 0 0,12-11 1 0,-11 1-1 0,11-1 1 0,24-12 1 0,1 10-2 0,-12-9 1 0,22-1 0 0,-9-1-1 0,22-11 1 0,-11 0-1 0,12 11 1 0,-12-11-1 0,11 0 2 0,-11 11 1 0,24-11-2 0,-24 0 0 0,11 11-2 0,1-11 1 0,12-1-1 0,-12 1 1 0,-13 11 2 0,-11-11 1 0,24 11 3 0,25-22-2 0,-2 9-3 0,-11 3 0 0,-1 11 0 0,-12-1-1 0,-11 1 0 0,-24 12 0 0,-24 0-1 0,-1 11 1 0,1-11 0 0,-2 12 0 0,15-12 0 0,-15-1-1 0,1 14-1 0,-11-2 0 0,-14 2-26 0,2 11-122 0</inkml:trace>
  <inkml:trace contextRef="#ctx0" brushRef="#br0">29753 12797 69 0,'0'0'0'0,"-11"-13"24"0,11 13-21 0,0 13 1 0,0-13 8 0,0 36-3 0,11-11-5 0,2-1-1 0,-1 0-1 0,1 12 0 0,12-12-1 0,-25-12-1 0,11 13 1 0,-11-13-3 0,0-12-24 0,0 0-60 0</inkml:trace>
  <inkml:trace contextRef="#ctx0" brushRef="#br0">29694 12566 93 0,'-12'-11'10'0,"-12"-1"-4"0,24 12-5 0,0-12-1 0,0 12-1 0,12 0-11 0,24 0-54 0</inkml:trace>
  <inkml:trace contextRef="#ctx0" brushRef="#br0">30020 12566 63 0,'0'0'19'0,"-12"0"-10"0,12 0-5 0,-12 0 5 0,-12 13 0 0,12 12-4 0,0-1-3 0,0 0-2 0,-1-1 1 0,13 1 0 0,0 2-1 0,25-14 0 0,-1 11 0 0,0-10 1 0,13-2-1 0,-1 2 0 0,-12 11 1 0,12-12-1 0,-25 0 0 0,-11 1 4 0,0-2 7 0,-22 2 1 0,-3-2-3 0,-11-11-4 0,-1 13-4 0,1-1-1 0,24 0-2 0,0-12-27 0,12 0-35 0,0 0 15 0</inkml:trace>
  <inkml:trace contextRef="#ctx0" brushRef="#br0">30335 12699 72 0,'0'0'27'0,"12"-11"-18"0,24-13 0 0,-12 12 1 0,1 0-6 0,-13 12-4 0,12-12-5 0,-12 12-23 0,0-12-43 0</inkml:trace>
  <inkml:trace contextRef="#ctx0" brushRef="#br0">30782 12349 42 0,'0'-11'15'0,"-12"-2"-3"0,12 0 8 0,0-11-1 0,-12 13-8 0,-12 11-5 0,0 0-2 0,0 11 0 0,-1 13 2 0,1 13-2 0,24 11-3 0,0-11 1 0,0 0-1 0,12-13 0 0,14 0 0 0,-4 0-1 0,3-24 1 0,-1 0 1 0,-12 0-1 0,12-12 1 0,-12 0-1 0,1-12 0 0,-1-13-2 0,0 1 1 0,0 0-1 0,-12-1 1 0,0 0-1 0,0 13 1 0,0 13-1 0,0 11 0 0,0 0 1 0,0 11 1 0,0 26 1 0,0 0 0 0,12-13 2 0,0 0 0 0,0 0 0 0,12-12-1 0,-13 0 0 0,28-12-2 0,-4-12-6 0,1-12-55 0,-12 24-13 0</inkml:trace>
  <inkml:trace contextRef="#ctx0" brushRef="#br0">32136 11999 78 0,'0'0'8'0,"0"0"-6"0,-11-12 0 0,0 12 4 0,-2 0 5 0,-11 12-3 0,11 0-3 0,-22 12 1 0,22 11 0 0,1-9-1 0,0 10-1 0,12 0-1 0,12-12-1 0,13 1 0 0,-3-13-1 0,16-1 0 0,9-11 0 0,-10 0 1 0,11-23 0 0,-11 9 0 0,-1-21-2 0,1 11 1 0,-13-12 0 0,-12 12-1 0,0-1 1 0,-12 1-1 0,0 0 0 0,0 24 0 0,0 0 1 0,0 0 2 0,0 12 0 0,12 12-1 0,0-12 1 0,1-1-2 0,9 3 0 0,-8-2 0 0,10 0-2 0,-12 0-8 0,1-12-38 0,9 0-55 0</inkml:trace>
  <inkml:trace contextRef="#ctx0" brushRef="#br0">32427 11829 79 0,'0'0'23'0,"-11"-12"-8"0,-2 12-5 0,1-12 1 0,0 12-7 0,12 0-3 0,-12 0-4 0,12 0-27 0,12 12-71 0</inkml:trace>
  <inkml:trace contextRef="#ctx0" brushRef="#br0">32536 11636 66 0,'0'0'22'0,"0"-12"-8"0,0-12-3 0,0 12 12 0,0-13-9 0,0 12-9 0,0 13-4 0,0-11 2 0,0 22 2 0,12 15-1 0,-12-2-1 0,12 12 0 0,0 11-2 0,2 3 0 0,-3-2-1 0,0 0 0 0,2 0 1 0,35 50-27 0,-24-74-15 0,-24-24-18 0,0 0 21 0</inkml:trace>
  <inkml:trace contextRef="#ctx0" brushRef="#br0">32548 11914 54 0,'0'0'18'0,"0"0"-8"0,0 0 4 0,0-12 9 0,12 12 3 0,0-12-20 0,13-1-1 0,23 2-1 0,-12-13-1 0,37-26 2 0,-37 39-3 0,-23-2-1 0,-2 2 0 0,0 11 1 0,-11 0-1 0,0 11 0 0,14 2-1 0,-2 11 1 0,-12-12-1 0,24 0 1 0,0 1 0 0,0-13 1 0,0 0 1 0,-11-13 0 0,0-11 1 0,9 0-1 0,-22 0-1 0,13 0-1 0,-13 0 0 0,12 11-1 0,-12 0 0 0,12 13 0 0,-12-11 0 0,12 11-1 0,-12 11 2 0,24 15-2 0,-12-2 1 0,13 11-1 0,-13 14 1 0,0 0 2 0,12-1-2 0,-12 13 0 0,13-1-1 0,-14 1 1 0,-11-13 1 0,0 0 0 0,0-11 1 0,-11-13-2 0,-2-13 2 0,-23-11 0 0,0 13 1 0,-1-26-1 0,1-11-1 0,-1 13 0 0,15-15-2 0,9-9 1 0,13-1-2 0,35 0-2 0,14-13-21 0,24 13-119 0</inkml:trace>
  <inkml:trace contextRef="#ctx0" brushRef="#br0">5068 4547 68 0,'-11'0'21'0,"-2"0"-17"0,1 0 3 0,12 24 6 0,-12 2-4 0,-1 9-2 0,13 13-2 0,25-11-2 0,-25-13 1 0,25 0 2 0,-3-24 7 0,27-11 4 0,12-38-4 0,11-11-1 0,37-25-1 0,0-11 0 0,12-1-5 0,1-1-2 0,-37 26-3 0,-39 24-4 0,-9 35-26 0,-25 13-70 0,0 13 27 0</inkml:trace>
  <inkml:trace contextRef="#ctx0" brushRef="#br0">32391 11054 37 0,'0'0'16'0,"0"-11"2"0,-12-1 1 0,0 0-3 0,0 0-7 0,0 0-6 0,12 12 4 0,0 12 0 0,0 0-2 0,12 23-3 0,0-9 2 0,24-2 1 0,-23 0 5 0,23-13-6 0,0-11-4 0,12-11 1 0,13-25-1 0,-1-13 1 0,1 1-1 0,-1-25 0 0,13 12 1 0,-25 13-1 0,0 0 1 0,0 11-24 0,-11 26-37 0,-1-1-13 0</inkml:trace>
  <inkml:trace contextRef="#ctx0" brushRef="#br0">2589 4500 24 0,'0'0'2'0,"0"0"2"0,0-12 4 0,-13 12 3 0,13-12 1 0,-12 12-2 0,12 0-6 0,0 0-3 0,0 0 9 0,12 12-6 0,-12 0 0 0,13-12-1 0,-2 12-1 0,2 12 0 0,11-13 1 0,0 13-2 0,0 2 1 0,0-2-1 0,26 0 0 0,-15 0 0 0,25 12 1 0,1-24-1 0,24 1 0 0,-13-13 0 0,61 0 1 0,1-13 1 0,-25 13-1 0,-13-12-2 0,1 0 1 0,-1-12 0 0,-11 11-1 0,0-11 0 0,-13 13-1 0,-11-1 3 0,12-13-2 0,-49 12 0 0,24-11 1 0,-35 13 0 0,-2-1 0 0,0 12 0 0,-11-12 3 0,-11 0-1 0,0 12-2 0,-14-12-1 0,1 12 1 0,-12 0-2 0,-13 0-1 0,1 0 1 0,-1 0 0 0,13 0 2 0,1 0 0 0,9 12-1 0,13-12 0 0,13 0-1 0,26 0 2 0,9 0 0 0,26 0 0 0,12-12 1 0,-1 12 3 0,-11-12-2 0,-13 12 2 0,-23 0-2 0,-13 12 1 0,-12 12 4 0,0 0 2 0,-37 24-3 0,2-11-1 0,-14-2-2 0,0 2-1 0,25-13-1 0,0-11-3 0,24-2-7 0,12-11-45 0,12 0-57 0</inkml:trace>
  <inkml:trace contextRef="#ctx0" brushRef="#br0">2589 4438 6 0,'0'0'7'0,"0"-11"6"0,0 11-9 0,-13-12 1 0,1 0 1 0,12 12-1 0,-12-12 0 0,0 0 1 0,12 12-3 0,0 0-1 0,-12 0-2 0,12 0 0 0,-12 0 0 0,12 12 1 0,0-12 2 0,0 12-1 0,0 0 0 0,0 0 1 0,0-12-1 0,0 11-1 0,12 15 0 0,0-14 0 0,0 0 1 0,0 12-1 0,13-12 1 0,-1 0-1 0,12 12 1 0,0-13 0 0,14 2 1 0,-4 0-1 0,3-1 0 0,0-12-1 0,-1 12 0 0,13-1-1 0,-12 2 1 0,-3-2-1 0,4 2-1 0,-2-2 2 0,0-11 0 0,25 13 0 0,-25-13 1 0,-11 0-1 0,11-13 0 0,0 13 0 0,13-24 0 0,-1 24 0 0,-11-24 1 0,11 13-2 0,1-1 1 0,11-13-1 0,-11 12 0 0,-1 2 0 0,-24-2 0 0,25 2 1 0,-37-1 0 0,25 12 1 0,-13-12-3 0,-11 0 1 0,10 0 1 0,2 12-1 0,-2-12 1 0,-10 12 0 0,-13-12-1 0,0 12 3 0,-12 0 2 0,-12-13 0 0,-12 13-2 0,-11-13-2 0,-3 13-1 0,-9-11 1 0,10 11-1 0,-11 0 0 0,11-12 0 0,13 12 0 0,0-12 0 0,24 12 1 0,0 0 0 0,12 0-1 0,12 0 1 0,12 0 0 0,25 0-1 0,-13 0 1 0,-12 12 0 0,-11 0 1 0,-12-1 1 0,-13 2 4 0,-13 0 1 0,-12-1-1 0,0 12-3 0,3-12-2 0,-15 23-1 0,13-11-2 0,0 26-32 0,11 9-83 0</inkml:trace>
  <inkml:trace contextRef="#ctx0" brushRef="#br0">32814 8975 11 0,'0'-12'4'0,"0"0"1"0,-11 0 1 0,11-25-1 0,0 25 0 0,0-12 1 0,0 0-1 0,11 11-2 0,-11 13-3 0,11 0 1 0,3 25 3 0,-2 72 0 0,0 59 2 0,0 62 0 0,-12 37 0 0,0-25-3 0,13-37-1 0,-13-60 2 0,0-48 1 0,0-50-4 0,-13-22 0 0,-11-13-1 0,-2-24 1 0,15-13 0 0,-13-11 0 0,-12 0 0 0,0 0 0 0,11 11 0 0,1 25 0 0,24 12 0 0,24 23 0 0,1 27 0 0,11-2 0 0,0-13 1 0,-12 2-1 0,13-24 1 0,-13-13 0 0,24-50 1 0,2-9 0 0,-15-1-1 0,-35 11 1 0,0 49-102 0</inkml:trace>
  <inkml:trace contextRef="#ctx0" brushRef="#br0">16135 15023 7 0,'0'0'0'0,"-24"-13"13"0,0-11-8 0,-1 12-2 0,-11-24 0 0,24 12 3 0,-24 0 2 0,1-13-1 0,-3 0-1 0,2 2-1 0,12-15 0 0,-13-9 3 0,2 11-2 0,10-13 0 0,13 1-3 0,0-1-1 0,12-11 0 0,0 11 0 0,12-13-1 0,12 3 0 0,11-2 0 0,3 1 0 0,9-1 0 0,2-12 0 0,24 13 0 0,-13-2 0 0,13 15 2 0,-12 11-2 0,10-1 0 0,3 13-1 0,10 0 1 0,1 11 0 0,12 1-1 0,0-1 1 0,11 1 1 0,-11 13 1 0,13-2 0 0,-3 2 0 0,-22 11 0 0,25 0-2 0,-14 0 0 0,-11 11 0 0,-13 2-1 0,25-2 1 0,-12 13-1 0,-1-11 1 0,-11 11-1 0,0 0 0 0,-1 0 0 0,1 1 1 0,-1 11-1 0,-12-13 0 0,1 15 0 0,0-2 0 0,-1-1 1 0,1 2-1 0,-2 0 0 0,-9-13 0 0,-15 11 1 0,14 2 0 0,-13 11-1 0,-11 1 1 0,-1 0-1 0,-12-13 1 0,0 12 0 0,0 13 0 0,-12-13 0 0,0 13-1 0,0-13 1 0,-12 13 0 0,0-13 0 0,0 12 0 0,0-11 0 0,-12 11 1 0,-1-11-1 0,1 11 0 0,-12 1 0 0,1-13 0 0,-3 0 0 0,2-11 0 0,0 11 0 0,0-12 0 0,-1 0 0 0,-108 61 5 0,97-72-4 0,-26-1 3 0,15-12-3 0,-2 0 0 0,1 0-1 0,23-12-1 0,-59 24 1 0,-25 0-1 0,48-24-1 0,1 11 2 0,-1-11 0 0,-145 14-1 0,134-14 1 0,11 0-1 0,-12 0 0 0,1-14-2 0,-13 14 1 0,12 0 1 0,-61-11 0 0,87-2 0 0,-62-34 3 0,60 11-3 0,25-1 2 0,-49-11 2 0,60 36-3 0,14 0 0 0,0 12-9 0,33 0-142 0</inkml:trace>
  <inkml:trace contextRef="#ctx0" brushRef="#br0">32367 12737 16 0,'-12'0'10'0,"-25"-12"4"0,-11 12 4 0,-1-13-3 0,-11 13-3 0,0-13-3 0,-1-11-4 0,1 1-1 0,11 11 0 0,-11-24 2 0,23-2 0 0,-11-9-2 0,11-14-1 0,-22-24 0 0,11-48 1 0,23 13 0 0,13 23-1 0,0 0-2 0,12 0 2 0,0 1 2 0,12 46-1 0,12 3 0 0,0-13-2 0,13 11-1 0,11-12 0 0,12 1-1 0,13 0-1 0,12 10 0 0,-1 15 0 0,12-2 3 0,14 14-2 0,-13-2-1 0,-2 25 0 0,15-13-1 0,-1 13 0 0,-12 0 1 0,0 13-1 0,-1-2 0 0,-11 15 1 0,-12 9 1 0,-1-11 0 0,-11 13-1 0,-13 11 1 0,-12-11 0 0,2 11-1 0,-16 1 1 0,15-1 0 0,-25 1 0 0,12-1 1 0,1-1-1 0,-25 14 1 0,24-13-2 0,-24 13 3 0,12 12-1 0,-12-12-1 0,0-1 0 0,-12 1 1 0,-12-14 1 0,11 15-1 0,-11-15 0 0,0 1 0 0,0 2 0 0,-11-15 1 0,9 14-1 0,-11 0 0 0,-9-1-1 0,-4 1 1 0,-10-1 2 0,-1 0 2 0,1-11 2 0,-13-2 1 0,1-22-2 0,0-2-1 0,-13 2-2 0,0-13-1 0,0-13-1 0,-11 2-4 0,23 11 0 0,0-13-27 0,37 13-72 0,36 0 51 0</inkml:trace>
  <inkml:trace contextRef="#ctx0" brushRef="#br0">18119 14890 36 0,'-12'-13'8'0,"-13"1"3"0,14 0 0 0,11-1-4 0,0 2-6 0,0 11 0 0,0 0-2 0,11 11 2 0,0 14-1 0,3-13 0 0,10 25 0 0,1-1 1 0,-14 12-1 0,63 86 1 0,-39-63-2 0,-11 3 1 0,24 9 0 0,1 27-1 0,-1-25 1 0,50 72 0 0,-26-72 3 0,12-13-1 0,-11 13-1 0,24 0 0 0,-14-13-1 0,2 13 1 0,-12-14-2 0,73 99 1 0,-63-97 1 0,2 0 0 0,0 0 1 0,12-1-1 0,1-11 0 0,180 83 2 0,-171-95-2 0,15-1 0 0,11-11 0 0,-1 11 0 0,2 1-1 0,12-13 0 0,11-12 0 0,145 11 1 0,-133-46-1 0,1-2 0 0,11-10 2 0,1-1-1 0,10-14 0 0,3 3-1 0,-14-13 0 0,460-134 7 0,-472 110-4 0,-11-2 0 0,0 3 0 0,-2-14 0 0,-10 0-2 0,-2-11 1 0,-11-13 1 0,1 12 1 0,144-133 4 0,-132 120-6 0,-14 1-1 0,13 2 0 0,-13-3 1 0,-10 1-1 0,11 0 0 0,303-180 0 0,-279 204 0 0,12 12 0 0,14-11-1 0,9 10 0 0,-11 3 2 0,194-38 1 0,-193 72-3 0,-1 1 0 0,1 0 0 0,-12 12-1 0,-2 0 0 0,2 11 0 0,-1-24 1 0,-12 26 1 0,14-13-1 0,-3 0-1 0,1-13 1 0,1 0 1 0,-1 2-1 0,0-1 1 0,13-13 0 0,-1-11-1 0,1-1 1 0,-2-11 0 0,2-2-1 0,1 2 0 0,-15-12 0 0,-34 11 2 0,458-253 12 0,-519 289-12 0,72-59 2 0,-24 11-3 0,0-12-2 0,-1 12 0 0,-11 0 3 0,-24 0-2 0,0 26 1 0,-12-2-1 0,-25 13-4 0,-11 23-24 0,-15 1-91 0</inkml:trace>
  <inkml:trace contextRef="#ctx0" brushRef="#br0">16135 3253 34 0,'-12'0'13'0,"12"0"-2"0,0 0-1 0,0-11-2 0,0 11-2 0,12-13 1 0,13 2-2 0,-3-13 2 0,28-13 1 0,-2-11 0 0,37-26 3 0,12-9-1 0,24-14-3 0,0-12-2 0,12 0-3 0,12 0 0 0,-23 0 1 0,-39 37-3 0,2 11 2 0,0 1-1 0,-14-1-1 0,-21 13 1 0,-26 24 0 0,-13 0-3 0,-11 12-13 0,0-2-41 0,-11 14-21 0</inkml:trace>
  <inkml:trace contextRef="#ctx0" brushRef="#br0">16389 2782 7 0,'12'-24'32'0,"0"-1"-22"0,0 14 1 0,0-2-4 0,1-11 6 0,-1 12-4 0,0 0 2 0,0 12-3 0,-12-13 5 0,0 13-4 0,0 0-5 0,-12 13-2 0,-61 120 2 0,49-84-3 0,-12-1 0 0,-1 13-1 0,-11-2 1 0,12-11 0 0,-2-11 0 0,27 0-1 0,-13-26 1 0,12 2 0 0,12-2-1 0,0 2 2 0,12-13 0 0,-12 0 2 0,13 0-1 0,9 0 1 0,4 0-2 0,11-13 0 0,-2 2 0 0,1-2-1 0,13-11-1 0,-1 13 0 0,13-2 1 0,-1 2-1 0,-11-1 0 0,-13-13 0 0,-1 25-1 0,-22-13 0 0,-1 13 2 0,-12 0 9 0,-12-11-7 0,12 11-1 0,0 0-1 0,0-13 0 0,0 2 1 0,-13-1-1 0,13-12 1 0,-11-14 0 0,-13 15 1 0,-12-13-1 0,0-13 0 0,-1 1-1 0,13 11-1 0,-12-11 0 0,36 24 0 0,-13 0-4 0,26 11-22 0,59-11-66 0,-47 24 34 0</inkml:trace>
  <inkml:trace contextRef="#ctx0" brushRef="#br0">4003 9544 35 0,'-12'0'11'0,"0"-13"0"0,12 0-6 0,12 13-1 0,25-11 4 0,11 11 2 0,25 0 0 0,23 0-1 0,49 11 3 0,37-11-1 0,23-11 1 0,25-1 1 0,12-12-2 0,24 12-3 0,-24-13-1 0,-24 14 0 0,-24-14-2 0,-62 13-2 0,-47 0-1 0,-48 0-1 0,-25 12-1 0,-24 0-5 0,-37 0-35 0,-24 12-85 0</inkml:trace>
  <inkml:trace contextRef="#ctx0" brushRef="#br0">6822 4621 54 0,'0'0'0'0,"-37"-24"25"0,25 11-7 0,12 13 9 0,37 0-13 0,23 0-3 0,25 0-5 0,13 0-2 0,34-13-1 0,1 2 2 0,11-2-1 0,-10 2-1 0,-12 11-1 0,34-12-1 0,-120 0 1 0,-24 0 2 0,0 0 1 0,1-12 0 0,-13-13-3 0,12-72 0 0,0 36-2 0,12-23 1 0,1-26-2 0,-14-34 1 0,13-14 1 0,-11-11-2 0,11-49 1 0,0-1-2 0,11 15 2 0,2 10 0 0,0 25-1 0,-1 72 2 0,-12 36-1 0,25 1 0 0,11-2-1 0,25 15 1 0,13 22-1 0,21 13-1 0,15 11 2 0,22 13 1 0,14 0-2 0,36 13 0 0,24 11 4 0,23-13 1 0,27 3-5 0,33 9 3 0,2-10-2 0,-1-2 1 0,1 13-1 0,11-11 0 0,2-2-1 0,-4 2 2 0,28 24-4 0,-13-26 1 0,24 26 0 0,170-1 2 0,-231 0 1 0,-25-11-1 0,-47-1-2 0,0 11 2 0,-49 3 0 0,-47-2 0 0,-27 12 0 0,-33-11 0 0,-50 11 0 0,-13-13 0 0,-11 15 0 0,-24 10 0 0,13 13 1 0,-13-1-1 0,12 25 1 0,-13 12-1 0,12 24 0 0,-9 0 1 0,-3 0-2 0,-11-1 2 0,12 2-3 0,11-13 3 0,1-12-1 0,12-12 1 0,-12-1 0 0,24-11-1 0,-12 0 2 0,12-14-3 0,13 27 3 0,-13-63-1 0,24 39 0 0,0-26-1 0,25-24 3 0,11 0 1 0,61-24 1 0,25 0-2 0,47-24 0 0,25 12 0 0,24 0 0 0,0 12 0 0,-23 0-1 0,-39 0 1 0,-34 0-1 0,-75 0-2 0,-44 0 0 0,-39 0-6 0,-26 0-44 0,-33 24-89 0</inkml:trace>
  <inkml:trace contextRef="#ctx0" brushRef="#br0">22170 2298 54 0,'0'-12'16'0,"0"0"-9"0,13-25 1 0,-13 13 5 0,-13 0-4 0,-11-13-3 0,-13 37-4 0,13-11 0 0,-11 22-1 0,-2 2 1 0,2 24-2 0,10 35 0 0,13-24 0 0,12 1 1 0,12-1-2 0,13-35 1 0,-1 11 0 0,12-24 0 0,-11 0 1 0,10-12 0 0,1-26 0 0,-12 3 0 0,1-14 1 0,-14 13 0 0,2 0 1 0,-1-1 0 0,-12 2-1 0,12 9 3 0,-12 15-3 0,0 11 0 0,0 0 3 0,12 37 1 0,-12-2-3 0,0 63 1 0,0-14 0 0,0-11-3 0,12 11 0 0,-12 1-2 0,0-24 2 0,0-13-1 0,0-12 1 0,0 0-1 0,0-11 0 0,-12-13-3 0,12 0-8 0,-12-12-31 0,0 0-17 0,12-12 22 0</inkml:trace>
  <inkml:trace contextRef="#ctx0" brushRef="#br0">22450 2274 81 0,'0'-24'16'0,"0"11"-13"0,0 13 7 0,11 0-1 0,-11 13 1 0,11 23-5 0,2 13-3 0,-13-1 0 0,11 1 0 0,2-1-1 0,11-13-1 0,0-22 1 0,1 11 0 0,-1-24 0 0,12 0 1 0,-24-13 1 0,13-11-2 0,-1-11 1 0,-12-1-2 0,25-2 0 0,-37 3 0 0,11-14 0 0,0 25 0 0,2 12 1 0,-13 0-2 0,0 12 1 0,13 0-1 0,-13 12 1 0,0 13 1 0,0 11-1 0,12 0 0 0,-12 0 0 0,12 1 1 0,12-13-1 0,0-12 0 0,0 0 0 0,13-1 1 0,11-11-1 0,-12-11 1 0,13-13-1 0,-13 0 1 0,1 0-1 0,-2-2 1 0,-22-9-1 0,-1 11 1 0,-12-1 0 0,0-11 0 0,-25 36-1 0,12-12 1 0,-9 12-1 0,-3 12 1 0,1 13-1 0,12-1 0 0,0 12 0 0,12-1 0 0,12 3 0 0,12-2 0 0,13-12 0 0,-15 0 0 0,28-24-1 0,-15 11 1 0,14-11 0 0,-13-11 0 0,13-13 0 0,-25 0 0 0,13 0 0 0,-25-13-1 0,0 1 2 0,0 0-1 0,0 0 1 0,-12 11-2 0,-12 13 2 0,12 0 0 0,0 12 0 0,-12 0 0 0,12 0-1 0,0 12 1 0,12 0-1 0,12 13 0 0,-12-14 1 0,12 14-1 0,1-1 0 0,11 0 0 0,-23 0 1 0,9 1-1 0,-22-13 2 0,0 12 6 0,-11-12 0 0,-13 0-2 0,-12-12-4 0,-13 0-1 0,1 0-1 0,24 0-3 0,-1-12-12 0,13 12-26 0,24-12-37 0,0 0 34 0</inkml:trace>
  <inkml:trace contextRef="#ctx0" brushRef="#br0">23816 2080 80 0,'0'-11'19'0,"0"-26"-16"0,0 13 6 0,0 0 14 0,12 24-5 0,-12 0-10 0,12 48 8 0,-12-11-9 0,0 22-3 0,0 111 0 0,0-109-3 0,0-1-1 0,0-11-2 0,0-13-4 0,0-12-7 0,12 0-51 0,-12-24-21 0</inkml:trace>
  <inkml:trace contextRef="#ctx0" brushRef="#br0">23803 2335 53 0,'0'0'19'0,"25"-13"-11"0,11 13 1 0,49-24 28 0,-49 24-26 0,-12 0-5 0,12 13-1 0,-24 11 0 0,12 0 2 0,-24 0-1 0,13 12 0 0,-13-23-2 0,0 11-1 0,0-12-2 0,0 0 0 0,0-12-2 0,0 12-2 0,0-24-22 0,11 0-39 0,-11 0-9 0</inkml:trace>
  <inkml:trace contextRef="#ctx0" brushRef="#br0">24203 2057 69 0,'0'-14'6'0,"0"14"-19"0,36 0-45 0</inkml:trace>
  <inkml:trace contextRef="#ctx0" brushRef="#br0">24336 2286 88 0,'-12'12'12'0,"-12"12"-8"0,24 1 10 0,-13-13 9 0,13 12-10 0,0-1-9 0,13 3-3 0,-2-2 1 0,14 0-2 0,-13 0 0 0,12-24 1 0,-13 11 1 0,13-22 5 0,-11-1-2 0,-13-12-1 0,0 12-2 0,0-25 0 0,0 13-1 0,-13 0 0 0,13 0-2 0,13-12 1 0,-1 23-1 0,13 1 1 0,-1 12 0 0,12-12 0 0,-12 12-1 0,13 24 2 0,-13 0-1 0,12 13 1 0,-24-1-1 0,1 1 2 0,-2-1-2 0,-11-12 2 0,0-1-1 0,0-10 2 0,0-2-1 0,0-11 0 0,0 0 1 0,11-11-2 0,2-13-2 0,12-12 1 0,0 12-1 0,-3-14-2 0,15 3-1 0,-11 11 2 0,-4-1 0 0,3 14 1 0,-13 11 0 0,0 24 1 0,0 0 2 0,0 23 2 0,0-9 0 0,13-2-2 0,-13 12 0 0,0-11-2 0,-12-13 1 0,0-24-1 0,0 11-1 0,-12-11-19 0,0-11-63 0,12-1 14 0</inkml:trace>
  <inkml:trace contextRef="#ctx0" brushRef="#br0">25642 2444 50 0,'0'0'0'0,"0"0"40"0,0 0-9 0,0 0-6 0,12 0-12 0,0 0-6 0,12 0-1 0,13 0-2 0,11 12 0 0,12-12-2 0,25 12 2 0,11 0-1 0,26-12-1 0,12 0 1 0,-3 0-1 0,3 0-1 0,-12 0 0 0,-37 0 0 0,-14-12 0 0,-47 0 1 0,-24 12 1 0,0-12-2 0,-36 0 0 0,-1-14-2 0,1 15 1 0,0-1-1 0,12 0 1 0,13 0-1 0,11 12 1 0,0 0-1 0,11-12 0 0,13 12 2 0,12 12-2 0,0 0 3 0,-12 12-1 0,1 0 1 0,-25 1-1 0,0-13 0 0,0 24 1 0,-25-13-1 0,1 1 0 0,2-11-2 0,-4 0-8 0,2-1-41 0,24 0-83 0</inkml:trace>
  <inkml:trace contextRef="#ctx0" brushRef="#br0">27735 2311 47 0,'0'0'20'0,"11"-25"-2"0,-11 13-3 0,0 0 5 0,0 0-5 0,-24-1-6 0,12 2-5 0,-36-2-1 0,11 26-1 0,-23 11 1 0,24 24-1 0,12 1-2 0,24-1 0 0,0-11 0 0,24-13 1 0,12 0-1 0,12-12 1 0,1-12 1 0,-13-12-1 0,1-12 0 0,-13 0-1 0,-12-13 1 0,-12 1 1 0,0-12-1 0,-12 11 1 0,-1 13-1 0,13 11 2 0,0 13 0 0,-11-11-1 0,11 11-2 0,11 36 3 0,2 13 0 0,-1 11 0 0,0 1 0 0,0-1 0 0,0 25-1 0,-12-14-2 0,0-10 1 0,0 0 0 0,0-13 0 0,0-23-1 0,0-13 0 0,0-12-2 0,0 0-5 0,0-12-23 0,0-13-33 0,0 13-16 0</inkml:trace>
  <inkml:trace contextRef="#ctx0" brushRef="#br0">27916 2213 99 0,'0'0'0'0,"0"-11"21"0,-11-2-16 0,22 13 8 0,-11 13 5 0,11 22-5 0,26 50-5 0,-1-36-7 0,-11-14 0 0,35 3 2 0,1-26 1 0,-49-12-1 0,12-24-1 0,-12 11 0 0,12-23-1 0,0 0 0 0,-12 0-2 0,1-1 2 0,-13 25-2 0,12-13 1 0,-12 1 1 0,0 13-1 0,0 11 0 0,0 0 0 0,0 0-1 0,0 48 3 0,13 37 0 0,-2-49-2 0,13-1 1 0,24 3 0 0,-24-26-2 0,13 0 2 0,-1-12-1 0,13-24 1 0,0 12-1 0,-3-14 0 0,4 3-1 0,-15-1 2 0,-10-13-1 0,-25 13 0 0,0-12 1 0,0 24 0 0,-25-1-1 0,3 2 0 0,-2 11 0 0,-2 0 1 0,2 0-2 0,0 36 2 0,13 0-1 0,-2-12 0 0,26 13 0 0,-2 10 0 0,24-21 0 0,-9-2 0 0,-2-12 0 0,24 0-1 0,-12-12 1 0,13 0-1 0,-25-12 0 0,12 0-1 0,-23-12 0 0,23-2-1 0,-24 3 3 0,12-1-1 0,-11-13 1 0,-2 13-1 0,-11 0 2 0,0 12-2 0,13 0 2 0,-13-1-1 0,0 2 1 0,0 11-1 0,11 11 0 0,0 26 2 0,-11-13-2 0,26 25 0 0,-13-13 0 0,-2-13 1 0,0 3-1 0,2 10 0 0,-2-36 0 0,-11 12 1 0,0-12 0 0,0-12 1 0,0-12-3 0,13-1 2 0,-13 1-1 0,0-12 1 0,12 12-2 0,0-13 3 0,12 13-4 0,-11 12 3 0,-1 0-3 0,12-1 1 0,12 13 0 0,-11 0 1 0,23 13 0 0,-36-1 0 0,13 0-1 0,-14 0 1 0,-11-12-1 0,0 12 2 0,0 1-2 0,-11-13 2 0,11 11-2 0,0-11 1 0,11 0-1 0,-11 0 2 0,11 0-1 0,-11 0-1 0,24 13 1 0,-10-1 1 0,11-12-2 0,-14 12 0 0,25-12 1 0,-24 12 1 0,12-12-1 0,-12 0-1 0,13-12 1 0,-13 0 0 0,24 0 0 0,-24-12 0 0,12-1 1 0,-24 1-1 0,0 12 0 0,13-1 2 0,-13 2-1 0,0-13 0 0,0 24-1 0,0-13 2 0,0 13-2 0,0 0-1 0,0 0 1 0,0 13 1 0,12 11-3 0,0 12 2 0,0-24-1 0,0 12 2 0,0-11-1 0,0-2-1 0,1 14 2 0,-13-13-1 0,0 0-1 0,11 0 1 0,0 24 0 0,-11-23 0 0,0-1 0 0,0 0 0 0,0 0 0 0,0-12 0 0,13 0 0 0,-26 0 1 0,13 0-1 0,0 0 0 0,0 12 0 0,-11 0 0 0,11 24 2 0,-24-12-3 0,12 1 1 0,-12 11 1 0,0-1 0 0,12-10-1 0,-13 0 1 0,13-1-1 0,-12-13 1 0,0 2 0 0,-13 11 0 0,13-24-1 0,-12 0 1 0,23 0 1 0,-9-12-1 0,9-13 0 0,13 1 1 0,24-24-3 0,12 0 0 0,37 0-1 0,11-13 1 0,36 25-3 0,-10 12-3 0,11 12-31 0,-12-1-105 0</inkml:trace>
  <inkml:trace contextRef="#ctx0" brushRef="#br0">26162 2661 73 0,'0'0'0'0,"0"-24"31"0,12 11-16 0,-12 13 1 0,0 0 6 0,-12 24-14 0,-12 13 2 0,0 11-3 0,-49 74 2 0,37-51-7 0,12-9-2 0,-13-2 0 0,24-23 0 0,2-26 1 0,11 2 0 0,0-13 2 0,0-13 1 0,0 13-20 0,-11-11-85 0,11-1 37 0</inkml:trace>
  <inkml:trace contextRef="#ctx0" brushRef="#br0">23888 3266 85 0,'0'0'0'0,"-12"-13"22"0,12 13-17 0,0 13 1 0,12 23 7 0,-12 13-3 0,12 11-2 0,1 1-4 0,-13-2 0 0,11-9-2 0,-11-2-1 0,11 0-1 0,-11-24 1 0,0 0-7 0,0-11-30 0,0-13-27 0,-11 0 22 0</inkml:trace>
  <inkml:trace contextRef="#ctx0" brushRef="#br0">23743 3531 77 0,'0'-11'21'0,"24"-1"-18"0,12 0 2 0,1 12 3 0,-1 0 0 0,1 12-4 0,-1 11-2 0,0 1-1 0,-12 14-1 0,0-15 1 0,-12 1 0 0,0-11 4 0,-12-13 11 0,0-13 17 0,0-11-24 0,-12 13-3 0,24-13-2 0,-12-13-2 0,13 24 0 0,-2-22-4 0,13 35 1 0,1-12-13 0,11 12-18 0,13 0-16 0,-1 12-6 0,0 12-1 0</inkml:trace>
  <inkml:trace contextRef="#ctx0" brushRef="#br0">24481 3605 34 0,'0'-24'66'0,"0"11"-41"0,0-11-1 0,0 11-8 0,-37-22 2 0,13 23-14 0,-13 12-3 0,-22 36-1 0,35-1 1 0,11 3-1 0,2-2 0 0,11-1-1 0,11-10 2 0,26-13-2 0,-13-12 1 0,11 0 0 0,-11-24 0 0,13-72 0 0,-37 59 0 0,0 13-1 0,13 0 1 0,-13 24-1 0,11 0 1 0,2 35 0 0,-2-11 0 0,14 14-1 0,-1 33-54 0,-12-34-34 0,-12-24 55 0</inkml:trace>
  <inkml:trace contextRef="#ctx0" brushRef="#br0">24638 3544 77 0,'0'-13'12'0,"12"2"3"0,1-1-1 0,-2 12 5 0,0 0-7 0,-11 23-4 0,13 1-5 0,0 14 0 0,-1 9-1 0,-12-10-1 0,0-13 0 0,12-11-1 0,-12-2 1 0,0 2 0 0,0-26 5 0,0 2-5 0,13-2 1 0,-2-24-2 0,13 2 0 0,-13 11 0 0,2-26 1 0,13 26-2 0,9-11 1 0,-23 35 0 0,-12 0 0 0,12 12 1 0,-12 11 1 0,12 1 2 0,-12 37-2 0,12-37-2 0,-12 0 1 0,12 1-4 0,12-25-9 0,-11 12-27 0,23-12-78 0</inkml:trace>
  <inkml:trace contextRef="#ctx0" brushRef="#br0">25267 3531 64 0,'0'0'0'0,"-36"-11"46"0,25-1-33 0,-27 12 6 0,2 12-2 0,12-1-7 0,0 2-7 0,12-2-2 0,12 15-2 0,24-2 1 0,12 0 0 0,0-13 1 0,2 13-2 0,-3-11 2 0,-23-1-2 0,0 0 3 0,-12-12-2 0,0 13 4 0,-37-13-2 0,1 11 1 0,-13-11-2 0,14 0 0 0,-1 0-5 0,22-11-12 0,3 11-33 0,22-13-41 0</inkml:trace>
  <inkml:trace contextRef="#ctx0" brushRef="#br0">25400 3302 77 0,'0'0'0'0,"0"-24"25"0,-12 12-17 0,12 12 8 0,0 0-1 0,0 12 0 0,0 24-4 0,0 13-3 0,0-1 0 0,0 13-2 0,0-13-2 0,0 0-2 0,0 0-1 0,0 0-1 0,0-11 0 0,-12 0-13 0,12-13-23 0,0-24-41 0,0 0 26 0</inkml:trace>
  <inkml:trace contextRef="#ctx0" brushRef="#br0">25714 3593 62 0,'0'0'48'0,"-12"-12"-30"0,-36 12 6 0,12 24-11 0,12-13-8 0,11 26-4 0,-11 24-1 0,24-50 0 0,12 2 0 0,0-13 2 0,14-24 1 0,-4-1-1 0,3 0-2 0,-13 1 1 0,12 13-2 0,-24 11 2 0,12 0-2 0,25 60 1 0,-13-35 1 0,0-14-2 0,13 2 1 0,-26-13-2 0,14 0 0 0,-25-13 0 0,36-11 1 0,-36-13 1 0,24 2 1 0,-13-1-1 0,-11-13 1 0,13 1-1 0,-13 0 1 0,0-1-1 0,0 1 1 0,0 24 1 0,0-1 1 0,-13 25 0 0,13 0-2 0,0 12 0 0,0 25 3 0,0-1-2 0,0 12 0 0,0 1-1 0,0-2 0 0,0 3-1 0,13-15 1 0,-1 13-1 0,0-23 0 0,-12 0-1 0,13-25-5 0,-13 11-10 0,0-11-10 0,0 0-33 0,0-11-13 0</inkml:trace>
  <inkml:trace contextRef="#ctx0" brushRef="#br0">25787 3593 59 0,'0'0'19'0,"24"-12"-12"0,13 12-2 0,-1-13 13 0,11 13 3 0,3-13-6 0,-15 13-9 0,2 0 0 0,-13 13 0 0,-12 12-2 0,-12-2 3 0,0 14-3 0,0-26-1 0,0 14-2 0,0-13 0 0,12-12-1 0,-12 0-5 0,0 0-27 0,13-24-84 0</inkml:trace>
  <inkml:trace contextRef="#ctx0" brushRef="#br0">26150 3302 73 0,'0'0'28'0,"-12"-12"-26"0,24 24-4 0,12 0-3 0,-12 12-21 0,24 1-39 0</inkml:trace>
  <inkml:trace contextRef="#ctx0" brushRef="#br0">26318 3605 74 0,'0'0'0'0,"-11"24"24"0,0-13-16 0,11 13 7 0,-13-11 5 0,13-1-12 0,13 0-4 0,-2 1-1 0,0-2 1 0,14-11 0 0,13-11 0 0,-16 11-1 0,-9-25 0 0,-1 13 0 0,-12-12-1 0,0 11 1 0,-12-11-3 0,-12 13 2 0,0 11-3 0,-1-12 2 0,13 12-2 0,-1 0 3 0,13 0-3 0,13-12 2 0,-1 12-2 0,26 0 2 0,-16-13-2 0,15 13 2 0,11 0-1 0,-11 0 0 0,-13 13 0 0,1 11 2 0,-14 0 0 0,2 0 2 0,-13 12-2 0,0-11-1 0,0-1 0 0,0-13 1 0,0-11-2 0,0 0 4 0,24-11-2 0,-12-2 0 0,24-23-1 0,-23 11 0 0,22-10-2 0,-23 11 2 0,24 0-1 0,-23-2-1 0,-2 26 2 0,2 0-1 0,-1 13-1 0,0 0 1 0,0 22 1 0,0-11-1 0,13 0 1 0,11 1-2 0,-12-13 1 0,1 1-5 0,11-2-49 0,-24-11-67 0</inkml:trace>
  <inkml:trace contextRef="#ctx0" brushRef="#br0">29174 3000 14 0,'12'0'10'0,"-12"-12"-2"0,12 0 4 0,-12 12 2 0,0 0 0 0,0-12-3 0,0 12 0 0,-12-12-1 0,12 12-3 0,0 12-1 0,0 0 0 0,12 0 1 0,-12 24 0 0,0-1-1 0,12 26 3 0,-12-13-6 0,0 13 2 0,12 37 0 0,-24-26-1 0,12 1-2 0,12-1 0 0,-12 0 0 0,0-11-1 0,0 11 2 0,12-11 0 0,-12 0 0 0,12 119 5 0,-24-130-7 0,12 9 1 0,0-9 3 0,12 94 13 0,-12-95-13 0,0-1-2 0,0-11-1 0,0-1-2 0,0 0 0 0,13-12 1 0,-13-11 0 0,0-1 0 0,0-12 0 0,0 0 0 0,0 0 1 0,0 0 0 0,0 0-2 0,-13 0 0 0,13-12-9 0,0 12-49 0,-12-13-74 0</inkml:trace>
  <inkml:trace contextRef="#ctx0" brushRef="#br0">29791 3738 54 0,'0'0'20'0,"0"-13"-16"0,12 2-4 0,12 11 0 0,-13 0 2 0,2-13 0 0,-1 1 1 0,12 0-2 0,-24-25 4 0,-12 13 3 0,-12 13 1 0,11-1-1 0,-9 0-1 0,-16 12-2 0,26 12-1 0,-12 0 1 0,13 12-3 0,-2 0 2 0,13 12 0 0,13-11 1 0,22 10-1 0,-10-10 0 0,11-13-3 0,12 0 0 0,-11 0-4 0,11 0-16 0,0-12-32 0,-11-12-23 0</inkml:trace>
  <inkml:trace contextRef="#ctx0" brushRef="#br0">30105 3605 55 0,'0'0'10'0,"0"0"-2"0,35 11 7 0,-9 2 8 0,11 11-6 0,-2 0-6 0,1 13-8 0,0-2-3 0,-11-22 1 0,-1 11-2 0,12 0-34 0,-24-12-2 0,-12-12 7 0,0-24-10 0</inkml:trace>
  <inkml:trace contextRef="#ctx0" brushRef="#br0">30407 3616 33 0,'0'-11'17'0,"-24"11"7"0,0 11-9 0,0 13 1 0,-12 13-6 0,-13 11-5 0,24-11-3 0,3-1 0 0,-3 0-2 0,13-11-1 0,12-13-5 0,0 0-28 0,0-12-40 0</inkml:trace>
  <inkml:trace contextRef="#ctx0" brushRef="#br0">30540 3786 63 0,'0'0'0'0,"13"0"10"0,59-12 22 0,-36 0-19 0,0-1-6 0,37-22 2 0,-73 10-9 0,12 13 1 0,0-12 0 0,-12 0 1 0,-24 0-1 0,-71 24 6 0,57 24-5 0,13 11 1 0,14-10-2 0,11 11 2 0,0 1-3 0,11-13 2 0,14-12-2 0,13 0-2 0,9 0-16 0,-11-12-32 0,13 0-27 0</inkml:trace>
  <inkml:trace contextRef="#ctx0" brushRef="#br0">31157 3677 38 0,'0'0'24'0,"-24"-13"-3"0,0 2-2 0,-12-2 1 0,11 13 1 0,-11 0-5 0,12 24-10 0,-11 1-4 0,22 11 0 0,13 1-2 0,0-13 2 0,24 0-3 0,11 13 1 0,2-25-1 0,11 0 1 0,13-12-1 0,0 0 3 0,60-73 2 0,-97 37-2 0,-24 12 0 0,11-25 2 0,-11 37-1 0,0 12-2 0,0 0-1 0,0 24 0 0,0 13 1 0,37 35 0 0,-25-48-4 0,13 1 2 0,-1-1 2 0,-13-24 1 0,26 0 1 0,-13-12-2 0,1-12 1 0,-13 11-2 0,12-11 0 0,-24 12-1 0,12 0 2 0,0 0-1 0,0 12 0 0,-12-12-1 0,13 12 1 0,-13 0-1 0,22 36 1 0,4-24 1 0,-2 25-2 0,11-25 3 0,-11 0-3 0,13 0 1 0,-13-12-2 0,13 0 3 0,23-61-1 0,-35 25-1 0,-1-12 2 0,0-50-1 0,-24 2 0 0,0 36 0 0,-12 60 0 0,24 24-1 0,-12 12 2 0,12 1-2 0,1 11 2 0,-13 0-1 0,11 0 0 0,0-11 1 0,-11-1-1 0,0-12 1 0,13-12-1 0,-26 1 1 0,13-13-1 0,-11 0 1 0,11-13-2 0,-11 1 1 0,-14-12-1 0,1 12 0 0,0-12 0 0,-1 0 1 0,-11 11-1 0,24 2 0 0,-12-2-1 0,24 13 3 0,12 0-1 0,12 13 0 0,12-2 2 0,13 2-2 0,11-13 1 0,14 11-1 0,-27-11 1 0,26 0 0 0,-25 0 1 0,-24-11-4 0,13 11 2 0,-25-13 0 0,-12 2 0 0,12-2 0 0,-12 1 0 0,0 0 1 0,-12-1-2 0,0 13 0 0,0-11 1 0,-1 11-1 0,-11 11 1 0,0 14 2 0,12-13-2 0,0 25 1 0,0-13-1 0,12 12 2 0,12-12-1 0,12 1 4 0,12-13-5 0,1 0 2 0,11-12-4 0,-1 0 4 0,3-12-4 0,-15-13-10 0,-10 1-92 0,-25 24 38 0</inkml:trace>
  <inkml:trace contextRef="#ctx0" brushRef="#br0">28533 5043 73 0,'0'-11'26'0,"0"-1"-20"0,0 35 15 0,12 1 0 0,-12 26-7 0,0-2-7 0,0 0-2 0,12 0-3 0,-12 1 0 0,13 11-3 0,-13-11-3 0,0-14-13 0,0-22-26 0,0 0-60 0</inkml:trace>
  <inkml:trace contextRef="#ctx0" brushRef="#br0">28484 5067 69 0,'49'0'8'0,"23"0"-3"0,13 24 6 0,-25 2 3 0,1 9-1 0,-13 2-2 0,-11 11-3 0,-25-11-1 0,-12 11 1 0,-25 0 2 0,-23-11-2 0,-12-25 1 0,-14 23-2 0,-22-35-2 0,12 13-2 0,-1-13-2 0,24 0-1 0,37 0-1 0,12 0-11 0,24-13-29 0,49-10-86 0</inkml:trace>
  <inkml:trace contextRef="#ctx0" brushRef="#br0">29101 5141 98 0,'0'0'19'0,"-24"0"-11"0,24 11-1 0,0 13 12 0,0 13-1 0,-13 0-7 0,37 11-7 0,-24 0-2 0,25-11-2 0,-13 11 1 0,0-12-3 0,-12-11-8 0,0-1-20 0,0-12-29 0,0-12-20 0</inkml:trace>
  <inkml:trace contextRef="#ctx0" brushRef="#br0">29101 5152 25 0,'0'0'0'0,"12"-47"33"0,24 9-13 0,13 14 7 0,-1 1 0 0,1 23-6 0,11 0-5 0,1 0-6 0,-13 12-3 0,-12 23-4 0,-12 3 0 0,-36-15 0 0,-12 14 0 0,-13-2-2 0,-24-9 1 0,15-15 0 0,-3 2-2 0,24-2 0 0,14-11 0 0,22 13 0 0,14-13 0 0,96 48 1 0,-49-24-2 0,-11 13 2 0,-13-13-1 0,-36 0 1 0,-12-1 2 0,-24 3 1 0,-25-14-1 0,-228 12 5 0,192-24-9 0,12-12 2 0,25 12-3 0,48 0-19 0,48 0-113 0,-36 12 80 0</inkml:trace>
  <inkml:trace contextRef="#ctx0" brushRef="#br0">30577 4294 48 0,'0'0'0'0,"-12"-12"16"0,12-1-1 0,0 13 3 0,-25 0-3 0,-10 25 0 0,-2 11-5 0,13 1-4 0,-13-1-1 0,25 12-1 0,0 1-3 0,12-2-2 0,12-10 2 0,13-12-1 0,11-13 1 0,0-24 3 0,12-13 3 0,-11-12-2 0,-13 14-2 0,-13-13-8 0,-22-1-72 0,0 24 13 0</inkml:trace>
  <inkml:trace contextRef="#ctx0" brushRef="#br0">30516 4343 45 0,'-24'-37'19'0,"24"37"-2"0,0-12-9 0,13 12-4 0,-13 12 6 0,22 0-1 0,-9 24-6 0,0 1 0 0,-13-1-2 0,12 1-1 0,0-1-5 0,1-12-17 0,-13-12-14 0,11-1-10 0</inkml:trace>
  <inkml:trace contextRef="#ctx0" brushRef="#br0">30964 4101 51 0,'0'0'13'0,"0"-12"-2"0,0-2-1 0,-11 28 6 0,-2 9-2 0,-13 25-5 0,-106 230 16 0,96-180-22 0,-13 11-3 0,1-13 0 0,-11 1 2 0,-4-24-1 0,16-12 1 0,11-25-2 0,24-12-1 0,-13-24-15 0,25 0-24 0,13-12-38 0</inkml:trace>
  <inkml:trace contextRef="#ctx0" brushRef="#br0">31048 4343 72 0,'0'0'23'0,"0"11"-4"0,0 26 5 0,-24 23-2 0,-1 1-7 0,3 11-6 0,-2 0-6 0,24 2-1 0,0 10-8 0,0-11-32 0,24-2-85 0</inkml:trace>
  <inkml:trace contextRef="#ctx0" brushRef="#br0">11007 15397 13 0,'0'0'5'0,"-12"0"3"0,-1 0 0 0,-11 0 3 0,12 0 2 0,-12 13 2 0,12-13 1 0,-12 11 1 0,13-11-2 0,11 0-2 0,-13 0-4 0,13 0-3 0,24 0 1 0,36 0-1 0,37 0 0 0,24 0-1 0,24-11 3 0,36 11-3 0,13 0 0 0,0 0-2 0,-36 0 0 0,-38 0-1 0,-23-13 1 0,-61 13-1 0,-24 0 0 0,-12 0-2 0,-24 0-17 0,-25 13-38 0,37-2-48 0</inkml:trace>
  <inkml:trace contextRef="#ctx0" brushRef="#br0">7402 17344 46 0,'0'0'8'0,"-12"0"-2"0,12 0 3 0,24 0 6 0,13 0 5 0,23 0-11 0,37 0 1 0,24-11 2 0,36-2-1 0,1 13 0 0,34 0-1 0,1-11-4 0,2 11-2 0,-14-12-1 0,-22 12 0 0,-39 0-3 0,-36 0 1 0,-35 0-1 0,-37 0-8 0,-12 0-34 0,-12 0-84 0</inkml:trace>
  <inkml:trace contextRef="#ctx0" brushRef="#br0">13486 16075 55 0,'-11'0'1'0,"-26"-12"0"0,1 12 7 0,-1 24 12 0,1 23 1 0,0 15-6 0,23 9-7 0,1 3-3 0,12-2-2 0,25 1-2 0,-1-49 3 0,24 1 2 0,1-25 2 0,12 0-1 0,11-25-1 0,-12-11-1 0,-11-1-2 0,-1-11 0 0,-24-13-1 0,-12 0 1 0,-24 13-2 0,-12 1 0 0,-13-2 0 0,-11 25-1 0,11 12 0 0,2 12 0 0,23 24-1 0,-1 25 1 0,1-1 0 0,12 0 0 0,25 24-1 0,-13 2 1 0,1-15 0 0,-2 15-1 0,-22-14 1 0,-14-12-1 0,0 1-4 0,12-25-19 0,2-1-31 0,11-23-6 0,0 0 30 0</inkml:trace>
  <inkml:trace contextRef="#ctx0" brushRef="#br0">13862 16595 61 0,'0'-24'27'0,"0"-12"-10"0,11-1 4 0,26-11 7 0,-25-13-8 0,13-11-8 0,10-2-6 0,1-9 0 0,-11 22-4 0,23-12 2 0,-48 61-3 0,24 12-1 0,-12 12 0 0,12 25 1 0,1 11 0 0,70 158-2 0,-57-121 1 0,-13-26-2 0,-25 39-24 0,-13-74-15 0,-24 0-28 0,13-12 11 0</inkml:trace>
  <inkml:trace contextRef="#ctx0" brushRef="#br0">13910 16426 77 0,'0'-13'19'0,"37"-11"-8"0,34 11-1 0,14 13 2 0,12-11-7 0,37-2-20 0,-38 13-74 0</inkml:trace>
  <inkml:trace contextRef="#ctx0" brushRef="#br0">27480 12229 255 0,'-568'0'0'0,"-72"0"0"0,-208 0 0 0,-144-12 0 0,-72-2 0 0,-61 14 0 0,-60 0 0 0,-25 0 0 0,1198 0 0 0</inkml:trace>
</inkml:ink>
</file>

<file path=ppt/ink/ink4.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4-01-09T09:47:3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12071 10861 36 0,'-13'-11'14'0,"13"-2"-4"0,0 2-5 0,0 11 9 0,0 0 4 0,0-13-7 0,0 26-8 0,-11-13-1 0,0 35 5 0,-2-10-1 0,1 11 1 0,-13 13-2 0,1-1 0 0,13 25-1 0,-14-2-2 0,1 27 2 0,0 11-2 0,-1 0 0 0,13 0 0 0,12-1-1 0,0 1 0 0,0-12 2 0,0 0 0 0,0 0 0 0,25-1 0 0,-13 13 0 0,12-13 0 0,12 2-1 0,-1-1 0 0,3-14 0 0,9-9 0 0,-34-15 2 0,23-9 2 0,-11-26-3 0,-14-13 0 0,-11 2-1 0,0-13 1 0,0 0 4 0,0-13-7 0,0 13-3 0,0-11-38 0,0 11-81 0</inkml:trace>
  <inkml:trace contextRef="#ctx0" brushRef="#br0">9156 10499 32 0,'0'0'0'0,"-12"-12"9"0,0 12-7 0,12 0 0 0,-12 0 4 0,0 0-2 0,12 0-2 0,-12 0-1 0,12 0 4 0,0 12 2 0,-12-12 1 0,12 0 3 0,0 0 1 0,0 0-2 0,0 0 0 0,0 0-9 0,0 12 0 0,0-12 1 0,0 0 46 0,12 0-48 0,-12 0 1 0,0 0 1 0,0-12 1 0,0 12-1 0,0 0 1 0,0 0-2 0,0-12-1 0,0 12 0 0,12-12 1 0,-12 0 0 0,0-1 0 0,0 13 1 0,0-11-1 0,-12 11-1 0,0 0 1 0,-25 11-1 0,1 14 0 0,11-1 0 0,3-12-1 0,8 11 1 0,2 3 0 0,12-2 0 0,0-12-1 0,12 24 2 0,24-25-2 0,1 13 1 0,11 2-1 0,-11-2 1 0,-1 0 0 0,-24 0 0 0,0 0-1 0,-12-12 1 0,-24 0 0 0,12 12 1 0,-24-11 0 0,-1-13-1 0,-11 11 0 0,12-11 0 0,-1-11 0 0,25 11-6 0,12-13-14 0,0 2-15 0,24-2-7 0,12-11-29 0</inkml:trace>
  <inkml:trace contextRef="#ctx0" brushRef="#br0">9325 10402 70 0,'0'-12'16'0,"-12"-13"-10"0,24 25-3 0,-12-11 9 0,0 11 3 0,13 24-2 0,-13 24-6 0,13 1-1 0,-2-1-1 0,-11 13-1 0,0 11-3 0,0-11 0 0,11-26-2 0,-11-11-3 0,0-11-17 0,0-1-17 0,0-12-12 0,0 0 16 0</inkml:trace>
  <inkml:trace contextRef="#ctx0" brushRef="#br0">9156 10705 41 0,'12'0'14'0,"12"0"-8"0,13-12 8 0,11 12 9 0,-12-13-8 0,13 0-6 0,-13 2-3 0,12 11 0 0,-11 0-3 0,-25 0-1 0,0 0-1 0,-12 0 2 0,12 11 0 0,-12-11 1 0,0 13-2 0,0 12-1 0,12-13 0 0,0 23 0 0,0-11 0 0,1-11-1 0,-2 11 0 0,-11-24 0 0,0 0 3 0,-11 0 25 0,11-12-24 0,0 0-2 0,0-1 0 0,0 2-1 0,0-13-1 0,11 11 1 0,2-10-2 0,-1 23 2 0,12-12-3 0,1-1-2 0,-3 13-10 0,15 0-16 0,0 13-22 0,-13-13-13 0</inkml:trace>
  <inkml:trace contextRef="#ctx0" brushRef="#br0">9955 10667 64 0,'-13'-11'17'0,"13"-2"18"0,0 13-12 0,0 0-17 0,0 24-3 0,0 2 0 0,0-2 0 0,0 11-1 0,0 14 0 0,0-37-2 0,0 1-2 0,13-2-13 0,-13-11-12 0,0-11-39 0,0 11 29 0</inkml:trace>
  <inkml:trace contextRef="#ctx0" brushRef="#br0">9942 10365 72 0,'0'0'0'0,"-12"-11"20"0,12 11-20 0,25 0 0 0,-14 11 0 0,2 2-6 0,11 11-27 0,-11-12-2 0</inkml:trace>
  <inkml:trace contextRef="#ctx0" brushRef="#br0">10147 10717 54 0,'0'0'0'0,"0"0"8"0,-11 11 0 0,11-11 10 0,0 24 8 0,0-24-25 0,0 24 3 0,0 13 1 0,0-24-3 0,0-2 0 0,0 2-1 0,0-13 2 0,11 0 1 0,-11 0 1 0,13-13-3 0,-1 2 0 0,0-14-2 0,12 13 1 0,0-25-1 0,25-10 1 0,-37 35-1 0,0-1-1 0,1 13 0 0,-2 13 1 0,2 11 1 0,-1 0-1 0,0 11 1 0,25-10-1 0,-2-13 1 0,1 1-1 0,13-13 0 0,-13 0 1 0,-12-25 0 0,-12 13 1 0,1-1 2 0,-13-22 0 0,0 22 0 0,-25-10-1 0,1 11-1 0,12-1 0 0,-1 13-1 0,2 0-1 0,11 13 1 0,0 11-1 0,0 0 0 0,24 24 1 0,-12-11 0 0,12 23 0 0,1 0-1 0,-13 25 1 0,0-12-1 0,-12-14 0 0,-12-21 5 0,-13-26 7 0,-11-1-1 0,0-11-6 0,-13 0-2 0,24-23-3 0,-10 9-10 0,24 3-144 0</inkml:trace>
  <inkml:trace contextRef="#ctx0" brushRef="#br0">9253 11357 91 0,'-12'-24'8'0,"-12"-13"0"0,10 13 1 0,-8 0 0 0,-15-11 12 0,13 23-12 0,0 12-5 0,24 0-1 0,-12 36 0 0,12-1 2 0,0 15-2 0,12 9 1 0,12 15-2 0,-12-2 0 0,0 60 0 0,0-82-2 0,-12-15 1 0,0-22-3 0,0-2-7 0,0 2-18 0,0-13-20 0,-12-24-44 0</inkml:trace>
  <inkml:trace contextRef="#ctx0" brushRef="#br0">8901 11539 67 0,'0'0'5'0,"13"0"-1"0,23-12 4 0,37 0 12 0,-12 0-6 0,23 0-5 0,-11 12-4 0,11-12 1 0,-36 12 0 0,-23 0 2 0,-13 12 0 0,0 0 2 0,-24 12-1 0,12-1-2 0,-24 15-4 0,24-26-2 0,-13 24-1 0,13-24 1 0,25 12-1 0,-13-13 0 0,24 2 0 0,-11-13 1 0,-1 0 0 0,-12-13-1 0,0 2 2 0,-24-2-2 0,0-10 1 0,-12-1-2 0,-1 12 1 0,1 0 0 0,12-13 0 0,0 25-1 0,24-13 0 0,12 2-1 0,13 11 2 0,-1 0-1 0,25 0 1 0,-13 11-1 0,0 2 0 0,-24 12 1 0,-12-1 0 0,0 0 0 0,-12-12 0 0,-12-1 1 0,12-11 0 0,-12 13 3 0,-1-26-1 0,13-10 0 0,0 11-2 0,0-24 0 0,0 11-1 0,25 1 1 0,-13 0-4 0,1 12-8 0,11 0-26 0,-13 12 11 0,26 12-36 0,-13 0 12 0</inkml:trace>
  <inkml:trace contextRef="#ctx0" brushRef="#br0">9955 11563 57 0,'0'-13'23'0,"0"13"5"0,0-11-10 0,0 11 5 0,11 0-3 0,-11 0-13 0,13 11-6 0,-1 39 0 0,0-26-1 0,1 0 1 0,-2-13-1 0,-11-11 1 0,0 0 6 0,35-71-5 0,-22 33-1 0,13 3-2 0,-2 11 2 0,-2-1-1 0,3 14-1 0,-13 11 1 0,0 0 0 0,-12 24 1 0,12 12 1 0,-12-1 1 0,12 3-1 0,0-14 0 0,13 0-1 0,-1-1 2 0,0-23 0 0,-11 0 0 0,11-23-2 0,0 11 0 0,0-12 0 0,0 0 0 0,0-13-2 0,12 1 1 0,-36 36-1 0,14 0 0 0,-14 12 0 0,11 12 1 0,-11 0 0 0,0 13 1 0,11-1 0 0,2-24-1 0,11 12 1 0,0-13-1 0,0-11-2 0,1 0-15 0,11 0-50 0,-12-11-33 0</inkml:trace>
  <inkml:trace contextRef="#ctx0" brushRef="#br0">10995 11503 105 0,'0'0'3'0,"-13"-12"1"0,13 12 1 0,-12 36 35 0,0-13-33 0,12 3-3 0,0 10-2 0,49 11 4 0,-13-34-3 0,0-13 1 0,-12 0 1 0,-11-13 1 0,-1 2-3 0,-12-13 0 0,-12 12-2 0,-25-12-1 0,1-1-1 0,12 12 0 0,0 2 1 0,24-1-3 0,12 12-2 0,12-12 2 0,24 0 3 0,97-25 0 0,-85 13 0 0,-11-12 1 0,-37-13 8 0,-36 14-5 0,-13 9 0 0,-48 2 4 0,63 13-6 0,-3 11 0 0,13 11-2 0,12 2 1 0,12 24-1 0,0-2 1 0,60 123-1 0,-46-85 1 0,-15-2-1 0,0 27 1 0,-11-2-1 0,-11-23 0 0,0 0 0 0,-2-49-1 0,-12 0 4 0,0-24 3 0,3-12 0 0,-3-24-2 0,13-13-1 0,12-11-1 0,37-1-2 0,10 0-9 0,38 26-34 0,12-2-114 0</inkml:trace>
  <inkml:trace contextRef="#ctx0" brushRef="#br0">9991 12288 75 0,'0'0'0'0,"0"-48"39"0,-12 48-30 0,12 13 9 0,-24 96-1 0,11-49-14 0,1 0-1 0,12 1-1 0,-12 12 0 0,0-25 0 0,12-24-1 0,0-24 2 0,0 0 9 0,0-13-4 0,12-58-3 0,0 22-2 0,13-11-2 0,-14-1 0 0,14-11 0 0,0-2 0 0,-14 3-1 0,13 9 1 0,-13 15-1 0,2 35 1 0,13 0-1 0,-15 36 1 0,2 12 1 0,-13 23 1 0,22 87 0 0,-22-73-1 0,13 0-1 0,11-13 0 0,-12-11 1 0,12-37-1 0,-24 0-1 0,0 0 0 0,0-12-9 0,0-12-30 0,0 0-63 0</inkml:trace>
  <inkml:trace contextRef="#ctx0" brushRef="#br0">10016 12458 96 0,'0'0'9'0,"-13"0"-4"0,37 0 6 0,0 0 10 0,0-12-10 0,-12 12-10 0,26 0-3 0,-3 0-13 0,1 0-10 0,13 0-3 0,24-12 4 0,-13 0 13 0,0-24 10 0,1-1 6 0,-1 13 10 0,-24-13 10 0,-23 13 1 0,-13 13-5 0,-25-2-7 0,-11 2-4 0,-12 11-2 0,-13 0-2 0,13 11-2 0,24 13-3 0,0 0-1 0,24 13 0 0,12-13 0 0,37 13 1 0,10-13-1 0,13 12 1 0,2-11-1 0,-14 11 0 0,-36-12 0 0,-11 0 2 0,-13-13 4 0,-25 2 3 0,-11 0-3 0,-13-1-3 0,-12-12-1 0,15 0-2 0,-15 0-1 0,24-12-6 0,25 12-19 0,12-13-32 0,25-11-43 0</inkml:trace>
  <inkml:trace contextRef="#ctx0" brushRef="#br0">11007 12338 98 0,'0'-13'26'0,"0"0"-20"0,0 26 6 0,-12 0 11 0,-1 22-8 0,1 14-8 0,0-13-1 0,12 13-4 0,0-13 1 0,0 0-3 0,0-11 1 0,0-1 2 0,0-36-13 0,0 0-23 0,-12-13-19 0,0-11-36 0</inkml:trace>
  <inkml:trace contextRef="#ctx0" brushRef="#br0">10729 12312 101 0,'0'0'11'0,"12"-11"7"0,37 11 8 0,10 0 3 0,2 0-7 0,48-13-9 0,-36 13-10 0,-25 13-6 0,-24-13-36 0,-11 11-46 0,-13-11 17 0</inkml:trace>
</inkml:ink>
</file>

<file path=ppt/ink/ink5.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4-01-09T09:47:39"/>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24590 5213 50 0,'0'0'9'0,"0"0"-3"0,0 0-4 0,24 0 8 0,12 0 0 0,12 0-1 0,13-13-3 0,24 13 2 0,-1 0 0 0,38-11 3 0,-2 11 0 0,1-13-1 0,-12 13-6 0,-12 0-1 0,-37 0 0 0,-23 0 0 0,-37 0 0 0,0 0 6 0,0 0 0 0,-13-11-8 0,-11-2 0 0,-11 13-1 0,22-11 0 0,1-2 1 0,12 13-1 0,0 0-1 0,0 0 0 0,36 0 1 0,-25 0 1 0,26 13-1 0,-24-13 1 0,0 11 2 0,-26 2 2 0,0 11-1 0,-24-13-4 0,-10 15-25 0,-2-2-138 0</inkml:trace>
  <inkml:trace contextRef="#ctx0" brushRef="#br0">27105 5200 55 0,'-13'0'10'0,"26"-11"-3"0,13 11 1 0,106-13 30 0,-36 2-25 0,13 11-6 0,-12-13-3 0,0 13-1 0,-24 0 0 0,-37 0-2 0,-24-11 3 0,-12 11 0 0,-37-13-2 0,-11 2-1 0,-12-1-1 0,-1 12 1 0,37 0-1 0,11 0 0 0,2 0 0 0,22 12 0 0,2-1 1 0,23 26-4 0,0-13-35 0,13 0-69 0</inkml:trace>
  <inkml:trace contextRef="#ctx0" brushRef="#br0">28399 5176 61 0,'-11'0'6'0,"-38"-11"1"0,37 11 2 0,-1 0 12 0,13 0-9 0,25 0-2 0,35 0 3 0,1 0-2 0,24 0-3 0,-1 0-1 0,73-13 7 0,-157 13-8 0,0 0-2 0,-72 0-32 0,37 0-47 0,22 0 17 0</inkml:trace>
  <inkml:trace contextRef="#ctx0" brushRef="#br0">24251 2843 105 0,'-12'-25'5'0,"49"25"-4"0,11-12 1 0,35 0 2 0,2 12 6 0,25 0-3 0,11-12-2 0,11 12-1 0,-22 0-3 0,-25 0 1 0,-37 0 0 0,-36 0 1 0,-12 0 4 0,-12-12-4 0,-25 12-3 0,-11-12 0 0,0 12 2 0,-1 0 0 0,25 0 0 0,0 0 0 0,11 12-1 0,13 0-1 0,0 12 0 0,25-12-11 0,11 25-49 0,0-25-19 0</inkml:trace>
  <inkml:trace contextRef="#ctx0" brushRef="#br0">25751 2915 105 0,'0'-12'30'0,"0"12"-29"0,48 0 0 0,1-12 8 0,12 12 8 0,24-12-3 0,-2 12-7 0,2 0-5 0,-12 12-1 0,-25-12 0 0,-24 0 1 0,-24 0 8 0,-24 0-10 0,-12 0-6 0,0 0-23 0,-13 0-41 0,25 0-13 0</inkml:trace>
  <inkml:trace contextRef="#ctx0" brushRef="#br0">30444 17453 255 0</inkml:trace>
  <inkml:trace contextRef="#ctx0" brushRef="#br0">30274 8346 255 0</inkml:trace>
  <inkml:trace contextRef="#ctx0" brushRef="#br0">28594 2806 104 0,'-13'-12'12'0,"2"0"-4"0,70 12 2 0,38 0 2 0,-12 0-4 0,-13 0-5 0,74 12-2 0,-74-12 0 0,61 12 0 0,-72-12-1 0,-25 0 2 0,-36 0 6 0,0-12-2 0,-48 12-5 0,-25-12 0 0,0 12 0 0,0 0-1 0,12 0 1 0,26 0-1 0,24 12-2 0,11 0-15 0,85 25-130 0</inkml:trace>
  <inkml:trace contextRef="#ctx0" brushRef="#br0">30069 2879 37 0,'0'0'0'0,"49"-12"7"0,36 12-1 0,35-12 11 0,25 0 6 0,24 12-3 0,-72 0-9 0,36 0-6 0,12 0-1 0,12 12-1 0,-36-12 1 0,49 0 12 0,-146 0-7 0,12 0 1 0,-36-12-4 0,0 12-1 0,0 0-1 0,0 0-5 0,12 0 1 0,-12 0-1 0,0 0 1 0,12 0 1 0,1 0-2 0,11 0 1 0,-12 0 0 0,0-12-1 0,0 12 2 0,0 0 0 0,1 0-1 0,-13-13 0 0,-49 13 1 0,25 0 0 0,-1-12 1 0,13 12-1 0,12 0 1 0,-12 0-1 0,12 0-1 0,0 0 0 0,0 0 0 0,12 0 0 0,-12 0 1 0,12-12-1 0,-12 12 0 0,25 0 2 0,-13 0-3 0,-12 0 3 0,0 12-3 0,-12 0 1 0,-13 13 0 0,13-1-23 0,12-12-107 0</inkml:trace>
  <inkml:trace contextRef="#ctx0" brushRef="#br0">28545 2552 33 0,'0'0'0'0,"-12"-24"12"0,12 24-5 0,0 0-1 0,12 0 24 0,0 11-15 0,36-11-6 0,26 13-1 0,33-13-3 0,3-13 2 0,47 13 0 0,24 0 1 0,25 0-3 0,24 0-3 0,-1 13-1 0,-10 12 1 0,-27-13-4 0,-34-1 0 0,-25 2 1 0,-24-2-1 0,-73-11 4 0,12 0 1 0,-23 0 1 0,-1 0 3 0,-24 0 1 0,-12-11-4 0,-12 11-4 0,-1-13 2 0,-23-22-2 0,48 22 1 0,0 0-2 0,0 2 1 0,24 11-1 0,0 0 1 0,13 0 1 0,11 11 3 0,-12 2 1 0,1 12 3 0,-37-2-1 0,13 1 3 0,-13-11-3 0,-13-2-1 0,-35 2-5 0,11-1-17 0,-60 0-147 0</inkml:trace>
  <inkml:trace contextRef="#ctx0" brushRef="#br0">28679 10584 255 0,'-183'0'0'0,"-204"-37"0"0,-97-35 0 0,-84 23 0 0,-73 25 0 0,-61 12 0 0,-23 24 0 0,-424 182 0 0,1137-194 0 0</inkml:trace>
  <inkml:trace contextRef="#ctx0" brushRef="#br0">24517 8975 38 0,'0'0'0'0,"-12"-12"9"0,12 12-6 0,0 0-2 0,0 12 7 0,0 24 1 0,12 1-3 0,-12 11-3 0,12 0 1 0,0 0-1 0,-12 13-1 0,0-24-1 0,0-2 1 0,-12-22 2 0,0-2 3 0,12-11 1 0,-12 0-2 0,12-11-3 0,0-13-2 0,0 0 0 0,12-2-2 0,0 2 0 0,24 0-2 0,-23 13 2 0,23-2 0 0,-12 13 0 0,12 0 1 0,-25 0 0 0,15 0 0 0,-2 13 0 0,-11-13 1 0,-13 0 0 0,11-13 1 0,0 2-1 0,-11-26 0 0,13 13 0 0,-13-12 0 0,0-12 1 0,0 11-2 0,0 1 1 0,0 12 1 0,0-1 0 0,0 13 2 0,0 12 2 0,0 37-2 0,11-1 0 0,-11 11-1 0,13 15 0 0,-13-2-1 0,12-12-1 0,2 0-1 0,-3-11 1 0,13-13-1 0,-12-24 1 0,0 13 1 0,0-13-1 0,24-24 0 0,-11 11-1 0,-1-24-1 0,12 13 0 0,-24 0 0 0,-12 13 0 0,13-1 0 0,-13 12 1 0,0 0-1 0,0 12 1 0,11 12 1 0,-11 0-1 0,11 0 1 0,3 0-2 0,-2 0 1 0,12-11-2 0,-11-2-6 0,22-11-16 0,-11-11-20 0,-12-2-16 0</inkml:trace>
  <inkml:trace contextRef="#ctx0" brushRef="#br0">25086 8939 68 0,'0'0'0'0,"-36"-25"15"0,23 25-9 0,37 0-8 0,1 25-11 0,24-1-46 0</inkml:trace>
  <inkml:trace contextRef="#ctx0" brushRef="#br0">25459 9205 42 0,'0'0'7'0,"0"-13"12"0,0 13 1 0,-11-11-5 0,-13-1-10 0,0 12-2 0,0 0 0 0,-12 23 2 0,-1 1-3 0,25-11 1 0,12 22-2 0,0-9-1 0,12-15 1 0,12 2 0 0,13-13-1 0,-1 11 0 0,-12-11 0 0,11 13 0 0,-21 11-1 0,-14 0 2 0,0 13-2 0,-25 11 2 0,1-12-1 0,-12 13-1 0,12-25 2 0,0-12 0 0,-13-12 0 0,13 0 1 0,0-12 0 0,11-12 0 0,13-14-1 0,0 3-1 0,37-1 0 0,72-110-3 0,-60 85 2 0,-13 2 1 0,-12-2 0 0,-12 1 1 0,-12-13 0 0,0 13 1 0,0 35 2 0,0 13 3 0,0 0 0 0,-12 12-3 0,12 12-2 0,12 37 1 0,-12-13-1 0,24 49 1 0,-13-38-2 0,14 147 2 0,-25-121-2 0,0-13-1 0,12-35 0 0,-12-25 1 0,61-61 12 0,-37 25-13 0,0-1 1 0,-12 2-1 0,0-2-1 0,1 13 0 0,11 11 0 0,-24 13 0 0,12 0 0 0,-12 24 1 0,12 0 1 0,0 61 0 0,0-72-1 0,0 11-3 0,12-12-14 0,1 0-30 0,11 1-55 0</inkml:trace>
  <inkml:trace contextRef="#ctx0" brushRef="#br0">26101 9314 98 0,'0'-13'9'0,"0"13"-5"0,61-11-1 0,-25 11-6 0,13 11-30 0,-37-11-19 0</inkml:trace>
  <inkml:trace contextRef="#ctx0" brushRef="#br0">26476 9169 70 0,'0'-14'10'0,"12"14"-9"0,25 0 5 0,-37 0 2 0,24 26-4 0,-12-2-4 0,1 11 0 0,-26 2 1 0,13-13 0 0,-12-11 2 0,0-2 6 0,0 2 7 0,12-26 0 0,-12 2-2 0,12-13-5 0,0-2 0 0,0-9-5 0,24 11-2 0,-12 0-2 0,13-2-5 0,-1 15-12 0,0-2-20 0,13 13-19 0,-37 0 10 0</inkml:trace>
  <inkml:trace contextRef="#ctx0" brushRef="#br0">26815 9264 38 0,'0'0'13'0,"12"0"-3"0,12 0 5 0,13 0 5 0,-13 0-5 0,0-24-8 0,25 13-1 0,-25-13-4 0,0 11-1 0,-24-10-1 0,0-2 0 0,-12 12-2 0,-12 2 1 0,-12-2 0 0,-13 13 3 0,13 13 1 0,-13 11 2 0,25 1 0 0,0-2 1 0,24 14-1 0,0-13-1 0,11 0-2 0,26 13 0 0,12-26-2 0,-1 13-2 0,0-11-5 0,26-1-16 0,-15-12-23 0,-11 0-15 0</inkml:trace>
  <inkml:trace contextRef="#ctx0" brushRef="#br0">27455 9144 62 0,'0'0'0'0,"-11"-24"12"0,-13 24-5 0,-12 0 8 0,0 0 4 0,-1 24-9 0,13 1-6 0,0 11-2 0,12-1-1 0,12-11 0 0,0 13 1 0,36-13-2 0,0-11 1 0,13-2-1 0,84 2-6 0,-73-13 3 0,0-13 1 0,-23 2 2 0,-1-13 0 0,-12 0 3 0,-24-13 0 0,0 13 3 0,-12 11 1 0,-12 2-2 0,12 11 0 0,-24 0 0 0,11 11-2 0,13 13-2 0,-12 26 0 0,24-26 0 0,24-13-2 0,0 13 1 0,13-24 0 0,-13 0 0 0,12-11 0 0,13-37 0 0,-49 22 0 0,12-9 0 0,-12 35 0 0,0 0 0 0,-12 24 1 0,12 0-1 0,0 0 0 0,24 24 0 0,1-35 1 0,-3-1-1 0,16-12 0 0,-13 0 1 0,10-12 0 0,-11-12 1 0,24-24 1 0,13-61 5 0,-61 72-6 0,12 0-1 0,-24 2 0 0,12-1 0 0,-12 22 0 0,0 14 0 0,12 0 0 0,-12 14 1 0,0 10-1 0,12 36 0 0,0-25 0 0,12 2 0 0,0 0-1 0,12-2 0 0,12-9 0 0,-11-15 0 0,11 2 0 0,1-13 1 0,-2-13-1 0,2-11 0 0,11-13 0 0,-12 2 0 0,0-1 0 0,-23-2 0 0,11-9 0 0,-12-15-1 0,0-9 0 0,-12 22 0 0,0 25 1 0,-12 12-1 0,0 12 1 0,-25 12 0 0,26 24 1 0,-2 13-1 0,1 24 2 0,0-13 0 0,12-1 0 0,12-9 0 0,24-2 1 0,13-11-1 0,24-13 0 0,-13-13-3 0,-12-11-11 0,2 0-74 0,-28 0 12 0</inkml:trace>
  <inkml:trace contextRef="#ctx0" brushRef="#br0">29440 9107 71 0,'0'0'14'0,"-24"-11"8"0,12-1-4 0,-37 0 1 0,1 0-3 0,-13 12-6 0,25 0-7 0,0 12-1 0,11 12-1 0,25 0 0 0,13 0 1 0,35 1 0 0,1-2-1 0,-1 1 0 0,-24 0 0 0,11-11 0 0,-35-2 0 0,0 2 6 0,-22 0 0 0,-15-13-3 0,-24 0-3 0,13 0-1 0,-13 0-4 0,25 0-5 0,12 0-12 0,11 0-89 0,26 0 66 0</inkml:trace>
  <inkml:trace contextRef="#ctx0" brushRef="#br0">29549 9181 89 0,'-13'0'12'0,"-11"11"9"0,12 13 0 0,0 0-10 0,12 37-4 0,24-48-6 0,-24 11 1 0,24-13-1 0,-11-11 1 0,23 0 1 0,-12-11-2 0,13-13 0 0,-13 0 0 0,24-37 1 0,-24 37-1 0,-13 11-1 0,2 2 1 0,-13 11-1 0,0 0 0 0,12 24 1 0,-12-13-1 0,13 13 0 0,-13 13 0 0,12-13 0 0,1 0 0 0,-2-24 0 0,13 13 0 0,0-2 0 0,13-11 1 0,-26 0 1 0,38-11-2 0,-13-13 0 0,13 11 0 0,-37-24 0 0,12 2 0 0,-24-2 1 0,12-11-1 0,-24-12 0 0,12 12 0 0,-12-1 1 0,-12 13-1 0,12 12 1 0,-13 11-1 0,25 13 0 0,0 0 1 0,0 25-1 0,-12-1 1 0,12 12-1 0,0 13 1 0,0-1-1 0,12 0 0 0,1-11 1 0,-1-2-1 0,0-22 0 0,0-2 0 0,12-11 1 0,-12 0-1 0,23 0 0 0,-9 13 0 0,-2-13 0 0,0 24 1 0,0-11-1 0,-24 11 0 0,0-13 0 0,-24 2 0 0,-12-2 0 0,-24-11 0 0,-1 0 1 0,12 0-1 0,1-11 0 0,36-2 3 0,0 2-34 0,36 11-41 0,0-13 72 0</inkml:trace>
  <inkml:trace contextRef="#ctx0" brushRef="#br0">30565 9290 74 0,'-73'-37'37'0,"37"24"-25"0,-85-11 32 0,96 24-42 0,14 37-1 0,22-13-1 0,26 0 1 0,48 13-1 0,-49-13 0 0,12-12-1 0,-11 12 1 0,-25 1 0 0,-12-1 0 0,0 0 1 0,-12 0 1 0,-14-1 0 0,4-10-1 0,-3 0 1 0,1-1 1 0,0-12 1 0,-13 0 0 0,-11-49 3 0,48 25-6 0,12-12-1 0,24 12-1 0,37-61-2 0,-14 48 0 0,-9 13 1 0,-15 11 0 0,-10 2 2 0,-1 11 0 0,12 11-4 0,-23 2 4 0,-13 11-1 0,0 0 1 0,0 0-1 0,0-11 1 0,0-1 0 0,0 0 0 0,0-24 2 0,0 0-2 0,0-12-1 0,12 0 2 0,12 0-2 0,0-2 1 0,25-9 0 0,-13 22-1 0,12-11-1 0,2 24 1 0,-15-11 1 0,-11 11 0 0,12 0 0 0,-36 0 2 0,0 11 1 0,-12 2-1 0,-25-2 0 0,2 2-3 0,-1-2 2 0,0 13 0 0,-1-24-1 0,37 13-1 0,-12 0 0 0,24-13 1 0,25 0-1 0,-1 0 0 0,0-13 2 0,-1 0-2 0,-10 2 0 0,-1-2 1 0,-24 13 0 0,0 0-1 0,0 13 2 0,0-2-1 0,0 15 0 0,0-15 0 0,12 13 1 0,1-11-2 0,23-2 1 0,0-11-1 0,1 0 0 0,-13-11 1 0,0-13 0 0,1 0 1 0,-25-13-1 0,11 0 0 0,-11 2 1 0,0 9 1 0,0 15 0 0,0-2-1 0,0 2 0 0,0 11-2 0,0 11 1 0,0 13 1 0,0 13 0 0,13 11 1 0,-13 2-1 0,0 9 1 0,0 2 1 0,11 12-1 0,-11-12 1 0,0-1-3 0,0-13 1 0,-11-21 1 0,11-14 4 0,-13-12-1 0,2 0-2 0,11-25-2 0,-13-12 0 0,13 2-2 0,0-13-1 0,0-1 1 0,0 1-2 0,0-13-1 0,37 0-2 0,-15 0-3 0,28 2 1 0,-15 23 4 0,15 11 2 0,-39 12 1 0,13 13 1 0,-11 24 0 0,-13 2 1 0,-13-2 2 0,-22 11 1 0,-2-11-1 0,-11 2-1 0,-2-2-3 0,4-24-8 0,9 0-9 0,13 0-12 0,12-13-22 0,24 2 10 0,12-2 9 0</inkml:trace>
  <inkml:trace contextRef="#ctx0" brushRef="#br0">31460 9107 12 0,'11'-23'6'0,"14"-13"5"0,-1-13 5 0,0 1 6 0,-24 11 5 0,13 25-4 0,-13 0-8 0,0 12-11 0,0 0 2 0,0 12 1 0,0 37-2 0,0-25-3 0,0 37 2 0,0-13-2 0,0 132 9 0,0-143-9 0,12 24 6 0,-12-61-4 0,12-13-4 0,0 2-2 0,0-2 3 0,25-59-4 0,-2 48 3 0,-10 0 2 0,0 0-2 0,21 24 3 0,-46 24-2 0,13 11 1 0,-13-11-1 0,24 26 7 0,25-39-3 0,-13-11-4 0,0-24-6 0,1 13-57 0,-37 11-26 0</inkml:trace>
  <inkml:trace contextRef="#ctx0" brushRef="#br0">20985 7415 101 0,'0'-37'14'0,"-12"37"-11"0,12 37-2 0,12-1 3 0,-12 12 4 0,24-11-2 0,13 11-1 0,11-24-1 0,13-13 7 0,-1-11 6 0,13-35 0 0,11-13-2 0,13-25-3 0,-12-12-5 0,-2 0-4 0,2 0-2 0,-24 26-2 0,-24 47-22 0,-13 24-57 0,-12 12 1 0</inkml:trace>
  <inkml:trace contextRef="#ctx0" brushRef="#br0">28835 14877 71 0,'-12'-61'31'0,"12"37"-20"0,0 13-4 0,0-1 5 0,0 12-3 0,0 0-6 0,12 12-3 0,12 12 2 0,-11 24 1 0,23 0-2 0,0 13-1 0,1 36 0 0,11-24 0 0,-13-13 0 0,2-1 1 0,-25-33-1 0,0 9 1 0,0-22 1 0,-24-2 2 0,24-11 16 0,-12-11-17 0,0-2-2 0,0-11 0 0,12 1-1 0,-12-2 0 0,13 1 1 0,-13 0 0 0,12 24-1 0,-12-12 0 0,0 12 0 0,0 12 0 0,0 12-2 0,0 0 2 0,-12 1 1 0,12-2 0 0,-25-10 0 0,25-2 3 0,-36 2-2 0,12-13 2 0,0 0-3 0,0-13 1 0,11 2-1 0,13-13 1 0,0 24-3 0,13-12-4 0,35 12-21 0,24 0-115 0</inkml:trace>
  <inkml:trace contextRef="#ctx0" brushRef="#br0">19582 7850 22 0,'0'0'0'0,"-12"-12"27"0,12 0-16 0,12-1 4 0,1 2 1 0,-13-2-5 0,24 13-4 0,-12 0-1 0,24 0 2 0,-12 0-1 0,11 13-1 0,-9-2-2 0,-13 2 1 0,-2-13-1 0,-11 12 2 0,0 0 2 0,-24 12 0 0,11-12-4 0,0 13-2 0,-9-13-1 0,9 12-2 0,13 0-15 0,0 0-26 0,0 13-12 0,13-25 3 0</inkml:trace>
  <inkml:trace contextRef="#ctx0" brushRef="#br0">19739 8153 31 0,'0'0'0'0,"0"12"38"0,-13-1-4 0,13-11 9 0,-11 0-6 0,11 0-13 0,0-11-11 0,0-1-8 0,11 12-4 0,2 0-17 0,0 23-136 0</inkml:trace>
  <inkml:trace contextRef="#ctx0" brushRef="#br0">24553 16172 15 0,'0'0'5'0,"-12"-12"5"0,0 0-2 0,0-2 0 0,0 3-1 0,-1 11 2 0,13 0 0 0,-11-12 0 0,11 12 2 0,0 0 2 0,0 0-2 0,0-12-1 0,11 12-3 0,-11 0-3 0,0 0-1 0,13 0 0 0,-1 12 0 0,-12 0 1 0,12-1 0 0,12 15 1 0,-12 10 0 0,13 0-2 0,11 13 0 0,1-2-1 0,11 14 0 0,0 0-1 0,-13-1 0 0,15 1 0 0,10 11 0 0,13 13-1 0,-49-50 0 0,25 39 2 0,-27-39 0 0,16 15-1 0,-13-2-1 0,10 0 1 0,-23-11 0 0,12-1 1 0,-10 0 0 0,8-13 1 0,-9 3-2 0,-1-2 0 0,0 0 0 0,0-13 0 0,0 2 0 0,-12-13 0 0,0 11-1 0,0-11 0 0,12 13 0 0,-12-2-2 0,12 3-21 0,13-2-67 0,-25-1 30 0</inkml:trace>
  <inkml:trace contextRef="#ctx0" brushRef="#br0">27226 17164 17 0,'0'0'7'0,"0"0"-4"0,0 0 4 0,0 0 8 0,0 0 47 0,0-14-53 0,0 14-1 0,0-11-1 0,12-1-2 0,1 0 0 0,-1-12-1 0,12 0 0 0,0 12-2 0,0-13 0 0,0 13-1 0,13-24 1 0,11 11-1 0,0-10 0 0,37-26 1 0,12 1 1 0,12-25 0 0,13-1 0 0,22-9-1 0,1 10-1 0,-36 0-1 0,-13 13 1 0,-23 11 0 0,-36 25 1 0,-1 0 0 0,-24 24 2 0,1-13-1 0,-2 1 1 0,2 12-1 0,-2-12 0 0,0 24-1 0,15-12-1 0,-26 0 0 0,13 12 0 0,-2 0 0 0,-22 0 2 0,11 0-3 0,0 0 0 0,0-13-10 0,11 13-27 0,-11 0-53 0,0 0 38 0</inkml:trace>
  <inkml:trace contextRef="#ctx0" brushRef="#br0">24638 16184 14 0,'0'0'6'0,"0"-24"4"0,0 24-4 0,12-26 0 0,-12 26 1 0,0-11 2 0,0-1 0 0,-12 24 11 0,12-1-18 0,0 15 1 0,12 10 1 0,-12-13-2 0,24 39 2 0,13-2 0 0,11 25 0 0,0-13-2 0,25 13-1 0,12 12 0 0,11-25-1 0,-11 13 1 0,-25-37 0 0,-11-11 1 0,-1 11 1 0,1-12 0 0,-13 0 0 0,-24-11 0 0,0-1-1 0,-12-12 0 0,0 0-1 0,12 0-7 0,-12 0-52 0,13-12 8 0</inkml:trace>
  <inkml:trace contextRef="#ctx0" brushRef="#br0">28545 16281 27 0,'0'-14'1'0,"25"3"1"0,-14-2 1 0,24 2 1 0,-35-2 3 0,26 2 4 0,-26-1 3 0,0 12 0 0,-48-12 13 0,11 24-18 0,-11 11-2 0,-25 14-2 0,0 11-1 0,-11 13 2 0,-13 11-1 0,-24 13-2 0,12 12 0 0,-12 0-2 0,12-12 0 0,37-38 2 0,-1 2 3 0,-12 0 1 0,1-1-2 0,11-12-1 0,13 1-1 0,-13 11 1 0,73-48-3 0,0 0-2 0,12 0-20 0,25 0-101 0</inkml:trace>
  <inkml:trace contextRef="#ctx0" brushRef="#br0">14249 17817 15 0,'0'0'18'0,"0"-12"-7"0,11-1 3 0,-11-11 0 0,0 11-1 0,0 2-2 0,0-1-5 0,-11 12-2 0,-14 0 2 0,13 12 2 0,-24 12 1 0,11 25 2 0,-11 11-4 0,12 12-4 0,-13 13-2 0,26 12-1 0,-2 0 0 0,13 0 2 0,13 12 1 0,23-50 3 0,0-10 0 0,0-13-7 0,13-11-6 0,-13-13-23 0,12 0-28 0,2-12-6 0</inkml:trace>
  <inkml:trace contextRef="#ctx0" brushRef="#br0">14623 17817 55 0,'0'-12'15'0,"0"-1"-10"0,0 0-1 0,13 2 4 0,-2-13 0 0,14 12 1 0,0 12-1 0,-1 0 0 0,-2 23 0 0,3 14 2 0,-13 0 2 0,0-2-2 0,0 14-2 0,-12 0 0 0,-12-13-3 0,-12 0-1 0,12-12-1 0,-12 1-2 0,13-13-3 0,-2 0-10 0,2 0-20 0,11 0-24 0,0 12-19 0</inkml:trace>
  <inkml:trace contextRef="#ctx0" brushRef="#br0">14792 18434 42 0,'0'0'0'0,"0"0"23"0,0 11 1 0,-12-11 12 0,12 13-3 0,-12-13-18 0,12 0-12 0,0 0-2 0,0 0-8 0,12 0-99 0,0-13 50 0</inkml:trace>
  <inkml:trace contextRef="#ctx0" brushRef="#br0">15240 17659 111 0,'0'0'0'0,"0"0"0"0,12 13 0 0,12 11 0 0,-12 0 0 0,37 48 1 0,0 0 0 0,-14 13 0 0,2 12 0 0,-13-24 0 0,0 59 0 0,-59 99 4 0,-15-195-2 0,15-12-1 0,-14-12 0 0,0 1 0 0,13-13 0 0,12 0-1 0,24 0-2 0</inkml:trace>
  <inkml:trace contextRef="#ctx0" brushRef="#br0">16401 18058 70 0,'0'0'0'0,"12"0"6"0,0-12 7 0,25 0 6 0,11 0-2 0,11-12-3 0,39-1-4 0,-13-10-2 0,12 22-2 0,-25-24-3 0,2 26-2 0,-28-2 0 0,-21 2-7 0,-13 11-34 0,1-13-63 0</inkml:trace>
  <inkml:trace contextRef="#ctx0" brushRef="#br0">18058 16763 45 0,'0'-11'2'0,"-36"-2"3"0,0 2 8 0,-13 11 7 0,-12 0 2 0,-11 11-4 0,24 13-10 0,12 2-5 0,24 9-1 0,-1 2-1 0,38-13 0 0,11 24 1 0,23-11-1 0,15 11-1 0,-2-11 1 0,1-1-1 0,-36 0 0 0,-26-24 4 0,-11 25 7 0,-36-25-1 0,-12 0 0 0,-25 0-3 0,2-12-3 0,-3 12-3 0,14-12-2 0,24 0-3 0,11-12-19 0,25 12-27 0,25 0-43 0</inkml:trace>
  <inkml:trace contextRef="#ctx0" brushRef="#br0">18300 16970 69 0,'0'0'0'0,"-37"-48"67"0,37 35-50 0,0 13-11 0,-11 0-2 0,59 97 3 0,-24-61-6 0,13 1 0 0,-13-1-1 0,0-12 1 0,12-13 1 0,-12 3 1 0,1-14 1 0,-13-25 0 0,12-11-1 0,-11 12-1 0,-2-13 1 0,-11 1-3 0,11 12 1 0,2-1-1 0,-1 14-1 0,0 11 1 0,1 0 0 0,0 24 0 0,34 48 1 0,-11-47-1 0,-12-1 0 0,13-12 1 0,11-12 1 0,-12 0 0 0,-23-24-1 0,-1 0 1 0,0-13-1 0,-12 13 1 0,0-13 0 0,0 26 1 0,-12-26 6 0,12 37-10 0,0 0 1 0,0 37 1 0,12-1-1 0,47 85 0 0,-46-36 0 0,13-1 0 0,-15-12-1 0,-11-11 2 0,0-13-2 0,0-11 2 0,0-25 1 0,-11-12 2 0,-3 0-1 0,2-12-1 0,-1-25-1 0,2 2 0 0,0-15-1 0,11-9 0 0,0-2 0 0,11-11 0 0,13-13-2 0,2 12 0 0,9 12 0 0,1 13 1 0,0 36 0 0,1 0 0 0,-1 24 1 0,-12 0-1 0,-12 12 1 0,-12 0 1 0,-12 13-1 0,-24-1 1 0,-1-24-1 0,1 13 0 0,-13-13 1 0,14-12 0 0,-2 0-1 0,24 0 0 0,13-12-1 0,13 12-1 0,24-12 1 0,23 12-5 0,13-13 0 0,-1 13 2 0,1-12 3 0,-14 0 1 0,-20-12 1 0,-4 0 0 0,-24-13-1 0,2-35 0 0,-13 12 1 0,-13-2 0 0,2 3 0 0,11 9 1 0,-11 15 0 0,11 23 1 0,0 0 0 0,0 0-1 0,0 24-2 0,0 12 1 0,11 24-1 0,0 13 1 0,-11-2 0 0,13 2 0 0,-13 0 1 0,0 11-2 0,12 13 2 0,-12 0-2 0,12 0 1 0,-12-25 0 0,0-12 0 0,0-24 1 0,0-11 0 0,0-2 2 0,0-11 0 0,0 0-1 0,-12 0-2 0,0 0-1 0,-1-11 1 0,13-13-1 0,0 0 0 0,-11-13 0 0,11 0 1 0,0-22-2 0,11-14 1 0,-11-12-2 0,13 13 0 0,23-26 1 0,0 74 0 0,1 13 0 0,-1 11 1 0,1 0-1 0,-13 35 0 0,-24-22 2 0,12 11-1 0,-12 13 0 0,-24-2 0 0,-12-10 0 0,-13-1 0 0,1-12 0 0,-1 0 0 0,2-12 0 0,34 0 0 0,2 0-1 0,22-12 0 0,24 12 0 0,26-12-1 0,12 0 0 0,12 0 2 0,-2-13 0 0,-9 1 0 0,-14-24 0 0,-35-13-1 0,-13 13 2 0,-24-12 0 0,-13 12 0 0,13 10 0 0,-25 15 0 0,26-1 0 0,-2 12 1 0,13 12-2 0,0 12 0 0,0 24 0 0,13 13 0 0,-2 11 0 0,14 1 0 0,-13-13 1 0,0 0-1 0,13 13 0 0,-1-13 0 0,0-12 0 0,12-24 0 0,-12 1 1 0,1-13 0 0,-1-25 0 0,1 1 0 0,-3-12-1 0,2-1 0 0,-11 13 1 0,0 0-2 0,0 11 0 0,-2 13 1 0,-11 0 1 0,11 25-1 0,14 0 0 0,-1 10-1 0,0-10 2 0,-12-1-2 0,13-12 2 0,-13 0-1 0,0-12 1 0,24-24-1 0,-24 12 0 0,12-25 1 0,-11 13-1 0,-1 0 0 0,-12 12 0 0,12 12 0 0,-12 0 0 0,0 25 0 0,0-1 1 0,12 36 1 0,-12 1-1 0,12 11 0 0,-12 13-1 0,0-12 0 0,-24-2 0 0,0-10 0 0,-13-24 0 0,1-1 0 0,-25-24-9 0,1 0-33 0,0 0-121 0</inkml:trace>
  <inkml:trace contextRef="#ctx0" brushRef="#br0">18252 17551 71 0,'0'0'0'0,"-37"0"16"0,-11-13 2 0,-61 26 17 0,61-2-25 0,24 26-7 0,12-1-1 0,12-25 1 0,24 39 0 0,12-26 1 0,12 11 0 0,1 2 1 0,-2 0 2 0,3 22 28 0,-75-46-31 0,-59 11 0 0,23-24-5 0,1 0-4 0,11 0-20 0,13 0-31 0,24 0-53 0</inkml:trace>
  <inkml:trace contextRef="#ctx0" brushRef="#br0">18421 17696 111 0,'-12'0'9'0,"0"0"-5"0,-12 0 7 0,12 12 8 0,-13 0-5 0,13 36-2 0,24-24-9 0,0 1-2 0,25 11 2 0,11-12-1 0,-12-13 1 0,1-11 2 0,0 0-3 0,-15 0 1 0,3-24-3 0,0 0 0 0,-25 1 0 0,13-15 0 0,-2 14 0 0,0 13 0 0,2-1 0 0,-1 12 0 0,0 0 0 0,12 0 0 0,13 23 0 0,-13 1 0 0,12-11 1 0,1 0-1 0,-1-1 0 0,-12-12 0 0,12 0 0 0,-25-25 0 0,2-35 0 0,-13 0 1 0,-13-1-1 0,2 1 0 0,0 23 1 0,11 0-1 0,-13 37 0 0,13-11 1 0,0 22-1 0,24 14 1 0,-13 35-1 0,28-11 1 0,-15-1-1 0,-13 13 1 0,25 11-1 0,-12 13 1 0,0 11-1 0,-24-11 0 0,12 0 1 0,-24-24-1 0,0-25 1 0,-24-25-1 0,-11 2 1 0,9-26 0 0,2-22 0 0,12-1-1 0,0-13 1 0,12 1 0 0,24-13-1 0,25 1 0 0,-2-1 0 0,26-23 0 0,23-25-3 0,-11 12 4 0,-61 48 0 0,0 1 0 0,-12 24 2 0,0 24 2 0,0-13-3 0,0 26 0 0,12 23-1 0,13 13 1 0,-13-13-1 0,12 12-1 0,-11 1 0 0,11 22 0 0,-2-10 0 0,-9 24 0 0,-1-24 1 0,-12-1-1 0,0-11 0 0,-25-25 0 0,14-12 1 0,-24-12-1 0,10 0 0 0,1-12 1 0,12-24-1 0,-1-1 0 0,1 1 0 0,12-1 1 0,25-11-1 0,-1 11 0 0,13 2 0 0,9 11 0 0,-7 0 0 0,-4 11 0 0,1 0 0 0,-24 13 0 0,12 0 0 0,-24 13 0 0,13 12 0 0,-13-13 0 0,11 12 0 0,2 0 0 0,-13-13 0 0,12 14 0 0,0-13 0 0,0 1 0 0,0-13-1 0,0 0-2 0,-12 0 1 0</inkml:trace>
  <inkml:trace contextRef="#ctx0" brushRef="#br0">19619 17466 87 0,'0'0'1'0,"0"0"-3"0,24-13-3 0,13 13-6 0,9 13-14 0,-7-2-16 0</inkml:trace>
  <inkml:trace contextRef="#ctx0" brushRef="#br0">19945 17696 41 0,'-12'0'13'0,"12"0"16"0,-12 0 5 0,0 0-5 0,-12 0-11 0,-1 0-9 0,13 0-5 0,-12 0-2 0,0 12-2 0,11 0 1 0,13 12 0 0,-11 0-1 0,22 13 1 0,2-13-2 0,23 0 2 0,-12 0 1 0,13-13-1 0,-1-11 2 0,0 0 1 0,1-24 3 0,-25 13-4 0,24-25 4 0,-23-2-1 0,-2 14-2 0,0 1-2 0,-11 11-1 0,0 12 0 0,13 0-2 0,-13 0 3 0,11 24 1 0,2 0-3 0,0 0 2 0,11 13-2 0,0-13 1 0,0 0 0 0,0-13 0 0,0-11 0 0,13 0 0 0,-25 0 0 0,24-11-1 0,0-2 0 0,-11-11 0 0,11 1 0 0,-12-2 0 0,0 1 1 0,-12 0 1 0,-12 0-2 0,0 0-1 0,0 24 1 0,-12-12 0 0,-1 12 0 0,2 12 0 0,0 0 0 0,-2 0 0 0,1 12 0 0,12 0 0 0,0 0 0 0,0-11 0 0,0 11 0 0,12-13 0 0,12-11 0 0,-13 13 0 0,27-13 0 0,-13 0 0 0,-14 0 0 0,13 0 0 0,-24 0 0 0,12 0 0 0,-12 0 0 0,0 0 1 0,0 0-1 0,0 0 1 0,12 11 0 0,-12-11-1 0,12 0 0 0,12 0 0 0,-12-11 0 0,1 11 0 0,11-13 1 0,-12 13-1 0,0-11 0 0,0-1 0 0,0 12 0 0,0-25 0 0,1 12 1 0,11-11-1 0,-12 1 0 0,12-13 5 0,-12 24-5 0,1 0 0 0,-13 12 0 0,0 0 0 0,0 12 0 0,11 0 0 0,-11 0 0 0,11 12 0 0,2-1 0 0,-1 1 0 0,85 37 0 0,-85-61 0 0,13-11 0 0,-1-1 0 0,-24-13 0 0,24 1 0 0,-24 11 0 0,12 2 0 0,0-1 0 0,-12 12 0 0,12 0 0 0,12 0 0 0,-11 12 0 0,11-12 0 0,12 11 0 0,-11 2 0 0,10-2 0 0,2-11 0 0,-13 0 0 0,48-156 0 0,-72 95 1 0,0 1-1 0,-12 0 1 0,12 23-1 0,-12 0-1 0,12 26 2 0,0 11-1 0,0 11 0 0,0 13-1 0,0 13 1 0,12 145 0 0,-12-147 0 0,0 15 0 0,0-14 0 0,0-13 0 0,0 14 0 0,0-37 0 0,12 0 0 0,12-37 4 0,1-34-6 0,11 10 1 0,0 25 1 0,1 0-5 0,-13 11-18 0,-12 13-46 0,-12 12-62 0</inkml:trace>
  <inkml:trace contextRef="#ctx0" brushRef="#br0">20308 17259 148 0,'-12'-11'8'0,"-12"-25"-1"0,24 0-6 0,0 10-5 0,24 26-37 0,-12 0-50 0</inkml:trace>
  <inkml:trace contextRef="#ctx0" brushRef="#br0">19498 18299 58 0,'0'0'8'0,"-13"0"11"0,-23 0 28 0,11 0-29 0,3 0-7 0,9 26-7 0,2 9 0 0,11 2 0 0,11 0-3 0,13-2 1 0,24 2-1 0,-11-13 0 0,11 0 1 0,1-24 0 0,-13 13 0 0,-12-26 0 0,1 13-1 0,-25-12 0 0,0 0-1 0,0 12 1 0,0 0-1 0,11 12 4 0,2 0 1 0,9 1-5 0,17 11 1 0,-4-12-1 0,-11-12 2 0,12 12 1 0,-24-12-2 0,1-12-7 0,-13-13 8 0,-13 14-2 0,-23-14 2 0,0 13-1 0,1-25 1 0,-4 26-3 0,17-2 0 0,9 2 2 0,13-2-2 0,13 2 1 0,22-2 0 0,2 13 1 0,-2-13-1 0,14 2 0 0,-12 11 0 0,-1 0-1 0,-12 11 3 0,-12 15 3 0,1-15-4 0,-2 26 1 0,2-13-1 0,-13 12 7 0,12-24-2 0,0 12-6 0,-12-11 3 0,12-13-1 0,0 0-9 0,1 0 7 0,-2-24-1 0,13-1 2 0,-13-11-3 0,15 12 3 0,-13 0-1 0,9 0-1 0,-9 24 0 0,11-13 0 0,-12 13 1 0,0 13 0 0,0-2 1 0,0 13-2 0,1 0 2 0,11 13 3 0,0 0 1 0,12-26-4 0,-12 2-2 0,13-1 3 0,-13-12-6 0,0 0-1 0,12-25 5 0,-23 1 0 0,12-12-1 0,-14-13 3 0,-11 1-1 0,0-13 0 0,0-11 0 0,0 24 0 0,0-12-1 0,-11 23 0 0,11 13 0 0,0 24 1 0,0 0-1 0,0 24-1 0,0 13 1 0,11 11 1 0,0 12-1 0,14 1 1 0,-13 11 0 0,0-11 3 0,0-13 1 0,0-11 0 0,-12-13-3 0,-12-12-2 0,0-12-5 0,-12-12 3 0,12-1 0 0,-23-23 0 0,22 0 0 0,1-1 1 0,-1 2-1 0,13 9 1 0,13 15 0 0,12-2 0 0,10 2 0 0,1 11 1 0,13 11 0 0,-1 2 0 0,1-13-1 0,-1 11 1 0,0-11 1 0,-12 0-1 0,-11 0 1 0,-25-11 1 0,13-2-1 0,-38 13 0 0,12 0-1 0,-23 0 1 0,0 0-1 0,12 24 1 0,0 2-1 0,12-2 1 0,12 11-1 0,0-10 0 0,24-1 0 0,0-12-2 0,13 1 3 0,-2-13 0 0,2 0 1 0,-2-37-1 0,2 25-2 0,0-24 1 0,-1 12 0 0,0 0 0 0,0 11-1 0,1 0 1 0,-13 13 0 0,0 13 1 0,-11 11 1 0,-2 13-1 0,-11-13 3 0,-11 12 4 0,-2-11-8 0,1 11 0 0,-12-24 0 0,12 0 0 0,12-12 0 0,0 0 0 0,24 0-4 0,-12-24 1 0,24-1 3 0,1-11-1 0,0 12-1 0,-2-25 2 0,-35 38 0 0,24-13 0 0,-24 11-1 0,-12 13-1 0,-13 0 3 0,14 13 1 0,0 11-2 0,-2 0 0 0,13 12 3 0,13-12 4 0,22 12-7 0,1-23 0 0,13-1 0 0,11 0 0 0,1-12 0 0,0 0-5 0,0-12 2 0,-15-24 3 0,3-1-1 0,-13-11 2 0,-23-13 1 0,-1 0-3 0,-12-11 2 0,12 24-1 0,-12-12 0 0,-12 23 1 0,0 25-3 0,12 12 2 0,-13 12-2 0,2 11 2 0,-2 15 1 0,1 9-2 0,12 15 0 0,-12-2 5 0,24 1-3 0,-12-2 4 0,25-10-5 0,-1 0 0 0,12-1 0 0,-12-25 0 0,13 3 0 0,-1-14-9 0,0 0-24 0,13-12-29 0,-24-12-34 0,-14 0 55 0</inkml:trace>
  <inkml:trace contextRef="#ctx0" brushRef="#br0">21637 18336 72 0,'0'0'16'0,"0"0"29"0,26 0-13 0,11 0-9 0,-2-11-12 0,26 11-9 0,11-12-9 0,-11-2-43 0,-25 14-61 0</inkml:trace>
</inkml:ink>
</file>

<file path=ppt/ink/ink6.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3-24T13:35:58"/>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13643 12277 55 0,'0'-13'9'0,"13"2"1"0,11-25 0 0,12 11 7 0,0-12-1 0,13-10-3 0,12-2-1 0,-1-11-2 0,24 11 0 0,61-84 13 0,-132 121-22 0,-13-1 0 0,0 13-2 0,0-11-11 0,0 11-32 0,-13 0-21 0,1 11 21 0</inkml:trace>
  <inkml:trace contextRef="#ctx0" brushRef="#br0">13595 12458 52 0,'-13'-12'39'0,"26"12"-20"0,-1 12-8 0,24 12-4 0,1 25-1 0,-1-1 2 0,12 1 0 0,13-2-2 0,-2 15-3 0,4-2 0 0,8-12-2 0,-10-11 1 0,-13-1 3 0,-24-24 1 0,1 0-1 0,-1 0-3 0,-12 0-1 0,-12-12 0 0,0 0-4 0,0 12-39 0,0 1-76 0</inkml:trace>
  <inkml:trace contextRef="#ctx0" brushRef="#br0">14587 11406 37 0,'0'0'9'0,"-12"-12"2"0,12-1 4 0,0 13 2 0,0-11-2 0,-12 11-10 0,12 11-4 0,0 2 0 0,0 23 1 0,0 0-1 0,0 1 1 0,0-1 0 0,0 13 0 0,-12-13 0 0,12 12 1 0,-13 1-2 0,13-2 1 0,-12 2-1 0,12-24-1 0,0-1 2 0,-12-13 1 0,12 2 0 0,0-13 0 0,0 0 1 0,0 0 14 0,0 0-16 0,0-13-2 0,12-11 1 0,-12 0-1 0,25-13 0 0,-13 13 0 0,12-11 1 0,0-2-1 0,-12 24 0 0,12-11 0 0,-13 13 1 0,-11-1-1 0,0 12 0 0,0 0 0 0,-11 0 0 0,-13 23 0 0,0-10-1 0,0 11 1 0,12 1 0 0,0-2 0 0,-1-10 0 0,13 11 0 0,0-13 0 0,13 2 1 0,-1-1 1 0,12 0 0 0,12-12-1 0,-1 13-1 0,4-13 0 0,-15 0-10 0,-2 11-36 0,3-11-52 0</inkml:trace>
  <inkml:trace contextRef="#ctx0" brushRef="#br0">14877 11659 32 0,'0'0'11'0,"0"0"3"0,0 0-3 0,0 0-4 0,0 0 0 0,0 24-4 0,0 2 0 0,0-2-1 0,0 11 2 0,0-11-3 0,0 1 0 0,0-13 1 0,0 1-1 0,0-2 3 0,12-11 4 0,-12 0 3 0,12-11-7 0,0-14-1 0,1 13-2 0,-1-12 0 0,12-13-1 0,-12 14 1 0,0-15-1 0,12 27 1 0,-11-25-1 0,-13 36 0 0,11-12 0 0,-11 12 0 0,0 0 1 0,0 24 2 0,0-13 0 0,11 26-1 0,-11 0-1 0,14-13 0 0,-2 0 0 0,1 0 0 0,-2-12 0 0,0 0 0 0,2-12 3 0,-2 0 0 0,14-12 0 0,0 0-2 0,-14-1 0 0,2-22-2 0,-2 22 1 0,2 2-1 0,-1-1 0 0,-12 24-2 0,0-1 2 0,0 26 0 0,0-26 0 0,12 26 0 0,0-24 1 0,12-2-1 0,1 2 1 0,-1-2-1 0,-12-11 1 0,12-24 0 0,-11 13 0 0,9-14 0 0,-22 0 0 0,0 1-1 0,0-11 0 0,-11 23 0 0,-13-13 0 0,0 12-1 0,0 13 0 0,0 0 1 0,-13 13 0 0,13 0-1 0,12-1 1 0,-1 11 0 0,13-10 0 0,13-2 1 0,-1-11-1 0,24 0 0 0,1 0 1 0,-1-11 0 0,1-2 0 0,-2-10-1 0,2 11 1 0,-13-1 0 0,-13 0 0 0,2 2 1 0,-2 11 0 0,-11 11 0 0,-11 15-1 0,11 9 0 0,0 2 0 0,11-1-1 0,2 0 0 0,-1-12 0 0,13-11 0 0,-1-1 1 0,0-12 1 0,0 0-1 0,0-25 0 0,1 14 0 0,-13-26 0 0,0 25-1 0,0-13 0 0,0 14 0 0,0-2 0 0,-12 13 0 0,12 0-1 0,-12 13 0 0,13 11 0 0,-2-12 2 0,0 13-2 0,2-14 2 0,12 13-1 0,-13-24 0 0,12 13 0 0,-24-13 1 0,11-13-1 0,-11 2 1 0,0-13-1 0,0 11 1 0,0-11-1 0,0 0 0 0,-11 0 0 0,11 11 0 0,11 2 0 0,2-1 0 0,11 12 0 0,-12 0 0 0,13 0 0 0,-1 0-1 0,-12 23 1 0,-12 1-1 0,12 0 1 0,0 1 0 0,-12-13 0 0,12 12 0 0,-12-24 0 0,0 13 1 0,0-13 1 0,12-13-1 0,-12 2 0 0,24-14-1 0,-11 0 0 0,-1 1 0 0,0 0 0 0,0 13 0 0,0-13 1 0,0 11-2 0,-12 13 0 0,12 0 0 0,1 13 1 0,-13-1-1 0,11 11 2 0,-11 1-2 0,11-11 2 0,3 23-2 0,-14-24 1 0,12 25-4 0,0-26-13 0,-12 14-22 0,0-13-30 0,0 0 25 0</inkml:trace>
  <inkml:trace contextRef="#ctx0" brushRef="#br0">16643 11333 71 0,'0'-11'9'0,"0"-15"6"0,0 26-8 0,-11 13 17 0,-14 24-16 0,1 11-3 0,-1 24 0 0,-59 110 11 0,47-73-9 0,1 0-4 0,12 0-1 0,-12 48 0 0,25-121-1 0,11-25 0 0,-14 2-1 0,28-26-78 0,-14 13 12 0</inkml:trace>
  <inkml:trace contextRef="#ctx0" brushRef="#br0">16704 11721 61 0,'0'-12'6'0,"0"-1"1"0,0 13-5 0,13 13 4 0,-2-1 4 0,0 24-3 0,2-1-3 0,-1 2-1 0,12 0-2 0,-12-1 1 0,12-12-1 0,-11-24 2 0,-1 12 3 0,0-12 4 0,0-12 0 0,0 0-4 0,0-12-3 0,0 0-2 0,0 0 0 0,12-13 1 0,-11 13-2 0,24 0 0 0,-13 11 0 0,23 2 0 0,2 11 0 0,-1 0 0 0,-12 0 0 0,13 0 0 0,-13 0 1 0,-12 11-1 0,-24-11 0 0,0 0 1 0,-24 13 2 0,12-13-2 0,-24 0 0 0,-1 11-1 0,13 2 0 0,-12-2 0 0,23 14 0 0,13 0 0 0,13-1 0 0,-1-13 1 0,0 2-1 0,24-13 1 0,-11 0 0 0,-1 0 0 0,0-13 0 0,-12 2 0 0,1-13-1 0,-2-1 2 0,13 0-2 0,-24 1 1 0,13 24-1 0,-1-11 1 0,0 11-2 0,-12 0 1 0,13 24 0 0,-2 0 0 0,2 0 0 0,-2 0 1 0,0 13-1 0,2-25 0 0,-1-12 0 0,13 12 1 0,-14-24 0 0,13 0 1 0,1-25-1 0,11 1 0 0,-24 0-1 0,1-12 2 0,-1-13-2 0,-12 13 0 0,0 0 0 0,0-13 0 0,-12 12 0 0,-1 13 1 0,1 24-1 0,0 12-1 0,12 12 0 0,-12 13 1 0,12 23 0 0,0-1 0 0,0 3 0 0,12 9 0 0,0 15 0 0,13-15 0 0,-1 2 0 0,0-12 0 0,0-25 0 0,0-12 0 0,-11 0 1 0,11-12 1 0,-12-12 0 0,24-12-1 0,-12 0 0 0,0 11-2 0,2-22 2 0,-15-2-1 0,0 24 0 0,-11 2 0 0,0-2 0 0,13 26-2 0,-13 11 2 0,0 0 1 0,0 0-1 0,12 0 2 0,0-11-1 0,12 11 1 0,-12-12-1 0,0 0-1 0,13-12-1 0,-1 0-6 0,-24 0-19 0,24-24-114 0</inkml:trace>
  <inkml:trace contextRef="#ctx0" brushRef="#br0">17854 11563 51 0,'-14'-13'42'0,"-22"-10"-23"0,47 35-18 0,14-1-21 0,-11 2-47 0</inkml:trace>
  <inkml:trace contextRef="#ctx0" brushRef="#br0">18203 11491 55 0,'0'-12'33'0,"0"-73"15"0,12 72-28 0,-12 26-12 0,13 23-6 0,-13 13-1 0,13 60 1 0,-13-38-1 0,0-9-1 0,11-2 1 0,0 61-1 0,-11-109 1 0,0-12-1 0,0 0 4 0,0 0-1 0,13-12-1 0,-13 0-1 0,0-12-1 0,12 0-1 0,-12 11 1 0,-12-24-3 0,-1 26-1 0,-9-2 0 0,-16 2 1 0,-34 11 0 0,48 11 3 0,-1 13 0 0,14 1 2 0,-2 0 0 0,98 35 23 0,-37-72-22 0,2-1-3 0,9 13-12 0,-11-11-113 0</inkml:trace>
  <inkml:trace contextRef="#ctx0" brushRef="#br0">19086 11466 29 0,'0'0'0'0,"0"-24"29"0,-12 12-20 0,12 0 0 0,-24 0-1 0,0-13-2 0,-11 25-3 0,9-11 0 0,-9 11-2 0,10 11 1 0,13 2 0 0,0 23 3 0,0 13 0 0,-1-1 2 0,13 25-1 0,0-14 0 0,13 15-2 0,-13-2-1 0,12 0-1 0,0-23-2 0,-12 0 1 0,0-25 0 0,0-12 0 0,0-12-1 0,0 12 0 0,0-24-50 0,-12 0-26 0</inkml:trace>
  <inkml:trace contextRef="#ctx0" brushRef="#br0">18723 11733 41 0,'37'-12'19'0,"11"0"-8"0,25-1 5 0,-2 13 1 0,-8-13-5 0,8 13-6 0,-10 0-2 0,-25 0-2 0,-12 0 2 0,-12 0 1 0,-24 13 12 0,-12 0-15 0,-12 11-1 0,11-13 0 0,1 26-1 0,0-1 0 0,24-11 0 0,0 23 1 0,12-36 0 0,12 0 0 0,1-12 0 0,11-12 0 0,-12 0 0 0,0-12-1 0,1 0 1 0,-13-85-1 0,-12 85 0 0,0 11 1 0,0 13-2 0,0 0 1 0,0 0 0 0,0 25 0 0,12-2 1 0,-12 14-1 0,12-13 1 0,1 13-2 0,-2-13 0 0,13 0-11 0,0 0-28 0,13-24-18 0,-24 0 19 0</inkml:trace>
  <inkml:trace contextRef="#ctx0" brushRef="#br0">19680 11709 51 0,'-13'-13'19'0,"1"-24"-5"0,0 26-3 0,0 11 3 0,-24 0-1 0,-1 0-4 0,-12 24-6 0,13 13-1 0,12-2-2 0,12 2 1 0,-1-1-1 0,26 0 2 0,11-12-1 0,13-11 0 0,11-1 1 0,1-12-1 0,11 0-1 0,0-25 1 0,36-23-1 0,-59 11 0 0,-13-11 1 0,-11 13-1 0,-1-15 1 0,-12 3-1 0,-12-15 1 0,-1 15-1 0,1-1 0 0,0 23 2 0,0 13 3 0,12 12 0 0,0 0-3 0,0 12 1 0,0 24 2 0,0 1 0 0,12 10-1 0,0 15-1 0,0 9-1 0,13-10 0 0,-25 0-2 0,12-13-1 0,0-11-3 0,-12-13-7 0,12-12-12 0,-12-12-11 0,-12 0-14 0,12 0 4 0</inkml:trace>
  <inkml:trace contextRef="#ctx0" brushRef="#br0">19739 11733 59 0,'0'0'11'0,"-13"0"-6"0,52 0 3 0,-4 0 9 0,1-12 0 0,13 12-9 0,23-12-5 0,1-1-1 0,49-11 0 0,-100 11-1 0,3 2 2 0,-25-1 6 0,-12 0-1 0,-12 12-3 0,-26 12 0 0,4 0-2 0,9-1 0 0,13 26-2 0,11 0-1 0,13-2 1 0,25-11 1 0,24 13 0 0,-3 0-1 0,15-1 1 0,-12-24 1 0,-25 0 1 0,-12 0 2 0,-24-12 3 0,-24 0-4 0,-12 0-3 0,-13 0-1 0,1 0-1 0,0 12-5 0,11-12-57 0,49 0-16 0</inkml:trace>
  <inkml:trace contextRef="#ctx0" brushRef="#br0">14804 12640 37 0,'13'-12'21'0,"-2"0"-10"0,-11-12-4 0,0 11 5 0,-24 0-2 0,-24-10-4 0,0 11-5 0,-2 0 0 0,3 12 2 0,-1 12 2 0,11 0 1 0,13 24 0 0,12 1 0 0,12 11 0 0,0 13 0 0,24 11 0 0,-12-11-4 0,0 11-1 0,-12 1 0 0,0-13 0 0,13-11 0 0,-13-1 0 0,-13-24 0 0,13-13 0 0,-12 2-1 0,12-13-12 0,0 0-28 0,-12-24-51 0</inkml:trace>
  <inkml:trace contextRef="#ctx0" brushRef="#br0">14381 12845 51 0,'0'0'0'0,"49"-12"4"0,11 12 5 0,13 0 8 0,0-12-4 0,-1 12-4 0,12 12-3 0,-23-12-2 0,-1 0 1 0,-35 0 1 0,-13 0 4 0,-12 0 6 0,-24 0-10 0,-13 12-4 0,-60 36 0 0,48-23-1 0,27 11-1 0,-2 13 0 0,24-25-1 0,24-12 1 0,11-12 0 0,1 0 1 0,13-12-1 0,-13-12 0 0,0 12 0 0,-36-25 1 0,13 25 0 0,-13-24-1 0,0 23 0 0,-13 2 0 0,13 11 0 0,0 0-1 0,37 72 2 0,-13-48-1 0,1 13 0 0,10-25 0 0,-10 0 0 0,11 0-1 0,-12-12 0 0,0-24-2 0,0 12 0 0,0-25-2 0,0-11 2 0,-11 0 0 0,-13-1 2 0,0 0 1 0,0-10 0 0,0 9 0 0,0-9 0 0,-24-2 3 0,24 37 1 0,-13 12 0 0,2 12-1 0,11 0-1 0,-13 36 0 0,13 1 0 0,0 11 0 0,0 0-2 0,13 13 1 0,11-2-1 0,-13 2 1 0,14-12-2 0,-1-13 1 0,0-12-1 0,-11-11 2 0,-1-13 0 0,12 0 1 0,-12-13-1 0,12-11 0 0,-11 0 0 0,-2-13-1 0,13 13 1 0,-24 0-1 0,25 12 0 0,-13 0 0 0,12 12-1 0,-13 0 0 0,2 24 1 0,-2-11 0 0,-11 22 0 0,13-10 1 0,-13-1-1 0,0-12 0 0,0 12 2 0,-13-24 1 0,2 0-1 0,-13 13 0 0,13-26 0 0,-2 13 0 0,13-12-2 0,0 12 1 0,0-12-1 0,0 12-1 0,0 0-2 0,13 0 3 0,-13 12-1 0,11-12 2 0,0 0-1 0,13 0 0 0,-11 0 1 0,-13 0 0 0,12 0 1 0,-12 0 1 0,0 0 0 0,12 0-3 0,12 12 0 0,1-12 0 0,11 0 1 0,0 0-2 0,13-12 1 0,-13 0 0 0,-12-12 1 0,13 12-1 0,-37-24 0 0,12 12 1 0,-24-13-1 0,-1 24-1 0,-22-11 0 0,10 24 0 0,1 0 0 0,0 24 1 0,12 1 0 0,-1 11 0 0,13 1 1 0,25-1-1 0,-1-12 1 0,12 1 1 0,-1-13-2 0,15 0 1 0,-2-12-2 0,37-12-31 0,-49 0-64 0,0-1 43 0</inkml:trace>
  <inkml:trace contextRef="#ctx0" brushRef="#br0">16619 12858 66 0,'0'0'0'0,"0"-37"16"0,13 24-11 0,-13 2 6 0,-98 22 39 0,62 26-44 0,12 36 2 0,24-37-6 0,12 1-1 0,24-13 1 0,0 0 0 0,13-24 0 0,-2 0 1 0,-10 0-1 0,11-36 1 0,-11 11 1 0,-25-23-2 0,24 0 0 0,-23-13-1 0,-1 0 0 0,-12 0 1 0,-12-72 0 0,-1 74-2 0,1 34 3 0,0 14 1 0,0 11-2 0,12 0-2 0,0 11 0 0,0 38 1 0,0-14 0 0,12 27-1 0,-12-2 1 0,24 1-1 0,13 72 1 0,-13-73-1 0,12-24-1 0,1-11 2 0,-13-13-1 0,13-12 0 0,35-37 1 0,-24 25 0 0,-24-24-1 0,12-1 1 0,-11 2-1 0,-25-15 0 0,12 15 0 0,-24 11 0 0,-1 12-1 0,1 0 1 0,-24 24-1 0,12 0 1 0,0 23 0 0,0 2 0 0,11 0 0 0,13 11 0 0,13-12 0 0,11-12 0 0,0-12-1 0,0 1 1 0,12-13 0 0,-11-25 0 0,-1 13 0 0,-12-24 1 0,-12 11-1 0,12-10 0 0,-12-2 0 0,0 24 0 0,0-11-1 0,0 24 1 0,0 0-1 0,0 13 1 0,12 11 1 0,12 0-2 0,-11 13 1 0,-2-13 0 0,2 12 1 0,-1-24-2 0,0 0 2 0,12 0-2 0,0-12 2 0,-13 0-2 0,28-12 1 0,-17 0 0 0,2-12 0 0,1-13 0 0,-13 2 0 0,0 10 0 0,0 0 0 0,-12 14-1 0,0 11 1 0,0 11 1 0,0 14-1 0,0 0 1 0,12 10 0 0,1-22 0 0,11 23-1 0,-12-24 0 0,24 0-1 0,-12 0-3 0,1 1-18 0,11-13-38 0,-23-13-33 0</inkml:trace>
  <inkml:trace contextRef="#ctx0" brushRef="#br0">17586 12531 70 0,'-12'-12'23'0,"12"12"-24"0,12 0-5 0,1 0 2 0,11 12-17 0,-12 0-29 0</inkml:trace>
  <inkml:trace contextRef="#ctx0" brushRef="#br0">17840 12808 73 0,'-12'0'17'0,"24"0"-14"0,-12 13 5 0,0 11 3 0,0 0-6 0,14 13-3 0,-14-13-1 0,11 0-1 0,-11 0 1 0,0-11-1 0,0-13 1 0,0 0 3 0,11 0-1 0,2-13-2 0,-13-23 0 0,12 12 0 0,0-25-1 0,0 1 1 0,12 11-1 0,1-10 0 0,-13 22 0 0,24 12 2 0,-24 2 0 0,12 11 3 0,-11 11 1 0,-2 27-2 0,14 9-1 0,-13-10-1 0,12 0-1 0,-11-2-1 0,-2 2 1 0,0-25 0 0,2-12 1 0,-1 0 2 0,13 0 2 0,-25-24-2 0,13 12-1 0,-2-12-2 0,0-13-1 0,2 13 0 0,11 0 0 0,-12 0 0 0,0 0-1 0,12 12 2 0,-11 0-2 0,-13 12 0 0,12 12 0 0,-12 0 0 0,0 12 2 0,0-13-1 0,0 26 1 0,12-13 0 0,-12 13-1 0,12-13 0 0,-12 0 0 0,12-12 1 0,12 0 0 0,-12-12 0 0,25 0 0 0,-1 0 1 0,0-24-1 0,12 0 0 0,0 0 0 0,13-13 0 0,-12 0 0 0,-13-11 2 0,-12 13 0 0,-24-15-2 0,0 27 1 0,-12 11 0 0,0 0-1 0,-12 12-1 0,12 12 1 0,0 0-1 0,-1 11 1 0,13 1-1 0,25 2 0 0,11 9 0 0,-12 2-1 0,25-1 2 0,-37 0-1 0,12-12 0 0,-24-11 0 0,-12-1 3 0,-12 0 0 0,-25-12-1 0,1 12-2 0,-1-12-1 0,1 0-24 0,1 0-135 0</inkml:trace>
  <inkml:trace contextRef="#ctx0" brushRef="#br0">17562 12543 66 0,'0'0'0'0,"0"-24"18"0,12 12-12 0,0 12 4 0,-12 0 2 0,13 0 0 0,-13 36-2 0,0-13-1 0,0 3 1 0,0-14 2 0,-13 0-3 0,1 0-2 0,12-12-4 0,0 0-27 0</inkml:trace>
  <inkml:trace contextRef="#ctx0" brushRef="#br0">14926 13462 44 0,'0'0'11'0,"-25"-12"5"0,25 12-6 0,0 0 10 0,25-12 2 0,-1 0-7 0,25-25-6 0,11 13 1 0,0-13 1 0,25-11 1 0,-1 13-2 0,1-15-4 0,-24 26-4 0,-37 13-1 0,-24 11 1 0,0 0-2 0,-12 0-13 0,-26 11-37 0,3 13-68 0</inkml:trace>
  <inkml:trace contextRef="#ctx0" brushRef="#br0">14721 13800 45 0,'0'0'0'0,"-24"-24"20"0,11 13-4 0,13-1 6 0,-12 12 1 0,12 0-9 0,12 12-10 0,1 12 1 0,11 11-1 0,-13 2-1 0,13 0 0 0,-12-1-2 0,0-12 0 0,12-12 2 0,-11 0-1 0,-2-12 5 0,-11 0 2 0,13-12-1 0,-1-12-3 0,0 0-2 0,0-13-1 0,0 13 0 0,0 0 0 0,0-13-2 0,13 26 1 0,-25-13-1 0,12 24-1 0,12-12-5 0,-12 12-12 0,12 12-9 0,-11-1-9 0,9 2-3 0,4-2 11 0,-13-11 18 0,-2 0 11 0,-11 0 28 0,0 0-6 0,-11-11 1 0,11 11-4 0,11 0 7 0,-11 11-21 0,0 2-2 0,11 11-1 0,-11 13-2 0,0-13 0 0,0 12-1 0,0-12-1 0,0-12-7 0,13 0-17 0,-2-12-31 0,2 0-16 0</inkml:trace>
  <inkml:trace contextRef="#ctx0" brushRef="#br0">15106 13547 68 0,'-11'0'12'0,"-13"-12"-3"0,24 12-8 0,0 12-2 0,13 0 0 0,33 49-83 0</inkml:trace>
  <inkml:trace contextRef="#ctx0" brushRef="#br0">15386 13753 58 0,'0'0'17'0,"-13"-12"-4"0,13-1 8 0,-12 0 6 0,-12 2-8 0,0 11-11 0,12 11-4 0,-13 27-1 0,-11-2 0 0,11 12-2 0,14 0 0 0,-2 13-1 0,26-25 0 0,11-24-1 0,-12 1 2 0,24-26 0 0,-11 1 0 0,11-24 0 0,-12-1 0 0,-12-11 0 0,23-37 1 0,-35 85-1 0,0 13 0 0,38 83 6 0,-2-59-6 0,-25-1 0 0,26 0-1 0,0-23-6 0,-1 11-14 0,-12-24-25 0,24 0-57 0</inkml:trace>
  <inkml:trace contextRef="#ctx0" brushRef="#br0">16111 13704 77 0,'24'-36'41'0,"-12"24"-25"0,-12 0 5 0,-24 12-13 0,0 0-6 0,-13 24-1 0,1-1 0 0,0 14-1 0,11 0 1 0,25-2-2 0,0 2 1 0,25-13 0 0,11 0 0 0,13 0 0 0,-13-11 1 0,0-1 0 0,-12 0-1 0,-24 0 1 0,-11 0 1 0,-26 0 0 0,1 0 0 0,-25 1-1 0,0-1 0 0,1 0-1 0,24-12-2 0,25 0-15 0,11 0-25 0,22 0-56 0</inkml:trace>
  <inkml:trace contextRef="#ctx0" brushRef="#br0">16569 13800 91 0,'-22'-24'25'0,"9"13"-11"0,1-1 4 0,-24 12-3 0,0 12-6 0,-1-1-4 0,1 26-2 0,24-1-1 0,-1 0-1 0,2 1 0 0,11-13-1 0,24 0 0 0,-12-24 0 0,24 0 1 0,13-12 0 0,-13-24-1 0,-12-1 1 0,1 26-1 0,-25-26 0 0,11 24 0 0,0 26 0 0,-11 11 0 0,14 13 0 0,-2-13 0 0,60 48-52 0,-35-59-11 0,-24-13 3 0</inkml:trace>
  <inkml:trace contextRef="#ctx0" brushRef="#br0">16788 13765 51 0,'0'0'0'0,"-12"-24"26"0,12 24-12 0,0 0 27 0,0 24-21 0,0 0-9 0,12 0-5 0,0 12-2 0,-12 0-2 0,12-12 0 0,0 1-1 0,1-13-1 0,-13-12 2 0,12 0 1 0,-12-24 1 0,0 0-3 0,24-37-1 0,-12 24 1 0,0 13-2 0,12 1 2 0,-11 11-1 0,-2-1-1 0,2 13 1 0,-1 25 3 0,0-13-2 0,-12 12 1 0,37 24 2 0,-26-36-3 0,13 0-1 0,13-12 4 0,-24-12-3 0,-2-13 0 0,13-10 1 0,-12 22-3 0,0-10 1 0,0 23 0 0,-12 0-1 0,12 12 2 0,-12 12-2 0,12-13 1 0,-12 13 0 0,12-11 0 0,1-1 0 0,-1-12 0 0,0 12 1 0,0-12-1 0,0-12 0 0,0 0 1 0,-12-1-1 0,13 2 0 0,-13-13 1 0,0 0-1 0,11 12 0 0,-11 0 1 0,0-14 1 0,0 15 0 0,0 11 1 0,0 0 0 0,0 11-2 0,0 27 0 0,0-2-1 0,13 12 1 0,-13 13 0 0,11 11 0 0,2-11-1 0,-1-1 0 0,-12 1 0 0,12-13 0 0,-12-13 1 0,0-21-1 0,0-2 1 0,0-12 1 0,0 0 0 0,-12-26-1 0,12-9-1 0,-12-1 0 0,12-12 1 0,0-1-1 0,0-11-1 0,12-13-2 0,-12-12-2 0,25 12 1 0,10 12 1 0,-11 14 0 0,13 47 2 0,-2-12 0 0,-10 24 1 0,-1 11 0 0,-24 1 0 0,0 14 0 0,0-15 0 0,-36 1-1 0,-1 0-9 0,15 1-8 0,-28-13-36 0,39-12 14 0,22 0 7 0,13 0 19 0,2 0 10 0,9 0 5 0,1 0 1 0,12 0 5 0,-23-12 5 0,-1 12 2 0,12-12 0 0,-36-12 0 0,13 0-3 0,-2 0-2 0,2-26 1 0,-1 3 0 0,-12-13-1 0,12-1-2 0,-12 1-1 0,0-1 1 0,0 24 0 0,0 13-1 0,-12 0-1 0,0 11 0 0,12 13-2 0,-13 13-2 0,2 24 0 0,-2 11 1 0,13 13-1 0,0-1 0 0,13 25 0 0,-2-13 0 0,14-11-1 0,-1-13 0 0,12-12-1 0,-12-24 2 0,0 1-1 0,2-13 1 0,-15-13 0 0,13 1 0 0,-12-13 0 0,0-10 0 0,12 22-1 0,-12-10 0 0,0 11 0 0,-12-1 0 0,0 13 0 0,0 0-1 0,13 13 1 0,-13 11 0 0,12-13 0 0,-12 13 0 0,12 0 0 0,0 1 0 0,0-13 0 0,0 1 0 0,0-13 1 0,-12 0-1 0,25-13 0 0,-14-11 1 0,0 11-1 0,15-11 1 0,-2 0-1 0,-11 13-1 0,-2-13 2 0,0 11-1 0,2 13 0 0,-1 0 0 0,-12 13 1 0,12-1-1 0,-12 11 1 0,13 1 0 0,-13 0 0 0,13 1 1 0,-13-13-2 0,11 1 1 0,0-13 1 0,-11 0 0 0,13-13-1 0,-1 1-1 0,12-24 1 0,-24 23-1 0,24-22 0 0,1 23 0 0,-13-13 0 0,0 25 0 0,12-13-1 0,-12 13 1 0,0 13-1 0,-12 12 2 0,0-2-1 0,0-10 0 0,12 11 0 0,-12-13 1 0,13 2-1 0,-2-1 0 0,2 0-1 0,11-12-6 0,-24 0-10 0,12-12-14 0,0-13-46 0,-12 25 18 0</inkml:trace>
  <inkml:trace contextRef="#ctx0" brushRef="#br0">18082 13474 104 0,'-24'-12'12'0,"-12"12"-8"0,36 0-5 0,12 0 2 0,12 12-7 0,25 12-85 0</inkml:trace>
  <inkml:trace contextRef="#ctx0" brushRef="#br0">18748 13753 67 0,'12'-25'28'0,"24"12"-8"0,0-11 8 0,-36 1 3 0,0 11-12 0,0 0-10 0,-24 12-5 0,-12 0-3 0,-13 0 1 0,-24 12-2 0,51 12 1 0,-16 0-1 0,13 13-1 0,14-13 0 0,11 11 2 0,24-22-1 0,-12-2 0 0,26-11 0 0,-3 0 0 0,-11 0 1 0,-12 0-1 0,0 0 1 0,0 0-2 0,0 25 2 0,1 11 1 0,-1 13-1 0,0 11-1 0,12 1 0 0,-12 0 0 0,-12 10 1 0,0-23-2 0,-12 2 1 0,0-26 1 0,-24 0 0 0,-13-13 0 0,13 2 0 0,1-13 1 0,9-13 0 0,14-11 0 0,0 0-1 0,12-23 0 0,24-2 0 0,13 1-1 0,11-2-1 0,13 15-3 0,-13 11-18 0,-12 12-72 0,-23 12 20 0</inkml:trace>
  <inkml:trace contextRef="#ctx0" brushRef="#br0">13884 17938 1 0,'13'0'2'0,"0"0"4"0,11 0 0 0,36 0 0 0,-11 0-2 0,23-13-1 0,1 1 2 0,-1 12-1 0,13-12-2 0,0-1 1 0,11 13-1 0,-11 0 0 0,1 0 0 0,9 0 1 0,2 0 3 0,13 0-1 0,10 0 0 0,-11 0 0 0,24-11-1 0,-1 11-2 0,-10 0-1 0,11-13-1 0,-1 13 1 0,2-11 0 0,-13 11 0 0,0 0 0 0,0 0 4 0,0 0 1 0,0-13-1 0,-12 13-3 0,-13 0 0 0,1-11 0 0,1 11-2 0,-13 0 1 0,10 0-1 0,-10 11 1 0,0-11 2 0,13 0 1 0,-3 0 2 0,2 0 3 0,0 0-2 0,12 0-2 0,0 0-3 0,10 0 1 0,-9 0-2 0,-1 0 1 0,-12 0-1 0,12 0-1 0,-25 0 0 0,13 0 0 0,0 0 0 0,-12 0 0 0,11 13 0 0,-11-13 0 0,12 0 1 0,-12 0-1 0,10 0 1 0,-10 0-1 0,0-13 0 0,1 13 1 0,-1 0-1 0,0 13 1 0,-14-13-1 0,14 0 1 0,0 0-1 0,-2 11 0 0,2-11 1 0,13 13-1 0,-14-13 1 0,1 11-1 0,0-11 0 0,-1 13 1 0,-11-13-1 0,0 0 1 0,-13 0-1 0,-13 0 1 0,-9 0-1 0,-13 0 1 0,-3 0-1 0,-22 0 1 0,13-13 0 0,-13 2-1 0,0-2 1 0,-13 2-1 0,2-2 1 0,-13 2 0 0,-1-13-1 0,0 11 1 0,-10-11 0 0,11 0-1 0,0 12 1 0,12 12-1 0,0-12 1 0,-1 12-1 0,26 12 1 0,-1 0-1 0,12-1 1 0,0 2-1 0,1-2 1 0,-3 15-1 0,-9-2 1 0,-1-13-1 0,1 13 1 0,-13-11 0 0,0 11 0 0,-25 0-1 0,1 0 1 0,-24 0 0 0,12 13-1 0,-13-1-2 0,37-24 1 0</inkml:trace>
  <inkml:trace contextRef="#ctx0" brushRef="#br0">17284 15978 30 0,'-24'-24'3'0,"0"-24"1"0,12 11 4 0,-1-35 24 0,13 48-13 0,0-2-4 0,0 15-3 0,0-2-3 0,0 13-5 0,0 0-3 0,0 13 2 0,13 24 1 0,11 107 9 0,-12-71-10 0,-12 12-2 0,0 24 1 0,0 11-1 0,12 26 1 0,-12-13-2 0,25 12 0 0,-1-49 2 0,-13 2 3 0,26 22-1 0,-24 14 0 0,11-1 0 0,-13 0-1 0,-11-37 0 0,11-11-1 0,-11 12-1 0,0 0-1 0,0 24 1 0,0-13 1 0,0 1 0 0,0-13-1 0,0-22 1 0,0-2 0 0,0-11 2 0,0-13 6 0,0-24-8 0,13 0 1 0,-13-11 0 0,0-13-2 0,12 0-6 0,-12 0 3 0,0-13-9 0,0 13-31 0,14-12-60 0,-14 12 53 0</inkml:trace>
</inkml:ink>
</file>

<file path=ppt/ink/ink7.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4-07T14:00:57"/>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21554 9627 95 0,'0'0'8'0,"-12"-11"7"0,12 11-1 0,-12 24-7 0,-1 96 5 0,1-70-11 0,12-2 1 0,0 0-1 0,0 1 0 0,12-25 1 0,1 0 1 0,-13-12 0 0,12 0 0 0,-12-12 0 0,12 11 0 0,-12-11-1 0,12 0 1 0,0 14-1 0,12-14-1 0,-11 0 0 0,9 0-2 0,-9-14-7 0,0 14-22 0,0 0-35 0,-13 0 10 0</inkml:trace>
  <inkml:trace contextRef="#ctx0" brushRef="#br0">21505 9943 98 0,'0'-13'11'0,"12"1"-1"0,25-12 6 0,-13 12-4 0,13 0-7 0,-2 0-4 0,-9-1 0 0,-15 13-4 0,2 0-15 0,-2 0-30 0,-11 0-27 0</inkml:trace>
  <inkml:trace contextRef="#ctx0" brushRef="#br0">21542 9725 53 0,'0'0'43'0,"-12"-13"-31"0,24 2-5 0,12-1 5 0,86-26-3 0,-64 38-23 0,15 0-100 0</inkml:trace>
  <inkml:trace contextRef="#ctx0" brushRef="#br0">21868 9627 60 0,'0'0'0'0,"0"-11"27"0,0 11-7 0,0-12 3 0,0 12-11 0,12 0-7 0,-12 12 1 0,0 12 0 0,12 13-1 0,-12-2 0 0,0 2-2 0,0-1-1 0,0 13 0 0,0-13-1 0,0 0-1 0,12-24 0 0,-12 25-27 0,0-37-25 0,0 12-27 0</inkml:trace>
  <inkml:trace contextRef="#ctx0" brushRef="#br0">22038 9689 93 0,'0'0'11'0,"0"0"-3"0,0 0 9 0,12 23-1 0,-12 14-5 0,0 35 1 0,13-35-9 0,-13-1 0 0,0 0-2 0,0-11-1 0,0-13-1 0,11 0-14 0,-11 0-23 0,0-12-58 0</inkml:trace>
  <inkml:trace contextRef="#ctx0" brushRef="#br0">22002 9640 83 0,'0'0'12'0,"22"-13"1"0,17 2 8 0,-4 22-2 0,50 26 4 0,-37 11-17 0,-36-35-3 0,0 35 3 0,-24 49 2 0,-24-73-6 0,-1-12-1 0,-11 0-6 0,24 0-44 0,11-12-71 0</inkml:trace>
  <inkml:trace contextRef="#ctx0" brushRef="#br0">21626 11406 96 0,'0'0'0'0,"-11"-12"21"0,11-1-9 0,0 26 6 0,0 48-9 0,22-13-7 0,-22-1 0 0,13-9-2 0,0 10 1 0,-13-1-3 0,0-9-7 0,0-15-14 0,0-10-27 0,0-2-19 0</inkml:trace>
  <inkml:trace contextRef="#ctx0" brushRef="#br0">21663 11296 44 0,'0'-24'35'0,"37"13"-16"0,-15 11-1 0,15 0-5 0,-25 24-3 0,13 13-4 0,-1-2-3 0,-12 2-1 0,0-1 0 0,-12 0-2 0,0 13 1 0,-37-14 0 0,13-9-1 0,-12-14 0 0,0 0 0 0,-25-24 0 0,48 0 0 0,13-1-1 0,26 13 1 0,-13 0 1 0,22 0 2 0,-24 13 0 0,26 11 1 0,-13-12-2 0,0 24-1 0,-11-25 0 0,-1 26-1 0,12-12-3 0,-12-2-18 0,0 1-45 0,-12-24 11 0</inkml:trace>
  <inkml:trace contextRef="#ctx0" brushRef="#br0">22050 11357 23 0,'0'0'0'0,"0"0"3"0,-12 0-1 0,-2 13 22 0,3-13-14 0,11 11 1 0,0-11 6 0,0 0-1 0,0 13 11 0,0-13-16 0,0 24-3 0,0 13-2 0,0-13-1 0,11 97 8 0,-11-85-11 0,0 0-1 0,14-12 0 0,-14-11-1 0,0-1 0 0,0 0-3 0,12-24-77 0,-12 12 20 0</inkml:trace>
  <inkml:trace contextRef="#ctx0" brushRef="#br0">22243 11394 103 0,'0'0'4'0,"-12"0"3"0,12 12 4 0,-12 12 6 0,12 12-9 0,0 1-3 0,0-1-3 0,12 73 3 0,-12-74-5 0,0-9-1 0,12-14-19 0,-12 11-98 0</inkml:trace>
  <inkml:trace contextRef="#ctx0" brushRef="#br0">22170 11394 56 0,'-12'0'20'0,"24"-13"-3"0,12 13 3 0,1 0 0 0,23 0-4 0,13 25-6 0,-24-13-5 0,35 25 2 0,12 84 5 0,-84-85-8 0,-110 48 13 0,64-47-15 0,-3-26 0 0,13-11-1 0,11 13-2 0,13-13-13 0,12 11-40 0,12-11-55 0</inkml:trace>
  <inkml:trace contextRef="#ctx0" brushRef="#br0">21722 14720 43 0,'0'0'0'0,"-11"-24"58"0,0 12-31 0,11 0-6 0,0 12-5 0,0 12 0 0,0 0-13 0,0 36-1 0,11-11-1 0,-11-2-1 0,0 2 1 0,11 0-1 0,-11-2 1 0,0 14-1 0,0-25 0 0,0 1 0 0,0-13 0 0,0 0 0 0,13 0 0 0,-1-12 1 0,0 0-1 0,0 12 0 0,13-12 1 0,-14 0 0 0,14 0-1 0,-1-12 1 0,0 12-1 0,-12-12-2 0,0 12-14 0,1 0-18 0,-13-12-26 0,0 12 4 0</inkml:trace>
  <inkml:trace contextRef="#ctx0" brushRef="#br0">21722 14901 67 0,'0'0'0'0,"0"-11"25"0,0 11-11 0,0-13 6 0,37 13-6 0,-13 0-5 0,13-12-3 0,-13 12-3 0,12 0-2 0,-12 0-1 0,1 0 0 0,-1-12-44 0,-24 12 4 0</inkml:trace>
  <inkml:trace contextRef="#ctx0" brushRef="#br0">21759 14684 82 0,'0'0'0'0,"0"-12"11"0,0 0-3 0,24 0 4 0,0 0-5 0,13 12-6 0,-1 0 0 0,13 0-6 0,-13 0-22 0,1 0-51 0</inkml:trace>
  <inkml:trace contextRef="#ctx0" brushRef="#br0">22207 14611 59 0,'0'0'15'0,"-24"0"10"0,11 0-3 0,13 13-1 0,-12-1-14 0,24 36 5 0,-12-12-8 0,13 1-1 0,-13-2 0 0,0 38-2 0,0-24-1 0,0-13-17 0,0-12-105 0</inkml:trace>
  <inkml:trace contextRef="#ctx0" brushRef="#br0">22352 14720 66 0,'0'0'25'0,"0"0"23"0,13 24-36 0,-2 37 4 0,-11-26-10 0,11-10-3 0,-11 11-2 0,0 1 1 0,13-13-2 0,-13 0 0 0,0 0-2 0,0-11-12 0,0 11-75 0,0-24 41 0</inkml:trace>
  <inkml:trace contextRef="#ctx0" brushRef="#br0">22316 14707 84 0,'0'0'22'0,"0"-11"-9"0,121 11 38 0,-73 11-46 0,-12 13-2 0,13 2 0 0,-25 9-1 0,0-11-1 0,-12 13 1 0,-12-13 2 0,-12 13 1 0,-12-13 0 0,-13 0 0 0,-11-12-2 0,11 0-1 0,2-12 0 0,23 12-2 0,-2-12 0 0,14 0-11 0,0 0-29 0,14 12-90 0</inkml:trace>
  <inkml:trace contextRef="#ctx0" brushRef="#br0">31375 13100 24 0,'-13'0'23'0,"-9"0"-7"0,-17 0 3 0,4 12-1 0,11 12-4 0,-12 0-7 0,24 11 0 0,-13 3-1 0,25-2-1 0,-12-1 1 0,24 2 0 0,1-13 0 0,11 0-2 0,0 0-2 0,1-11-1 0,-1-1 0 0,-2 0-4 0,4 0-17 0,-13-12-36 0,-2 0 8 0</inkml:trace>
  <inkml:trace contextRef="#ctx0" brushRef="#br0">31084 13317 86 0,'0'0'15'0,"25"0"4"0,11 0-7 0,13-13-8 0,-1 13-7 0,0 0-20 0,13 0-56 0</inkml:trace>
  <inkml:trace contextRef="#ctx0" brushRef="#br0">31749 13112 117 0,'-11'0'8'0,"11"-12"3"0,0 12 8 0,0 0-4 0,-11 12-7 0,11-12-3 0,0 36-2 0,0-13-1 0,0 25-1 0,0-11 0 0,0 11-1 0,0 2-4 0,0-2-13 0,0 0-16 0,0-11-43 0,0-26 32 0</inkml:trace>
  <inkml:trace contextRef="#ctx0" brushRef="#br0">31823 13039 87 0,'0'0'0'0,"0"0"32"0,-13 0-18 0,13-12-1 0,13 12 6 0,-13 12-14 0,11 12-2 0,2 13-1 0,-1-1-1 0,0-1-1 0,0 13 0 0,0 2-3 0,-12-2-13 0,0 0-21 0,0 0-58 0</inkml:trace>
  <inkml:trace contextRef="#ctx0" brushRef="#br0">31749 13195 50 0,'0'0'15'0,"-11"-11"10"0,0-2-2 0,11-10-4 0,-13-13-8 0,13 10-4 0,0 3-2 0,13-1 0 0,22 0-1 0,1 12-2 0,0 12 1 0,13-12-1 0,-13 24-1 0,13 0 0 0,-13 12 0 0,0 12 0 0,-25 1 1 0,2-1-1 0,0 11 1 0,-26-9-1 0,0-15 0 0,-9 1 0 0,-15 0 0 0,1-11-1 0,-13-2 0 0,13 2 0 0,-1-13 0 0,1 0 0 0,0-13 0 0,23 2-1 0,2-2 0 0,11 2 1 0,11-2 0 0,2 13 1 0,23 0 2 0,0 0-1 0,1 13 0 0,-13-2 0 0,25 26 0 0,-25-13-1 0,24 37 0 0,-24-37-1 0,0 0-1 0,-11 0-6 0,-1 1-20 0,0-13-51 0,-12 0 20 0</inkml:trace>
  <inkml:trace contextRef="#ctx0" brushRef="#br0">32149 13620 92 0,'0'0'17'0,"0"0"0"0,-13 0-4 0,13 0 0 0,0 0-2 0,13 0-4 0,-1 0-1 0,26 0 2 0,-3 0-3 0,13 0-5 0,1-12 1 0,-1 12-1 0,0 0-1 0,-11-13-8 0,-25 13-11 0,0 0-12 0,1 0-44 0</inkml:trace>
  <inkml:trace contextRef="#ctx0" brushRef="#br0">32355 13462 72 0,'0'0'19'0,"-12"0"17"0,0-12-9 0,12 12-7 0,-13 0-7 0,1 0-5 0,0 37 4 0,12-1-9 0,0 12-5 0,0 72-11 0,12-58-71 0,-12-39 10 0</inkml:trace>
  <inkml:trace contextRef="#ctx0" brushRef="#br0">24203 16559 4 0,'0'0'19'0,"0"0"-12"0,-13 0 18 0,13 0-13 0,0 0 0 0,0 12 10 0,-12-12-13 0,12 0 0 0,0 0 0 0,0 0-1 0,0 0-1 0,-12 0-1 0,12 0 3 0,0 0-8 0,12-12 1 0,13-12 0 0,-1-1-1 0,0-11 1 0,12-12 0 0,13-2-1 0,59-130 2 0,-108 156-2 0,0 12-1 0,-12 0 2 0,-24-2-1 0,12 14-1 0,0 14 0 0,0-2 0 0,11 0 0 0,-11 12 0 0,24 23 0 0,13-34-1 0,11 12 2 0,24-13-2 0,-13-1 1 0,50 37 0 0,-36-11-1 0,-25-24 1 0,1 11 0 0,-13 0-1 0,0 0 1 0,-12-12 0 0,-36 12 1 0,-25 12 0 0,12-23 2 0,13-13-2 0,-35 12 2 0,58-12-3 0,13-12-1 0,0 12-18 0,35-24-26 0,-11 24-36 0</inkml:trace>
  <inkml:trace contextRef="#ctx0" brushRef="#br0">24952 16607 59 0,'0'0'0'0,"0"0"14"0,0-12-5 0,0 24 29 0,0 11-26 0,0 3-5 0,-12-2 0 0,0 0-4 0,0-12-1 0,0 11-2 0,0-10-5 0,0 11-36 0,12-11-35 0</inkml:trace>
  <inkml:trace contextRef="#ctx0" brushRef="#br0">25352 16328 43 0,'0'0'0'0,"-12"-24"21"0,12 13 0 0,0-1 0 0,0-13-6 0,12 25-8 0,12-13-4 0,-12 2 1 0,12 11 0 0,37 11 3 0,-49 13-6 0,12 13 0 0,-11-13 0 0,9 24-1 0,-9-11 0 0,11 60 2 0,-24-85-2 0,-12 12 1 0,12-11 0 0,-25 11 4 0,14-24-3 0,11 0 1 0,-11 0-1 0,11-24 1 0,-13 11-2 0,13-11-1 0,0 12 1 0,0-24 0 0,0 12-1 0,0 0 0 0,24 0 1 0,-13-13 0 0,2 24 1 0,-1 2 0 0,13-13 1 0,23 0 5 0,-12 12-4 0,-12-2 0 0,1 3-3 0,-13 11-1 0,-12-13 0 0,0 13 0 0,12 13-1 0,24 48-166 0</inkml:trace>
  <inkml:trace contextRef="#ctx0" brushRef="#br0">26029 16656 63 0,'0'0'15'0,"0"0"-3"0,24 0 3 0,-24 0 2 0,0 12-3 0,12 12-5 0,-12 0-2 0,0-1 0 0,-12 1-1 0,0-11-3 0,12 0-1 0,-12-1-1 0,-1-12-4 0,13 12-38 0,-11-12-54 0</inkml:trace>
  <inkml:trace contextRef="#ctx0" brushRef="#br0">26827 16087 2 0,'0'0'3'0,"-12"0"14"0,12 0 5 0,0 0-6 0,12-12-4 0,-12 12-1 0,12 0 3 0,0-12-3 0,1 12-1 0,-1 0 0 0,12-12-3 0,0 12-2 0,0 0-1 0,0 0-1 0,-11 12-1 0,-1-12-1 0,0 12 1 0,-12 0 0 0,0 24 1 0,-12-11 0 0,0-1-1 0,-1 0-1 0,-11-1 0 0,12 14 0 0,-12-12-1 0,12 11 0 0,12-12 0 0,-12 11 0 0,0-22 0 0,12 0 0 0,0-2 0 0,0-11 0 0,0 13 1 0,0-13-2 0,12 11-5 0,0 2-32 0,-12-2-65 0</inkml:trace>
  <inkml:trace contextRef="#ctx0" brushRef="#br0">26888 16763 43 0,'0'0'33'0,"-12"-11"-24"0,12 11 32 0,0 0-32 0,12-13-4 0,0 13 0 0,0 0 5 0,-12-11-4 0,12 11-3 0,0 0-1 0,-12 0-1 0,0 11-3 0,0-11-24 0,0 0-84 0</inkml:trace>
  <inkml:trace contextRef="#ctx0" brushRef="#br0">27202 16461 23 0,'-12'0'18'0,"0"-24"23"0,12 0-21 0,-12 0-5 0,12 11-7 0,12-11-1 0,0-11 0 0,12 22 0 0,0-10-1 0,-11 9-2 0,11 3 0 0,0 11-1 0,-12 0-1 0,0 0-1 0,13 0 0 0,-25 0-1 0,48 48 0 0,-36-35 1 0,0 11-1 0,1 0 1 0,-13 13 0 0,0-26 0 0,0 26-1 0,0-26 1 0,0 14-1 0,-13-1 1 0,1 1 0 0,0-14 0 0,0 2 1 0,-13 11-1 0,14-12 1 0,-14-12 1 0,13 12-2 0,-24-12 1 0,24 0-1 0,-13 0 1 0,13 0 0 0,0 0-1 0,0-12 1 0,0-12 1 0,0-1-1 0,0-11 0 0,-1 12 0 0,13-12-1 0,0 12-1 0,25 0-1 0,-1 11-17 0,12 0-69 0,-23 13 19 0</inkml:trace>
  <inkml:trace contextRef="#ctx0" brushRef="#br0">24020 15941 45 0,'0'0'0'0,"-11"-24"23"0,0 13 8 0,-2 11-23 0,-11 0-1 0,-2 24-2 0,-9 12 0 0,-1 0 1 0,12 25-1 0,-13 10-1 0,1 14 0 0,12 0-2 0,12 0-1 0,-1 72 2 0,13-96-2 0,25 0 1 0,11-13 1 0,1-12 1 0,47 13 1 0,-35-13-2 0,-24-25-3 0,10 13-13 0,-24 1-114 0</inkml:trace>
  <inkml:trace contextRef="#ctx0" brushRef="#br0">27820 16039 31 0,'-13'-13'22'0,"1"1"-3"0,12 0-2 0,0 0-2 0,0 12-3 0,12 12-4 0,1 0-3 0,9 37-1 0,16-13 0 0,-13 25 0 0,-3-2-1 0,3 15-1 0,-13 22 1 0,-12 1-2 0,-12 0 0 0,-13-12-1 0,-10-14 1 0,-2-9 2 0,-11-15 2 0,12-23 1 0,11-11-2 0,14-1-1 0,-14-12-4 0,25 12-23 0,-12 1-90 0</inkml:trace>
  <inkml:trace contextRef="#ctx0" brushRef="#br0">27323 17309 34 0,'0'0'16'0,"0"-26"8"0,0 15-1 0,0-2-3 0,0 2-7 0,0-2-7 0,0 26-3 0,0 11 0 0,0 13 1 0,0-2 2 0,-12 13 0 0,12 2-2 0,0 10-2 0,12-11-1 0,-12-1 0 0,0-12 1 0,12-25-1 0,-12 15-1 0,0-2 0 0,0-12-1 0,0 12 0 0,0-12-1 0</inkml:trace>
  <inkml:trace contextRef="#ctx0" brushRef="#br0">27226 17283 21 0,'0'0'0'0,"-12"0"13"0,12 0-2 0,-12 0 4 0,12 0-3 0,12 14 25 0,-12-14-25 0,0-14-2 0,0 3-3 0,12 11-2 0,-12-24-3 0,0 11-1 0,12-10 0 0,1-1 0 0,-1-14-1 0,24 15 1 0,-36 11 0 0,12 12 0 0,0 24 3 0,49 72 0 0,-25-83-7 0,-1 11-51 0,-10-24-15 0</inkml:trace>
  <inkml:trace contextRef="#ctx0" brushRef="#br0">26766 18022 41 0,'0'0'21'0,"-11"-12"-8"0,11 0 1 0,-11 0 0 0,11 12-7 0,-14 0 2 0,14 12 0 0,0 24 0 0,0 1-2 0,0 11 1 0,14-1-4 0,-14 3-3 0,0 9-1 0,11 2 0 0,-11 0-8 0,0-13-13 0,-11 0-13 0,11-11-54 0</inkml:trace>
  <inkml:trace contextRef="#ctx0" brushRef="#br0">26646 18058 39 0,'0'0'0'0,"0"-12"45"0,13 0-25 0,11 0-2 0,11 0-8 0,2 0-4 0,11 12-1 0,0 12-2 0,-23 0-2 0,11 24 1 0,-36-11 0 0,0-1-1 0,-12 12 1 0,-61 13 0 0,36-25-8 0,-9-12-13 0,20-12-21 0,2 0-39 0</inkml:trace>
  <inkml:trace contextRef="#ctx0" brushRef="#br0">27046 18058 35 0,'0'0'2'0,"0"0"5"0,0 13 2 0,0-1 2 0,11 12-3 0,-11-12-2 0,11 12-2 0,2-12 4 0,-13-1 14 0,11-11-2 0,-11 0-10 0,0 0 9 0,-11-23-14 0,11 11-2 0,0-12-2 0,0 0-1 0,0-13 0 0,11 25-2 0,15-12-16 0,-2 12-22 0,0 0-19 0,-12 12 21 0</inkml:trace>
  <inkml:trace contextRef="#ctx0" brushRef="#br0">27433 18131 47 0,'0'0'15'0,"11"0"9"0,-11-12 3 0,11 12-8 0,14-24-8 0,-13 12-4 0,14-13-1 0,-15 13-2 0,-11 0-2 0,11-12-1 0,-11 12-1 0,-11 0 0 0,-13 12-1 0,-37 0 1 0,25 12 0 0,0 12 1 0,12 0-1 0,11-12 0 0,1 25 0 0,12-25 0 0,25 12 0 0,11-12-7 0,13 0-27 0,36 13-71 0</inkml:trace>
  <inkml:trace contextRef="#ctx0" brushRef="#br0">27842 18107 36 0,'0'0'16'0,"-11"0"8"0,11-12 1 0,-36-12 7 0,12 11-26 0,-1 1 0 0,-23 12-1 0,24 0-5 0,-12 37 0 0,36-13 0 0,0 0 0 0,0 0 0 0,24-13 1 0,0-11-1 0,12 14 2 0,13-14 1 0,-25-14-1 0,1-9 0 0,-14-1 2 0,0-12 0 0,2-1-1 0,-1-108 2 0,-12 84-4 0,-25-35-1 0,3 36 0 0,-3 35-1 0,25 25 1 0,-12 25 0 0,12-13 0 0,0 24 0 0,0 11 0 0,37 112 0 0,-15-111 0 0,3 0 0 0,0-11 0 0,-12-1 0 0,-2-24 0 0,25 0 1 0,-24-24-1 0,0 0 0 0,12-24 1 0,-12 11-1 0,1 13 0 0,-1 0 0 0,0 0 0 0,-12 24 0 0,12 0 0 0,-12 12 0 0,12-11-1 0,0 11 1 0,0-12 0 0,0 12 0 0,25 25-5 0</inkml:trace>
  <inkml:trace contextRef="#ctx0" brushRef="#br0">28182 17840 51 0,'0'-11'13'0,"-12"11"3"0,0-12-5 0,-12 12-7 0,12-12-4 0,12 12-11 0,0 0-32 0,12 12 3 0</inkml:trace>
  <inkml:trace contextRef="#ctx0" brushRef="#br0">28375 17998 52 0,'0'0'0'0,"0"0"28"0,-12-12-5 0,12 12-3 0,-12-13-7 0,12 2-8 0,-37 11 4 0,26 0-6 0,0 11-2 0,-2 2-1 0,1 11 1 0,-1 0-1 0,13 13 0 0,25 23-1 0,-12-25 1 0,22-21 1 0,1-2 1 0,0 0 0 0,1-12-1 0,72-38 12 0,-84 3-8 0,-1 11 1 0,-2-25-2 0,-22 1-2 0,13 0-1 0,-13-26 0 0,0-9-1 0,-13-26 0 0,-9 36 0 0,9 73 0 0,2 12 0 0,11 37 0 0,-13-13 0 0,13 12 0 0,0-11 0 0,13 22 0 0,-2-10 1 0,13 0-1 0,0-13 0 0,2 0 0 0,-2 1 0 0,-2-25 0 0,27 24 1 0,-24-36-2 0,-1 12-4 0</inkml:trace>
  <inkml:trace contextRef="#ctx0" brushRef="#br0">28545 17888 65 0,'0'-11'48'0,"0"11"-23"0,25-13-4 0,10 2-6 0,15 11-3 0,-4-13-6 0,15 13-5 0,-12-11-2 0,-13 11-37 0,-24 0-74 0</inkml:trace>
</inkml:ink>
</file>

<file path=ppt/ink/ink8.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4-07T14:00:57"/>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11684 6677 56 0,'0'0'0'0,"0"-24"28"0,12 0-10 0,-12-2-7 0,-12 15-4 0,-12-13-3 0,0 12-2 0,-13-12 1 0,2 24 1 0,-2 0 0 0,0 0-1 0,13 24-2 0,12 12 0 0,0-12-1 0,12 13 0 0,12-2 0 0,0-11 0 0,12-11 0 0,1-13 1 0,11 0 0 0,-23 0 0 0,9-13 2 0,-9 13 1 0,-13-11-1 0,0 22 0 0,0 2-2 0,0 24 1 0,0 11-1 0,12 12-1 0,-12 1 0 0,0 12 0 0,0-2-2 0,0-9 2 0,-12-2-1 0,-12-25 2 0,0-9 0 0,-12-15 1 0,11-11 0 0,1 0 1 0,0-37-1 0,12 2 1 0,0-13-2 0,24-2 0 0,12-21 1 0,25-2-2 0,-1 13 1 0,12-13 0 0,0 13-1 0,1 23-1 0,-24 0 2 0,-1 26-2 0,-36 11 2 0,0 0 1 0,-12 24-1 0,0 24 0 0,12-11 0 0,0 59-2 0,24-59 1 0,0-13 0 0,0-12 0 0,13-12 0 0,-1 0 0 0,0-24 1 0,-12 0 0 0,-12-13 1 0,1 1 2 0,-13-1-2 0,-13 13-2 0,-23-12 1 0,0 11-1 0,12 14 1 0,0-2-1 0,12 2 0 0,-1 11 0 0,26 0-2 0,-1-13 2 0,36 13 0 0,-23 0-1 0,47 0 2 0,-37 0-1 0,-10 0 0 0,-1 13 0 0,-12-13 0 0,-12 11 0 0,0 13 0 0,0 1 0 0,0 0 1 0,0-14-1 0,13 2-1 0,-2-2 2 0,26-11-1 0,-1 13 1 0,13-26-2 0,-13 2 1 0,1-2 0 0,-2-11 0 0,-9 0 1 0,-15 11 0 0,2-11 0 0,-13 0 0 0,-24 24 0 0,-2-11-1 0,2-1 0 0,-24 12-2 0,12 12-6 0,-13 12-17 0,25 0-26 0,12-13-46 0</inkml:trace>
  <inkml:trace contextRef="#ctx0" brushRef="#br0">12701 6701 92 0,'0'0'0'0,"0"-24"12"0,0 0-6 0,0-13 11 0,0 24-1 0,-25-11-3 0,1 24-7 0,-1 0-4 0,1 0-1 0,-24 24 0 0,12 14 1 0,11-2-2 0,13-1 1 0,0-10-2 0,12 11 1 0,0-23 0 0,24-2 0 0,-12-11 0 0,12-11 1 0,13-13 0 0,-13-13-1 0,0 0 0 0,-12-10 2 0,1-15-2 0,-1 15 0 0,-12-15 1 0,0 15 0 0,-12-14 0 0,-1 13 0 0,1 24 2 0,0 11 0 0,12 2 0 0,-12 11-2 0,12 35-1 0,0 14 3 0,-12 12-2 0,12-2 1 0,12 15 0 0,0 11-1 0,12-2-1 0,-11 2-1 0,-1-36-15 0,0-25-15 0,12-12-20 0,-11-12-34 0</inkml:trace>
  <inkml:trace contextRef="#ctx0" brushRef="#br0">13195 6532 104 0,'0'0'0'0,"13"-12"10"0,-13 12-3 0,-13 0 25 0,-9 0-26 0,-17 12-3 0,4 12-1 0,-1 12-1 0,12-12 0 0,-1 13-1 0,25-13 0 0,0 0 0 0,37 0 0 0,0 0 1 0,-2-11-1 0,-10-2 1 0,11 2-1 0,-12-2 1 0,-12 2 0 0,-12-13 3 0,-25 0 8 0,3 12-10 0,-17-12-2 0,-44 12-1 0,46 0-8 0,26-12-20 0,-2 0-29 0,13 0-16 0</inkml:trace>
  <inkml:trace contextRef="#ctx0" brushRef="#br0">13607 6653 49 0,'0'0'0'0,"-12"-12"17"0,-1 0-8 0,2 12 8 0,-13 0-1 0,-13 12-1 0,13 0-8 0,0 23-2 0,12-11-1 0,0 13 0 0,12-13-2 0,0 0 0 0,24 1 0 0,0-1-1 0,12-24 0 0,2 12 1 0,-3-12-1 0,-11-24 0 0,13 12-1 0,-13-13 1 0,12 14-1 0,-24-2 1 0,0 2 0 0,-12 11-1 0,0 0-2 0,0 24 1 0,12 0 2 0,0 0-1 0,1 0 0 0,11 0 0 0,12-11 1 0,-11-13-1 0,-3 0 1 0,4 0 1 0,11-25-1 0,-26 1 2 0,0 0 1 0,2-1 0 0,-13 14 0 0,-13-13-1 0,-9-1-1 0,-15 13-2 0,24-1 1 0,-22 13-1 0,22 0 0 0,13 0 0 0,0 0-2 0,0 0 2 0,24 0 0 0,0 13 0 0,1-13 0 0,11 12 0 0,0 0 0 0,-24 12 0 0,12-11 0 0,-11-2 0 0,-2 2 0 0,2-13 0 0,-13 0 1 0,0 0 2 0,12-13-3 0,-12-11 1 0,12 0-1 0,-12 0 0 0,12 0 0 0,0 11-1 0,0 13 0 0,0-11 1 0,13 22-1 0,-1-11 1 0,12 24-1 0,0 1 1 0,1-13 0 0,11-12 0 0,0 13 1 0,-11-13-1 0,-13-13 1 0,-12 1 1 0,-12-13 0 0,0 14 0 0,-25-13-1 0,14 11-1 0,-26 2 0 0,25 11 0 0,-13 0 0 0,14 24 0 0,0-13 0 0,11 26 0 0,11 0 0 0,-11-2 1 0,24 2 0 0,12-13 0 0,0 0 2 0,13-11-2 0,-1-13 0 0,-11 0 0 0,-25 0-4 0,24-25-31 0,-36 13-79 0</inkml:trace>
  <inkml:trace contextRef="#ctx0" brushRef="#br0">20804 5067 119 0,'24'-47'18'0,"49"-38"7"0,23 0 0 0,1 13-9 0,0-1-8 0,-38 0-2 0,4 12-3 0,-16 2-2 0,2 23 1 0,-38 24-1 0,-11-1 0 0,0 13-1 0,-24 0-10 0,0-13-32 0,0 26-94 0</inkml:trace>
  <inkml:trace contextRef="#ctx0" brushRef="#br0">22219 3762 80 0,'-12'-13'6'0,"-12"13"2"0,-13 0 0 0,25 0 3 0,-24 13-4 0,23-13-3 0,2 12-2 0,0 0 0 0,11 0-1 0,0-12 1 0,0 0 3 0,0 0 8 0,0 0-7 0,0 0 10 0,11 0-10 0,-11 0-5 0,0 0-1 0,0 12 2 0,0-12 0 0,0 0 8 0,0 0 2 0,0-12-6 0,0 12-5 0,0 0 0 0,0 0-1 0,0 0 2 0,0 0 0 0,11 0-1 0,-11 0-2 0,0 0 1 0,0 0 0 0,0 0 1 0,0 0-1 0,0 0 0 0,0 0 0 0,0-12 0 0,0 12 0 0,0 0 0 0,-11-12 1 0,11 12-2 0,0 0 2 0,0 0-2 0,0 0-1 0,0 0 1 0,0 0 1 0,0 12 1 0,0-12-1 0,0 0 0 0,0 0 1 0,11 0 0 0,-11 0-1 0,0 0 0 0,-11 0 0 0,0 0 0 0,-14 0 0 0,-11 12-1 0,12 0 1 0,-1 0-1 0,1 13 1 0,24-13 0 0,-12 0 0 0,36 0-1 0,0 12 1 0,24-12-1 0,2 0 0 0,-4 13-1 0,15-13 2 0,-24 12-1 0,-13-12-1 0,-24 0 2 0,0-1 0 0,-37 2 1 0,1-13-1 0,-13 0 1 0,14 11 0 0,-15-11 0 0,15 0-1 0,-1 0-1 0,12 0-3 0,24-11-14 0,0 11-30 0,24-13-23 0,-12 13 31 0</inkml:trace>
  <inkml:trace contextRef="#ctx0" brushRef="#br0">22365 3871 97 0,'-13'0'13'0,"13"0"-3"0,-12 12 7 0,12 12-7 0,0-12-5 0,12 25-2 0,12-13-1 0,-13-12 0 0,13 0 1 0,15-12-1 0,-17 0-1 0,15-12 1 0,0-12-1 0,-13 12 0 0,0-13 1 0,-12 13-2 0,-12 0 1 0,0 12-1 0,0 12-1 0,0 0 1 0,12 13 0 0,-12-1 1 0,24 0-1 0,-12-12 0 0,1-1 1 0,11 2-2 0,-12-13-5 0,24 11-20 0,-1-11-13 0,3-11-11 0,-26 11 15 0</inkml:trace>
  <inkml:trace contextRef="#ctx0" brushRef="#br0">22933 3859 57 0,'0'0'0'0,"0"-12"20"0,0-1-9 0,11 1 9 0,-11 12-1 0,13 0-8 0,-13-12-3 0,0 12-2 0,0 0 4 0,0 0-7 0,0 0 0 0,-13 0-2 0,2 12 3 0,11-12-3 0,-13 0 0 0,1 0 2 0,0 0-1 0,12 0 0 0,0 0 3 0,0 0-1 0,0 0 3 0,0 0-5 0,0 0 8 0,-24 0-9 0,0 0-2 0,13 12 1 0,-2-12 1 0,13 0-1 0,0 0-1 0,13 0 1 0,-2 13 1 0,-11-13-1 0,11 0 1 0,2 0 0 0,-13 0 0 0,0 0 6 0,0 0-6 0,0 0 0 0,-24 12-3 0,24 0 2 0,-11-12 0 0,-2 12 1 0,13 0-2 0,0 0 1 0,-12 0 0 0,24 0 0 0,1-1-1 0,-2 3 2 0,13-2-2 0,0-12 2 0,0 12-1 0,13-12-1 0,-13 12 1 0,-24-12 0 0,0 12-1 0,-37 0 1 0,1-1 1 0,0-11-1 0,1 13 0 0,10-13-1 0,13 0 1 0,-1 0 0 0,38 0-3 0,71 11-2 0,-23-11 1 0,0-11 1 0,-1 11 2 0,-24-13 1 0,2 2 0 0,-28-1 0 0,-9 0 1 0,-13-12-1 0,-13-49 5 0,2 49-3 0,0 12 0 0,11 0 1 0,0 12-3 0,0 0 0 0,0 0 0 0,0 24-2 0,0 0 2 0,0 37 1 0,11 143 0 0,0-119-1 0,2 73 0 0,-1-134 0 0,-12 0 0 0,0-24 1 0,-12 0 5 0,12-60-3 0,0 12-3 0,0-13 0 0,12-96 0 0,-12 72-1 0,24-13 0 0,1 27-1 0,11 22 2 0,0 13 0 0,-12 24-2 0,13 24 1 0,-25 0 1 0,-36 61 2 0,-1-25-2 0,-23 1-1 0,-37 23-2 0,48-48-17 0,15-13-29 0,9 3-31 0,13-14 30 0</inkml:trace>
  <inkml:trace contextRef="#ctx0" brushRef="#br0">23598 4040 93 0,'0'0'0'0,"0"-13"22"0,35-10-6 0,2-25 23 0,-25 23-31 0,13 1-5 0,-1 12-2 0,-24 0 0 0,0-12 2 0,0 12-3 0,-49-1 2 0,25 26-1 0,-23 11-1 0,10 0 1 0,0 61 2 0,48-61-1 0,15-1-1 0,22-10 0 0,12-2-1 0,13-11-13 0,12 0-31 0,-1 0-36 0,-47 0 35 0</inkml:trace>
  <inkml:trace contextRef="#ctx0" brushRef="#br0">24142 3883 100 0,'0'0'0'0,"-61"-12"13"0,0 0 2 0,15 12 4 0,7 12-5 0,4 12-4 0,11 0-7 0,24 13-1 0,0-1 0 0,24-1-1 0,0-11 0 0,26 0 0 0,21 2-1 0,-22-26 0 0,23 0-2 0,-23 0-1 0,-1-26 3 0,-11 2 1 0,-1-11 0 0,-11-62 2 0,-14 37 0 0,-11-13-2 0,0 1 0 0,0-2-2 0,-11 15 2 0,-2 33-1 0,1 2 6 0,12 37-5 0,0 24 0 0,0 59 2 0,0-35-1 0,12 11-2 0,-12-11 1 0,13-1 0 0,9-23-1 0,-22-1 1 0,13-36-1 0,-13 12 1 0,-13-12 1 0,-9-12-2 0,9-12-2 0,-24 0 1 0,2-1-2 0,-2-11 0 0,13 24 1 0,24 12 0 0,24 0 0 0,61 0 2 0,-26 0 0 0,15 0 0 0,-2 0 0 0,13 0 0 0,-25-12 0 0,25 0 1 0,-74 0 1 0,2-1 2 0,-26 1-1 0,-9 0-2 0,-15 12 1 0,0 0-1 0,1 0-1 0,12 12 1 0,0 0-2 0,24 13 2 0,0-13-1 0,12 12 0 0,24 0 0 0,11-1 0 0,16 3 0 0,-4-14-1 0,14 0 1 0,-1-12-1 0,1 0 1 0,0-12 1 0,-14 0 0 0,4 0-2 0,-28-25 2 0,-23 25-1 0,-12 0 2 0,-36-12-2 0,-13 24 0 0,-11-12 1 0,-1 12 0 0,25 24-2 0,0-12 2 0,24 12-2 0,0-1 1 0,12 3 0 0,24-2 0 0,0-12 0 0,13 0 1 0,11-12 0 0,0 0-1 0,0-12 1 0,13-36-1 0,-37 23 0 0,24-35 0 0,-23-1-1 0,-13-156-2 0,-36 144 1 0,11 25 2 0,-11 24 0 0,0 11-1 0,0 13 2 0,11 0-1 0,2 37 1 0,0 144 5 0,11-109-5 0,22 1 0 0,3 0 0 0,23-25-1 0,1 1 0 0,-13-37-1 0,1 0-8 0,-1-12-27 0,0-12-101 0</inkml:trace>
  <inkml:trace contextRef="#ctx0" brushRef="#br0">26198 3581 119 0,'0'0'0'0,"-24"-37"12"0,24 24 15 0,0 13-22 0,0 24 2 0,0 74 3 0,0-50-7 0,0 0-1 0,12 50 0 0,-12-74-1 0,0-12 0 0,0 0 0 0,12-24 3 0,1 0-3 0,11-12 0 0,13-1-1 0,-2-11-1 0,1 36 1 0,2-12-1 0,-16 12 1 0,3 12 0 0,-13 0 0 0,-12 24 0 0,-12-23 1 0,-24 23 6 0,1-24-1 0,-15 0 0 0,15 0-3 0,-39-12-1 0,38 0-2 0,12-12 1 0,12 12-5 0,12-12-11 0,12 0-27 0,24 0-28 0,1 12-7 0</inkml:trace>
  <inkml:trace contextRef="#ctx0" brushRef="#br0">26718 3883 89 0,'0'0'0'0,"0"-24"25"0,0-1-9 0,0 1 10 0,0 12-8 0,-13 0-7 0,2 0-5 0,0 12-4 0,-13 0 2 0,-13 24-2 0,0 0 0 0,26 1-1 0,-2 11 0 0,13-12-1 0,0-12 1 0,24 0-1 0,1-12 0 0,11 0 0 0,-12-12-1 0,36-36 0 0,-60 24 1 0,25 11-2 0,-14 1 3 0,2 12-2 0,-13 0 0 0,0 12 1 0,11 25 0 0,14-13 0 0,11 0-4 0,1-1-9 0,11 3-2 0,-12-14 4 0,13-12 4 0,-2 0 5 0,-10-12 2 0,0 0 1 0,-13-25 2 0,-12 25 5 0,-12-12 1 0,-12-12-3 0,-12 23-2 0,-13-11 0 0,-11 12 0 0,0 12 0 0,0 0-1 0,23 24-1 0,1-12-2 0,24 13 1 0,0-1 0 0,12 0-1 0,25-12 1 0,11 11-1 0,-11-9 1 0,9-14-1 0,-7 12 0 0,-4-24 0 0,-11 12 0 0,0-37 1 0,-12 13 0 0,-12-12-1 0,12-13 1 0,-12 1-1 0,-12-13 0 0,12-11-1 0,-24-13 0 0,0 25 1 0,12-2-1 0,-12 27 1 0,13 47-1 0,-15 24 2 0,13 60 0 0,13-34 0 0,0-15-1 0,13 38 1 0,13-24-1 0,9-13 0 0,1-23 1 0,-12-1-1 0,13-12 0 0,48-36-157 0</inkml:trace>
  <inkml:trace contextRef="#ctx0" brushRef="#br0">28194 3593 93 0,'0'-12'9'0,"13"-1"7"0,-2 0 2 0,-11 13 2 0,-11 0-12 0,-14 0-6 0,-11 13-1 0,-13 12 0 0,13-13 0 0,12 23 0 0,12-22 0 0,-1 11-1 0,13 0 1 0,25-11-1 0,-1 11 2 0,24-13-2 0,1 14 1 0,0-13 0 0,-14 12-1 0,-23-12 1 0,1 0-1 0,-13 1 5 0,-13-13 2 0,-23 12-3 0,0-12 1 0,-12 0-2 0,-1 0 0 0,1 0-2 0,11 0-2 0,1 0 2 0,12 0-5 0,24 0-12 0,12 0-86 0,12 0 33 0</inkml:trace>
  <inkml:trace contextRef="#ctx0" brushRef="#br0">28594 3714 53 0,'0'0'0'0,"0"-25"29"0,0 25-11 0,-13-12 10 0,2-1-12 0,-14 13-7 0,-11 0-2 0,-1 13-4 0,1 11 2 0,12 0-2 0,11 13-1 0,2-13-1 0,11 0-1 0,11 0 1 0,26-11 0 0,11-1 1 0,-11-12-1 0,23 0 0 0,-12-12-1 0,2-13 0 0,9 25 0 0,-35-24 1 0,0 24-2 0,-24-12 2 0,13 24-2 0,-13 0 2 0,0 25-1 0,0-25 1 0,24 12-1 0,36 12 0 0,-35-36 0 0,11-12 1 0,-23 12 0 0,11-24 2 0,-13 0 1 0,-11-13 3 0,-24 13-2 0,-85-49-1 0,61 73-4 0,-1-11 1 0,-12 22-5 0,50 2-2 0,11-2-6 0,36 2-8 0,0-13-9 0,25 0-7 0,12 0 7 0,-1 0 9 0,48 0 13 0,-71 0 14 0,-24-13 13 0,-1 13 5 0,-12 13-7 0,-12-13-3 0,36 60 4 0,-36-35-15 0,12-25-1 0,-12 12 3 0,-12-37 29 0,0 13-27 0,12-12-1 0,-12-12-1 0,12-1-3 0,49-48-2 0,-38 74-1 0,38-2-4 0,-13 13-8 0,-12 13-8 0,37-2-7 0,-25 26-5 0,-12-25-1 0,12 13 12 0,-36-14 10 0,13 13 9 0,-13-24 4 0,12 0 6 0,0 0 6 0,12-11 2 0,0-2 2 0,1 2-3 0,-1-14-5 0,-12 13-1 0,-12-1-1 0,0 2 0 0,-24-2-5 0,-1 13 0 0,-11 13 3 0,0-2 0 0,-1 14-2 0,13 11 1 0,24 1-1 0,-12-13 0 0,48 12 1 0,1-24 1 0,11 1 2 0,25-1-5 0,-13-12 2 0,14-12-2 0,-15-13-1 0,-11 13 0 0,-11-12-4 0,-13 0-15 0,-12 11-57 0,-12 13-54 0</inkml:trace>
</inkml:ink>
</file>

<file path=ppt/ink/ink9.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4-07T14:00:57"/>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9773 9870 100 0,'0'0'20'0,"0"-12"-18"0,0 24 21 0,-13 12-7 0,-9 25-5 0,-76 84 6 0,26-49-11 0,-1 25-1 0,-12 12-4 0,-72 109 2 0,96-133 0 0,1-25 2 0,12-24-3 0,23-24-1 0,13 1-5 0,0-25-29 0,24 0-131 0</inkml:trace>
  <inkml:trace contextRef="#ctx0" brushRef="#br0">5722 11527 48 0,'0'0'0'0,"0"-48"26"0,0 48-4 0,0 0-1 0,0 36-8 0,0 12-6 0,11 1-3 0,2 11-1 0,-2 1-1 0,0 23-1 0,15-11 0 0,-13-37-1 0,9 0 1 0,2-11-1 0,-11-25 2 0,-1 0 0 0,0-25 0 0,12-11-1 0,-24 0 0 0,24-1 0 0,-11 13-2 0,-1 12 2 0,0 0-2 0,0 12 1 0,12 12-1 0,-11 13 2 0,23-1-1 0,-24 0 0 0,25 0 0 0,-26-12 0 0,24-12 1 0,-21 0 1 0,11-12 2 0,-3-12 1 0,-9-13 0 0,-2 1 0 0,2-13-2 0,-13 2-1 0,12 9-1 0,0 3 1 0,-12 11-2 0,13-12 0 0,-2 24 1 0,2-1-1 0,-1 0 1 0,0 13-1 0,12-11 0 0,-12 11 0 0,0 11 0 0,0 15 1 0,1 10-1 0,-13 11 0 0,0 3 1 0,0 22-1 0,0 0 0 0,0-11 0 0,0-13 0 0,24-11 0 0,0-13-1 0,-12-12 2 0,24-12-1 0,-12 0 1 0,1-24 0 0,-13 0 0 0,1-1 0 0,-13-11 0 0,-13 12 0 0,1-12 0 0,-13-13-1 0,1 13 0 0,13-1 0 0,-2 2 0 0,26 9 0 0,-2 2-1 0,26 1 1 0,0 11 0 0,59 0 0 0,-48 12 0 0,0 24-1 0,1 12 1 0,-13 13 0 0,-11-2 0 0,-3 2 0 0,-9-13 0 0,0 1 1 0,-13-25 3 0,0-12 3 0,-13-12 7 0,0-25-12 0,13 1-1 0,-11 0-1 0,11-12 1 0,0 11-1 0,0 0-1 0,24 2 1 0,13 11 0 0,11-13-2 0,-12 24-5 0,13 13-12 0,-13 0-21 0,0 13-38 0,-24-13 33 0</inkml:trace>
  <inkml:trace contextRef="#ctx0" brushRef="#br0">7511 11261 87 0,'-12'-24'15'0,"12"0"-8"0,0 12 5 0,-12 12 8 0,12 0-7 0,0 23-6 0,0 25 0 0,0 13 0 0,0 12-2 0,12 12-1 0,-12 12-2 0,12-13-1 0,0-12 0 0,0-24-1 0,-12 2 1 0,12-26 0 0,-12-24 0 0,0 0 6 0,0-13 5 0,13-11-11 0,-13-13 0 0,0 13-1 0,-13-11 0 0,1-2 1 0,-12 13-2 0,0 0 1 0,-12 12-1 0,-1 0 0 0,-11 24 0 0,0 24 2 0,0 1-1 0,23 11 1 0,13 0-1 0,12-11-1 0,12-13 1 0,13 0 0 0,11-12 1 0,13-12-3 0,10 12-9 0,-11-24-23 0,25-13-34 0,-24 14-12 0</inkml:trace>
  <inkml:trace contextRef="#ctx0" brushRef="#br0">7827 11346 138 0,'0'0'0'0,"-26"-37"12"0,26 13-4 0,37-13-1 0,-13 13 1 0,24 1 2 0,1 9-1 0,-1 14-4 0,13 14 0 0,-24 9-2 0,-2 14 0 0,-24 24-1 0,2-2-1 0,-13 15-1 0,-59 59 0 0,22-62-2 0,-11 3 1 0,-1-15 0 0,25-22 1 0,-1-13 0 0,25-11-1 0,12-13 1 0,61 11 0 0,-25-22 1 0,24-2-9 0,86 2-50 0,-85-2-1 0,11-11-17 0</inkml:trace>
  <inkml:trace contextRef="#ctx0" brushRef="#br0">8577 11600 59 0,'0'0'15'0,"-14"-12"6"0,14 0-11 0,0 24 4 0,0 12-3 0,36 47-6 0,-23-33-4 0,-1 9 1 0,12 2-1 0,0-24 1 0,0-1 7 0,1-13 2 0,-13-11 3 0,12-11-2 0,-12-13-6 0,24-1-1 0,-11-11-2 0,11-1-2 0,-12-11-3 0,50-98-113 0,-39 123 40 0</inkml:trace>
  <inkml:trace contextRef="#ctx0" brushRef="#br0">9071 11733 33 0,'0'0'0'0,"0"24"33"0,13-13-15 0,11 2 1 0,0-13-3 0,0 0-3 0,12 0-6 0,13-24-3 0,-24 0-1 0,-3 12 0 0,3-26-1 0,-13 3 0 0,-12 11 0 0,0-12-1 0,-12 11-1 0,-13 25-1 0,3-13 0 0,-15 39 1 0,11-2 3 0,-9 12 2 0,11 0-1 0,24 13-2 0,-12-2 0 0,97 75-8 0,-25-98-5 0,14-12-6 0,9-12-8 0,2 0-18 0,96-36 3 0,-108-12 31 0,-13 11 9 0,-23-11 3 0,-25 0 6 0,-12-2 1 0,-37-9 1 0,-48 35 8 0,25 24 6 0,13 24-4 0,10 12-5 0,13 11-2 0,0 3 1 0,24 9-1 0,24 2-2 0,12 0-3 0,0-13-2 0,25-23-4 0,-13-1-1 0,24-12 0 0,-23-12-7 0,-1 0-24 0,-24-12-100 0</inkml:trace>
  <inkml:trace contextRef="#ctx0" brushRef="#br0">7027 12628 71 0,'0'0'0'0,"-48"-24"20"0,24 24-12 0,0 0 1 0,-85 60 14 0,60-12-13 0,13 13-3 0,12 24-2 0,12-13-1 0,24 84 0 0,24-82-3 0,13-26 0 0,-1-23 0 0,11-13-1 0,51-24 2 0,-86-13 0 0,-10 1-1 0,-3 0 0 0,-11-12 0 0,-74-49 0 0,52 85-1 0,9 0 0 0,1 0-1 0,12 0 0 0,0 24 0 0,12-1-4 0,1-9-16 0,9 22-20 0,15-24-33 0</inkml:trace>
  <inkml:trace contextRef="#ctx0" brushRef="#br0">7292 12688 90 0,'0'0'0'0,"0"-48"5"0,0 24 5 0,14 0 11 0,-14 24-2 0,0 0-12 0,-14 36-1 0,14 11 2 0,0 27-1 0,0-15-5 0,0 15 0 0,0 10-1 0,0 1-4 0,14 0-8 0,10-37-11 0,-12 1-9 0,1-26-19 0,-2-10 3 0</inkml:trace>
  <inkml:trace contextRef="#ctx0" brushRef="#br0">7572 12966 34 0,'0'0'6'0,"12"12"6"0,0 1 2 0,0 35 2 0,-12-12-10 0,12 1 0 0,0 22 13 0,13-46-5 0,-3-13 2 0,4-13-2 0,-13-10-2 0,22-13-7 0,-11-1-2 0,-12 1-1 0,-12 0 0 0,0 24-2 0,-25-13 1 0,3 13-5 0,-15 12-6 0,11 0-16 0,4 24-27 0,22-24-19 0</inkml:trace>
  <inkml:trace contextRef="#ctx0" brushRef="#br0">7983 12725 103 0,'0'0'0'0,"-12"-61"24"0,12 25-18 0,12 12 6 0,-12 24 1 0,0 0-7 0,0 24-2 0,12 12 3 0,0 12-3 0,1 13-2 0,11-1-1 0,0 0 1 0,0 1-2 0,0 12-6 0,-13-25-12 0,13 1-22 0,-24-2-28 0,0-47 28 0</inkml:trace>
  <inkml:trace contextRef="#ctx0" brushRef="#br0">8382 12579 107 0,'0'-13'14'0,"0"13"-5"0,0 0 0 0,-24 26 8 0,0 22-7 0,-1 0-4 0,1 13-3 0,12-2-3 0,-12 2 1 0,11 12 0 0,2-12-1 0,-13 11-4 0,11-23-6 0,13-13-15 0,-12-12-28 0,12-13-27 0</inkml:trace>
  <inkml:trace contextRef="#ctx0" brushRef="#br0">8538 12712 113 0,'0'0'0'0,"13"13"28"0,-13 11-9 0,-13 60-1 0,2-35-14 0,11-1-1 0,0 13-1 0,0-13-1 0,11-1 0 0,14-21 1 0,-11-2 2 0,21-12-1 0,-11-12 0 0,0 0-2 0,37-12-1 0,-37 0-6 0,0 0-10 0,1 0-17 0,-3-13-81 0</inkml:trace>
  <inkml:trace contextRef="#ctx0" brushRef="#br0">8612 12930 96 0,'0'0'15'0,"0"0"-15"0,36-12 9 0,-12-13 7 0,13 14-8 0,11-26-5 0,0 25-3 0,-11-13-3 0,-13 14-14 0,-11-2-33 0,-13 2-14 0</inkml:trace>
  <inkml:trace contextRef="#ctx0" brushRef="#br0">8538 12616 75 0,'0'0'51'0,"13"-12"-44"0,24 12 7 0,-1-25 3 0,24 1-3 0,13 0-2 0,0 0-1 0,-2-1-5 0,-8 14-4 0,-28-2-1 0,-23 13-12 0,-12 0-54 0,-25 0-49 0</inkml:trace>
  <inkml:trace contextRef="#ctx0" brushRef="#br0">24215 9967 104 0,'-12'-12'7'0,"12"12"-5"0,12 12 13 0,24 24 8 0,0 13-4 0,38-1-7 0,22 23-4 0,-12 3-2 0,25-2-1 0,-11 1-3 0,-27 0 0 0,2-13 0 0,-25-11-1 0,-11-25 0 0,-25 0-1 0,-12-24 1 0,12 0-2 0,-36 12-14 0,-13-12-33 0,1-12-79 0</inkml:trace>
  <inkml:trace contextRef="#ctx0" brushRef="#br0">25787 10789 57 0,'0'0'6'0,"-12"-13"33"0,12 13 11 0,0 0-20 0,0 0-28 0,0 50 6 0,0-2-3 0,12 61 2 0,0-49-6 0,-12 49 1 0,12-60-3 0,-12-2 2 0,0-10-2 0,0-13-6 0,0 0-18 0,0-11-32 0,0-13-53 0</inkml:trace>
  <inkml:trace contextRef="#ctx0" brushRef="#br0">25751 10789 42 0,'-12'0'9'0,"-13"-13"6"0,25 2-1 0,0 11-3 0,13-13-4 0,23 2 0 0,0-2 2 0,13-10 3 0,12-2 3 0,-2 1-2 0,2 24-5 0,-13-13-4 0,-24 13-2 0,-24 0 1 0,13 24-1 0,-13 2 1 0,0 9-2 0,-13 2 1 0,1-13-2 0,-12 24 1 0,0-11-1 0,-12-1 0 0,12-12 1 0,-1 1-1 0,-11-13 2 0,12-12-1 0,0 12 0 0,0-12-1 0,24 0 1 0,0 0-3 0,24-12 2 0,13 12 0 0,10 0 0 0,13 0 0 0,1 0 0 0,-12 24 0 0,-13 0 0 0,0 0 0 0,-23 13 0 0,-13-1 1 0,-25 0-1 0,-11-12 3 0,-13 13 3 0,-23-13 0 0,-1-13-1 0,1 2-3 0,12-2-1 0,23-11-1 0,25 0-8 0,12 0-20 0,36-24-24 0,25 0-51 0</inkml:trace>
  <inkml:trace contextRef="#ctx0" brushRef="#br0">26416 11237 91 0,'0'0'0'0,"24"11"40"0,12-22-23 0,-11-13-7 0,23-2-2 0,-23 2-2 0,-14 0-2 0,2-11 3 0,-13 11-4 0,-24-2-1 0,-13 3 0 0,1 11 0 0,-13 12 1 0,0 12 2 0,14 11-2 0,10 15-1 0,13-2-1 0,12-1-3 0,61 50 3 0,-25-48-1 0,24-13 0 0,-11 0-1 0,12-24 2 0,-13 13-1 0,11-26 0 0,-9 2 1 0,-2-26-1 0,-12-11 1 0,1-2 0 0,-13-9-1 0,-12-15 0 0,12-106 2 0,-36 95-1 0,0 13-1 0,0 22 2 0,0 26 2 0,-12 13-1 0,-1 22 0 0,1 13 0 0,-1 26 0 0,14 9-2 0,11 15 0 0,24 10 0 0,0 13-1 0,13 0 0 0,-1-24-1 0,25-13 1 0,-13-25 0 0,0-22-1 0,0 0 2 0,-11-13-1 0,-1-13-1 0,-12-11 2 0,-12-13-2 0,12-10 3 0,-11-2-2 0,-13-23 0 0,0-13 0 0,0 0 0 0,0 1-1 0,-13 23 1 0,13 13 1 0,0 36-1 0,-12 0 0 0,12 12 0 0,-12 24 1 0,0 24 0 0,0 13-1 0,12 11 1 0,12 98-1 0,0-99 0 0,12-9 0 0,1-2 0 0,11-25 1 0,49 2-2 0,-49-24-3 0,-1-26-5 0,2 2-11 0,0-2-16 0,-1-24-32 0,-24 13-13 0</inkml:trace>
  <inkml:trace contextRef="#ctx0" brushRef="#br0">26888 11054 88 0,'-24'0'17'0,"-37"0"-11"0,48 0 3 0,13 0 12 0,0 0-7 0,25 0-4 0,24 0 2 0,23 14-5 0,13-2-2 0,25 0 0 0,-3 12-1 0,3-12-2 0,10-12 0 0,110 11 5 0,-157-34-4 0,-13 11 0 0,-36-12 2 0,-12-13 0 0,-24 1-2 0,-23-12 0 0,-26 11 0 0,-12 13-1 0,-12 12 1 0,24 12 0 0,1 24 0 0,24 0 0 0,12 13-3 0,24 11 0 0,13 1 0 0,34-1-1 0,13-1 0 0,13-9 1 0,12-15 0 0,0 1 0 0,-1-11-1 0,-11-13 1 0,-13-13 0 0,-23 2-1 0,11-13-1 0,-36 24 2 0,-12 0 0 0,0 0-2 0,0 48 2 0,0-24-1 0,0-13 1 0,12 2 1 0,-12-13 0 0,0 0 1 0,0-37-2 0,0 13 0 0,13-11 0 0,-1-2 0 0,12 0-3 0,25 2-10 0,-2 23-15 0,13 0-36 0,-11 0-41 0</inkml:trace>
  <inkml:trace contextRef="#ctx0" brushRef="#br0">29366 10861 108 0,'0'0'0'0,"38"-72"12"0,-2 11-2 0,-25 0 11 0,-22 2-1 0,-122-26 16 0,72 85-30 0,1 24 0 0,-13 37-2 0,48-2-3 0,-21 87 2 0,33-13-2 0,13-48-1 0,24 60 0 0,0-84 0 0,12 59 1 0,13 14-5 0,-49-98 0 0,-13-13-9 0,1-10-9 0,0 0-18 0,-12-26-33 0,0 13 5 0</inkml:trace>
  <inkml:trace contextRef="#ctx0" brushRef="#br0">28823 11187 81 0,'0'0'10'0,"0"-11"-5"0,24-2 5 0,-12 13 14 0,12-11-4 0,1 11-7 0,11 0-5 0,1-13-1 0,11 13 1 0,48 0 9 0,-35 0-12 0,12 0 1 0,-13 0-2 0,0 0 0 0,-23 0-1 0,11 13-2 0,-48-13-1 0,0 0 1 0,-24 24 1 0,0 13-1 0,-13-13-1 0,13 11 0 0,13-11 0 0,-2 2 0 0,26-2 0 0,22 0 0 0,-10-24 0 0,11 11 1 0,0-22-1 0,-12 11 0 0,0-24 0 0,-24 0-1 0,0-13 1 0,-24 0 0 0,0 2-1 0,-1 9 2 0,14 2-2 0,22 13 1 0,2 11-1 0,23-13 0 0,25 26 1 0,-25-2-2 0,25 13 2 0,-25 13 0 0,36 48-1 0,-60-72 2 0,-12-13 5 0,0-26-5 0,13-9 0 0,12-13 0 0,10 11-3 0,1 0-16 0,0 14-44 0,-11 11 61 0</inkml:trace>
  <inkml:trace contextRef="#ctx0" brushRef="#br0">27153 11999 129 0,'-11'-37'11'0,"0"-11"5"0,11 36 22 0,0 24-32 0,11 36 0 0,-11 13-1 0,11 0 0 0,2 10-1 0,-13 3-2 0,0 9-1 0,-13 2-1 0,2-11-3 0,0-14-5 0,-2-25-5 0,0-22-8 0,13-13-9 0,26-36-73 0,-4 12 60 0</inkml:trace>
  <inkml:trace contextRef="#ctx0" brushRef="#br0">27444 11962 72 0,'0'0'13'0,"0"-12"18"0,0 12 2 0,-11 0-29 0,-74 49 2 0,36-13-5 0,13-1 0 0,-13 3 0 0,13-2 1 0,11-1 2 0,14 3 1 0,22-2 0 0,14-1 2 0,23-11-1 0,1 2-1 0,109 9 0 0,-99-22-5 0,62 23-38 0,-109-36-34 0,-12 0 12 0</inkml:trace>
  <inkml:trace contextRef="#ctx0" brushRef="#br0">28000 11914 108 0,'-24'-12'5'0,"0"-13"0"0,-1 25 2 0,-10 13 7 0,-74 59 20 0,72-11-24 0,13 24-3 0,0-14-2 0,12 3-2 0,12-2-2 0,24-24 1 0,12 1-1 0,13-25 2 0,-13-12-1 0,0 1-1 0,-11-13 0 0,10-25 2 0,-35 1-4 0,0-12-2 0,0-1-1 0,13 0 0 0,-1 2 1 0,12 11 1 0,25 0 0 0,-25 24 3 0,12 11 3 0,-24 13 1 0,13 0 0 0,-13 13-1 0,-12-13 0 0,-12 49 4 0,-1-49-8 0,13-12-3 0,-12 1-13 0,0-2-35 0,12-11-89 0</inkml:trace>
  <inkml:trace contextRef="#ctx0" brushRef="#br0">29077 11999 99 0,'0'-12'6'0,"-24"0"4"0,0-1-3 0,-13 1-1 0,-23 0 1 0,-13 12 4 0,-11 12 1 0,10 37-1 0,15 22-1 0,22 3 0 0,26-1-3 0,-2-13-2 0,48 1 4 0,15-13-1 0,22-12-3 0,1-12-2 0,-1-12-2 0,13-12-6 0,-24 13-26 0,-2-26-118 0</inkml:trace>
  <inkml:trace contextRef="#ctx0" brushRef="#br0">29524 12604 161 0,'25'0'17'0,"-13"-25"-14"0,12-11-15 0,-36 12-127 0</inkml:trace>
</inkml:ink>
</file>

<file path=ppt/ink/ink10.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3-24T13:37:13"/>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21759 10789 40 0,'0'-13'13'0,"0"2"7"0,0-13 1 0,0 11 3 0,0 13-9 0,-12-11-8 0,0 11-6 0,-23 11 0 0,11 13 0 0,-2-11 0 0,-9 23 0 0,22 0-1 0,1 1 1 0,0-13 1 0,0 0-1 0,12 0 1 0,12 1-1 0,0-1 1 0,13-12-1 0,10-12 0 0,15 12-1 0,-15-12-4 0,13 12-12 0,-11-12-29 0,11 0-32 0</inkml:trace>
  <inkml:trace contextRef="#ctx0" brushRef="#br0">22207 10886 46 0,'0'-12'6'0,"12"-12"6"0,0 11-1 0,-12-11 5 0,-24 12-2 0,0 0-7 0,-13 12-4 0,-11 12-1 0,0 24 1 0,11-12 0 0,2 13-2 0,10-1 0 0,13 1-1 0,0-13 0 0,12-12 0 0,12 0 1 0,25 0 1 0,-13-12 0 0,12-24 1 0,-11 12 0 0,-3-24-1 0,-9 11 0 0,-13 1-1 0,0-12-1 0,0 12 1 0,0 24 0 0,11 11 0 0,-11 14-1 0,25 11 0 0,-13-12-2 0,25 13-6 0,-1-13-21 0,0-12-21 0,-11 0 6 0</inkml:trace>
  <inkml:trace contextRef="#ctx0" brushRef="#br0">22328 10813 35 0,'0'0'7'0,"0"-24"7"0,0 36 1 0,12 0-1 0,-12 12-7 0,0 13-5 0,12 11-2 0,-12-24 0 0,13 13-1 0,-2-25 1 0,-11 0 0 0,0-12 2 0,0 0 1 0,11-24-2 0,-11 0 0 0,13-1-1 0,12 1 0 0,0-12 0 0,-3 12 1 0,-9 0 0 0,11 11 0 0,0 1 1 0,0 12 3 0,-11 0 1 0,-1 25 1 0,0-14-1 0,-12 26-2 0,0-1-2 0,12 0-1 0,-12-11-3 0,24-1-2 0,-12-12-9 0,13 0-22 0,-25 0-35 0</inkml:trace>
  <inkml:trace contextRef="#ctx0" brushRef="#br0">22933 10534 57 0,'0'0'0'0,"0"-11"15"0,0 22-3 0,0 2 5 0,0 24-5 0,0 11-6 0,0 13-1 0,0-2-2 0,0-10-1 0,0 11-2 0,0-11 1 0,0-13-1 0,11-11 1 0,-11-1-1 0,0-12 0 0,0-12 1 0,13 0 3 0,-13-12-2 0,12-12-1 0,0 12-2 0,0-13-2 0,-12-11-2 0,-12-25-9 0,-12 37 9 0,-13 24 3 0,1 0 2 0,0 0 1 0,0 13 1 0,11 11 0 0,12 0-1 0,13-12 0 0,0 24 0 0,26-24 0 0,-14 13 0 0,24-13-1 0,12-12-2 0,-11 0-7 0,11 0-29 0,-12-12-22 0</inkml:trace>
  <inkml:trace contextRef="#ctx0" brushRef="#br0">23224 10837 55 0,'0'0'11'0,"-13"-11"-4"0,13 22 34 0,0 2-36 0,0 59 2 0,13-35-8 0,-2-25-6 0,0 12-56 0,2-24 15 0</inkml:trace>
  <inkml:trace contextRef="#ctx0" brushRef="#br0">23211 10572 37 0,'0'-12'9'0,"-12"-1"9"0,12 13-14 0,0 13-9 0,12 11-15 0,1-12-11 0</inkml:trace>
  <inkml:trace contextRef="#ctx0" brushRef="#br0">23586 10560 63 0,'0'-13'8'0,"0"0"-4"0,0 2 12 0,0 35-3 0,12 49-5 0,-12-26-7 0,0 3 0 0,0 9 0 0,0-22 1 0,0 0-1 0,0-13 0 0,0 0-1 0,-12-12 1 0,12 0-1 0,0-12 4 0,0 0 6 0,12-12-10 0,-12-12 1 0,0-1-2 0,0 14 0 0,0-13-1 0,-24-1-2 0,-2 13-1 0,-9-1 0 0,-13 13 4 0,-1 13 2 0,1-1 0 0,11 13 2 0,26-1-2 0,0 12-1 0,11-24 1 0,22 0 1 0,15 0-3 0,11 0-4 0,25 0-21 0,0-12-25 0,-49 0 19 0</inkml:trace>
  <inkml:trace contextRef="#ctx0" brushRef="#br0">23900 10837 56 0,'0'0'0'0,"-24"-11"24"0,12 11-15 0,0 0 7 0,-24 0 2 0,-1 11-8 0,25 2-8 0,-12 11-2 0,12 0 0 0,12 0-1 0,0-12-1 0,12 0 1 0,0-12 1 0,24 13 1 0,1-26-1 0,-13 1 1 0,12 0-1 0,-24 0 0 0,12-12 2 0,-13 24-1 0,-11 0-1 0,14 0 0 0,-2 12-1 0,1 12 1 0,-2-24-1 0,13 12-1 0,-13-12 2 0,2 0 0 0,11-12 0 0,-11 12 0 0,-2-36 1 0,13 24 0 0,13-110 0 0,-37 87 0 0,0-15-1 0,0 3 0 0,0 11 0 0,0 24 2 0,0 0 0 0,0-1 2 0,-12 13-2 0,12 37 1 0,0-13-2 0,0 24 1 0,0-11 0 0,0 46-1 0,12-33 0 0,12-2 0 0,0 0-1 0,13-11 1 0,12-13 0 0,-14 0 0 0,15-24 1 0,-4 0-1 0,4-12 1 0,-15-12-2 0,2-13-1 0,-13 1 0 0,-24-12-2 0,0 11 1 0,-24 0 0 0,-24 2 2 0,24 35 0 0,-13 11 0 0,24 13 1 0,2 1-1 0,11 11 0 0,0-12 1 0,24 13 0 0,13-1 0 0,11-24-1 0,0 13 1 0,13-13-2 0,-12-12 0 0,-1 0-5 0,11-24-103 0,-59 11 76 0</inkml:trace>
  <inkml:trace contextRef="#ctx0" brushRef="#br0">24130 10705 59 0,'0'0'0'0,"12"-38"15"0,36 3-4 0,25-1 13 0,12 0 5 0,-13 10-12 0,37 3-14 0,-109 23-33 0,0 0-67 0</inkml:trace>
</inkml:ink>
</file>

<file path=ppt/ink/ink11.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3-24T13:37:13"/>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26343 10765 25 0,'0'-13'3'0,"0"2"6"0,0-13 2 0,0 12 4 0,0 0-1 0,0-1-2 0,14 0-3 0,-14 2 0 0,0 11 0 0,0-13 2 0,11 13-1 0,-11 0-4 0,-11 13-6 0,11 11 2 0,-14 13-1 0,-11-2 0 0,14 2 0 0,-13 11 0 0,-12 13 0 0,0 0-1 0,11-1 1 0,-11 1-1 0,0-2 0 0,11-11 0 0,1 13 1 0,0 0 1 0,-1-13 0 0,3 13 0 0,-16 0 0 0,26-13-1 0,-12 13 1 0,0-13-1 0,0-1 1 0,12 3-1 0,-13-2 1 0,1 13-2 0,12-26 1 0,-24 14-2 0,24 0 1 0,-12-1 1 0,11-1 0 0,-11-9-1 0,0 9 1 0,12 1 0 0,-13 2-1 0,3 9 0 0,9-9 1 0,-12-15-1 0,0 14 1 0,3 0-1 0,-3-1 0 0,1 1 1 0,-12-13-1 0,-1 11-1 0,13 3 2 0,0-2-1 0,-1 12 1 0,-23 0 0 0,24 1-1 0,-11 0 0 0,9-13 0 0,2 1 0 0,0-1 0 0,0-13 1 0,0 3 0 0,-2-15 1 0,15 14 0 0,-13-2-1 0,0 2-1 0,-12 0 0 0,24 11 0 0,-25 0 1 0,25-11-1 0,-24-1 0 0,24 1 1 0,-12-1 1 0,13-12 1 0,-3-1 0 0,2 14-2 0,-1-12 1 0,2-2-2 0,-2 1 1 0,2 13 0 0,0 0 0 0,-2-2-1 0,-11 14 0 0,11-13 1 0,0-11 0 0,2 11-1 0,0-12 1 0,-2-24 0 0,13 12-1 0,0-1 0 0,-12-11 0 0,12 0 1 0,0-11-37 0,0-13-39 0,12 12-6 0</inkml:trace>
  <inkml:trace contextRef="#ctx0" brushRef="#br0">25533 12277 2 0,'-36'11'21'0,"12"26"-11"0,-1-13-2 0,1-11 5 0,12 11 1 0,-12 0 0 0,12-12-5 0,0 0-1 0,12 0-1 0,0 0-1 0,-12-12 3 0,12 13 3 0,0-13 0 0,0 0-5 0,0 0-3 0,0-13 0 0,0 13 0 0,0 0-4 0,12-12 1 0,0 12 0 0,0-12 1 0,12-12-1 0,1 11 0 0,-3 2 0 0,4-13 0 0,11 11-1 0,-15-24 1 0,3 13 0 0,0 0 1 0,-1 13 2 0,-13-2 2 0,-11 13 0 0,0-11-1 0,0 11-1 0,13 0-2 0,-13 0-1 0,0 11-1 0,12-11 0 0,-12 13 0 0,12 11 0 0,-12 0 0 0,12 0 0 0,0 13 0 0,0-2 0 0,-12 2 0 0,25-13 0 0,-13 0 0 0,0-11 1 0,0-1-1 0,-12-12 0 0,12 12 1 0,-12-12-1 0,0 12 0 0,0-12 1 0,0 0-1 0,0 0 0 0,0 0-14 0,0 0-23 0,-24 0-48 0,24 0 33 0</inkml:trace>
  <inkml:trace contextRef="#ctx0" brushRef="#br0">26259 10560 14 0,'0'0'8'0,"0"0"6"0,0 0-5 0,0-13 1 0,13 13 1 0,-13 0-1 0,0 0 1 0,0 0 51 0,0 0-57 0,-13 0-3 0,13 0 0 0,-12 0-1 0,12 13-1 0,-12-13 1 0,-1 12 0 0,2 0 1 0,-14 0 0 0,1 0 0 0,12 12-1 0,-12-13 0 0,-1 13-1 0,13 2 1 0,-12-2-1 0,0-13 0 0,-1 13 0 0,3 0 1 0,-4 1 0 0,14-13-1 0,-24 12 1 0,25-11 0 0,-26 11-1 0,25 0 1 0,-24-12-1 0,11 12 0 0,1 1 0 0,0-1 0 0,0-12 1 0,-1 12-1 0,13 0 0 0,-12 1 1 0,12-13-1 0,-13 0 0 0,14 0 0 0,0 0 1 0,-2 0-1 0,-12-1 1 0,0 2 0 0,3-2-1 0,-3 2 1 0,13-2 0 0,0-11 0 0,-2 0 1 0,14 0-1 0,0 0-2 0,0 14-10 0,0-14-25 0,0 12-28 0,0-12 6 0</inkml:trace>
  <inkml:trace contextRef="#ctx0" brushRef="#br0">25607 10910 39 0,'0'0'5'0,"11"-12"8"0,-11 0 5 0,11 0 3 0,-11 12-8 0,-11 24-11 0,-13 0 1 0,-1 0-1 0,0 25 2 0,-10-1 0 0,11 1 0 0,-2-2 1 0,4-10 0 0,9-12 0 0,13-2 0 0,0-10 0 0,13-13 3 0,9 0 1 0,16 0-1 0,-2-13-2 0,0 2-2 0,2-1-2 0,-3 12-2 0,-35-14 0 0,12 14-6 0,0 0-27 0,0 0-53 0,0 0 37 0</inkml:trace>
  <inkml:trace contextRef="#ctx0" brushRef="#br0">25497 10475 50 0,'-12'-25'30'0,"0"1"-12"0,24 12-4 0,12-12 0 0,-11 12-4 0,-2 12-3 0,13-13-2 0,-12 13-2 0,0 0 0 0,1 13-2 0,-13-1 0 0,13 12 1 0,-2 1-2 0,-11 11 0 0,11 0 1 0,-11-13 0 0,0 15-1 0,0-14 0 0,0-12 1 0,0-12 3 0,0 0 3 0,-11 0 0 0,11-12-4 0,-11 0 0 0,11-12-1 0,0-2-1 0,0 15 0 0,0-25 1 0,0-1-1 0,11 1 0 0,-11 12 0 0,24-1 0 0,-12 1 2 0,12 13 2 0,-12-2-1 0,25 13-2 0,-37-11-1 0,12 11-1 0,0 11-1 0,0-11-12 0,0 13-57 0,0-13-30 0</inkml:trace>
  <inkml:trace contextRef="#ctx0" brushRef="#br0">25775 12833 28 0,'0'0'0'0,"0"0"18"0,0 0-13 0,0 0 29 0,0 0-18 0,24-12-5 0,1-1 0 0,-1-22-1 0,12 11-1 0,0-13-1 0,12-11-1 0,-11-12 0 0,-1 11-5 0,-12 1 0 0,0 12-1 0,-12 11 0 0,-12 25 0 0,-12-12 0 0,12 12-1 0,-24 12 0 0,0 0 0 0,-1 12-1 0,14 13 1 0,11-13 0 0,0-1-1 0,0 3 1 0,11-2 0 0,2 0 0 0,-1 0 0 0,0 0-1 0,-12-13 1 0,0 2 1 0,0 0-1 0,-12-1 1 0,0 0 4 0,-12-1 0 0,0 2 1 0,-13-13-1 0,24 0-3 0,-9 0 1 0,22-13-3 0,-13 13 0 0,13-11-18 0,13 11-71 0,-2 0 24 0</inkml:trace>
  <inkml:trace contextRef="#ctx0" brushRef="#br0">17840 17030 26 0,'-12'0'8'0,"-1"0"2"0,2 0 11 0,11 0-3 0,0 0-3 0,0-12-1 0,0 0-6 0,11-12 0 0,14 12 0 0,0-25-2 0,23-11-3 0,-12 0-1 0,1 12 0 0,-1-2-1 0,-12 14-1 0,-12 1 1 0,1 11 0 0,-13 12 0 0,-13 0 2 0,13 0 0 0,-24 0-3 0,0 0 1 0,24 12-2 0,-12 0 1 0,12-1 0 0,0 13 0 0,24 2 0 0,0-2-1 0,12 11 0 0,-11-22 1 0,-13 11 0 0,12 13 0 0,-11-26 0 0,-13 13 0 0,0-11 2 0,-13-1 1 0,-11 0 4 0,-2-12 0 0,4 0 0 0,-3 0-5 0,1-12 0 0,12 0-3 0,0 12-3 0,12-13-33 0,12 13-54 0,0-11 49 0</inkml:trace>
  <inkml:trace contextRef="#ctx0" brushRef="#br0">17744 16546 25 0,'0'0'5'0,"-12"0"6"0,24 0 4 0,13 0-5 0,-3 0-1 0,15 0 2 0,24 0 4 0,-1 0 2 0,1-11-7 0,0 11-4 0,-13 0-3 0,0 0-2 0,-24 0-1 0,-24 0 0 0,12 0-1 0,-12-13-22 0,0 13-14 0,-12-12 7 0,12 0 13 0,-13 0 11 0,13 0 6 0,0-1 3 0,0 2 7 0,13-2 5 0,-1 13 0 0,-12 0-2 0,12 0 3 0,-12 0 0 0,0 0-1 0,0 24-6 0,-12 1-5 0,0-1-3 0,-1 1-1 0,2-1-10 0,0 0-41 0,11-12-15 0</inkml:trace>
  <inkml:trace contextRef="#ctx0" brushRef="#br0">18554 16897 43 0,'0'0'18'0,"-11"0"3"0,11 0-11 0,11 0 7 0,0 0-3 0,63 0-6 0,-26 0-6 0,0 0-1 0,-11 0-1 0,-1 0 0 0,-12-12 0 0,0 12-2 0,-24-13-19 0,0 13-26 0,0-11-6 0</inkml:trace>
  <inkml:trace contextRef="#ctx0" brushRef="#br0">18748 16716 35 0,'0'0'0'0,"0"0"26"0,-13 0-3 0,13 0-7 0,-12 0-8 0,12 36 0 0,-12-12-1 0,0 13 2 0,12-13-2 0,0 0-1 0,0 12-2 0,0-11-4 0,0 10 0 0,12-10-2 0,0-13-31 0,0 12-58 0</inkml:trace>
  <inkml:trace contextRef="#ctx0" brushRef="#br0">19352 16801 40 0,'0'-12'21'0,"0"-14"-5"0,12 15 0 0,-12-2 0 0,14 2-8 0,-14 11-6 0,11 0 0 0,2 11 3 0,-2 2 0 0,25 72 7 0,-36-61-10 0,0 0 0 0,12 0-1 0,-12 0 0 0,0 13 16 0,-12-25-5 0,12-12-4 0,-12-12-2 0,-1-1-3 0,13-11 0 0,0 0-1 0,-11-13-1 0,22 2-1 0,111-50 0 0,-98 85-3 0,12 0-15 0,1 0-54 0,-25 0-18 0</inkml:trace>
  <inkml:trace contextRef="#ctx0" brushRef="#br0">19280 16461 31 0,'0'0'0'0,"-24"-11"14"0,24-2 22 0,0 13-25 0,12 0-5 0,48 0 8 0,-24 0-4 0,13 13 1 0,-1-13-4 0,13 0-2 0,-1 0-3 0,-23 0-1 0,11-13 0 0,0 2 1 0,-48 11-1 0,11 0 1 0,-33-24 0 0,9-2-1 0,-11 15-1 0,0-2 1 0,12-11-1 0,0 24 0 0,-1-11 1 0,13-2 1 0,13 26-1 0,-1-13 0 0,12 24 2 0,1-13 4 0,-1 13 0 0,-13 13-2 0,0-24-2 0,-11 22 0 0,0-22-1 0,-11-1-1 0,0 0 1 0,-13 0-6 0,-1 0-37 0,25-12-92 0</inkml:trace>
  <inkml:trace contextRef="#ctx0" brushRef="#br0">25220 11817 49 0,'0'-25'28'0,"-14"14"-25"0,14 11-5 0,0 11 3 0,-12-11-2 0,12 37-13 0,0-13-18 0,0-11 8 0</inkml:trace>
  <inkml:trace contextRef="#ctx0" brushRef="#br0">25025 12446 57 0,'0'0'0'0,"-24"0"12"0,12 12-13 0,12 12-1 0,0 1-17 0,12 11-25 0</inkml:trace>
  <inkml:trace contextRef="#ctx0" brushRef="#br0">24977 12821 69 0,'0'0'16'0,"-12"0"-6"0,-1 0-9 0,13 12-35 0,0-12-11 0</inkml:trace>
  <inkml:trace contextRef="#ctx0" brushRef="#br0">20284 16776 17 0,'0'0'12'0,"0"0"-1"0,0-13-1 0,0 13 18 0,0-24-2 0,12 13-10 0,12-13-4 0,0 0-1 0,1 12 0 0,-1 0-2 0,0-1-1 0,13 13-1 0,-26 25-2 0,0 11-1 0,14-1-2 0,0 2-2 0,-12-12 2 0,9-13-1 0,3-12 2 0,-1 0 2 0,12-24-2 0,-23-2 0 0,11 2-3 0,0-11 0 0,-12 11-9 0,0 12-22 0,0 0-42 0</inkml:trace>
  <inkml:trace contextRef="#ctx0" brushRef="#br0">20356 17018 34 0,'0'0'7'0,"-12"0"3"0,0 0 11 0,12 0 7 0,0 0-10 0,0-12-5 0,24 0-1 0,0-12 3 0,-11 11-7 0,-1 2-2 0,12-2 0 0,-12 13 1 0,1 0-3 0,9 13 0 0,-9 11-1 0,12 0-1 0,22 0 5 0,-22-24-1 0,11 0-1 0,-12 0-2 0,13-24-2 0,-13 0-2 0,-12 11-7 0,12 2-41 0,-11-13-93 0</inkml:trace>
  <inkml:trace contextRef="#ctx0" brushRef="#br0">21445 16680 50 0,'0'0'0'0,"0"-12"31"0,0 12-5 0,-12 0 32 0,-12 12-48 0,-13 12-1 0,13 11-2 0,0 2-2 0,24 0-2 0,-11-2-1 0,11-22 0 0,22 23 0 0,3-24-1 0,11 12 1 0,13-11-2 0,-1-2 0 0,61-35 6 0,-96 0-3 0,-2-24-1 0,-11-12-1 0,-36 22-1 0,12 3 0 0,-12-1-2 0,-1 36-6 0,1-12-20 0,-12 12-37 0,23 0-41 0</inkml:trace>
  <inkml:trace contextRef="#ctx0" brushRef="#br0">21239 16389 52 0,'0'0'0'0,"-24"-13"35"0,12 2-4 0,12-2-6 0,12 2-7 0,23-2-2 0,15 13-7 0,22 0-3 0,1 0-3 0,12 13-1 0,0-13-1 0,0 0 0 0,-14 0-3 0,-35 0 4 0,-11 0-1 0,-25-13-1 0,-12 2-1 0,-12-13-3 0,-1-2 0 0,-11 15 2 0,1-2 2 0,11 2 0 0,-2-2 1 0,26 13 0 0,0 0-1 0,0 0 2 0,13 0 2 0,11 13 1 0,-11 11-1 0,9 1-1 0,-9-2-1 0,-13 1-2 0,0 13-1 0,0 0-7 0,-13-13-64 0,2 0-39 0</inkml:trace>
</inkml:ink>
</file>

<file path=ppt/ink/ink12.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3-24T13:37:13"/>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27735 3422 34 0,'0'0'0'0,"-13"-47"31"0,1 10-9 0,12 37 1 0,0-11 0 0,12 22 9 0,-12 26-21 0,13 23-4 0,-2 1 2 0,14 11-5 0,-1 24 0 0,-12 2-3 0,1-13-1 0,-13-13-1 0,11 1 2 0,-11-38-2 0,0 13 2 0,0-34-2 0,0 9-3 0,0-23-10 0,0 13-15 0,-24-26-56 0,24 13 46 0</inkml:trace>
  <inkml:trace contextRef="#ctx0" brushRef="#br0">27710 3460 80 0,'-12'-38'24'0,"24"-9"-22"0,13 10 2 0,23 13 11 0,-11 24-1 0,10 13-2 0,2 23-6 0,-1 12-1 0,-36 1-2 0,0-1 1 0,-24-1 0 0,-12 14 1 0,-23-13-3 0,-3-23 0 0,2 0-3 0,12-14-1 0,11 2-15 0,25-13-24 0,0 0-27 0</inkml:trace>
  <inkml:trace contextRef="#ctx0" brushRef="#br0">28242 3496 96 0,'0'-12'17'0,"-24"12"-12"0,13 0-2 0,-14 24 7 0,1-1 4 0,0 1-7 0,24 26-3 0,0-15-3 0,12-11 1 0,24-11-2 0,11-1 2 0,3-12-1 0,10 0 2 0,-24-25-3 0,-12 1 1 0,-11-11-1 0,-13-2 2 0,-24 0-3 0,-13 14 2 0,0 11-1 0,2 0-1 0,10 12 0 0,13 0 1 0,24 0-2 0,13 0 2 0,10 0 0 0,26 0-1 0,24-12-1 0,-24-12 2 0,12-13-1 0,-38 1 2 0,-9-25-1 0,-15 13 2 0,2-13 0 0,-2 0-1 0,-22 13 1 0,-2 11 0 0,2 26 3 0,-2-2 0 0,0 2-4 0,-11 35-1 0,13 13 0 0,-2 11 1 0,13 13 1 0,13 23-2 0,-2 1 2 0,13 12-3 0,2-26 4 0,9 3-4 0,1-26 3 0,0 0-2 0,1-48 3 0,-13 13-1 0,0-38 0 0,1 0-2 0,11 1 1 0,-12-23-2 0,-12-2 2 0,1 13-2 0,-13 0 1 0,11 24 0 0,-11 0 0 0,0 24-2 0,0 0 1 0,0 24 2 0,24 0-1 0,-24 1 1 0,24-2-1 0,-11-11 0 0,22-11 0 0,-22-2 0 0,23 2 0 0,-12-13-6 0,25-24-15 0,-25 11-24 0,12-11-22 0,-23-11 15 0</inkml:trace>
  <inkml:trace contextRef="#ctx0" brushRef="#br0">29113 3120 43 0,'0'0'0'0,"-36"-24"18"0,23 24-12 0,13 13-5 0,37 11-9 0,-13 0-44 0</inkml:trace>
  <inkml:trace contextRef="#ctx0" brushRef="#br0">29476 3448 92 0,'-12'-13'11'0,"-1"0"-7"0,13 13 2 0,-11-11 9 0,-13 11 0 0,-2 0-8 0,15 11-4 0,-13 27-1 0,24-14 0 0,-11 12 1 0,11-1 0 0,11 15 0 0,122 9 3 0,-72-59-5 0,11 0-1 0,-23-24 2 0,12-11 0 0,-1-39 10 0,-60 39-6 0,12 11-2 0,-24 12-1 0,12 0-3 0,-13 12 0 0,13 0-2 0,0 24 2 0,0 24 0 0,49 0-1 0,-13-23 2 0,0-25-1 0,-12 12 2 0,13-24-1 0,-13 0 1 0,-12-14-1 0,0 2 1 0,-12-11-2 0,0 11 2 0,12 12-1 0,-24 0 0 0,12-1-1 0,0 13 0 0,0 13-1 0,12 11 0 0,-12 0 2 0,25 85-1 0,-13-37-1 0,-12 0 3 0,12 13-3 0,-12-12 1 0,0 12 0 0,-36 72 2 0,23-133-2 0,-35-13 1 0,24-11 0 0,-25 0-1 0,-12-72 2 0,50 24-2 0,0-12 2 0,33-2-3 0,197-166-3 0,-98 178-26 0,11 26-128 0</inkml:trace>
</inkml:ink>
</file>

<file path=ppt/ink/ink13.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3-24T13:37:13"/>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30274 3448 9 0,'0'0'3'0,"0"0"10"0,-12 0-10 0,0 12 2 0,12 0-1 0,-12 0 1 0,12 0 1 0,0-12-1 0,0 12 0 0,-13 0 0 0,13-1-2 0,0 13 1 0,0 2 0 0,0-2 0 0,0 11 0 0,0 2 0 0,0 0 0 0,-11-2 0 0,11 14-1 0,-11-13 0 0,11 13-2 0,-13-1 0 0,13-11 1 0,0 11-1 0,0-13 0 0,0 3-1 0,0 9 1 0,0 1 0 0,-12 2 0 0,12-15 0 0,-12 14 0 0,12-13 0 0,-13 1 2 0,13-1 0 0,-13 1 1 0,13 11-1 0,-11-13-2 0,0 15 2 0,-2-15-2 0,1 13 0 0,0-11 0 0,0 11 1 0,0 1-1 0,12 0 1 0,-12-13 0 0,0 12 0 0,12 1-1 0,-13-13 2 0,13 12-1 0,-12 0 0 0,12-11 1 0,0-2-1 0,-12 2 1 0,12 11-2 0,-12-11 1 0,12 11 0 0,-12 1-1 0,12-14-2 0,-12 15 3 0,0-2-1 0,0-13 0 0,-1 15 0 0,-11-2-1 0,12-12 1 0,-12 0-1 0,12 13 0 0,-1-1 1 0,2-23 0 0,0 23-1 0,11-24 0 0,-13 13 0 0,1 11 1 0,-1-12 0 0,13-1 0 0,-12 2-2 0,-1 0 1 0,13-13 0 0,-11 0 0 0,11 13 1 0,-11-13-1 0,11 0 0 0,-13 0 0 0,1 13 2 0,0-1 0 0,12-12 0 0,-12 11-1 0,12-9 0 0,-12 10 1 0,12 0 0 0,-12-1 0 0,0 3 0 0,-1 9 1 0,13-10 0 0,-12 0 0 0,0 11 0 0,12-12-1 0,-12 0 0 0,12-11-1 0,0-1 0 0,0-12-1 0,-12 12 1 0,12-12-2 0,0-1-6 0,0-11-17 0,-12 0-45 0,12-11-20 0</inkml:trace>
  <inkml:trace contextRef="#ctx0" brushRef="#br0">30310 3581 25 0,'0'0'3'0,"0"0"0"0,0 0 10 0,0 12-2 0,0-12-2 0,-11 12 1 0,11-1-2 0,-13 2 3 0,1-13 0 0,0 0 3 0,0 0-3 0,0 0 0 0,12-13-2 0,-13-10-2 0,26 11-5 0,-13-14 0 0,24 26 0 0,-12-11 2 0,0 11 0 0,1 0 0 0,-13 11-3 0,0 2 1 0,0 12-13 0,-25 11-68 0,13-36 17 0</inkml:trace>
  <inkml:trace contextRef="#ctx0" brushRef="#br0">29996 2794 20 0,'0'0'0'0,"0"0"6"0,0 0 5 0,0 0 8 0,0 0 31 0,12-12-42 0,13 12 1 0,-13 0-1 0,12 0-2 0,12-12-1 0,-12 12 1 0,0 0-2 0,26 0-1 0,-28 0 0 0,3 0-2 0,-13 0 1 0,-12 0-1 0,12 0 0 0,-24 0 1 0,12 12 1 0,-24 0-2 0,11 0 1 0,-22 13-2 0,23-1 2 0,-13-12-2 0,-10 24 1 0,10-13-2 0,1 15 1 0,0-26-1 0,12 12 1 0,-1 0 1 0,1-13-1 0,12-11-2 0,12 13 1 0,1-2 2 0,23-11 1 0,-12 0 1 0,12 0-1 0,-12 0-1 0,13 0-1 0,-13 0-2 0,0 0-14 0,-12 0-32 0,12 0-29 0,-12 0 47 0</inkml:trace>
  <inkml:trace contextRef="#ctx0" brushRef="#br0">30371 2879 27 0,'24'-48'38'0,"1"35"-19"0,-13 13-8 0,0 0-4 0,12 25 1 0,-12 11-4 0,-12-12-2 0,0 13-1 0,0-13 1 0,12 0-1 0,-12-1 0 0,0 1 1 0,0-24-1 0,-12 0 9 0,12 0-6 0,0-11-1 0,0-2 1 0,0-10 0 0,0-1-2 0,25-73 7 0,-14 61-7 0,13 23 4 0,73-23 23 0,-59 24-24 0,-27 12-4 0,0 0-1 0,-11 0-19 0,0 24-65 0,0-12 18 0</inkml:trace>
  <inkml:trace contextRef="#ctx0" brushRef="#br0">30129 4911 40 0,'0'0'0'0,"0"-12"8"0,24 12-5 0,13-12 10 0,-13 12 0 0,24 0 3 0,0 12-4 0,13 0-2 0,0 24 1 0,12-11 1 0,-1 23-3 0,0-12-3 0,13 13-2 0,-37-26 0 0,1 14 0 0,12 11 1 0,0 0-3 0,-26-11 0 0,-11-1 0 0,-24-11-1 0,12-14 1 0,-12 2-2 0,-12-1-16 0,-12-12-24 0,0 0-32 0,13 0 33 0</inkml:trace>
  <inkml:trace contextRef="#ctx0" brushRef="#br0">30395 4838 39 0,'0'0'5'0,"-12"-12"3"0,0 12-1 0,-12 0 10 0,-24 0-4 0,23 12-6 0,-35 0 3 0,24 1-2 0,-2-1 0 0,3 12 3 0,23-12-3 0,0 12-1 0,12 13 5 0,24-13-5 0,24 12 0 0,37 12 0 0,-61-23-6 0,24-2 1 0,-23 1-2 0,-13-11 1 0,0-2-8 0,-12 2-29 0,0-13-49 0,-12 0 41 0</inkml:trace>
  <inkml:trace contextRef="#ctx0" brushRef="#br0">30661 4438 60 0,'0'-11'5'0,"0"-1"4"0,0 0 16 0,0 12-1 0,0 0-14 0,-12 0-6 0,0 24 2 0,-13 0 0 0,3 25 0 0,9-2-2 0,1 15-1 0,0-15-2 0,12 2 0 0,0-13 1 0,12 1-1 0,13-13 1 0,-3-12 1 0,15 0 1 0,0-12-1 0,-1-12 0 0,-12-12-1 0,-12 12 0 0,12-12-1 0,1 0 0 0,-1-13 0 0,0 0 1 0,-12-10-2 0,-12-15 2 0,0 3-2 0,0-2 0 0,-24 1 0 0,12 11 0 0,-49-11 0 0,25 47-1 0,-1 13 0 0,15 0 1 0,-16 24 2 0,13 1-2 0,3-1 0 0,9 12 1 0,1 1 0 0,12-1-1 0,0 1 3 0,12-13-1 0,12-12 1 0,12 12-1 0,-12-24 2 0,12 12-2 0,25-12 1 0,-37-12-19 0,25 12-46 0,-13 0-46 0</inkml:trace>
</inkml:ink>
</file>

<file path=ppt/ink/ink14.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3-03-06T10:23:47"/>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6120 6508 9 0,'0'0'8'0,"0"0"1"0,0-12-6 0,0 12 0 0,11 0 3 0,-11 0 27 0,0 0-33 0,13 0 0 0,-2 0 1 0,15 0 0 0,-13 0 1 0,9 0 0 0,27 0-1 0,-13 0 0 0,13 0 0 0,-1 0-1 0,1 0 0 0,0 0 1 0,11 0 0 0,0 0 0 0,-12 0 1 0,13 0 1 0,12 0-2 0,-13 0 0 0,0 0-1 0,1 0 1 0,13 0-1 0,-15 0 2 0,1 0 3 0,-11-13 1 0,11 13-1 0,-11 0-1 0,-2-13-1 0,-10 13-2 0,24 0 0 0,-13 0 0 0,25 0 0 0,-12 0-1 0,180 0 4 0,-192 0-3 0,-1 0-1 0,-12 0 2 0,1 0 1 0,-13 0-1 0,11 0 0 0,2 0-1 0,0 13 0 0,-2-13 0 0,14 0 0 0,12 13 0 0,0-13 0 0,-1 0-1 0,0 12 0 0,-10-12 1 0,9 0-1 0,1 0 0 0,-11 0 0 0,0 0 0 0,-1 0 0 0,11 0 2 0,-34 0-2 0,24 0 0 0,-25 0 0 0,12 0 1 0,-12-12-1 0,-12 12 1 0,25 0-1 0,-25 0 0 0,12 0 0 0,-12 0 0 0,0 0 0 0,-12 12 0 0,13-12 1 0,-13 0 1 0,11 0-2 0,0 0 1 0,3 0-1 0,10 0 1 0,-12 0-1 0,12 0 0 0,-13 0 0 0,2 12 0 0,-1-12-1 0,0 12 1 0,-12 12 0 0,13-1-1 0,0-10 1 0,-13 24 0 0,11-25 0 0,-11 11 0 0,11 1 0 0,-11-11 0 0,0-2 0 0,0-11 0 0,0 13 1 0,0-1-1 0,0-12 1 0,-11 0 1 0,0 0 0 0,-2 0-1 0,-12 0 0 0,0 0 0 0,-10 0-1 0,-1 0 0 0,-13 12 0 0,1-12 0 0,-25 0 0 0,12 0 0 0,-11 0-1 0,-12 0 1 0,11 0 0 0,-12 0 0 0,1 0 0 0,10 0 0 0,2 0 0 0,-12 0-1 0,23 0 2 0,-11 13-2 0,-2-13 1 0,3 0 0 0,-2 0 0 0,0 0 1 0,1 0-1 0,11 0 0 0,-11 0 0 0,0 0 0 0,-13 0 0 0,24 0 0 0,-10 0 0 0,-3 0-1 0,14 0 1 0,-13 0 0 0,12 0-1 0,1 0 0 0,1 0 2 0,9 0-1 0,2 0 0 0,11 0 0 0,-11 0 0 0,12 0 1 0,-13 0-1 0,13 0 0 0,0 0 0 0,0 0 0 0,-1 0 0 0,0 0 0 0,2 0 0 0,-2 0 0 0,13 0 0 0,0 0 0 0,0 11-1 0,-12-11 1 0,-1 0 0 0,25 0 0 0,-12 0 0 0,0 0 0 0,-1 13 0 0,-11-13 0 0,11 0 0 0,1 0 1 0,13 0-1 0,0 0 0 0,-2 0 1 0,1 0-1 0,12-13 2 0,0 13 0 0,0 0 1 0,0-11 0 0,0-2-1 0,0 13 1 0,-14-12-1 0,14-13-1 0,0 14 0 0,-11-26 2 0,11 26-2 0,-13-26 0 0,2 13-1 0,11 11 0 0,0 2-5 0,-11 11-27 0,11 0-21 0,11 24-18 0</inkml:trace>
  <inkml:trace contextRef="#ctx0" brushRef="#br0">6169 6677 66 0,'0'-13'17'0,"-25"2"0"0,12-13 6 0,-9 24-16 0,-112 12 1 0,49 0-5 0,-11-1 1 0,-13-11 2 0,0 13 2 0,-1-13-2 0,3 0-1 0,22 0-3 0,24 0-1 0,12 0-3 0,25 24-93 0,24-13 43 0</inkml:trace>
  <inkml:trace contextRef="#ctx0" brushRef="#br0">2540 6411 25 0,'0'0'4'0,"-24"-12"3"0,0-1-1 0,-1 13 3 0,1 0 0 0,0 0 0 0,-12 13-1 0,-13-1-3 0,13 0-4 0,12 0 0 0,12 12 2 0,12 0 0 0,12 1-2 0,12-1 0 0,24 23 1 0,25-10-1 0,-37 0-1 0,-24-26 3 0,-12-11 12 0,0 13-3 0,-24-13-5 0,0 0 0 0,-23 11-3 0,-3-11-3 0,2 0 0 0,0 0-1 0,-1 0-10 0,25 0-24 0,12 0-13 0,12 0 4 0</inkml:trace>
  <inkml:trace contextRef="#ctx0" brushRef="#br0">2528 6592 47 0,'0'-13'8'0,"-12"-10"7"0,12-1-5 0,-12 24 3 0,12-12-6 0,12 12-1 0,0 24 2 0,-12 11-1 0,12 15-1 0,0 9-2 0,-12 15-2 0,0 10 1 0,0-11-3 0,-12-25 0 0,12 1-2 0,0-25-8 0,0-12-15 0,-12 0-15 0,12-12 12 0,0 0 5 0</inkml:trace>
  <inkml:trace contextRef="#ctx0" brushRef="#br0">2479 6629 22 0,'0'-13'8'0,"13"-24"1"0,23 2 1 0,0 23 3 0,0 0 1 0,-11 12-2 0,-1 0-3 0,-12 24-4 0,1 0-1 0,-13 11-1 0,-25 3-1 0,-24-2 0 0,13-12-2 0,-12 0-9 0,11 0-21 0,13-24-2 0,12 13-3 0</inkml:trace>
  <inkml:trace contextRef="#ctx0" brushRef="#br0">2951 6688 42 0,'0'0'8'0,"-12"-24"10"0,0 1-3 0,0-2 2 0,-24 1-1 0,-49 11 0 0,50 13-13 0,-15 24-2 0,26 2-1 0,13 9 0 0,-2-11 1 0,13 13-1 0,24-13 1 0,-13 0-1 0,28-11 1 0,-4-13-1 0,-24 0 1 0,26-24-1 0,-13-1 0 0,-12 0 0 0,0-23 1 0,1 25-1 0,-1-15 0 0,0 14 0 0,0 13 0 0,-12-1 0 0,12 12 0 0,-12 12 0 0,0 12 0 0,0 13 0 0,12-2 1 0,-12-11-1 0,12 13 0 0,-12-13 1 0,12-11-1 0,-12-13 0 0,13 0 3 0,-1 0-1 0,0 0-2 0,-12-25 0 0,24 13 1 0,-24-12-1 0,13 0 1 0,-13 0-1 0,11 12 0 0,-11 0 0 0,0-1 1 0,13 13-2 0,-13 0 0 0,0 0 0 0,11 0 0 0,0 25 1 0,2-2 0 0,13 75 1 0,-15-87 1 0,-11-11 1 0,0 0 4 0,0-24 1 0,0 0-2 0,13 11-4 0,-13-22-1 0,11 11-1 0,13 0 1 0,97-2-39 0,-84 39 1 0,-1 12-2 0,-12-2 16 0,12 1 11 0,-36 0-13 0</inkml:trace>
  <inkml:trace contextRef="#ctx0" brushRef="#br0">3435 6762 13 0,'0'0'0'0,"0"0"20"0,-11 11-3 0,11-11 4 0,0-11-6 0,11 11-4 0,2-13-1 0,9-11-4 0,4 11-2 0,9 2-2 0,2-13-1 0,-1 11 0 0,-11 2 1 0,-13-1 0 0,-37-26 2 0,-11 38-4 0,0 13 1 0,-12 0 0 0,11 11 2 0,13 0-1 0,13 0-1 0,11 0 1 0,24 0 4 0,11-11 2 0,37-2 1 0,2-11-2 0,10-11-3 0,-11 11-2 0,-2-13 0 0,-10 1-7 0,-48 12-48 0,-13 12-39 0</inkml:trace>
  <inkml:trace contextRef="#ctx0" brushRef="#br0">3677 6701 18 0,'0'0'10'0,"-12"-13"3"0,12 2-2 0,0-2 3 0,0-10 2 0,0 11-2 0,-12-14-1 0,0 15-4 0,0-2-1 0,-37 13-3 0,13 0-2 0,-12 24 0 0,11 2-2 0,13-2 0 0,13 11-1 0,11-22 0 0,0 23 1 0,24-11 0 0,-2 10 0 0,-9-22-1 0,13 23 1 0,-15-24 0 0,-11 0 0 0,-11 0 4 0,-15 1 4 0,-9-13-1 0,-14 0-3 0,13 0-2 0,-1-13-2 0,13 13-1 0,0 0-2 0,24-12-16 0,0 12-32 0,24 0-9 0,-12 0 25 0</inkml:trace>
  <inkml:trace contextRef="#ctx0" brushRef="#br0">3616 6882 36 0,'0'0'17'0,"13"-24"-6"0,-1 12-2 0,12 0 5 0,97-49 6 0,-74 37-14 0,-10-13 1 0,11 2 2 0,13-50 16 0,-61 61-20 0,-24 0-2 0,12 24-1 0,-24 0-2 0,-49 35 0 0,37 15 1 0,0 33-1 0,35-33 0 0,26-26 1 0,72 12 9 0,-13-24-2 0,12-24-2 0,49-24 2 0,-84 12-6 0,-25 24-14 0,-24 0-141 0</inkml:trace>
  <inkml:trace contextRef="#ctx0" brushRef="#br0">11394 6616 5 0,'0'0'8'0,"0"-13"-1"0,0 13-2 0,0-11-1 0,0 11-2 0,0-13 1 0,-12 13-2 0,12 0 0 0,-13 0 0 0,13 0 1 0,0 0-1 0,-12 0 0 0,12 0 2 0,0 0 0 0,-12-11 2 0,12 11 1 0,0 0 10 0,0 0 3 0,12 0-13 0,-12-12 5 0,0 12-1 0,0 0-6 0,12 0-2 0,13 0 0 0,-13 0-1 0,0 0 1 0,24 0 0 0,-24 0 0 0,12 0-1 0,1 0 1 0,-1-12 0 0,1 12 0 0,10 0 0 0,-10-12-1 0,11 12 1 0,0 0 0 0,0-12-1 0,1 12 0 0,-13 0-1 0,0 0 0 0,12 0 1 0,-11 0-1 0,11-12 1 0,-12 12 1 0,0 0-1 0,0 0 1 0,1 0-1 0,-13-12-1 0,12 12 0 0,-13 0 0 0,14 0 0 0,-1 0 0 0,-12 0 0 0,12 0 1 0,1 0 0 0,-1-13 0 0,0 13 0 0,0 0-1 0,1-13-1 0,-1 13 1 0,0 0 0 0,-12 0 0 0,12 0 0 0,0 0 0 0,2 0 1 0,9 0-2 0,13 0 2 0,-11 0-1 0,-13 0 0 0,12 0 0 0,0 0 0 0,1 0 0 0,-13 0 0 0,1 0 0 0,-14 0 0 0,13 0 0 0,0 0 0 0,-11-11 0 0,0 11 1 0,-2 0-1 0,13 0 0 0,-13-12 0 0,-11 12 0 0,13 0 0 0,-13 0 0 0,12 0 0 0,-12 0 0 0,12 0 1 0,-12 0-1 0,0 0 0 0,12 0 0 0,-12 0 0 0,0 0 0 0,12 12 0 0,1-12 0 0,-13 11 0 0,0-11 0 0,0 0 0 0,11 13 0 0,-11 0 0 0,0-1 0 0,0 0 0 0,0 0 0 0,0 12 0 0,0-1 0 0,0 1 0 0,0-11 0 0,0 12 0 0,0-13 0 0,0-1 0 0,0 2 1 0,0-13 0 0,-11 11 0 0,11-11 0 0,0 0-1 0,0 0 0 0,0 0 0 0,0 0 0 0,0 13 1 0,0-13-2 0,0 0 2 0,0 0-2 0,0 0 2 0,-13 0-1 0,13 0 1 0,-12 0-1 0,12 0 0 0,-12 0 0 0,0 0 0 0,0 0 0 0,-1 0 0 0,2 0 1 0,-2 11-1 0,-9-11 0 0,-17 0 0 0,28 0 0 0,-24 0 0 0,10 0 0 0,-11 13 0 0,11-13 1 0,1 0-1 0,0 0 0 0,0 12 0 0,0-12 0 0,-1 0 0 0,1 0 0 0,-12 0 0 0,1 0 0 0,9 0 0 0,-9 12 0 0,10-12 0 0,-11 0 0 0,12 0-1 0,-13 0 2 0,13 0-1 0,0 0-1 0,-1 13 1 0,1-13 0 0,-12 0 0 0,11 0 1 0,3 0-1 0,-16 0 0 0,13 0 1 0,-10 0-1 0,11 0 0 0,0 0 0 0,12 11 0 0,-25-11 0 0,25 0 1 0,-12 0-1 0,0 0 0 0,12 0 0 0,-13 0 0 0,1 0 0 0,12 0 0 0,-12 0 0 0,0 0 0 0,0 0 0 0,-13 0 1 0,24 0-1 0,-9 0 0 0,-3 13 0 0,13-13 0 0,0 0 0 0,-13 0 0 0,14 0 0 0,-2 0 0 0,1 11 0 0,-12-11 0 0,12 0 0 0,0 0 0 0,0 0 1 0,12 0-1 0,-12 0 0 0,-1 0 0 0,1 0 1 0,12 0-1 0,-12 0 1 0,12 0 0 0,-12 0-1 0,12 0 1 0,0 0 0 0,-12 0-1 0,12 0 1 0,0 0-1 0,0 0 1 0,0 0 1 0,0 0 7 0,-12 0-6 0,12 0-1 0,0-11 3 0,0-2-2 0,0 13-1 0,0-11 1 0,0-2-1 0,0 1 1 0,12-13 0 0,-12 14 0 0,0-13 0 0,0 11-3 0,12-10 0 0,-12 11-2 0,0 12-11 0,12 0-55 0,0 12-20 0</inkml:trace>
  <inkml:trace contextRef="#ctx0" brushRef="#br0">12313 6822 41 0,'0'0'9'0,"0"-12"0"0,12 12-3 0,1 0 3 0,-2 0 3 0,13 0 0 0,13 12-2 0,11-12-1 0,0 12 0 0,13 0 0 0,-1 12-3 0,14-12-3 0,-2 13-1 0,12-1-1 0,1 12 0 0,12-13-1 0,12 3 0 0,-1 10 0 0,26 0 0 0,-2-12-1 0,-11 1 2 0,-12 11 0 0,-12-25 4 0,-12 2 5 0,-1-2 1 0,-11 2-4 0,-13-2-2 0,-23 2-1 0,11-13 1 0,-35 13-3 0,-2-13 1 0,13 0-2 0,1 0-1 0,-13 11-1 0,1-11-5 0,-13 13-28 0,0-2-56 0,0-11 39 0</inkml:trace>
  <inkml:trace contextRef="#ctx0" brushRef="#br0">14841 7536 47 0,'0'-12'15'0,"24"0"4"0,-12-1 10 0,0-11 0 0,-12 12-10 0,-12-12-9 0,0-13-5 0,-12 13-3 0,-13 0 0 0,13 12-2 0,-13 12 0 0,2 0-1 0,-1 24 1 0,11 12 0 0,1 1 0 0,12 10-1 0,12-9 0 0,12-14 1 0,23 0 0 0,4-1 0 0,-4-23 0 0,1 13 1 0,0-37 0 0,1 0 0 0,-13-12 0 0,0-13 0 0,0-11 0 0,-11-13-1 0,-13 0 1 0,12 1-1 0,-12-2 0 0,-12 26 0 0,12 13 0 0,-13 11 1 0,-11 12 0 0,12 12-1 0,0 0-1 0,0 24 0 0,0 12 2 0,-1 12-1 0,13 0 0 0,0 13 0 0,0 0 0 0,13-1 0 0,11-11 0 0,0 11-1 0,13-12 1 0,-1-23 0 0,12-1 1 0,-13-12-1 0,15-12 1 0,-15 0 0 0,15-12 0 0,-26-12 0 0,0-1 0 0,0 1 1 0,-24-12-1 0,0-1 0 0,0 1 0 0,-12 24-1 0,-13 0 1 0,14 0-2 0,-13 12 1 0,11 12-1 0,-11 12 1 0,24 12 0 0,-13 1-1 0,13-1 1 0,13-12 0 0,-1 13 0 0,13-13 0 0,-14-12 0 0,13 0 0 0,1-1 0 0,-1-11 2 0,0 0-2 0,1-23 1 0,-13 23-2 0,12-36 2 0,-12 24 0 0,0-26 0 0,1 27 1 0,-2-13-1 0,-11 0 0 0,11 24 0 0,-11-12-1 0,0-1 0 0,13 26-1 0,-13-1 0 0,13 0 1 0,-13 12 0 0,12-1 0 0,-12-10-1 0,0 12 2 0,0-1-2 0,0-12 1 0,0 0 0 0,12 0 0 0,-12-1 1 0,13-11-1 0,-2 13 0 0,0-13 1 0,2 0-1 0,-2 0 1 0,-11 0-1 0,13-13 1 0,-1 13-1 0,0-11 0 0,1-1 1 0,-2 0-1 0,2 0 1 0,11 0-1 0,0 0 1 0,0-13-1 0,-12 1 1 0,-12 24 0 0,13-12-1 0,-1 0 0 0,0 12 0 0,-12 0 1 0,0 0-4 0,12 12 3 0,-12 0 0 0,0-1 0 0,0 15 0 0,12-14 0 0,-12 12-1 0,12-12 2 0,-12 0-1 0,0 0-1 0,12-1 1 0,-12 2 1 0,13-13-1 0,-2 0 1 0,0 0-1 0,2-13 0 0,24 2 1 0,-2-1-1 0,-10-12 1 0,-13 0-1 0,0-1 0 0,2 1 1 0,-3 12-2 0,0 0 2 0,-11 12-1 0,13 0-2 0,-13 0 1 0,12 24 0 0,-12-13 1 0,0 15 0 0,0-14 0 0,0 12 0 0,0-12 0 0,-25 0-1 0,3-12 1 0,8 12 0 0,2-12 1 0,12 0-1 0,12 0-1 0,13 0 1 0,23 0-1 0,0-12 0 0,13 12 1 0,-1-12 2 0,-11 0-2 0,-13 0 0 0,0-12 0 0,-36-2 0 0,0 15 0 0,-25-1-1 0,3 0 0 0,-15 12 0 0,11 12 1 0,-9 11-1 0,23 3 1 0,0-2-2 0,12 12 3 0,12-13 1 0,13 14-1 0,11-12 1 0,13-13 0 0,10-1 0 0,2 2-2 0,-1-13-2 0,1 0-14 0,-25-13-126 0</inkml:trace>
  <inkml:trace contextRef="#ctx0" brushRef="#br0">11333 8176 34 0,'0'0'0'0,"0"-23"12"0,0 23-5 0,0-14 4 0,0 14-2 0,0-11-5 0,0 11 20 0,0 0-15 0,0 11-5 0,0 15 0 0,0-15-1 0,12 13-1 0,-12 0 0 0,24 13 1 0,-11-24-1 0,11 11 1 0,0-13 1 0,0 2 1 0,1-2 0 0,11-11 0 0,-12 0 1 0,12-11-1 0,0-2 0 0,2-11-2 0,-3 13-2 0,1-15 0 0,-12 15-1 0,1-13 1 0,11 11-2 0,-24 2 3 0,0 11-1 0,-12 0 0 0,12 0-1 0,0 11 1 0,1 2-1 0,-1 22 0 0,0-22 0 0,12 24 0 0,-12-26 0 0,13 13 0 0,-14-11 1 0,13-13 2 0,-12 0 2 0,1 0 1 0,-1-13-1 0,12 2-1 0,-13-13-3 0,14 11-1 0,-1 2 1 0,-12-2-1 0,12 0 0 0,1 2 0 0,-13-2 0 0,12 13 0 0,-12 0 0 0,0 13 0 0,13-2-1 0,-13 2 1 0,12 0 0 0,0 11 0 0,-12-13 0 0,12 13 0 0,13-11 0 0,-13-13 0 0,11 12 0 0,2-24 1 0,-13-1 0 0,13 2 1 0,11-26 0 0,-12 0-1 0,-23 26 0 0,23-37 0 0,-11 24-1 0,-25-2 0 0,11 15-2 0,-11 11-16 0,0 0-44 0,0 25-49 0</inkml:trace>
  <inkml:trace contextRef="#ctx0" brushRef="#br0">11890 8491 64 0,'0'0'9'0,"12"-24"11"0,-12 24 2 0,0 0 1 0,-12 0-18 0,-12 24-3 0,-25 13 2 0,13-1 3 0,-1 0-1 0,13 12-1 0,0-11-3 0,-1-2-2 0,14-11 1 0,0-11-1 0,-2-1-3 0,13 0-55 0,0-12-30 0</inkml:trace>
  <inkml:trace contextRef="#ctx0" brushRef="#br0">10354 8951 45 0,'0'0'0'0,"-12"-12"49"0,24 0-41 0,0-1 2 0,25 1 2 0,-2 12-3 0,26 0-2 0,-13 0-2 0,-12 12-1 0,1 1-1 0,-25 11-1 0,0-12 2 0,-24 0 1 0,0 24-1 0,-25-25-1 0,13 27-1 0,-1-26-1 0,-10 0 0 0,35 0 0 0,-11-1-2 0,11-11 1 0,22 24 1 0,2 0-1 0,-11-10 0 0,11 9 0 0,-12-10 0 0,-12-2 0 0,0 13 1 0,-24-11 2 0,-1-2 1 0,1-11 1 0,-12 13-2 0,0-13-1 0,-12 0-1 0,24 0 0 0,0 0-1 0,11-13-1 0,13 13-10 0,0 0-41 0,25-11-20 0,-13 11 24 0</inkml:trace>
  <inkml:trace contextRef="#ctx0" brushRef="#br0">10812 9096 50 0,'0'0'0'0,"-11"0"21"0,0-12-6 0,-14 12 1 0,13 12-4 0,-12-1-4 0,11 26-3 0,13-12-1 0,0-2-1 0,0 1 1 0,25 0-1 0,11-11 1 0,-12-2 0 0,24-11-1 0,0 0 0 0,-11 0 3 0,-13-24 2 0,0 0 0 0,-24 0-2 0,13 1-1 0,-26-15-3 0,-11 14-1 0,0 1-1 0,-13 11 0 0,-11 12 0 0,11 0-2 0,2 12-5 0,11 0-17 0,24-1-30 0,12 13-38 0</inkml:trace>
  <inkml:trace contextRef="#ctx0" brushRef="#br0">11309 9096 39 0,'-25'-12'30'0,"3"12"-15"0,-63 23 31 0,72 1-42 0,1 0 0 0,12 13 1 0,0-13-2 0,25 0 2 0,-3-11 3 0,3-2 0 0,13-11 1 0,33-24 12 0,-47 0-13 0,-12 0-4 0,-12-48 0 0,-36 48-6 0,-35 12-5 0,-39 35-72 0,61-10-3 0</inkml:trace>
  <inkml:trace contextRef="#ctx0" brushRef="#br0">6216 8431 17 0,'0'0'16'0,"0"0"-12"0,13 12 1 0,-2 0 2 0,2 0 1 0,-1 0 0 0,24 11-1 0,-23 3 1 0,23-14 0 0,-12 0 0 0,25 0-1 0,-1 0-2 0,-1-12-1 0,16 0-1 0,-4 0 0 0,2-12-1 0,-1 0 0 0,1-12 0 0,11 24 1 0,-23-13-2 0,-2 0 0 0,-10 2-1 0,11 11 0 0,1 0 1 0,-1 0-1 0,1 0 0 0,0 0 0 0,-13 24 1 0,13-11-1 0,-27 23 0 0,3-12 0 0,-1-1 1 0,-10 1 0 0,-3-11 0 0,0 0 1 0,-11-1 2 0,0-12 6 0,0-12 7 0,13-1-15 0,11-11 0 0,-12 11-1 0,12-10-1 0,13-1 1 0,-1-12-1 0,13 23 0 0,12 0 0 0,-15 2-1 0,17-1 1 0,8 0-1 0,2 12 2 0,-13 0-2 0,1 0 2 0,-13 12-2 0,13 11 1 0,-13-10 0 0,12 12 0 0,1-13 0 0,-2 0 0 0,4 0 0 0,-4 0 0 0,14-12 0 0,-1 0 1 0,1-12-1 0,12 0 3 0,-25-12 1 0,12-1 2 0,-11 1 2 0,-24 0 0 0,-1-12-2 0,-24-1-2 0,12 1-4 0,-12 24 1 0,-12-12-2 0,0 11-9 0,0 13-49 0,0 24-48 0</inkml:trace>
  <inkml:trace contextRef="#ctx0" brushRef="#br0">6749 8963 43 0,'0'-12'20'0,"0"-12"10"0,0-1-6 0,0 1-2 0,0 12-4 0,0 12-7 0,0 12-7 0,-12 12-1 0,12 25 0 0,-12-13-1 0,12 13-2 0,0-1 0 0,0-12 0 0,0-12-3 0,12-13-9 0,0 3-17 0,0-14-25 0,25-25-14 0</inkml:trace>
  <inkml:trace contextRef="#ctx0" brushRef="#br0">6943 8866 24 0,'0'-12'12'0,"0"12"0"0,0-12 10 0,0 24-1 0,-12 0-9 0,-1 24-2 0,0 1-3 0,13-1 1 0,0 11-3 0,13 3-2 0,12-26 0 0,0 11 2 0,22-22 1 0,-9-13 1 0,-3 0-1 0,1-24 0 0,0 11-2 0,-24-22 1 0,1-1-2 0,-13-13 1 0,0 13-2 0,-37-1-1 0,1 13-4 0,-12 12 0 0,-13 12-4 0,26 0-5 0,10 12-3 0,0 37-53 0,25-37 5 0</inkml:trace>
  <inkml:trace contextRef="#ctx0" brushRef="#br0">7330 8854 56 0,'0'-25'24'0,"-12"1"-9"0,0 24-3 0,12-11 0 0,0 11-4 0,0 24-2 0,0 0 0 0,0 12-2 0,0 13 2 0,12-1-2 0,-12-1-2 0,0 3-1 0,12-15 1 0,-12 2 0 0,12-12 0 0,1-25 3 0,-13 12 3 0,0-12 2 0,11-12-3 0,13-13-6 0,12 12 0 0,-11-22 0 0,23-1 0 0,0-2-1 0,1 15 0 0,-37-1-1 0,0 12 1 0,-12 12 0 0,0 0 0 0,-24 0-1 0,-12 24 2 0,11 0-1 0,1 13 1 0,12-1-1 0,12-24 0 0,0 12 1 0,24-13 1 0,-12 2-1 0,37-13 0 0,-13 0-2 0,12 0-12 0,13 11-61 0,-48-11 4 0</inkml:trace>
  <inkml:trace contextRef="#ctx0" brushRef="#br0">8055 9120 72 0,'0'0'31'0,"13"0"-20"0,24-13 10 0,-15 13 2 0,15-11-12 0,0 11-8 0,-2 0-5 0,-22 0-6 0,-13 0-35 0,0 0-59 0</inkml:trace>
  <inkml:trace contextRef="#ctx0" brushRef="#br0">8624 8927 47 0,'0'0'0'0,"-25"-13"16"0,25 1 2 0,-11 0 6 0,0 0 4 0,11 12-10 0,0 0-5 0,0 24-5 0,0 1-2 0,0 11-1 0,0 12 0 0,0-11-2 0,0-1-1 0,0 0-2 0,0-36 0 0,0 35 0 0,0-35-1 0,0 26-35 0,0-26-37 0,11 0 6 0</inkml:trace>
  <inkml:trace contextRef="#ctx0" brushRef="#br0">8769 8975 42 0,'-48'47'51'0,"23"-9"-35"0,25-14-7 0,0 12-5 0,13-1-1 0,-1-21-1 0,12-2 2 0,0-12 3 0,-12 0-3 0,23-12 3 0,-21-13-3 0,-2 1 1 0,-12-12-2 0,0 12 0 0,-12-14-3 0,-24 15 0 0,23-1 0 0,-11 12 0 0,24 12 0 0,0-12-2 0,12 12 1 0,98 0 0 0,-75 0 1 0,-11 12 0 0,2 0-1 0,-26 0 1 0,11 12 0 0,-11 1 1 0,0-1-2 0,11-12 2 0,14 0 0 0,-1-12 2 0,37-12 6 0,-49 0-2 0,12-26 3 0,-24 15-2 0,0-1-3 0,-24-12-4 0,-13 11-1 0,1 13-1 0,-13 12-3 0,1 0-9 0,24 12-24 0,11 1-37 0,13 11 10 0</inkml:trace>
  <inkml:trace contextRef="#ctx0" brushRef="#br0">9301 8794 87 0,'0'-13'12'0,"0"1"7"0,-13 0-3 0,13 12-2 0,-11 12-8 0,11 0-2 0,0 25-1 0,-11-1 1 0,11 0 0 0,0 13-1 0,0-13-1 0,0 0 1 0,0-11-1 0,0-1 0 0,0-24 0 0,11 12 1 0,-11-12-1 0,0 0 1 0,24-12-2 0,0 0-1 0,37-61-1 0,-49 61 1 0,0-12 0 0,-12 12 0 0,0 12-1 0,-12 0 0 0,-13 12 1 0,-23 60 4 0,48-47-4 0,26-1 1 0,45 0 0 0,-22-12-8 0,11-1-48 0,-12-11-52 0</inkml:trace>
  <inkml:trace contextRef="#ctx0" brushRef="#br0">8588 2843 4 0,'0'0'0'0,"11"-37"12"0,2 1-5 0,-13 12-2 0,12-13 1 0,-12 1 1 0,0 0 2 0,0-1 3 0,0 14 3 0,-12-2 0 0,12 12-2 0,0 2-1 0,-13-2-3 0,13 13-1 0,0 24-5 0,-11 26 2 0,11 22-1 0,0 85 5 0,-11-60-6 0,11-12-1 0,0 0 0 0,0-13-2 0,-14-11 2 0,14-13 0 0,0-36 3 0,0 24-3 0,-12-23 1 0,12-2-3 0,0-11 2 0,0 0-2 0,-13 13 0 0,13-13-2 0,0 0 0 0,0 0 0 0,0 0 1 0,0 0-2 0,0-13 3 0,0 2-1 0,-11-2 2 0,-2 1-2 0,2-12 2 0,0 12-2 0,11-1 2 0,-13-11 0 0,1 13 1 0,12-2-1 0,0 13 2 0,0-11-3 0,0 11 3 0,12 11-3 0,1 2 3 0,-2 11-2 0,0-13 1 0,2 14-2 0,-2-13 2 0,14 0-1 0,-11-12 5 0,8 0-2 0,3-24 1 0,-1-1-4 0,12-10 0 0,-24 11-3 0,25-13-22 0,-25 13-117 0</inkml:trace>
  <inkml:trace contextRef="#ctx0" brushRef="#br0">21433 3616 0 0,'0'0'0'0,"0"-11"0"0,0 11 4 0,0-12 6 0,0 0 0 0,12-1 1 0,-12 0 7 0,0 2 4 0,0-13-2 0,0 24-5 0,0-12-2 0,0 12-2 0,0 0-2 0,0 0-4 0,-12 0-4 0,12 0 1 0,0 23 1 0,0 1 1 0,0 2-1 0,0-2 0 0,0 11 1 0,-13 26-2 0,13-24 0 0,0 35-1 0,13-11 0 0,-13-1 0 0,0 13-1 0,12-13 0 0,-12-12 2 0,0 13-1 0,0 0 2 0,0-1-1 0,0-11 0 0,0-1-1 0,0-1 0 0,0 3-1 0,-12-14 2 0,12-13 0 0,0 1 0 0,0 2 0 0,0-2 0 0,0 0 0 0,0 0-2 0,0-13-1 0,0 14 3 0,-13-13-3 0,13-12 1 0,0 0-4 0,13 0-13 0,-13 0-23 0,24-12-67 0</inkml:trace>
  <inkml:trace contextRef="#ctx0" brushRef="#br0">21481 3555 22 0,'0'0'4'0,"0"-11"6"0,0-2 4 0,0 13 4 0,0-11-1 0,0-1-4 0,0 0-5 0,0 12-3 0,0-12-1 0,12 12-2 0,0-12 1 0,13 12-1 0,-1 0 0 0,-24 0 0 0,12 0 2 0,0 12-1 0,0 0 1 0,-12 0 2 0,0 0 0 0,0-1-1 0,0 13 0 0,12 2-2 0,-12-2 1 0,0 11-2 0,0 2-1 0,0 0 1 0,0 11-2 0,0 0 2 0,0 1-3 0,0-1 2 0,0-13 0 0,13 3 0 0,-13 9 1 0,0-10 1 0,11 0-1 0,-11-2 0 0,0 2 0 0,0 11-2 0,0-11 1 0,0 11-1 0,0-11 0 0,0-1 0 0,0-12 1 0,0 0-2 0,0 0 1 0,11 1 0 0,-11-1 1 0,13-12-1 0,-13 12 0 0,0-13 0 0,0 13 1 0,0-11-1 0,-13-13 0 0,13 13 1 0,0-13 0 0,0 12 0 0,-11-12 0 0,11 0-1 0,0 12 1 0,-11-12-1 0,-2 11 0 0,1-11 0 0,0 13 1 0,0-13 0 0,-24 11 0 0,23-11-1 0,-23 0 1 0,24 0-2 0,-12-11-7 0,12-2-16 0,12-10-38 0,0 11-22 0</inkml:trace>
  <inkml:trace contextRef="#ctx0" brushRef="#br0">21615 3942 28 0,'0'-23'13'0,"0"-1"-4"0,22-12 10 0,17-1 5 0,-4-11-4 0,13-1-3 0,13-12 0 0,23 2-1 0,-10-15-5 0,-14 15-3 0,0 9-2 0,-36 3-3 0,0 23 2 0,-12 11-3 0,13-23-1 0,-25 24-7 0,0 12-19 0,24 0-127 0</inkml:trace>
  <inkml:trace contextRef="#ctx0" brushRef="#br0">22557 2831 61 0,'0'0'0'0,"0"0"14"0,-11 0-8 0,11 12 7 0,11-12 2 0,14 12-2 0,-13-12-1 0,24 0-5 0,1-12 0 0,-25 0-2 0,12-13 1 0,-12 1-1 0,-12 12-1 0,0-25 0 0,-24 26-2 0,0-2 1 0,-13 2-1 0,1 11-2 0,-1 24 0 0,13 0 1 0,12 12-1 0,12 13 0 0,12-13-1 0,1 0-3 0,23 1-3 0,12-13-12 0,1-12-23 0,11 0-15 0,-36-12 20 0</inkml:trace>
  <inkml:trace contextRef="#ctx0" brushRef="#br0">22969 2770 61 0,'0'0'10'0,"-12"-24"16"0,-1 24-1 0,13-13-6 0,-11 13-10 0,11 13-8 0,0 47 2 0,11-11-2 0,2-13-1 0,11-1 0 0,-12-21 0 0,12-2 6 0,-12-38-2 0,0 15-2 0,13-13 0 0,-13 0 0 0,12 0 1 0,0-1 3 0,-24 25-2 0,0 0-2 0,13 13-1 0,-2 23 0 0,0-24-1 0,15 24 0 0,-2-36 0 0,-11 11 0 0,-2-11 1 0,13-23 0 0,-12 11 1 0,12-12-1 0,-10 0 0 0,21-13 0 0,-23 37-2 0,0 0 0 0,12 25 2 0,-12-13-2 0,0 24 0 0,0-24-1 0,1 12 0 0,-1-13 2 0,0-11 0 0,0 0 2 0,-12-23 0 0,12 11-1 0,0-36 2 0,0-37 1 0,1 36-3 0,-13-12 1 0,0 13-2 0,0 0 2 0,0 24 0 0,-13 0 2 0,13 24-1 0,-12-12-1 0,12 12-2 0,-12 47-1 0,12-9 1 0,0 9-1 0,24 27-2 0,-11-39 3 0,-13-22-2 0,22-1 1 0,-8-12 1 0,-14 12-2 0,36-12 2 0,-12 0-1 0,-24 12 1 0,11 0 0 0,2 0 0 0,-26 0 2 0,13 1 1 0,-35-1 0 0,11 0-2 0,-13 0 1 0,1-12-4 0,12 12-9 0,12-12-38 0,12 0-79 0</inkml:trace>
  <inkml:trace contextRef="#ctx0" brushRef="#br0">23852 2867 121 0,'0'0'0'0,"0"0"28"0,-12-12-15 0,0 12-3 0,12-12-10 0,0 12-40 0,0 0-62 0</inkml:trace>
  <inkml:trace contextRef="#ctx0" brushRef="#br0">20526 2733 55 0,'-12'0'9'0,"12"13"-2"0,-13 11-2 0,13 24 3 0,0-11-3 0,13-1 0 0,12-1-3 0,-14-9 1 0,13-14 2 0,0 0 2 0,-12-12 1 0,12 0-2 0,1-24-4 0,-1-2 0 0,0 3-2 0,0 11 0 0,1 0 0 0,-13 12 0 0,0 0 0 0,0 24 1 0,12 13 0 0,-12-13 0 0,23 0-1 0,-10-12 1 0,0-1 1 0,-12-11 4 0,-2 0 2 0,-11-11 2 0,11-1-1 0,-11-12-4 0,-11 0-2 0,11-1 0 0,0 1-4 0,0 0 2 0,11 12-2 0,2-12 2 0,11 11-2 0,0 13 1 0,0 0-1 0,-11 0 1 0,-13 13 0 0,0 11 1 0,12-12-2 0,-12 24 2 0,0-24-1 0,0 13 1 0,0-1-2 0,12-12 2 0,0 0-2 0,0-12 3 0,12 0-2 0,1-12 2 0,-13 0 0 0,-12-12 2 0,0-1 0 0,-12 13-1 0,-13-12-1 0,-11 0-1 0,24 12 1 0,0-13-2 0,12 25 0 0,0 0-2 0,24-12 0 0,0 12 1 0,13 0 0 0,-1 12 0 0,13 13 0 0,-27-1 0 0,16 0 0 0,-26 11-1 0,-12-9 2 0,13-2 0 0,-13-12 2 0,-13-12 2 0,13 0 2 0,0-12-3 0,0-12-1 0,0-2-2 0,24 3-1 0,-13-1-1 0,26 0 0 0,0 0-5 0,-1 11-1 0,12 1-5 0,1 12 0 0,-13 0 2 0,1 0 7 0,-2 12 2 0,2-12 2 0,-2 13 0 0,-22-13 3 0,-13 0 4 0,0 0 18 0,-13-13-20 0,2 13-2 0,-24 0-1 0,9 13-1 0,-9-1 0 0,10 12-1 0,13 0-1 0,0 0 0 0,12 13 0 0,0-25-1 0,24 12 0 0,-12-12 1 0,12-12 0 0,13 0 1 0,-24-24 0 0,11 0 1 0,11-13 0 0,-11-11 0 0,-12 12 0 0,-12-13 1 0,0 13-1 0,0-12 0 0,0-2 0 0,-12 15-1 0,12 22 2 0,-12 2 0 0,12 11-1 0,0 0-1 0,0 11 0 0,0 26 1 0,0-1-1 0,12 0-1 0,12 13-3 0,0-1-21 0,13 1-44 0,-13-13-15 0</inkml:trace>
  <inkml:trace contextRef="#ctx0" brushRef="#br0">22063 2855 54 0,'0'0'53'0,"22"-12"-34"0,173-25 51 0,-99 49-88 0,-22-12-119 0</inkml:trace>
</inkml:ink>
</file>

<file path=ppt/ink/ink15.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4-10T11:54:5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12736 8696 2 0,'0'0'0'0,"0"-11"9"0,0-1 7 0,0 12-4 0,0-12 0 0,-11-1 1 0,11 0 2 0,-13 2 0 0,13 11 0 0,0-13 4 0,-11 13-6 0,11 0-2 0,0 0 22 0,59 62-19 0,-22-26-10 0,-2-1-2 0,14 2 1 0,-13 0-2 0,13-1 0 0,-1 0 0 0,1 1 0 0,-13-13-1 0,-12-12 1 0,1 0-1 0,-25 0 1 0,12-12-1 0,-12 0 0 0,0 0 1 0,0 0-14 0,-12-24-39 0,-2 12-3 0,14-12-28 0</inkml:trace>
  <inkml:trace contextRef="#ctx0" brushRef="#br0">13220 8673 27 0,'0'-25'27'0,"12"1"-13"0,0 11 9 0,0 2 2 0,-24-1 6 0,12 12-26 0,-24 12-1 0,-1 23 0 0,-10 3 2 0,-2-2-1 0,2 12 1 0,-2 13 0 0,-24-13-1 0,13 0 0 0,-1-11 0 0,13-1 1 0,11-12-2 0,1-13 0 0,13 3-2 0,11-14-1 0,0 0-5 0,0-14-20 0,24 3-129 0</inkml:trace>
  <inkml:trace contextRef="#ctx0" brushRef="#br0">10438 5927 31 0,'0'0'0'0,"-11"-24"24"0,11 24-3 0,0-12-3 0,0 12-3 0,-13 0-7 0,13 24-3 0,0 0 1 0,0 11-1 0,-11 15-2 0,11-15 0 0,0 13-2 0,0-11 1 0,-13-13-2 0,13 0 1 0,0-11-2 0,0-13-6 0,0 0-15 0,0-13-85 0</inkml:trace>
  <inkml:trace contextRef="#ctx0" brushRef="#br0">10354 5866 25 0,'0'0'22'0,"24"-12"-15"0,1 0 4 0,-14 12-1 0,2 0-4 0,-2 0 2 0,13 24 0 0,-12 1-3 0,13-13 0 0,-1 24-2 0,-13-1 0 0,2 3-1 0,-13-14 1 0,0 12 1 0,0-12 2 0,-13 1 0 0,-11-2-1 0,2 1-1 0,-4-11 0 0,2 11-3 0,-11-24 0 0,10 11 0 0,13-11-2 0,12 0-4 0,-12 0-16 0,12 0-37 0,12-11-3 0</inkml:trace>
  <inkml:trace contextRef="#ctx0" brushRef="#br0">10812 5988 52 0,'0'0'8'0,"-11"-14"2"0,11 14 7 0,0 0-4 0,-11 14-5 0,-14 10-1 0,13 0-3 0,-12-1 0 0,11 14-1 0,2 0-1 0,-2-13-1 0,13 0-1 0,13-13 0 0,-2 2 2 0,2-13 3 0,23 0 0 0,0-13-1 0,-1-11 0 0,-9 13-1 0,-13-13 1 0,-2-2-2 0,-11-22 3 0,-24 25-4 0,-2 11 0 0,-9-12-2 0,24 24-4 0,-2 0-12 0,13 0-25 0,0 0-19 0,13 0 30 0</inkml:trace>
  <inkml:trace contextRef="#ctx0" brushRef="#br0">11152 5988 50 0,'-12'0'38'0,"0"-14"-20"0,0 3 0 0,12 11-1 0,-24 0-6 0,11 0-5 0,1 11-3 0,0 3-1 0,-24 22 0 0,24-12 0 0,0 11 0 0,-1-11-1 0,13 2 0 0,0-2 2 0,25-13 3 0,-13 2 3 0,24-2 0 0,49 2 1 0,-61-13-8 0,0-13-1 0,-24 13-6 0,0 0-162 0</inkml:trace>
  <inkml:trace contextRef="#ctx0" brushRef="#br0">10016 5008 26 0,'0'0'0'0,"-13"0"18"0,13 0 1 0,0 0 3 0,-12 0-3 0,24 0 22 0,-12 0-24 0,13-12-10 0,-13 0-2 0,24-14 0 0,-13 3-2 0,13 11-2 0,2-24 0 0,-2 12-1 0,11-1 2 0,-23 13-3 0,12 12 2 0,-12-12-2 0,0 24 2 0,0 0 0 0,13 25-1 0,-13-13 0 0,0 0 1 0,12 0-1 0,0 1 0 0,-11-13 1 0,11-12 1 0,0 0 2 0,0 0 2 0,0-26-1 0,0 3 1 0,-12 11-5 0,13-12 0 0,-14 0-3 0,13 12-3 0,-24-13-9 0,0 13-8 0,0 12-14 0,0 0-22 0,0 0-4 0</inkml:trace>
  <inkml:trace contextRef="#ctx0" brushRef="#br0">10160 5274 49 0,'-13'-13'20'0,"13"2"4"0,0-26 13 0,0 24-27 0,13 2-4 0,-1-13-1 0,-12 24-2 0,24 0 0 0,-12 0 3 0,0 0 0 0,13 11-2 0,-13 2 0 0,12-2-1 0,13 2 3 0,-1-13 1 0,24-13 11 0,-47-11-11 0,9 0-1 0,-9 24-4 0,-1-11-3 0,-12 11-12 0,14 0-158 0</inkml:trace>
  <inkml:trace contextRef="#ctx0" brushRef="#br0">10329 3689 75 0,'0'-12'8'0,"0"-1"8"0,0 2 10 0,0 11-3 0,0-13-8 0,0 13 5 0,0 37-11 0,0-13-4 0,13 13 1 0,-13-1-2 0,0 0-1 0,0 37-2 0,-13-25 1 0,13 25-1 0,-11-13 0 0,11-23-1 0,-13 22 0 0,1 15 1 0,0-26 0 0,0 0 0 0,0-11-1 0,0-13 0 0,12 12 0 0,-13-12 1 0,1-11-2 0,12-1 1 0,0 0-1 0,0-12-4 0,0 0-9 0,0 0-14 0,0 0-112 0</inkml:trace>
  <inkml:trace contextRef="#ctx0" brushRef="#br0">10147 4306 40 0,'0'0'0'0,"0"-12"43"0,0 0-5 0,0-1-24 0,25 13-4 0,-1-11-1 0,0 11-1 0,13 0-1 0,-1 0-3 0,-11 0 1 0,11 0-3 0,-12 0 0 0,1 0-1 0,-14 11 1 0,-11-11 1 0,0 0 3 0,0 13 1 0,0-1-2 0,-11 0-3 0,11 12-1 0,-13-11-1 0,1 11 0 0,12 0 1 0,0 0-1 0,-12-12 1 0,0 12 0 0,12-11 1 0,-12-13 0 0,-1 12-1 0,13-12 1 0,0 0 0 0,-11 0 0 0,11 0-1 0,-37-25 1 0,13-11-2 0,12-12 2 0,-25-1 0 0,13 0 0 0,12 25 0 0,12 0 0 0,-12 13-1 0,12-2-2 0,24 0-11 0,24 2-47 0,-11 22-82 0</inkml:trace>
  <inkml:trace contextRef="#ctx0" brushRef="#br0">27166 2419 86 0,'-13'-24'26'0,"2"-24"-15"0,11 23 5 0,0 14 0 0,0-2-1 0,-11 13-9 0,11 37 1 0,0 23 2 0,0 13 1 0,11 11-1 0,0 1-4 0,2 11-1 0,-1 2-2 0,0-3-1 0,0 3-1 0,-12-2 0 0,-12-11 0 0,0-24 1 0,12-25-1 0,-12 0 0 0,-1-23 0 0,2-13-3 0,11 0-3 0,0 0-9 0,0-24-9 0,0-13-14 0,0-11-28 0,0 24 21 0</inkml:trace>
  <inkml:trace contextRef="#ctx0" brushRef="#br0">27311 2539 44 0,'0'-11'19'0,"0"-25"4"0,0 12 2 0,0 12-2 0,0 0-7 0,0 12-6 0,12 24 0 0,-12 12-3 0,12 25-2 0,1 72 6 0,-13-49-7 0,0 1 0 0,0 12-3 0,-13-2 0 0,13-21-3 0,0-2-5 0,0-35-9 0,0-13-16 0,24-12-89 0</inkml:trace>
  <inkml:trace contextRef="#ctx0" brushRef="#br0">28932 3144 131 0,'0'0'8'0,"84"-11"34"0,1 11-28 0,0 0-2 0,12 0-9 0,-25 0-2 0,13 0 0 0,-74 0 0 0,-11 0 0 0,-11 0-14 0,0 0-30 0,11 0-69 0</inkml:trace>
  <inkml:trace contextRef="#ctx0" brushRef="#br0">31823 2722 131 0,'0'0'3'0,"0"-13"-4"0,11 13 0 0,2-11 8 0,-13-2 5 0,12 13-1 0,-12 24-2 0,0 0-1 0,0 25-1 0,0 12-1 0,0-1-5 0,0 13 0 0,0 10 0 0,0-9 0 0,12-13-1 0,0-13-2 0,-12 0-3 0,0-24-6 0,0-11-11 0,12-2-54 0</inkml:trace>
  <inkml:trace contextRef="#ctx0" brushRef="#br0">32114 2565 96 0,'0'-13'26'0,"0"13"-14"0,0 0 0 0,0 0 6 0,0 0-3 0,0 37-5 0,0-2-2 0,11 14-3 0,0 109 3 0,2-74-8 0,-13 12 2 0,12 2 0 0,-12-2-2 0,0 1-2 0,0-24-11 0,0-13-9 0,0-11-24 0,0-25-73 0</inkml:trace>
  <inkml:trace contextRef="#ctx0" brushRef="#br0">32427 3484 143 0,'0'0'6'0,"11"-12"7"0,3 12 6 0,10-12-5 0,12 0-6 0,0-1-4 0,2 0-2 0,-16 13-2 0,15 0 1 0,-37 13-1 0,12 12 3 0,-24-1-1 0,0 12-1 0,-13-1-1 0,-11 15 1 0,12-15 0 0,-1 14-1 0,14-13 2 0,0-12 1 0,22 1 4 0,13-1 0 0,26-12-4 0,9 0-2 0,14-12-2 0,-13 0-12 0,-13 0-58 0,-33 0-27 0</inkml:trace>
  <inkml:trace contextRef="#ctx0" brushRef="#br0">32960 3531 27 0,'0'0'0'0,"0"0"28"0,0-11 1 0,0-1-2 0,0 0-5 0,0-12-6 0,13 24-10 0,-13-12 0 0,0 12 2 0,11 12-1 0,-11 12-1 0,11 11-2 0,-11 15-1 0,0-2-2 0,0 0 1 0,0 0-2 0,0-11 2 0,-11-1-2 0,11-12-3 0,0-12-7 0,0-12-29 0,0 0-29 0,0 0 19 0</inkml:trace>
  <inkml:trace contextRef="#ctx0" brushRef="#br0">33044 3351 77 0,'0'0'5'0,"0"0"28"0,12-13-21 0,0 13-6 0,25-11-4 0,-13 11-3 0,12 0-5 0,-11 11-22 0,-1-11-28 0,-24 0 22 0</inkml:trace>
  <inkml:trace contextRef="#ctx0" brushRef="#br0">32984 3544 51 0,'0'0'18'0,"11"11"42"0,26-11-43 0,48 13-10 0,-37-13-20 0,1 0-43 0,-37 0-2 0</inkml:trace>
  <inkml:trace contextRef="#ctx0" brushRef="#br0">32730 3375 56 0,'0'0'0'0,"0"0"24"0,0 0-8 0,0 0 2 0,-12 0-4 0,0 24-4 0,-13 12-1 0,1 13 0 0,-25 72 0 0,27-62-8 0,-4 2 1 0,2-12-1 0,24-13-2 0,-13-12-3 0,2-24-9 0,11 0 0 0,11-12 6 0,2-24 5 0,11-1 0 0,2-23 2 0,-4 0 0 0,3-1 1 0,-1 1 8 0,0 24 3 0,-12-1-1 0,1 37-4 0,-13 0-1 0,0 25-3 0,-37 83 2 0,13-60-11 0,0 0-28 0,0 2-81 0</inkml:trace>
  <inkml:trace contextRef="#ctx0" brushRef="#br0">32718 2552 28 0,'0'0'5'0,"0"-13"19"0,0 13 2 0,12-11-4 0,0-2-6 0,24 2-4 0,0-1-3 0,1 12-4 0,0 0 0 0,-15 12-1 0,3 12 0 0,-25 0-1 0,0 1-1 0,-12 11 1 0,-1-12-2 0,2 0 1 0,11 0 0 0,36 0-3 0,37 0-5 0,12 13-33 0,-1-13-59 0</inkml:trace>
</inkml:ink>
</file>

<file path=ppt/ink/ink16.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3-03-06T10:23:47"/>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6144 4101 2 0,'0'0'2'0,"0"-12"6"0,0 12-2 0,11 0-3 0,-11-14 0 0,0 14-1 0,14 0 0 0,-28 0 12 0,14 0-7 0,0 0-3 0,0 0-2 0,0 0-2 0,0 0 3 0,0 0-1 0,14 0-1 0,-14 0 0 0,0 0-1 0,0 14 1 0,12-2-1 0,-12-12 0 0,0 11 0 0,0 2 0 0,0-2 0 0,0 13 0 0,0 0 0 0,0-24-1 0,13 26 1 0,-13-2 0 0,0-13 1 0,0 13 0 0,0 1-1 0,-13-1 0 0,13-12 0 0,0 1 0 0,0 11 1 0,0-12 0 0,0 12 0 0,0-12 0 0,0 11-1 0,0-10 1 0,13 12-1 0,-13-1 0 0,0-12 0 0,0 12 1 0,0 0-1 0,0-13 0 0,0 15 1 0,0-2-1 0,0-13 1 0,0 2 0 0,11-2-1 0,-11 2 1 0,0-2 1 0,0 2-1 0,11-1 0 0,-11 0 0 0,0 1 0 0,0-2 0 0,0 13 0 0,0-11 0 0,0-1-1 0,0 0 1 0,0 0-1 0,0 0 0 0,0 0 1 0,0 0-1 0,0-12 0 0,0 13 2 0,0-1 0 0,0-12 0 0,0 12 0 0,0 0-1 0,0 0 1 0,0-12-1 0,0 0 1 0,0 0 3 0,0 0 0 0,0 12 3 0,0-12-8 0,0 0 1 0,-11 0 0 0,11 12 0 0,0-12 1 0,0 0 0 0,0 0 2 0,0 0-3 0,0 12 0 0,0-12-1 0,0 0 20 0,0-12-17 0,0 0-2 0,0-12 0 0,0 12 0 0,0 0 0 0,0-13-1 0,0 13 1 0,-11-12-1 0,11 12 0 0,-13-12 0 0,-13 11 0 0,15 2 0 0,11-2 0 0,0 13 0 0,-13 0 0 0,13-11 0 0,13 22-2 0,-13-11 2 0,0 13 0 0,0-13 0 0,0 11 0 0,0-11 0 0,0 13-1 0,0-1 1 0,0 0 0 0,0 0 0 0,11-12 0 0,-11 12 0 0,14 0 1 0,-14 0-1 0,12-12 0 0,-12 13 0 0,13-13 0 0,-13 0 1 0,11 0 1 0,-11 0-1 0,11-13 0 0,2 13 0 0,-2-12 1 0,2 0-1 0,-1-12 0 0,13 12 0 0,-14-13 1 0,2 14-1 0,-1-2 0 0,-12 2 0 0,12 11 1 0,-12-13 0 0,12 13-1 0,-12-12 0 0,0 12 1 0,0 0-2 0,0 0 0 0,0 0-35 0,-12 36-86 0</inkml:trace>
  <inkml:trace contextRef="#ctx0" brushRef="#br0">6314 3798 0 0,'0'0'0'0,"0"-12"1"0,0 12 0 0,0 0-1 0,0 0 2 0,0-12 6 0,12 12 1 0,-12-12-2 0,0-1-2 0,0 13 0 0,0-11-3 0,0 11 0 0,0 0 3 0,0 0-1 0,0 0-2 0,12 0-2 0,0 11 1 0,12 2-1 0,-12-13 1 0,13 12 0 0,-1 0 0 0,12 0 1 0,0 0-1 0,1 0-1 0,0 0 1 0,-2 1 0 0,1 11-1 0,0 0 1 0,1 0-1 0,-1-1 1 0,1 3-1 0,-1-14 0 0,-12 12 1 0,12-12-1 0,-12 12 0 0,1-13 1 0,11 2-1 0,-25-2 1 0,26 3-1 0,-25-2 0 0,2-1 0 0,8 2 1 0,-22-2-1 0,13-11 0 0,-1 13 0 0,0-2 0 0,-12-11 0 0,12 13 0 0,0-13 0 0,-12 11 0 0,0-11 1 0,12 0-1 0,-12 0 0 0,12 0 1 0,-12 0 1 0,0 0 1 0,12 0-1 0,-12 0 1 0,0 0 1 0,0 0-3 0,0-11 0 0,0 11 0 0,0-13 0 0,-12 13-1 0,12-11 1 0,-12-13-1 0,0 24 0 0,0-24 1 0,-12 12-1 0,12-13 0 0,-12 1 0 0,-1 11 0 0,13 2 0 0,-12-1 1 0,11 0-1 0,13 0 1 0,-11 0 1 0,11 0 1 0,0 12 0 0,0 0 0 0,0 0-3 0,11 12 0 0,2-12 1 0,-1 12-1 0,0-12 0 0,0 12 1 0,2-12 0 0,-3 12-1 0,0 0 1 0,14-1-1 0,-13 2 1 0,0-2-1 0,12 2 0 0,-12 12 0 0,0-13 1 0,1-12-1 0,-1 11 0 0,-12 2 0 0,12-13 1 0,-12 0-1 0,0 0 1 0,0 11 1 0,-12-11-1 0,0 0 0 0,-13 13 0 0,1-13 0 0,12 11 0 0,-12-11 0 0,-1 0 0 0,14 0 1 0,0 0-1 0,-3 0-1 0,14 13 0 0,-12-13 0 0,0 24-4 0,-13 0-49 0,14-11 8 0</inkml:trace>
  <inkml:trace contextRef="#ctx0" brushRef="#br0">6507 6048 1 0,'0'0'5'0,"0"11"5"0,-11-11-4 0,11 0-2 0,0 0 5 0,0 0 36 0,0 0-42 0,11-11 0 0,0 11 0 0,27-12 1 0,-26 0-2 0,23 0-1 0,-10 0 1 0,-1 0-1 0,12-2 1 0,1 3 0 0,-1-1 1 0,1-12-1 0,-1 0 0 0,-12 12-1 0,12 0 0 0,-12-13 0 0,13 1 0 0,-2 0 0 0,2 12 0 0,0-12 1 0,-1 11-1 0,-12-11 0 0,0 12 1 0,13 0-1 0,-25 12-1 0,0-13 1 0,0 2 0 0,12 11-1 0,-12-13 1 0,1 2 0 0,-2-2 1 0,14 13-1 0,-25-11 1 0,12-1-1 0,-12 0 0 0,0 12 0 0,0 0 0 0,0 0-1 0,0 0 0 0,-12 0-1 0,-13 0 2 0,-11 0-2 0,12 0 2 0,0 0-1 0,-13-13 0 0,13 13 0 0,0 0 0 0,12-13 0 0,0 13 1 0,-1 0-1 0,13 0 1 0,13 0 0 0,11 0-1 0,0 0 0 0,0 0-1 0,13 0 1 0,-25 13 0 0,12-13 1 0,13 13-1 0,-37-13 0 0,22 0 0 0,-8 12 1 0,-14-12-1 0,0 0 0 0,0 0 0 0,0 0 1 0,0 12-2 0,0-1 2 0,-25 2-1 0,25 11 2 0,-24 0-1 0,0 0 0 0,12 0 0 0,0-11 1 0,0 11-1 0,0-12 2 0,-1-12-1 0,13 0 1 0,0 0-3 0,0 12-5 0,0 0-35 0,0 0-51 0</inkml:trace>
  <inkml:trace contextRef="#ctx0" brushRef="#br0">7292 3725 2 0,'0'0'8'0,"-11"-11"4"0,11 11-5 0,11 0-2 0,-11 0-4 0,14 0-1 0,-2 11 0 0,0 2 0 0,0-13 2 0,-12 11-2 0,24-11 2 0,0 13-1 0,-12-1 0 0,37 0 0 0,-13 12 0 0,24 0-1 0,1 1 2 0,10-1-1 0,-8 0 0 0,-16 0-1 0,2 13 1 0,-1-13-1 0,13 11 0 0,-1-11 0 0,1 14 0 0,-2-2 1 0,2-12-1 0,12 11 0 0,-12-9 0 0,11 9 0 0,1-11 0 0,-2 1 0 0,3 11 0 0,10 1 0 0,-11-13 0 0,-12 0 1 0,10 12-1 0,-8-11 1 0,-4-1 0 0,14 0-1 0,-13-1 2 0,13 1 0 0,-14 2-1 0,15-2 0 0,-14 0 0 0,1 0-1 0,-13 0 1 0,0 0-1 0,1-11 1 0,-2 11 0 0,-10-13 1 0,11 14 1 0,-11-13-1 0,-1 0-1 0,1 12 0 0,-13-12-1 0,12 1 1 0,-24-1-1 0,12 0 1 0,-24 0 1 0,25-12 1 0,-13 0 0 0,1 0 1 0,-2 12-1 0,2-12 1 0,-2 0-1 0,-11 0 0 0,0 0-2 0,0-12 4 0,0 12-4 0,0 0-1 0,0 12-1 0,0-12 1 0,0 12 0 0,-11 12 1 0,11-13-2 0,0 27 2 0,0-26-2 0,0 12 2 0,-13 0-1 0,13-13 0 0,0 13 0 0,0 2 0 0,0-2 0 0,-11 0 1 0,11 0-2 0,0 13 2 0,-13-2-2 0,13 2 2 0,0-1-1 0,0 0 0 0,0 1 0 0,13-13 1 0,-13 12-2 0,0 1 1 0,0-1 1 0,11-13-1 0,-11 27 0 0,0-26 0 0,0 11 1 0,0 2-1 0,0 11 0 0,0 1 0 0,13-1 1 0,-13 1-1 0,0-13 1 0,11-1-1 0,-11-9 1 0,0-2-1 0,0 0 1 0,0 11-1 0,0-11 1 0,0 13-1 0,0 11 1 0,11-11-1 0,-11 0 0 0,0 11-1 0,0-24 1 0,0 13 1 0,0-1-1 0,0-12 0 0,0 11 0 0,0-9 0 0,0 10 1 0,0 0-1 0,0-1 0 0,-11 3 0 0,11-2 0 0,-11-1 0 0,11 15 0 0,0-15 0 0,0 14 1 0,11 0 0 0,0-13 0 0,2-12-1 0,-13 11 0 0,12 3 1 0,-12-2-1 0,0-1 0 0,0 3 0 0,0-15 0 0,0 1 0 0,0 13 0 0,0 0 1 0,0-13-1 0,14 11 1 0,-14 2-1 0,0-13 1 0,11 0 0 0,-11 1-1 0,0-1 1 0,0 0 0 0,0 0 0 0,0 25-1 0,0-25 1 0,0 12-1 0,0-12 0 0,0 13 0 0,0-13 0 0,0 11 1 0,0-10-1 0,0 11 1 0,0-12-1 0,0 1 1 0,0-1 0 0,0 0 1 0,13 1-2 0,-13-13 1 0,0 12-1 0,0 0 0 0,0 0 1 0,11-13-1 0,-11 15 0 0,0-14 1 0,0 0-1 0,0 12 1 0,11 0-1 0,-11 0 0 0,0-13 0 0,0 15 0 0,0-2 0 0,0 0 0 0,-11 0 0 0,11 0 0 0,0-11 0 0,0-2 0 0,0 2 1 0,0 11-1 0,0-24 0 0,0 11 0 0,0 2 0 0,0-1 0 0,0 0 0 0,0 0 0 0,0 0 1 0,0 1-2 0,0-2 2 0,0 2-1 0,0-1 0 0,0 0 0 0,0-12 1 0,0 12-2 0,0-12 2 0,0 12-1 0,0-12 0 0,0 12-1 0,0-1 1 0,-11 2 0 0,11 0-1 0,0-1 1 0,0-12 0 0,-13 12 0 0,13-12 1 0,0 0-1 0,0 0-1 0,0 0 1 0,-11 12 0 0,11-12 0 0,0 0 0 0,-14 0 0 0,14 0 1 0,0-12-1 0,-12 12 0 0,-1 0 0 0,13-12-1 0,-11 12 2 0,0 0-1 0,-13 0-1 0,11-12 1 0,-11 12 1 0,11-13-1 0,-11 0 0 0,0 2 0 0,12-1 0 0,-12 0-1 0,12 0 1 0,-25 0 0 0,25 0 0 0,-24-1 0 0,0 2 0 0,12-2 0 0,-13 1 0 0,-11-12 0 0,24 12 0 0,-13-1 0 0,1 2 0 0,-12-13 0 0,24 11-1 0,-13 2 1 0,-11-15 0 0,13 2 0 0,-15 13 0 0,2-26 0 0,-13 26 0 0,13-26 0 0,0 24-1 0,-1-11 1 0,1 1-1 0,-1-1 2 0,-11 0-2 0,12-13-1 0,-13 13 0 0,1 0 2 0,11 0 0 0,-11-13 1 0,11 13-1 0,0 0 0 0,2 0 0 0,-2 0 0 0,1 11 0 0,12-11 0 0,-1 11 0 0,13-11 0 0,-13 0 0 0,2 13 1 0,10-1-1 0,0 0 0 0,1-1 0 0,-11 0 0 0,11 2 0 0,-13-2 0 0,26 2-1 0,-26-1 1 0,13 0 0 0,-1 0 0 0,-11 0 1 0,12 0-1 0,-12 0 0 0,12-1 0 0,-13 0 1 0,13 2-1 0,-11-1 0 0,10 0 0 0,0 0 0 0,-11 0 0 0,0 0 0 0,24-1 0 0,-12 2 0 0,11-2 0 0,1 1 0 0,0 12 1 0,0-12-2 0,0 12 1 0,-12 0 0 0,11-12-1 0,-23 12 1 0,24-12 0 0,-12 12 1 0,11-13-1 0,2 13 1 0,11-11 0 0,-11-2 0 0,11 13 1 0,0-11-1 0,-13 11-1 0,13 0 0 0,0 0 0 0,0 0 0 0,-12-13 0 0,12 13 1 0,-12 0-1 0,12-11 1 0,0 11 0 0,0 0 1 0,0 0-1 0,0-13 0 0,-12 13-1 0,12 0 0 0,0 0 0 0,0 0 0 0,0 0 0 0,-14-13 1 0,14 13 0 0,0-11 1 0,0-2-1 0,-11 13 0 0,11-11 0 0,0 11 0 0,0-13 0 0,0 2 0 0,0-13 0 0,0 12 0 0,0-13-1 0,0 1 2 0,0 0 0 0,0 0-2 0,-11 12 1 0,11-12 0 0,0-1 0 0,-13 1-1 0,13 0 1 0,0-12 0 0,0 11 0 0,0-11 0 0,0 12 0 0,0-13-1 0,0 26 0 0,-12-26 0 0,12 0 1 0,-12 2-1 0,12-2 0 0,0-11 1 0,-12 0 0 0,12-2-1 0,0 15 1 0,0-14 0 0,12 13-1 0,-12 0 0 0,0-1 2 0,0-11-2 0,0 11 0 0,0-11 0 0,12 0 1 0,-12 0-1 0,-12 0 0 0,12-1 0 0,0 13 0 0,0-13 1 0,0 1-1 0,0-13 0 0,12 13 0 0,-12-13 1 0,12 0-1 0,-12 2 0 0,0 11 1 0,-12-13 0 0,12 12-1 0,0 13 0 0,0 0 1 0,0-12-2 0,0 11 2 0,0-11-1 0,0 11 1 0,0-11-1 0,12 0 1 0,-12 12-1 0,0-13 0 0,13 1 0 0,-13-1 1 0,0 13-1 0,0 12 0 0,0-12 0 0,0-13 1 0,0 24-1 0,0-23 1 0,0 13-1 0,0 9 0 0,0-9 0 0,0-1 0 0,0 0 1 0,0-1-1 0,11 1 0 0,-22 12 0 0,11 0 0 0,0-1 0 0,0 1 0 0,0-1 0 0,-13 1 0 0,13 0 0 0,0 13 0 0,0-15 0 0,0 2 0 0,0 0 0 0,0 0 0 0,0 1-1 0,0-2 0 0,13 12 0 0,-13-11 0 0,0 13 0 0,0-1-1 0,0-12 0 0,0 12 1 0,0 0-1 0,0-13 1 0,0 13-1 0,0 0 1 0,0 0-1 0,0 0 1 0,0 0-1 0,0 0 1 0,11 0-2 0,-11-1 1 0,0 1-1 0,0 0 2 0,0 0-1 0,0 12 1 0,-11-12-1 0,11 12 2 0,0 0-2 0,0-12 1 0,0 12 0 0,0 0 1 0,0-12-1 0,0 12 1 0,0-13-1 0,0 2 1 0,0-2-1 0,0 2 0 0,0 11-2 0,0 0-4 0,0 11-1 0,22 62-78 0</inkml:trace>
  <inkml:trace contextRef="#ctx0" brushRef="#br0">8830 4427 24 0,'0'0'4'0,"0"0"6"0,0 11 4 0,-14-11 2 0,14 13-1 0,0-13-1 0,14-13 10 0,-2 2-13 0,0-13-3 0,24-12-1 0,12-13 0 0,0-11 1 0,13-14-2 0,12 2 0 0,-12 11-2 0,-1-10 0 0,0 10-1 0,-10-11 0 0,-28 11 1 0,15 13-4 0,-1-1 2 0,-11 24-2 0,-13 1 1 0,0 13-1 0,0-2 0 0,-12 2-3 0,12-1-3 0,-12 12-14 0,12-12-14 0,-12-1-21 0,12-11-14 0</inkml:trace>
  <inkml:trace contextRef="#ctx0" brushRef="#br0">9955 2794 35 0,'0'0'4'0,"-13"-12"6"0,13 0 4 0,-12 0 21 0,12 12-22 0,0 0-8 0,-12 36 3 0,12 13-3 0,0 11 0 0,0 1-1 0,0 10-1 0,-12 3-1 0,12-2-1 0,-12-24 1 0,0 1-1 0,12-13 1 0,-12-12-1 0,12-11 2 0,0-13 0 0,0 0 2 0,0 0 0 0,0-13-2 0,12 2-1 0,-12-26-1 0,24 13-2 0,0-13 1 0,1 2 0 0,-1-2 1 0,13 0-2 0,-13 13 2 0,-2 13-1 0,-22-1 0 0,0 12 1 0,0 0 1 0,0 0-1 0,-11 0 0 0,-13 23-2 0,13 1 3 0,-26 0-3 0,24 0 1 0,2 13 0 0,-2-13 1 0,13-11-1 0,0-2 1 0,13 2-1 0,-2-1 3 0,2 0-2 0,24-12 3 0,-2 0-2 0,1 0 3 0,-11 0-4 0,-1 0 0 0,0 0-2 0,-12 12-7 0,0 13-69 0,-12-14 2 0</inkml:trace>
  <inkml:trace contextRef="#ctx0" brushRef="#br0">21783 7765 21 0,'0'-12'16'0,"0"0"-4"0,0-1-1 0,0 13 4 0,13-11-3 0,-13 11-3 0,0 24-5 0,0-12 0 0,0 13 1 0,0 10-1 0,0-10-2 0,11 11 0 0,-11 1 0 0,0-13-1 0,0 0-1 0,0 0 1 0,0-12-1 0,0-1 0 0,0-11-7 0,0 14-11 0,0-14-18 0,0 0-17 0</inkml:trace>
  <inkml:trace contextRef="#ctx0" brushRef="#br0">21663 7728 44 0,'0'-11'6'0,"13"-26"7"0,-2 26-5 0,2-1 1 0,22 0 0 0,-23 12-4 0,24 0-3 0,-12 24 0 0,13 0-1 0,-1 0 0 0,-12 12 0 0,1 0 0 0,-1-12 0 0,-24 13 0 0,12-13 0 0,-12-12 3 0,-12 0 3 0,0 1 2 0,-25-1-3 0,1-12-2 0,0 0-2 0,0 0-2 0,-1 12 0 0,13-12-1 0,0 12-6 0,13-12-26 0,-2 12-49 0</inkml:trace>
  <inkml:trace contextRef="#ctx0" brushRef="#br0">22509 7657 42 0,'0'-12'6'0,"12"-14"8"0,0 15-3 0,1 11 4 0,-13-13-5 0,0 13-7 0,-37 24-2 0,0 2-1 0,-24 9 1 0,15 2-1 0,-27-1 0 0,24 13 0 0,0-25 0 0,13 0 0 0,24-12 0 0,12 12 2 0,0-12 1 0,24 1 2 0,25 11 1 0,-1-12-1 0,1 12-2 0,11 0-1 0,-25 1-1 0,4-13 0 0,-28 0-1 0,0 0 1 0,2 0-4 0,-13-12-13 0,0 12-32 0</inkml:trace>
  <inkml:trace contextRef="#ctx0" brushRef="#br0">22703 7693 46 0,'0'-24'21'0,"12"12"-9"0,0 0-2 0,0 12 7 0,-12 0-5 0,0 0-9 0,-24 12-2 0,-12 0 0 0,-1 12-2 0,1-13 1 0,-13 26 1 0,13-25-1 0,0 13 0 0,12-14 0 0,24 13 0 0,-11-11 0 0,22-1 1 0,0 0 1 0,26 0 0 0,0 0 1 0,-1 12 0 0,12-11 0 0,-11-1 0 0,11 0 1 0,-36-12-3 0,0 12 0 0,-12-12-2 0,0 0-3 0,-12 12-13 0,0 0-34 0,12-12-13 0</inkml:trace>
  <inkml:trace contextRef="#ctx0" brushRef="#br0">23090 7704 76 0,'0'-11'7'0,"12"-13"9"0,12 0-9 0,-24 24 4 0,13-13 4 0,-13 38-14 0,11 11 0 0,-22-1 0 0,-14 63 1 0,13-62-1 0,12 13 0 0,0-25 0 0,0-12 0 0,0 0 2 0,12 0 0 0,-12-12 1 0,12 12 1 0,12-12-2 0,0 0 0 0,13 0-2 0,-2 0 1 0,2 12-1 0,0-12 0 0,-1 0-1 0,-12 11 0 0,12-11-1 0,-36 0-4 0,12 0-8 0,1 0-21 0,-26 0-31 0,13 0 28 0</inkml:trace>
  <inkml:trace contextRef="#ctx0" brushRef="#br0">23150 7838 46 0,'24'-12'29'0,"-11"-1"-15"0,46-11 20 0,-34 13-28 0,13 11-4 0,-16 0-3 0,-9 0-3 0,11 11-11 0,-24-11-19 0,0 0-30 0</inkml:trace>
  <inkml:trace contextRef="#ctx0" brushRef="#br0">23126 7632 48 0,'0'-37'28'0,"13"37"-21"0,22-11 10 0,15-1 5 0,21 0-9 0,14 12-7 0,12 0-4 0,-37 0-16 0,-23 24-95 0</inkml:trace>
  <inkml:trace contextRef="#ctx0" brushRef="#br0">7462 8479 22 0,'0'0'0'0,"0"-12"19"0,0-12-5 0,13 12 2 0,-1-12 2 0,-12 24-5 0,0-13-5 0,0 13-5 0,12 24-2 0,-12 1 1 0,0 11 0 0,0 13 0 0,0-1 0 0,0 11-1 0,0-9 0 0,0-15 1 0,0-22 0 0,0-2 1 0,0 2 1 0,0-13 1 0,0 0 1 0,12 0 2 0,0 0-7 0,0 0-1 0,13 0 0 0,11-13 0 0,-12 13 0 0,0 0 0 0,0 0-1 0,13 0 0 0,-24 13-3 0,11-13-7 0,-13 0-5 0,-11 0-8 0,0 0-66 0</inkml:trace>
  <inkml:trace contextRef="#ctx0" brushRef="#br0">7487 8696 36 0,'0'0'0'0,"0"-11"15"0,0-1-6 0,36-13 8 0,-24 25-8 0,37-13 1 0,-13 13-7 0,-12 0-2 0,0 0 0 0,-13 0-1 0,15 0 0 0,-13 13-2 0,-2-13-6 0,2 0-15 0,-13-13-26 0</inkml:trace>
  <inkml:trace contextRef="#ctx0" brushRef="#br0">7523 8491 46 0,'0'-12'12'0,"-12"0"0"0,24 12-4 0,12 0 6 0,13-12-2 0,11 0-7 0,-1 12-3 0,3 0-4 0,-26 12-31 0,-24-12-15 0</inkml:trace>
  <inkml:trace contextRef="#ctx0" brushRef="#br0">11490 6133 40 0,'0'0'0'0,"-11"-37"21"0,11 24-10 0,-13 2-4 0,13 11-1 0,-12 0 0 0,0 24-1 0,12 13 0 0,-12 11-2 0,12 0 1 0,0 0-3 0,-12 1 0 0,12 0 1 0,0-13 0 0,0-12-1 0,0-12 1 0,0 0 1 0,0-1 1 0,0-11 3 0,12-11 7 0,-12 11-13 0,36-12 1 0,-23 12-1 0,11 0-1 0,-12-12 0 0,12 12 0 0,1 0 0 0,10 0 1 0,-23 0-3 0,13 12-5 0,-12-12-13 0,-13 0-18 0,0-12-34 0</inkml:trace>
  <inkml:trace contextRef="#ctx0" brushRef="#br0">11418 6326 30 0,'0'-25'24'0,"0"14"-11"0,24-2 0 0,0 2 1 0,0-2-3 0,13 13-5 0,0 0-3 0,-15-11-2 0,3 11 0 0,-12 11-1 0,12-11 0 0,-14 0-7 0,0 0-20 0,-11 0-45 0</inkml:trace>
  <inkml:trace contextRef="#ctx0" brushRef="#br0">11490 6133 41 0,'0'0'12'0,"0"-26"2"0,13 26-5 0,23-11 8 0,0-13 1 0,13 11-4 0,23-10-7 0,-24 23-4 0,-23 0-4 0,-25 0-33 0,0 12-17 0</inkml:trace>
  <inkml:trace contextRef="#ctx0" brushRef="#br0">10257 8951 40 0,'0'-24'23'0,"0"-13"-3"0,0 25-8 0,0 0 0 0,0 12-5 0,0 0-6 0,0 24 2 0,0 13 0 0,0 11 0 0,0-1-1 0,0 3-1 0,0-15 0 0,0 2 0 0,0-12-1 0,-12-2 1 0,12-10 0 0,0-2-2 0,0-11-4 0,0 0-11 0,-13-11-10 0,13-13 2 0,0-13 5 0,-12 0-1 0,12 26 8 0</inkml:trace>
  <inkml:trace contextRef="#ctx0" brushRef="#br0">10208 8939 15 0,'0'-25'8'0,"0"-23"12"0,12 11-3 0,0 2 0 0,1 22-5 0,11-11-2 0,0 11-2 0,-12 13 0 0,25 0-3 0,-25 0 0 0,12 25-2 0,1 0-1 0,-14 10 1 0,-11 26 0 0,-11-37-1 0,-14 1-1 0,-11-13 0 0,-1 0 0 0,13-12 1 0,0 0-2 0,12 0 1 0,12 0-1 0,0 0 0 0,0 0-1 0,24 0 1 0,36 24 1 0,-11 11 0 0,0-9 0 0,-27 10 0 0,39 24 1 0,-48-49-1 0,-2-11-7 0,-11 26-110 0</inkml:trace>
  <inkml:trace contextRef="#ctx0" brushRef="#br0">15893 4438 26 0,'0'0'10'0,"0"-11"4"0,0 11-2 0,-13 0 2 0,13 0-8 0,0 11-4 0,-11 15-1 0,11 10 0 0,0 0-1 0,0-1 1 0,0 3 1 0,0-15 1 0,0 1 0 0,11 0 1 0,-11-11 0 0,0-1-1 0,-11 0 0 0,11-12 0 0,0 0-1 0,0 0 1 0,0-12 0 0,0-13-1 0,0-10 1 0,11-1 0 0,-11-2-1 0,0-21-1 0,13-2 1 0,-13 1 0 0,0 12 2 0,12 11 2 0,-12 13 1 0,0 11-2 0,0 2-2 0,0-2 0 0,12 2-3 0,0 11 1 0,13 0-1 0,-1 0 0 0,12 11-1 0,-12-11 1 0,0 13 0 0,1 11 0 0,-13-12 0 0,0 12 0 0,-12-12-1 0,0 1 1 0,-12 11 0 0,0-12 0 0,0 0 0 0,-13 12 0 0,1-12 0 0,0-1 0 0,0 2 1 0,0-13-1 0,-1 0 0 0,1 0 0 0,12 0 1 0,12 0-1 0,-13 0 0 0,13 0 0 0,13 13 0 0,-13-13 0 0,24 24 1 0,2 0 0 0,-4-12-1 0,15 24 1 0,-1-12-1 0,1 1 1 0,-1-13 1 0,-12-1 3 0,1-11-1 0,-14 0 0 0,0 0-1 0,-11 0-2 0,0 0-1 0,0 0-3 0,0 0-21 0,0 0-97 0</inkml:trace>
  <inkml:trace contextRef="#ctx0" brushRef="#br0">13256 5685 43 0,'0'0'0'0,"-12"-37"27"0,12 14-10 0,0 11-2 0,0-1 0 0,0 0-1 0,0 13-13 0,0 26 1 0,0-2 0 0,0 11 1 0,0 2-2 0,0 11 2 0,0-11 0 0,0-13 0 0,0 0 2 0,0-12-2 0,0 0 2 0,0 1-2 0,0-13 0 0,0 0 1 0,12 0 0 0,0 12 0 0,13-12-2 0,-1 0-1 0,-12 0 1 0,12 0-2 0,0-12 1 0,-11 12-1 0,-1 0 0 0,0 0-1 0,-12 0-2 0,12 0-7 0,-12 0-9 0,12 0-10 0,-12 0-16 0,-12-13-22 0</inkml:trace>
  <inkml:trace contextRef="#ctx0" brushRef="#br0">13256 5746 34 0,'0'-13'8'0,"0"1"6"0,0 12 1 0,24-12 3 0,1 12-3 0,-13 0-4 0,12 0-6 0,12 0-2 0,-23 0-3 0,-1 0-1 0,0 0-6 0,-12 12-13 0</inkml:trace>
  <inkml:trace contextRef="#ctx0" brushRef="#br0">13256 5576 38 0,'0'0'0'0,"12"-24"33"0,13 24-19 0,23-12 1 0,-12 0-3 0,13 12-6 0,0 0-5 0,-14 0-12 0,-10 12-73 0</inkml:trace>
  <inkml:trace contextRef="#ctx0" brushRef="#br0">14502 3616 35 0,'0'-11'13'0,"-12"-26"11"0,12 24-12 0,0 2 1 0,0 11-5 0,0 0-5 0,12 24 1 0,-12 13 1 0,0-2-1 0,12 14-1 0,-12 11-2 0,0-11 0 0,0 0-1 0,0-25 0 0,0 0-4 0,0 0-10 0,-12-12-18 0,0-12-30 0</inkml:trace>
  <inkml:trace contextRef="#ctx0" brushRef="#br0">14466 3496 43 0,'0'-12'12'0,"0"0"-3"0,24 12-6 0,0 12 7 0,13 0 1 0,-1 12 0 0,0 24-2 0,13 0-1 0,0 0-5 0,-27 13 1 0,-9-12-2 0,-13-13 4 0,0 1 1 0,-24-25 2 0,-24 0-1 0,0 0-3 0,-1-12-3 0,13 12-1 0,11-12-3 0,1 0-18 0,12 24-90 0</inkml:trace>
</inkml:ink>
</file>

<file path=ppt/ink/ink17.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4-07T14:00:57"/>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16352 13765 77 0,'-11'0'9'0,"0"0"4"0,11 0 6 0,0 0-9 0,0 11-3 0,11 13 1 0,13 0-2 0,12 1 1 0,0 0-2 0,25-25 1 0,10 0-1 0,14-13 0 0,302-133 10 0,-241 75-14 0,-1 22 2 0,-24 13-2 0,-12 12-1 0,-24 12 2 0,-24 12 1 0,-13 12-1 0,-13-12 0 0,-22 12 2 0,11-12-1 0,-12 12-1 0,2-12 1 0,-14 0-59 0,-14 0-55 0</inkml:trace>
  <inkml:trace contextRef="#ctx0" brushRef="#br0">18482 12725 39 0,'-13'-13'17'0,"13"0"-10"0,0 13 4 0,0 0-3 0,0 26 1 0,0 9-4 0,0 2-3 0,0 24 1 0,0-1-1 0,0 0-1 0,0-11 0 0,13-13 0 0,-13-24 0 0,0-12 6 0,-13-12 14 0,13-24-18 0,0 0 0 0,-11-13-1 0,11-11-1 0,0-1-1 0,0-11 1 0,0 11 1 0,0 13-1 0,0 12-1 0,0 24 1 0,0-1 0 0,0 13 0 0,11 0 1 0,14 13 1 0,-1 23-1 0,1 0 0 0,-3 12-1 0,15 0-2 0,0 25 1 0,11-13 1 0,0-23-1 0,-11-1 1 0,-13-24-1 0,-12-12 1 0,0 0 1 0,0-36 1 0,-12 0 3 0,0-12 0 0,0-13-3 0,-12 1 1 0,0-13-1 0,0 1-2 0,0-1 0 0,0 12-1 0,12 25 0 0,0 11-2 0,0 25-9 0,24 0-10 0,12 25-28 0,-12-1 19 0,25 12-29 0</inkml:trace>
  <inkml:trace contextRef="#ctx0" brushRef="#br0">19122 12808 72 0,'-12'13'4'0,"0"35"10"0,0-24 4 0,12 13-1 0,36 84-4 0,1-97-12 0,-1 1 0 0,1-25 0 0,11 0 1 0,-11-25 1 0,-15 13 1 0,-9-24 1 0,-1 0-1 0,-12-1-2 0,-12-11-1 0,-23-13-1 0,-2 24 0 0,-11 13 0 0,-25 13 2 0,61 11-1 0,0 11-2 0,12 2 0 0,24 11 2 0,0 0-1 0,25-11 0 0,-1 11 0 0,11-24-1 0,4 11 1 0,-4-22 0 0,-11-26 0 0,-11 13 0 0,-13-13 2 0,-12-10 1 0,1-2-2 0,-13-11 0 0,0-2 1 0,0 3-1 0,-13 10 0 0,1-23 2 0,0 59 1 0,12 13-2 0,0 49-1 0,0 0 1 0,0 11-1 0,0 13 2 0,0 11-1 0,12 12-3 0,0-22 1 0,1-14 1 0,23-12 0 0,-12-36-1 0,1 1 2 0,-14-1-2 0,24-12 1 0,-9-12-6 0,-13-1-13 0,-2-11-29 0,0 0-60 0</inkml:trace>
  <inkml:trace contextRef="#ctx0" brushRef="#br0">19389 12737 106 0,'-11'0'5'0,"11"0"0"0,24-12 18 0,11-1 2 0,26-11-14 0,23 0-8 0,-11 12-2 0,-13 12-36 0,-36 0-68 0</inkml:trace>
  <inkml:trace contextRef="#ctx0" brushRef="#br0">20659 12737 56 0,'-13'0'33'0,"1"0"-24"0,0 0-1 0,-12 12 8 0,-13 23-3 0,15 14-7 0,9-13-3 0,1 25-1 0,-1-25-1 0,26 1 1 0,12-13 0 0,10-24 2 0,13 0 2 0,-11-24-1 0,11-1-1 0,-24 1-1 0,-12 0 0 0,-12 0 1 0,-12 0-2 0,-12 0-1 0,-12-1 0 0,11 13 0 0,1-1 0 0,24 13-2 0,12 0 0 0,25 0 1 0,11 0 1 0,1 0-1 0,11 13-1 0,-12-1 2 0,-11 13-2 0,-2 10 1 0,-35-22 0 0,0-1 0 0,0-12 2 0,0-12 11 0,13-12-12 0,-1 0 0 0,0-13 0 0,12 24-1 0,13-22 1 0,-25 35-3 0,0 24 2 0,-12 0 0 0,24 0 0 0,-12 13 0 0,12-1 0 0,1 0 0 0,-1-12 1 0,0 1-1 0,12-25 1 0,-25-12-1 0,111-206 6 0,-110 157-4 0,13-11-1 0,-25-2-1 0,0 15 1 0,0-2 0 0,-13 37-1 0,1 24 2 0,0 12 0 0,0 12-1 0,12 37 0 0,0 84 0 0,0-49-1 0,0-11 0 0,24-12 0 0,12-37 0 0,1-12 1 0,-13-24 0 0,12 0 0 0,-11-12 0 0,-1 0 0 0,47-73 1 0,-58 61-2 0,0 24 0 0,-13-12 0 0,13 24-1 0,11 1 1 0,-24 22 0 0,22-10-1 0,3 11 1 0,-1-24 0 0,1 0 1 0,11-12 0 0,-12 0-1 0,0-24 0 0,-12 0 1 0,0-13 0 0,1 2 1 0,-13 10 0 0,0 0 0 0,0 1 1 0,0 13 1 0,0 11-1 0,0 0-2 0,0 35-2 0,0 2 2 0,12 24-1 0,0-1 0 0,-12 25 0 0,0 0 0 0,0 12 0 0,-24-26 0 0,11-10 0 0,-23-24 1 0,0-13 3 0,-13-12-1 0,-12-12-3 0,2 0 0 0,11-12 0 0,-1-12 0 0,25 11-15 0,12-11-18 0,12 0-44 0,24 0-28 0</inkml:trace>
  <inkml:trace contextRef="#ctx0" brushRef="#br0">22509 12349 145 0,'0'0'0'0,"12"-37"4"0,-12 37-3 0,0 0 7 0,-36 26 10 0,-12 9-10 0,-2 38-3 0,3 0 1 0,-13 12 0 0,11 10-2 0,-12 3-3 0,25-2-1 0,11-35 1 0,14-24 0 0,-2-13-4 0,13-12-14 0,0-12-67 0,0 0 13 0</inkml:trace>
  <inkml:trace contextRef="#ctx0" brushRef="#br0">22774 12373 79 0,'0'-11'20'0,"-11"-26"8"0,0 24 0 0,11 39-24 0,0 9 3 0,0 38-3 0,0 73 1 0,0-63-4 0,0-9-1 0,11-2 0 0,-11-35 0 0,0-13 0 0,0-24 3 0,0 0 2 0,11-37-3 0,2 0 0 0,24-11 1 0,-2 0-3 0,2 11 1 0,0 14-2 0,-1 23 1 0,-12 0 0 0,0 36 1 0,-12 60 1 0,-24-59 1 0,-12 11 1 0,-12-24 1 0,-1 1 0 0,1-13 1 0,-11-12-3 0,10 0-2 0,0 0-2 0,1-12-8 0,36-13-22 0,0 1-39 0,12 13-17 0</inkml:trace>
  <inkml:trace contextRef="#ctx0" brushRef="#br0">23161 12882 62 0,'0'0'16'0,"63"36"47"0,-41-36-50 0,3-12-3 0,13-1-4 0,-16-11 0 0,3 0-1 0,-1 0-1 0,-12-13 0 0,-12 2-1 0,-12-2-2 0,-12 13 0 0,-12 0-1 0,-1 24 1 0,13 0 0 0,-11 48 1 0,22 24-2 0,26-35 0 0,9 11 1 0,27-24-1 0,-13-11 0 0,13-1 0 0,-1-24 1 0,37-36 0 0,-50 11-1 0,3 13 0 0,-2-13 1 0,0 37-1 0,-12 0 0 0,-10 13-2 0,-3 47 2 0,-11-24 0 0,0-12-1 0,-11 1 1 0,-15-13 2 0,-22 0 0 0,24-36-1 0,12 12-1 0,12 12 0 0,25-13-1 0,10 2 0 0,26-2-1 0,72-11 1 0,-60 12 0 0,-1-24 0 0,-12 23 2 0,25-131 0 0,-85 70 0 0,-12 3 0 0,-12-2-1 0,0 13 1 0,-1 23-1 0,0 24 2 0,3 2 0 0,9 22-1 0,2 15 1 0,11 22 0 0,-13 12 1 0,13 1 0 0,0 24 0 0,13-2-2 0,-2 15-1 0,13-26 0 0,24-24 1 0,-11-35-1 0,11 11 0 0,-12-24 0 0,-24 0-3 0,25-24-7 0,-25 0-13 0,0 11-27 0,-12-23-66 0</inkml:trace>
  <inkml:trace contextRef="#ctx0" brushRef="#br0">23779 12616 127 0,'0'0'3'0,"12"0"6"0,37 0 19 0,-1-12 1 0,25-13-16 0,11 1-8 0,13 12-6 0,-24 0-16 0,-25 12-75 0,-35 0 20 0</inkml:trace>
  <inkml:trace contextRef="#ctx0" brushRef="#br0">25267 12579 90 0,'0'0'0'0,"-47"-13"17"0,21 39-19 0,-22 34 16 0,37-24-6 0,33 13-5 0,-9-2-2 0,23-10 0 0,13-13 3 0,96-36 18 0,-133 0-14 0,-12-1-3 0,-12-22-2 0,-36 11-2 0,11 0 0 0,1-13 0 0,12 24 0 0,24-22 0 0,12 23-1 0,24 0 0 0,25-12 1 0,12 11-1 0,-1 13 1 0,-24-13 0 0,-11 13 1 0,-24 13-1 0,-2 0 3 0,-11 35 0 0,0 0-1 0,0 24 0 0,0 13 0 0,0 12-2 0,11 12 0 0,14 85-1 0,-13-146 1 0,0-13-1 0,0-22 5 0,-12 0 11 0,-12-26-2 0,0-11-10 0,-12-13-2 0,11-10-1 0,2-15 1 0,0 3-2 0,11-26 0 0,11 12-1 0,13-12-3 0,12 0-1 0,13 13 2 0,11 35 1 0,1 14 2 0,-25 23 0 0,-11 12 0 0,-3 12 0 0,-22 13-1 0,-22-2 2 0,-27 26-1 0,0-24 0 0,-23-2 0 0,23-22-1 0,25-13-7 0,12 0-16 0,12 0-42 0,24-13-33 0</inkml:trace>
  <inkml:trace contextRef="#ctx0" brushRef="#br0">26150 12386 92 0,'0'-13'10'0,"0"-35"-2"0,12 35 6 0,-12 2 9 0,0-2-13 0,0 37-5 0,0 13 3 0,-12 24 0 0,0 11-1 0,0 12-3 0,0-10-1 0,-1-2-1 0,13-11-2 0,25 11 1 0,-25-35-1 0,0-26-1 0,12-11-7 0,-12 0-5 0,-12-11-32 0,12-13 23 0,-25 11 6 0,13-24 6 0,-24-11 7 0,12 13 3 0,11-38 16 0,38 37-1 0,11 24-1 0,13 0 0 0,23-1 0 0,2 13 0 0,-15 0-3 0,-9 25-4 0,-15 11-3 0,-23-1-1 0,-12 2 1 0,0 11-3 0,-12 0-1 0,12-11 1 0,0-13 0 0,0-11-1 0,0-13 0 0,0 0-1 0,0 0-47 0,0-24-20 0,12 24 13 0</inkml:trace>
  <inkml:trace contextRef="#ctx0" brushRef="#br0">26501 12264 95 0,'0'-11'9'0,"-13"-2"1"0,13 2-9 0,0 22-6 0,13 26-33 0,-1-13-24 0</inkml:trace>
  <inkml:trace contextRef="#ctx0" brushRef="#br0">26646 12604 90 0,'-12'0'14'0,"-37"48"34"0,38-36-26 0,-2 23-14 0,1-9-4 0,24 9-3 0,-12-11-1 0,37 25 2 0,-1-13-2 0,0-23 1 0,-1-2 0 0,4-11 0 0,-4-11 0 0,-11-13 1 0,-12-13-1 0,-12-11 0 0,0 0-1 0,-121-111 1 0,86 159-2 0,10 13 1 0,-11 12-1 0,23 11 1 0,13 12 0 0,13-24 0 0,83 24 0 0,-60-48 1 0,0-23 0 0,37-26 1 0,-24 13-1 0,-13 12 1 0,-12-12-1 0,0 36-2 0,-11-13 2 0,-1 13-1 0,-12 49 5 0,0-2-5 0,0 3 1 0,24-15 0 0,-12 2 0 0,47-1 7 0,-33-48-4 0,9-12-2 0,2-13-1 0,-1 2 0 0,1-2-1 0,-1-11 1 0,0 12-1 0,-12 11 1 0,25 1-1 0,-37 24-1 0,1 24 2 0,-2 13 1 0,37 96 0 0,-11-109-1 0,11-13 2 0,0-11-1 0,1-24-1 0,12-11-2 0,-37 9-17 0,0-9-64 0,-24 23-8 0</inkml:trace>
  <inkml:trace contextRef="#ctx0" brushRef="#br0">18445 13656 39 0,'0'0'0'0,"-12"-12"29"0,12 12-10 0,-12 0-9 0,12 0 2 0,0 36 5 0,12 12-8 0,0 0-4 0,1 13 0 0,-2 0 0 0,2 11-3 0,-13 1-1 0,0-25 0 0,0-23 0 0,0-1-1 0,-13-12-5 0,2-12-20 0,11 0-30 0,-13-12-6 0</inkml:trace>
  <inkml:trace contextRef="#ctx0" brushRef="#br0">18397 13620 61 0,'0'-12'15'0,"0"-14"-5"0,12 3 9 0,24 11-1 0,-12 12-4 0,13-12-5 0,11 24-4 0,-12 0-3 0,2 24-1 0,9 60 0 0,-47-46 0 0,0-2 0 0,-25-13-1 0,14-10 1 0,0-13 0 0,-2 1-1 0,13-2-1 0,13-11 1 0,9 0 0 0,15 13 0 0,36 23 0 0,-61-12 0 0,0 0 0 0,-12 1 2 0,-24 11 2 0,-1-12 1 0,-23 0 0 0,0 1-2 0,-1-25-1 0,13 12 0 0,0-12-2 0,24 0-7 0,12 0-22 0,0-12-39 0,0-2 14 0</inkml:trace>
  <inkml:trace contextRef="#ctx0" brushRef="#br0">19280 13644 65 0,'0'0'0'0,"-36"-24"30"0,11 24-26 0,-23-12 9 0,-13 24 2 0,-12 12-4 0,1 23-5 0,12 3-1 0,11 22 2 0,25 13-3 0,0-1-3 0,36-23 0 0,13-13 0 0,23-23 0 0,11-13 1 0,15 0-2 0,-14-12 0 0,1 0-11 0,-1-24-20 0,-11 10-27 0,-12-9-4 0</inkml:trace>
  <inkml:trace contextRef="#ctx0" brushRef="#br0">19473 13668 48 0,'0'0'0'0,"-24"12"49"0,12 23-29 0,-1 3-3 0,2 9-7 0,11 2-4 0,-11 96 4 0,-2-60-8 0,13-48-1 0,24 23 2 0,-13-49 3 0,2 13 1 0,23-24 2 0,-11 13-2 0,83-37 0 0,-71 11-7 0,-13 13 1 0,-11-11-2 0,11 11-9 0,-13-12-11 0,-11 0-23 0,11-12-62 0</inkml:trace>
  <inkml:trace contextRef="#ctx0" brushRef="#br0">19437 13958 92 0,'-13'0'15'0,"13"0"-7"0,37-24 10 0,133-49 17 0,-97 49-33 0,-25 24-1 0,-24-13-4 0,-24 2-20 0,0 11-36 0,-11-13-12 0</inkml:trace>
  <inkml:trace contextRef="#ctx0" brushRef="#br0">19473 13691 76 0,'0'0'0'0,"12"-11"13"0,12-1-4 0,86-24 32 0,-49 24-34 0,11 12-6 0,-37 0-9 0,-22 0-39 0,-2 12-30 0</inkml:trace>
  <inkml:trace contextRef="#ctx0" brushRef="#br0">18518 13934 112 0,'0'0'9'0,"0"-25"9"0,0 25-8 0,25-11-5 0,10-2-4 0,15 13-26 0,-3 13-72 0</inkml:trace>
</inkml:ink>
</file>

<file path=ppt/ink/ink18.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4-10T11:54:5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16147 14503 57 0,'0'0'23'0,"0"0"-11"0,13 24 3 0,9 0-6 0,4 0-3 0,-2 12 1 0,11 25-2 0,14-13-1 0,0 24 0 0,-13 1 0 0,13-13-2 0,-13-11-1 0,-12-13-1 0,-12 1 0 0,0-25-1 0,-12 0-11 0,0-12-19 0,0 0-53 0</inkml:trace>
  <inkml:trace contextRef="#ctx0" brushRef="#br0">16111 14731 66 0,'-12'-35'9'0,"0"-13"10"0,12 11-4 0,0 1-4 0,12 0-3 0,12 24-3 0,13-1 0 0,11 2-1 0,24 11-2 0,0 24-2 0,13 12-33 0,-12-12-61 0</inkml:trace>
</inkml:ink>
</file>

<file path=ppt/ink/ink19.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3-03-06T10:23:48"/>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25352 871 21 0,'0'0'0'0,"0"0"4"0,0-12 1 0,-12-12 2 0,12 12 6 0,-13-12 4 0,13 11 2 0,-12-11-6 0,12 24-2 0,0-12-2 0,0 0 0 0,0 0-7 0,-12 12 0 0,12 0-1 0,0 12 0 0,0 12 2 0,0 0-2 0,0 25 3 0,0-1 0 0,0 85 4 0,-12-61-2 0,12 13-3 0,0 0 0 0,0 85-3 0,0-49 2 0,0-38-1 0,0 2 1 0,0-12 0 0,0 12 0 0,0-12-2 0,0-2 2 0,0 14-3 0,0 24 3 0,0 0-1 0,0-25-1 0,0-10 1 0,0 11 1 0,0-26 1 0,0 2 2 0,0-13-1 0,0 1-1 0,0-13 0 0,0-11 0 0,0-1-1 0,0-12 0 0,0 0 0 0,0-12-2 0,0 12-2 0,0-12-8 0,0 0-28 0,12 0-48 0,-12 0 33 0</inkml:trace>
  <inkml:trace contextRef="#ctx0" brushRef="#br0">25437 1693 32 0,'0'-11'10'0,"-13"11"2"0,1 0 6 0,12-13 6 0,0 13-8 0,0 0-11 0,0 0-3 0,25 0 2 0,11 0 0 0,13 0 1 0,-2 0-1 0,13 0 0 0,25 0-1 0,25 0 2 0,-3 0-2 0,27-12 1 0,-1 12-2 0,0 0 0 0,0-12-1 0,-36 12 0 0,-12-13-2 0,-13 13 1 0,-35-11 1 0,-26 11 1 0,2-13 0 0,-26 2-3 0,2-2 0 0,-26 2 1 0,-11-1 0 0,12 0 1 0,12-1-1 0,-1 13 0 0,25 0-1 0,-11-13 2 0,22 13-1 0,2 13 2 0,23 0-1 0,0-1 2 0,-12 11 1 0,12 1 2 0,-22-11-3 0,-14 23 2 0,-14-24-4 0,-22 25 1 0,-12-13-7 0,-13 0-22 0,25 0-64 0,24-24 40 0</inkml:trace>
  <inkml:trace contextRef="#ctx0" brushRef="#br0">27735 1064 30 0,'0'0'7'0,"-13"-11"7"0,1 11 10 0,-12-12-5 0,0 12-6 0,12 0-8 0,-13 0-2 0,13 12-3 0,12-1 2 0,0 2-2 0,25 11 2 0,11 0-3 0,0 13 3 0,0-2-3 0,-11-11 4 0,11 50 19 0,-60-63-14 0,0 2-6 0,-25-1 2 0,-72-12-14 0,85 0-25 0,23 0-30 0,13-12 28 0</inkml:trace>
  <inkml:trace contextRef="#ctx0" brushRef="#br0">27976 920 81 0,'0'0'0'0,"-12"-12"16"0,0-13-3 0,12 13 5 0,-12-12-2 0,-1 0-10 0,2 24-2 0,11 24 2 0,11 0-6 0,-11 25 4 0,13 10-5 0,-13 3 2 0,12-2-3 0,-12-12 2 0,0 0-9 0,0-11-18 0,0-13-33 0,0-12 6 0</inkml:trace>
  <inkml:trace contextRef="#ctx0" brushRef="#br0">27795 1125 33 0,'12'0'4'0,"1"0"4"0,9-13 10 0,16 13 3 0,-2-11-1 0,97-2 15 0,-97 13-26 0,13 0 0 0,-37 24-6 0,-12 0-5 0,0 2 4 0,0 9-3 0,0 2 2 0,24 24 0 0,-12-37 0 0,13-12 4 0,-14-12-4 0,38-12 9 0,-37-12-10 0,1-1 2 0,-13 1-3 0,0-1 4 0,0-10-4 0,0 11 3 0,0 11-5 0,0 0 5 0,-13 13-3 0,13 0 1 0,0 0-1 0,0 13 3 0,0-13-3 0,0 13 3 0,0-13-4 0,0 11 3 0,0-11-2 0,0 0 5 0,0 13-5 0,0-26 5 0,0 13-2 0,0 0-3 0,0-11 4 0,0 11-4 0,0-13 4 0,0 0-4 0,13 2 3 0,-13-2-3 0,11 2 2 0,0-2-4 0,2 13 2 0,-1-11-4 0,0 11-5 0,25 11-14 0,-26-11-10 0,2 13 5 0,11-2-24 0,0 2 23 0</inkml:trace>
  <inkml:trace contextRef="#ctx0" brushRef="#br0">28570 1112 24 0,'0'0'6'0,"0"-11"11"0,0 11 7 0,0-24 24 0,0 24-35 0,0-13-11 0,0 13 0 0,0 0-2 0,0 13 4 0,0 11-4 0,0 37 3 0,0-37 0 0,11 11-2 0,-11-10 3 0,13 11-3 0,9-23 4 0,-9-2-5 0,37 2 4 0,-28-13-1 0,3-24-3 0,11-1 2 0,1-35 0 0,-13 23-2 0,-24 13 5 0,12 0-4 0,-12 11 3 0,0 2-5 0,0-2 4 0,0 13-5 0,0 13 5 0,0 11-3 0,0 13 1 0,12 22-3 0,13-22-9 0,-14-13-19 0,26 13-34 0,-13-25-8 0</inkml:trace>
  <inkml:trace contextRef="#ctx0" brushRef="#br0">29307 1112 58 0,'0'0'0'0,"0"-11"15"0,-12-2 21 0,0 2-15 0,-1-2-11 0,-23 13-5 0,0 0-2 0,24 13-2 0,-12 11 0 0,-1 11-1 0,25-9 2 0,12 82-2 0,13-83 0 0,11-1-2 0,0-12 1 0,1 0-2 0,-1-12 1 0,0-12-1 0,-1-13 2 0,-9 1 1 0,-2-24 1 0,-13 0 0 0,2-26 1 0,-13-22 0 0,-13 24 2 0,13 36 1 0,-11 11-3 0,0-11 0 0,11 48 2 0,0 0-4 0,11 25 3 0,0 34-2 0,2-23-3 0,-1 2 2 0,12 46-4 0,-24-59 0 0,12-13 5 0,-12-12-2 0,-12 0 2 0,-12-12-2 0,-1 0 2 0,3-12-2 0,-3 0-2 0,25-12 3 0,12 11-3 0,12 2 4 0,0 11-4 0,24-13 4 0,-11 2-3 0,-1 11 4 0,0-13-3 0,-11 13 4 0,-1 0-3 0,-24 0 2 0,12 13-3 0,-12-2 2 0,0 2-1 0,0 11 1 0,12 0-2 0,0 0 2 0,0 13-2 0,12-26 4 0,12 2-4 0,-11-1 3 0,10-12-1 0,-10 0 3 0,-1-12-5 0,1-1 3 0,-1-11-2 0,-12 0 2 0,0 0-4 0,0-13 4 0,0 13-4 0,-12 13 3 0,0-2-2 0,12 0 1 0,-12 13-1 0,0 0 2 0,0 13-1 0,0 0 2 0,0-2-2 0,0 13 1 0,0-11-2 0,0 11 2 0,12 0-2 0,-12-12 1 0,12 0-4 0,1 1-1 0,-1-2-6 0,0 2-7 0,12-13-5 0,-12-13 1 0,0 2 1 0,1-14 7 0,9 1 8 0,-9 12 3 0,-13-25 3 0,13 26-1 0,-1-2 3 0,-12 2 2 0,12 11 3 0,-12 11-1 0,0 2 1 0,13 11-1 0,-13 0-2 0,0 0-1 0,0 0 2 0,0-11 0 0,11-2 9 0,-11 2-6 0,0-13-2 0,0-13 0 0,11 2-6 0,2-26 1 0,-1 25-2 0,0-13 1 0,25 1-2 0,-13 13 1 0,12-2 0 0,0 2 1 0,1 11-1 0,-1 0 2 0,-12 0-2 0,0 0 2 0,0 0-1 0,-11-13 2 0,-1 13-1 0,-12-13 0 0,-12 13 0 0,-1-11 2 0,-11 11-2 0,13 0 1 0,-14 0-2 0,13 11 1 0,0 2-2 0,12 0 2 0,12 11-3 0,12-13 2 0,11 13-2 0,15-11 1 0,10-1 1 0,0 0 0 0,1-12-1 0,-12 0 1 0,-1-12 1 0,-11-13 1 0,-15 1-1 0,-8 13 0 0,-14-13 0 0,-25-2 2 0,1 26 0 0,-12-11 0 0,0 11 0 0,-1 11-2 0,13 2 0 0,0 11-1 0,24 0 0 0,-12 0 1 0,24 1 0 0,12-1-1 0,12-12 1 0,1 1 0 0,11-13 0 0,-12-25 0 0,1 1 0 0,0-12 0 0,-15-12-1 0,-9-2-1 0,11-9 1 0,-24-2 0 0,0 1-1 0,0-1 0 0,0 13 3 0,0-1-2 0,0 25 0 0,-12 12 0 0,12 12 2 0,0 24 2 0,0 0 2 0,0 13-1 0,0 11-1 0,12 1-3 0,-12 10-1 0,12-11-6 0,13 13-34 0,-14-24-59 0</inkml:trace>
  <inkml:trace contextRef="#ctx0" brushRef="#br0">31279 1379 51 0,'0'0'23'0,"0"-12"-5"0,0 12-4 0,0 0-6 0,0 0 0 0,0 23-8 0,-24 27-1 0,-1-2-52 0,13-37 7 0</inkml:trace>
  <inkml:trace contextRef="#ctx0" brushRef="#br0">27795 1984 30 0,'-12'0'8'0,"12"-12"7"0,-12 0 8 0,12 0-3 0,-12 12-6 0,-12 0-2 0,11 12-4 0,-11 12-1 0,12 11-1 0,0 3-2 0,12 9-3 0,12-10 0 0,0 0 0 0,36-13 1 0,1 0-1 0,61-13 0 0,-63-11-1 0,1 0 0 0,25-11 0 0,-24-2 1 0,-1-11-1 0,-11 0 3 0,-26 0-2 0,-22 0 0 0,-14 0 0 0,-11 11 0 0,-13 13 0 0,1 0-1 0,11 24 1 0,13-11-1 0,0 11 0 0,24 0 1 0,12-11-1 0,12-2 1 0,13 2 0 0,-13-13 0 0,12 0-1 0,1-13 1 0,-25 2-1 0,12-2 1 0,-12 13-1 0,0 0 1 0,-12 0-1 0,13 13 0 0,-2 11-1 0,13 0 2 0,1 0-1 0,0 0 1 0,-14-24 0 0,0 0 1 0,2 0 0 0,11-12 1 0,-24 0-3 0,12-12 1 0,13 0 0 0,-14 0-1 0,2-2 1 0,11 2-2 0,-12 13 1 0,12-13-1 0,-12 24 0 0,0 0 2 0,1 11-2 0,-1 13 2 0,0 0-1 0,0 2 0 0,0-2 0 0,1 11 1 0,11-10-1 0,-13-13 0 0,0-12 0 0,-11 0 1 0,26 0 1 0,-26-12-1 0,13-13-2 0,11 14 1 0,-13-13-1 0,0 0 1 0,14-2-1 0,-1 2 1 0,-12 13-1 0,1-2 1 0,-2 13 0 0,2 0 0 0,-1 13 0 0,0 11 0 0,0 0 0 0,-12-11 0 0,12 11-1 0,0-13-3 0,1 13-13 0,-2 1-27 0,2-25-24 0,-1 0 31 0</inkml:trace>
  <inkml:trace contextRef="#ctx0" brushRef="#br0">29029 2080 20 0,'0'-11'12'0,"0"-1"33"0,0 12-24 0,0 0-12 0,0 12-2 0,0-1 0 0,0 2 1 0,0 11-3 0,0 0-1 0,0-13-2 0,0 26 0 0,13-24-1 0,-13 22 0 0,11-10 1 0,-11-25 0 0,0 12 1 0,0-12 2 0,0 0 10 0,11-12-11 0,-11 0-4 0,0-1 1 0,0-11-1 0,0 13-1 0,13-26 2 0,-2 24 0 0,14-22-1 0,-13 22-2 0,12 2 1 0,1-2 0 0,-13 13 0 0,0 0 0 0,0 0 1 0,0 13 0 0,-12 11 1 0,0 0-1 0,12 0 0 0,-12 13 1 0,12-13-3 0,12-13 2 0,1 2 0 0,-13-13 2 0,-12 0-2 0,24-13 1 0,0 2 0 0,0-13 0 0,1 0 0 0,-13 11-1 0,12-11-1 0,-24 0 1 0,11 24 0 0,-11 0 0 0,0 0-1 0,0 0 1 0,0 24 0 0,0-13 0 0,13 15 0 0,-1-15 0 0,12 13-1 0,-12-11 0 0,12-2 0 0,25-11 1 0,-37 0 0 0,0 0 0 0,12 0 2 0,-24-24-1 0,13 13 0 0,-13-13 0 0,0 11 0 0,-25-11-1 0,13 11 0 0,-12-11-1 0,0 13-2 0,-13 11-12 0,13-13-29 0,0 13-29 0,12 0 39 0</inkml:trace>
  <inkml:trace contextRef="#ctx0" brushRef="#br0">29137 2069 16 0,'-12'0'16'0,"0"-12"-10"0,0 12 6 0,-1 0 7 0,-11 12 0 0,-11 12-8 0,22 0-3 0,-11 11-3 0,13 2-1 0,11 11-1 0,11-23 1 0,26-1 2 0,-2-12 0 0,14 1 0 0,0-13-1 0,11-13 1 0,-23 1 1 0,11-12 0 0,-48 12-1 0,12-25-1 0,-12 13-1 0,0-13-4 0,-24 2-1 0,-1 11-4 0,-23 0-1 0,12 12-5 0,-13 12-3 0,13 12-8 0,12 23-10 0,11-11-26 0,13-24 31 0</inkml:trace>
  <inkml:trace contextRef="#ctx0" brushRef="#br0">29366 2104 39 0,'13'0'7'0,"-13"-11"-3"0,25-2 14 0,0 13 3 0,-25 0-5 0,22 24 1 0,-9 13-10 0,-13 0-1 0,12 59 2 0,-12-84-6 0,12 24 1 0,-12-11 2 0,0-25 1 0,0 0 2 0,0-25-3 0,0-11-5 0,24 24 0 0,-24-12 0 0,12-13 0 0,0 2-1 0,13 9-1 0,-1-9 1 0,-12 11-1 0,12 11 1 0,-12 13 0 0,1 0 1 0,-1 13 0 0,0 11 0 0,0 0 0 0,0 13 0 0,12 22-2 0,0-34 2 0,-13-13 0 0,27-12 0 0,-13-24-1 0,-14 11 1 0,49-22 1 0,-35-2-1 0,-25 13 1 0,24-13-2 0,-24 26 2 0,0-2-1 0,0 2 2 0,0 11-2 0,-13 0 1 0,13 11 2 0,0 13 3 0,13 0-2 0,-13 0 1 0,12 2-2 0,0-2-1 0,24 11-3 0,-12-22 0 0,13-1-4 0,-13-12-19 0,13 0-43 0,-15-25-2 0</inkml:trace>
  <inkml:trace contextRef="#ctx0" brushRef="#br0">30020 1802 44 0,'0'0'0'0,"-12"0"15"0,12-12-10 0,0 0-3 0,12 12-2 0,1 0-4 0,35 24-11 0,-11 1-10 0,-26-13 7 0</inkml:trace>
  <inkml:trace contextRef="#ctx0" brushRef="#br0">30383 2008 39 0,'0'0'17'0,"0"0"-3"0,0-13-4 0,-12 2 5 0,-12-1 1 0,12 12-8 0,-49 23 1 0,25 1-5 0,23 14 0 0,2-2-2 0,11-1 0 0,0 2-1 0,24 0-1 0,37 11-1 0,-1-36 1 0,-12-12 0 0,13 0 1 0,-24-25 0 0,-2 14 2 0,-22-13 2 0,24-13-2 0,-37 13 1 0,-63-24 3 0,28 48-4 0,11 11-2 0,-12 13 0 0,24 0-1 0,12 2 1 0,0-15-3 0,36 26 1 0,-12-26 0 0,12-11 0 0,-12 0 1 0,-11 0 0 0,-1-11 0 0,13 11 0 0,-14 0 0 0,0 0 0 0,2 0-1 0,-1 0 1 0,26 0-1 0,9 0 1 0,-23 0-2 0,0 0 3 0,13 0-3 0,-1-13 3 0,-12-11-2 0,12 0 2 0,-25-13 0 0,3 2 1 0,-14-15-3 0,0-9 2 0,0-1-3 0,0-13 2 0,0 24 0 0,0 1 0 0,-14 36-1 0,14 0 2 0,-11 24-1 0,0 12 3 0,-14 12-1 0,25 13 3 0,-12-1-3 0,12 25 2 0,24-13-5 0,0 1 1 0,26-13 1 0,9-11-2 0,-11-2 1 0,25-22-3 0,-24-2-10 0,-1-11-41 0,-12-11-38 0</inkml:trace>
  <inkml:trace contextRef="#ctx0" brushRef="#br0">19183 13849 5 0,'0'-12'12'0,"12"-1"-5"0,-12 2-2 0,12-2 6 0,-12 13 7 0,0-11 3 0,0 11-3 0,0 0 2 0,-12 0-18 0,0 24 1 0,-24-13 0 0,-1 26-2 0,1 0 0 0,-23 11 0 0,9 0-1 0,-10 1 0 0,11-13 0 0,1 1 0 0,12-13 0 0,-1 0-1 0,13-12-3 0,12-1-5 0,0 2-13 0,12-13-25 0,0 0 6 0</inkml:trace>
  <inkml:trace contextRef="#ctx0" brushRef="#br0">18905 13813 32 0,'0'-13'3'0,"-12"13"6"0,24-11-2 0,0-2 6 0,23 2-2 0,4 11 0 0,7-12-1 0,15 12-3 0,-24 0-1 0,-1 12 0 0,0 12 1 0,-24 0-1 0,-12 12 0 0,0 0-3 0,-24 13-1 0,0-1-3 0,0 1-7 0,12-13-21 0,-1-1-58 0</inkml:trace>
  <inkml:trace contextRef="#ctx0" brushRef="#br0">17611 14731 38 0,'-12'-11'8'0,"-1"-13"3"0,1 24 4 0,0 0 1 0,12 0-5 0,0 11-4 0,0 39 4 0,0 9-5 0,12-10 0 0,0 0 0 0,-12 11-3 0,0-24-2 0,0 25 0 0,0-25-1 0,0-25 0 0,0 3-2 0,0-14-10 0,0 0-20 0,0-14-22 0,0 14 22 0</inkml:trace>
  <inkml:trace contextRef="#ctx0" brushRef="#br0">17393 14769 31 0,'0'0'7'0,"24"-12"8"0,12-14 6 0,0 15-7 0,1 11-9 0,108-13-2 0,-96 26-8 0,-13-2-8 0,36 27-62 0</inkml:trace>
  <inkml:trace contextRef="#ctx0" brushRef="#br0">17804 15071 27 0,'0'0'0'0,"0"-12"13"0,24-12 11 0,2-1-10 0,-15 1-9 0,37 0 2 0,-36 12-4 0,-12 0 3 0,0-25 2 0,-24 37-6 0,-1-11 0 0,-23 35 1 0,24-13-1 0,11 14 0 0,2-1-1 0,11 12 0 0,48 13 0 0,-22-37-2 0,9 0 1 0,13-12-2 0,-11 0-5 0,-1 0-6 0,12-48-23 0,-35 23 27 0,-13 1 7 0,0 0 2 0,-13-13 1 0,1 13 3 0,0 0 2 0,0 12 19 0,12 12-15 0,0 0-6 0,24 0 2 0,-12 25-3 0,23-1-1 0,75 60-2 0,-61-72-2 0,-25 1 1 0,12-1-2 0,-24-24 3 0,0-13 1 0,-12 13-1 0,0-24 2 0,-12 24-1 0,0-25 0 0,0 26 0 0,-12-14 2 0,11 25 0 0,2 0 0 0,-13 0 0 0,11 25-1 0,-11 10-1 0,0 2 0 0,0-1-1 0,12 13 0 0,0-13-1 0,0 13-3 0,12-25-2 0,0-12-7 0,0 0-28 0,12 0-12 0</inkml:trace>
  <inkml:trace contextRef="#ctx0" brushRef="#br0">18373 14696 43 0,'-12'-12'20'0,"12"24"-8"0,0-1 5 0,12 63 1 0,0-26-13 0,0 0-3 0,0-11 0 0,0 11-2 0,-12-12-1 0,12-11 1 0,-12-1-1 0,0-12-1 0,0-12 1 0,-12 12 0 0,0-12 1 0,-12-12 0 0,12 12 1 0,0-24 0 0,-1 12-1 0,1-13 0 0,24 1-1 0,-12 12 0 0,37-12 1 0,-13 11 0 0,12 2 1 0,-12 11 0 0,13 0 0 0,-25 0 1 0,13 24 0 0,-14-12 2 0,0 12 0 0,-11 12 0 0,13-11 0 0,-13-1-2 0,0-12 0 0,12 0 0 0,-12 0 0 0,12-12 2 0,1-12 0 0,0 0-1 0,-2 0 0 0,13-24-2 0,0 11-1 0,-12-11 1 0,0 12-1 0,0 0 0 0,-12 11 1 0,12 13-1 0,-12 0 0 0,0 0-1 0,0 13 2 0,13 11-1 0,-13-12 0 0,12 24 0 0,0-24 0 0,12 13 0 0,-12-13-1 0,25 0 0 0,-13 0 1 0,0-12-1 0,13-12 0 0,-15 0 1 0,17-13 0 0,-15 13 0 0,-13-12 1 0,-11 12 0 0,0-12 0 0,0 24 0 0,-11-13 0 0,-13 13-1 0,10 0 1 0,-11 13-1 0,3-1 1 0,9 12-1 0,1-12-1 0,12 12 1 0,12-11 0 0,1-13 0 0,9 12 0 0,3-12 1 0,-11-12-1 0,10-1 1 0,-13 1-1 0,0 0 0 0,2 0 1 0,-13 12 0 0,0 12-1 0,12 0 0 0,12 0-1 0,-12 13 1 0,0-13 1 0,13 0-2 0,-1-12 1 0,-12 0 1 0,0-12 0 0,0 0 0 0,0-13 0 0,13 1 0 0,-13-12 1 0,0 0 0 0,0-1 0 0,-12-11 0 0,12 0-1 0,-12-13 0 0,0 1-1 0,0 11 0 0,-12 25 1 0,12 24 0 0,-12 0 2 0,12 0-2 0,0 24 1 0,-12 13-1 0,12 11 1 0,0 0 0 0,12 13-1 0,0-13-1 0,0 0 1 0,25-24-1 0,-2 13 0 0,-23-25 0 0,13 0 0 0,-1-12-3 0,-24 0-12 0,11 12-52 0,-11-12-26 0</inkml:trace>
  <inkml:trace contextRef="#ctx0" brushRef="#br0">10836 17587 38 0,'-11'-12'13'0,"-2"-1"-8"0,13 13-2 0,24-11-1 0,26-2 2 0,34-23-1 0,25 0 0 0,36-12 1 0,13-2 1 0,11-9 0 0,0 9-2 0,1-9 0 0,-24 23-2 0,-26-1 0 0,-23 13-1 0,-37 24-2 0,-35 0-28 0,-14 12-15 0</inkml:trace>
</inkml:ink>
</file>

<file path=ppt/ink/ink20.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3-03-06T10:23:48"/>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27287 10402 6 0,'0'0'12'0,"0"-12"0"0,0 12-6 0,12 0 1 0,0 0 0 0,12 0 3 0,-11 12-4 0,11 0-2 0,-12 0-2 0,12 1 0 0,1 23 0 0,-3-24 1 0,15 24 0 0,-11 1 1 0,21-1-1 0,1 11-2 0,13 15 0 0,11 9 0 0,2 14 0 0,22-12 1 0,0 24 2 0,1-12 1 0,12 12-1 0,-13-1-2 0,2-11 0 0,-1 12 1 0,-25-12-2 0,13-2 0 0,-13 2-1 0,13-12 1 0,-25-13 0 0,38 38 2 0,-50-38-1 0,24 1-1 0,-24-13 0 0,25 0 0 0,-36 0-1 0,23 0 2 0,-24-24-2 0,-1 13 1 0,4-13 0 0,-4 0-2 0,-11 1-2 0,0-13-19 0,-12 0-43 0,-12-12 34 0</inkml:trace>
  <inkml:trace contextRef="#ctx0" brushRef="#br0">27807 10015 6 0,'-12'-36'12'0,"-12"0"0"0,12 23-5 0,12 1 1 0,0 0 6 0,0 12-2 0,12 12-6 0,24 13 1 0,-1 11-1 0,15 23-3 0,22 3-1 0,-11 9-1 0,11 14-1 0,13 0 2 0,0 0 0 0,11 12 1 0,1 0 2 0,0 11 1 0,1 1 1 0,22 0-2 0,-12-1 0 0,12 1 0 0,-22 0-1 0,11 0-1 0,-24-11 0 0,10-1 0 0,-21-14-1 0,23 2-1 0,-12 0 0 0,-13 0 0 0,-12-12 1 0,13-1 1 0,-12-23-1 0,-1-2 1 0,-12 1-1 0,1-22 1 0,-25-2-2 0,1-13 0 0,-14 2-1 0,-11-13-13 0,-24 0-123 0</inkml:trace>
  <inkml:trace contextRef="#ctx0" brushRef="#br0">29512 12592 26 0,'37'12'6'0,"-1"12"0"0,12 0 3 0,-11 12 3 0,-1-12 0 0,0 1-1 0,-12 11-1 0,1-12 0 0,11 0-3 0,-25 0-4 0,14-11-1 0,-25-13-2 0,0 0-23 0,0 0-45 0</inkml:trace>
  <inkml:trace contextRef="#ctx0" brushRef="#br0">29875 10717 31 0,'0'-24'2'0,"-12"-13"0"0,-13 13 0 0,14 12-1 0,-13 0 4 0,-13 12 1 0,-11 0 0 0,-12 35-2 0,11 15-3 0,25-2 0 0,0 12 0 0,24-11 2 0,0 11 2 0,36-11 2 0,0-1 3 0,13-24 2 0,0-1-1 0,11-23 0 0,-24-11-8 0,12-25-2 0,-36-25-1 0,0 1 0 0,-24 0 1 0,-24-1-1 0,-12 24-5 0,-2 26-37 0,15 11-17 0</inkml:trace>
  <inkml:trace contextRef="#ctx0" brushRef="#br0">28218 12217 37 0,'-11'0'3'0,"-38"12"1"0,-12 23 1 0,1 2 2 0,-1-13 1 0,-10 13-2 0,33-2 3 0,38-10 5 0,25 24 19 0,23-38-15 0,12 2-3 0,13-13-3 0,0-24-2 0,-12-13-5 0,-1 0-2 0,-24-35 1 0,-36 48-4 0,-36-13 1 0,-24 2-2 0,-25 23-9 0,-12 24-59 0,60-1-5 0</inkml:trace>
  <inkml:trace contextRef="#ctx0" brushRef="#br0">12723 10666 38 0,'0'0'6'0,"0"-11"3"0,35 11 2 0,-13 0 7 0,13-11-3 0,-2 11-6 0,13-13-4 0,0 3-3 0,-1 10-1 0,1-12-1 0,-13 12-1 0,-21 0-2 0,-1 0-29 0,-11 0-33 0</inkml:trace>
  <inkml:trace contextRef="#ctx0" brushRef="#br0">12780 10826 31 0,'23'0'11'0,"57"0"23"0,-35 0-22 0,23-12-6 0,46 1-81 0</inkml:trace>
  <inkml:trace contextRef="#ctx0" brushRef="#br0">14475 10212 74 0,'0'0'0'0,"11"-46"18"0,1 23-15 0,-12 23 28 0,-35 35-30 0,-78 55 0 0,33-33-1 0,0 11-1 0,12-11 1 0,0-1 0 0,11 3-1 0,22-15 1 0,13 36-1 0,22-35 0 0,34 12 0 0,1 0 1 0,21 1 1 0,13 8-2 0,22 15 1 0,0 10 0 0,-12-23 0 0,-11-11 1 0,-12-1 1 0,-10 2-1 0,-46-36 0 0,-11-10-17 0,-1-12-37 0,1 0 20 0</inkml:trace>
  <inkml:trace contextRef="#ctx0" brushRef="#br0">14929 10495 93 0,'-23'-10'17'0,"0"-2"-16"0,-10 34-1 0,22 2 5 0,-25 22 6 0,26 20-4 0,-1 4-5 0,11 9-3 0,11-11 1 0,23-10 0 0,12-25 0 0,56-10 8 0,-34-34 0 0,-11-12 2 0,-23-22 0 0,-12-12-1 0,2 0-2 0,-24-11-2 0,-13-12-1 0,-66-22-2 0,11 68-2 0,-69 44-3 0,93 25 0 0,-36 101-63 0,80-91 13 0,0-22 2 0</inkml:trace>
  <inkml:trace contextRef="#ctx0" brushRef="#br0">15634 10826 116 0,'0'0'0'0,"0"10"21"0,-11 25-22 0,-12 56 1 0,11-34 0 0,-9-1-1 0,-2 58-14 0,11-68-34 0,0-24-7 0</inkml:trace>
  <inkml:trace contextRef="#ctx0" brushRef="#br0">15964 10621 125 0,'0'-12'4'0,"23"12"-8"0,11 12 3 0,-11-2 1 0,10 25 1 0,-21 0-1 0,22 22 0 0,-22-1-1 0,0-11 1 0,-2-10 0 0,-10-13 1 0,12-10 2 0,-24-1 10 0,12-11 5 0,0-23-9 0,-10 13 0 0,-2-37-1 0,12 14-2 0,0-13-1 0,12-11-1 0,10 0-2 0,12 12-1 0,-1-1-1 0,14 13 0 0,9 10 1 0,1 10-2 0,0 13-24 0,-34 24-44 0,-11 11-17 0</inkml:trace>
  <inkml:trace contextRef="#ctx0" brushRef="#br0">16680 10996 133 0,'0'0'0'0,"-11"12"19"0,11 11-18 0,0 10 0 0,-11 1 1 0,11 1-1 0,0 21-3 0,0-10-24 0,0-12-90 0</inkml:trace>
  <inkml:trace contextRef="#ctx0" brushRef="#br0">17226 10951 53 0,'23'-23'21'0,"34"-57"-3"0,11 1-8 0,1-12 3 0,-2 11 7 0,-22 1-4 0,-33-1 17 0,-46 80-28 0,11 0-3 0,-44 56 1 0,54-9-3 0,13-3-1 0,13 14 1 0,31-13-2 0,14 12 0 0,55 23-3 0,-67-58 5 0,-23 13 0 0,-12-2 1 0,-22-33 3 0,-24 12 0 0,-55-12 2 0,33-12-4 0,11 12-1 0,1-10-1 0,21-2-7 0,13 1-32 0,11 11-63 0,0-12 60 0</inkml:trace>
  <inkml:trace contextRef="#ctx0" brushRef="#br0">18135 10222 115 0,'0'0'0'0,"-11"-44"40"0,-1 32-39 0,24 12 6 0,11 34-5 0,22 23-1 0,-22-22 0 0,57 43 1 0,-12-31-1 0,12-2 0 0,-12-12 1 0,0 2 0 0,-23-23 2 0,-21-1 3 0,9-11 2 0,-21 0-3 0,-1-11-3 0,-11 11-1 0,12 0-1 0,-12 0 0 0,0 0-1 0,-12 11 0 0,-11 34 1 0,-22 12-1 0,-35 46 0 0,-21 22 0 0,-25 23-1 0,1-2 1 0,23-20 0 0,11-34-1 0,23-26 1 0,33-7-3 0,1-26-44 0,0-10-76 0</inkml:trace>
  <inkml:trace contextRef="#ctx0" brushRef="#br0">13348 15897 255 0,'0'0'0'0</inkml:trace>
  <inkml:trace contextRef="#ctx0" brushRef="#br0">22013 13100 255 0</inkml:trace>
</inkml:ink>
</file>

<file path=ppt/ink/ink21.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4-01-12T07:15:45"/>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23054 3689 33 0,'0'0'0'0,"0"-12"13"0,-13 12 0 0,13 0 3 0,0-13-1 0,0 13-4 0,25-11-2 0,-13 11-3 0,24-13 1 0,0 13-3 0,1-11 0 0,22 11-2 0,15 0 0 0,10 0-1 0,25 0 0 0,11 0 2 0,26 0-2 0,10 11 2 0,3 13-1 0,-14 1 1 0,-12 11 0 0,-13 1 0 0,-10-1-4 0,-1 0 3 0,-61-23-2 0,-13 11 1 0,-10-12 2 0,-11-12 2 0,-14 0 0 0,0 12 0 0,0-12-5 0,-26-12-18 0,13 12-60 0,2-12 21 0</inkml:trace>
  <inkml:trace contextRef="#ctx0" brushRef="#br0">24105 16801 255 0,'8734'387'0'0</inkml:trace>
  <inkml:trace contextRef="#ctx0" brushRef="#br0">20768 2926 17 0,'0'0'6'0,"0"-11"4"0,12-1 1 0,0 0 5 0,0 12 4 0,-12-12 2 0,-12 12-7 0,0 0-5 0,-25 0 0 0,1 12-2 0,0 0-3 0,11 0-3 0,13 13 0 0,-12-1-2 0,24 0 1 0,0-1-2 0,24 1 1 0,1-11-1 0,-1 12 0 0,24 11 2 0,-11-1-3 0,-13-22 3 0,-12 24-2 0,-12-26 3 0,-12 13-1 0,-12 0 4 0,-1-11 0 0,-11-13 2 0,0 12-3 0,-1-12-2 0,-11 0 0 0,12 0-2 0,12 0 0 0,12 0-6 0,12-12-18 0,12 12-33 0,12-13-23 0</inkml:trace>
  <inkml:trace contextRef="#ctx0" brushRef="#br0">20973 3059 45 0,'0'-24'38'0,"-25"24"-29"0,25 0 0 0,0 0 7 0,0 24-3 0,13 98-3 0,11-85-9 0,0-13 0 0,13-13 0 0,-13 2-1 0,0-1 1 0,0-12 2 0,13-12-2 0,-13-12 1 0,0 0-2 0,1-50 1 0,-14 50 1 0,0 0-2 0,-11 13 2 0,0 11 0 0,0 24-1 0,0 0 0 0,13 11-1 0,0-9 2 0,11-2-3 0,24 24 0 0,-24-36 2 0,0-12-1 0,0 0 0 0,1-12 1 0,-1-12-1 0,-12-13 1 0,12 0-1 0,-24-22 2 0,12 9 0 0,-12-9 1 0,0-1-2 0,-12-13 0 0,0 24 1 0,0 13 0 0,0 24 2 0,12 0-1 0,-12 24-2 0,0 12 0 0,0 13-1 0,12 23 1 0,0 1-1 0,0 11 0 0,0 13-2 0,12-61 2 0,0 24 0 0,0-24-1 0,0-11 1 0,-12-2 0 0,12-11 1 0,0-11-1 0,13-2 0 0,11-11-1 0,-12 0 0 0,12 11-1 0,1 13 0 0,-13 0 1 0,0 13 0 0,-13 11 0 0,2 0 0 0,-1 13 2 0,-12-13-2 0,-12 12 3 0,-12-24 0 0,0 1 2 0,-13-2-3 0,-11-11 3 0,0 0-3 0,-1-11 1 0,13-14-2 0,12 13 0 0,-1 0-2 0,25 0-10 0,0-12-26 0,37 24-35 0,-13-13 30 0</inkml:trace>
  <inkml:trace contextRef="#ctx0" brushRef="#br0">21917 3205 69 0,'-25'-24'27'0,"13"0"-23"0,12-13 11 0,12 26-2 0,0 11-8 0,25 0-1 0,-25 24-1 0,13 11 2 0,-14 2 1 0,2 0 0 0,-2 23-2 0,-11-11-1 0,0 22-2 0,-11 75 4 0,-13-121 2 0,-1-13 3 0,13-1-4 0,-25-11 0 0,1-11-4 0,0-13-1 0,11-26 0 0,-11 15-4 0,24-26-4 0,-12-72-58 0,24 49-7 0,0 60 30 0</inkml:trace>
  <inkml:trace contextRef="#ctx0" brushRef="#br0">22109 3096 36 0,'0'0'5'0,"13"13"1"0,11-2 6 0,0 2 4 0,0-13 1 0,13 0-5 0,-1 0-5 0,-11-13-2 0,11-11-2 0,-12 13-1 0,0-39 4 0,-24 26-4 0,-11 13 0 0,-2-1-2 0,-23 12 0 0,0 0 2 0,-1 12 0 0,1 12 0 0,-1 11-1 0,13-9 0 0,24 46 2 0,12-35-3 0,24-13-5 0,74 11-54 0,-49-22-12 0</inkml:trace>
  <inkml:trace contextRef="#ctx0" brushRef="#br0">22642 3096 62 0,'-24'-11'19'0,"12"-1"-17"0,12 12 2 0,-24 0 7 0,-1 0 0 0,14 0-6 0,-14 23-3 0,13 1 3 0,-12 0 1 0,24 13 0 0,0-13-3 0,0 13 0 0,36-13-2 0,0 0 0 0,1-12 0 0,11-12 1 0,1 0-1 0,-1 0-2 0,0-24 3 0,2-12-2 0,-28 12 0 0,3-74 1 0,-25 51 1 0,-12-62-1 0,-1 48 0 0,2 1-1 0,0 23 1 0,-2 13 0 0,13 12 1 0,-12 12-1 0,12 12 0 0,12 109 15 0,1-60-11 0,22-1 0 0,-23 1-3 0,24 11-1 0,-23-24 0 0,-2-11-2 0,-11-1 2 0,0-24-4 0,-11-12 2 0,11 0-5 0,-25-24-3 0,1 0-1 0,12-24 4 0,-1-37-5 0,26 35 7 0,11 15 1 0,49-13-4 0,-25 48-11 0,-11 0-25 0,-25-12-13 0</inkml:trace>
  <inkml:trace contextRef="#ctx0" brushRef="#br0">22231 2722 143 0,'-12'-24'14'0,"-37"-1"-12"0,49 13-3 0,13 12-4 0,-2 0-30 0,2 0-76 0</inkml:trace>
  <inkml:trace contextRef="#ctx0" brushRef="#br0">21046 3968 31 0,'0'0'10'0,"-24"12"-6"0,24 24 0 0,0-25 4 0,11 2 3 0,2-2 2 0,11 2-3 0,12-13-1 0,13-13 0 0,-1 2 2 0,-12-2-4 0,1-22-2 0,-13 23-1 0,-11-26-1 0,-13 15 0 0,-13-1-2 0,-11 12-1 0,-13 0 0 0,-11 12 2 0,-13 24 2 0,13 0 1 0,-1 13 0 0,25 11-1 0,12-12-2 0,12 13 0 0,0-13 0 0,36-1-2 0,1 2-1 0,23-13-1 0,1-11-6 0,-13-2-11 0,13 2-16 0,-13-13-8 0,13-24-10 0</inkml:trace>
  <inkml:trace contextRef="#ctx0" brushRef="#br0">21578 4004 46 0,'0'0'15'0,"0"0"-8"0,0 23 6 0,-12-10 5 0,12 36-4 0,0-13-5 0,0-1-3 0,0 50 1 0,0-61-4 0,12 1-1 0,0-13 1 0,13 0 7 0,-14-24-5 0,0-12-3 0,15 0 0 0,33-85 1 0,-34 72-3 0,-13 26 0 0,12-1 1 0,-11-2-1 0,-13 14 0 0,11 14 1 0,2 22 2 0,-13-12-1 0,12 11-1 0,-12 2 0 0,12-13 0 0,0-11-1 0,12 11 3 0,0-24-1 0,1-13 2 0,-1-11-3 0,12-11 1 0,13-39-1 0,-24 39-1 0,10-15 1 0,-24 39-1 0,2 11-2 0,-13 11 2 0,0 2 1 0,0 24 0 0,12 22 0 0,-12-9-2 0,12-26 1 0,-12 11-4 0,12-10-8 0,0-1-14 0,12-12-22 0,1-12-48 0</inkml:trace>
  <inkml:trace contextRef="#ctx0" brushRef="#br0">22267 4004 29 0,'0'-24'8'0,"0"-146"2"0,13 109 6 0,-13 37 10 0,0 0 14 0,0 37-31 0,0 35 3 0,0 61 5 0,0-38-12 0,0-9-2 0,0 9-1 0,12-10-2 0,-12-24 1 0,12 0-1 0,-12-26 1 0,12-11 2 0,-12 0 1 0,36-48-3 0,-1 11-3 0,15 13 0 0,-15 13-1 0,14-1 1 0,-13 12 1 0,-23 23 0 0,-1-10 1 0,-12 22 0 0,0 15 3 0,-86 22 9 0,51-60-8 0,-15-12-1 0,4 0 1 0,9-12-3 0,1-12 1 0,11 0-4 0,13 0-4 0,12-2-58 0,12 15-46 0</inkml:trace>
  <inkml:trace contextRef="#ctx0" brushRef="#br0">24819 3931 37 0,'0'0'7'0,"-12"-12"10"0,12 0 4 0,0 12 1 0,0 12 5 0,0 25-15 0,0 11-2 0,0-1-1 0,0 14-2 0,0 0-2 0,12-13-2 0,-12-11-2 0,0-26 0 0,0 2-4 0,14-1-38 0,-14-12-67 0</inkml:trace>
  <inkml:trace contextRef="#ctx0" brushRef="#br0">30940 3919 22 0,'0'0'20'0,"-12"0"-1"0,12 0 4 0,0-12-1 0,0 12-3 0,12-24-4 0,12 12-3 0,11-12-2 0,26-13-5 0,0 1 2 0,12 0-3 0,-12-1 1 0,-1 13-3 0,-13-13 2 0,-23 26-3 0,1-2 3 0,-13 2-2 0,-12-1 0 0,0 12-2 0,0 0-5 0,0 0-46 0,0 12-27 0,0-12 30 0</inkml:trace>
  <inkml:trace contextRef="#ctx0" brushRef="#br0">31883 3109 24 0,'0'0'15'0,"12"-13"0"0,-12 2 4 0,0 11-3 0,0 0-6 0,-12 0-4 0,12 0-2 0,-12 35-3 0,0-11-1 0,0 13-1 0,12 0 2 0,0 11-1 0,0-24 3 0,24-12 3 0,0 0 2 0,0-12 1 0,13 0-1 0,-1-24 0 0,-24 0-3 0,0-13 1 0,-12 13-4 0,0-13-1 0,-12 13-4 0,-12 0-3 0,0 13-18 0,-1-2-27 0,1 2-29 0</inkml:trace>
  <inkml:trace contextRef="#ctx0" brushRef="#br0">32318 2794 64 0,'0'0'12'0,"-12"-12"1"0,12 0 1 0,0 0 7 0,-12 0-10 0,12 12-6 0,0 0-1 0,-12 24-1 0,12 12-2 0,-12 73-3 0,0-48 2 0,12-2 0 0,0-9-1 0,12 9 3 0,0-35 1 0,-12-11-1 0,12-13-3 0,-12-13 0 0,24 2-1 0,-11 11-2 0,47-24 2 0,-35 11 1 0,11 13 0 0,-12 24 6 0,-24-11 0 0,-24 11-4 0,-1 0 1 0,1-11-3 0,-12-2-14 0,12 2-3 0,-1-13-31 0,1 11-16 0</inkml:trace>
  <inkml:trace contextRef="#ctx0" brushRef="#br0">32681 3133 56 0,'0'0'21'0,"0"0"-10"0,0 0-2 0,0-13 7 0,0 13-2 0,0 0-3 0,0 13-3 0,0-2-1 0,12 63 9 0,13 22-3 0,-25 12-6 0,-12-10-1 0,-25-50-23 0,-11-35-112 0,35-13 89 0</inkml:trace>
  <inkml:trace contextRef="#ctx0" brushRef="#br0">32621 2806 82 0,'12'-12'26'0,"12"-24"11"0,25 11-39 0,-13 14-128 0</inkml:trace>
  <inkml:trace contextRef="#ctx0" brushRef="#br0">31773 3931 70 0,'0'0'19'0,"-24"25"8"0,24-13-14 0,0 0 0 0,13 0-5 0,11 0-3 0,13-12-3 0,-1 0 1 0,12 0 0 0,-11-12-2 0,11 0 1 0,-24-26-3 0,-11 15 1 0,-2-1 1 0,-11-12 0 0,-24 11 1 0,0 13 1 0,-12 12 0 0,-1 0 0 0,1 12 2 0,0 25-4 0,12-1 0 0,-1-1-1 0,13 3 0 0,12 9-3 0,12-10-5 0,0-12-13 0,25 11-34 0,11-25-33 0</inkml:trace>
  <inkml:trace contextRef="#ctx0" brushRef="#br0">32221 3942 38 0,'0'-11'33'0,"0"11"-20"0,0 0-9 0,0-12 11 0,0 24 20 0,0-1-30 0,0 15-2 0,0-2-2 0,13 11 0 0,-13 2 0 0,12-12 0 0,-12-2 0 0,12 1 2 0,-12-11 0 0,0-13 2 0,12 0-2 0,-12 0-2 0,12-13 1 0,12-34 1 0,-24 22-4 0,25 1 0 0,-1 0 0 0,-12 12 1 0,0 0 1 0,12 0 1 0,-11 12 0 0,-2 12 0 0,-11 0-1 0,11 0-2 0,3 12 1 0,-14 0 0 0,12-13 0 0,0 15 1 0,0-15 0 0,1-11 0 0,-2 0 0 0,0-11 0 0,2-1-1 0,-1-26-1 0,0 27 1 0,0-13 0 0,2 0 0 0,-3 12-1 0,-11 0 2 0,11 0-2 0,26 24 3 0,-37 0-2 0,12 12 1 0,0 12-2 0,12 25 0 0,1-37 2 0,-13-13-1 0,0-11 1 0,-12 0-1 0,12-24 1 0,12 1-1 0,-12-15 1 0,1-9 0 0,-2-1 0 0,0-13 0 0,3 13-2 0,-2-13 2 0,0 0-2 0,-12 13 3 0,12 11-2 0,-12 26 1 0,0-2-1 0,0 13 1 0,0 24 1 0,0 13-2 0,0 11 2 0,-12 13-2 0,12 0-1 0,0-1 1 0,0 1 0 0,0-13 0 0,0-24 1 0,0 0-1 0,0-24 1 0,12 11-2 0,-12-22 0 0,24-2-1 0,0-11-1 0,0 1 1 0,24 11 2 0,-11-12 0 0,-13 24 0 0,13 0 0 0,-25 12 2 0,0 12 1 0,-12-1 3 0,0 1 1 0,-24 14 2 0,-1-15-4 0,1-10-3 0,0-2-1 0,-12 2-3 0,12-13-10 0,-1 0-23 0,-11 0-69 0,36 0 52 0</inkml:trace>
  <inkml:trace contextRef="#ctx0" brushRef="#br0">31919 4075 11 0,'0'0'0'0,"0"0"14"0,0 14 40 0,0-14-41 0,0 0-3 0,0 12-1 0,0-1 0 0,0 2-2 0,12-13 2 0,13 11 7 0,35 2-4 0,1-13-8 0,-13-13-4 0,-24 13-85 0</inkml:trace>
  <inkml:trace contextRef="#ctx0" brushRef="#br0">1306 3701 19 0,'0'0'0'0,"-12"0"8"0,12 0 4 0,-12 0 4 0,12 0-5 0,0 0-4 0,0-12 3 0,12 0 3 0,24-1 2 0,1-11 0 0,11-11 1 0,25-15 0 0,-2 15-4 0,15-13-6 0,-13-2-6 0,-1 15 0 0,-25-1-6 0,-9 23-12 0,-13 2-41 0,-25 11-25 0</inkml:trace>
  <inkml:trace contextRef="#ctx0" brushRef="#br0">423 3786 4 0,'0'0'5'0,"0"0"7"0,0 0-1 0,0-12 4 0,0 0-1 0,-12 12-2 0,12 0-4 0,0-13-3 0,-13 13-2 0,2 13-1 0,-13-13 0 0,12 24 0 0,-12-12 0 0,-1 12-1 0,1 13 1 0,12-1-2 0,-12 0 1 0,12-11-1 0,12 11 0 0,0-12 0 0,12 0 1 0,0-13-3 0,12 2 0 0,0-2-8 0,13-11-12 0,0 0-7 0,-2-11 10 0,-35 11 3 0</inkml:trace>
  <inkml:trace contextRef="#ctx0" brushRef="#br0">266 3931 22 0,'0'0'7'0,"-12"0"9"0,12 0 4 0,-12 0 5 0,12-12-11 0,0 12-8 0,0-12-4 0,24 12-1 0,-12-12-4 0,12 12-18 0,13 0-18 0,-13 0-8 0</inkml:trace>
  <inkml:trace contextRef="#ctx0" brushRef="#br0">848 3568 4 0,'0'0'4'0,"0"0"-1"0,0 0-1 0,-13 0 0 0,13 0-1 0,-13 0 1 0,13 0-1 0,-12 13 2 0,0-1-1 0,12-12 1 0,-13 12-1 0,2-1-1 0,11 2 1 0,-11-13 1 0,11 11 1 0,0-11-1 0,0 0 2 0,0 13 1 0,0-13 8 0,-13 0-12 0,13 0-2 0,0 11 0 0,0 2 0 0,-11-1 1 0,11 0-2 0,0 1 1 0,0-2-1 0,0 2 1 0,11-2 0 0,2 2 0 0,-13-1 0 0,11 0 0 0,-11 0 1 0,0 12 1 0,0 1-1 0,-11-1-1 0,-2 0 0 0,2 12-1 0,-14 1 1 0,13-13 0 0,12 0 1 0,-13 0-1 0,13-13 1 0,0 13-1 0,0-10 1 0,0-2 0 0,13-1-3 0,-13 13-7 0,12-24-13 0,0 13-2 0,-12-13 8 0</inkml:trace>
  <inkml:trace contextRef="#ctx0" brushRef="#br0">883 3871 21 0,'0'0'8'0,"0"0"1"0,0-12 7 0,12 12 0 0,0-12-7 0,0 12-9 0,12 0-7 0,-12 0-13 0,13 0-2 0,-13 0-6 0</inkml:trace>
  <inkml:trace contextRef="#ctx0" brushRef="#br0">1052 3616 16 0,'0'0'0'0,"0"0"9"0,0 0 1 0,0 0 6 0,-11 0-2 0,11 0-1 0,0 0-1 0,0 13-4 0,0 11 0 0,0 0-4 0,0 13-1 0,0-2-3 0,0 14-1 0,0-13-9 0,0 1-12 0,0-13-16 0,11 0-1 0</inkml:trace>
  <inkml:trace contextRef="#ctx0" brushRef="#br0">1282 3798 29 0,'0'0'7'0,"0"12"-2"0,0-12 7 0,-12 24 4 0,-1-11-8 0,2 23-5 0,-2 0-5 0,2-13-6 0,0 15-11 0,-3-14 0 0,2-1-11 0</inkml:trace>
  <inkml:trace contextRef="#ctx0" brushRef="#br0">1452 3762 56 0,'0'0'0'0,"0"0"15"0,0 0-14 0,-13 0 30 0,13 12-20 0,0 12-5 0,0 0-4 0,-11 13-1 0,11-1-3 0,0 0-5 0,0 1-14 0,0-13-19 0,-13 11-9 0</inkml:trace>
  <inkml:trace contextRef="#ctx0" brushRef="#br0">1572 3664 25 0,'0'0'7'0,"0"0"24"0,0 0-7 0,0-11-9 0,0 11-9 0,0 0 0 0,12 0-1 0,2 0 0 0,-3 11-2 0,0-11 0 0,14 13 1 0,-13-1-1 0,0 13 2 0,-12-1 2 0,0 0-7 0,0-12 1 0,-24 12-2 0,-1 25-1 0,25-37 0 0,13 0 3 0,-1 12 0 0,12-12 0 0,25 12 8 0,-37 1-3 0,-12-1 3 0,-25 36 2 0,1-36-7 0,0 13-2 0,-13-13-1 0,26 0 0 0,0-13-3 0,-3 2-4 0,14-2-19 0,0-11-99 0</inkml:trace>
  <inkml:trace contextRef="#ctx0" brushRef="#br0">24844 5696 68 0,'0'0'0'0,"11"-24"25"0,2 13-12 0,-13-2 7 0,-13 13-10 0,2 0-6 0,-50 24 0 0,1 13-2 0,-25 0-1 0,0 11 0 0,-11 12 1 0,22-23 0 0,-58 35 3 0,47-35 1 0,0-1 2 0,13-13-4 0,12-10 0 0,24-2-2 0,-25 13-12 0,49-24-23 0,12 0-29 0,0 0 1 0</inkml:trace>
  <inkml:trace contextRef="#ctx0" brushRef="#br0">23465 6242 32 0,'0'-13'11'0,"12"0"-1"0,0 2 6 0,0-26 3 0,-12 26-4 0,0-2-4 0,0-10-2 0,-12 9-2 0,-24 3-1 0,11-2-1 0,-23 13-1 0,-12 0 0 0,11 13-1 0,2 24-1 0,-3-2 0 0,15 2-1 0,10 11 0 0,13-11-1 0,0-1 0 0,12-24 1 0,24 12 2 0,1-11 0 0,-3-13 0 0,16 0 0 0,9-13-1 0,-10-11-1 0,0 0-1 0,-13 11 1 0,-12-22 0 0,0 11-1 0,0-2 1 0,-12 15-1 0,0 11 1 0,0 11-2 0,0 15 1 0,12 9 2 0,0-11-1 0,12 13 2 0,1-25-1 0,-1 0 0 0,12 1-1 0,-12-13-1 0,13 0-1 0,11 0-27 0,-12-25-58 0,-24 25 33 0</inkml:trace>
  <inkml:trace contextRef="#ctx0" brushRef="#br0">30468 6496 31 0,'0'0'0'0,"-12"-13"22"0,12 13-5 0,0-13 1 0,0 2-1 0,24-13-1 0,23-12-2 0,27-13-1 0,11-11 0 0,-13 23 0 0,25-11-7 0,25-24-5 0,10 11-1 0,-23-11-1 0,-12-1 1 0,-13 12-1 0,-23 1 1 0,-13 24 1 0,-24 12-1 0,-12 11 0 0,-12 1 0 0,0 0-1 0,13 12 0 0,-26 0-36 0,13 12-93 0</inkml:trace>
  <inkml:trace contextRef="#ctx0" brushRef="#br0">31980 5625 34 0,'0'0'4'0,"0"-12"5"0,12-1 1 0,0-11 3 0,-12 0 0 0,12 0-4 0,-12 0-2 0,0 0-4 0,-24 24-2 0,0-13 0 0,-13 13 0 0,-11 13-1 0,12 11 1 0,-1 0-1 0,13 11-1 0,0-22 2 0,11 36 0 0,2-26 2 0,11 1-1 0,11 0 0 0,13-11 0 0,1-13 0 0,0 0-2 0,11-13 1 0,-12 2-1 0,12-13 1 0,-11 0 0 0,11 12-1 0,-36-26 1 0,24 27-1 0,-24 11 0 0,0-13-1 0,0 26 1 0,0-2 0 0,0 15 2 0,0 9-1 0,12 2 1 0,1-1-1 0,9 0 1 0,-9-12-3 0,24 1-14 0,-2-25-45 0,-22 0 20 0</inkml:trace>
  <inkml:trace contextRef="#ctx0" brushRef="#br0">32391 5080 34 0,'0'0'12'0,"0"0"4"0,0-13-4 0,0 2 3 0,12-2-1 0,-12 13-3 0,0 0-1 0,0 13-2 0,0-2-3 0,0 27-2 0,0-15 0 0,0 14-3 0,0-2 0 0,0 15 0 0,0-26 0 0,-12 24-22 0,12-36-26 0,-12 0-15 0</inkml:trace>
  <inkml:trace contextRef="#ctx0" brushRef="#br0">32258 5091 42 0,'0'0'0'0,"-12"0"13"0,36-35 56 0,24 22-50 0,1 2-6 0,22-1-5 0,3 12-6 0,-14-12-2 0,1 12-6 0,-25 0-32 0,-24 0-67 0</inkml:trace>
  <inkml:trace contextRef="#ctx0" brushRef="#br0">27118 3024 23 0,'0'0'0'0,"-13"-36"10"0,13 12-1 0,-13-14 4 0,2 15 3 0,-2-1-1 0,13 12-2 0,0 0-3 0,0 12 0 0,-11-12-3 0,11 12-3 0,0 12-3 0,0 12 0 0,0 12 0 0,0 13 2 0,-11-2-2 0,11 27 1 0,-13 9 1 0,13 15 0 0,-12 35-1 0,12-12-2 0,-12-1 1 0,12 2-2 0,0-1 1 0,0-12 0 0,0-12 1 0,12-2 2 0,0-10 0 0,1-11 0 0,-13-14 1 0,0 1 0 0,0-13 0 0,-13 11 1 0,13 2 0 0,-12-13-2 0,12 13-2 0,-12-24 1 0,12-1-1 0,0-12 1 0,0-24 0 0,0 0 1 0,0 0-1 0,-12 0-1 0,0-24-8 0,-1 0-17 0,2-1-43 0,11 14-16 0</inkml:trace>
  <inkml:trace contextRef="#ctx0" brushRef="#br0">26694 2298 20 0,'0'13'4'0,"0"-13"5"0,0 11 3 0,0-11 4 0,0 13 0 0,0-13 0 0,0 0-1 0,0 12 3 0,0-24-4 0,0 12-4 0,11-24-4 0,-11 11-2 0,13-120 7 0,-1 72-9 0,2 14-1 0,-14-2 0 0,11-11 0 0,0 11 0 0,2 25 0 0,-13 12 2 0,11 0-3 0,-11 12 0 0,0 0 1 0,13 12-1 0,-13 24 0 0,36 108 0 0,-36-107 1 0,12 11-2 0,1-24 1 0,-1 2-1 0,-12-15 2 0,0 2-1 0,12-13 0 0,-12 0 1 0,12-13-1 0,0-11 1 0,61-109-1 0,-49 85-1 0,-12 12 1 0,0-2 0 0,1 15 0 0,-2-1 0 0,0 12-1 0,-11 12 1 0,0 0 0 0,0 0 1 0,0 24-1 0,13 0 1 0,-13 25-1 0,0-2 3 0,0 1-1 0,11 2 1 0,-11-2-1 0,13 0-1 0,0-11 1 0,-13-1 0 0,24 0-1 0,-24-12-3 0,11-11-6 0,-11-1-18 0,13 0-24 0,-13-12-47 0</inkml:trace>
  <inkml:trace contextRef="#ctx0" brushRef="#br0">27384 2311 43 0,'0'0'0'0,"-12"-25"21"0,12 25-2 0,0-12 3 0,0 12 2 0,12 0-19 0,0 0 0 0,0 24-2 0,0-11 1 0,1 23-1 0,-2-12 1 0,0 11-1 0,-11-9 0 0,0-2-1 0,0 0 2 0,0-12 1 0,-11 0 1 0,11-12 0 0,-11 0 0 0,11 0-1 0,-13 0-2 0,13-24-1 0,0 12-1 0,0-24 0 0,24 10-1 0,-13-9 0 0,14-1-1 0,0-1 2 0,-1 25 0 0,-13 0 1 0,2 0 2 0,11 0-1 0,-12-1 0 0,0 13 0 0,0 0-1 0,0 0-1 0,1 0 0 0,-13 0-1 0,0 0-10 0,0 0-29 0,0 13-100 0</inkml:trace>
  <inkml:trace contextRef="#ctx0" brushRef="#br0">24977 7391 6 0,'0'0'0'0,"0"-13"12"0,12 13-4 0,-12-12-2 0,0 12 1 0,0-12 2 0,12 0 4 0,-12 0 3 0,0 12 1 0,0-13-2 0,0 2-3 0,0 11-3 0,0 0-6 0,0 24-2 0,0-12 1 0,0 24-1 0,0 1 2 0,0-1-1 0,12-1 0 0,-12 3 0 0,12-2 0 0,-12-12 0 0,12 0 0 0,-12-13 0 0,0 2 1 0,0 0 2 0,0-13-1 0,0 0 6 0,13 0-32 0,-13 0-103 0</inkml:trace>
  <inkml:trace contextRef="#ctx0" brushRef="#br0">28920 19849 255 0,'0'0'0'0</inkml:trace>
  <inkml:trace contextRef="#ctx0" brushRef="#br0">24904 7669 19 0,'0'0'0'0,"-12"0"17"0,12 0-10 0,12 0 29 0,-12 0-16 0,12-12-8 0,0 12-2 0,0 0-2 0,0-12 1 0,1 12-2 0,-1-13-1 0,-12 0-1 0,0 2-1 0,0 11-2 0,0-13-1 0,-12 2 0 0,-1 11-1 0,1-12 1 0,-12 12-1 0,0 0 0 0,0 12 0 0,-11 12 0 0,9-13 1 0,2 27-1 0,11-15 0 0,2 1 0 0,0-11 0 0,22 11 1 0,0-24 1 0,13 12 2 0,15-12 1 0,-4 0 1 0,1-12 0 0,12-1-1 0,-11-11-2 0,-25 13-1 0,0 11-1 0,-12-13-4 0,0 13-18 0,-36 13-110 0</inkml:trace>
  <inkml:trace contextRef="#ctx0" brushRef="#br0">31520 7463 19 0,'0'0'10'0,"12"-12"7"0,-12 0 3 0,12 0 8 0,1-13-9 0,-13 14-6 0,12-2-3 0,-12-11-4 0,0 12 0 0,0-13-2 0,-12 14 1 0,-1-13-2 0,-23 11-1 0,12 13-1 0,-24 0 0 0,-2 0 0 0,15 0 0 0,-1 24-1 0,11-11 0 0,14 11 0 0,11 0 1 0,0-12-1 0,22 0 1 0,4 1 1 0,9-13 0 0,2 0 0 0,0-25 0 0,-2 1-1 0,2-12-1 0,-13-1 0 0,-12 0 1 0,1-11 1 0,-1 1 0 0,0-15-1 0,-12 15-1 0,-12 23 1 0,12-1-1 0,-12 25 0 0,-1 11 2 0,1 27 0 0,-12-2-3 0,24 23 0 0,0 2 2 0,0 0 0 0,12 11-1 0,12-47 0 0,-11-1 2 0,11-12-1 0,0 1-2 0,24-2-43 0,-24-11-69 0</inkml:trace>
  <inkml:trace contextRef="#ctx0" brushRef="#br0">25206 9349 26 0,'0'0'6'0,"14"-24"8"0,-14 13 0 0,0-2 4 0,0 2-2 0,-14-15-8 0,14 15-4 0,-12-2-2 0,-12 2 0 0,-11 11-1 0,10 0 1 0,-13 24-1 0,16 0 0 0,-15 13 0 0,25-2-1 0,0 2 0 0,12-13 1 0,0-11-1 0,12-2 2 0,12 2 0 0,-12-26 2 0,23-11 0 0,3-12-3 0,-13 0 1 0,10-1-1 0,-11-11 0 0,-12-13-1 0,2 24 1 0,-3-11-1 0,-11 1 1 0,0 23-1 0,-11 10 0 0,11 14 1 0,-14 26 0 0,2 10 1 0,-12 11 1 0,24 14 2 0,-13 0-2 0,13 0-1 0,25-13 0 0,13 0 0 0,-3-24-1 0,25-11-3 0,13-1-38 0,-13-12-48 0</inkml:trace>
  <inkml:trace contextRef="#ctx0" brushRef="#br0">28786 9507 23 0,'0'0'3'0,"0"-12"3"0,13 0-2 0,-13 0 3 0,0 0 0 0,-13-37 2 0,-11 49-6 0,12-12 1 0,-48 12 0 0,12 25-2 0,11-1-1 0,13 0-1 0,0 12 1 0,12 1-2 0,0-13 1 0,12-12 1 0,37 0 4 0,-13-12-2 0,11-12-1 0,2-12 0 0,-2-1 0 0,-10-23 0 0,11-97 0 0,-36 97-2 0,0-13 1 0,-12 24 0 0,12 26-1 0,0-1 1 0,-12 12-2 0,12 23 3 0,0 14 3 0,-12 24 1 0,24-13 0 0,-12 24-2 0,12-11-1 0,-12 12-5 0,25-13 1 0,-1 0-18 0,12-12-63 0</inkml:trace>
  <inkml:trace contextRef="#ctx0" brushRef="#br0">26961 11272 37 0,'-25'-11'35'0,"25"22"-30"0,-12 39 11 0,12 34 8 0,12-35-19 0,-12-1-1 0,12-12 1 0,-12-12 0 0,0-11 2 0,13-1 1 0,-13-12 10 0,0 0-10 0,0-12-7 0,0-14 0 0,0 15-1 0,-37-25-1 0,13 12 0 0,0 24 0 0,-13 0 1 0,1 24 0 0,12-12 1 0,11 12 1 0,2-13 1 0,11 15 0 0,0-14 0 0,24 0 1 0,12-12-3 0,0 0 0 0,13 0-7 0,-1 0-43 0,-11 0-60 0</inkml:trace>
  <inkml:trace contextRef="#ctx0" brushRef="#br0">31883 11600 7 0,'0'0'6'0,"0"0"4"0,0 0-2 0,24-12 19 0,-24 0-7 0,0-1-2 0,12 13-1 0,-12-13-2 0,0 2-1 0,-12-1-6 0,12 12-2 0,-24-12-3 0,0 12-2 0,-1 0 0 0,-11 0-1 0,11 12 1 0,1 0-1 0,-11 12 0 0,23-11 0 0,12-1 1 0,0 0 1 0,0-12-1 0,25 12-1 0,-3-12 1 0,2 0 0 0,13-12-1 0,-13-12 1 0,1-2 0 0,47-94 3 0,-72 60-5 0,25 12 3 0,-25-2-1 0,0-9 3 0,0 47-3 0,-25 12 0 0,13 23 0 0,-12 1 0 0,0 74-1 0,12-50 0 0,24 0 1 0,-12 1 0 0,36-13 1 0,-24-13-2 0,37-10 0 0,23 0-77 0,-48-1-17 0</inkml:trace>
  <inkml:trace contextRef="#ctx0" brushRef="#br0">17502 14116 33 0,'-13'0'22'0,"13"-14"-8"0,0 14 1 0,0-11 5 0,13 11-2 0,-13-12-5 0,11 0-3 0,2 0 2 0,-1 12-2 0,0 0-2 0,0 0-3 0,-12 0-4 0,12 24 0 0,0 13 1 0,-12-13-2 0,13 23 1 0,-13-10-1 0,0-12 1 0,0 11-1 0,0-12 1 0,0-13 0 0,0 2 2 0,0-13 0 0,-13 0 1 0,13 0-2 0,0-13 0 0,-12-11 0 0,12-11-2 0,0-2 0 0,25 0 1 0,-13 2-1 0,24-1 0 0,-12 11 0 0,13 13 0 0,-13 0 0 0,0 12 0 0,-11 0 0 0,-13 0-1 0,11 0-1 0,-11 12-35 0,0 0-91 0</inkml:trace>
  <inkml:trace contextRef="#ctx0" brushRef="#br0">25714 15614 31 0,'0'0'10'0,"-12"0"-6"0,24 0-3 0,-12 0 13 0,13-11-3 0,-1 11-7 0,-12-12 0 0,12-24 24 0,-24 11-21 0,12 14-2 0,-12-14-2 0,-1 13 0 0,1 12-2 0,-12 0 0 0,0 0-1 0,-1 12 1 0,14 13-1 0,-13 11 0 0,11-12 0 0,26 37 1 0,0-49 0 0,-2 0 2 0,25-12 1 0,-24-12-2 0,24-37 0 0,-11 13-1 0,-1-49 0 0,0 37-1 0,-24 0 0 0,12-13 0 0,-12 13 0 0,0 11 0 0,0 24 2 0,0 13 0 0,0 0-1 0,-12 38 3 0,12-2 1 0,-12 12 1 0,12 0-2 0,0 0-1 0,0 1-2 0,12-13 0 0,0-11-2 0,0-1-2 0,24-12-31 0,-11 0-81 0</inkml:trace>
  <inkml:trace contextRef="#ctx0" brushRef="#br0">26318 15591 8 0,'0'0'10'0,"-11"0"-2"0,0 0 23 0,-13 0-17 0,-1 0-1 0,-11 0 14 0,23 0-14 0,13 0-2 0,0 0-7 0,24 0 1 0,1 0 2 0,24 0-2 0,12 0-1 0,10 0-2 0,14 0-1 0,96 0 1 0,-96 0-2 0,-13 0 0 0,-23 0 0 0,-37 0 1 0,-12 0 5 0,-12-12 0 0,0 12-4 0,-25 0-1 0,1 0-1 0,11 0 0 0,14 0 0 0,-2 0 0 0,2 0 0 0,11 0-1 0,11 0 0 0,-11 12 1 0,13-12-1 0,-13 0 1 0,0 0 1 0,0 0-2 0,-13 0 1 0,2 0 0 0,0 0 0 0,-3 0 0 0,2-12 0 0,-1 12 0 0,2 0 0 0,0 0 0 0,11 0 0 0,0 0 0 0,0-12 0 0,0 12 0 0,0 0 0 0,0 0-1 0,-13 0 0 0,-11 0 0 0,0 12 1 0,0 0 1 0,0-12-1 0,11 0 0 0,13 0 1 0,0 0 0 0,0 0 0 0,13-12-1 0,-2 0 0 0,2 0 0 0,-1 0 0 0,-12 12 0 0,0 0 1 0,0 0-1 0,0 0-1 0,12 0 1 0,0 0 0 0,13 12 0 0,21-12 1 0,4 0-1 0,22 12-1 0,13-12 1 0,36 12-1 0,-12-12 0 0,12 12 0 0,0 0 0 0,-13-12 0 0,-11 0 0 0,-12 11 1 0,-13-11 0 0,-35 0 0 0,-13 0 1 0,-11-11 0 0,-2 11 0 0,-11 0 2 0,0 0-2 0,0 0-1 0,0 0 0 0,0 0 2 0,0 0-2 0,0 0 0 0,0 0 0 0,11 0 0 0,14 0-1 0,0-12 2 0,-12 12-2 0,9 0 1 0,-22 12 0 0,13-12 0 0,-13 11 0 0,0 2-1 0,-13 0 2 0,13-1-1 0,-11 0 1 0,0-12-1 0,-2 0 1 0,1 0 0 0,12-12 0 0,-13-13-1 0,26 1 0 0,-1 0 0 0,12 0 0 0,-13 12-1 0,14-1 0 0,-13 13 1 0,-12 0-1 0,12 13 1 0,-12-1 0 0,0 24 0 0,-12-24 0 0,12 25 0 0,0-37 0 0,0 24 0 0,-12-24 0 0,12 0 0 0,12 0 1 0,-12 0 0 0,24-12-1 0,-12 0-1 0,13-1 1 0,11 0 0 0,12 13-2 0,13-11 1 0,11 11-1 0,13-12 3 0,24 12-1 0,25 0-1 0,10-12 1 0,1 12-1 0,-1 0 1 0,-10 12 0 0,-12-12 0 0,-37 0 0 0,-13 0 0 0,-24 0-1 0,-12 0 2 0,-36 0 0 0,0 0-1 0,0 0 0 0,0 12 0 0,0-12-1 0,0 0 2 0,0 0-1 0,0 0 0 0,12 0 1 0,-12 0-1 0,0 0 1 0,0 0-1 0,0 0 1 0,12 0 0 0,-24 0-1 0,12 0 0 0,0 0 0 0,0 0 0 0,0 11-2 0,0-11 2 0,12 13-1 0,0-13 2 0,-12 13-1 0,0-13 0 0,0 0 1 0,-12 0 0 0,12 0 1 0,-12-13-1 0,12 13-1 0,0-13 2 0,0 13-1 0,0-11-1 0,12-1 1 0,0 12-1 0,13 0-1 0,-13 0 0 0,0 0 0 0,-12 12-1 0,0-1-2 0,-24 15-29 0,-1-2-96 0</inkml:trace>
  <inkml:trace contextRef="#ctx0" brushRef="#br0">28726 14865 44 0,'0'0'0'0,"-25"-49"16"0,25 38-13 0,0-2 4 0,0 13 7 0,13 0-6 0,-1 24 0 0,12 13-2 0,1 24-2 0,-1 11 0 0,-24 13 4 0,12 24 0 0,0 12 0 0,-12 36-2 0,0-1-3 0,0 3 0 0,-12-2-1 0,12 0-1 0,-12-12 1 0,12 12 1 0,-13-11-2 0,2-1 0 0,-2-24 1 0,1-25 0 0,0 25-1 0,12 0 0 0,-12-1 0 0,0-11 0 0,12-24 0 0,0 0 0 0,-13-24 1 0,13-37-2 0,0 12 0 0,0 1 0 0,0-13 0 0,13 11 0 0,-13-22 0 0,0-2 0 0,0 2 0 0,0-13 0 0,0 13 0 0,0-13-1 0,0 0-4 0</inkml:trace>
  <inkml:trace contextRef="#ctx0" brushRef="#br0">28932 17805 39 0,'0'0'0'0,"0"0"57"0,-12 0-33 0,12-13-8 0,-12 13-7 0,0 0-4 0,-12 0-1 0,-13 13 0 0,1-1 2 0,-13 0-1 0,13-1-4 0,-12 13 1 0,-2-11-1 0,15-2-1 0,-1 14 2 0,61 0 0 0,21-14-1 0,4-11-1 0,-2 13 0 0,0-2 0 0,1 2 0 0,-25-1 0 0,-12 0 0 0,-12 12 0 0,-24 13 0 0,-24-13 1 0,-26 0 0 0,15 12-1 0,-26 1 2 0,37-13-2 0,23-12 1 0,25 0-1 0,37-1 0 0,36-11 0 0,12 0-15 0,35-11-74 0,-84 11 30 0</inkml:trace>
</inkml:ink>
</file>

<file path=ppt/ink/ink22.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4-10T11:54:5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32560 8951 5 0,'-12'0'34'0,"12"-12"-20"0,-12 0-1 0,-1-1 7 0,13 1-15 0,0 12 0 0,0-12 4 0,13 12-7 0,-13 0 0 0,24 0-1 0,-12 12 1 0,13-12 0 0,11 12 1 0,0 13-1 0,1-1 0 0,35 35-3 0,-36-21 0 0,1-14-1 0,0 23 2 0,-15-9-1 0,3-2 3 0,24 60 2 0,-38-35 0 0,-11-13 0 0,-11 13 0 0,0-1-1 0,-15 13-1 0,14 0 0 0,-24-14-2 0,25 15 0 0,-14-2 0 0,1 1 0 0,10-13 0 0,3 13 1 0,-13-1-1 0,12 0 0 0,12 2 1 0,0-15-1 0,0-10 0 0,25 0 1 0,-3-13-1 0,4-12 0 0,22 0 1 0,-12 1-1 0,13-13 0 0,-1 12 1 0,-12 0-1 0,-11-13 0 0,-1 13 0 0,-24 2 1 0,0-2-1 0,-24 24 1 0,-13 0-1 0,-11 0 1 0,0 13 0 0,-2 0-1 0,15-1 1 0,-1 1 0 0,0-13 0 0,23 13-1 0,1-13 1 0,0 13 0 0,12 11 0 0,0-11 0 0,12 11-1 0,0 1 1 0,12 95 0 0,-13-83 0 0,3 12 0 0,-2 0 0 0,25 85 0 0,-15-62 0 0,-22-59-1 0,13 48 1 0,-13-49-1 0,-13 36 1 0,-9-22 0 0,-3-2 0 0,-13-11 0 0,3-1-1 0,-62 61 2 0,49-72-1 0,-11-1 1 0,-4-13-1 0,4-11 0 0,11 2 0 0,-1-15 0 0,-12 2 1 0,49-13-3 0,24 11-1 0</inkml:trace>
  <inkml:trace contextRef="#ctx0" brushRef="#br0">24227 9568 34 0,'0'0'0'0,"-24"-12"48"0,11 12-14 0,1-12-10 0,-12-1-4 0,12 13-4 0,12-13-4 0,0 13-3 0,0 0-2 0,0-11-2 0,12 11-1 0,12 0-2 0,37 0 1 0,0 11-2 0,0-11 0 0,22 13 0 0,14-13-2 0,195 0 1 0,81 0 1 0,-191 0 0 0,-1 0-2 0,-36 0 1 0,-24 0 0 0,-60 0 1 0,-13 0 1 0,-36 0-1 0,-12 0 0 0,-25-13 0 0,3 2-1 0,-27-1 1 0,13 0-2 0,-1-12 2 0,13 12-1 0,12-12 0 0,12 11 0 0,0 1 0 0,73 0 0 0,-37 12 1 0,0 12 0 0,-12 0 0 0,-13 1-1 0,2-2 0 0,-26 14 1 0,-22-1-1 0,-26 0-1 0,-11 0-7 0,23 1-64 0,37-13-20 0</inkml:trace>
  <inkml:trace contextRef="#ctx0" brushRef="#br0">32101 10511 13 0,'0'0'8'0,"-12"-12"17"0,12 0 3 0,0-12-2 0,-12-13-6 0,12 13-4 0,0 0-2 0,-13 0-2 0,13 11-4 0,0 2-4 0,0-2-2 0,0 26 7 0,0 11-4 0,0 12 0 0,0 24 1 0,0 122 0 0,0-62-4 0,0 14-2 0,-13 11 0 0,2 11 0 0,11 14-1 0,-24-12 1 0,0-14 1 0,-12 123 0 0,11-158 0 0,1-12-1 0,12-26 1 0,0-10-1 0,-12-13 1 0,12-22 0 0,-12-2 0 0,11-13 0 0,1-11 0 0,0-24-2 0,12 0 2 0,0-24-1 0,-13 11 0 0,13-11 1 0,0 0-1 0,0 12 0 0,0-2 0 0,0 27 0 0,0-1-1 0,0 12 1 0,0 37 0 0,0-1 1 0,13-1-1 0,-1-11 0 0,0 14 0 0,1-15 0 0,-2-23-1 0,14 13-13 0,-1-13-57 0,-12-13-12 0</inkml:trace>
  <inkml:trace contextRef="#ctx0" brushRef="#br0">28182 9736 116 0,'-12'-24'11'0,"-12"-11"7"0,24 22-4 0,-24-11-3 0,-13-12 6 0,25 24-11 0,12 12-3 0,0 0-1 0,61 97 4 0,-1-26-7 0,0 14 1 0,13 13 1 0,12 11 0 0,24 24-1 0,12 12-1 0,23 0 1 0,-10 12-1 0,10-13 1 0,-10 2 0 0,-25-25 1 0,-12-1-1 0,-25-11 0 0,-24-24 0 0,-36-12 0 0,13-24 0 0,-25-13 0 0,12-24 0 0,-12 0 1 0,0-12-1 0,0 0 4 0,12-12-3 0,-12-12-1 0,12 12 1 0,0-24-1 0,0 23 0 0,-12-23 1 0,12 11-2 0,-24-10 2 0,12-26-2 0,-12 24 2 0,0 2-1 0,0 9 0 0,0 2 1 0,0 24-2 0,12-11 2 0,0-2-2 0,0 13 1 0,0 0 0 0,12 24 0 0,36 37 0 0,-11-13 0 0,-13 2 0 0,12-15-1 0,-12 14 1 0,0-13 0 0,-24 1 0 0,0-25 1 0,-24 12 1 0,-24-24-1 0,-13 12-1 0,-11-24 1 0,23 12-1 0,1 0-1 0,48 0-8 0,0 12-68 0,24-12-9 0</inkml:trace>
</inkml:ink>
</file>

<file path=ppt/ink/ink23.xml><?xml version="1.0" encoding="utf-8"?>
<inkml:ink xmlns:inkml="http://www.w3.org/2003/InkML">
  <inkml:definitions>
    <inkml:context xml:id="ctx0">
      <inkml:inkSource xml:id="inkSrc0">
        <inkml:traceFormat>
          <inkml:channel name="X" type="integer" max="2" min="-2" units="cm"/>
          <inkml:channel name="Y" type="integer" max="2" min="-2"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7-12T18:16:32"/>
    </inkml:context>
    <inkml:brush xml:id="br0">
      <inkml:brushProperty name="width" value="0.1" units="cm"/>
      <inkml:brushProperty name="height" value="0.1" units="cm"/>
      <inkml:brushProperty name="color" value="#e71224"/>
    </inkml:brush>
  </inkml:definitions>
  <inkml:trace contextRef="#ctx0" brushRef="#br0">18927 8264 0 0 0,'0'0'0'0'0</inkml:trace>
</inkml:ink>
</file>

<file path=ppt/ink/ink24.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4-10T11:54:5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2637 16099 8 0,'0'0'7'0,"0"0"19"0,0-12 3 0,0 12-6 0,12 0-9 0,-12-12-4 0,0 0-3 0,12 12 0 0,-12 0-1 0,13 0-2 0,-13 0-1 0,0 0-1 0,0 0-1 0,0 12 0 0,0 0 1 0,-13 24-1 0,13-25 0 0,-12-11 2 0,12 0 0 0,-12 14 1 0,0-28-1 0,12 14-1 0,-12-23 0 0,12-1-1 0,0 12-1 0,0 0 0 0,12 0 0 0,12 0 0 0,-12 12 0 0,23 0 0 0,-22 12 0 0,-1 0 0 0,2 0 0 0,-14 12 0 0,0-12 1 0,-14 0 0 0,-11-1 1 0,3 3 1 0,-3-14-2 0,-11 0 3 0,23-14-3 0,13-9-1 0,0 23-8 0,13-24-23 0,23 12-94 0</inkml:trace>
  <inkml:trace contextRef="#ctx0" brushRef="#br0">3424 15881 36 0,'-13'-25'32'0,"13"25"-22"0,0 0 2 0,-12 13-1 0,0 24-2 0,12 11-3 0,0 0-1 0,0 1-1 0,0-1 0 0,0 1-2 0,0-13 0 0,0-1-2 0,0-22 1 0,0-13 3 0,0 0 5 0,0 0-2 0,0-24-4 0,0-12-1 0,0-13-1 0,0-11 0 0,12-1-2 0,0 0 2 0,1-11 0 0,-2 0 0 0,2 22-1 0,-2 26 1 0,-11 13-1 0,11 11-1 0,2 0 1 0,0 35 0 0,11 3 0 0,0 22 0 0,-13 1-1 0,14-1 1 0,-13 0 1 0,0 1-1 0,0-25 0 0,13-25 0 0,-25 3 0 0,0-14 2 0,12 0 2 0,-12-37-2 0,24 1-1 0,-12 0-1 0,12-13 0 0,0 0 1 0,-11-11-1 0,11 0 1 0,-12-1-1 0,13 13 0 0,-3 12 0 0,-9 24 0 0,-13 0 0 0,11 24 0 0,2 60 0 0,-13-23 1 0,13 83-1 0,-13-71 1 0,13 0 0 0,-2 60-1 0,0-73-6 0,2-13-12 0,-1-11-17 0,0 2-63 0</inkml:trace>
  <inkml:trace contextRef="#ctx0" brushRef="#br0">4463 16002 76 0,'0'-24'12'0,"-24"0"3"0,0 11-3 0,-1 2-1 0,-11 11-3 0,0 0-4 0,-12 24-2 0,23 0-2 0,0 24 2 0,3-11-1 0,9 11-1 0,13 1 0 0,13-25-1 0,9 0 3 0,3-24-1 0,13 0 2 0,-3-12-1 0,-11-12-1 0,12 12 1 0,-24-25-2 0,1 13 1 0,-1 12 0 0,0-12 0 0,-12 24 2 0,0 0-2 0,12 12 2 0,12 47 0 0,13 15-3 0,-25-39-3 0,0 3-10 0,0-26-9 0,-12-1-16 0,0 2-24 0,0-13 40 0</inkml:trace>
  <inkml:trace contextRef="#ctx0" brushRef="#br0">4607 16099 13 0,'13'-12'10'0,"37"-61"53"0,-28 61-39 0,-22 12-8 0,13 0-10 0,-13 0-2 0,12 24 1 0,-12 13-2 0,12-1 0 0,0-1-2 0,-12 3-1 0,12-2 1 0,1-12-1 0,-13 0-1 0,11-13 2 0,-11-11 0 0,13-11 4 0,11-13-4 0,-12-12-1 0,12 0 1 0,13-13 0 0,-13 1 0 0,12 11-2 0,-24 13 1 0,23 0 0 0,-22 24 0 0,0 0 0 0,-1 0 1 0,0 24-1 0,1 13 1 0,-13-1 0 0,11 0-1 0,0-13-1 0,2 15-5 0,-1-14-12 0,24-12-16 0,-23-1-25 0,-2-11 33 0</inkml:trace>
  <inkml:trace contextRef="#ctx0" brushRef="#br0">5298 16075 20 0,'0'-24'26'0,"0"-1"6"0,12 1-8 0,-12 12-5 0,12 12-9 0,-12 0-8 0,12 12 2 0,-12 25-1 0,12-13-1 0,1 0-1 0,9 12-1 0,4-25 1 0,-13 15-1 0,22-26 1 0,-24 0 1 0,14-12 2 0,-25-25 0 0,24 13 0 0,-12-12-2 0,1-1-1 0,-2 13 1 0,-11 0-1 0,13-1 2 0,-13 25 0 0,0 0 1 0,12 25-2 0,0 11-1 0,0 13 1 0,12-1 1 0,-12 13-1 0,0 11 0 0,13 0-1 0,-25 0 0 0,0 2 1 0,0-26-1 0,-25 0 2 0,-11-11 0 0,-12-13-2 0,11-12 0 0,-11-12 1 0,13 0-3 0,22-24-5 0,13 0-15 0,13-12-24 0,22-13-72 0</inkml:trace>
  <inkml:trace contextRef="#ctx0" brushRef="#br0">5853 16123 93 0,'0'0'30'0,"25"0"-13"0,35 0 2 0,1-12-11 0,-24 12-7 0,-13-12-18 0,-12 12-73 0</inkml:trace>
  <inkml:trace contextRef="#ctx0" brushRef="#br0">6713 15688 69 0,'0'0'0'0,"-36"-24"28"0,23 24-18 0,13 0 1 0,-12 24 2 0,0 61 10 0,12-13-15 0,0-11-2 0,12 84 6 0,-12-85-10 0,0 13 0 0,12-14-2 0,-12-21 1 0,0-2 0 0,13-12-1 0,-2-24 0 0,-11 11-1 0,25-11-2 0,35-24-45 0,-35 0-50 0</inkml:trace>
  <inkml:trace contextRef="#ctx0" brushRef="#br0">6411 16075 48 0,'0'0'0'0,"-25"-12"34"0,13 12-22 0,36-12-2 0,25 0 5 0,11-13-4 0,25 13-5 0,11 0-3 0,14 12-1 0,-14-12-1 0,-35 12 0 0,-13 12 1 0,-36 0 0 0,-12 0 4 0,-25 25 1 0,3-1-2 0,-3 0-2 0,0 1-1 0,12-13-1 0,13 11 0 0,63-11 1 0,-4-24-1 0,2 0-1 0,-1-11 0 0,1-13 0 0,-25 12 1 0,-24-12 0 0,-12-14 2 0,-36 15-2 0,-85-25 1 0,48 36-2 0,1 12-4 0,22 0-10 0,39 0-24 0,11 12-76 0</inkml:trace>
  <inkml:trace contextRef="#ctx0" brushRef="#br0">7620 16134 112 0,'0'0'20'0,"48"-11"-11"0,-37 11-8 0,28-12-18 0,-4 12-61 0</inkml:trace>
  <inkml:trace contextRef="#ctx0" brushRef="#br0">8116 16063 63 0,'0'0'17'0,"-11"-12"-5"0,11 12-7 0,0 24 4 0,0 12 2 0,0 1-3 0,0-1-4 0,11-1-1 0,-11-11-2 0,0 14 0 0,0-26 1 0,0-12 2 0,0 0 6 0,0-26-6 0,0 2-3 0,11-47 0 0,2 22-1 0,-2 1 1 0,2-1-2 0,11 1 1 0,13 24 0 0,-26 0 0 0,14 24 0 0,-13 11 1 0,0 14 1 0,0 23 2 0,0 1-1 0,1-13-1 0,-1 13 0 0,-12-13 0 0,24-12-1 0,-24 0-2 0,12-24 2 0,-12 0 1 0,0 0 1 0,12-24-3 0,0-12 0 0,23-2 1 0,-22 3-1 0,24-13-1 0,-13-1-1 0,0 13 1 0,12 11 0 0,-22 14 1 0,8 11-1 0,-9 0 2 0,-13 24 1 0,12 12 0 0,-12 0 0 0,12 13-1 0,-12-13 0 0,12 25-1 0,0-49 0 0,0 36-3 0,12-37-10 0,1 13-16 0,11-10-43 0,-24-14 24 0</inkml:trace>
  <inkml:trace contextRef="#ctx0" brushRef="#br0">9156 16026 47 0,'-12'-24'52'0,"12"0"-32"0,-12 12-5 0,0 12-7 0,-12 0-2 0,-1 0-2 0,-11 12-3 0,0 24 0 0,1 1 1 0,9-1-1 0,14 11 0 0,12-9-1 0,0-2 1 0,12-25-1 0,25 2 1 0,-26-13 0 0,26-24-1 0,-13 12 0 0,0-24 0 0,1 10 1 0,-13-9-1 0,12 23 0 0,-24 0 0 0,12 0 0 0,0 12 1 0,-12 12-1 0,12 0 0 0,-12 12 1 0,24 13-2 0,-13-1-4 0,15-1-18 0,-14-11-43 0,0-24 16 0</inkml:trace>
  <inkml:trace contextRef="#ctx0" brushRef="#br0">9398 16039 51 0,'0'0'0'0,"0"-37"42"0,12 13-23 0,12 12-2 0,-24 12-6 0,12 0-3 0,-12 12-2 0,12 24-2 0,-12 1-1 0,0-1-1 0,0 11-1 0,0-9 0 0,0-2-1 0,-12-12 1 0,12-13 0 0,0 2-1 0,0-13 2 0,12-13 0 0,-12-11-2 0,25 1 0 0,-1-13 0 0,12-1 0 0,-11 1 0 0,35-25-1 0,-24 37 1 0,-25 12 1 0,14 0-1 0,-13 12 1 0,-12 24 2 0,13 0 1 0,0 25 1 0,-13-13-3 0,22 1-2 0,-9-1 0 0,-1-1-2 0,0-11-7 0,0-11-7 0,0-2-7 0,0-11-18 0,0-24-41 0</inkml:trace>
  <inkml:trace contextRef="#ctx0" brushRef="#br0">9991 16039 23 0,'0'-13'36'0,"0"-11"3"0,12 12-14 0,-12 12-11 0,0 12-4 0,13 0-1 0,-13 25-3 0,11-13-4 0,-11 12-1 0,24-13-1 0,-13 15 1 0,14-26-1 0,13-12 1 0,-16 0 0 0,3-12-1 0,-1-12 1 0,0-13 0 0,1 1 1 0,-13 0 0 0,0-1-1 0,0 1 1 0,-12 11 0 0,0-10 0 0,0 22 1 0,0 13 0 0,0 0-2 0,0 0 0 0,0 24-1 0,12 13 1 0,0 11 0 0,-12 1 1 0,0 11-2 0,13 1 0 0,-2-1 0 0,-11 1 0 0,0 11 0 0,13-11 0 0,-13-1 0 0,0-11 0 0,0-1 0 0,-24-12 0 0,-37 1 2 0,24-37 0 0,1-13-1 0,-1-11 0 0,15 0 1 0,9-12-2 0,2-13 0 0,46 0 1 0,1-10-5 0,49-2-13 0,61-13-126 0</inkml:trace>
  <inkml:trace contextRef="#ctx0" brushRef="#br0">11382 16026 16 0,'12'-12'23'0,"0"0"8"0,12-12-5 0,0 12-12 0,-12 12-7 0,12 0-5 0,1 0 0 0,-25 24 0 0,24-12 1 0,-12 25 0 0,1-1-1 0,-13-12-1 0,0 11 0 0,0-21 1 0,0-2 1 0,0 0 6 0,0-12 3 0,-13-24 1 0,13-13-11 0,13 25 0 0,-13-24-1 0,22 12-2 0,3-1 1 0,24-23-3 0,-25 36-7 0,0 12-10 0,12 0-16 0,-11 12-33 0,-1 0 38 0</inkml:trace>
  <inkml:trace contextRef="#ctx0" brushRef="#br0">11926 16111 20 0,'0'0'31'0,"25"-12"-5"0,-3-12-4 0,3 12-4 0,13-12-6 0,-16-1-5 0,3 13-3 0,-13 0-1 0,0 0-2 0,-12 0 1 0,-36 0-2 0,-37 36-1 0,1 24 3 0,60 13 0 0,49-14-1 0,48 3-2 0,35-26-10 0,-11-36-14 0,-49-36 11 0,-36 11 15 0,-13-35 5 0,-11 35 3 0,0 1 2 0,0 11 1 0,-11 14-1 0,11 11-2 0,0 0-3 0,0 0-2 0,0 11-2 0,0 2 0 0,0 11-1 0,0 12 0 0,0 1-1 0,11 23 1 0,2 1-1 0,0 71-1 0,0-60 0 0,-13-11 2 0,-13-24-2 0,13-13 1 0,-13-12 0 0,13 0 0 0,-13-12 2 0,13 0 0 0,0-12-1 0,-11 0 0 0,0 0 0 0,-2-13-1 0,1 1 0 0,0-11-3 0,0-15-1 0,12-9 1 0,0-15-3 0,0 3 1 0,12-2 0 0,12 12 2 0,24 13 3 0,-11 36-1 0,11-1 1 0,0 13 1 0,1 13 2 0,-13 11 0 0,-12 12 0 0,-12-11-1 0,1 11 1 0,-26-12 0 0,-23 0-1 0,0 1-1 0,-25-13 0 0,1-12-3 0,12 12-11 0,11-24-19 0,26 12-67 0</inkml:trace>
  <inkml:trace contextRef="#ctx0" brushRef="#br0">12747 16039 68 0,'0'0'13'0,"0"24"-9"0,26-12 2 0,-26 24 2 0,0-13-2 0,13 3-3 0,-13-2-1 0,0-12-1 0,0-12 7 0,0 0 3 0,0 0-3 0,-13-24-2 0,13 12-1 0,0-25-2 0,0 1 0 0,13 0-2 0,-2 11-1 0,13 1 0 0,-13-12-1 0,26 36-9 0,-13 0-9 0,13 0-15 0,-1 36-25 0,-12-24 26 0</inkml:trace>
  <inkml:trace contextRef="#ctx0" brushRef="#br0">13088 16160 7 0,'0'0'24'0,"0"0"16"0,11 0-15 0,13-12-11 0,1-2-6 0,0 3-3 0,-3-13-2 0,27-12 0 0,-49 12-2 0,0-1 1 0,-12 1-2 0,-36 12 1 0,24 0 1 0,-48 24 4 0,59 24-5 0,1-11-1 0,12 11 2 0,12-12-1 0,12 11 0 0,11-21 0 0,4 10 0 0,8-24 0 0,13 0-1 0,-23 0 1 0,-1-24-1 0,-12-13 1 0,1 1 0 0,-13 12-1 0,24-1 1 0,-11 1 0 0,-3 24-1 0,16-12 0 0,34 36-1 0,-48 1 0 0,1-1 2 0,-25 12 0 0,0-24 0 0,-25 11 1 0,1-9 0 0,-12-2-1 0,0 0 1 0,-2-12-2 0,27 0 1 0,0 0-1 0,11 0 0 0,0-12 0 0,11 12 0 0,38 0-2 0,11 0-2 0,-12 0 2 0,1 0 1 0,11 0-1 0,-11-12 0 0,12-2 2 0,-1-33 1 0,-35 23-1 0,-14-25 5 0,-22 25-4 0,-26 12 1 0,11 0-1 0,-9 12-1 0,11 0 1 0,0 24-1 0,12 0-1 0,0 13 0 0,12-1 2 0,12 0-1 0,48 13 0 0,-12-37 0 0,-11-12 1 0,-2 0 0 0,-10-12-1 0,35-49 2 0,-35 37-2 0,-1-12 1 0,24-13 0 0,-35 37-1 0,11 12 1 0,-12 0-2 0,12 24 1 0,-24 1-1 0,12-1 2 0,-12 0 1 0,13 12-2 0,-13-11 1 0,0-13-1 0,11 0 0 0,0 0 1 0,2-12 1 0,37-36 0 0,-15 22-1 0,1-9-1 0,-11-13 1 0,11 12-1 0,-24 24 0 0,-12 0 0 0,0 12 0 0,12 24 0 0,-12-12 0 0,12 1-1 0,12-13 1 0,1 12 1 0,-1-12-1 0,12-12 0 0,0 0 1 0,1-12-1 0,-13-12 1 0,11-13 0 0,-22-11-1 0,11 12 0 0,-12-13 0 0,0-11 1 0,1-1 0 0,-13 0-2 0,11-11 1 0,-11 36 0 0,0 12 1 0,0 12-1 0,0 24 1 0,-11 12 1 0,11 23 0 0,-13 3-1 0,13-2 1 0,-12 13-2 0,12-13 0 0,0 0 0 0,0 1 2 0,0 34-2 0,12-57 0 0,-12-14-2 0,0-12-4 0,0 0-4 0,0 0-12 0,-12-24-11 0,0 10-12 0,-12-21-25 0</inkml:trace>
  <inkml:trace contextRef="#ctx0" brushRef="#br0">14647 16002 8 0,'0'0'0'0,"0"0"36"0,25-24-9 0,11 12-5 0,12 12-5 0,24 0-5 0,1-12-5 0,12 12-2 0,-12 0 1 0,-13-13-1 0,1 13-2 0,-37-11 0 0,-24 11 0 0,-13 11 1 0,-23 14-2 0,0-1-1 0,1 0 0 0,-4 13 0 0,17-13-1 0,9 0 0 0,2 0-1 0,11 1 2 0,11-25-1 0,13 12 0 0,1-24 0 0,11-2 0 0,-1-21 0 0,2-1 0 0,-24 12 0 0,11-1 0 0,0 13 0 0,-12 12 0 0,-12-12 0 0,12 24 0 0,12 12 0 0,-24 1 0 0,12 11 1 0,1-12-1 0,11-1 0 0,-12 15 0 0,0-26-1 0,-12-12 1 0,12 0 0 0,13 0 0 0,-14-24 0 0,26-13-1 0,-13 13 1 0,0-12-1 0,11-13 2 0,2-59 1 0,-24 34-2 0,-13 15 1 0,0 9-1 0,0 15 1 0,0 35 1 0,-13-12 0 0,1 24-1 0,0 12 2 0,-1 11-1 0,13 15 0 0,0 9-1 0,0-9-1 0,0-2 1 0,13-12-1 0,-13 0-1 0,12-11 1 0,-12-13 1 0,12-12 0 0,1 0 0 0,11-12-1 0,24-13 0 0,-12 13-1 0,13 0-2 0,0 12 0 0,-14 12 2 0,-10 13 0 0,-13 11 0 0,1 12 0 0,-13 13 1 0,-25-26 0 0,0 2 1 0,-83-12 4 0,47-39-4 0,13 14-1 0,11-24-1 0,13 0-13 0,11 1-67 0,13 11 21 0</inkml:trace>
  <inkml:trace contextRef="#ctx0" brushRef="#br0">16002 16196 48 0,'0'0'0'0,"-24"-12"40"0,24 12-18 0,12 0 16 0,12 12-32 0,12-12-3 0,1-12-1 0,-25-12 1 0,12-2 1 0,13-21-2 0,-26 11-1 0,14-85 1 0,-13 60-1 0,-12 0 0 0,-12 0 0 0,-2 26 0 0,3 23-1 0,0 0 0 0,-2 12 0 0,-23 59-1 0,24-9 2 0,12 9-1 0,0 15 1 0,12-2-1 0,12-11 0 0,12-1 1 0,13-11 0 0,11-25 0 0,1-1 0 0,11-23-1 0,1 0 1 0,-12-11 0 0,-13-13-1 0,-11-12 0 0,-15-1-3 0,-33-35-2 0,-25 59 3 0,-2 1 1 0,-9 12 2 0,11 25 0 0,12-1 0 0,12 12 1 0,24-1 0 0,12 3 1 0,85 9 0 0,-25-23-3 0,-35-24-4 0,23-11-45 0,-48 11-34 0</inkml:trace>
  <inkml:trace contextRef="#ctx0" brushRef="#br0">17345 15712 47 0,'0'-12'35'0,"12"0"-2"0,13 0-8 0,10 0-1 0,1 0-10 0,0 12-5 0,13 12-5 0,-25 12-2 0,-12 0 0 0,0 11 0 0,-12 15 0 0,-24-15-1 0,0 14-2 0,-12 0 1 0,1-13 1 0,-4 12-2 0,17-23-1 0,22 11-9 0,-13 12-13 0,26-11-44 0,-13-25 4 0</inkml:trace>
  <inkml:trace contextRef="#ctx0" brushRef="#br0">17441 16461 106 0,'0'-11'36'0,"12"11"-17"0,13-13-1 0,-25 2-11 0,0 11-18 0,0 0-127 0</inkml:trace>
  <inkml:trace contextRef="#ctx0" brushRef="#br0">18022 15676 52 0,'0'0'0'0,"-12"-36"41"0,36-1-26 0,0 25-2 0,11 0 0 0,3 0-3 0,9 12-2 0,-10 24-3 0,0-1 0 0,-26 15-1 0,-11-2-1 0,-22 12 0 0,-16-11-1 0,-9 22-1 0,-16 2-2 0,4 0-2 0,35-1-7 0,0-23-8 0,24 11-10 0,12-13-24 0,0 3-1 0</inkml:trace>
  <inkml:trace contextRef="#ctx0" brushRef="#br0">18082 16352 12 0,'0'0'41'0,"0"13"12"0,0-2-18 0,0-11-14 0,0-11-14 0,0-2-7 0,11 13-82 0,3 0 19 0</inkml:trace>
  <inkml:trace contextRef="#ctx0" brushRef="#br0">19595 15688 74 0,'0'-12'27'0,"0"12"-12"0,0 24 1 0,-13-1-7 0,13 27-2 0,-12-2-2 0,12 0 1 0,0 13-2 0,0-13-1 0,0 0-1 0,0 1-1 0,0-13 0 0,0-13-1 0,0-9-1 0,0-14-6 0,-12 0-20 0,12 0-60 0,0-14 48 0</inkml:trace>
  <inkml:trace contextRef="#ctx0" brushRef="#br0">19739 15676 89 0,'0'0'10'0,"-13"0"-6"0,13 24 5 0,13 12 6 0,-13 13-1 0,0-2-7 0,13 2-3 0,0 11-2 0,-2-11-1 0,-11-13-1 0,11 1 1 0,-11-1-1 0,0-12-5 0,-11 1-18 0,-13-13-46 0,11-12 25 0</inkml:trace>
  <inkml:trace contextRef="#ctx0" brushRef="#br0">19619 15978 37 0,'36'0'14'0,"35"-12"-6"0,3 12-4 0,-14 0-8 0,-23 0-23 0,-13 0-3 0</inkml:trace>
  <inkml:trace contextRef="#ctx0" brushRef="#br0">19933 15906 11 0,'0'0'0'0,"0"-13"36"0,0 13-8 0,12-12 0 0,0 12-10 0,0 0-7 0,-12 25-3 0,13-1-3 0,-2 12-2 0,2 12 0 0,-1-11-1 0,-12-1-2 0,24-12 1 0,-12-1 0 0,-12-23 0 0,13 14 2 0,-2-51 6 0,13 13-7 0,0 0-1 0,-11-13-1 0,0-11 1 0,9 11 0 0,-9 13 0 0,-1 13-1 0,0-2 1 0,0 13-1 0,0 13-1 0,0-2 1 0,0 26 1 0,-12-1-2 0,13 0 0 0,-13 13 1 0,0-13 0 0,12-13 1 0,-12-9-2 0,0-14 2 0,0 0 0 0,12-14 2 0,-12-9 1 0,12-13 0 0,0 0-1 0,0-1 0 0,36-35-2 0,-11-2-11 0,0 39-10 0,-26 11-13 0,13 24-30 0,-24-12 24 0</inkml:trace>
  <inkml:trace contextRef="#ctx0" brushRef="#br0">20550 15773 22 0,'0'0'0'0,"-36"-37"35"0,-13 1-8 0,1 12-4 0,-13 0-10 0,-23-1-3 0,-14 1-6 0,-9 12-1 0,-27 12 0 0,-23 0 2 0,12 12 3 0,-134 61 10 0,183-26-15 0,35 27-1 0,49-2-2 0,24-11 1 0,37 11 0 0,46 1-1 0,27-14 1 0,36-9 0 0,-1-15 0 0,24 13-2 0,1-34 1 0,-13-2 1 0,-23-12-1 0,-39-26 0 0,-22-9 1 0,-36-13 0 0,-25-2 0 0,-24-21 1 0,-36-14 0 0,-37 0-1 0,-36 0 0 0,-12 13-2 0,-24 48-11 0,-36 24-39 0,36 24-54 0</inkml:trace>
</inkml:ink>
</file>

<file path=ppt/ink/ink25.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4-10T11:54:5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26403 4984 86 0,'0'0'19'0,"-11"-26"-4"0,11 15 1 0,0 11 0 0,-11 0-8 0,11 0-6 0,0 11 1 0,0 27 0 0,11-2 1 0,0 60 5 0,-11-48-5 0,0 74 2 0,0-61-4 0,0-1 0 0,-11-12 0 0,0 25 0 0,-2-37-1 0,13 1 0 0,-11-13-1 0,11-13 1 0,-14 13 0 0,14-24-1 0,0 13-1 0,-12-13-6 0,12 0-5 0,0 0-5 0,0-13 1 0,-13-11-3 0,13 13-2 0,-11-26 14 0,11 24 15 0,0 13 3 0,0 0 9 0,0 26-11 0,11 22 4 0,2-37-8 0,-1 2-1 0,2-2 1 0,-3 2 1 0,13-13 1 0,-24 0-3 0,11 0-2 0,2-13-2 0,-1 2-8 0,0-2-20 0,0 2-96 0</inkml:trace>
  <inkml:trace contextRef="#ctx0" brushRef="#br0">25968 5237 55 0,'0'0'0'0,"-12"-11"37"0,12 11-25 0,0 0 4 0,0 11 2 0,0 26-13 0,0 11 1 0,0 0-1 0,0 13-2 0,0-12 0 0,0-13-1 0,0 35 0 0,0-45-2 0,0-14 0 0,0-12 1 0,0 0 3 0,0 0-1 0,0-12-1 0,0-1-2 0,0 0 0 0,0 2 0 0,-12-25 0 0,-1 24 0 0,2-12-1 0,-13 12 0 0,0 0 1 0,12 12 1 0,-24 12-1 0,-1 0 0 0,13 12 1 0,0 0 0 0,12 0-1 0,-1 37 4 0,26-37-2 0,-1-13 1 0,12 2 2 0,12-13-1 0,0 0 1 0,1 0-2 0,0-13-1 0,-15 2-1 0,-9-2-11 0,-1 13-45 0,0-11-33 0</inkml:trace>
  <inkml:trace contextRef="#ctx0" brushRef="#br0">27275 4632 6 0,'0'0'11'0,"12"-11"9"0,-12 11 8 0,12 0-6 0,-12 0-8 0,0 0-1 0,0 11-7 0,0-11 0 0,0 13-1 0,0-2 1 0,0-11-1 0,0 13 1 0,0-13-1 0,-12 0-1 0,0 0-2 0,12 0 0 0,-12 0-1 0,12-13 0 0,-12 13 0 0,12-11 0 0,0-2-1 0,0 13 0 0,12 0 0 0,-12 0 1 0,12 0-2 0,0 0 2 0,-12 0-1 0,12 13 1 0,-12-2-1 0,0 2 1 0,0-2 0 0,-12 2-1 0,0-1 1 0,12-12 0 0,-12 0 0 0,12 0 1 0,0 0 1 0,-12 0-2 0,12-12 1 0,0-1-1 0,0 13-1 0,12-11 0 0,-12 11 0 0,0 0 0 0,0-13 0 0,0 26 0 0,0-13 1 0,0 0-1 0,0 0 0 0,0 0 0 0,0 0 3 0,0 0 4 0,0 0-4 0,12-13-3 0,0 2 0 0,12-2 0 0,-12 2 0 0,24-1 0 0,13-13-1 0,11 1 1 0,37 0 2 0,0 0-3 0,-13 12 2 0,1 0-2 0,0 12 1 0,-37 0 0 0,25 0 0 0,-49 0 0 0,0 12-2 0,-24-12 2 0,0 12 1 0,-24-12-2 0,0 0-3 0,12 0-1 0,-25-12-8 0,37 12 5 0,-12-12 3 0,12-12 1 0,0-2 3 0,0 3 0 0,0-1 2 0,0-13 0 0,12 26 1 0,-12-2 1 0,12-11 2 0,-12 24 0 0,0-12-2 0,12 12-1 0,-12 0 0 0,25 12 0 0,-13 12 1 0,0 0-1 0,12 1-1 0,25 34 1 0,-37-33-1 0,12-2-1 0,-24-12 0 0,12 0-7 0,-12-12 2 0,-12 0-6 0,12-12-5 0,-12-12-2 0,12 12-6 0,0-25-4 0,12 1 7 0,-12-1 12 0,12 13 9 0,0-12 10 0,1 36 8 0,-13-12 6 0,0 12-6 0,0 12-7 0,-13 12 0 0,-11 12-2 0,0 13 0 0,-25 48 2 0,25-61-8 0,0 12-2 0,12-23 0 0,0-13-1 0,12-1-2 0,-13 2-14 0,26-13-17 0,-1 0-47 0,-12-13 45 0</inkml:trace>
  <inkml:trace contextRef="#ctx0" brushRef="#br0">28279 4488 60 0,'0'0'0'0,"13"0"33"0,34-12-19 0,2 12 6 0,11 0-10 0,1 12-4 0,0 12-2 0,-2 0-1 0,13 11-3 0,-23-9 1 0,-13 9 1 0,-11-11 0 0,-1-11 0 0,-12-2 4 0,-12 2-1 0,0-13-1 0,0 0 2 0,0 0 0 0,0 0-5 0,0 0-1 0,0 0 0 0,12 0 1 0,-12 0-1 0,0-13 0 0,0 13 0 0,0 0 9 0,0 0-8 0,0 0-1 0,-12 0 0 0,24 0 1 0,-12 0-1 0,0 0 2 0,-12 0-1 0,12 0 0 0,0 0 1 0,0 0-2 0,12-11 1 0,-12 11 0 0,13-13 0 0,11-11-1 0,0 13-1 0,24-1 1 0,-24-13 0 0,61-23 0 0,-13 24 2 0,13-12-2 0,12-2 0 0,-12 27-1 0,-1-13 1 0,-23 24 0 0,-13 0-1 0,-11 0 1 0,-13 0 0 0,-24 12 1 0,12-12-2 0,-12 12 2 0,0-12-1 0,0 0-1 0,0 0-1 0,0 0-10 0,0 0-12 0,12-12-26 0,-12-12-57 0</inkml:trace>
  <inkml:trace contextRef="#ctx0" brushRef="#br0">29609 4184 100 0,'-12'0'16'0,"12"-11"-8"0,0 11 2 0,12 0 5 0,0 0-4 0,13 24-5 0,11 0-2 0,-12 13-2 0,12-1 0 0,-12 0 1 0,13 13 0 0,-13-25-2 0,0 0-1 0,-24-13 1 0,0 2 0 0,0 0-2 0,0-13-3 0,0 0-8 0,0-13-18 0,0-11-17 0,0-12-34 0</inkml:trace>
  <inkml:trace contextRef="#ctx0" brushRef="#br0">29899 4136 53 0,'-12'0'33'0,"0"0"-15"0,0 37 5 0,-13-13-2 0,-10 24-7 0,10 1-6 0,-11-13-1 0,12 13-2 0,0-13-3 0,12 0-1 0,0 1-1 0,12-25-1 0,0 0-7 0,0 0-10 0,12-12-9 0,0 0-17 0,0 0-27 0</inkml:trace>
  <inkml:trace contextRef="#ctx0" brushRef="#br0">29766 4415 12 0,'0'0'0'0,"25"-12"30"0,0 0-8 0,-3 12 4 0,27-12-4 0,-13 12-5 0,25 0-2 0,12 12-5 0,-12 12-4 0,-1-1-1 0,-13 27-1 0,14-14-2 0,-12 24 0 0,-1-12 1 0,-24-11 0 0,1-13 1 0,-13 0 2 0,0-11 0 0,-12-2-1 0,0-11-2 0,12 0-1 0,-12 0 0 0,0 0 0 0,12 0 0 0,0 0 0 0,-12 0-1 0,24 0 0 0,-24 0-1 0,11-11 1 0,-11 11-1 0,-11 0-14 0,0-25-137 0</inkml:trace>
  <inkml:trace contextRef="#ctx0" brushRef="#br0">30649 4680 98 0,'-12'0'22'0,"12"-24"-17"0,0 24-4 0,24 0 7 0,12 0 1 0,13 0 0 0,12 0-3 0,35 13-1 0,49-2 0 0,37 14 0 0,-50-25 1 0,2 12 2 0,168 1 1 0,-144-13-6 0,0 0-1 0,-38 0-3 0,-23-13 4 0,-37 13 0 0,-35-12-2 0,-14 0-2 0,-11 12-12 0,-24-13-37 0,12 13-75 0</inkml:trace>
  <inkml:trace contextRef="#ctx0" brushRef="#br0">33226 5298 52 0,'0'0'0'0,"0"0"36"0,0 0-12 0,-12 0-14 0,-12 0-4 0,11 12-3 0,-11-12-2 0,-36 12 4 0,11 0-1 0,13 13-1 0,-12-14 0 0,11 14-2 0,13-13 0 0,13 12 1 0,11-12 1 0,11-1-3 0,25 2 2 0,2 0-2 0,9 11 0 0,1-12 1 0,1 0 1 0,-25 0 0 0,0 11 3 0,-48-10-2 0,0-2 0 0,-25 15 1 0,13-2-1 0,-12-13-3 0,11 13 0 0,0-11 0 0,37-2 0 0,0 2 0 0,25-1-1 0,13 0-1 0,9 1-5 0,26-2-14 0,-1 2-28 0,-36-13-37 0</inkml:trace>
  <inkml:trace contextRef="#ctx0" brushRef="#br0">32438 4790 109 0,'0'0'27'0,"-11"12"-25"0,11 12 7 0,0 13 1 0,11 11-5 0,15-1-3 0,11 15-3 0,-2-2-17 0,1 1-100 0</inkml:trace>
  <inkml:trace contextRef="#ctx0" brushRef="#br0">27287 7088 96 0,'-36'-24'13'0,"-1"24"-9"0,25 0 0 0,0-12 3 0,12 12 0 0,0 0-1 0,12 0-1 0,24 12 2 0,25-1-1 0,12-11 0 0,35 13-1 0,13-13-1 0,37 0-1 0,35 0 2 0,13 0-2 0,-1 11-4 0,-35 2 2 0,-2-13 0 0,-46 11 1 0,-25-11 0 0,-49 14 1 0,-35-28 7 0,-26 14-3 0,-23-11-6 0,-73-13 1 0,48 24-1 0,-22 0 0 0,70 0-1 0,13 0-1 0,0 0 1 0,24 11 0 0,24-11 0 0,-11 13 0 0,-1-13 0 0,0 0 0 0,0 0-1 0,1 0 0 0,-13 0-1 0,-11 0 2 0,-13 0-1 0,-13 0-14 0,-23 0-13 0,0 0-25 0,23-13-40 0</inkml:trace>
  <inkml:trace contextRef="#ctx0" brushRef="#br0">29113 7112 51 0,'0'0'0'0,"0"0"40"0,0 0-40 0,12 0 8 0,0 25 6 0,0-13-3 0,13 12-1 0,-1 0-3 0,12 11 0 0,0-9-2 0,13-15-2 0,61 13 2 0,-3-11-4 0,3-2 0 0,22-11 0 0,13-11 1 0,-11-2-1 0,-13 2 0 0,-13-13-1 0,-35-2 1 0,-25 15 0 0,-23-13 3 0,-25 11 3 0,0 13-1 0,0-11-2 0,-12 11-4 0,-1 0 1 0,13 0-1 0,0 0-1 0,0 11 1 0,13 2 0 0,-1-13 0 0,-12 11 0 0,12-11 0 0,-12 0 0 0,12 0-1 0,-12 0 1 0,0 0 0 0,24 0 0 0,-24-11 0 0,0 11 0 0,12 0 1 0,1 0-1 0,-13 0 0 0,11 11 0 0,0-11 0 0,15 0 0 0,-2 0 1 0,24 0-1 0,2 0 0 0,-3 0-2 0,1 0 2 0,37-11-1 0,13-2 1 0,9 13 0 0,-10-24-1 0,-24 13 2 0,-24 11-2 0,-13-12 2 0,-24-2-1 0,-12 14 0 0,0 0 1 0,-12-11-2 0,12 11 0 0,0 0 0 0,25 0 1 0,-3 0 0 0,76-24 2 0,-50 0-3 0,-12 0 1 0,1 0 1 0,24-13 0 0,-1-11-1 0,0-25 1 0,12-12-1 0,25-11-1 0,-12-25-1 0,24 0 5 0,0 0-1 0,-12-1 0 0,-12 37-1 0,-25 14 1 0,-13 9-2 0,-22 39 2 0,-13-1-2 0,-12 12 0 0,0 12-1 0,0 0-27 0,0-12-19 0,0 12-53 0</inkml:trace>
  <inkml:trace contextRef="#ctx0" brushRef="#br0">32560 4958 44 0,'0'0'14'0,"-12"0"5"0,12-11-2 0,-12-1 2 0,12 0-8 0,0 12-8 0,0 0 1 0,12 0 0 0,0 12-1 0,25 11-1 0,-13 3-1 0,12 10 1 0,-12 0 1 0,-12-1 0 0,1 2 4 0,-13-24 1 0,-13 11-3 0,-23-13-1 0,0-11-1 0,-13 13-1 0,0-13-1 0,2-13-1 0,9 13-4 0,16 0-8 0,22 0-14 0,-13 24-40 0,26-24 14 0</inkml:trace>
  <inkml:trace contextRef="#ctx0" brushRef="#br0">32343 5685 78 0,'0'0'0'0,"0"0"30"0,0-13-27 0,12 13 6 0,-12 0 4 0,24-11-3 0,0 22-4 0,11 2 0 0,-9 11-2 0,-2 13 1 0,-11 11 0 0,-2-12 1 0,-11 0-3 0,0 13 0 0,-36-25-2 0,12 11-10 0,-12-21-35 0,-1 10-60 0</inkml:trace>
  <inkml:trace contextRef="#ctx0" brushRef="#br0">28375 11466 59 0,'0'0'0'0,"0"0"19"0,0-11 0 0,13 11-2 0,-2-37-3 0,38 13-3 0,-1-13-2 0,26-11-1 0,11-13 1 0,22-11 0 0,3 0-1 0,21-13 0 0,3 12-2 0,-12 1-2 0,-37 24-3 0,0-2-1 0,-85 39-3 0,0 11-11 0,-25 0-19 0,-13 11-21 0,3 26-37 0</inkml:trace>
  <inkml:trace contextRef="#ctx0" brushRef="#br0">28170 12203 52 0,'0'14'6'0,"0"-14"7"0,12 12 10 0,0-24 0 0,36-2-8 0,2-10-6 0,9-11-1 0,26-25-1 0,24-1 0 0,12-24 0 0,12 13-1 0,0-13-1 0,-12 13-2 0,12-13-1 0,-73 49-1 0,-11 11-1 0,-25 12-1 0,-24 13-3 0,-12 13-11 0,-12 0-12 0,-13 23-16 0,-11 0-38 0</inkml:trace>
  <inkml:trace contextRef="#ctx0" brushRef="#br0">28242 12893 41 0,'0'0'0'0,"-24"25"35"0,13-1-18 0,11-24 6 0,11 0-1 0,13 0-6 0,13-12-5 0,11-25 0 0,13 2-1 0,11-15 0 0,13-9-2 0,12-2-2 0,11-11-1 0,1-1-1 0,0 1-2 0,-13 11-1 0,-23 0 0 0,0 13 0 0,-24 24-1 0,-25 11 0 0,-24 13-1 0,0 0-6 0,0 0-12 0,-13 0-21 0,13 24-33 0,-11-11 17 0</inkml:trace>
  <inkml:trace contextRef="#ctx0" brushRef="#br0">28351 13632 73 0,'-24'48'68'0,"24"-48"-44"0,24 0-3 0,0 0-4 0,37-24-4 0,-1-12-4 0,14-2-1 0,11-9-2 0,-2-1-1 0,2-1 0 0,0 0-2 0,23-12 0 0,-71 37-3 0,11-11 0 0,-24 35 0 0,-24-13-9 0,0 13-33 0,-12 13-127 0</inkml:trace>
</inkml:ink>
</file>

<file path=ppt/ink/ink26.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4-10T11:54:5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25061 3859 68 0,'0'0'0'0,"-11"-12"15"0,11 12-3 0,0 0 5 0,0 36-4 0,0 12-2 0,11 25 1 0,-11-2-6 0,0 3-1 0,-11-2-2 0,11 1-2 0,0 0-1 0,-13 36-6 0,1-85-10 0,12 0-24 0,0-24-25 0</inkml:trace>
  <inkml:trace contextRef="#ctx0" brushRef="#br0">25025 3834 85 0,'0'0'0'0,"25"-24"4"0,23 12-2 0,24 12 9 0,25 12 13 0,-61 12-14 0,13 1-4 0,-37-1-2 0,-12 12-1 0,0 13 3 0,-37-13-2 0,-11 11-2 0,-11-9-1 0,-63 57-21 0,74-58-17 0,23-13-21 0,25-24 22 0</inkml:trace>
  <inkml:trace contextRef="#ctx0" brushRef="#br0">25424 4197 81 0,'-12'0'30'0,"-12"13"-30"0,24 11 0 0,0 0 5 0,0 0 3 0,0 12-2 0,24 0-3 0,-12 1-1 0,23-1-1 0,-9-12 0 0,-2 1 2 0,11-25 2 0,28-12 6 0,-28-14-8 0,-11 3-2 0,0-13-1 0,0 11 1 0,1-11-1 0,-25 12 0 0,12-1 0 0,-12 14 1 0,0 11-2 0,0 24 4 0,0-12 0 0,12 37 1 0,0-13-2 0,0 0-2 0,25 0 0 0,-26-11-6 0,14 11-18 0,-1-24-27 0,1 0-31 0</inkml:trace>
  <inkml:trace contextRef="#ctx0" brushRef="#br0">26053 4245 64 0,'0'0'14'0,"0"-11"-10"0,12 22 5 0,0-11 0 0,0 24-2 0,0 1-3 0,13 35-1 0,-13-23-2 0,0-25 0 0,-12 12 0 0,0-13 2 0,12-11 6 0,-12 0 23 0,0-23-25 0,0 11-1 0,0-24-1 0,0 12-3 0,12-1-1 0,12-11-1 0,0-1-2 0,1 13-13 0,11-13-28 0,-1 26-30 0,-22-2 35 0</inkml:trace>
  <inkml:trace contextRef="#ctx0" brushRef="#br0">26561 4379 79 0,'0'0'0'0,"0"-12"23"0,24-1-17 0,13-11 12 0,0 0-3 0,-13 0-8 0,11 0-5 0,-23-13-1 0,-12 13-1 0,0-13 1 0,-12 13-2 0,-23 24 2 0,11 0-1 0,-13 0 1 0,0 24 1 0,13 13 1 0,0 11 1 0,24-11-1 0,0 11 0 0,24-11-1 0,13-1-1 0,-1-1 0 0,13-9-5 0,12-2-10 0,-2-12-21 0,38-36-74 0</inkml:trace>
  <inkml:trace contextRef="#ctx0" brushRef="#br0">27092 3762 48 0,'0'0'0'0,"-24"-24"46"0,13 11-28 0,0 13-5 0,11 24 3 0,0 13-3 0,0-1-5 0,0 25-5 0,22 12-1 0,-9-2 0 0,-2 14-2 0,15 37 1 0,-13-62-2 0,22-11 1 0,-11-25 0 0,0-12-1 0,0 0 2 0,1-24-1 0,-1 0 1 0,24-73 0 0,-24 48 0 0,1 2-1 0,24-15 0 0,-38 39 0 0,0 11 1 0,14 11 0 0,0 2 0 0,-12 11-1 0,22 0 1 0,-23-11-1 0,12-2 1 0,0 2 0 0,-24-13 4 0,0 0 6 0,0 0-3 0,12-24 0 0,-12 11-6 0,0 2 1 0,13 11-3 0,-13 0 0 0,0 35 1 0,24-11 0 0,12 110 0 0,-36-49 0 0,12-2 0 0,-12 2-1 0,-12-11 0 0,-12-2 1 0,-12-36-1 0,-1-11 2 0,13-13 1 0,-13-12 0 0,2-25 0 0,10 13-2 0,25-24 0 0,-12-12-4 0,24-1-13 0,26 0-49 0,-3 14-54 0</inkml:trace>
  <inkml:trace contextRef="#ctx0" brushRef="#br0">28775 4112 73 0,'-13'-11'44'0,"-59"-1"-41"0,-2 12 3 0,39 0 3 0,-25 12 5 0,35 12-10 0,13 0-3 0,12 24-1 0,25 0 1 0,11-11-1 0,24 11 1 0,1-11-1 0,11 23 1 0,-60-36 1 0,-24-11 5 0,-25-1 3 0,26-12-8 0,-85 12 4 0,23 0-4 0,24-12-4 0,-11 0-9 0,23-12-19 0,25 0-35 0,12 12 10 0</inkml:trace>
  <inkml:trace contextRef="#ctx0" brushRef="#br0">28944 3919 123 0,'0'0'0'0,"-12"-24"13"0,0 24-13 0,24 0 2 0,-12 12 8 0,0 23 1 0,0 27-4 0,12-2-3 0,1 1-1 0,-2 11-2 0,2-11 0 0,-13-1-1 0,11-11 0 0,-11-1-4 0,11-12-14 0,-22-11-23 0,11-13-25 0,-11-12 30 0</inkml:trace>
  <inkml:trace contextRef="#ctx0" brushRef="#br0">28811 4282 74 0,'12'-13'18'0,"12"-11"-14"0,25 24 7 0,47-11 16 0,-59 11-19 0,11 24-5 0,-24-13-1 0,0 26 0 0,0 0-2 0,-11-13 1 0,-1 24 1 0,-12-36-1 0,0-12 7 0,0 0 20 0,0-24-22 0,0 12-2 0,0-12-2 0,12 0-3 0,12-13 0 0,25-11-19 0,-13 24-6 0,0 11-14 0,12 2-36 0,-37 11 46 0</inkml:trace>
  <inkml:trace contextRef="#ctx0" brushRef="#br0">29476 4306 56 0,'0'0'0'0,"0"0"34"0,-12-12-18 0,24 0 2 0,-12 12-2 0,12 0-11 0,-12 0-4 0,12 24 1 0,0-12-1 0,-12 24 0 0,24-11-1 0,-11 11 1 0,-1-13-1 0,0-10 0 0,12 0-1 0,-12-13-4 0,12 0-7 0,1-13-10 0,-1-11-2 0,47-36-6 0,-58 23 26 0,-1 1 5 0,1 11 5 0,-13 1 11 0,0 13 8 0,0 11-9 0,0 0-6 0,12 24 5 0,-12 0-5 0,13 12-6 0,9-11-2 0,-22-1-2 0,25 12-1 0,-1-12-15 0,1-13-27 0,-1 2-30 0</inkml:trace>
  <inkml:trace contextRef="#ctx0" brushRef="#br0">30238 4173 68 0,'-24'0'12'0,"-24"0"-3"0,11 11 12 0,-11 15 0 0,-13 33 1 0,49-10-19 0,12-13 0 0,12 1-1 0,25-1-1 0,11-12-1 0,13 1-6 0,-2-13-12 0,2-12-10 0,12 0-8 0,-25-24-3 0,-23 11 14 0</inkml:trace>
  <inkml:trace contextRef="#ctx0" brushRef="#br0">30516 3907 14 0,'0'-12'14'0,"0"-12"8"0,0 24 6 0,0 0 9 0,0 36-16 0,0 13-8 0,0 11-6 0,11 13-4 0,-11-26-2 0,26 38-3 0,-14-12-14 0,0-24-20 0,-12-1-9 0,13-12-12 0</inkml:trace>
  <inkml:trace contextRef="#ctx0" brushRef="#br0">30395 4318 41 0,'0'0'11'0,"0"-12"-2"0,25-12 3 0,23 11 9 0,0 2-4 0,13 11-6 0,-1-13-3 0,0 13-2 0,-35 0 1 0,-1 0-1 0,-24 0-2 0,0 13 0 0,0 11-1 0,0 24 0 0,-12-11-1 0,12-13-1 0,0 12 0 0,12-12 0 0,-12-11-1 0,24-1 1 0,0 0-1 0,1-12 1 0,11 0-2 0,-24-24 1 0,13-2-2 0,11-9-1 0,-24-1 0 0,1-1 1 0,-2 13 1 0,13-13 0 0,-24 37 2 0,11 0 5 0,2 13 0 0,-1 11-2 0,24 37 0 0,-12-25-7 0,1-12-18 0,-1 0-38 0,0 1-11 0</inkml:trace>
  <inkml:trace contextRef="#ctx0" brushRef="#br0">31327 4269 65 0,'0'0'8'0,"13"0"-3"0,-13 13 8 0,11-1 3 0,0 24-5 0,-11 1-6 0,0-1-2 0,13-1-2 0,-13-9 0 0,11-2 1 0,-11-12 1 0,0 0 16 0,0-12-1 0,0-12-12 0,0-12-2 0,13-14-3 0,11 15-1 0,-24-25-6 0,37 11-13 0,-1 1-20 0,25 0-73 0</inkml:trace>
  <inkml:trace contextRef="#ctx0" brushRef="#br0">31834 4379 37 0,'0'0'22'0,"13"0"12"0,-13 0-7 0,0-12-2 0,-13-1-20 0,-11 2-1 0,0-2-2 0,-13 13 0 0,15 0-1 0,-3 0 0 0,0 13 0 0,12-2 0 0,13 2 1 0,13 11-2 0,12-12 1 0,0 0-1 0,-3-12 1 0,15 12 0 0,-13-12 0 0,0-12 1 0,-11 12 0 0,-1-12 0 0,0 12-2 0,-12 0 1 0,12 0 0 0,0 12-1 0,0 11 1 0,12 3-1 0,1-14 1 0,-1 0 0 0,0 0 1 0,1-12-1 0,10-12 0 0,-22-25-2 0,11 13 1 0,0-12-1 0,-13-12 1 0,2-1-1 0,11-72-2 0,-12 60 3 0,2 0 0 0,-14 14-1 0,11 23 3 0,-11 12 5 0,0 12 4 0,-11 24 1 0,-3 11-1 0,14 13-2 0,-12 13-2 0,12 0-4 0,0-13-1 0,12-11-2 0,24 35-11 0,-23-23-31 0,11-14-121 0</inkml:trace>
  <inkml:trace contextRef="#ctx0" brushRef="#br0">25473 4984 112 0,'-14'-12'10'0,"-8"-2"2"0,22 14-6 0,0 38 7 0,0 9 0 0,0 15-4 0,0 9-4 0,11 3 0 0,0-2-3 0,3-11-1 0,-14-1 1 0,12-11 0 0,-12-25-2 0,-12-12-9 0,12 0-20 0,-14-12-35 0,14 0 14 0</inkml:trace>
  <inkml:trace contextRef="#ctx0" brushRef="#br0">25220 5274 72 0,'0'0'27'0,"22"0"-25"0,27 11 7 0,72-11 15 0,-36 13-17 0,-13-13-3 0,1 0-2 0,-1-13 1 0,-23 2 1 0,-13-2-1 0,-24 2 0 0,1-13 1 0,-26 11-3 0,1 0 0 0,-12 2-1 0,-24 11 0 0,23 11 2 0,1 15 1 0,0 9 0 0,12 2 1 0,12 11-1 0,12 1-1 0,24-1 0 0,1-11 0 0,23-13-1 0,-12-12-6 0,37-12-33 0,-49 0 1 0,37-24-61 0</inkml:trace>
  <inkml:trace contextRef="#ctx0" brushRef="#br0">26283 5189 105 0,'0'0'0'0,"-48"-13"8"0,11 13 3 0,13 13 9 0,-24 11-5 0,-1 0-4 0,25 13-7 0,0-1-3 0,24 13 0 0,0-13-1 0,24 0-1 0,24-13-8 0,1 3-12 0,12-26-21 0,24 0-44 0</inkml:trace>
  <inkml:trace contextRef="#ctx0" brushRef="#br0">26501 4911 86 0,'0'0'0'0,"-13"0"21"0,1 0-10 0,12 24 10 0,-12 13-2 0,12 23-5 0,0-1-5 0,12 15-3 0,-12-2-1 0,12-11-2 0,1 11-1 0,-13-11-2 0,12-12 1 0,-12-37 1 0,0 0-2 0,12-12 3 0,-12 0 2 0,12-12-4 0,0-26-1 0,13 3 0 0,-1-1-1 0,12-1 0 0,0 1 0 0,-1 0 1 0,4 23-1 0,-4 2 0 0,1 11 1 0,0 11 1 0,-23 2-1 0,11 23 1 0,-12-12-1 0,-12 12 0 0,12-11 0 0,0 34-26 0,0-46-33 0,-12 0-24 0</inkml:trace>
  <inkml:trace contextRef="#ctx0" brushRef="#br0">27166 5237 91 0,'0'0'23'0,"0"-11"-18"0,12 11 5 0,0 0 8 0,-12 24-5 0,12 24-3 0,-12-24-7 0,12 37-1 0,-12-25-1 0,0 12 0 0,0-23 0 0,0-1-1 0,0-12 1 0,0-12-1 0,0 0 4 0,12-24-4 0,-12 0 0 0,12-13 0 0,13 13-1 0,-1-25 2 0,0 13-2 0,0 12 1 0,37-25-1 0,-37 49 1 0,36 13 0 0,-48 23 0 0,1 0 1 0,0 1-1 0,-13-1 0 0,11-1-2 0,-11-9-11 0,11-2-24 0,-11-12-33 0,0 0 25 0</inkml:trace>
  <inkml:trace contextRef="#ctx0" brushRef="#br0">27807 5285 109 0,'0'0'13'0,"0"-11"-6"0,0 22 4 0,13 2 9 0,-13 11-3 0,0 13-9 0,-13-1-4 0,13 0-2 0,0 0-1 0,0 1-2 0,0-13 1 0,13 0-3 0,-13-13-10 0,0-11-22 0,11 0-73 0</inkml:trace>
  <inkml:trace contextRef="#ctx0" brushRef="#br0">27820 4996 125 0,'0'0'0'0,"-13"-12"8"0,13 0-12 0,24 24 3 0,0 0-12 0,1 12-40 0,-13-12 8 0</inkml:trace>
  <inkml:trace contextRef="#ctx0" brushRef="#br0">28267 5310 157 0,'0'-36'6'0,"0"-1"-4"0,0 0 7 0,-13 13 1 0,-23 24-4 0,0 0-4 0,-12 37 0 0,11 11 0 0,13 1-1 0,0 0 0 0,24-1-1 0,0-1 0 0,12-21-1 0,12-26 2 0,13 0 1 0,-13-26 0 0,37-33 0 0,-39 23 0 0,3-1-1 0,-12 13 3 0,-1 11 0 0,1 13 0 0,-13 0-2 0,11 13-2 0,13 35 3 0,-12 13-2 0,-12-1 1 0,0 110 1 0,0-74-3 0,-12-11 0 0,-1-12 0 0,13-25 0 0,-11-13 1 0,0-21-1 0,11-2-4 0,0-12-12 0,0-26-15 0,11-9-18 0,-11-1-37 0,0 24 49 0</inkml:trace>
  <inkml:trace contextRef="#ctx0" brushRef="#br0">28460 5261 121 0,'0'0'6'0,"0"-11"2"0,36 11 4 0,-36 0 4 0,25 48 5 0,-25-12-17 0,12 13-2 0,-12-1-1 0,12 1-1 0,0-13 0 0,12-24 0 0,-11 12 1 0,-2-24-1 0,0-12 1 0,28-12 0 0,-15-12-1 0,-2-1 1 0,3-11-2 0,-1-13 1 0,1 12 0 0,-14 14 0 0,2 11 0 0,-1 11 0 0,-12 13 0 0,0 13 1 0,0 11 5 0,12 11-1 0,-12 2 2 0,12 11-2 0,0 1-3 0,0-14-1 0,12 3-1 0,1-14 2 0,11-24-1 0,1 12 0 0,11-36-1 0,0 0 1 0,12-13 1 0,1 1-2 0,-37-12 2 0,13-1-1 0,-37 0 1 0,0 1-2 0,0 24-1 0,-25 11 0 0,1 13 1 0,-12 24-1 0,11 13 2 0,1 11-1 0,12 1-1 0,0 0 0 0,12-1 2 0,12-12-1 0,12 1 2 0,13-25-2 0,11 0 0 0,-11-12 0 0,11-12 0 0,-24-24 0 0,11-1 0 0,-11-11 0 0,26-1 0 0,-26 1 1 0,24 11 0 0,-11 13-2 0,-13 24 0 0,24 0 0 0,-23 13 1 0,11 11 0 0,-24 12 1 0,12 0 0 0,-11 1 0 0,-13-13 3 0,-49 0 3 0,13-24-6 0,-25 0-15 0,12 0-126 0,25 0 69 0</inkml:trace>
</inkml:ink>
</file>

<file path=ppt/ink/ink27.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4-10T11:54:5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31532 9518 11 0,'12'0'12'0,"1"-23"-3"0,-13 11 5 0,12-24-3 0,-12 12-3 0,-12-1 0 0,-1-11-1 0,-11 12-3 0,0 0 2 0,-12 0 2 0,23 11 0 0,-35 13-1 0,24 0-3 0,-36 48 1 0,46-11-4 0,14 11 0 0,0-11 0 0,14 11 0 0,22-25 0 0,-1 3 1 0,2-14-2 0,-37-12 0 0,24-12-2 0,-11-25-3 0,-2 13-1 0,2-25 0 0,-1 13 0 0,-12 0 4 0,12 12 0 0,0 0 1 0,-12 11 0 0,12 13 0 0,-12 0 0 0,12 24 2 0,-12 25-13 0,0-13-22 0,0 13 9 0,0-25 6 0</inkml:trace>
  <inkml:trace contextRef="#ctx0" brushRef="#br0">31664 9338 17 0,'0'-13'12'0,"0"13"-5"0,0-11 13 0,13-2-7 0,-13 2-4 0,13 11 1 0,-13 0-1 0,0 11-3 0,0 13 0 0,0 13-3 0,12-1 0 0,0-11-1 0,-12 11-1 0,13-12 0 0,-13-12 1 0,11 0 6 0,-11-12-8 0,0-12 0 0,11 0-1 0,-11-24 1 0,13-1-1 0,-13 13-1 0,11 0 1 0,2-13 1 0,-1 26 0 0,0 11 0 0,1 0 2 0,-2 0 0 0,2 24 0 0,-1 0 0 0,0 12-1 0,0 0 0 0,-12 1 0 0,12-1-1 0,-12-25-6 0,0 15-31 0,0-14-25 0,0-12 36 0</inkml:trace>
  <inkml:trace contextRef="#ctx0" brushRef="#br0">32004 9314 50 0,'0'0'30'0,"0"-13"-5"0,0 2-10 0,0 11-10 0,0 0 5 0,0 24-6 0,12-13-2 0,-12 26 0 0,13-1-1 0,-2-11-1 0,-11 11 0 0,11 0-13 0,-11-13-44 0,0-10-5 0</inkml:trace>
  <inkml:trace contextRef="#ctx0" brushRef="#br0">32101 8963 87 0,'0'0'5'0,"-12"0"-3"0,12-12-1 0,-12-12 0 0,-1 24 0 0,13-13-2 0,13 13-34 0,-1 13 7 0,13 11 10 0,-3 0 3 0</inkml:trace>
  <inkml:trace contextRef="#ctx0" brushRef="#br0">32221 9325 12 0,'0'0'16'0,"0"0"4"0,0 13 1 0,-11-13-3 0,0 11-4 0,11-11-4 0,0 13-6 0,0-26-3 0,0 2-1 0,11-2 1 0,0-11-1 0,2 13 0 0,-1-2 0 0,0 0 0 0,0 2 0 0,0 11 2 0,0 11 3 0,0 2-3 0,0 11 1 0,1-11-1 0,-1 47 1 0,0-36-3 0,0 1 0 0,-12-14 5 0,0 2 0 0,12-13-3 0,-12-24-1 0,12 11 0 0,0-11-2 0,1-13 2 0,-2 26-1 0,0-26-1 0,3 26 1 0,-2-2-1 0,12 0 1 0,-24 13 0 0,13 13 0 0,-2 11 0 0,-11 0 0 0,11 0-11 0,2 1-32 0,-1 11-10 0,0-23 17 0</inkml:trace>
  <inkml:trace contextRef="#ctx0" brushRef="#br0">32730 9325 43 0,'0'0'16'0,"0"-11"3"0,-12 11-1 0,-13 0-5 0,13 0-4 0,-12 0-5 0,12 0-3 0,0 48 0 0,12-36 0 0,12 12-1 0,0-12 1 0,12 1-1 0,13-2 1 0,-13-11-1 0,-24-11 1 0,12-2-1 0,-12 1 0 0,12 12-1 0,0 0 0 0,0 0 1 0,23 12-28 0,-21-12-10 0,10 13 4 0,-12-13 34 0</inkml:trace>
  <inkml:trace contextRef="#ctx0" brushRef="#br0">33056 9131 17 0,'0'0'0'0,"0"0"29"0,12-11-10 0,-12 11 1 0,25 0 22 0,-25 24-32 0,12 37-2 0,0-26-7 0,0 15-3 0,0-2-15 0,0 0-36 0,-12-24-10 0</inkml:trace>
  <inkml:trace contextRef="#ctx0" brushRef="#br0">30697 8927 69 0,'0'0'0'0,"-60"-37"17"0,35 37-15 0,50-12 0 0,-1 0 0 0,25 0 2 0,35 0-2 0,36 12-1 0,50-13-1 0,47 13 0 0,-95 0 4 0,193 0 4 0,-146 0-7 0,25 0 0 0,-1 0-1 0,-23-11 0 0,144-2 2 0,-84-11 3 0,-158 12-3 0,-23 12-2 0,12 0 0 0,-50 25 1 0,2-1 0 0,-1 24 0 0,0 0 1 0,12 13-1 0,0 24 0 0,-13-1-1 0,14 1 2 0,-13 11-1 0,1-11-1 0,11-12 1 0,-24 24 1 0,0-61-1 0,-24 25 1 0,-26-26 0 0,4-11-1 0,-40 0 1 0,-119 13-1 0,70-24-1 0,-9-2 0 0,-25 2 0 0,-12-13 1 0,-1 0-1 0,-60 0 0 0,-48 0 0 0,84 0 1 0,85-13-1 0,25-11 0 0,23-13 1 0,0-46 0 0,61 22-1 0,24-11 0 0,49-1 0 0,60-36-2 0</inkml:trace>
  <inkml:trace contextRef="#ctx0" brushRef="#br0">31060 5552 77 0,'0'-24'27'0,"13"12"-21"0,11 0-3 0,24 0 5 0,25 12-2 0,24 12-1 0,-13 24 0 0,1 11-2 0,-37 14 0 0,-11 0 3 0,-1 0-3 0,-12 35-2 0,11 26-2 0,-22 23 2 0,0 23-1 0,-13 14 1 0,-13 12 0 0,-11 72-2 0,-24 60 5 0,24-23 3 0,12-62-5 0,0-34-2 0,12-3 1 0,0 3-1 0,0-27 0 0,12-22 0 0,-12-37 0 0,12-60 1 0,0-1-1 0,-12-23 1 0,12-13-1 0,0-12 1 0,24 0 0 0,-25-36-1 0,2 12-2 0</inkml:trace>
  <inkml:trace contextRef="#ctx0" brushRef="#br0">31447 9797 54 0,'0'0'18'0,"-36"-24"-15"0,0 11 2 0,-12 26-1 0,0 11-2 0,11 24-1 0,-11 25-1 0,-1 0-7 0,1 12-12 0,-1 10 1 0,-11 14 4 0,-14 13 8 0,-33 10 5 0,-51 1 1 0,25-48-2 0,-36-11-14 0,121-50 13 0</inkml:trace>
  <inkml:trace contextRef="#ctx0" brushRef="#br0">29972 10995 5 0,'-109'59'13'0,"-72"63"5"0,35 11 1 0,-11 13-3 0,24 11-5 0,0-1-5 0,49-47-3 0,-86 110 3 0,49-75-3 0,-1 13 0 0,15-11-1 0,10-1-1 0,12 0 0 0,25 13-1 0,22 11 3 0,3-12-2 0,23 0 0 0,-12-11 0 0,-12-13-4 0,-1-25-15 0,-23-11-21 0,23-48-7 0</inkml:trace>
  <inkml:trace contextRef="#ctx0" brushRef="#br0">32125 10728 169 0,'0'0'0'0,"-36"0"6"0,-2 0-8 0,3 13 1 0,-1 35 0 0,12 24-6 0,24 50-11 0,36 34-1 0,12 27-5 0,26 34 8 0,-15 36 7 0,14 2 7 0,-13 23 3 0,-23-11 5 0,-25 83 13 0,-12-180-10 0,-145 386 20 0,60-326-20 0,-11 0-4 0,-2-1-1 0,26 25-2 0,11-12-1 0,12 23-1 0,38 3 1 0,0-2-1 0,22-12 1 0,13 0-1 0,0-25-1 0,-12 1-1 0,0-25 1 0,-24-11 1 0,-24-24 0 0,-49 47-6 0,-11-60-24 0,35-96 29 0,37-38 0 0</inkml:trace>
  <inkml:trace contextRef="#ctx0" brushRef="#br0">29174 15954 124 0,'0'12'1'0,"12"85"-3"0,48 59 2 0,38 38 0 0,9 23 0 0,-9-58-1 0,-14 22 1 0,1 37-1 0,-12-25 1 0,-48-48 0 0,-14 1 0 0,-11 11 0 0,-24 0 0 0,-26 0 1 0,-21-1-1 0,-14-34 1 0,-24-1-1 0,11-24 1 0,15 0-1 0,10-12 0 0,25-2-2 0,36-58 1 0</inkml:trace>
  <inkml:trace contextRef="#ctx0" brushRef="#br0">31145 18530 183 0,'0'0'0'0,"-12"0"-1"0,-12 0 1 0,-1 0-3 0,14 24-54 0,11-11 12 0</inkml:trace>
  <inkml:trace contextRef="#ctx0" brushRef="#br0">30577 18688 36 0,'0'0'28'0,"0"-13"-11"0,0 13 3 0,13 0-5 0,-2 13-5 0,0-13-1 0,14 12-3 0,-1 0 0 0,12-12-2 0,-11 0 0 0,11-12-2 0,-24 0 0 0,12-14-5 0,-11 3 0 0,-13-1 2 0,-13-13 1 0,1 26 0 0,-12-14 2 0,-12 13-1 0,11 12 2 0,3 0 1 0,-4 24 4 0,14 0-2 0,12 25-4 0,0-14 1 0,12 15-3 0,14-2-1 0,9-13-7 0,1 3-13 0,12-2-15 0,-11-12-10 0,11-24 12 0,1 0 6 0,-37 0 21 0</inkml:trace>
  <inkml:trace contextRef="#ctx0" brushRef="#br0">31121 18675 6 0,'0'0'0'0,"0"-13"26"0,0 2 5 0,0-1-1 0,0 0-16 0,0 0-1 0,-12 24 13 0,12 12-17 0,12 0-4 0,-12 13-1 0,12-1-2 0,0-13-2 0,-12 14 2 0,12-24 0 0,13 11 3 0,-13-36-4 0,12 0-1 0,13-61-1 0,-13 37 0 0,-13-1 2 0,0 1-2 0,15 12 0 0,-26 12 0 0,13 0 1 0,9 12 1 0,-9 0 0 0,-2 24-2 0,14 0 2 0,-13 12-2 0,1 1 1 0,-2-13 2 0,26 35-11 0,-25-33 0 0,0-26 2 0,0 12-6 0,-12-24 3 0,12-14 6 0,0-9 1 0,1-25 1 0,-1 22 0 0,0-9-4 0,0-26 6 0,12 13 3 0,-12-1 3 0,1 13 3 0,-2 0 1 0,0 22-3 0,-11 15-5 0,0-2 4 0,0 26 1 0,0 35 5 0,0-11-7 0,13 11 1 0,-13 13 2 0,25-13-6 0,-13 0 0 0,1 13-1 0,-13-25 0 0,11 13-3 0,0-25-5 0,-11-1-1 0,0-10-7 0,0-13-3 0,-11 0 2 0,0-13 3 0,-14-10 4 0,13-1 7 0,-14 0 3 0,15-14 5 0,-13-9 18 0,24 35-14 0,0 0 0 0,24-1-4 0,-13 13-4 0,39 0-3 0,-15 0-16 0,14 0-46 0,-24 0-2 0</inkml:trace>
  <inkml:trace contextRef="#ctx0" brushRef="#br0">32016 18771 53 0,'0'0'37'0,"0"0"-9"0,0-11-5 0,0-1-12 0,24 0-11 0,0 0-26 0,13 0-47 0,-2 0 23 0</inkml:trace>
  <inkml:trace contextRef="#ctx0" brushRef="#br0">31593 17817 6 0,'0'0'3'0,"0"0"6"0,0-12 2 0,0-1 4 0,0 0 6 0,0-11 1 0,12 24-2 0,-12-23-7 0,-12 11-7 0,12 12-1 0,-36 12 0 0,23 11-4 0,1 14-1 0,0-12-1 0,12 11 1 0,0-1 0 0,0-10-1 0,49 24 0 0,-25-49 0 0,12 0 1 0,-12 0-1 0,13-13 1 0,-25 2 1 0,13-2-1 0,-14 1 0 0,-11 0 0 0,0 12 0 0,-11 0 0 0,-14 12 0 0,13 0-1 0,-1 1 2 0,13-2-2 0,-13 2 1 0,13-2 0 0,13-11 0 0,0 0 0 0,-1 0-1 0,0 0 1 0,1 0-1 0,-2 0 0 0,0 0 0 0,2 0-5 0,-2 0-5 0,-11 13 0 0,25-13 1 0,-13 0 5 0,1 0 4 0,11-13 1 0,-12 2 1 0,0-2 1 0,-12-11 2 0,12 12 0 0,0-13 1 0,0 14 1 0,0 11-2 0,-12 0-1 0,12 11-1 0,-12 2-1 0,13 11-1 0,-1 0 1 0,12 13-1 0,-12-25 1 0,0 0 1 0,0 0 2 0,-12 0-1 0,13-24-2 0,-2 0 0 0,0 0-1 0,2-13 1 0,0 14-2 0,-1-13 1 0,0 11 0 0,1 1-1 0,-13 12 0 0,0 0 1 0,11 0-1 0,-11 0 1 0,0 12 1 0,0-12-2 0,11 13 1 0,2-2 0 0,-13 2 1 0,12-13-1 0,12 0 0 0,-10 0 0 0,-3 0 0 0,13 0 0 0,-12 0 2 0,24-13-2 0,-24 13 1 0,37 0 0 0,-37-11-1 0,-12 11 3 0,-12 0-5 0,-25 0 3 0,25 0-2 0,-12 11 0 0,12 2 0 0,12-2 2 0,12 2-1 0,12 11 2 0,13-24-2 0,-1 12 0 0,13-12 0 0,-13-12-1 0,13 0 1 0,-27-13 1 0,15-35-1 0,-25-24 4 0,2 34-1 0,-14 3 1 0,-14 23 2 0,14 0-1 0,-12 12-2 0,12-1-3 0,-12 26 0 0,12-1 1 0,0 12-1 0,0 12 1 0,12-1-1 0,-12 15 0 0,26-15 1 0,-4 14-20 0,3-13-20 0,-1 1-5 0,12-13 3 0,-11-12 23 0</inkml:trace>
  <inkml:trace contextRef="#ctx0" brushRef="#br0">32863 17840 1 0,'0'0'1'0,"0"-11"1"0,0-26 0 0,-12 0 1 0,0-10 3 0,-24-2 6 0,-13 1 5 0,-24-1 4 0,-11 13 3 0,-37 12 0 0,-37-1 0 0,-11 25-1 0,-182 13-3 0,85 23-7 0,109 13-4 0,48-1-3 0,61-25-5 0,24 15-1 0,12-2 0 0,12 23 0 0,36 2 0 0,25 0 0 0,35 0 0 0,25-13-1 0,36 0 0 0,24-23 0 0,25-25 0 0,24 0 0 0,12-37 0 0,0 1-1 0,-36-25 1 0,-37-11-1 0,-36 0 1 0,-98-13 0 0,-46 11 1 0,-85 3-1 0,-74 22 0 0,-72 37 0 0,-72 24-3 0</inkml:trace>
  <inkml:trace contextRef="#ctx0" brushRef="#br0">1513 11672 25 0,'0'0'0'0,"0"0"19"0,0 0 1 0,0 0-2 0,-13 0-6 0,13 0-4 0,0 0-3 0,0 0 1 0,0 0-1 0,0-13 0 0,13-22 7 0,-2 11-9 0,0 0 0 0,-11-2 0 0,24 15 0 0,-11-1-2 0,-1 0 0 0,13 0 0 0,-14 12-1 0,26 47 1 0,-25-34-1 0,0 24-1 0,25 22 2 0,-25-46-1 0,0 11 1 0,0-11 3 0,0-13 2 0,0 0 0 0,0-13-2 0,13-11 0 0,-14 11-2 0,0-34 1 0,3 11-3 0,-2 10-1 0,-12 15-22 0,0-1-40 0,0 12-17 0</inkml:trace>
  <inkml:trace contextRef="#ctx0" brushRef="#br0">2262 11576 16 0,'0'0'6'0,"12"-13"25"0,1 13-23 0,-13-13 2 0,22 2 2 0,-9-1 0 0,11-24-4 0,2 0-1 0,-15-1-2 0,-11 25 0 0,0-13-1 0,-11 14-3 0,11-2 0 0,-26 2-2 0,2-2 2 0,0 2-1 0,-36 11 0 0,35 11 0 0,1 2 0 0,0 11 0 0,24 0-1 0,-12-12 1 0,12 24 0 0,0-12-1 0,12 13 1 0,0-13-1 0,13 12 1 0,-1-11 0 0,0 11 0 0,0-12 1 0,0 11-1 0,-13-9 1 0,2 9-1 0,-1-22 1 0,-12 11 1 0,-12-13 3 0,-1 14 1 0,-22-25-2 0,-13 12 1 0,11-12-3 0,25 0 0 0,-24-24 0 0,24 0-2 0,0 11 1 0,0-11-1 0,24-24-3 0,0 11-8 0,24 2-11 0,1-1-21 0,-13 24-19 0</inkml:trace>
  <inkml:trace contextRef="#ctx0" brushRef="#br0">2649 11455 63 0,'0'0'0'0,"0"-13"7"0,-12 13-2 0,-12-12 12 0,11 12-2 0,-11 12-8 0,12 12-2 0,-12 1 2 0,24 11-1 0,-24 49 1 0,24-38-6 0,0 3 1 0,24 9-1 0,0-35 0 0,12-11 1 0,38-1 2 0,-39-12 1 0,15-60 4 0,-39 24-5 0,-11-13 0 0,0 1-1 0,-74-37-11 0,27 73-52 0,23 12 3 0</inkml:trace>
  <inkml:trace contextRef="#ctx0" brushRef="#br0">4318 11612 4 0,'0'0'4'0,"0"0"3"0,0 0 17 0,-13 0-16 0,13 12 10 0,0-12 16 0,0 0-24 0,13 0 1 0,-13 0-4 0,24-12-2 0,-12 0-2 0,12 0-2 0,13-37 1 0,-25 37-1 0,0 0-1 0,12 0 0 0,-24 12 0 0,0 0 0 0,12 12 0 0,-12 0-1 0,12 11 1 0,-12 3 0 0,25-2 0 0,-13 12 0 0,0-36 0 0,12 12 2 0,-12-1 0 0,1-22 5 0,9-1-2 0,3-12 2 0,-12 0-5 0,-1-1-1 0,-12 12 0 0,0 2-6 0,13 11-19 0,-13 0-37 0,0 0 12 0</inkml:trace>
  <inkml:trace contextRef="#ctx0" brushRef="#br0">4911 11394 34 0,'0'0'8'0,"0"-24"6"0,0 11 1 0,-12 2 3 0,12-2-5 0,0 13-5 0,0 13 0 0,0 11-4 0,0 12-1 0,0 0 1 0,0 13-1 0,0-1-1 0,0-11-1 0,-12 11 0 0,12-13-1 0,-13-11 1 0,13 2-1 0,0-14 1 0,0 0-1 0,0-1-2 0,0-11-13 0,0 0-25 0,0 0-16 0</inkml:trace>
  <inkml:trace contextRef="#ctx0" brushRef="#br0">5128 11430 44 0,'0'0'0'0,"0"-12"18"0,0 12-12 0,0 0 25 0,-12 12-27 0,0 13 1 0,12 11 0 0,-12 0-1 0,-1 0-2 0,13 1-1 0,0-1 0 0,0-13 0 0,13 14 0 0,11-24 1 0,0-1-1 0,13-12 1 0,-13-12-2 0,0-1 2 0,0 0-1 0,1 2 0 0,-13-13 0 0,-12-24 1 0,0 11-1 0,-49-47 0 0,25 60-2 0,-12 11 1 0,-25 13-2 0,13 0 1 0,24 13-2 0,12-2 0 0,-26 26-44 0,38-13-23 0</inkml:trace>
  <inkml:trace contextRef="#ctx0" brushRef="#br0">5588 11442 49 0,'0'0'0'0,"-12"-12"16"0,-13 12-10 0,14-12 5 0,-14 12 0 0,13 12-7 0,0 0-2 0,-13 12 1 0,14 1 2 0,0-1-2 0,-2 11 0 0,13 3-1 0,-11-2 0 0,11-12-1 0,11 0 0 0,13 13 0 0,0-25 0 0,0 0 1 0,13-12 0 0,-13 11 0 0,0-22 2 0,12-1 1 0,-24-13 0 0,13 12 1 0,-13-22 1 0,-12-1 0 0,0 0-2 0,0-13-3 0,-25 13-1 0,-11 11-3 0,-25 25-28 0,-24 37-93 0</inkml:trace>
  <inkml:trace contextRef="#ctx0" brushRef="#br0">7257 11709 44 0,'0'0'0'0,"0"0"10"0,-12 0-2 0,12 0 57 0,12-13-58 0,1-11 5 0,-13 11-8 0,11 2-1 0,-11-1-2 0,0 12 0 0,25 12-1 0,-13-1 0 0,12 13 0 0,-11 2 1 0,-2-14-1 0,25 0 1 0,-24-12 1 0,14-12 3 0,-4-13 0 0,-22 12-1 0,13 2-2 0,-1-13 0 0,0 12-2 0,-12 0-5 0,0 12-24 0,12 0-39 0,-12 0 15 0</inkml:trace>
  <inkml:trace contextRef="#ctx0" brushRef="#br0">7801 11479 89 0,'0'-13'2'0,"26"2"-1"0,-4 11 6 0,15-13 11 0,-1 13-5 0,1-12-8 0,-1 12 0 0,-11 0 1 0,-1 0-2 0,0 0 0 0,-12 12-1 0,-12-12-1 0,0 24 0 0,0 1 0 0,-12 11-1 0,-12 0 0 0,0 1 0 0,-1 11-1 0,1 13 0 0,0-13 1 0,-1-13-1 0,13-10 0 0,0 11 0 0,0-23-14 0,0-2-26 0,12-11-54 0</inkml:trace>
  <inkml:trace contextRef="#ctx0" brushRef="#br0">8249 11588 82 0,'-13'0'3'0,"2"0"-1"0,-2 12 8 0,2 0 12 0,-2 12-10 0,13 12-8 0,-12-12-1 0,12 1 1 0,12 11-1 0,12-12-1 0,-11 0 0 0,23-12 0 0,-12-12 1 0,0 0 0 0,1 0 0 0,35-36 1 0,-25 12-2 0,-35-37 1 0,0 37-2 0,-22 0-1 0,-63-12-1 0,36 36-3 0,12 0-8 0,2 0-11 0,10 12-16 0,13-12-40 0</inkml:trace>
  <inkml:trace contextRef="#ctx0" brushRef="#br0">8733 11563 66 0,'-12'0'23'0,"-13"-13"-19"0,13 26 5 0,-24 0 12 0,12-1-7 0,12 24-9 0,-12-12-2 0,24 11 1 0,0-9 0 0,0 9-2 0,24-11-1 0,-12 0 1 0,12 1 0 0,0-13 0 0,0-12 1 0,1 0 3 0,-1 0 3 0,0-24 1 0,1 0-2 0,-14-13 0 0,0-11-2 0,3-36 0 0,-39 48-5 0,1 23-1 0,-121 13-25 0,60 37-57 0,48-25 7 0</inkml:trace>
  <inkml:trace contextRef="#ctx0" brushRef="#br0">10716 11696 8 0,'0'13'7'0,"0"11"3"0,0 0 2 0,-11 0 3 0,11-13-1 0,0-11 0 0,0 13 5 0,0-13 2 0,0-13 7 0,0 2-22 0,11-26-1 0,-11 26-4 0,25-1 1 0,-13-26-1 0,25 3 1 0,-26 23-1 0,37-24 3 0,-35 24-1 0,11 0 0 0,-13 12-2 0,2 12 1 0,-1 0-1 0,12 12 0 0,-12 0 0 0,12 0-1 0,-11 13 0 0,11-13 1 0,12-13 0 0,-24-11 2 0,24 0 2 0,-23-11 0 0,-1-1-2 0,0-13-1 0,0-12-5 0,-12 26-12 0,12-25-19 0,-12 12-48 0,13 12 31 0</inkml:trace>
  <inkml:trace contextRef="#ctx0" brushRef="#br0">11503 11550 65 0,'0'0'9'0,"-13"-23"8"0,13 23-1 0,0-12 4 0,0 12-6 0,0 24-6 0,0 0-1 0,0 25-2 0,13-13 0 0,-1-1-3 0,-12 3-1 0,12-2 0 0,-12-12-1 0,0 0 0 0,0 0-6 0,-12-11-18 0,12-2-14 0,-12 2-47 0</inkml:trace>
  <inkml:trace contextRef="#ctx0" brushRef="#br0">11841 11550 78 0,'-12'0'16'0,"-12"0"-11"0,12 26 3 0,-12-14 6 0,11 12-4 0,1 12-7 0,12-1-2 0,12 3 0 0,25 9 2 0,-13-23-1 0,12-11 0 0,-11-1 2 0,11-12 0 0,-12-12-1 0,0-12 3 0,0 0 0 0,1 0-1 0,-25-13-1 0,0-35-1 0,-13 36-2 0,-12-2-1 0,3 15-1 0,-15-1-1 0,13 24-4 0,0-12-10 0,11 24-22 0,1 0-60 0</inkml:trace>
  <inkml:trace contextRef="#ctx0" brushRef="#br0">12360 11503 103 0,'-22'-12'8'0,"-3"0"-4"0,1-1 2 0,-25 2 17 0,25 35-18 0,12 0-3 0,12 12 0 0,0 13 0 0,12-13 1 0,0-1-2 0,25 2 1 0,-13 0-1 0,25-26 0 0,-14 2 1 0,15-13 1 0,-3-13 2 0,-23-10 3 0,12-15 0 0,-23 3-3 0,-1-13 1 0,-12-2-2 0,-25 3-1 0,1-1-4 0,-24 35-3 0,-11 1-21 0,-27 37-108 0</inkml:trace>
  <inkml:trace contextRef="#ctx0" brushRef="#br0">12808 11491 64 0,'-11'-25'19'0,"11"14"-5"0,0-2 1 0,-11 1 0 0,-15 12-5 0,13 12-4 0,-9 25-3 0,22-13-1 0,-13 23 1 0,13-21 0 0,13 22-1 0,9-24 1 0,52 11 7 0,-26-22-2 0,0-26 2 0,-23-11 1 0,-1 1-1 0,-12-25-3 0,-24 10-2 0,0-21-2 0,-25 23-1 0,1 11-4 0,0 13 0 0,-12 12-13 0,24 0-40 0,11 37-61 0</inkml:trace>
  <inkml:trace contextRef="#ctx0" brushRef="#br0">1669 12942 55 0,'0'0'10'0,"0"-12"5"0,-12 12 0 0,12-12 4 0,0 0-11 0,-12 12-5 0,12 0 2 0,-12 36 0 0,12 0 0 0,0 1-2 0,-13 72 0 0,13-49-2 0,13-11-2 0,-13-2-7 0,12-10-17 0,-12 11-83 0</inkml:trace>
  <inkml:trace contextRef="#ctx0" brushRef="#br0">1620 12930 74 0,'0'0'0'0,"0"0"8"0,0 0-4 0,13 0 9 0,-1 0 2 0,12 0-6 0,0 24-5 0,13-12-1 0,-13 25 0 0,12 11-1 0,-11-13-1 0,23 27 1 0,-24-26 0 0,0-12-1 0,-13 1 1 0,2-13-1 0,-1-12-4 0,-12 11-15 0,0-11-17 0,12 0-37 0</inkml:trace>
  <inkml:trace contextRef="#ctx0" brushRef="#br0">2007 12906 72 0,'0'0'0'0,"0"-13"14"0,0 13 1 0,0-24 9 0,0 13-3 0,-11-2-11 0,11 1-9 0,0 12 0 0,0 0 4 0,0 25 0 0,0 10 0 0,0 2-1 0,0 11-1 0,0 13-2 0,0 0 0 0,0-13 0 0,0-1-2 0,0 3-13 0,0-2-81 0,0-37 28 0</inkml:trace>
  <inkml:trace contextRef="#ctx0" brushRef="#br0">2238 12821 130 0,'0'0'1'0,"0"0"-2"0,-12 0 2 0,12 12 9 0,0 13 3 0,0-1-7 0,0 24-2 0,0 0-1 0,0 1 0 0,0 10-1 0,0 3-1 0,0-15 0 0,0 14 0 0,0-24 0 0,0-13 2 0,0 0 2 0,0-11 0 0,12-2 0 0,0-11-3 0,25 0 2 0,-26 0-3 0,50 0-1 0,-26 0-1 0,2 0-6 0,-1 0-14 0,-11 0-19 0,-13 0-27 0,0-11 21 0</inkml:trace>
  <inkml:trace contextRef="#ctx0" brushRef="#br0">2262 13136 92 0,'0'0'0'0,"0"0"9"0,0 0-7 0,0 0 14 0,0-12 1 0,25 12-10 0,10-12-5 0,26 0-1 0,-25-2-7 0,0 14-20 0,-12-11-24 0,1 11-5 0</inkml:trace>
  <inkml:trace contextRef="#ctx0" brushRef="#br0">2250 12858 89 0,'0'0'8'0,"0"0"-6"0,12-13 1 0,0 1 7 0,36 0-4 0,24-12-14 0,1 24-34 0,-36 0-14 0</inkml:trace>
  <inkml:trace contextRef="#ctx0" brushRef="#br0">2794 12882 88 0,'0'0'0'0,"0"0"11"0,0 0-2 0,-13 11 13 0,13 14-4 0,0 11-9 0,0 1-3 0,0 11 1 0,0 13-2 0,0-1-2 0,0-12-2 0,0 13 0 0,0-13-6 0,-11 0-16 0,11-24-25 0,0 0-26 0,-11-11 42 0</inkml:trace>
  <inkml:trace contextRef="#ctx0" brushRef="#br0">2759 12893 57 0,'0'-11'29'0,"22"-13"-13"0,3-1 1 0,11 13 4 0,1 12-2 0,11 0-8 0,-12 12-6 0,1 24-2 0,-13 1-2 0,-11-1 0 0,-2 25 1 0,-35-13-1 0,0-13-1 0,-25 27 1 0,13-39-1 0,-25 14 0 0,13-26 0 0,12-11 1 0,-13 14-1 0,49-14-2 0,14 0 3 0,-3 0 2 0,24 12 3 0,2-1 1 0,11 13 0 0,13-11 1 0,49 22-2 0,-64-9-7 0,-21 9-15 0,-11 2-61 0,-14-25-6 0</inkml:trace>
  <inkml:trace contextRef="#ctx0" brushRef="#br0">3991 12808 102 0,'0'-11'8'0,"-12"11"-4"0,24 0-1 0,-12 36 9 0,12 13 2 0,-12 23-7 0,13 1-3 0,-13 12-1 0,0-2-1 0,0-9-2 0,0-15 1 0,0-22-1 0,0-24-3 0,0-2-18 0,0-22-104 0</inkml:trace>
  <inkml:trace contextRef="#ctx0" brushRef="#br0">3811 13075 49 0,'22'-12'16'0,"28"0"-7"0,22 0 3 0,-11 0 4 0,-1 12-5 0,1 0-5 0,0 0-1 0,11 0-2 0,-24 0 1 0,0 12-2 0,-24 0 1 0,-24 0 0 0,13 0 2 0,-26-1-1 0,-11 27-1 0,0-14-1 0,-13-1-2 0,15 1 1 0,9 0-1 0,-12-10 0 0,25-2 0 0,0-12 0 0,0 0-1 0,38-26 2 0,-16 15-1 0,3-13 0 0,-1 0 1 0,-12 0-1 0,0 24 0 0,-12-12 0 0,12 12 0 0,-12 12 0 0,13 12 0 0,-1-13 0 0,12 26 1 0,12-26-2 0,1 15 1 0,-1-26 0 0,12 11 0 0,1-22 1 0,47-39-1 0,-71 39 1 0,-14-25 1 0,-11 12-1 0,-24 0 0 0,12 10-1 0,-24 3 1 0,1 11 2 0,10 11 0 0,0 15 0 0,12 10-1 0,13 24 1 0,13-12-2 0,24-11 0 0,-13 11-1 0,12 0 1 0,0 13-1 0,-12 12 1 0,-11-14-1 0,-1-9 1 0,-24-14 1 0,-1 0-1 0,-11-25 1 0,-12 2 0 0,-11-13 1 0,-3 0-1 0,2-24 0 0,12 0-2 0,12-12 1 0,12 0-2 0,12-1 0 0,48-11-2 0,0-13 1 0,48-23-5 0,2 10 3 0,-1 3 3 0,10-2 2 0,-22-12-1 0,0 13 1 0,-48 35 1 0,-37 25 4 0,-12 0 1 0,-24 12-4 0,-13 12 2 0,2 25-1 0,10 11-1 0,24-1-2 0,0 3 0 0,39-2-1 0,-2 1 1 0,24-26 0 0,0 1 1 0,-11-11-2 0,-25-13 1 0,-12 0 0 0,-25 11 1 0,-35 2-14 0,-24-2-39 0,11 2-56 0</inkml:trace>
  <inkml:trace contextRef="#ctx0" brushRef="#br0">1911 14309 91 0,'0'0'5'0,"-11"0"8"0,11 0-10 0,0 0 10 0,0 11 5 0,0 13-11 0,11 13-3 0,0 11 0 0,2 13-1 0,-1-12-2 0,0 60 0 0,-12-61-5 0,0-13-17 0,-12-9-28 0,0-14-31 0</inkml:trace>
  <inkml:trace contextRef="#ctx0" brushRef="#br0">1875 14344 50 0,'0'-11'11'0,"0"-2"10"0,25-11 7 0,-3 13-4 0,15-13-10 0,11 12-6 0,-11 12-1 0,11 12-2 0,-23 12-1 0,-1 0-1 0,-12 11 0 0,-12 2-3 0,-24 11-8 0,0-11-24 0,-13 0-19 0,1-1-25 0</inkml:trace>
  <inkml:trace contextRef="#ctx0" brushRef="#br0">2298 14333 65 0,'0'0'0'0,"0"11"74"0,0 15-65 0,0 9-3 0,0 2-2 0,-11 11 1 0,11 13-2 0,0-14-3 0,0 3 2 0,0-14 0 0,11 0 3 0,0-25 5 0,-11 2-3 0,13 0-3 0,24-13-3 0,-13 0 0 0,24-13 0 0,-24 13-1 0,0 0-5 0,1 0-11 0,11 0-13 0,-24-13-19 0,12 13-38 0</inkml:trace>
  <inkml:trace contextRef="#ctx0" brushRef="#br0">2359 14587 89 0,'0'0'6'0,"0"0"0"0,24-24 11 0,12 12-5 0,0 0-11 0,-12 0-22 0,-11-1-43 0,-1 13 28 0</inkml:trace>
  <inkml:trace contextRef="#ctx0" brushRef="#br0">2383 14381 53 0,'0'0'26'0,"11"-11"-24"0,26-15 1 0,-1 15-1 0,13-13-4 0,-13 11-28 0,-12 13-18 0</inkml:trace>
  <inkml:trace contextRef="#ctx0" brushRef="#br0">2746 14333 45 0,'0'0'12'0,"0"37"6"0,-11 22 23 0,11-22-32 0,0 11-5 0,0 49-3 0,11-48-2 0,-11 22-10 0,0-58 2 0,0 0-2 0,0-13-4 0,-11-13 5 0,-3-11 5 0,2-12 4 0,-1-12 1 0,13-1 2 0,0 1 2 0,0-13 1 0,39-60 15 0,-15 73-9 0,11 11 2 0,1 26 1 0,0-1-4 0,1 12-2 0,-13 23-2 0,0 1-1 0,-12 0-2 0,-12 13-1 0,0-13-2 0,-12 13 1 0,-12-1-1 0,-12-12 0 0,-13 1-1 0,1-14 0 0,13 2 0 0,-3-13 1 0,13 0 0 0,14 0-2 0,11 0 0 0,11 0 2 0,14 12 2 0,13 12 2 0,9 0 1 0,1 13 3 0,1-25-1 0,-1 24-2 0,-11-24-4 0,-1 35-9 0,-23-21-43 0,-13-14-54 0</inkml:trace>
  <inkml:trace contextRef="#ctx0" brushRef="#br0">4220 14333 89 0,'-11'-13'16'0,"-13"13"-8"0,-12 13-3 0,0 24 10 0,-13 11-2 0,25 0-5 0,0 0-3 0,24 1-2 0,0-14 0 0,12 15 1 0,12-14-1 0,24-24 1 0,-11-1 3 0,11-22 1 0,-13-1-2 0,63-97 12 0,-74 73-15 0,-36-13-1 0,12-12-2 0,-36 26 0 0,0-15 1 0,-49 2-6 0,61 37-6 0,-1 11-14 0,1 11-23 0,12 26-55 0</inkml:trace>
  <inkml:trace contextRef="#ctx0" brushRef="#br0">4536 14344 128 0,'0'-11'7'0,"-12"-2"-1"0,0 13 3 0,12 0 2 0,-12 24-2 0,12 2-3 0,0 22-1 0,0 0-1 0,12 0-2 0,-12 1 0 0,0-1-2 0,0-11 0 0,0-1-4 0,12-13-13 0,-12-10 5 0,0-13-13 0,-12 0-4 0,12-24 0 0,-12 0 9 0,-1-12 6 0,13-2 8 0,-12-9 8 0,12-1 4 0,0-13 3 0,0 0 6 0,25 13 5 0,-1 0 3 0,12 24 2 0,0 12-3 0,-12-2-6 0,1 14-7 0,0 14-4 0,-14 9-3 0,-11 1 0 0,0 13 0 0,-36 24 0 0,-2-37-2 0,16 0 0 0,-3-12 0 0,-11-12 0 0,36 12 0 0,-12-12-3 0,24 12 2 0,12 0 1 0,13 12 0 0,-2 1 1 0,2-1-1 0,-2 11 0 0,-10-9 0 0,-1 10 0 0,-12-12-1 0,1-1-18 0,-13-10-33 0,24 11-50 0</inkml:trace>
  <inkml:trace contextRef="#ctx0" brushRef="#br0">5104 14261 93 0,'0'0'6'0,"0"-12"8"0,-12 12 28 0,12 23-37 0,-24 14-1 0,0-2 2 0,12 2 0 0,-13 11-1 0,12 1-1 0,-9 24-1 0,22-49-2 0,11-12 1 0,0-1 2 0,2-11-2 0,24 0 0 0,-24-11 0 0,9-13-2 0,3 12-1 0,-25 0 1 0,12 0-1 0,-12-1-1 0,0 2 2 0,0 22-1 0,12 2 4 0,0 11 1 0,12-12 1 0,-11 0-2 0,11 11-13 0,-24-10-49 0,0 12-53 0</inkml:trace>
  <inkml:trace contextRef="#ctx0" brushRef="#br0">6518 14187 80 0,'-11'-23'17'0,"0"11"-8"0,-14 0 4 0,1 12 2 0,-25 0-3 0,1 47-6 0,12 1-1 0,-13 13-2 0,24 0 1 0,1 0-3 0,24-1 0 0,0-11 0 0,24-13-1 0,1-12 1 0,24-13 1 0,-13-11 0 0,12 0 0 0,1-11 0 0,-13-1-1 0,-12 0 1 0,13-24 1 0,-37 12-3 0,0 11 1 0,0-11 0 0,-13 12-1 0,0 0 0 0,2-1 0 0,11 13 0 0,0 0-1 0,24 25 3 0,-24-1-2 0,13 1 1 0,-13-1-1 0,0 12-3 0,0 25-80 0,0-49 0 0</inkml:trace>
  <inkml:trace contextRef="#ctx0" brushRef="#br0">6761 14235 103 0,'0'-24'13'0,"-12"0"3"0,12 24-4 0,0 0 3 0,0 0-2 0,12 24-3 0,-12 26-3 0,24-2-1 0,-24 0-2 0,13 0-4 0,11 1 1 0,-12 11 0 0,12-23-5 0,-24-1-11 0,0-12-15 0,0-11-16 0,0-13-33 0</inkml:trace>
  <inkml:trace contextRef="#ctx0" brushRef="#br0">6798 14249 29 0,'0'0'0'0,"24"-49"32"0,24 36-7 0,0 2 5 0,-11-1-6 0,11 24-11 0,-24-1-6 0,-12 13-3 0,-12 14 1 0,-24-2-3 0,12-1-1 0,-23-11-2 0,-2 13-11 0,0-13-24 0,13 0-16 0,12-11-9 0</inkml:trace>
  <inkml:trace contextRef="#ctx0" brushRef="#br0">7160 14235 89 0,'0'-24'23'0,"0"13"-8"0,0 11 9 0,0 11-4 0,12 13-14 0,-12 13-1 0,13 0-2 0,-13 11 0 0,12 0-2 0,-12-11 0 0,0-1 0 0,0 0 0 0,0-11 0 0,0-13 0 0,0 0 2 0,12-12 0 0,-12 12 2 0,24-12-1 0,0 0-1 0,0 0-1 0,13 0-2 0,-13 0 1 0,0 0-1 0,-13 0-2 0,14 0-6 0,-13 0-9 0,0-12-10 0,-12 12-14 0,0 0-31 0,0 0 34 0</inkml:trace>
  <inkml:trace contextRef="#ctx0" brushRef="#br0">7197 14405 82 0,'-12'0'16'0,"-1"-24"24"0,62 13-13 0,0-2-20 0,11 0-2 0,-13 13-2 0,2-11-2 0,-35 11-2 0,8-13-10 0,-22 13-17 0,0 0-31 0,-11-11-11 0</inkml:trace>
  <inkml:trace contextRef="#ctx0" brushRef="#br0">7245 14164 75 0,'0'-12'9'0,"0"12"10"0,36-24 31 0,-11 12-34 0,11-2-6 0,-1 14-5 0,-10-11-3 0,-1 11-4 0,-10 0-31 0,-14 11-96 0</inkml:trace>
  <inkml:trace contextRef="#ctx0" brushRef="#br0">8624 14211 78 0,'0'-24'28'0,"0"13"-12"0,0 35 13 0,0 11-19 0,12 2-4 0,0 11-2 0,0 2-1 0,0-2 0 0,0 37-2 0,-12-61-1 0,0 0-4 0,12-12-22 0,-12-12-27 0,0 0-20 0</inkml:trace>
  <inkml:trace contextRef="#ctx0" brushRef="#br0">8418 14261 92 0,'0'0'0'0,"0"-26"17"0,11 15-10 0,52-2 7 0,-28-11-3 0,15 24-8 0,9-11-4 0,1 11-13 0,1 0-30 0,-24 11-25 0</inkml:trace>
  <inkml:trace contextRef="#ctx0" brushRef="#br0">9084 14211 41 0,'0'0'0'0,"-13"0"-6"0</inkml:trace>
  <inkml:trace contextRef="#ctx0" brushRef="#br0">9108 14235 75 0,'-24'-59'66'0,"24"59"-49"0,12 11-11 0,-12 26-2 0,0 11-2 0,12 50 2 0,0-50-4 0,0 0 1 0,-12-11-1 0,12-1-6 0,0-12-24 0,-12 11-38 0,12-35 17 0</inkml:trace>
  <inkml:trace contextRef="#ctx0" brushRef="#br0">9386 14648 121 0,'0'0'13'0,"0"0"-7"0,0 0 13 0,0-12 2 0,12-13-11 0,-12 12-6 0,12-10-1 0,-12-1 0 0,0-24-1 0,0-1-1 0,12 0 0 0,-12 1 0 0,12 0-1 0,0 11 1 0,-12-11-1 0,12 24 0 0,1 11 1 0,-1 13-2 0,0 0 1 0,0 13 0 0,0 11 1 0,12 13-1 0,-12-2 0 0,12 13 0 0,25 37 0 0,-37-60 1 0,23-1-1 0,-22-12 0 0,-1-12 1 0,-12 0 1 0,12-12-1 0,1-12 1 0,0-1-3 0,9-10 2 0,-9-2-1 0,-1 0 0 0,0 2 1 0,12-15-1 0,-24 2 0 0,12 13 0 0,0 23 0 0,-12 0-1 0,0 12 1 0,13 0-1 0,-13 12 1 0,12 24 0 0,0-1 1 0,-12 15 1 0,12-2-1 0,0 0-1 0,-12 0 2 0,12-11-1 0,0 11 0 0,0-24-1 0,-12 1 1 0,13-13-1 0,-13-12 0 0,0 12-6 0,11-12-18 0,-11 12-32 0,25-12-37 0</inkml:trace>
  <inkml:trace contextRef="#ctx0" brushRef="#br0">10583 14454 169 0,'0'0'0'0,"12"-25"11"0,13 25-8 0,-1-11 2 0,0-2-1 0,-24 13-7 0,37 0-20 0,-1 0-33 0,-12 13-24 0</inkml:trace>
  <inkml:trace contextRef="#ctx0" brushRef="#br0">11152 14503 138 0,'0'0'0'0,"0"-25"19"0,47 1-5 0,-22 12-12 0,13 12-23 0,9-13-46 0,-35 13 8 0</inkml:trace>
  <inkml:trace contextRef="#ctx0" brushRef="#br0">10196 17103 104 0,'0'0'0'0,"0"-12"15"0,-12 12-12 0,12 0 0 0,0 12 8 0,12 12-2 0,-12 13-5 0,12 11-2 0,0-1-1 0,0-9 0 0,-12 9 0 0,0-10-1 0,0 0-4 0,-24-2-56 0,24-22 0 0</inkml:trace>
  <inkml:trace contextRef="#ctx0" brushRef="#br0">10087 17067 66 0,'0'-12'19'0,"0"-1"2"0,25 1-5 0,-1 0 1 0,24 0-6 0,13 12-4 0,-1 12-3 0,13 25 0 0,-13-13-1 0,-10 12-2 0,-28 13 1 0,-9-1 2 0,-13-1-1 0,-35 3-1 0,-15-15 0 0,-10-11 0 0,0 13-1 0,-1-37 0 0,12 13-4 0,13-13-14 0,24 0-28 0,24 0-58 0</inkml:trace>
  <inkml:trace contextRef="#ctx0" brushRef="#br0">10656 17538 69 0,'-12'0'39'0,"0"0"-18"0,12 0-2 0,0-12-8 0,0-12-3 0,24-12-2 0,-12-1-1 0,12-24 2 0,0 13-1 0,13-24-1 0,-25 0-2 0,13-1-2 0,-14 12 1 0,13 1-1 0,-24 11-1 0,11 25 0 0,2 12 1 0,-13 12-1 0,13 12-1 0,0 12 2 0,-2 13-2 0,13 11 1 0,-12 13-1 0,24-1 1 0,-24 1 0 0,13-2-1 0,-1 39-1 0,-12-63-6 0,-12 2-16 0,-12-13-25 0,-12-11-34 0</inkml:trace>
  <inkml:trace contextRef="#ctx0" brushRef="#br0">10680 17320 71 0,'0'0'0'0,"0"-11"34"0,0-1-19 0,25-2-4 0,23 3-5 0,11-2-4 0,4 13-8 0,20 0-40 0,-34 0-28 0</inkml:trace>
  <inkml:trace contextRef="#ctx0" brushRef="#br0">11586 17006 62 0,'0'0'0'0,"0"-24"30"0,13 12-11 0,-13-1 1 0,-13 13-2 0,-9 25-14 0,-15-1 2 0,0 12-2 0,1 13 0 0,0-1-2 0,12 1-2 0,12-2 1 0,12-10-1 0,0 0 1 0,36-2 0 0,-12-22 0 0,24 11 0 0,-11-13 0 0,0-11-1 0,-15 0 1 0,-9 0 0 0,-1 0 1 0,-12 0-1 0,0-24 0 0,0 13-1 0,-12-13 1 0,12 11-1 0,0-24 1 0,25 26-1 0,-13-2 0 0,23 2 1 0,-10 11 2 0,-1 0 4 0,12 11-3 0,-23 13 0 0,-1-10-2 0,0 9-2 0,-12 1 0 0,0 13 0 0,0 11-10 0,0 0-63 0,-12-23-6 0</inkml:trace>
  <inkml:trace contextRef="#ctx0" brushRef="#br0">9966 18143 70 0,'-11'0'47'0,"11"-12"-32"0,0 0-3 0,-13 0 1 0,13 0-3 0,0 12-7 0,0-12-3 0,0 24 1 0,0 0 1 0,0 24 0 0,0 1 0 0,0-1 0 0,13 12-2 0,-13 13 1 0,0-26 0 0,11 13 0 0,-11-11 1 0,0-13-2 0,13 0 0 0,-13-11-2 0,0-1-9 0,0-12-22 0,0 0-55 0</inkml:trace>
  <inkml:trace contextRef="#ctx0" brushRef="#br0">9700 18131 58 0,'0'0'27'0,"0"0"-4"0,0-12-17 0,0 12-6 0,25-12 1 0,-1 12 1 0,12-12-1 0,12 12 0 0,1-12 1 0,11 12-1 0,14 0 1 0,-50 12-2 0,23 0-2 0</inkml:trace>
  <inkml:trace contextRef="#ctx0" brushRef="#br0">10281 18384 75 0,'0'0'5'0,"0"0"1"0,0 13 6 0,12-13 1 0,0 11-4 0,-12 2-3 0,13 11-2 0,-13-11 2 0,0-2 4 0,11 2 7 0,-11-13-5 0,0 0-6 0,0 0 0 0,0-24 1 0,0 0-2 0,0-13-5 0,13 0 1 0,-1-10-1 0,12 9-4 0,12 3-15 0,-12 11-17 0,12 12-14 0,0 0-28 0</inkml:trace>
  <inkml:trace contextRef="#ctx0" brushRef="#br0">10716 18397 60 0,'0'0'9'0,"0"0"15"0,0 0 19 0,13-13-28 0,-1 2-7 0,12-2-4 0,-12-11 0 0,23 13-1 0,2-15 0 0,-11 15-1 0,-4-13 1 0,-9 0-2 0,-1 0 1 0,-12 12-1 0,0 0-2 0,-12 0 1 0,-12 12 0 0,-13 0 0 0,13 24-1 0,0 0 1 0,13-1 0 0,-2 1 1 0,13 0-1 0,24 2 1 0,0-15 0 0,26 2 1 0,-3-2 1 0,1-11-1 0,13-11-1 0,0-2 0 0,-13-10 0 0,0-2 0 0,-24 1 0 0,0 0-1 0,-24 0 1 0,0 12-1 0,-12 0 0 0,-13 12 0 0,14 12 2 0,-13 12 0 0,12 12 0 0,12-12 0 0,0 1 2 0,25-13 0 0,10 12-2 0,15-24-2 0,9 0-9 0,2-13-36 0,-1 2-103 0</inkml:trace>
  <inkml:trace contextRef="#ctx0" brushRef="#br0">20888 8200 1 0,'0'0'7'0,"-12"0"6"0,12-11-2 0,0 11-3 0,-13 0-2 0,13 0 0 0,-11 0 1 0,11 0-1 0,0 0 1 0,0 0 0 0,0 11 8 0,0-11-12 0,-11 0 6 0,-2 13-3 0,13-13 0 0,0 0 1 0,0 0 9 0,0 0-12 0,13-13-2 0,-2 13-1 0,0-11 1 0,-11 11-1 0,13 0 2 0,12-13-1 0,-13 2 1 0,12 11 2 0,0-12-2 0,0-2 1 0,0 3-2 0,0-13 1 0,13 0-1 0,-13 12-1 0,12-12 0 0,1 0 0 0,11 10 0 0,-24-9-1 0,0 11 1 0,26 0 1 0,-39 0-2 0,25-12 2 0,-24 12-1 0,12-1 0 0,13 1 0 0,-1-12 0 0,0 0-1 0,1 12 0 0,-1-12 1 0,12 11-1 0,-11 2 0 0,-13-14 0 0,11 13 0 0,-10-1 1 0,-1 2 0 0,1-2 0 0,11-11 1 0,-12 13-1 0,12-1 0 0,1-13-1 0,12 1 1 0,-14 11 0 0,2 2-1 0,-2-13 0 0,2 0 1 0,11 0-1 0,1 11 2 0,-13-11 0 0,1 0 0 0,-1 12 0 0,1-12-1 0,-15 11-1 0,16 2 2 0,-26-2-2 0,12 1 3 0,0 0-2 0,0 0 1 0,-12 0 0 0,13-1 2 0,-1 13-1 0,-12-11 0 0,-12 11-1 0,12-13-1 0,-12 13-12 0,-12 0-58 0,0 13-27 0</inkml:trace>
  <inkml:trace contextRef="#ctx0" brushRef="#br0">22472 6846 44 0,'0'0'16'0,"13"0"-9"0,23 0 5 0,0 0 1 0,25-12-1 0,12 12-1 0,10-12-2 0,27 0 0 0,-1-1-2 0,12 13-3 0,-36-11-2 0,-25 11-1 0,-24-13-1 0,-22 13 3 0,-3-11 0 0,-36 11-2 0,-24 0 0 0,2-13-1 0,9 13 1 0,16 13 0 0,-3-13 0 0,13 11-1 0,24 2 1 0,0-2 2 0,23 14-2 0,-9-13 0 0,11 24-6 0,-37 1-50 0,0-25-13 0</inkml:trace>
  <inkml:trace contextRef="#ctx0" brushRef="#br0">19969 8322 71 0,'-12'0'28'0,"0"0"-1"0,49 0 3 0,107-13-19 0,-47 13-5 0,109 0 4 0,-121 0-7 0,-13 0-1 0,1 0 4 0,-86 0 6 0,1 0-4 0,-24 0-5 0,-23-11-2 0,21 11 3 0,13 0-1 0,14 0-3 0,22 0 1 0,2 11-2 0,12 2-2 0,11 11-36 0,-12 0-87 0</inkml:trace>
  <inkml:trace contextRef="#ctx0" brushRef="#br0">20102 9084 2 0,'0'0'4'0,"-13"0"8"0,13 0 0 0,0-12-2 0,0 12-1 0,0 0-1 0,0 0 6 0,0 0-8 0,0 0 4 0,0 0-8 0,0 12 0 0,0 11-1 0,-11 1 0 0,11 14 0 0,0-15-1 0,-11 14 1 0,-2-2 0 0,1 2-1 0,0 0 1 0,0-1 0 0,0 13 0 0,-12-1-1 0,-1-12 1 0,13 13-1 0,0-1 0 0,0-12 1 0,0 13-1 0,0-13 0 0,0-1 0 0,12 2 0 0,-13-13 1 0,1 13-1 0,12-13 0 0,-12 0 0 0,12 0 1 0,-12 13-1 0,0-25 0 0,12 12 0 0,0 0 0 0,-13-13 0 0,13 3 0 0,0 10 1 0,0-12-2 0,0 0 2 0,0 0-1 0,0-1 1 0,0 2 0 0,0-13 0 0,-11 11 1 0,11 2 0 0,0-13 1 0,0 0-1 0,-13 11 2 0,13 3-1 0,0-14-1 0,0 12 0 0,0-12-1 0,0 0 0 0,0 0-1 0,-11 0-21 0,11 0-66 0</inkml:trace>
  <inkml:trace contextRef="#ctx0" brushRef="#br0">19509 10861 23 0,'0'0'14'0,"0"0"-4"0,0-11-2 0,-11 11-2 0,-2 0 0 0,-11 11-2 0,12 2 0 0,-13 11 1 0,-10 12-1 0,10 13 1 0,-11-13-2 0,12 13 1 0,-12-13-1 0,0-1 0 0,11-11-2 0,13 0 0 0,12-24-1 0,-12 14-12 0,12-14-64 0</inkml:trace>
  <inkml:trace contextRef="#ctx0" brushRef="#br0">18252 11612 26 0,'-11'0'2'0,"22"12"7"0,-11-12 0 0,-11 0 11 0,-2 12-13 0,-37 11 5 0,3-10-3 0,-13 11-1 0,-1 13-3 0,-12 11-1 0,-10 0-1 0,-15 0-1 0,13 1 1 0,0 0-1 0,25-13 1 0,12-12 0 0,23-24 0 0,25 12-2 0,0-12-1 0,0 12-4 0,25-12-22 0,-1 0-60 0</inkml:trace>
  <inkml:trace contextRef="#ctx0" brushRef="#br0">15954 11890 35 0,'-11'-13'22'0,"11"13"-2"0,11-11 0 0,-11 11-6 0,0 0-4 0,0 0-8 0,-11 0 1 0,11 11 3 0,0 2 2 0,0-1-2 0,-14-12-1 0,2 12-1 0,0-12 0 0,0 0-1 0,-1 0 0 0,2 0 0 0,0-12-1 0,-2 12-1 0,13-12 1 0,0-12-1 0,0 11-1 0,0 2 0 0,13-2 0 0,-2 13 1 0,13-12-2 0,-12 12 2 0,12 12-1 0,1 12-1 0,-14 0 2 0,2 25-1 0,-13-25 1 0,0-12 2 0,-13 25 3 0,-9-25-2 0,-28 12 0 0,15-12-2 0,10 0-1 0,13-12 0 0,-25 0 0 0,26-12 0 0,-2 0 2 0,-11-24-1 0,12 24 0 0,0-25-1 0,12 13 0 0,0 0-1 0,12-1 0 0,0 1 0 0,36 13 0 0,-24-2 0 0,1 13-1 0,0 0 1 0,-3 13 0 0,3 11 0 0,-1-13 0 0,-10 14-1 0,-3 11 1 0,-11-12 0 0,0 13 1 0,-25-13 0 0,13 0 0 0,-25-1 0 0,26-9 1 0,-25-2-2 0,24-12 2 0,-14 0-1 0,15-12 1 0,0-13-1 0,-2 1-1 0,13-24-1 0,-12 23 2 0,24-11-1 0,-12 12 0 0,24 12 0 0,-13-1-1 0,2 2 1 0,24 11-1 0,-13 11 1 0,0 2-1 0,0 11 1 0,-12 0 0 0,2 0 1 0,-14 1-1 0,11-1 0 0,-22 0 1 0,-15 0 1 0,14-13-1 0,-13-11-1 0,3 14 2 0,9-14-2 0,1 0 1 0,0-25 0 0,12 13-2 0,0-24 1 0,0 0 0 0,0 23 0 0,24-11-1 0,-11 12 1 0,-2 0-1 0,13 12 1 0,0 0-1 0,13 12 1 0,-13 12 0 0,-24 1 0 0,0-13 1 0,0 0 0 0,-24 12 0 0,-13-12 0 0,25-12 0 0,0 0-1 0,-1-12 0 0,13 0 0 0,13-24 0 0,-1 11-1 0,-12 13 1 0,24 0 0 0,-24 12 0 0,0 12 0 0,0-12 0 0,0 12 0 0,0 0 0 0,-12 1-1 0,12-13-11 0,12 0-27 0,13-25-97 0</inkml:trace>
  <inkml:trace contextRef="#ctx0" brushRef="#br0">23696 5587 64 0,'0'0'0'0,"0"0"35"0,0 0-22 0,-14 26 3 0,2-2-5 0,0 0-3 0,0-13-2 0,-1 2 1 0,2-13-2 0,-13 0 1 0,12 0-1 0,12 0 0 0,-24-13-1 0,24-11-1 0,-14 1-1 0,28-2 0 0,-2 12-2 0,0-11 0 0,13 1 1 0,-3 23-1 0,-9-12 0 0,-1 12 0 0,12 12 1 0,-10 0-1 0,-3 12 0 0,-11-13 0 0,11 15 1 0,-22-2 0 0,0 0 0 0,-15-13 1 0,14 2 1 0,-24-2 1 0,25-11 0 0,-14-11-2 0,13 11 0 0,-14-13 1 0,26-11-2 0,0 13 0 0,0-26-1 0,26 24 0 0,-26-22 1 0,37 11-2 0,-26 12 0 0,13 0 2 0,-12 0-2 0,0 12 1 0,0 12-1 0,2 0 2 0,8 12-1 0,-9 12 0 0,-13 1 0 0,12-13 0 0,-12 11 1 0,-12-22-1 0,-1-2 1 0,2 2-1 0,-14-1 2 0,1-12-1 0,-1 0 0 0,14-12-1 0,-13-1 1 0,24-11 0 0,0 0-1 0,-12 13 0 0,24-26-1 0,23 24 1 0,-10-11 0 0,-1 24 0 0,12 0 0 0,-23 0-1 0,-1 24 2 0,0-11-1 0,-12 12 0 0,-12-2 1 0,-13-10 0 0,-11-2-5 0,24 2-35 0,12-13-130 0</inkml:trace>
</inkml:ink>
</file>

<file path=ppt/ink/ink28.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4-10T11:54:5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19147 10776 70 0,'-12'-11'27'0,"-1"-2"-6"0,13 13-11 0,0 13 8 0,13 23-8 0,-1 0-3 0,24 37 3 0,-12-49-6 0,1-12 3 0,11 1 7 0,13-38 0 0,12-23-1 0,34-37-2 0,136-120-2 0,-124 108-9 0,-21 37-12 0,-50 35-21 0,-12 25-59 0,-12 12 19 0</inkml:trace>
  <inkml:trace contextRef="#ctx0" brushRef="#br0">19086 11950 75 0,'-12'-12'10'0,"-12"-12"8"0,24 12 2 0,-13 0 0 0,13-1-4 0,0 13-6 0,0 13-6 0,37 11 2 0,-1 12-2 0,1 1 1 0,11 11-2 0,50 72 2 0,-63-72-3 0,15 2-1 0,-26-2 0 0,-2 0 0 0,-9-24-1 0,11 13 1 0,-24-37-3 0,0 0-9 0,-12 0-23 0,0-24-102 0</inkml:trace>
  <inkml:trace contextRef="#ctx0" brushRef="#br0">19437 11866 85 0,'-13'11'25'0,"2"2"-23"0,0 23 5 0,-13 0 6 0,-26 13 0 0,15 10-2 0,-14 3-2 0,0-2-1 0,1 1-1 0,-1-2-1 0,13-9-2 0,0-15-2 0,25 2-1 0,-2-25-1 0,2 0-17 0,22-12-69 0,2 0 22 0</inkml:trace>
</inkml:ink>
</file>

<file path=ppt/ink/ink29.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4-10T11:54:5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31859 11213 6 0,'0'0'9'0,"0"0"0"0,0 0 2 0,0 0-9 0,0 0-1 0,0 0-1 0,-12 0 1 0,12 0 1 0,0 0 0 0,0 0 0 0,-13 0-2 0,13 0 1 0,0 0 2 0,-11 0 31 0,11 0-21 0,0 0-2 0,0 0 33 0,11 0-32 0,-11 11-9 0,0-11-1 0,13 0-1 0,-13 13 0 0,0-2 1 0,12-11-1 0,-12 13 1 0,0-2-1 0,12 13 0 0,-12-11 1 0,12 0-2 0,-12-2 1 0,0 2 0 0,12 11 0 0,-12-13 0 0,12 14 0 0,-12-13 0 0,12 0 0 0,0 13 1 0,-12-14-1 0,13 14 1 0,-13-1-1 0,12-12-1 0,-12 11 1 0,12-10 0 0,-12 24 0 0,12-25 0 0,-12 12 1 0,12-12 0 0,-12-1 0 0,12 13 0 0,0-11 0 0,-12 12-1 0,13-13 0 0,-2 12 0 0,-11-13 0 0,11 13-1 0,-11-11 1 0,13 11 0 0,-13-11 1 0,13 11-1 0,-13-13 1 0,12 14-2 0,0-13 1 0,-12 0 1 0,13 12-1 0,-2-12 0 0,0 1-1 0,-11-1 1 0,0 0-1 0,13 0 1 0,-13 0 0 0,0 0-1 0,0 0 0 0,12 11 1 0,-12-9-1 0,0-2 0 0,12 0 0 0,-12 0 0 0,12 0 1 0,-12 0-1 0,14-1 1 0,-14 2-1 0,11-2 0 0,-11 2-1 0,0-2 3 0,0 3-2 0,0-2 0 0,0-12 1 0,0 0 0 0,0 11-1 0,0-11 1 0,0 0-1 0,0 0 0 0,-11-11 0 0,-3 11-1 0,2-12 1 0,0-2 1 0,-13 3-1 0,14-2 0 0,0 2 0 0,-2-2 0 0,13 13 1 0,-12 0-2 0,12 0 1 0,0-11 1 0,0 22-1 0,12-11 0 0,1 13 0 0,-13-2 1 0,11 2-1 0,0-2 0 0,2 3 0 0,-1-2 0 0,0-1 0 0,0-11 0 0,2 0 0 0,-3 0-1 0,0 0-9 0,2-11-30 0,-1-15-106 0</inkml:trace>
  <inkml:trace contextRef="#ctx0" brushRef="#br0">31798 11418 42 0,'0'0'12'0,"0"0"55"0,-12 0-55 0,12-12-3 0,0 12 0 0,0-12 1 0,0-1 0 0,0-11-1 0,0 13 0 0,-13-26 3 0,13 37-10 0,13-13-1 0,24 13-2 0,-13 0-26 0,24 13-132 0</inkml:trace>
</inkml:ink>
</file>

<file path=ppt/ink/ink30.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3-24T13:38:5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1294 17792 32 0,'0'0'26'0,"-12"0"-5"0,12-13 0 0,0 2-2 0,-12-13-7 0,12 24-7 0,12-24-1 0,-12 12 0 0,24 12 0 0,-12 0 0 0,0 0-1 0,1 0 0 0,-1 12 0 0,0 12 2 0,-12-13 2 0,0 13 1 0,0 2-2 0,-12-14-1 0,0 0 0 0,-13-1-2 0,1 2 0 0,12-13 1 0,0 0-2 0,-1-13-1 0,13 2 1 0,0-13 0 0,13-2-1 0,-1-9 0 0,12 23 0 0,0-12 1 0,-11 24-2 0,-1 0 1 0,-12 0-1 0,0 24-5 0,0-12-34 0,0 12-93 0</inkml:trace>
  <inkml:trace contextRef="#ctx0" brushRef="#br0">2117 17466 62 0,'0'0'0'0,"-12"-13"37"0,-1 2-13 0,13-13 0 0,-24-2-5 0,12 15-8 0,-12 11-5 0,12 0 0 0,-12 24-2 0,0 61 4 0,11-13-7 0,1 1-1 0,12 0 0 0,12 11 0 0,1-12 0 0,11-11 0 0,0-24 0 0,12-13-1 0,13-12 1 0,-13-12 0 0,25-36 0 0,-13-13 0 0,0-11 0 0,26-49 1 0,-52-145 0 0,-44 193-2 0,-16 13 4 0,2 11-1 0,-12 2 0 0,-13-2-1 0,1 37 0 0,-1 0-5 0,25 25-18 0,11 11-35 0,14 23-52 0</inkml:trace>
  <inkml:trace contextRef="#ctx0" brushRef="#br0">2735 17392 75 0,'0'0'0'0,"0"-48"25"0,24 1-18 0,-13 9 12 0,0 3 7 0,2 23-10 0,-1 12-8 0,-12 0 1 0,12 47 0 0,-12 14-5 0,-12 11-2 0,12 13 1 0,-12-11-2 0,12-14-1 0,0 13 0 0,0-2 0 0,0 3 0 0,0-15 0 0,0-9-1 0,0-26 0 0,0-13-1 0,-13 2-2 0,2-26 1 0</inkml:trace>
  <inkml:trace contextRef="#ctx0" brushRef="#br0">2479 17623 39 0,'0'0'0'0,"0"0"22"0,25-12-6 0,23 0 3 0,13 12 0 0,11 0-3 0,13 12-7 0,11 0-4 0,-23 0-3 0,0-1 0 0,-24-11 2 0,-14 0 4 0,-9-11 4 0,-26-13-4 0,0 0-3 0,0-25-4 0,0 1 1 0,0-24 0 0,-14 11-1 0,14 1 0 0,0-2-1 0,0 27 2 0,0 11 4 0,0 12-1 0,0 36-4 0,0 71 0 0,0-21-1 0,0 22 1 0,0-23 0 0,-12 0-1 0,12 0 0 0,12-13 0 0,2 0 0 0,-14 1 0 0,11-26 0 0,2-10 0 0,-2-25 0 0,0 12 0 0,2-36 1 0,11 0-1 0,0-13 0 0,0 2 0 0,13-50 1 0,12 11-1 0,-38 39 0 0,2 11 0 0,-13 24 5 0,12 0-5 0,-12 24 1 0,0 0-1 0,0 0 0 0,0 13 0 0,12-1 0 0,0 0 0 0,24 13 0 0,-12-26 0 0,13 1 0 0,-2-11 0 0,14-13 0 0,-13 0 0 0,13-13 0 0,-13-11 0 0,-11-11 0 0,-14-2 0 0,14-23 2 0,-37-2-3 0,-12 27 1 0,-1 35 0 0,1 0 0 0,12 12 1 0,0 11-1 0,0 3 0 0,0 10 0 0,12 0 0 0,0-1 0 0,24 3 0 0,0-2 0 0,12-12 0 0,1-24 0 0,-1 11 0 0,0-22 0 0,12-2 0 0,-11-22 0 0,-13 23 0 0,0-13 0 0,-12 1 0 0,12 24 0 0,-12 0-1 0,-12 0 1 0,13 24 0 0,-13 13 0 0,0-2 0 0,12-11 0 0,-12 1-1 0,0-13 1 0,0 1 0 0,0-13 0 0,12-25 0 0,-12-11 0 0,12-1 1 0,12-11-1 0,24-36 1 0,13 22-1 0,-1 27 0 0,-11 11 0 0,-1 24-3 0,-12 0-36 0,-24 24-116 0</inkml:trace>
  <inkml:trace contextRef="#ctx0" brushRef="#br0">5116 17646 51 0,'0'0'0'0,"0"-11"24"0,0-1-5 0,0-12 7 0,-12 24-10 0,12 0-10 0,0 12 2 0,0 12-8 0,0 0 0 0,0 13 0 0,0 11 1 0,12 13-1 0,0-13 0 0,13-13 1 0,-1-10-1 0,12 0 1 0,0-25-1 0,1-25 1 0,-1 0 0 0,-12-10-1 0,11-1 1 0,-22-2 0 0,13 14 0 0,-15 1-1 0,2 11 1 0,-2 12-1 0,-11 12 1 0,11 24 0 0,14 1-1 0,-13-13 1 0,12 0-1 0,-11 11 1 0,11-35-1 0,0 13 1 0,-12-13 0 0,0-24 0 0,12-13 0 0,-12 2 1 0,1-2-1 0,-13-47 0 0,0 23 0 0,0 25 0 0,0 24 0 0,12-1-22 0,-12 26-14 0,24 11-16 0,1-12 3 0</inkml:trace>
  <inkml:trace contextRef="#ctx0" brushRef="#br0">6155 17708 46 0,'0'0'43'0,"14"-24"-18"0,-2-14-1 0,1 3-1 0,-13-1-6 0,-25 12-6 0,0-1-5 0,-10 25-2 0,10 0 0 0,-23 25-1 0,11 11-1 0,-11 23-1 0,24-21-1 0,11 46 0 0,13-47 0 0,13-13 0 0,23 0 0 0,-12-24 0 0,25-13 1 0,-13 2-1 0,1-26 0 0,-2-35 0 0,2-2 1 0,-24 27-1 0,-13 23 0 0,0 11 1 0,0 13-1 0,0 25 0 0,0 11 0 0,0-13 0 0,0 3 1 0,11-2-1 0,13 12 0 0,0-13 0 0,13-10 0 0,-1-2 1 0,0-11-1 0,0-11 0 0,1-13 0 0,-1-12 0 0,0-13 1 0,-36 1-1 0,11 24 0 0,-11 12 0 0,0-1 0 0,0 13 1 0,0 0-1 0,0 25 0 0,13 11 0 0,0-24 0 0,11 37 1 0,0-13-1 0,12-24 0 0,37 24 0 0,-37-36 1 0,12 0-1 0,-11-24 0 0,24-36 0 0,-39-1 0 0,-9 0 1 0,-13 25-1 0,0 12 0 0,0-1 1 0,0 25-1 0,-13 13 0 0,13 23 0 0,0 13 1 0,0 22-1 0,0-9 0 0,13 9 0 0,-13 27 0 0,13-2 0 0,-1 86 0 0,-12-109 0 0,-12 24 0 0,-14-73 0 0,4-13 0 0,-3-11 1 0,-11-24-1 0,12-13 0 0,-1 2 0 0,13-13 0 0,0-13 0 0,36-11 0 0,61-73 0 0,25 36 0 0,58-48 0 0,-34 60-1 0,-2 24 1 0,-120 61-5 0,0 12 8 0,-12 0-1 0,-12 36-1 0,0 0-1 0,12 13 0 0,12-25 1 0,0 0-1 0,13 1 0 0,-1-1 0 0,0 0 0 0,-12-12 0 0,0 12 0 0,-12-24 0 0,-12 11 0 0,-37-11-2 0,13 0 0 0</inkml:trace>
  <inkml:trace contextRef="#ctx0" brushRef="#br0">8429 17755 65 0,'0'0'0'0,"-11"0"23"0,11 0-12 0,-11 0 3 0,11 0 18 0,0 13-17 0,11-13-6 0,0-13-3 0,15 2-1 0,-2-13-2 0,11-24-2 0,2-13 1 0,-25 1-1 0,-12-14 0 0,0 15 0 0,0-15 0 0,-25 2 0 0,14 12-1 0,-2 12 1 0,2 34-1 0,0 14 0 0,-14 85 1 0,25-11-1 0,0 22 0 0,0 13-1 0,12-61 2 0,1 13-1 0,-2 0 2 0,24-13 0 0,4-1 0 0,-4-9 2 0,1-26-2 0,37-1 3 0,-37-22-4 0,1-50 1 0,-26 37-3 0,0-12 0 0,-11 24 0 0,0 0-1 0,0 12 1 0,0 24 1 0,0 0 1 0,0 12 0 0,14-12 1 0,-2 13-2 0,12-26 1 0,0 13 2 0,12-24 0 0,2 13 1 0,-27-26-1 0,0 13-4 0,-11-24 2 0,0 1-2 0,-22 11-6 0,-4-14-17 0,-11 2-39 0,15 13-31 0</inkml:trace>
  <inkml:trace contextRef="#ctx0" brushRef="#br0">8358 17526 96 0,'12'-12'16'0,"25"-12"2"0,35 0 13 0,26-13-6 0,-3 13-17 0,2 11-6 0,-24 13-3 0,-25 0-12 0,-24 13-33 0,-12 0-70 0</inkml:trace>
  <inkml:trace contextRef="#ctx0" brushRef="#br0">10354 17502 34 0,'-25'0'31'0,"-11"-12"-23"0,-12 12 7 0,-13 0-1 0,13 0-6 0,13 12-4 0,9 12-4 0,13 1 1 0,13 11-1 0,13-12 0 0,24 0 2 0,-13-13 0 0,0 15-2 0,0-2 0 0,0-12 0 0,0 12 1 0,-11-12 0 0,-13 12 0 0,-25-13 1 0,1 2-1 0,-25 0 1 0,3-13 0 0,7 0-1 0,-7 0 1 0,9 0-2 0,13-13-1 0,24 13 0 0</inkml:trace>
  <inkml:trace contextRef="#ctx0" brushRef="#br0">10534 17659 74 0,'-11'-13'29'0,"-2"13"-20"0,2 13 5 0,0 0-14 0,11-1 1 0,0 24-1 0,0-12 1 0,0 11 0 0,0 3 0 0,11-2 0 0,-11-25 0 0,11 13 0 0,-11-24 0 0,13 0 1 0,-13-11-1 0,11-13 0 0,2-12 1 0,23-49-1 0,1 12 0 0,-1 13 0 0,13 23 1 0,-25 13-1 0,0 24 0 0,-12 0 0 0,0 37 0 0,1-1 0 0,-13-1 0 0,0-9 0 0,11 22 0 0,0-13 0 0,2 2 0 0,11 0 0 0,-11-13 0 0,11-13 0 0,0-11 1 0,12-11-1 0,0-13 0 0,-11-13 0 0,23-11 0 0,0-24 1 0,-23 23-1 0,-13 25 0 0,0 12 0 0,-12 12 0 0,0 48 2 0,0-11-2 0,0-13 0 0,12 12-1 0,1 24 2 0,9-35-1 0,3-13 0 0,-13-1 0 0,25-11 0 0,-13 0-1 0,0-11 1 0,0-13 0 0,0 11 0 0,-11-11 0 0,-1 0 0 0,0 12-1 0,0 0 1 0,0 12 0 0,-12 12 0 0,0 0 0 0,12 12-1 0,12 0 1 0,0 1-1 0,1-13 1 0,84 12 1 0,-84-37-2 0,-3 2 1 0,-9-13-1 0,-13-2 1 0,-24-33-1 0,-12-2 1 0,-13 25-1 0,1 24 1 0,11 0-1 0,1 12 1 0,12 0-1 0,12 12 1 0,12 12-12 0,0-13-20 0,24 15 29 0</inkml:trace>
  <inkml:trace contextRef="#ctx0" brushRef="#br0">12023 17212 65 0,'-12'-12'27'0,"12"0"-7"0,-13 0-2 0,13 0-4 0,0 24-3 0,-12 0-2 0,-1 24-2 0,2-25 0 0,11 26-1 0,0-26-3 0,0 3 0 0,0-14 3 0,0 0 4 0,0 0 1 0,0-14-9 0,0 3-2 0,-11-2 0 0,11 2-2 0,-13 11-18 0,13-13-39 0,0 26-60 0</inkml:trace>
  <inkml:trace contextRef="#ctx0" brushRef="#br0">11902 17575 84 0,'0'0'0'0,"0"-13"18"0,12 2-10 0,0-2 15 0,-12 13-9 0,0 13-5 0,0 11-2 0,-24 12-2 0,12-12-2 0,0 0-3 0,12 13 0 0,0-1 0 0,24 24 1 0,0-35-1 0,12-13 0 0,0-12 0 0,13 0 0 0,-1-12 1 0,-11-13-1 0,-13 12 0 0,-12-34 1 0,-24-13-1 0,-25 23 1 0,-11 13-1 0,13 12 0 0,10 12 1 0,0 0-1 0,25 12 0 0,25 0 0 0,11 0-10 0,12-1-15 0,-11 2 25 0,11-13-1 0,12 0 0 0,13 13-1 0,24-26 0 0,-37-11 0 0,-48-12 0 0,-12-12 2 0,-12-74-1 0,0 50 13 0,12 12 1 0,0 11 0 0,0 25-3 0,-13 12-4 0,13 12-4 0,0 12 0 0,0 12 0 0,0 25 1 0,0-2 0 0,0 27-1 0,0-2-2 0,-11 0 1 0,11-23-1 0,0-14 0 0,-11 51 1 0,11-50-1 0,-50-12 0 0,26-24 0 0,13-37 0 0,-14 14 5 0,13-50-9 0,36-11-2 0,74-14-5 0,34 13 8 0,-72 50 4 0,-11 11 1 0,-12 0 5 0,-26-2 2 0,-11 15-2 0,0-2-4 0,0 13-2 0,-11 13-1 0,-2 12 0 0,1 11-1 0,0 12 2 0,12 0-2 0,0 74 0 0,12-74 2 0,-12-12-1 0,12-25 0 0,1 15 0 0,-2-2 0 0,13-24 1 0,-13-37 2 0,28 1-5 0,-28 12 0 0,13 0 1 0,0 11-1 0,-12 13 2 0,-12 13 1 0,12 23 1 0,0-24 1 0,0 11-3 0,1-10 0 0,11 0 0 0,36 11 0 0,13-48-1 0,-26-2-1 0</inkml:trace>
  <inkml:trace contextRef="#ctx0" brushRef="#br0">13910 17646 55 0,'0'0'9'0,"0"0"6"0,12 0-14 0,13 0 1 0,10-11-1 0,1-13 1 0,13 0 0 0,-13-12 0 0,0-1 0 0,-11-24 0 0,-1 13 0 0,-24-13 0 0,0-11 0 0,0 12 0 0,-24 12 0 0,11 11 0 0,-11 25 0 0,0 24-1 0,0 25 1 0,12 11 0 0,-1 23 0 0,2 3 0 0,22 11-1 0,2 11 1 0,11-59-1 0,-12 11 1 0,24 1 0 0,1-13-1 0,36 0 2 0,-38-36-1 0,2 0 0 0,11-48 0 0,-24-2 0 0,-12 27-1 0,-12 11 0 0,0 0 1 0,0 24-1 0,0 0 0 0,14 11 1 0,-14-10-1 0,11 12 0 0,13-1 1 0,-12 12-1 0,24-25 0 0,0 2 0 0,1-2 0 0,-1-11 0 0,-11-24 1 0,-3 13-1 0,-8-49 0 0,-39-1 1 0,1 25-1 0,-24 0 0 0,11 23 0 0,-23 1 0 0,1 24 1 0,33 1-36 0,26 23-47 0,0-36 42 0</inkml:trace>
  <inkml:trace contextRef="#ctx0" brushRef="#br0">15155 17502 84 0,'0'-12'52'0,"-12"-1"-49"0,-25 2 6 0,15-2 9 0,-28 13-8 0,2 0-5 0,12 0-4 0,12 24-1 0,-1 1 0 0,13-1-1 0,12 12 0 0,24 1 0 0,1-13 1 0,-1-1 0 0,0-10 0 0,0 24 0 0,0-13 0 0,1 0 0 0,-25 0 1 0,-14-13-1 0,-8 2 1 0,-27-13-1 0,1 0 1 0,-1 0-1 0,-11-13 1 0,11 2-1 0,24 11-1 0,14-13-2 0</inkml:trace>
  <inkml:trace contextRef="#ctx0" brushRef="#br0">15517 17453 104 0,'-11'-11'28'0,"-13"-2"-23"0,-24 2 4 0,0 11 6 0,-1 0-7 0,13 11-6 0,-1 13-2 0,37 13 0 0,0-1 0 0,24 0 0 0,25 13 0 0,-25-25 0 0,12 0 0 0,1 13 1 0,-13-13-1 0,0 0 0 0,-13 0 1 0,-11-13 0 0,-11 2-1 0,-25-13 1 0,-13 0 0 0,-11 0 0 0,11-13-1 0,1 2 1 0,12 11-2 0,12-13-1 0,24 13 0 0</inkml:trace>
  <inkml:trace contextRef="#ctx0" brushRef="#br0">15736 17755 81 0,'0'0'21'0,"12"0"0"0,13-11 5 0,10-1-4 0,-10 0-10 0,22-12-5 0,2-26-3 0,-24 15-2 0,-25-1 1 0,-11-37-2 0,-15 48 0 0,-11 14-1 0,2 11 1 0,-2 0-1 0,2 36 1 0,10 0 0 0,13 1-1 0,12-1 1 0,12-1-1 0,35 39 0 0,-9-50 0 0,9 11 0 0,16-22 0 0,-16-13 0 0,13-13 0 0,-11-11 1 0,-1-35-1 0,1-2 0 0,-37 1 0 0,12 23 1 0,0 13-1 0,0 12 0 0,12 24 0 0,0 12 1 0,1 13-1 0,-13-1 0 0,-12-12 0 0,13 13 1 0,-13-1-1 0,0 0 0 0,-12-1 0 0,-12-22 1 0,-25 0-1 0,-11-13 0 0,1 0 1 0,-16-26-1 0,4 2 0 0,11 13-2 0,35 11 1 0</inkml:trace>
  <inkml:trace contextRef="#ctx0" brushRef="#br0">24178 12688 53 0,'0'-13'9'0,"0"-10"15"0,0 11 1 0,0 0 5 0,0 12-11 0,-12 0-12 0,-12 24-3 0,0 12 1 0,-24 13 1 0,11-2 0 0,-11 14-2 0,-13 0-2 0,1 11-1 0,-25-11-1 0,24 0 1 0,13-13-1 0,11-25 0 0,2-10 0 0,23-13 2 0,0 0-2 0,0-13-8 0,-2 13-17 0,14-23-24 0,26 11-10 0,-26 0 18 0</inkml:trace>
  <inkml:trace contextRef="#ctx0" brushRef="#br0">23840 12652 65 0,'0'0'14'0,"-12"0"-3"0,24 0 31 0,0 0-24 0,24 0-8 0,0 0-2 0,14 0 0 0,70-12 4 0,-72 0-7 0,13 12 2 0,-37-12-2 0,-12 12 1 0,-12 0 2 0,-36 96-1 0,-1 25-4 0,13-61-2 0,12 1 0 0,0-49 0 0,12-12-1 0,12 0-12 0,0 0-86 0,-12 0 16 0</inkml:trace>
  <inkml:trace contextRef="#ctx0" brushRef="#br0">9653 18313 30 0,'0'0'7'0,"0"0"1"0,-13-14 3 0,-11 14 6 0,12 0-3 0,-24 14-4 0,-1-2-5 0,1 12-1 0,-1 11 1 0,13 15-1 0,12-15 1 0,0 14-3 0,12-13 1 0,36-12-2 0,37 1 3 0,-13-25-1 0,-11-12-3 0,11-1 0 0,-10-11 0 0,-15 12 0 0,-11-12 0 0,-12 24 0 0,-12-12 1 0,0 24-1 0,-12 12 1 0,24 1-1 0,0 11 0 0,0-12 1 0,37 0-1 0,-13-13 1 0,1 2-1 0,11-13 0 0,-11-13 1 0,-15-10 0 0,3-1 0 0,-11-13-1 0,-14 1 1 0,-98-48 1 0,61 71-3 0,-11 13-1 0</inkml:trace>
  <inkml:trace contextRef="#ctx0" brushRef="#br0">10232 18482 70 0,'-12'0'15'0,"12"0"-4"0,-12-13-4 0,0 13 4 0,12 0-9 0,-12 0 1 0,12 24-1 0,0 1 4 0,12-1-6 0,0 12 1 0,0-11 2 0,0-13 2 0,1 0 5 0,-1 0 1 0,0-12-8 0,0-12 0 0,0-12-7 0,0 12 1 0,1-25 3 0,11 1-1 0,-12 11 1 0,12-10 3 0,-12 22 0 0,12 2 1 0,-24 11 3 0,13 11-2 0,9 13-4 0,-9 0 2 0,-1 1 1 0,13 24-3 0,23 11-29 0,-24-36-19 0,0-13-7 0,-11 2 18 0,-1-13 19 0</inkml:trace>
  <inkml:trace contextRef="#ctx0" brushRef="#br0">10644 18530 14 0,'0'0'8'0,"0"-12"4"0,0 0 1 0,0-12 1 0,12 0 0 0,0 24 0 0,0 0 1 0,0 0-3 0,-12 11-4 0,13 13-1 0,-2-11 2 0,14 23-2 0,-13-11-5 0,0-1 2 0,24 0 1 0,-12-24 1 0,0 12-2 0,-11-12 2 0,11 0-6 0,-13-24-4 0,2 12 4 0,11-12 0 0,-24-13 1 0,24 13-2 0,-12 0-1 0,0 0 2 0,25 11 1 0,-25 13 0 0,0 13-1 0,0 11 0 0,12 36 5 0,-11-48-1 0,-13 12-2 0,24-11-2 0,-12-1 0 0,12-12 2 0,-12 0-5 0,1-12 2 0,-2-12 3 0,-11-1-1 0,-36-24-3 0,0 25 2 0,-1 13-4 0,-11 11-12 0,24 0-36 0,-1 24-43 0</inkml:trace>
  <inkml:trace contextRef="#ctx0" brushRef="#br0">11357 18264 39 0,'0'0'8'0,"0"-13"12"0,-12-10 0 0,12-1 6 0,0 0-3 0,0-1-6 0,-12 13-11 0,12 0-3 0,0 12 4 0,0 35 0 0,0 3-3 0,12 22-2 0,-12 1 1 0,12 11-1 0,0 0 6 0,1-11-4 0,-1 0-4 0,-12-25-1 0,12-1-2 0,0-22-11 0,-12 0-28 0,0-1-30 0,12-12 16 0</inkml:trace>
  <inkml:trace contextRef="#ctx0" brushRef="#br0">11551 18421 43 0,'0'0'0'0,"13"0"57"0,-13 13-31 0,11 11-7 0,0 11-9 0,2-10-1 0,12 11-2 0,-13 1-4 0,12-13-2 0,0-12 0 0,0 0 1 0,-12-12 0 0,24 0-1 0,-11-12-5 0,-1-12 2 0,0-1 2 0,0-11 1 0,-11 12-2 0,-1-1 0 0,-12 1 1 0,12 13 2 0,-12 11 0 0,12 11 0 0,-12 2-1 0,12 23 0 0,0-12 5 0,13 1-5 0,-14 11-7 0,13-24-28 0,-12 12-48 0,1-24 23 0</inkml:trace>
  <inkml:trace contextRef="#ctx0" brushRef="#br0">12216 18155 61 0,'0'0'30'0,"0"-12"-14"0,0 12 7 0,0 0 20 0,0 23-35 0,-12 3-5 0,12 22-2 0,0 0-2 0,0 0 1 0,12 13 1 0,-12-13 0 0,12 0 3 0,-12 1 1 0,12-13-9 0,1-11-4 0,-13-1-24 0,0-12-23 0,0 0-13 0,-13-12 44 0</inkml:trace>
  <inkml:trace contextRef="#ctx0" brushRef="#br0">12095 18445 45 0,'0'0'12'0,"0"-11"0"0,0 11-3 0,12 0 13 0,0-13-2 0,12 13-10 0,25-13-7 0,-1 13-1 0,1 0-2 0,48 0-1 0,-60 13 1 0,-15 0 4 0,-9 22 4 0,-1-11 3 0,-12 13-1 0,0-13-2 0,-12 0-7 0,-1-11 0 0,13-1-2 0,0 0-4 0,13-12-34 0,-13 0-42 0,12 0 42 0</inkml:trace>
  <inkml:trace contextRef="#ctx0" brushRef="#br0">12627 18155 61 0,'0'0'0'0,"0"0"9"0,0 0-10 0,0 0-14 0,13 0-21 0,-13 0 20 0</inkml:trace>
  <inkml:trace contextRef="#ctx0" brushRef="#br0">12797 18554 51 0,'0'0'0'0,"-11"0"16"0,11 0-3 0,0 13 24 0,-13-13-10 0,13 11-16 0,0 2-5 0,0-13-1 0,13 12-2 0,-2 0-1 0,13-12 0 0,0 0-1 0,12 0-2 0,-24-12-3 0,25-24 7 0,-37 23-2 0,12-11-1 0,-12-24 0 0,-12 35 2 0,-12-11 0 0,-1 13-2 0,-11 11-1 0,12 0 2 0,11 0-1 0,2 11 0 0,11 2 1 0,0-2-2 0,24-11 1 0,12 0-1 0,-12 0 1 0,12-11 1 0,1-2-1 0,-1 2 1 0,-12-2-1 0,1 13 0 0,-13 0-1 0,12 13 3 0,-24-2-1 0,13 13-1 0,-2 13 3 0,-11-13 2 0,11 13-1 0,2-26-2 0,-2 2 3 0,3-1-4 0,-2-12 2 0,12-12-10 0,0-1 4 0,0-11 3 0,37-37-3 0,-49 37 4 0,24 0-1 0,0-13-2 0,-23 37 1 0,-1 13 3 0,-12 11 0 0,12 0-2 0,0 13 6 0,12-13 1 0,1-12-2 0,-3 0-10 0,16-12 4 0,-2 0 1 0,0-36-3 0,-12 11-11 0,-12-23-153 0</inkml:trace>
  <inkml:trace contextRef="#ctx0" brushRef="#br0">14393 18469 26 0,'0'0'6'0,"0"0"8"0,0 0 8 0,-12 0 8 0,12 0-11 0,0 0-6 0,12 0 1 0,-12 0-1 0,26 0-2 0,-15 0-4 0,25 0-2 0,0 0-2 0,13 0-1 0,11 0 0 0,13 0 0 0,-14 0-1 0,15 0-1 0,-26 0 1 0,0 0-1 0,-23 0 2 0,-1 0-1 0,-24 0-2 0,0-11 0 0,-24 11 2 0,12-13-2 0,-25 2 1 0,25 11 1 0,-12-13-1 0,24 0-1 0,-12 13 1 0,24 0 1 0,0 0 1 0,12 0 2 0,0 13 1 0,-11 0 2 0,-1-2-2 0,-12 13-3 0,0-11-1 0,-12 11-11 0,-13-12-46 0,13 0-81 0</inkml:trace>
  <inkml:trace contextRef="#ctx0" brushRef="#br0">15833 18554 33 0,'0'0'5'0,"0"0"3"0,0 0 12 0,0 0 5 0,-12 0-6 0,12 13-5 0,0-13-5 0,-13-13-5 0,13 13-1 0,0-24-2 0,0 0 0 0,0-13 1 0,0 2 0 0,13-2 0 0,-1-11-1 0,-12-2 0 0,12 2 0 0,1 13-1 0,-2-1 1 0,0 11-1 0,14 1 1 0,-13 24 1 0,0 0 0 0,13 24-2 0,-14 13 1 0,2 11 0 0,11 0-1 0,-12 0 0 0,0 0 2 0,0-11 0 0,0-13-1 0,0 0 0 0,1-11 2 0,-13-2 1 0,0-11-4 0,12 0 0 0,-12-24-1 0,12 13 1 0,0-26-2 0,0 13-3 0,12-37-3 0,-11 13 6 0,9 0 1 0,-8 12 1 0,-14 12-2 0,12 10-1 0,-12 3 5 0,12 22 0 0,-12 15-1 0,0 10 2 0,0 11-1 0,12 3-1 0,-12-2 0 0,13 0 1 0,-13 0-2 0,11-11 4 0,-11-13-8 0,0 0-32 0,0-11-26 0,0-2 6 0</inkml:trace>
  <inkml:trace contextRef="#ctx0" brushRef="#br0">16619 18408 31 0,'0'0'10'0,"0"-11"4"0,-12 11 7 0,0-24 17 0,0 24-29 0,-24-13 0 0,11 26-2 0,13-2 0 0,-24 26 4 0,36 0-7 0,0 23 9 0,12-36-12 0,12 1-3 0,13-1-17 0,-1-12-32 0,35 0-49 0</inkml:trace>
  <inkml:trace contextRef="#ctx0" brushRef="#br0">17126 18313 25 0,'0'0'7'0,"0"-14"3"0,0 3 7 0,0-2 5 0,-11 2-3 0,0-13-4 0,-2 0-3 0,-12 12-3 0,13 0-1 0,-23 0-2 0,22 12-2 0,-23 12-1 0,0 12 0 0,-13 48 1 0,25-11-2 0,12-13 0 0,12 37 7 0,0-37-8 0,36 0-1 0,-12-11 0 0,25-25 2 0,-1 0-1 0,0-12 0 0,13 0 0 0,-1-12-1 0,1-12-2 0,-13-1-1 0,-11 1 4 0,-26 0 1 0,2 0-1 0,-50-13 4 0,13 37-2 0,-24 13-3 0,23-2 1 0,13 26 7 0,24-25-8 0,13 0 1 0,-1 1-2 0,13-13-4 0,-26 0 6 0,13-13-2 0,1-11 1 0,-13 12 1 0,1 0-2 0,-2 12 2 0,-11-13-2 0,13 26 2 0,-2-13 2 0,-11 24 3 0,24-12-7 0,-12 0 2 0,13 12 0 0,-1-11-1 0,-13-13 1 0,14 0-2 0,-1 0-3 0,0-13 1 0,1-11 2 0,-1-12 1 0,-12 0 1 0,0-12 0 0,13-2 0 0,-25-9-2 0,11-2 1 0,-11 13-1 0,0-2 1 0,-11 15-1 0,-2 23 0 0,-11 0 1 0,12 24 0 0,0 24-1 0,0 13 1 0,0 11-1 0,12 1 1 0,12 11 1 0,0-11 4 0,24-13 0 0,0-12-3 0,1 0-3 0,0-23 0 0,-2-13 4 0,1 0-2 0,0-13-7 0,-11 2 4 0,-1-26 1 0,-12 0 2 0,12 2-1 0,-24-26 1 0,13 0-2 0,-1 13 2 0,-12-12-1 0,0 12 0 0,0 23 0 0,0 13 0 0,-12 12 1 0,12 12-1 0,0 25 0 0,0 11-1 0,12 0 1 0,-12 13 1 0,24-2 0 0,-12 2 5 0,12-12-3 0,1-13-1 0,-3 1-2 0,4-37 2 0,-2 12-3 0,0-24 0 0,-13 12-5 0,14-24 7 0,-13-1-1 0,1 1-1 0,0-12 1 0,-2 12-1 0,-11 0 2 0,11 11-2 0,-11 0 0 0,13 13 1 0,-13 0 0 0,0 0 0 0,12 26 2 0,-12-2-1 0,12 0 0 0,0 0 1 0,-12 0 1 0,12 0-25 0,0 0-36 0,0 1-27 0,1-25 47 0</inkml:trace>
  <inkml:trace contextRef="#ctx0" brushRef="#br0">18530 18458 45 0,'0'-13'29'0,"13"2"-3"0,-13 11-7 0,11-13-2 0,0 26-13 0,2-2-1 0,-13 26 0 0,12-26 3 0,-12 26-6 0,0-13 0 0,0-11 1 0,0-2-1 0,0 2 1 0,0-1 0 0,12-12-1 0,-12 12 1 0,0-12 0 0,0 0 0 0,0 0 0 0,0 0 2 0,0-12-2 0,0 12 0 0,0 0-1 0,-12 0-1 0,0 0-5 0,-1 0 3 0,13 0 0 0,-11 0 3 0,0 0-1 0,11 0-3 0,0 0 1 0,-13 0 1 0,13-12 1 0,0 12 0 0,-12-13 5 0,-12-11 11 0,12 24-6 0,-1 0-5 0,2 0 1 0,11 0-1 0,-13 0-3 0,13 0 0 0,0 13-1 0,13-13 1 0,-13 11 0 0,11-11 1 0,2 13-2 0,-1-13 1 0,-12 0-1 0,12-13 0 0,-12 13 1 0,12-11-5 0,-12 11-1 0,0-13 2 0,0 13 3 0,-12 0-1 0,12-12 1 0,-12 0 0 0,12 12 0 0,-12-12 1 0,-1 12 1 0,2 0 1 0,-2-12-3 0,1 12 2 0,0 12-1 0,0 0 6 0,0 0-8 0,0 0 1 0,12 1 1 0,0-2 0 0,-12 2-1 0,24-13 0 0,0 0 1 0,0 0 1 0,0 0 1 0,25 0 0 0,-26 0 0 0,14-13 0 0,-1 13 2 0,1 0-2 0,-3 0-3 0,-22-11 0 0,13 11 0 0,-1 0 1 0,0-13-2 0,-12 13 1 0,0-12 0 0,0 12 0 0,0-12 0 0,0 12 0 0,0-12 0 0,0 12 0 0,0-12 0 0,0 12 0 0,0-13 0 0,0 13 0 0,0 0 0 0,0-11 0 0,0 11 0 0,0 11 0 0,0 2 0 0,13 11 0 0,-13-12 1 0,13 13-1 0,-2-14 0 0,0 2-1 0,14-1-1 0,-25-12-1 0,24 0-1 0,-24 0 2 0</inkml:trace>
  <inkml:trace contextRef="#ctx0" brushRef="#br0">18784 18445 19 0,'0'0'0'0,"0"0"18"0,0-11 7 0,12 11 11 0,0-13-7 0,0 13-8 0,0-13-2 0,1 26-5 0,-2 0-3 0,-11 11-5 0,13 0-2 0,-13 0 5 0,0 0-4 0,12 13-6 0,-12-26 2 0,0 2 1 0,0-1 0 0,-12-12 1 0,12 0-2 0,0-12-5 0,0-1-1 0,0 2 4 0,0-26 0 0,12 0-1 0,12 13 3 0,-12-11-2 0,12 9 1 0,0 2-1 0,2 13 0 0,-2 11 1 0,-24 0 1 0,11 24 0 0,0 0 2 0,-11 13-1 0,0-2 3 0,0-10-1 0,13-1-1 0,-13-12-1 0,12 1 1 0,-12-2-2 0,12-11-4 0,-12-11-3 0,12-2 6 0,12 1-1 0,-12-12 2 0,13 12-3 0,-1-25 1 0,0 26 0 0,0-2 0 0,13 2 1 0,-13 11 2 0,0 11 0 0,-11 26 1 0,-2-13 5 0,0 0-1 0,2 0-4 0,-1-11 0 0,13-2-2 0,-12-11-2 0,-2 0-21 0,13-11-85 0,-12 11 26 0</inkml:trace>
</inkml:ink>
</file>

<file path=ppt/ink/ink31.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3-24T13:38:5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5527 17381 21 0,'-48'0'7'0,"-11"0"1"0,-15 24 7 0,2 0 3 0,-1 24-1 0,0 13-5 0,37-24-7 0,12 11-5 0,0 1 0 0,12 11 1 0,12 0-1 0,12 1 0 0,36-1 1 0,0-24-1 0,25-12 1 0,12-11-1 0,-13-13 1 0,13-13 0 0,-25-11-1 0,13-24 1 0,-25 0 0 0,49-170 1 0,-84 97-1 0,-13 25 0 0,-13-2-1 0,2 37 1 0,-2 37 0 0,13 13 0 0,-12 11 1 0,12 24-1 0,0 25 0 0,12 22 1 0,1 14-1 0,-2 61 2 0,2-73-1 0,-13-1-1 0,11-11 1 0,0-2-1 0,-11-10 0 0,14-13 1 0,-14-36-1 0,12 0 1 0,12-11-1 0,11-14 1 0,-10-11-1 0,24-12 0 0,60-73 2 0,-61 72-2 0,-36 49 0 0,12 0-1 0,-13 25 1 0,39 35 1 0,-15-25-1 0,39 26 1 0,-26-48-2 0,12-13 1 0,1 0 0 0,-2 0 0 0,-9-24 0 0,-2 0 0 0,-24-13-1 0,13-47 2 0,-62 59-1 0,-11 25-1 0,23 0 1 0,-9 0 0 0,-3 61 1 0,25-37-1 0,36 37 0 0,12-26-1 0,0-11-1 0,13-11-2 0</inkml:trace>
  <inkml:trace contextRef="#ctx0" brushRef="#br0">7088 17635 85 0,'-24'0'14'0,"-1"-12"-5"0,-11 0 5 0,12 24 4 0,0 0-7 0,12-1-11 0,0 15 0 0,12-2 0 0,0 0 1 0,0 11-1 0,37 2 0 0,48 11 1 0,-26-35-1 0,1-13 1 0,1 0-1 0,-2-36 0 0,4 11 1 0,-4-59-1 0,-11-25 1 0,-48 12-1 0,0 13 0 0,-22-51 1 0,-4 100 0 0,-22 22 0 0,37 26-1 0,-14 22 1 0,13 26 0 0,0 37 0 0,12-2-1 0,0-47 1 0,0-1 0 0,0 13 0 0,0-13-1 0,12-13 1 0,0 3 0 0,0-26 0 0,12-1 0 0,0-11 0 0,0-23 0 0,13 11-1 0,-13-25 1 0,48-72 0 0,-72 85 0 0,-24 24-1 0,12 0 0 0,0 11 1 0,-12 2-1 0,11 12 1 0,2 11-1 0,0-12 0 0,11 11 1 0,0 3 0 0,35-26-1 0,1 12 1 0,13-13-1 0,11-11 0 0,-1 0-2 0</inkml:trace>
  <inkml:trace contextRef="#ctx0" brushRef="#br0">8696 17659 64 0,'0'-13'20'0,"-24"2"-5"0,12 11-4 0,-12 0-1 0,-13 0 0 0,26 11 0 0,0 15-5 0,-3-14-3 0,2 12 0 0,12 0 4 0,0 12-1 0,12-25 0 0,24 15-2 0,-11-14-1 0,47 0 1 0,-35-24 0 0,-1-13 0 0,-36-12-2 0,0-22-2 0,0 9 1 0,-12 27 1 0,12 11-1 0,24 0-1 0,0 12 2 0,13 12-2 0,0 0 3 0,-15 11-1 0,3 3-1 0,13 10-1 0,9 24 1 0,-23-36 1 0,-12 1 2 0,0-13 3 0,-12-12-3 0,12 0-2 0,1-24 0 0,-1 11-1 0,0-11 0 0,12 0-1 0,0 0 0 0,1 0 1 0,-3 12-1 0,4 12 1 0,-2 0 0 0,-11 0-1 0,9 12 1 0,-9 24-1 0,11-24 0 0,-11 23 2 0,11-22-1 0,0 12 2 0,0-25 0 0,12 12 0 0,-11-24-2 0,11 0 1 0,-12-25 1 0,24-35-2 0,-23-1 2 0,-13 1-1 0,-12 11-1 0,0-24 1 0,0 13-1 0,-12 11 1 0,0 24-1 0,12 26 0 0,-13 11-1 0,13 11 1 0,-11 26 0 0,-2 35 0 0,13 2 0 0,0 10-1 0,13-11 2 0,-2-25 0 0,2 1-1 0,23 11 1 0,-11-13-1 0,-3-9 0 0,15-15 0 0,0-23 1 0,-1 0-1 0,0-11 0 0,-12-26 0 0,13-11 0 0,-1-12 1 0,-24 35 3 0,0 12-6 0,1 13 2 0,-13 13-1 0,11 0 1 0,-11-1 0 0,13 24 0 0,11-12 0 0,-11 0 0 0,-2 0 0 0,24-11 0 0,-10-1 0 0,0-12 0 0,-1-12 0 0,12-14 0 0,-24 2 0 0,24-35 1 0,-24 35-1 0,-12 11 0 0,13 13-1 0,-13 0 1 0,0 13 0 0,12 23 0 0,-12-12 0 0,12 49 0 0,-12-14 0 0,0 15 0 0,0 10 0 0,0-35 0 0,-12 35 0 0,-13-47 1 0,13-1-1 0,-24-24 1 0,-1-12-1 0,-9-12 1 0,7-24-1 0,4-13 1 0,11 13-3 0,12 12 0 0</inkml:trace>
  <inkml:trace contextRef="#ctx0" brushRef="#br0">11212 17429 16 0,'0'0'0'0,"37"-11"16"0,35-2 8 0,-11-11 1 0,-1 0 0 0,-36 0 1 0,-11 11-4 0,-13-24-7 0,-13 26-6 0,-23-13-4 0,0 11-3 0,-13 13-1 0,13 24 0 0,0 14-1 0,12 9 0 0,-1 38 0 0,25-12 0 0,-12 12 1 0,12-37-1 0,0 1 0 0,0 11 0 0,-13 13 0 0,13-13 0 0,-11 1 0 0,11-1 0 0,-11-24-1 0,-2-12-2 0,13-11 2 0</inkml:trace>
  <inkml:trace contextRef="#ctx0" brushRef="#br0">10910 17696 83 0,'0'0'0'0,"0"0"5"0,12-12-3 0,24 0 10 0,13-1 3 0,-1 0-1 0,0 13-4 0,37 0-1 0,-49 0-6 0,49 13 5 0,-49-13-4 0,-12 13-2 0,-11-13-2 0,11 12 0 0,-12 0 0 0,0 0 1 0,-12 0-1 0,0 12 0 0,0 0 1 0,0 0-1 0,0-11 1 0,36 11 0 0,-12-13-1 0,1 2 1 0,-1-13-1 0,1 0 1 0,-14-24-1 0,-11 12 1 0,0-26-1 0,-11 3 1 0,-26-25 0 0,13 22-1 0,11 27 1 0,2-1-1 0,11 12 0 0,24 0 1 0,12 12-1 0,-11-1 0 0,10 15 1 0,2 10-1 0,-2 0 0 0,2-1 1 0,-13 3-1 0,-12-2 0 0,0-12 0 0,1-13 1 0,-13-11 0 0,0 0-1 0,0-24 1 0,12-11 0 0,0-2 0 0,24-11 0 0,25-12 0 0,0 35-2 0,-50 25 0 0</inkml:trace>
  <inkml:trace contextRef="#ctx0" brushRef="#br0">12857 17297 33 0,'0'-14'16'0,"0"3"-1"0,-12-26 0 0,24 26 2 0,-12-13-2 0,12 24-8 0,-12 0 0 0,0 35-1 0,0 13 0 0,0 13 1 0,0 13-1 0,-12 10-2 0,12-24-1 0,-12 1-3 0,12 0 0 0,0-1 0 0,0 1 0 0,12-13 0 0,12-13 1 0,1-10-1 0,-1-13 0 0,36-12-1 0,-23-24-1 0,-37 24 0 0</inkml:trace>
  <inkml:trace contextRef="#ctx0" brushRef="#br0">12676 17646 65 0,'0'0'0'0,"-12"-11"3"0,12 11-1 0,12-12 8 0,24 12 7 0,25-12 2 0,11 0-8 0,134-12 0 0,-109 24-7 0,-25 0 0 0,-12 0 1 0,-35 12 0 0,-13 12 1 0,-12-12 2 0,-12 11-8 0,12-10 0 0,-12 12 1 0,-1-1-1 0,13 0 0 0,13-12 0 0,11 12 1 0,12-24-1 0,1 0 1 0,11 0-1 0,-11-24 1 0,10-36-1 0,-22-37 1 0,-25 72 0 0,0 14 0 0,0-2-1 0,0 26 2 0,0 11-1 0,13 12-1 0,-2-1 1 0,-11 3 0 0,24 46 0 0,-24 1-1 0,12 60 1 0,-12-24 0 0,-25-60-1 0,14-13 1 0,-25-12 0 0,-2-36-1 0,-9 11 1 0,-1-35 0 0,-1-11-1 0,13-1 1 0,12-13 0 0,11 1-1 0,13-13 1 0,85-36 0 0,-24 49-1 0,95-24 1 0,-71 46-1 0,0 2 0 0,-24-11 1 0,23-26 0 0,-84 37-1 0,-13 24 0 0,2-12 1 0,0 24-1 0,-2-12 1 0,1 49-1 0,12-13 1 0,0 23-1 0,12 2 1 0,1 0-1 0,-2 72 1 0,0-72-1 0,-11-25 0 0,0-1 1 0,-11-21-1 0,0-14 1 0,-2 0-1 0,1-14 1 0,-12-21-1 0,12-13 1 0,12-13-1 0,-12 1 1 0,24-49-1 0,12-36 1 0,13 24-1 0,-2 48 0 0,15 25 0 0,-3 24 1 0,13 24 4 0,-11 11-5 0,-1 13 0 0,-11 13-1 0,-25 11 0 0,-12-11 1 0,0-1 0 0,-12-12 0 0,-12 1 0 0,-13-1 0 0,-11-12 0 0,-1 0 1 0,1 0-1 0,13-12 0 0,-2-12 0 0,37 0 0 0,-13 12 0 0,38-12 0 0,11 0 0 0,24 0 0 0,49 0-2 0,13-1 1 0,-26-11 0 0,-36 12 2 0,-11 0-1 0,-25-12 0 0,-12-1 0 0,-12 1 0 0,-24 12-2 0,-1 0 1 0,-11 12 0 0,-13 0 1 0,14 24 1 0,-2 13-1 0,24-1 1 0,2-1-1 0,11 3 1 0,11-2-1 0,2-12 0 0,37 24 0 0,-15-23 1 0,26-2-1 0,-13-10 0 0,12-13-1 0,-35 0 0 0</inkml:trace>
  <inkml:trace contextRef="#ctx0" brushRef="#br0">15155 17744 106 0,'0'0'0'0,"0"0"17"0,25-12-1 0,10 12 9 0,87-24 0 0,-51 12-23 0,3 0-3 0,-14 12-3 0,-11-12-13 0,23 24-94 0,-72-12 68 0</inkml:trace>
  <inkml:trace contextRef="#ctx0" brushRef="#br0">15917 17575 31 0,'0'0'0'0,"12"-13"11"0,2 2-2 0,8 11 4 0,-9 0 1 0,11 24 2 0,-24 0-4 0,12 0-12 0,-12 12 0 0,12-11 1 0,0 11 0 0,-12-12 0 0,12 0 0 0,-12-13 1 0,0-11 0 0,0 0 0 0,0-11 0 0,12-25 1 0,1-24-1 0,-1 11 0 0,12 1 0 0,0 24 0 0,1-1-1 0,47 13-56 0,12 73-18 0</inkml:trace>
  <inkml:trace contextRef="#ctx0" brushRef="#br0">16389 17744 7 0,'0'0'14'0,"0"11"5"0,12 2 8 0,24-2 28 0,-23-11-34 0,59-35 1 0,-36 11-17 0,25-24-2 0,-48-1-2 0,-2 13 0 0,-35 11 0 0,-12 1-1 0,-13 24 1 0,-11 0 1 0,11 13-1 0,13 11-1 0,12 12 1 0,24-12 0 0,0 0 1 0,60 49 2 0,1-37-1 0,11-12-2 0,2-11 1 0,-2-13 0 0,97-73 2 0,-47-97-1 0,-98 74-3 0,-24 11-2 0,0-13 0 0,0 3 0 0,-13 22 2 0,2 25 0 0,-2 36 0 0,1 24 0 0,0 12 1 0,-1 35 0 0,2 15 2 0,11-1-1 0,0 11 0 0,0 12-1 0,11-22 0 0,-11-14-2 0,13 1-1 0,11-1-6 0,-11 0-13 0,11-12-27 0,11-11-43 0,-23-26 59 0</inkml:trace>
  <inkml:trace contextRef="#ctx0" brushRef="#br0">17357 17720 77 0,'0'0'0'0,"12"0"25"0,1 0 0 0,22 0 5 0,15 0-3 0,9 0-10 0,14 0-13 0,-13 12-7 0,1-12-42 0,-25 12-73 0</inkml:trace>
  <inkml:trace contextRef="#ctx0" brushRef="#br0">18628 17272 81 0,'-13'-13'13'0,"13"2"6"0,0-13-3 0,0 24-4 0,0 24 7 0,0 11-9 0,-25 74 10 0,13-35-13 0,-1-2-4 0,2-23 2 0,0-1-3 0,11 1 0 0,-13-1-2 0,13-12 1 0,0 13 0 0,0-26 1 0,24-10-2 0,-13-2 0 0,26-11-1 0,0 0-1 0,11 0-1 0</inkml:trace>
  <inkml:trace contextRef="#ctx0" brushRef="#br0">18324 17659 63 0,'0'-13'9'0,"-24"2"6"0,24-1 1 0,0 0-2 0,48 0 3 0,13 0-5 0,24 0-6 0,49 12 1 0,-39 0-1 0,-22 0-1 0,36 0 4 0,-97 0-3 0,1 0 2 0,-38 36 0 0,13-12-7 0,12-13 0 0,0 15-1 0,0-14 0 0,12 0 0 0,48 36 0 0,-23-37 0 0,-2-11 1 0,2 0-1 0,-1 0 0 0,1-35 0 0,-1-26 1 0,-24 13-1 0,0-1 1 0,-12 25-1 0,12 0 0 0,-12 12 1 0,0 12 0 0,13 24 0 0,-13 12-1 0,12 1 1 0,-12 10-1 0,12 3 1 0,-12 9 0 0,12 26-1 0,-12 13 0 0,0 10 1 0,-12-11-1 0,-12 0 1 0,11-38-1 0,-35-9 0 0,12-26 1 0,-13-24-1 0,-11-13 1 0,11-22-1 0,-11-2 1 0,24-23-1 0,0-2 1 0,36 3-1 0,11-2 0 0,26 1 0 0,22-1 1 0,26 13-1 0,13 11-1 0,-1 2 1 0,-1 9 0 0,0-21 0 0,14-13 2 0,-86 11 0 0,-12 1 0 0,-36 11 0 0,12 1-1 0,-13 24 1 0,14-1-1 0,-2 26-1 0,1 11 0 0,12 24 1 0,0 1 0 0,0-14-1 0,12 15 0 0,1 22 0 0,-2 0 0 0,2 1 0 0,-13 0 0 0,0-1 0 0,0-11 0 0,-13-14 0 0,13-21 0 0,-24-14 0 0,12-12 0 0,0-12 1 0,0-14-1 0,0-9 0 0,-1-13 0 0,13-13 0 0,0 1 1 0,13-49-1 0,11-36 4 0,13 36-5 0,11 24 0 0,-24 61 1 0,49 11-1 0,-25 13 1 0,13 13 0 0,-26 11 0 0,2 24-1 0,-25-11 1 0,-12-13 1 0,0-1-1 0,-36 3 0 0,12-2 0 0,-26-12 0 0,4 0 0 0,-3-12 0 0,0 0 0 0,25-12 0 0,12 12 0 0,12-12 0 0,85 0 0 0,36 0-3 0,-1 12 2 0,-23-26-1 0,-24 15 2 0,-13-25 1 0,-36 24-1 0,-11-24 0 0,-63-13 0 0,3 37 0 0,-2 24 0 0,1 12 2 0,12 12-1 0,24 1 1 0,12-13-1 0,36 49-1 0,13-37 0 0,11 0 0 0,11-12 1 0,15 1-1 0,-1-2 0 0,0-10-2 0,-61-13 0 0</inkml:trace>
  <inkml:trace contextRef="#ctx0" brushRef="#br0">14828 17913 41 0,'0'0'15'0,"0"-12"-4"0,-11 12 5 0,-14-13 3 0,-24 13 5 0,14 0-18 0,11 13-4 0,-2-1 1 0,26 13 1 0,14 35 4 0,35-24-5 0,-14 1-1 0,1-1-1 0,0-12 5 0,-11 0 9 0,-13 1-1 0,-24-13-5 0,-24-12-2 0,-13 0-2 0,-11-12-2 0,-12-2-2 0,11-9 0 0,12 11-12 0,25 0-30 0,12 0-60 0</inkml:trace>
  <inkml:trace contextRef="#ctx0" brushRef="#br0">20659 17925 64 0,'0'0'12'0,"0"-12"2"0,0 0 1 0,-13-1-1 0,13 2-5 0,-12-2 0 0,-12 13-3 0,12 24-3 0,-12 1-1 0,-11 72 0 0,35-49-1 0,11 1 2 0,13-1 1 0,24-11 2 0,1-25 2 0,-1 0 0 0,1-12 1 0,-1-24-1 0,-1-13-2 0,-22-11-3 0,-25-1-2 0,0 1-1 0,-25 11-7 0,-10 13-37 0,-13 0-90 0</inkml:trace>
  <inkml:trace contextRef="#ctx0" brushRef="#br0">22304 17599 81 0,'0'0'0'0,"-24"-12"13"0,-1 0 1 0,1 12 2 0,-24 24 1 0,11 0-4 0,0-1-12 0,26 15-1 0,-13 10 0 0,13-1 1 0,11 14-1 0,22-13 1 0,15 2-1 0,11-26 1 0,25 0-1 0,12-12 1 0,-13-12-1 0,0-25 1 0,-23 14-1 0,-13-13 1 0,1-13 0 0,-37 24 0 0,0 13-1 0,12 25 1 0,12 0 0 0,13-14-1 0,-1 2 1 0,0-2-1 0,-1 2 1 0,-9-13-1 0,-2-37 1 0,-48 13 0 0,-2-13-1 0,-21 2 1 0,-62-26 0 0,48 48-1 0,25 2 1 0,0 11-1 0,23 0 0 0,13 0 1 0,24 11-1 0,13-11 1 0,24 13-1 0,-13-13 0 0,13 0 1 0,10-13-1 0,-21-11 1 0,10 13-1 0,-11-13 1 0,-13 24-1 0,-12-12 1 0,0 12-1 0,0 0 1 0,-24 24-1 0,13 12 1 0,-1 1-1 0,0-2 0 0,12 38 1 0,-12-37 0 0,-12-23-1 0,0-2 1 0,12-11-1 0,1-11 1 0,-13-13-1 0,22-1 1 0,28-48 0 0,-37 38 0 0,22 9-1 0,1 2 0 0,-11 1 1 0,-1 11-1 0,-12 12 1 0,12 24-1 0,0 37 1 0,-12-26-1 0,0 2 1 0,1-1-1 0,-13-11 0 0,24-1 1 0,0-24-1 0,-12 0 1 0,13-24-1 0,11 11 1 0,13-24-1 0,-27 26 1 0,15 11-1 0,-25 0 0 0,2 0 0 0,21 24 1 0,-11 0-1 0,0-11 0 0,0-2 0 0,13 2 0 0,-1-13 1 0,-12 0-1 0,0-13 0 0,13-23 1 0,-13-37-1 0,-24 25 1 0,0 11-1 0,0-10 0 0,0 23 1 0,0 24-1 0,0 0 0 0,0 24 1 0,0 0-1 0,0 23 0 0,13 14 0 0,-2 24 1 0,0 12-1 0,2 121 0 0,-13-109 0 0,0 0 0 0,0-37 0 0,-13-11 0 0,2-37 1 0,-13-12 0 0,13-24-1 0,-14-12 0 0,11-25 1 0,3-11-1 0,0-14 0 0,11-9 1 0,0-14-1 0,11 0 0 0,14 0 0 0,11-12-1 0,49-48 1 0,11 61-1 0,-35 96 1 0,-25 0 0 0,-12 12-1 0,0 24 1 0,-11-12-1 0,-1 24 1 0,-12 0 0 0,-25-11-1 0,-23-1 1 0,-12-11 0 0,-1-14 0 0,-11-11 0 0,11 0-1 0,13-11 0 0,36 11-2 0</inkml:trace>
  <inkml:trace contextRef="#ctx0" brushRef="#br0">24833 17925 100 0,'0'-12'22'0,"-14"0"-15"0,2-12 3 0,-25 0 7 0,-10 0 0 0,-2 12-8 0,1 0-7 0,0 12-3 0,11 12 1 0,13 24 0 0,24 12-1 0,0-11 0 0,24-2 1 0,0 2 0 0,25-13 1 0,-13-12-1 0,12-12 1 0,-11-12 0 0,-2-12 0 0,28-24-2 0,-41 11 1 0,3 25 0 0,-13 12-1 0,0-12 1 0,12 12 0 0,-12 12-1 0,13 13 0 0,11-1 0 0,0-13 0 0,-1 2 1 0,3-1 1 0,-13-12 0 0,10 0 1 0,-23-36-1 0,12-1 0 0,1-11 0 0,-1-61-2 0,0-36 1 0,-12 24 1 0,0 24-1 0,0 12 0 0,0 24 0 0,-12 37 0 0,0 24 0 0,-12 0 0 0,0 37 0 0,0 24 0 0,0 11 0 0,0 0 1 0,12 13 0 0,0-36 0 0,0 12-1 0,0-1 1 0,12 0-1 0,-12 1 0 0,36 48 1 0,1-73-1 0,-13-24 1 0,12 0-1 0,11-12-1 0,3-12-2 0</inkml:trace>
  <inkml:trace contextRef="#ctx0" brushRef="#br0">24989 17696 64 0,'0'0'3'0,"12"0"5"0,0 0 9 0,25 0 8 0,70-12 0 0,-9 12-18 0,-38 0-5 0,1 0-2 0,0 0 0 0,11 0 1 0,-24 12-1 0,2-12 0 0,-28 12 0 0,-22 0 0 0,0 12 1 0,0 0-1 0,0 0 1 0,0 13-1 0,-11 11 1 0,22-24 0 0,2 13-1 0,11-13 0 0,0-13-1 0,0 2-1 0</inkml:trace>
  <inkml:trace contextRef="#ctx0" brushRef="#br0">25690 17309 55 0,'-12'-12'9'0,"0"-13"-10"0,12 12-8 0,24 13-17 0,-12 0 3 0</inkml:trace>
  <inkml:trace contextRef="#ctx0" brushRef="#br0">25909 17297 63 0,'0'-14'13'0,"0"14"0"0,0-11 0 0,11 11 1 0,-11 11-2 0,0 26-5 0,11 0-3 0,-11 11-1 0,13 13-1 0,-13-1-1 0,12 1-1 0,0-37 2 0,-12 11-2 0,13-22 0 0,-13 0 0 0,13-1 0 0,-2-12 0 0,13 0 0 0,-12 12 0 0,73 12 1 0,-49 0-1 0,0 11 0 0,-12 3 0 0,-11 9 0 0,-13-10 0 0,0 0 0 0,-37-13 1 0,1-24 0 0,-12 0 0 0,-13-13 0 0,13-11 0 0,-13-13 0 0,13 2 0 0,12 11 0 0,11-13-1 0,25 13-2 0,0 11 1 0</inkml:trace>
  <inkml:trace contextRef="#ctx0" brushRef="#br0">26331 17792 98 0,'0'0'10'0,"12"0"42"0,2 25-37 0,10-13-16 0,-24-1-3 0,11 13-10 0,0 0-13 0,14 26-78 0,-25-50 84 0</inkml:trace>
  <inkml:trace contextRef="#ctx0" brushRef="#br0">26525 17453 10 0,'0'0'0'0,"12"24"-1"0,12 1 0 0,0 24 2 0,13 23 0 0,0-36-1 0,-26-11 0 0,24-1 1 0,4-12 0 0,-17 0 0 0,2-12 0 0,50-86 2 0,-50 15-1 0,-24-2 1 0,12 0-1 0,-12 1 1 0,0-2-1 0,0 26 1 0,-12 1-1 0,0 35 1 0,0 12 0 0,-13 12-1 0,1 24 1 0,-1 23 0 0,14 15-1 0,11 11 1 0,0-1-1 0,11-35 0 0,14 11 1 0,-1 1-1 0,13-13 0 0,-1 0 1 0,0 0-1 0,13-24 0 0,0-24 0 0,-14 0 0 0,15-11 0 0,-15-25 1 0,-11-2-1 0,12-33 0 0,-24 22 0 0,-12 36 0 0,0 2 0 0,0 11 0 0,-12 11 0 0,12 2 0 0,0 12 0 0,-12 23 2 0,12-25-2 0,12 14 0 0,0-24 0 0,1 11-1 0,11 0 0 0,0-24 0 0,-12 11-2 0,0-11-1 0</inkml:trace>
  <inkml:trace contextRef="#ctx0" brushRef="#br0">27275 17392 35 0,'0'0'0'0,"-12"-35"19"0,-13-2-3 0,25 14-1 0,-12 9-5 0,12 14-9 0,12 0-8 0,25 26-28 0,-13-2-17 0</inkml:trace>
  <inkml:trace contextRef="#ctx0" brushRef="#br0">27710 17344 50 0,'0'0'0'0,"25"-47"36"0,-25 22-13 0,24 12-2 0,-24 13-15 0,0 0-5 0,0 38 2 0,0-2-1 0,-13 12 0 0,13 24 0 0,-11-11-1 0,11 12-1 0,0-1 0 0,0-35 0 0,-13-1 0 0,1 0 0 0,0-12 0 0,-73 13 0 0,61-49 0 0,-25-26 0 0,27-9 0 0,69-13 1 0,86 34 0 0,-72 26-1 0,11 0 0 0,-48 13 0 0,1-13 0 0,-13 0 0 0,1 13 0 0,-2-1 0 0,-11-12 0 0,0 12 1 0,11 12-1 0,38 24 1 0,-13-37 0 0,1 2-1 0,-1-26 1 0,1 2-1 0,-13-13 1 0,12-24 0 0,-36 11 0 0,0 24 0 0,0 2 0 0,0 11 0 0,0 11 0 0,0 15 0 0,0 10 0 0,0 0 0 0,0 25 0 0,-12 11-1 0,-12 13 1 0,12-1 0 0,-25 1-1 0,13 0 1 0,-12-26 0 0,-1-9-1 0,1-26 1 0,-1-13 0 0,15-11-1 0,-16-35 1 0,26-2 0 0,12-11 0 0,37 0 0 0,11 11 0 0,12 13-2 0,-35 12 0 0</inkml:trace>
  <inkml:trace contextRef="#ctx0" brushRef="#br0">26392 17418 137 0,'11'-26'14'0,"14"15"3"0,11-2-8 0,-12 2-3 0,-11-2-8 0,-13 13-46 0,-13 13-59 0</inkml:trace>
</inkml:ink>
</file>

<file path=ppt/ink/ink32.xml><?xml version="1.0" encoding="utf-8"?>
<inkml:ink xmlns:inkml="http://www.w3.org/2003/InkML">
  <inkml:definitions>
    <inkml:context xml:id="ctx0">
      <inkml:inkSource xml:id="inkSrc0">
        <inkml:traceFormat>
          <inkml:channel name="X" type="integer" max="10000" min="-10000" units="dev"/>
          <inkml:channel name="Y" type="integer" max="10000" min="-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6-03-24T13:38:51"/>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21348 11261 66 0,'-13'-13'9'0,"13"13"-3"0,0 13-4 0,0 11 7 0,0 13 2 0,0 11-3 0,0 12-4 0,0 1-1 0,0-2-2 0,-11-9 0 0,11-14-1 0,0 0 0 0,0 1-39 0,-11-25-28 0</inkml:trace>
  <inkml:trace contextRef="#ctx0" brushRef="#br0">21191 11237 66 0,'0'-13'2'0,"12"2"-1"0,24 11 3 0,13-12 11 0,11 24-5 0,1-1-6 0,11 26-3 0,-11 11-1 0,-1 13 0 0,-25-1-1 0,-9 1 1 0,-13-2 0 0,-26-9 1 0,-24-14 1 0,-23-13 2 0,-1 1 2 0,-11-11-1 0,-1-13 0 0,13 0-3 0,10 0-1 0,28-13-2 0,-3 13-8 0,25-11-32 0,0-2-16 0</inkml:trace>
  <inkml:trace contextRef="#ctx0" brushRef="#br0">21615 11659 57 0,'11'0'6'0,"13"-11"-4"0,26-1 7 0,9 0 9 0,-22 0-6 0,11 0-7 0,0-12-3 0,1-2-1 0,-25 15 2 0,-11-25 0 0,-13 12-1 0,-25 0 0 0,-11-1-2 0,-1 25 0 0,-11 0 1 0,12 12 1 0,-13 12-1 0,24 13 0 0,14-1-1 0,11-12 1 0,11 13 0 0,26-13-1 0,0 0 0 0,-1-13-2 0,12 13-11 0,-11-11-28 0,-1-13-24 0</inkml:trace>
  <inkml:trace contextRef="#ctx0" brushRef="#br0">22050 11442 35 0,'0'-12'20'0,"0"0"-12"0,13 12 1 0,-13 12 6 0,0 0-1 0,11 25-7 0,-11-1-3 0,0 12-3 0,0-11 0 0,0-1 0 0,0-13-1 0,11 1 1 0,-11-24 1 0,0 0 2 0,13-11 3 0,-2-13-7 0,2-12 0 0,11 12 1 0,-12-14-1 0,24 3 0 0,-23-1 0 0,11 12 0 0,0-1 0 0,-24 13 0 0,12 12 0 0,1 12 1 0,-13 13 0 0,12 11 1 0,0 0 0 0,-12 0-1 0,12 1 1 0,-12-13-1 0,12 11-1 0,-12-22 0 0,0-2-5 0,0 2-59 0,12-13 16 0</inkml:trace>
  <inkml:trace contextRef="#ctx0" brushRef="#br0">22691 11357 75 0,'0'0'0'0,"-12"-11"12"0,-13 11 1 0,1 0 4 0,-12 0-2 0,-1 11-8 0,1 13-6 0,0 37 0 0,36-24-1 0,0-13-1 0,24 12 1 0,0-12-1 0,0 1 1 0,1-1 0 0,-25-12 0 0,12 0 1 0,-24 0 0 0,-24-1 1 0,-1-11-1 0,-22 0 0 0,9 0-3 0,15 0-8 0,-2-23-68 0,37 11 31 0</inkml:trace>
  <inkml:trace contextRef="#ctx0" brushRef="#br0">22908 11600 56 0,'12'0'14'0,"12"-12"4"0,1-13 2 0,-25 12-6 0,0 2-7 0,-12-13-5 0,-1 12-1 0,2-12-1 0,-26 11 0 0,13 13 0 0,11 0 0 0,-22 25 1 0,23 11 1 0,0 0 5 0,-1 13 1 0,38-13 0 0,0-1 0 0,10 3 2 0,26-26-2 0,11-12-4 0,13 0-3 0,-25-12-9 0,14-13-38 0,-39 12-58 0</inkml:trace>
  <inkml:trace contextRef="#ctx0" brushRef="#br0">21203 8890 70 0,'-12'-36'12'0,"12"36"-5"0,0 0-5 0,12 12 2 0,-12 12 3 0,0 37-1 0,0-1-2 0,12 13-2 0,-12-13-1 0,0-12 0 0,13 0-1 0,-13-11-5 0,0-13-26 0,0-24-37 0</inkml:trace>
  <inkml:trace contextRef="#ctx0" brushRef="#br0">21167 8818 33 0,'0'-13'12'0,"12"-11"-4"0,24 24-1 0,-1-12 6 0,3 24 1 0,58 61 1 0,-35-25-13 0,-37 13-1 0,0 12 0 0,-24-25 1 0,-12-1 2 0,-12 3 1 0,-37-26 0 0,-11 0-3 0,11-13 0 0,-11-11-5 0,24 13-17 0,23-26-17 0,13 13-13 0</inkml:trace>
  <inkml:trace contextRef="#ctx0" brushRef="#br0">21650 9192 44 0,'13'0'5'0,"11"0"2"0,0-11 1 0,-13-1 8 0,2-13-6 0,-13 12-6 0,0-11-2 0,0 1-1 0,-13-1 0 0,-9 0 0 0,-2 10 0 0,11 3 0 0,0 11-1 0,0 25 1 0,13-1 0 0,0 12 0 0,0-1 1 0,13 3 0 0,13-2-1 0,-2-25 0 0,-2 13 0 0,15-11 1 0,-13-13 0 0,-11-13 0 0,11-11 1 0,0 13-2 0,0-25 0 0,0-13-1 0,13 13 1 0,-25 12-1 0,0-14 0 0,0 27 1 0,1-1-1 0,-13 24 0 0,0-1 1 0,0 39 1 0,0-15-1 0,0 2 0 0,0 11 0 0,0-11 0 0,0-13 0 0,11-13-1 0,2 2 1 0,-2-13 2 0,0-13-1 0,15 2 0 0,-2-13-2 0,0 0 1 0,-13-12 0 0,2-2-1 0,-1 14 0 0,0 1 1 0,-12 11-2 0,0 12 1 0,12 12-2 0,-12 11 1 0,0 1 2 0,-12 14-1 0,24-2 0 0,-12-12 0 0,12 11 1 0,1-9-1 0,-2-2-1 0,14-13-15 0,-13 2-23 0,12-13-7 0,-24 0 17 0</inkml:trace>
  <inkml:trace contextRef="#ctx0" brushRef="#br0">22365 9107 40 0,'0'0'0'0,"0"-23"11"0,11 11-5 0,0 12 5 0,2 0 3 0,-2 12-2 0,15 0-4 0,9 12-3 0,-22 0-2 0,-2-13-2 0,-11 26 1 0,0-37 0 0,-11 24 3 0,-2-24 1 0,-9 13-1 0,-17-13-1 0,28 0-2 0,-13 0-1 0,13 0 0 0,-2 0-1 0,1-13 1 0,0 13-1 0,24 0-2 0,-12 13 2 0,12-13 0 0,12 11 0 0,-13-11 0 0,13 0 0 0,2 13 0 0,-2-13 0 0,0 0 0 0,0-13 0 0,-12 13 1 0,0-11 1 0,1-2-1 0,-2 2 1 0,-11-2-1 0,0 2-1 0,13-1 1 0,-13-2-1 0,12 3 0 0,-12-13 0 0,0 11 2 0,-12 2-1 0,12 11-1 0,-24 0 0 0,-1 0 1 0,0 24-1 0,14 0 1 0,11 13 0 0,0-13 1 0,11 0 2 0,26 0 2 0,12-13 0 0,11 2-1 0,1-13-3 0,23-13 0 0,-71-11-17 0,-1 13-37 0,-12-2-33 0</inkml:trace>
  <inkml:trace contextRef="#ctx0" brushRef="#br0">22437 9084 62 0,'0'-24'12'0,"0"0"5"0,0-1 8 0,0 13 7 0,0 12-11 0,0 0-15 0,-26 37-2 0,-9 11 1 0,-1 23-3 0,0 3-1 0,-13 22-26 0,13-23-95 0</inkml:trace>
  <inkml:trace contextRef="#ctx0" brushRef="#br0">25315 14007 44 0,'0'0'22'0,"0"-13"-2"0,0 13-12 0,0 0 3 0,12 0 4 0,1 25-4 0,-1 11-2 0,12 11 0 0,12 15 1 0,11-15 0 0,3 3-3 0,-2-2-1 0,2-13 0 0,-3-22-2 0,-11 11-2 0,-24-11-2 0,0-13 2 0,-12-13-89 0,0 2-4 0</inkml:trace>
  <inkml:trace contextRef="#ctx0" brushRef="#br0">26235 14320 77 0,'0'-11'20'0,"-13"-2"-16"0,13 2 1 0,-24 11 6 0,-12 0 0 0,0 11-3 0,11 13-6 0,13-11-1 0,0 11-1 0,12 0 0 0,12 0 1 0,25 0 0 0,-1 1 0 0,0-13 0 0,13 25 0 0,-37-26-1 0,1 2 4 0,-13-1 10 0,-25 0 1 0,-24 0-5 0,1-12-5 0,-13 0-2 0,-12-12-4 0,62 0-12 0,11 12-28 0,24 0-31 0,0 0 14 0</inkml:trace>
  <inkml:trace contextRef="#ctx0" brushRef="#br0">26488 14454 88 0,'-12'-12'15'0,"-12"-12"16"0,24 24-24 0,0 24-1 0,0 0 4 0,0 24-3 0,12 13-2 0,0 0-1 0,-12 10-3 0,0-9 0 0,0-2-1 0,0-24-2 0,0 0-10 0,-12-12-18 0,12-11-32 0,0-13 3 0</inkml:trace>
  <inkml:trace contextRef="#ctx0" brushRef="#br0">26488 14370 75 0,'0'0'0'0,"37"-13"18"0,-1 13-9 0,1 13 5 0,-13 11-4 0,-24 11-2 0,12-10-1 0,-36 11-2 0,-1 1-1 0,-11-13-1 0,0-12-2 0,11-12-4 0,13 12-21 0,12-12-30 0,12 0-15 0</inkml:trace>
  <inkml:trace contextRef="#ctx0" brushRef="#br0">26972 14466 76 0,'0'0'14'0,"-36"-24"0"0,0 11 1 0,-13 2 6 0,1 22-7 0,0 2-6 0,11 11-6 0,13 13-1 0,24-1-1 0,0-12 0 0,24 11 0 0,2-22 0 0,9 0 0 0,13-1 0 0,-11-12 1 0,-13-25-1 0,0 12 0 0,0-22 0 0,-12-14-1 0,-12 13 1 0,0 0 1 0,0 12-2 0,0 11 1 0,0 2 0 0,13 22 2 0,-2 13-1 0,2 13-1 0,-1 0 0 0,0-1 0 0,12-12-1 0,-11 0 0 0,-2-13-3 0,0 2-5 0,2-13-8 0,-13 0-13 0,11-24-11 0,2 12 6 0,0 0 11 0</inkml:trace>
  <inkml:trace contextRef="#ctx0" brushRef="#br0">27214 14429 29 0,'0'0'26'0,"0"0"-10"0,0 0-7 0,12 25 6 0,-12-1-5 0,0 12-5 0,12-11-2 0,-12-1 0 0,13-12 3 0,-13 0 9 0,0-12 9 0,-13 0-9 0,1-24-8 0,12 0-3 0,-12-1-2 0,12 1-1 0,12 0-2 0,0-13-3 0,1 26-10 0,35-2-11 0,-12 13-14 0,13 0-3 0,0 0 12 0,10 13 20 0,-33-13 11 0,9 11 15 0,-11-11 13 0,-36-11 33 0,0 11-40 0,-23-13-6 0,-3 13-3 0,13 0-8 0,14 0-2 0,0 0-2 0,11 13-1 0,22 11 0 0,3 12 0 0,13-11 1 0,-16 11-2 0,-9-12 1 0,-1-12 0 0,-12 0 1 0,-25-1 1 0,-23 2-1 0,0-26 0 0,0 2 0 0,24 11 1 0,24-12-2 0,0 0-1 0,36 0 1 0,24 0-1 0,12 12 0 0,13-12 0 0,12 12 0 0,1-13 0 0,-26 2-1 0,-37-2 2 0,-22-11 0 0,-13 12 0 0,-35 0 1 0,-15 12 1 0,-10 0 0 0,11 12 0 0,25 12-1 0,12 1 0 0,12 11 0 0,25-12 0 0,11 0-1 0,24 0 1 0,14 1-1 0,9-25 0 0,-10 12-3 0,0-12-11 0,-13-24-78 0,-36 11 22 0</inkml:trace>
  <inkml:trace contextRef="#ctx0" brushRef="#br0">25509 6532 58 0,'-12'-12'13'0,"12"0"2"0,12-13 16 0,12 12-8 0,-13-10-6 0,52-38 6 0,-28 37-15 0,1 0-3 0,-12 0-2 0,-12 11-2 0,1 2 0 0,-13-2-1 0,0 13-11 0,12-11-22 0,0 11-37 0,-12 0-1 0</inkml:trace>
  <inkml:trace contextRef="#ctx0" brushRef="#br0">25944 5854 75 0,'0'-12'6'0,"-13"-12"-3"0,2 12-1 0,-13 0 4 0,-12 12 2 0,-13 24-1 0,13 0-4 0,0 0-2 0,24 13-1 0,12-1 0 0,0-1-1 0,36-9 1 0,0-14-1 0,13 24 1 0,-13-25 1 0,-11 13 1 0,-25-11 4 0,11-2 5 0,-22 3 3 0,-26-2-5 0,0-1-5 0,-11 2-2 0,12-13-1 0,-1 0-3 0,25 0-15 0,0 0-42 0,24 0-5 0</inkml:trace>
  <inkml:trace contextRef="#ctx0" brushRef="#br0">26065 6024 66 0,'-12'-12'14'0,"0"0"-6"0,0 12 10 0,12 0 7 0,0 0-12 0,-13 24-4 0,13 11-1 0,0 2-1 0,0 35-1 0,0-11-4 0,0 0-1 0,0-1-1 0,0-11 0 0,13-25-4 0,-13 0-12 0,0-12-18 0,-13-12-17 0,13-12-16 0</inkml:trace>
  <inkml:trace contextRef="#ctx0" brushRef="#br0">26029 5927 52 0,'0'-12'4'0,"24"-12"7"0,12 12 6 0,-11 12 8 0,-1 12-9 0,0 12-3 0,-12 12-6 0,-12 1-4 0,0 11 0 0,-24-1-1 0,-12-9-2 0,-1-15-2 0,1 1-8 0,11-11-27 0,3-2-27 0,22-11 32 0</inkml:trace>
  <inkml:trace contextRef="#ctx0" brushRef="#br0">26537 6048 70 0,'-12'-24'30'0,"-25"12"-23"0,1 0 8 0,-13 12 5 0,3 0-7 0,-4 12-5 0,15 12-4 0,-2 12-4 0,24-1 1 0,2-9-1 0,35 9-1 0,-12-11 1 0,24-11-1 0,-12-13 1 0,12 0 0 0,2-24 0 0,-16 0 1 0,-9-12-1 0,11-2 1 0,-24 14 0 0,12 1 1 0,0 11 0 0,-12 12-1 0,0 0-1 0,0 24 0 0,12 0 0 0,13 11-1 0,-1 2-8 0,12 0-21 0,-12-13-22 0,13 0-21 0</inkml:trace>
  <inkml:trace contextRef="#ctx0" brushRef="#br0">26730 6072 33 0,'0'0'0'0,"0"-13"3"0,14 13 0 0,-14 0 6 0,0 24 5 0,0 14-2 0,0-15-6 0,0 1 0 0,-14-11 4 0,14-2 4 0,0 2 1 0,0-13 8 0,0-24-12 0,0 11-6 0,0-11-4 0,14 1-1 0,-3-15 0 0,24 14-5 0,-10-11-13 0,24 23-16 0,-13-12-14 0,25 10-5 0</inkml:trace>
  <inkml:trace contextRef="#ctx0" brushRef="#br0">27131 5988 28 0,'0'0'20'0,"-26"0"4"0,13 0 6 0,-11 0-4 0,2 0-8 0,-3 0-8 0,13 0-6 0,12 12-3 0,0 12 0 0,12 0-1 0,24 11 0 0,-1-11 1 0,4 13-1 0,-28-24 0 0,0 11 1 0,-11-13 2 0,-61-11 4 0,15 0-5 0,9 0-1 0,0-11 0 0,37 11-1 0,0-13-2 0,13 2 1 0,35-2-1 0,24 2 0 0,1-1 0 0,12-2 0 0,24-10 2 0,-97 13 0 0,-12-2 3 0,-12 13 2 0,-12 13 3 0,-25-2 2 0,13 27 1 0,24-26-5 0,-1 12-2 0,38 0-1 0,11-13 0 0,24-11-1 0,14 0-1 0,-2-11-1 0,12-2-11 0,-11-11-51 0,-13 13-59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12B7DF-21A3-4D49-8582-4EF3E0377338}"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D16F8B-C1BF-4A55-91D4-7BC4F121A8BD}" type="slidenum">
              <a:rPr lang="en-US" smtClean="0"/>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t>For our purposes, a KG has nodes representing entities and edges representing typed relation instances or facts.</a:t>
            </a:r>
            <a:endParaRPr lang="en-US"/>
          </a:p>
          <a:p>
            <a:pPr marL="0" marR="0" indent="0" algn="l" defTabSz="914400" rtl="0" eaLnBrk="1" fontAlgn="auto" latinLnBrk="0" hangingPunct="1">
              <a:lnSpc>
                <a:spcPct val="100000"/>
              </a:lnSpc>
              <a:spcBef>
                <a:spcPts val="0"/>
              </a:spcBef>
              <a:spcAft>
                <a:spcPts val="0"/>
              </a:spcAft>
              <a:buClrTx/>
              <a:buSzTx/>
              <a:buFontTx/>
              <a:buNone/>
              <a:defRPr/>
            </a:pPr>
            <a:r>
              <a:rPr lang="en-US" b="0" baseline="0">
                <a:solidFill>
                  <a:schemeClr val="tx1"/>
                </a:solidFill>
              </a:rPr>
              <a:t>Nodes and edge types are known by canonical IDs, but we are showing textual names for clarity.</a:t>
            </a:r>
            <a:endParaRPr lang="en-US" b="0" baseline="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b="0" baseline="0">
                <a:solidFill>
                  <a:schemeClr val="tx1"/>
                </a:solidFill>
              </a:rPr>
              <a:t>A binary relation fact has three fields: subject, relation, and object.</a:t>
            </a:r>
            <a:endParaRPr lang="en-US" b="0" baseline="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defRPr/>
            </a:pPr>
            <a:endParaRPr lang="en-US" b="0" baseline="0">
              <a:solidFill>
                <a:schemeClr val="tx1"/>
              </a:solidFill>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2B01B3F-3B1E-9542-955D-FCA1476784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Sometimes we need to represent relational facts having arity greater than two.</a:t>
            </a:r>
            <a:endParaRPr lang="en-US"/>
          </a:p>
          <a:p>
            <a:r>
              <a:rPr lang="en-US"/>
              <a:t>This is done by introducing a “complex value type” or CVT node, connected to each participating entity node.</a:t>
            </a:r>
            <a:endParaRPr lang="en-US"/>
          </a:p>
          <a:p>
            <a:r>
              <a:rPr lang="en-US"/>
              <a:t>Thus the ternary relation “acted-as” is represented as a CVT node with three links: the actor, role and the movie.</a:t>
            </a:r>
            <a:endParaRPr lang="en-US"/>
          </a:p>
          <a:p>
            <a:r>
              <a:rPr lang="en-US"/>
              <a:t>CVT nodes may include other temporal or quantitative assertions.</a:t>
            </a:r>
            <a:endParaRPr lang="en-US"/>
          </a:p>
          <a:p>
            <a:r>
              <a:rPr lang="en-US"/>
              <a:t>For example, the president of a country holds the office for a limited range of time.</a:t>
            </a:r>
            <a:endParaRPr lang="en-US"/>
          </a:p>
          <a:p>
            <a:r>
              <a:rPr lang="en-US"/>
              <a:t>Such fact annotations may be very useful in question answering.</a:t>
            </a:r>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err="1"/>
              <a:t>wikidata</a:t>
            </a:r>
            <a:r>
              <a:rPr lang="en-US"/>
              <a:t> page for Obama has a textual name, but it can be ambiguous and shared with other aliased entities.</a:t>
            </a:r>
            <a:endParaRPr lang="en-US"/>
          </a:p>
          <a:p>
            <a:r>
              <a:rPr lang="en-US"/>
              <a:t>But the canonical ID Q76 is unique throughout the KG.</a:t>
            </a:r>
            <a:endParaRPr lang="en-US"/>
          </a:p>
          <a:p>
            <a:r>
              <a:rPr lang="en-US"/>
              <a:t>There is a longer description, as well as aliases in many languages.</a:t>
            </a:r>
            <a:endParaRPr lang="en-US"/>
          </a:p>
          <a:p>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Further down the </a:t>
            </a:r>
            <a:r>
              <a:rPr lang="en-US" err="1"/>
              <a:t>Wikidata</a:t>
            </a:r>
            <a:r>
              <a:rPr lang="en-US"/>
              <a:t> record for Barack Obama, we find that he is involved in a relation of type “position held”. </a:t>
            </a:r>
            <a:endParaRPr lang="en-US"/>
          </a:p>
          <a:p>
            <a:r>
              <a:rPr lang="en-US"/>
              <a:t>Clicking on that takes us to the record for that relation type, with canonical ID P39.</a:t>
            </a:r>
            <a:endParaRPr lang="en-US"/>
          </a:p>
          <a:p>
            <a:r>
              <a:rPr lang="en-US"/>
              <a:t>We also get textual aliases of the relation in various languages.</a:t>
            </a:r>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t>KGs are usually highly incomplete.</a:t>
            </a:r>
            <a:endParaRPr lang="en-US"/>
          </a:p>
          <a:p>
            <a:pPr marL="0" marR="0" lvl="0" indent="0" algn="l" defTabSz="914400" rtl="0" eaLnBrk="1" fontAlgn="auto" latinLnBrk="0" hangingPunct="1">
              <a:lnSpc>
                <a:spcPct val="100000"/>
              </a:lnSpc>
              <a:spcBef>
                <a:spcPts val="0"/>
              </a:spcBef>
              <a:spcAft>
                <a:spcPts val="0"/>
              </a:spcAft>
              <a:buClrTx/>
              <a:buSzTx/>
              <a:buFontTx/>
              <a:buNone/>
              <a:defRPr/>
            </a:pPr>
            <a:r>
              <a:rPr lang="en-US"/>
              <a:t>For example, 93.8% of persons from Freebase2 have no place of birth, and 78.5% have no nationality.</a:t>
            </a:r>
            <a:endParaRPr lang="en-US"/>
          </a:p>
          <a:p>
            <a:pPr marL="0" marR="0" lvl="0" indent="0" algn="l" defTabSz="914400" rtl="0" eaLnBrk="1" fontAlgn="auto" latinLnBrk="0" hangingPunct="1">
              <a:lnSpc>
                <a:spcPct val="100000"/>
              </a:lnSpc>
              <a:spcBef>
                <a:spcPts val="0"/>
              </a:spcBef>
              <a:spcAft>
                <a:spcPts val="0"/>
              </a:spcAft>
              <a:buClrTx/>
              <a:buSzTx/>
              <a:buFontTx/>
              <a:buNone/>
              <a:defRPr/>
            </a:pPr>
            <a:r>
              <a:rPr lang="en-US"/>
              <a:t>Therefore, automatic KG completion is of much interest, and has largely driven research on neural KG representation.</a:t>
            </a:r>
            <a:endParaRPr lang="en-US"/>
          </a:p>
          <a:p>
            <a:pPr marL="0" marR="0" lvl="0" indent="0" algn="l" defTabSz="914400" rtl="0" eaLnBrk="1" fontAlgn="auto" latinLnBrk="0" hangingPunct="1">
              <a:lnSpc>
                <a:spcPct val="100000"/>
              </a:lnSpc>
              <a:spcBef>
                <a:spcPts val="0"/>
              </a:spcBef>
              <a:spcAft>
                <a:spcPts val="0"/>
              </a:spcAft>
              <a:buClrTx/>
              <a:buSzTx/>
              <a:buFontTx/>
              <a:buNone/>
              <a:defRPr/>
            </a:pPr>
            <a:r>
              <a:rPr lang="en-US"/>
              <a:t>[https://</a:t>
            </a:r>
            <a:r>
              <a:rPr lang="en-US" err="1"/>
              <a:t>www.aclweb.org</a:t>
            </a:r>
            <a:r>
              <a:rPr lang="en-US"/>
              <a:t>/anthology/N13-1095.pdf]</a:t>
            </a:r>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2B01B3F-3B1E-9542-955D-FCA1476784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Alignment between multiple KGs is also a promising way to improve the completeness of all of them.</a:t>
            </a:r>
            <a:endParaRPr lang="en-US"/>
          </a:p>
          <a:p>
            <a:r>
              <a:rPr lang="en-US"/>
              <a:t>KG alignment has progressed through a sequence of ideas.</a:t>
            </a:r>
            <a:endParaRPr lang="en-US"/>
          </a:p>
          <a:p>
            <a:r>
              <a:rPr lang="en-US"/>
              <a:t>Entity names and descriptions give vital clues, particularly if we are armed with translation and transliteration tools.</a:t>
            </a:r>
            <a:endParaRPr lang="en-US"/>
          </a:p>
          <a:p>
            <a:r>
              <a:rPr lang="en-US"/>
              <a:t>To decide if two entities should be aligned, it helps to know if they have some aligned neighbors.</a:t>
            </a:r>
            <a:endParaRPr lang="en-US"/>
          </a:p>
          <a:p>
            <a:r>
              <a:rPr lang="en-US"/>
              <a:t>It may help further to know through what relations these aligned neighbors are connected.</a:t>
            </a:r>
            <a:endParaRPr lang="en-US"/>
          </a:p>
          <a:p>
            <a:r>
              <a:rPr lang="en-US"/>
              <a:t>We can also formulate multi-task learning problems to explore the synergy between …</a:t>
            </a:r>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Question answering is a prominent application depending on knowledge graphs.</a:t>
            </a:r>
            <a:endParaRPr lang="en-US"/>
          </a:p>
          <a:p>
            <a:r>
              <a:rPr lang="en-US"/>
              <a:t>Here we show a KG fragment and an associated query: … </a:t>
            </a:r>
            <a:endParaRPr lang="en-US"/>
          </a:p>
          <a:p>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semantic interpretation approach … </a:t>
            </a:r>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alternative to semantic interpretation is to represent KGs as continuous artifacts and KGQA as a continuous scoring function.</a:t>
            </a:r>
            <a:endParaRPr lang="en-US"/>
          </a:p>
          <a:p>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mentioned earlier that KGs are very incomplete.</a:t>
            </a:r>
            <a:endParaRPr lang="en-US" dirty="0"/>
          </a:p>
          <a:p>
            <a:r>
              <a:rPr lang="en-US" dirty="0"/>
              <a:t>Inferring missing facts is a key driver of neural KG representation.</a:t>
            </a:r>
            <a:endParaRPr lang="en-US" dirty="0"/>
          </a:p>
          <a:p>
            <a:r>
              <a:rPr lang="en-US" dirty="0"/>
              <a:t>The task is called knowledge graph or knowledge base completion; KGC or KBC.</a:t>
            </a:r>
            <a:endParaRPr lang="en-US" dirty="0"/>
          </a:p>
          <a:p>
            <a:r>
              <a:rPr lang="en-US" dirty="0"/>
              <a:t>It can also be regarded as a generalization of link prediction in social networks.</a:t>
            </a:r>
            <a:endParaRPr lang="en-US" dirty="0"/>
          </a:p>
          <a:p>
            <a:endParaRPr lang="en-US" dirty="0"/>
          </a:p>
          <a:p>
            <a:r>
              <a:rPr lang="en-US" dirty="0"/>
              <a:t>Each entity and relation may be represented as some artifact in a geometric space.</a:t>
            </a:r>
            <a:endParaRPr lang="en-US" dirty="0"/>
          </a:p>
          <a:p>
            <a:r>
              <a:rPr lang="en-US" dirty="0"/>
              <a:t>They may be points, vectors, displacements, hyperplanes, matrices, projections, rotations, etc.</a:t>
            </a:r>
            <a:endParaRPr lang="en-US" dirty="0"/>
          </a:p>
          <a:p>
            <a:r>
              <a:rPr lang="en-US" dirty="0"/>
              <a:t>The centerpiece of KGC is the scoring function, shown by this box.</a:t>
            </a:r>
            <a:endParaRPr lang="en-US" dirty="0"/>
          </a:p>
          <a:p>
            <a:r>
              <a:rPr lang="en-US" dirty="0"/>
              <a:t>It computes the belief that a specified fact is true.</a:t>
            </a:r>
            <a:endParaRPr lang="en-US" dirty="0"/>
          </a:p>
          <a:p>
            <a:r>
              <a:rPr lang="en-US" dirty="0"/>
              <a:t>We can also use it to score a missing argument (say, object) and rank candidate objects.</a:t>
            </a:r>
            <a:endParaRPr lang="en-US" dirty="0"/>
          </a:p>
          <a:p>
            <a:endParaRPr lang="en-US" dirty="0"/>
          </a:p>
          <a:p>
            <a:r>
              <a:rPr lang="en-US" dirty="0"/>
              <a:t>In principle, a deep network with sufficient capacity should be able to learn f given enough examples.</a:t>
            </a:r>
            <a:endParaRPr lang="en-US" dirty="0"/>
          </a:p>
          <a:p>
            <a:r>
              <a:rPr lang="en-US" dirty="0"/>
              <a:t>In practice, almost a decade and thousands of papers later, we don’t really know what the best f should be.</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D610A94-E363-45F2-BDB2-3B2DA585C48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D610A94-E363-45F2-BDB2-3B2DA585C48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score f can be turned into probabilities by a suitable </a:t>
            </a:r>
            <a:r>
              <a:rPr lang="en-US" dirty="0" err="1"/>
              <a:t>softmax</a:t>
            </a:r>
            <a:r>
              <a:rPr lang="en-US" dirty="0"/>
              <a:t> operation.</a:t>
            </a:r>
            <a:endParaRPr lang="en-US" dirty="0"/>
          </a:p>
          <a:p>
            <a:r>
              <a:rPr lang="en-US" dirty="0"/>
              <a:t>If s is known and o is unknown, we want to normalize by a sum over all possible objects.</a:t>
            </a:r>
            <a:endParaRPr lang="en-US" dirty="0"/>
          </a:p>
          <a:p>
            <a:r>
              <a:rPr lang="en-US" dirty="0"/>
              <a:t>Conversely, if s is unknown, we want to normalize by a sum over all possible subjects..</a:t>
            </a:r>
            <a:endParaRPr lang="en-US" dirty="0"/>
          </a:p>
          <a:p>
            <a:r>
              <a:rPr lang="en-US" dirty="0"/>
              <a:t>If (</a:t>
            </a:r>
            <a:r>
              <a:rPr lang="en-US" dirty="0" err="1"/>
              <a:t>s,r,o</a:t>
            </a:r>
            <a:r>
              <a:rPr lang="en-US" dirty="0"/>
              <a:t>) is a true fact, we want …</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D610A94-E363-45F2-BDB2-3B2DA585C48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can turn these probabilities into a loss to minimize by taking negative log of the probability.</a:t>
            </a:r>
            <a:endParaRPr lang="en-US" dirty="0"/>
          </a:p>
          <a:p>
            <a:r>
              <a:rPr lang="en-US" dirty="0"/>
              <a:t>Here the sums are over only true facts in the KG, which is very sparse compared to all possible KG facts.</a:t>
            </a:r>
            <a:endParaRPr lang="en-US" dirty="0"/>
          </a:p>
          <a:p>
            <a:r>
              <a:rPr lang="en-US" dirty="0"/>
              <a:t>However, as we have seen, the probabilities involve sums over all entities in the KG.</a:t>
            </a:r>
            <a:endParaRPr lang="en-US" dirty="0"/>
          </a:p>
          <a:p>
            <a:r>
              <a:rPr lang="en-US" dirty="0"/>
              <a:t>Therefore, direct evaluation of the log-likelihood loss may become expensive.</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D610A94-E363-45F2-BDB2-3B2DA585C48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popular way out is to replace the full score summation over all candidates with a relatively small number of “presumed” negative  samples.</a:t>
            </a:r>
            <a:endParaRPr lang="en-US" dirty="0"/>
          </a:p>
          <a:p>
            <a:endParaRPr lang="en-US" dirty="0"/>
          </a:p>
          <a:p>
            <a:r>
              <a:rPr lang="en-US" dirty="0"/>
              <a:t>In the kind of batched stochastic gradient descent optimization used in deep learning today, explicitly checking that a sampled fact is negative or false </a:t>
            </a:r>
            <a:br>
              <a:rPr lang="en-US" dirty="0"/>
            </a:br>
            <a:r>
              <a:rPr lang="en-US" dirty="0"/>
              <a:t>(or at least not known to be true) may be cumbersome.</a:t>
            </a:r>
            <a:endParaRPr lang="en-US" dirty="0"/>
          </a:p>
          <a:p>
            <a:endParaRPr lang="en-US" dirty="0"/>
          </a:p>
          <a:p>
            <a:r>
              <a:rPr lang="en-US" dirty="0"/>
              <a:t>Instead, implementers just knock out one of the fields in a fact, and replace with a sample.</a:t>
            </a:r>
            <a:endParaRPr lang="en-US" dirty="0"/>
          </a:p>
          <a:p>
            <a:endParaRPr lang="en-US" dirty="0"/>
          </a:p>
          <a:p>
            <a:r>
              <a:rPr lang="en-US" dirty="0"/>
              <a:t>The local closed world assumption says the resulting perturbed triple is unlikely to be valid.</a:t>
            </a:r>
            <a:endParaRPr lang="en-US" dirty="0"/>
          </a:p>
          <a:p>
            <a:endParaRPr lang="en-US" dirty="0"/>
          </a:p>
          <a:p>
            <a:r>
              <a:rPr lang="en-US" dirty="0"/>
              <a:t>By repeated sampling, we can  gain back reasonable estimates of the </a:t>
            </a:r>
            <a:r>
              <a:rPr lang="en-US" dirty="0" err="1"/>
              <a:t>softmax</a:t>
            </a:r>
            <a:r>
              <a:rPr lang="en-US" dirty="0"/>
              <a:t> denominator.</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D610A94-E363-45F2-BDB2-3B2DA585C48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the sum A over all entities as objects in score function f.</a:t>
            </a:r>
            <a:endParaRPr lang="en-US" dirty="0"/>
          </a:p>
          <a:p>
            <a:r>
              <a:rPr lang="en-US" dirty="0"/>
              <a:t>If we uniformly sample K out of E entities, we get an estimate of A multiplied by K over E.</a:t>
            </a:r>
            <a:endParaRPr lang="en-US" dirty="0"/>
          </a:p>
          <a:p>
            <a:r>
              <a:rPr lang="en-US" dirty="0"/>
              <a:t>Therefore, we can compensate by multiplying with E over K.</a:t>
            </a:r>
            <a:endParaRPr lang="en-US" dirty="0"/>
          </a:p>
          <a:p>
            <a:r>
              <a:rPr lang="en-US" dirty="0"/>
              <a:t>To keep probabilities between 0 and 1, we usually force the gold object to be included into the denominator.</a:t>
            </a:r>
            <a:endParaRPr lang="en-US" dirty="0"/>
          </a:p>
          <a:p>
            <a:r>
              <a:rPr lang="en-US" dirty="0"/>
              <a:t>These estimates can be very noisy. Empirically, K in the several thousands works best for popular benchmarks.</a:t>
            </a:r>
            <a:endParaRPr lang="en-US" dirty="0"/>
          </a:p>
          <a:p>
            <a:r>
              <a:rPr lang="en-US" dirty="0"/>
              <a:t>In fact, just by increasing K from a few hundred to several thousand, we could make old methods beat some newer ones.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D610A94-E363-45F2-BDB2-3B2DA585C48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moving on to evaluation, let me quickly visit the other style of training: the discriminative loss.</a:t>
            </a:r>
            <a:endParaRPr lang="en-US" dirty="0"/>
          </a:p>
          <a:p>
            <a:endParaRPr lang="en-US" dirty="0"/>
          </a:p>
          <a:p>
            <a:r>
              <a:rPr lang="en-US" dirty="0"/>
              <a:t>The idea is that the f score of a true fact should be much larger than the score of a false fact.</a:t>
            </a:r>
            <a:endParaRPr lang="en-US" dirty="0"/>
          </a:p>
          <a:p>
            <a:endParaRPr lang="en-US" dirty="0"/>
          </a:p>
          <a:p>
            <a:r>
              <a:rPr lang="en-US" dirty="0"/>
              <a:t>This can be turned into a hinge or </a:t>
            </a:r>
            <a:r>
              <a:rPr lang="en-US" dirty="0" err="1"/>
              <a:t>ReLU</a:t>
            </a:r>
            <a:r>
              <a:rPr lang="en-US" dirty="0"/>
              <a:t> loss as usual.</a:t>
            </a:r>
            <a:endParaRPr lang="en-US" dirty="0"/>
          </a:p>
          <a:p>
            <a:endParaRPr lang="en-US" dirty="0"/>
          </a:p>
          <a:p>
            <a:r>
              <a:rPr lang="en-US" dirty="0"/>
              <a:t>Our earlier problem persists: there are too many constraints or loss terms, because there are so many false facts.</a:t>
            </a:r>
            <a:endParaRPr lang="en-US" dirty="0"/>
          </a:p>
          <a:p>
            <a:r>
              <a:rPr lang="en-US" dirty="0"/>
              <a:t>Again, the solution is negative sampling.</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D610A94-E363-45F2-BDB2-3B2DA585C48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D610A94-E363-45F2-BDB2-3B2DA585C48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minor footnote before we move on.</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D610A94-E363-45F2-BDB2-3B2DA585C48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quality of KG embeddings is usually measured as the quality of discovering purposefully withheld facts.</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D610A94-E363-45F2-BDB2-3B2DA585C48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important footnote regarding evaluation.</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D610A94-E363-45F2-BDB2-3B2DA585C48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that solving KG completion entails the design of</a:t>
            </a:r>
            <a:endParaRPr lang="en-US" dirty="0"/>
          </a:p>
          <a:p>
            <a:r>
              <a:rPr lang="en-US" dirty="0"/>
              <a:t> (a) embeddings for entities and relations and</a:t>
            </a:r>
            <a:endParaRPr lang="en-US" dirty="0"/>
          </a:p>
          <a:p>
            <a:r>
              <a:rPr lang="en-US" dirty="0"/>
              <a:t> (b) the score function f that discriminates between likely and unlikely facts.</a:t>
            </a:r>
            <a:endParaRPr lang="en-US" dirty="0"/>
          </a:p>
          <a:p>
            <a:r>
              <a:rPr lang="en-US" dirty="0"/>
              <a:t>Let us review the earliest efforts at KG representation, inspired from word embeddings.</a:t>
            </a:r>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get to early KG representations, we will take a detour into word embeddings.</a:t>
            </a:r>
            <a:endParaRPr lang="en-US" dirty="0"/>
          </a:p>
          <a:p>
            <a:r>
              <a:rPr lang="en-US" dirty="0"/>
              <a:t>You are likely all familiar with word2vec and </a:t>
            </a:r>
            <a:r>
              <a:rPr lang="en-US" dirty="0" err="1"/>
              <a:t>GloVE</a:t>
            </a:r>
            <a:r>
              <a:rPr lang="en-US" dirty="0"/>
              <a:t>, word embedding methods that kicked off the field of deep NLP.</a:t>
            </a:r>
            <a:endParaRPr lang="en-US" dirty="0"/>
          </a:p>
          <a:p>
            <a:r>
              <a:rPr lang="en-US" dirty="0"/>
              <a:t>Despite some differences in formulation, both effectively find low rank factors of some form of the document-word matrix.</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dirty="0"/>
              <a:t>Word2vec is related to singular value decomposition of a transformed document-word matrix.</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dirty="0"/>
              <a:t>What made word embeddings really intriguing is the curious property of parallel translations.</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dirty="0"/>
              <a:t>Specifically, the vector for king minus the vector for man was approximately similar or parallel to the vector for queen minus the vector for woman.</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dirty="0"/>
              <a:t>Therefore, it seems like starting from man and displacing or translating it by a vector corresponding to </a:t>
            </a:r>
            <a:r>
              <a:rPr lang="en-US" dirty="0" err="1"/>
              <a:t>royalness</a:t>
            </a:r>
            <a:r>
              <a:rPr lang="en-US" dirty="0"/>
              <a:t> takes us to king.</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dirty="0"/>
              <a:t>Moving away from text, can KG entities be embedded into vectors such that each relation corresponds to a translation?</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dirty="0"/>
              <a:t>For example, can we embed countries and capital cities so that the relation “capital-of” is the same translation for all such pairs?</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dirty="0"/>
              <a:t>Let’s find out, with the earliest KG embedding scheme, </a:t>
            </a:r>
            <a:r>
              <a:rPr lang="en-US" dirty="0" err="1"/>
              <a:t>TransE</a:t>
            </a:r>
            <a:r>
              <a:rPr lang="en-US" dirty="0"/>
              <a:t>.</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dirty="0"/>
          </a:p>
          <a:p>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a:r>
            <a:r>
              <a:rPr lang="en-US" dirty="0" err="1"/>
              <a:t>TransE</a:t>
            </a:r>
            <a:r>
              <a:rPr lang="en-US" dirty="0"/>
              <a:t>, if we translate or displace subject vector s by the relation vector r, we want to land up close to the object vector, if (subject, relation, object) is in the KG.</a:t>
            </a:r>
            <a:endParaRPr lang="en-US" dirty="0"/>
          </a:p>
          <a:p>
            <a:r>
              <a:rPr lang="en-US" dirty="0"/>
              <a:t>Conversely, if subject + relation is not close to object, we have low confidence in that fact.</a:t>
            </a:r>
            <a:endParaRPr lang="en-US" dirty="0"/>
          </a:p>
          <a:p>
            <a:r>
              <a:rPr lang="en-US" dirty="0"/>
              <a:t>For each positive triple (</a:t>
            </a:r>
            <a:r>
              <a:rPr lang="en-US" dirty="0" err="1"/>
              <a:t>s,r,o</a:t>
            </a:r>
            <a:r>
              <a:rPr lang="en-US" dirty="0"/>
              <a:t>), we sample K negative triples. For each such good-bad pair, we want the bad score to be large and the good score to be small.</a:t>
            </a:r>
            <a:endParaRPr lang="en-US" dirty="0"/>
          </a:p>
          <a:p>
            <a:r>
              <a:rPr lang="en-US" dirty="0"/>
              <a:t>We adjust the </a:t>
            </a:r>
            <a:r>
              <a:rPr lang="en-US" dirty="0" err="1"/>
              <a:t>ReLU</a:t>
            </a:r>
            <a:r>
              <a:rPr lang="en-US" dirty="0"/>
              <a:t> or hinge loss accordingly.</a:t>
            </a:r>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TransE</a:t>
            </a:r>
            <a:r>
              <a:rPr lang="en-US" dirty="0"/>
              <a:t> is simple and fast.</a:t>
            </a:r>
            <a:endParaRPr lang="en-US" dirty="0"/>
          </a:p>
          <a:p>
            <a:r>
              <a:rPr lang="en-US" dirty="0"/>
              <a:t>Apart from relation and entity vectors, f itself has no trainable parameters.</a:t>
            </a:r>
            <a:endParaRPr lang="en-US" dirty="0"/>
          </a:p>
          <a:p>
            <a:r>
              <a:rPr lang="en-US" dirty="0"/>
              <a:t>The margin and K are the only hyperparameters to tune.</a:t>
            </a:r>
            <a:endParaRPr lang="en-US" dirty="0"/>
          </a:p>
          <a:p>
            <a:r>
              <a:rPr lang="en-US" dirty="0"/>
              <a:t>The biggest disadvantage of </a:t>
            </a:r>
            <a:r>
              <a:rPr lang="en-US" dirty="0" err="1"/>
              <a:t>TransE</a:t>
            </a:r>
            <a:r>
              <a:rPr lang="en-US" dirty="0"/>
              <a:t> is that it can only model 1-to-1 relations.</a:t>
            </a:r>
            <a:endParaRPr lang="en-US" dirty="0"/>
          </a:p>
          <a:p>
            <a:r>
              <a:rPr lang="en-US" dirty="0"/>
              <a:t>If Obama…</a:t>
            </a:r>
            <a:endParaRPr lang="en-US" dirty="0"/>
          </a:p>
          <a:p>
            <a:r>
              <a:rPr lang="en-US" dirty="0"/>
              <a:t>It also cannot model symmetric relations without collapsing the relation vector to all-zeros.</a:t>
            </a:r>
            <a:endParaRPr lang="en-US" dirty="0"/>
          </a:p>
          <a:p>
            <a:r>
              <a:rPr lang="en-US" dirty="0"/>
              <a:t>Many patches to </a:t>
            </a:r>
            <a:r>
              <a:rPr lang="en-US" dirty="0" err="1"/>
              <a:t>TransE</a:t>
            </a:r>
            <a:r>
              <a:rPr lang="en-US" dirty="0"/>
              <a:t> have been proposed since. With one exception, we avoid discussing them, because multiplicative models give better performance.</a:t>
            </a:r>
            <a:endParaRPr lang="en-US" dirty="0"/>
          </a:p>
          <a:p>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discuss only one fix to </a:t>
            </a:r>
            <a:r>
              <a:rPr lang="en-US" dirty="0" err="1"/>
              <a:t>TransE</a:t>
            </a:r>
            <a:r>
              <a:rPr lang="en-US" dirty="0"/>
              <a:t>, called </a:t>
            </a:r>
            <a:r>
              <a:rPr lang="en-US" dirty="0" err="1"/>
              <a:t>TransH</a:t>
            </a:r>
            <a:r>
              <a:rPr lang="en-US" dirty="0"/>
              <a:t>, whose main goal was to generalize from 1-to-1 relations, because we will revisit this technique when we discuss temporal </a:t>
            </a:r>
            <a:r>
              <a:rPr lang="en-US" dirty="0" err="1"/>
              <a:t>KGs.</a:t>
            </a:r>
            <a:endParaRPr lang="en-US" dirty="0"/>
          </a:p>
          <a:p>
            <a:endParaRPr lang="en-US" dirty="0"/>
          </a:p>
          <a:p>
            <a:r>
              <a:rPr lang="en-US" dirty="0"/>
              <a:t>The idea is to associate every relation r with a hyperplane, characterized by its unit normal </a:t>
            </a:r>
            <a:r>
              <a:rPr lang="en-US" dirty="0" err="1"/>
              <a:t>p_r</a:t>
            </a:r>
            <a:r>
              <a:rPr lang="en-US" dirty="0"/>
              <a:t>.</a:t>
            </a:r>
            <a:endParaRPr lang="en-US" dirty="0"/>
          </a:p>
          <a:p>
            <a:r>
              <a:rPr lang="en-US" dirty="0"/>
              <a:t>To assess facts involving r, the subject and object vectors are projected to the relation’s hyperplane.</a:t>
            </a:r>
            <a:endParaRPr lang="en-US" dirty="0"/>
          </a:p>
          <a:p>
            <a:r>
              <a:rPr lang="en-US" dirty="0"/>
              <a:t>Within the hyperplane, the projections have to displaced with respect to each other by another vector </a:t>
            </a:r>
            <a:r>
              <a:rPr lang="en-US" dirty="0" err="1"/>
              <a:t>d_r</a:t>
            </a:r>
            <a:r>
              <a:rPr lang="en-US" dirty="0"/>
              <a:t> associated with the relation.</a:t>
            </a:r>
            <a:endParaRPr lang="en-US" dirty="0"/>
          </a:p>
          <a:p>
            <a:endParaRPr lang="en-US" dirty="0"/>
          </a:p>
          <a:p>
            <a:r>
              <a:rPr lang="en-US" dirty="0"/>
              <a:t>While this fixes the 1-to-1 limitation, overall </a:t>
            </a:r>
            <a:r>
              <a:rPr lang="en-US" dirty="0" err="1"/>
              <a:t>TransH</a:t>
            </a:r>
            <a:r>
              <a:rPr lang="en-US" dirty="0"/>
              <a:t> does not perform as well as the methods we discuss next.</a:t>
            </a:r>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set up basic notation, a + </a:t>
            </a:r>
            <a:r>
              <a:rPr lang="en-US" dirty="0" err="1"/>
              <a:t>jb</a:t>
            </a:r>
            <a:r>
              <a:rPr lang="en-US" dirty="0"/>
              <a:t> is a complex number with real part a and imaginary part b.</a:t>
            </a:r>
            <a:endParaRPr lang="en-US" dirty="0"/>
          </a:p>
          <a:p>
            <a:r>
              <a:rPr lang="en-US" dirty="0"/>
              <a:t>Complex numbers are also written in polar form with some amplitude and angle or phase theta </a:t>
            </a:r>
            <a:r>
              <a:rPr lang="en-US" dirty="0" err="1"/>
              <a:t>wrt</a:t>
            </a:r>
            <a:r>
              <a:rPr lang="en-US" dirty="0"/>
              <a:t> the real axis.</a:t>
            </a:r>
            <a:endParaRPr lang="en-US" dirty="0"/>
          </a:p>
          <a:p>
            <a:endParaRPr lang="en-US" dirty="0"/>
          </a:p>
          <a:p>
            <a:r>
              <a:rPr lang="en-US" dirty="0"/>
              <a:t>If complex number r has unit amplitude, then multiplying a complex number (</a:t>
            </a:r>
            <a:r>
              <a:rPr lang="en-US" dirty="0" err="1"/>
              <a:t>a+jb</a:t>
            </a:r>
            <a:r>
              <a:rPr lang="en-US" dirty="0"/>
              <a:t>) by r results in rotating the origin-to-(</a:t>
            </a:r>
            <a:r>
              <a:rPr lang="en-US" dirty="0" err="1"/>
              <a:t>a,b</a:t>
            </a:r>
            <a:r>
              <a:rPr lang="en-US" dirty="0"/>
              <a:t>) line through angle theta anticlockwise.</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dirty="0"/>
              <a:t>The key idea is to move away from relation as translation to relation as rotation.</a:t>
            </a:r>
            <a:endParaRPr lang="en-US" dirty="0"/>
          </a:p>
          <a:p>
            <a:r>
              <a:rPr lang="en-US" dirty="0"/>
              <a:t>To support a large number of entities and relations, rotations are generalized to a vector of unit amplitude complex numbers, which are applied elementwise to similarly wider entity vectors.</a:t>
            </a:r>
            <a:endParaRPr lang="en-US" dirty="0"/>
          </a:p>
          <a:p>
            <a:r>
              <a:rPr lang="en-US" dirty="0"/>
              <a:t>The resulting method, </a:t>
            </a:r>
            <a:r>
              <a:rPr lang="en-US" dirty="0" err="1"/>
              <a:t>RotatE</a:t>
            </a:r>
            <a:r>
              <a:rPr lang="en-US" dirty="0"/>
              <a:t>, is quite competitive. </a:t>
            </a:r>
            <a:endParaRPr lang="en-US" dirty="0"/>
          </a:p>
          <a:p>
            <a:endParaRPr lang="en-US" dirty="0"/>
          </a:p>
          <a:p>
            <a:r>
              <a:rPr lang="en-US" dirty="0" err="1"/>
              <a:t>RotatE</a:t>
            </a:r>
            <a:r>
              <a:rPr lang="en-US" dirty="0"/>
              <a:t> can handle symmetry and anti-symmetry, inverse relations, and relation composition.</a:t>
            </a:r>
            <a:endParaRPr lang="en-US" dirty="0"/>
          </a:p>
          <a:p>
            <a:r>
              <a:rPr lang="en-US" dirty="0"/>
              <a:t>Let us fill in the details, next.</a:t>
            </a:r>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norm of a complex number …</a:t>
            </a:r>
            <a:endParaRPr lang="en-US" dirty="0"/>
          </a:p>
          <a:p>
            <a:r>
              <a:rPr lang="en-US" dirty="0"/>
              <a:t>Entitles are embedded to vectors of complex numbers.</a:t>
            </a:r>
            <a:endParaRPr lang="en-US" dirty="0"/>
          </a:p>
          <a:p>
            <a:r>
              <a:rPr lang="en-US" dirty="0"/>
              <a:t>The norm of a complex vector is defined as the square root of the sum over vector dimensions of the square of the amplitude of the complex vector elements.</a:t>
            </a:r>
            <a:endParaRPr lang="en-US" dirty="0"/>
          </a:p>
          <a:p>
            <a:endParaRPr lang="en-US" dirty="0"/>
          </a:p>
          <a:p>
            <a:r>
              <a:rPr lang="en-US" dirty="0"/>
              <a:t>Then the score function f is defined as the norm of the complex vector that is the result of subtracting the object vector from the rotated subject vector.</a:t>
            </a:r>
            <a:endParaRPr lang="en-US" dirty="0"/>
          </a:p>
          <a:p>
            <a:endParaRPr lang="en-US" dirty="0"/>
          </a:p>
          <a:p>
            <a:r>
              <a:rPr lang="en-US" dirty="0"/>
              <a:t>Why are we bothering with all this? Because the resulting formulation has many nice properties.</a:t>
            </a:r>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we won’t show it here, </a:t>
            </a:r>
            <a:r>
              <a:rPr lang="en-US" dirty="0" err="1"/>
              <a:t>RotatE</a:t>
            </a:r>
            <a:r>
              <a:rPr lang="en-US" dirty="0"/>
              <a:t> is more general than </a:t>
            </a:r>
            <a:r>
              <a:rPr lang="en-US" dirty="0" err="1"/>
              <a:t>TransE</a:t>
            </a:r>
            <a:r>
              <a:rPr lang="en-US" dirty="0"/>
              <a:t> in the sense that it can simulate </a:t>
            </a:r>
            <a:r>
              <a:rPr lang="en-US" dirty="0" err="1"/>
              <a:t>TransE</a:t>
            </a:r>
            <a:r>
              <a:rPr lang="en-US" dirty="0"/>
              <a:t> through suitable constraints on its embeddings.</a:t>
            </a:r>
            <a:endParaRPr lang="en-US" dirty="0"/>
          </a:p>
          <a:p>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Inversion and composition amount to subtraction and addition of rotation angles, which is modeled directly by complex conjugates.</a:t>
            </a:r>
            <a:endParaRPr lang="en-US" dirty="0"/>
          </a:p>
          <a:p>
            <a:endParaRPr lang="en-US" dirty="0"/>
          </a:p>
          <a:p>
            <a:r>
              <a:rPr lang="en-US" dirty="0"/>
              <a:t>In the next module, we will study a different family of approaches, based on low-rank factorization of matrices and </a:t>
            </a:r>
            <a:r>
              <a:rPr lang="en-US"/>
              <a:t>tensors.</a:t>
            </a:r>
            <a:endParaRPr lang="en-US"/>
          </a:p>
          <a:p>
            <a:endParaRPr lang="en-US" dirty="0"/>
          </a:p>
          <a:p>
            <a:r>
              <a:rPr lang="en-US" dirty="0"/>
              <a:t>Together with complex embeddings, those give among the best performance on standard benchmarks.</a:t>
            </a:r>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we shall review Latent Semantic Indexing or LSI from classic Information Retrieval literature.</a:t>
            </a:r>
            <a:endParaRPr lang="en-US"/>
          </a:p>
          <a:p>
            <a:r>
              <a:rPr lang="en-US"/>
              <a:t>The goal is to find an approximate low-rank factorization of the document-term matrix A.</a:t>
            </a:r>
            <a:endParaRPr lang="en-US"/>
          </a:p>
          <a:p>
            <a:endParaRPr lang="en-US"/>
          </a:p>
          <a:p>
            <a:r>
              <a:rPr lang="en-US"/>
              <a:t>Why? Because we suspect not all rows and columns are linearly independent.</a:t>
            </a:r>
            <a:endParaRPr lang="en-US"/>
          </a:p>
          <a:p>
            <a:r>
              <a:rPr lang="en-US"/>
              <a:t>For example, in A, the column of car and the column of sedan are expected to be similar.</a:t>
            </a:r>
            <a:endParaRPr lang="en-US"/>
          </a:p>
          <a:p>
            <a:endParaRPr lang="en-US"/>
          </a:p>
          <a:p>
            <a:r>
              <a:rPr lang="en-US"/>
              <a:t>LSI uses the singular value decomposition procedure on A, which returns three factors:</a:t>
            </a:r>
            <a:endParaRPr lang="en-US"/>
          </a:p>
          <a:p>
            <a:r>
              <a:rPr lang="en-US"/>
              <a:t>The left singular vectors U, a diagonal matrix Sigma with singular values, and right singular vectors V.</a:t>
            </a:r>
            <a:endParaRPr lang="en-US"/>
          </a:p>
          <a:p>
            <a:endParaRPr lang="en-US"/>
          </a:p>
          <a:p>
            <a:r>
              <a:rPr lang="en-US"/>
              <a:t>The factorization is exact to within numerical precision.</a:t>
            </a:r>
            <a:endParaRPr lang="en-US"/>
          </a:p>
          <a:p>
            <a:r>
              <a:rPr lang="en-US"/>
              <a:t>However, usually, LSI discards -– effectively zeros out --- all but the K largest singular values, and corresponding columns of U and V, resulting in a rank-K decomposition of A.</a:t>
            </a:r>
            <a:endParaRPr lang="en-US"/>
          </a:p>
          <a:p>
            <a:endParaRPr lang="en-US"/>
          </a:p>
          <a:p>
            <a:r>
              <a:rPr lang="en-US"/>
              <a:t>It also gives us K-dimensional embeddings of documents and words.</a:t>
            </a:r>
            <a:endParaRPr lang="en-US"/>
          </a:p>
          <a:p>
            <a:r>
              <a:rPr lang="en-US"/>
              <a:t>So, as you can see, word embeddings have been around since 1988.</a:t>
            </a:r>
            <a:endParaRPr lang="en-US"/>
          </a:p>
          <a:p>
            <a:r>
              <a:rPr lang="en-US"/>
              <a:t>In fact, it turns out these word embeddings are closely related to word2vec word embeddings.</a:t>
            </a:r>
            <a:endParaRPr lang="en-US"/>
          </a:p>
          <a:p>
            <a:endParaRPr lang="en-US"/>
          </a:p>
          <a:p>
            <a:r>
              <a:rPr lang="en-US"/>
              <a:t>Why revisit LSI?</a:t>
            </a:r>
            <a:endParaRPr lang="en-US"/>
          </a:p>
          <a:p>
            <a:r>
              <a:rPr lang="en-US"/>
              <a:t>Because we are going to extend from factoring a 2-axis document-word matrix to factoring a 3-axis KG tensor, next.</a:t>
            </a:r>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Consider a three-axis tensor X to represent a KG.</a:t>
            </a:r>
            <a:endParaRPr lang="en-US"/>
          </a:p>
          <a:p>
            <a:r>
              <a:rPr lang="en-US"/>
              <a:t>The axes sizes are E, E, and R.</a:t>
            </a:r>
            <a:endParaRPr lang="en-US"/>
          </a:p>
          <a:p>
            <a:r>
              <a:rPr lang="en-US"/>
              <a:t>If (</a:t>
            </a:r>
            <a:r>
              <a:rPr lang="en-US" err="1"/>
              <a:t>s,r,o</a:t>
            </a:r>
            <a:r>
              <a:rPr lang="en-US"/>
              <a:t>) is known to be true, we set the bit at cell [</a:t>
            </a:r>
            <a:r>
              <a:rPr lang="en-US" err="1"/>
              <a:t>s,o,r</a:t>
            </a:r>
            <a:r>
              <a:rPr lang="en-US"/>
              <a:t>] to 1, otherwise 0.</a:t>
            </a:r>
            <a:endParaRPr lang="en-US"/>
          </a:p>
          <a:p>
            <a:r>
              <a:rPr lang="en-US"/>
              <a:t>Clearly this can represent any possible KG.</a:t>
            </a:r>
            <a:endParaRPr lang="en-US"/>
          </a:p>
          <a:p>
            <a:r>
              <a:rPr lang="en-US"/>
              <a:t>X has very few cells filled with 1s --- it is extremely sparse.</a:t>
            </a:r>
            <a:endParaRPr lang="en-US"/>
          </a:p>
          <a:p>
            <a:r>
              <a:rPr lang="en-US"/>
              <a:t>Rows and columns generalize to “fibers” in tensors.</a:t>
            </a:r>
            <a:endParaRPr lang="en-US"/>
          </a:p>
          <a:p>
            <a:r>
              <a:rPr lang="en-US"/>
              <a:t>As with the document-word matrix, we expect many fibers to be approximately linearly dependent,</a:t>
            </a:r>
            <a:endParaRPr lang="en-US"/>
          </a:p>
          <a:p>
            <a:r>
              <a:rPr lang="en-US"/>
              <a:t>Corresponding to similar entities and relations.</a:t>
            </a:r>
            <a:endParaRPr lang="en-US"/>
          </a:p>
          <a:p>
            <a:r>
              <a:rPr lang="en-US"/>
              <a:t>For example, born-in-country and citizen-of-country are strongly correlated, </a:t>
            </a:r>
            <a:endParaRPr lang="en-US"/>
          </a:p>
          <a:p>
            <a:r>
              <a:rPr lang="en-US"/>
              <a:t>Philadelphia and Washington DC are similar cities,</a:t>
            </a:r>
            <a:endParaRPr lang="en-US"/>
          </a:p>
          <a:p>
            <a:r>
              <a:rPr lang="en-US"/>
              <a:t>Chicken and turkeys are similar animals.</a:t>
            </a:r>
            <a:endParaRPr lang="en-US"/>
          </a:p>
          <a:p>
            <a:r>
              <a:rPr lang="en-US"/>
              <a:t>Therefore, we are interested in a low-rank factorization of X.</a:t>
            </a:r>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Recall that the shape of X is E times E times R.</a:t>
            </a:r>
            <a:endParaRPr lang="en-US"/>
          </a:p>
          <a:p>
            <a:r>
              <a:rPr lang="en-US"/>
              <a:t>We can look at X as a stack of R plates, each E times E.</a:t>
            </a:r>
            <a:endParaRPr lang="en-US"/>
          </a:p>
          <a:p>
            <a:r>
              <a:rPr lang="en-US"/>
              <a:t>The plate for relation r gives the entity pairs related by r.</a:t>
            </a:r>
            <a:endParaRPr lang="en-US"/>
          </a:p>
          <a:p>
            <a:r>
              <a:rPr lang="en-US"/>
              <a:t>To factor X, we start with the entity embedding matrix A, where each of E entities gets a D-dimensional embedding vector.</a:t>
            </a:r>
            <a:endParaRPr lang="en-US"/>
          </a:p>
          <a:p>
            <a:r>
              <a:rPr lang="en-US"/>
              <a:t>We could consider an A for entities in the subject and a different A for entities in the object position, but let us keep things simple and share a single entity representation as both subject and object.</a:t>
            </a:r>
            <a:endParaRPr lang="en-US"/>
          </a:p>
          <a:p>
            <a:r>
              <a:rPr lang="en-US"/>
              <a:t>Now imagine we are invoking something like LSI or SVD on each r plate of X to decompose it into three matrices as before.</a:t>
            </a:r>
            <a:endParaRPr lang="en-US"/>
          </a:p>
          <a:p>
            <a:r>
              <a:rPr lang="en-US"/>
              <a:t>Stacking the middle matrices, we get a tensor decomposition into A, a D times D times R 3-axis tensor M, and A-transpose.</a:t>
            </a:r>
            <a:endParaRPr lang="en-US"/>
          </a:p>
          <a:p>
            <a:r>
              <a:rPr lang="en-US"/>
              <a:t>In general, this decomposition will not be exact. Our goal will be to minimize the </a:t>
            </a:r>
            <a:r>
              <a:rPr lang="en-US" err="1"/>
              <a:t>Frobenius</a:t>
            </a:r>
            <a:r>
              <a:rPr lang="en-US"/>
              <a:t> error between X and its reconstruction from the factors. We may also want to regularize A and M.</a:t>
            </a:r>
            <a:endParaRPr lang="en-US"/>
          </a:p>
          <a:p>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Unfortunately, unlike SVD, factoring tensors is neither that efficient nor guaranteed to have a unique loss minimizer.</a:t>
            </a:r>
            <a:endParaRPr lang="en-US"/>
          </a:p>
          <a:p>
            <a:r>
              <a:rPr lang="en-US"/>
              <a:t>Usually, the optimization proceeds in alternating </a:t>
            </a:r>
            <a:r>
              <a:rPr lang="en-US" err="1"/>
              <a:t>substeps</a:t>
            </a:r>
            <a:r>
              <a:rPr lang="en-US"/>
              <a:t>: …</a:t>
            </a:r>
            <a:endParaRPr lang="en-US"/>
          </a:p>
          <a:p>
            <a:endParaRPr lang="en-US"/>
          </a:p>
          <a:p>
            <a:r>
              <a:rPr lang="en-US"/>
              <a:t>The optimization has been further streamlined in two ways, at the cost of weaker expressiveness.</a:t>
            </a:r>
            <a:endParaRPr lang="en-US"/>
          </a:p>
          <a:p>
            <a:r>
              <a:rPr lang="en-US"/>
              <a:t>By suitable reshaping, we can convert  this 3-axis tensor factorization into a 2-axis matrix factorization.</a:t>
            </a:r>
            <a:endParaRPr lang="en-US"/>
          </a:p>
          <a:p>
            <a:r>
              <a:rPr lang="en-US"/>
              <a:t>Or we can strict M to simpler forms that reduce parameters and optimization complexity.</a:t>
            </a:r>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reshaping approach, each row …</a:t>
            </a:r>
            <a:endParaRPr lang="en-US"/>
          </a:p>
          <a:p>
            <a:r>
              <a:rPr lang="en-US"/>
              <a:t>If (</a:t>
            </a:r>
            <a:r>
              <a:rPr lang="en-US" err="1"/>
              <a:t>s,r,o</a:t>
            </a:r>
            <a:r>
              <a:rPr lang="en-US"/>
              <a:t>) is a true fact, row (</a:t>
            </a:r>
            <a:r>
              <a:rPr lang="en-US" err="1"/>
              <a:t>s,o</a:t>
            </a:r>
            <a:r>
              <a:rPr lang="en-US"/>
              <a:t>) and column r is set to 1.</a:t>
            </a:r>
            <a:endParaRPr lang="en-US"/>
          </a:p>
          <a:p>
            <a:r>
              <a:rPr lang="en-US"/>
              <a:t>The approximate low-rank property is expected to persist in the reshaped matrix.</a:t>
            </a:r>
            <a:endParaRPr lang="en-US"/>
          </a:p>
          <a:p>
            <a:r>
              <a:rPr lang="en-US"/>
              <a:t>We can now run a regular matrix SVD over this, yielding an embedding for each entity pair, rather than singleton entities.</a:t>
            </a:r>
            <a:endParaRPr lang="en-US"/>
          </a:p>
          <a:p>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Such reshaped factorization has been used in a variant of the KG called “universal schema”.</a:t>
            </a:r>
            <a:endParaRPr lang="en-US"/>
          </a:p>
          <a:p>
            <a:r>
              <a:rPr lang="en-US"/>
              <a:t>In it, rather than harden decisions early that link unstructured text to KG elements,</a:t>
            </a:r>
            <a:endParaRPr lang="en-US"/>
          </a:p>
          <a:p>
            <a:r>
              <a:rPr lang="en-US"/>
              <a:t>Structured and unstructured information live in peaceful co-existence.</a:t>
            </a:r>
            <a:endParaRPr lang="en-US"/>
          </a:p>
          <a:p>
            <a:r>
              <a:rPr lang="en-US"/>
              <a:t>The left part of the matrix columns shows unstructured relations expressed as “surface patterns” in free text.</a:t>
            </a:r>
            <a:endParaRPr lang="en-US"/>
          </a:p>
          <a:p>
            <a:r>
              <a:rPr lang="en-US"/>
              <a:t>The columns to the right show canonical relations in the KG.</a:t>
            </a:r>
            <a:endParaRPr lang="en-US"/>
          </a:p>
          <a:p>
            <a:r>
              <a:rPr lang="en-US"/>
              <a:t>Once SVD provides an embedding for each column, these can be compared to canonicalize free text relations.</a:t>
            </a:r>
            <a:endParaRPr lang="en-US"/>
          </a:p>
          <a:p>
            <a:endParaRPr lang="en-US"/>
          </a:p>
          <a:p>
            <a:r>
              <a:rPr lang="en-US"/>
              <a:t>More important, unstructured and structured information extraction can inform each other.</a:t>
            </a:r>
            <a:endParaRPr lang="en-US"/>
          </a:p>
          <a:p>
            <a:r>
              <a:rPr lang="en-US"/>
              <a:t>Despite these attractions, universal schema has some limitations.</a:t>
            </a:r>
            <a:endParaRPr lang="en-US"/>
          </a:p>
          <a:p>
            <a:r>
              <a:rPr lang="en-US"/>
              <a:t>The most important one is sparsity. Even if we have encountered two entities separately in training data, but never as a pair, we cannot obtain an embedding for the pair and make predictions about them during evaluation.</a:t>
            </a:r>
            <a:endParaRPr lang="en-US"/>
          </a:p>
          <a:p>
            <a:endParaRPr lang="en-US"/>
          </a:p>
          <a:p>
            <a:r>
              <a:rPr lang="en-US"/>
              <a:t>Our second option does not find entity pair embeddings. Instead, it simplifies the structure of the middle-tensor M.</a:t>
            </a:r>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Recall our tensor factorization scheme.</a:t>
            </a:r>
            <a:endParaRPr lang="en-US"/>
          </a:p>
          <a:p>
            <a:r>
              <a:rPr lang="en-US"/>
              <a:t>From the plate for relation r, we can see that X[</a:t>
            </a:r>
            <a:r>
              <a:rPr lang="en-US" err="1"/>
              <a:t>s,r,o</a:t>
            </a:r>
            <a:r>
              <a:rPr lang="en-US"/>
              <a:t>] is approximated by the vector-matrix-vector product </a:t>
            </a:r>
            <a:r>
              <a:rPr lang="en-US" err="1"/>
              <a:t>a_s</a:t>
            </a:r>
            <a:r>
              <a:rPr lang="en-US"/>
              <a:t> transpose </a:t>
            </a:r>
            <a:r>
              <a:rPr lang="en-US" err="1"/>
              <a:t>M_r</a:t>
            </a:r>
            <a:r>
              <a:rPr lang="en-US"/>
              <a:t> </a:t>
            </a:r>
            <a:r>
              <a:rPr lang="en-US" err="1"/>
              <a:t>a_o</a:t>
            </a:r>
            <a:r>
              <a:rPr lang="en-US"/>
              <a:t> …</a:t>
            </a:r>
            <a:endParaRPr lang="en-US"/>
          </a:p>
          <a:p>
            <a:endParaRPr lang="en-US"/>
          </a:p>
          <a:p>
            <a:r>
              <a:rPr lang="en-US"/>
              <a:t>Called </a:t>
            </a:r>
            <a:r>
              <a:rPr lang="en-US" err="1"/>
              <a:t>DistMult</a:t>
            </a:r>
            <a:r>
              <a:rPr lang="en-US"/>
              <a:t> for “distributed multiplication”.</a:t>
            </a:r>
            <a:endParaRPr lang="en-US"/>
          </a:p>
          <a:p>
            <a:r>
              <a:rPr lang="en-US"/>
              <a:t>Obviously, a symmetric score function.</a:t>
            </a:r>
            <a:endParaRPr lang="en-US"/>
          </a:p>
          <a:p>
            <a:endParaRPr lang="en-US"/>
          </a:p>
          <a:p>
            <a:r>
              <a:rPr lang="en-US"/>
              <a:t>Strangely, </a:t>
            </a:r>
            <a:r>
              <a:rPr lang="en-US" err="1"/>
              <a:t>DistMult</a:t>
            </a:r>
            <a:r>
              <a:rPr lang="en-US"/>
              <a:t> gives reasonable performance on benchmarks that includes asymmetric relations! How is this possible?</a:t>
            </a:r>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highlights the critical importance of designing carefully sampled data sets to stress-test all salient aspects of proposed models.</a:t>
            </a:r>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 is not difficult to fix the symmetry-asymmetry limitation in </a:t>
            </a:r>
            <a:r>
              <a:rPr lang="en-US" err="1"/>
              <a:t>DistMult</a:t>
            </a:r>
            <a:r>
              <a:rPr lang="en-US"/>
              <a:t>.</a:t>
            </a:r>
            <a:endParaRPr lang="en-US"/>
          </a:p>
          <a:p>
            <a:r>
              <a:rPr lang="en-US"/>
              <a:t>Each entity is associated with </a:t>
            </a:r>
            <a:r>
              <a:rPr lang="en-US" i="1"/>
              <a:t>two</a:t>
            </a:r>
            <a:r>
              <a:rPr lang="en-US" i="0"/>
              <a:t> embeddings …</a:t>
            </a:r>
            <a:endParaRPr lang="en-US" i="0"/>
          </a:p>
          <a:p>
            <a:r>
              <a:rPr lang="en-US" i="0"/>
              <a:t>Also, unless already identified explicitly, for each relation r, …</a:t>
            </a:r>
            <a:endParaRPr lang="en-US" i="0"/>
          </a:p>
          <a:p>
            <a:r>
              <a:rPr lang="en-US" i="0"/>
              <a:t>It should be harmless to introduce a redundant inverse; the redundant copies will just train to very similar embeddings.</a:t>
            </a:r>
            <a:endParaRPr lang="en-US" i="0"/>
          </a:p>
          <a:p>
            <a:r>
              <a:rPr lang="en-US" i="0"/>
              <a:t>If (</a:t>
            </a:r>
            <a:r>
              <a:rPr lang="en-US" i="0" err="1"/>
              <a:t>s,r,o</a:t>
            </a:r>
            <a:r>
              <a:rPr lang="en-US" i="0"/>
              <a:t>) holds, then so does (o, r-inverse, s).</a:t>
            </a:r>
            <a:endParaRPr lang="en-US" i="0"/>
          </a:p>
          <a:p>
            <a:r>
              <a:rPr lang="en-US" i="0"/>
              <a:t>The overall score of (</a:t>
            </a:r>
            <a:r>
              <a:rPr lang="en-US" i="0" err="1"/>
              <a:t>s,r,o</a:t>
            </a:r>
            <a:r>
              <a:rPr lang="en-US" i="0"/>
              <a:t>) is the average pooled </a:t>
            </a:r>
            <a:r>
              <a:rPr lang="en-US" i="0" err="1"/>
              <a:t>DistMult</a:t>
            </a:r>
            <a:r>
              <a:rPr lang="en-US" i="0"/>
              <a:t> scores of the forward and reverse facts.</a:t>
            </a:r>
            <a:endParaRPr lang="en-US" i="0"/>
          </a:p>
          <a:p>
            <a:r>
              <a:rPr lang="en-US" i="0"/>
              <a:t>It is not difficult to show that this model, called </a:t>
            </a:r>
            <a:r>
              <a:rPr lang="en-US" i="0" err="1"/>
              <a:t>SimplE</a:t>
            </a:r>
            <a:r>
              <a:rPr lang="en-US" i="0"/>
              <a:t>, can express any KG with asymmetric or antisymmetric relations, given embeddings with sufficient width.</a:t>
            </a:r>
            <a:endParaRPr lang="en-US" i="0"/>
          </a:p>
          <a:p>
            <a:endParaRPr lang="en-US" i="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Finally we come to </a:t>
            </a:r>
            <a:r>
              <a:rPr lang="en-US" err="1"/>
              <a:t>ComplEx</a:t>
            </a:r>
            <a:r>
              <a:rPr lang="en-US"/>
              <a:t>, among the best KG completion methods to date.</a:t>
            </a:r>
            <a:endParaRPr lang="en-US"/>
          </a:p>
          <a:p>
            <a:r>
              <a:rPr lang="en-US"/>
              <a:t>Some improvements may have been achieved by follow-up systems, but </a:t>
            </a:r>
            <a:r>
              <a:rPr lang="en-US" err="1"/>
              <a:t>ComplEx</a:t>
            </a:r>
            <a:r>
              <a:rPr lang="en-US"/>
              <a:t> remains the most effective baseline against which all other proposals must be compared.</a:t>
            </a:r>
            <a:endParaRPr lang="en-US"/>
          </a:p>
          <a:p>
            <a:endParaRPr lang="en-US"/>
          </a:p>
          <a:p>
            <a:r>
              <a:rPr lang="en-US" err="1"/>
              <a:t>ComplEx</a:t>
            </a:r>
            <a:r>
              <a:rPr lang="en-US"/>
              <a:t> can be interpreted as an interesting merger of </a:t>
            </a:r>
            <a:r>
              <a:rPr lang="en-US" err="1"/>
              <a:t>SimplE</a:t>
            </a:r>
            <a:r>
              <a:rPr lang="en-US"/>
              <a:t> and </a:t>
            </a:r>
            <a:r>
              <a:rPr lang="en-US" err="1"/>
              <a:t>DistMult</a:t>
            </a:r>
            <a:r>
              <a:rPr lang="en-US"/>
              <a:t>.</a:t>
            </a:r>
            <a:endParaRPr lang="en-US"/>
          </a:p>
          <a:p>
            <a:r>
              <a:rPr lang="en-US"/>
              <a:t>Like </a:t>
            </a:r>
            <a:r>
              <a:rPr lang="en-US" err="1"/>
              <a:t>SimplE</a:t>
            </a:r>
            <a:r>
              <a:rPr lang="en-US"/>
              <a:t>, entities get a two-part embedding, except they are not designed specifically for subject and object positions. Instead, entities get complex vector embeddings like in </a:t>
            </a:r>
            <a:r>
              <a:rPr lang="en-US" err="1"/>
              <a:t>RotatE</a:t>
            </a:r>
            <a:r>
              <a:rPr lang="en-US"/>
              <a:t>.</a:t>
            </a:r>
            <a:endParaRPr lang="en-US"/>
          </a:p>
          <a:p>
            <a:endParaRPr lang="en-US"/>
          </a:p>
          <a:p>
            <a:r>
              <a:rPr lang="en-US"/>
              <a:t>Relations also get complex vector embeddings, except the score function f is different from </a:t>
            </a:r>
            <a:r>
              <a:rPr lang="en-US" err="1"/>
              <a:t>RotateE</a:t>
            </a:r>
            <a:r>
              <a:rPr lang="en-US"/>
              <a:t>, and more similar to </a:t>
            </a:r>
            <a:r>
              <a:rPr lang="en-US" err="1"/>
              <a:t>DistMult</a:t>
            </a:r>
            <a:r>
              <a:rPr lang="en-US"/>
              <a:t>. It is the same three-way inner product, with two important differences:</a:t>
            </a:r>
            <a:br>
              <a:rPr lang="en-US"/>
            </a:br>
            <a:r>
              <a:rPr lang="en-US"/>
              <a:t>a) we take elementwise conjugate of the object vector, which makes all the difference about asymmetry handling, and</a:t>
            </a:r>
            <a:endParaRPr lang="en-US"/>
          </a:p>
          <a:p>
            <a:r>
              <a:rPr lang="en-US"/>
              <a:t>b) we take the real part from the </a:t>
            </a:r>
            <a:r>
              <a:rPr lang="en-US" err="1"/>
              <a:t>resuling</a:t>
            </a:r>
            <a:r>
              <a:rPr lang="en-US"/>
              <a:t> complex number, so it can be turned into </a:t>
            </a:r>
            <a:r>
              <a:rPr lang="en-US" err="1"/>
              <a:t>softmax</a:t>
            </a:r>
            <a:r>
              <a:rPr lang="en-US"/>
              <a:t>.</a:t>
            </a:r>
            <a:endParaRPr lang="en-US"/>
          </a:p>
          <a:p>
            <a:endParaRPr lang="en-US"/>
          </a:p>
          <a:p>
            <a:r>
              <a:rPr lang="en-US"/>
              <a:t>We make two important observations.</a:t>
            </a:r>
            <a:endParaRPr lang="en-US"/>
          </a:p>
          <a:p>
            <a:endParaRPr lang="en-US"/>
          </a:p>
          <a:p>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X can also be written as the elementwise real part of the sum over embedding dimensions of three fibers: a subject entity fiber, times a relation fiber on the diagonal of the relation tensor, and another conjugated object entity fiber.</a:t>
            </a:r>
            <a:endParaRPr lang="en-US"/>
          </a:p>
          <a:p>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Recently, more improvement were proposed to </a:t>
            </a:r>
            <a:r>
              <a:rPr lang="en-US" err="1"/>
              <a:t>ComplEx</a:t>
            </a:r>
            <a:r>
              <a:rPr lang="en-US"/>
              <a:t>, taking it a little closer to </a:t>
            </a:r>
            <a:r>
              <a:rPr lang="en-US" err="1"/>
              <a:t>SimplE</a:t>
            </a:r>
            <a:r>
              <a:rPr lang="en-US"/>
              <a:t> in some ways.</a:t>
            </a:r>
            <a:endParaRPr lang="en-US"/>
          </a:p>
          <a:p>
            <a:r>
              <a:rPr lang="en-US"/>
              <a:t>They restored the explicit two-part encoding of entities, as subject and object,</a:t>
            </a:r>
            <a:br>
              <a:rPr lang="en-US"/>
            </a:br>
            <a:r>
              <a:rPr lang="en-US"/>
              <a:t>but unlike </a:t>
            </a:r>
            <a:r>
              <a:rPr lang="en-US" err="1"/>
              <a:t>SimplE</a:t>
            </a:r>
            <a:r>
              <a:rPr lang="en-US"/>
              <a:t>, each remains a complex vector.</a:t>
            </a:r>
            <a:endParaRPr lang="en-US"/>
          </a:p>
          <a:p>
            <a:r>
              <a:rPr lang="en-US"/>
              <a:t>They introduce inverse relation embeddings as in </a:t>
            </a:r>
            <a:r>
              <a:rPr lang="en-US" err="1"/>
              <a:t>SimplE</a:t>
            </a:r>
            <a:r>
              <a:rPr lang="en-US"/>
              <a:t>, but again these are complex vectors.</a:t>
            </a:r>
            <a:endParaRPr lang="en-US"/>
          </a:p>
          <a:p>
            <a:r>
              <a:rPr lang="en-US"/>
              <a:t>They also replace L2 regularization with a different norm, which we do not have time to discuss in detail.</a:t>
            </a:r>
            <a:endParaRPr lang="en-US"/>
          </a:p>
          <a:p>
            <a:r>
              <a:rPr lang="en-US"/>
              <a:t>We call the new version Complex-N3.</a:t>
            </a:r>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t>ComplEx-N3 improves performance beyond the original version of </a:t>
            </a:r>
            <a:r>
              <a:rPr lang="en-US" err="1"/>
              <a:t>ComplEx</a:t>
            </a:r>
            <a:r>
              <a:rPr lang="en-US"/>
              <a:t>.</a:t>
            </a:r>
            <a:endParaRPr lang="en-US"/>
          </a:p>
          <a:p>
            <a:pPr marL="0" marR="0" lvl="0" indent="0" algn="l" defTabSz="914400" rtl="0" eaLnBrk="1" fontAlgn="auto" latinLnBrk="0" hangingPunct="1">
              <a:lnSpc>
                <a:spcPct val="100000"/>
              </a:lnSpc>
              <a:spcBef>
                <a:spcPts val="0"/>
              </a:spcBef>
              <a:spcAft>
                <a:spcPts val="0"/>
              </a:spcAft>
              <a:buClrTx/>
              <a:buSzTx/>
              <a:buFontTx/>
              <a:buNone/>
              <a:defRPr/>
            </a:pPr>
            <a:r>
              <a:rPr lang="en-US"/>
              <a:t>We also experimented with </a:t>
            </a:r>
            <a:r>
              <a:rPr lang="en-US" err="1"/>
              <a:t>SimplE</a:t>
            </a:r>
            <a:r>
              <a:rPr lang="en-US"/>
              <a:t> and </a:t>
            </a:r>
            <a:r>
              <a:rPr lang="en-US" err="1"/>
              <a:t>ComplEx</a:t>
            </a:r>
            <a:r>
              <a:rPr lang="en-US"/>
              <a:t> where we sampled many more negative facts than in the original implementations.  We called this SimplE-V2 and ComplEx-V2.</a:t>
            </a:r>
            <a:endParaRPr lang="en-US"/>
          </a:p>
          <a:p>
            <a:pPr marL="0" marR="0" lvl="0" indent="0" algn="l" defTabSz="914400" rtl="0" eaLnBrk="1" fontAlgn="auto" latinLnBrk="0" hangingPunct="1">
              <a:lnSpc>
                <a:spcPct val="100000"/>
              </a:lnSpc>
              <a:spcBef>
                <a:spcPts val="0"/>
              </a:spcBef>
              <a:spcAft>
                <a:spcPts val="0"/>
              </a:spcAft>
              <a:buClrTx/>
              <a:buSzTx/>
              <a:buFontTx/>
              <a:buNone/>
              <a:defRPr/>
            </a:pPr>
            <a:r>
              <a:rPr lang="en-US"/>
              <a:t>On the early versions of benchmarks, SimplE-V2 and ComplEx-V2 became comparable to Complex-N3, but on the more recent benchmark versions, ComplEx-N3 retains an edge.</a:t>
            </a:r>
            <a:endParaRPr lang="en-US"/>
          </a:p>
          <a:p>
            <a:pPr marL="0" marR="0" lvl="0" indent="0" algn="l" defTabSz="914400" rtl="0" eaLnBrk="1" fontAlgn="auto" latinLnBrk="0" hangingPunct="1">
              <a:lnSpc>
                <a:spcPct val="100000"/>
              </a:lnSpc>
              <a:spcBef>
                <a:spcPts val="0"/>
              </a:spcBef>
              <a:spcAft>
                <a:spcPts val="0"/>
              </a:spcAft>
              <a:buClrTx/>
              <a:buSzTx/>
              <a:buFontTx/>
              <a:buNone/>
              <a:defRPr/>
            </a:pPr>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updates again underscore the importance of designing, inspecting and improving benchmarks that can adequately probe the strengths and weaknesses of competing methods.</a:t>
            </a:r>
            <a:endParaRPr lang="en-US"/>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Transitive relations are important in KGs with several applications like information extraction and question answering.</a:t>
            </a:r>
            <a:endParaRPr lang="en-US" dirty="0"/>
          </a:p>
          <a:p>
            <a:r>
              <a:rPr lang="en-US" dirty="0"/>
              <a:t>If camel and desert co-occur in a text passage, but there is no mention of animal, and the question is “deserts are home to which animals”, </a:t>
            </a:r>
            <a:br>
              <a:rPr lang="en-US" dirty="0"/>
            </a:br>
            <a:r>
              <a:rPr lang="en-US" dirty="0"/>
              <a:t>it helps to know that camels are mammals are animals.</a:t>
            </a:r>
            <a:endParaRPr lang="en-US" dirty="0"/>
          </a:p>
          <a:p>
            <a:endParaRPr lang="en-US" dirty="0"/>
          </a:p>
          <a:p>
            <a:r>
              <a:rPr lang="en-US" dirty="0"/>
              <a:t>FIGER, Google Fine Types, </a:t>
            </a:r>
            <a:r>
              <a:rPr lang="en-US" dirty="0" err="1"/>
              <a:t>DbPedia</a:t>
            </a:r>
            <a:r>
              <a:rPr lang="en-US" dirty="0"/>
              <a:t>, and </a:t>
            </a:r>
            <a:r>
              <a:rPr lang="en-US" dirty="0" err="1"/>
              <a:t>TypeNet</a:t>
            </a:r>
            <a:r>
              <a:rPr lang="en-US" dirty="0"/>
              <a:t> offer curated type hierarchies of increasing size.</a:t>
            </a:r>
            <a:endParaRPr lang="en-US" dirty="0"/>
          </a:p>
          <a:p>
            <a:endParaRPr lang="en-US" dirty="0"/>
          </a:p>
          <a:p>
            <a:r>
              <a:rPr lang="en-US" dirty="0"/>
              <a:t>None of the KG representations we have studied thus far have any explicit mechanism to support such type hierarchies.</a:t>
            </a:r>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in our discussion of embeddings, there has been a notion of symmetric distance or similarity between embeddings as points.</a:t>
            </a:r>
            <a:endParaRPr lang="en-US" dirty="0"/>
          </a:p>
          <a:p>
            <a:endParaRPr lang="en-US" dirty="0"/>
          </a:p>
          <a:p>
            <a:r>
              <a:rPr lang="en-US" dirty="0"/>
              <a:t>One family of approaches to embedding hierarchies hangs on to that notion of distance or neighborhood.</a:t>
            </a:r>
            <a:endParaRPr lang="en-US" dirty="0"/>
          </a:p>
          <a:p>
            <a:r>
              <a:rPr lang="en-US" dirty="0"/>
              <a:t>The goal is to assign embedding coordinates to each node in the hierarchy so that graph distances between nodes are preserved in the Euclidean distance between their embeddings --- in other words, we want low distortion.</a:t>
            </a:r>
            <a:endParaRPr lang="en-US" dirty="0"/>
          </a:p>
          <a:p>
            <a:endParaRPr lang="en-US" dirty="0"/>
          </a:p>
          <a:p>
            <a:r>
              <a:rPr lang="en-US" dirty="0"/>
              <a:t>Another family of embeddings, on which we will spend more time, seeks to efficiently answer ancestor descendant queries, because those are frequently asked in QA and information extraction applications. There may not be any meaningful notion of distance.</a:t>
            </a:r>
            <a:endParaRPr lang="en-US" dirty="0"/>
          </a:p>
          <a:p>
            <a:endParaRPr lang="en-US" dirty="0"/>
          </a:p>
          <a:p>
            <a:r>
              <a:rPr lang="en-US" dirty="0"/>
              <a:t>Ideally, hierarchy embeddings should allow completion just like earlier KG completion, and should play well with other embeddings like </a:t>
            </a:r>
            <a:r>
              <a:rPr lang="en-US" dirty="0" err="1"/>
              <a:t>GloVe</a:t>
            </a:r>
            <a:r>
              <a:rPr lang="en-US" dirty="0"/>
              <a:t> or BERT.</a:t>
            </a:r>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we will not get into details, let us take a moment to formalize the notion of distortion.</a:t>
            </a:r>
            <a:endParaRPr lang="en-US" dirty="0"/>
          </a:p>
          <a:p>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these definitions in place, we quote a few results about distortion which motivates the recent interest in hyperbolic spaces.</a:t>
            </a:r>
            <a:endParaRPr lang="en-US" dirty="0"/>
          </a:p>
          <a:p>
            <a:r>
              <a:rPr lang="en-US" dirty="0"/>
              <a:t>…</a:t>
            </a:r>
            <a:endParaRPr lang="en-US" dirty="0"/>
          </a:p>
          <a:p>
            <a:r>
              <a:rPr lang="en-US" dirty="0"/>
              <a:t>In contrast to these Euclidean distortions that grow with n, a distortion of 1+eps is possible in hyperbolic space.</a:t>
            </a:r>
            <a:endParaRPr lang="en-US" dirty="0"/>
          </a:p>
          <a:p>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Poincare disk or ball is an example of a hyperbolic space.</a:t>
            </a:r>
            <a:endParaRPr lang="en-US" dirty="0"/>
          </a:p>
          <a:p>
            <a:r>
              <a:rPr lang="en-US" dirty="0"/>
              <a:t>First we recall the definition of the arc cosine hyperbolic function, also shown by its graph.</a:t>
            </a:r>
            <a:endParaRPr lang="en-US" dirty="0"/>
          </a:p>
          <a:p>
            <a:r>
              <a:rPr lang="en-US" dirty="0"/>
              <a:t>Consider a unit circle …</a:t>
            </a:r>
            <a:endParaRPr lang="en-US" dirty="0"/>
          </a:p>
          <a:p>
            <a:r>
              <a:rPr lang="en-US" dirty="0"/>
              <a:t>As either x or y approaches the perimeter, the hyperbolic distance goes to infinity.</a:t>
            </a:r>
            <a:endParaRPr lang="en-US" dirty="0"/>
          </a:p>
          <a:p>
            <a:r>
              <a:rPr lang="en-US" dirty="0"/>
              <a:t>Visually, this lets us pack a lot of leaves near the periphery, giving a natural embedding of trees.</a:t>
            </a:r>
            <a:endParaRPr lang="en-US" dirty="0"/>
          </a:p>
          <a:p>
            <a:r>
              <a:rPr lang="en-US" dirty="0"/>
              <a:t>Note that the illusion of infinite “free” space at the periphery may be misleading in the face of finite precision arithmetic.</a:t>
            </a:r>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use distortion to guide the loss while we fit embeddings of the hierarchy nodes in hyperbolic space.</a:t>
            </a:r>
            <a:endParaRPr lang="en-US" dirty="0"/>
          </a:p>
          <a:p>
            <a:r>
              <a:rPr lang="en-US" dirty="0"/>
              <a:t>Applying this to the Wordnet noun hierarchy results in an intuitive layout, with general nouns near the center and specific ones near the periphery.</a:t>
            </a:r>
            <a:endParaRPr lang="en-US" dirty="0"/>
          </a:p>
          <a:p>
            <a:endParaRPr lang="en-US" dirty="0"/>
          </a:p>
          <a:p>
            <a:r>
              <a:rPr lang="en-US" dirty="0"/>
              <a:t>However, we should ask what consumers of KG embeddings need.</a:t>
            </a:r>
            <a:endParaRPr lang="en-US" dirty="0"/>
          </a:p>
          <a:p>
            <a:r>
              <a:rPr lang="en-US" dirty="0"/>
              <a:t>For example, in QA, a dominant use case is to search for instances of various types, like scientists, musical instruments or mammals, constrained by other requirements specified in the question.</a:t>
            </a:r>
            <a:endParaRPr lang="en-US" dirty="0"/>
          </a:p>
          <a:p>
            <a:endParaRPr lang="en-US" dirty="0"/>
          </a:p>
          <a:p>
            <a:r>
              <a:rPr lang="en-US" dirty="0"/>
              <a:t>For such applications, distortion may not be the right thing to worry about. Instead, transitive containment is our primary concern.</a:t>
            </a:r>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node x is a descendant of y in the hierarchy, we represent it with the “precedence” operator.</a:t>
            </a:r>
            <a:endParaRPr lang="en-US" dirty="0"/>
          </a:p>
          <a:p>
            <a:endParaRPr lang="en-US" dirty="0"/>
          </a:p>
          <a:p>
            <a:r>
              <a:rPr lang="en-US" dirty="0"/>
              <a:t>Consider a tree hierarchy.</a:t>
            </a:r>
            <a:endParaRPr lang="en-US" dirty="0"/>
          </a:p>
          <a:p>
            <a:r>
              <a:rPr lang="en-US" dirty="0"/>
              <a:t>Suppose we perform an in-order tree traversal, keeping track of the time we enter and leave the subtree rooted at each node.</a:t>
            </a:r>
            <a:endParaRPr lang="en-US" dirty="0"/>
          </a:p>
          <a:p>
            <a:endParaRPr lang="en-US" dirty="0"/>
          </a:p>
          <a:p>
            <a:r>
              <a:rPr lang="en-US" dirty="0"/>
              <a:t>Each node thus gets a time interval associated with it, and ancestor-descendant queries are trivial to answer:</a:t>
            </a:r>
            <a:br>
              <a:rPr lang="en-US" dirty="0"/>
            </a:br>
            <a:r>
              <a:rPr lang="en-US" dirty="0"/>
              <a:t>if the interval of x is contained in the interval of y, then and only then is x a descendant of y.</a:t>
            </a:r>
            <a:endParaRPr lang="en-US" dirty="0"/>
          </a:p>
          <a:p>
            <a:endParaRPr lang="en-US" dirty="0"/>
          </a:p>
          <a:p>
            <a:r>
              <a:rPr lang="en-US" dirty="0"/>
              <a:t>In other words, nodes of a tree can be embedded …</a:t>
            </a:r>
            <a:endParaRPr lang="en-US" dirty="0"/>
          </a:p>
          <a:p>
            <a:endParaRPr lang="en-US" dirty="0"/>
          </a:p>
          <a:p>
            <a:r>
              <a:rPr lang="en-US" dirty="0"/>
              <a:t>Perhaps, to embed hierarchies more complicated than trees, we can extend to multiple dimensions?</a:t>
            </a:r>
            <a:endParaRPr lang="en-US" dirty="0"/>
          </a:p>
          <a:p>
            <a:r>
              <a:rPr lang="en-US" dirty="0"/>
              <a:t>Let’s look at that possibility next.</a:t>
            </a:r>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generalize the idea to half-open spaces in higher dimensions.</a:t>
            </a:r>
            <a:endParaRPr lang="en-US" dirty="0"/>
          </a:p>
          <a:p>
            <a:r>
              <a:rPr lang="en-US" dirty="0"/>
              <a:t>Node or type x in the hierarchy will be embedded to </a:t>
            </a:r>
            <a:r>
              <a:rPr lang="en-US" dirty="0" err="1"/>
              <a:t>u_x</a:t>
            </a:r>
            <a:r>
              <a:rPr lang="en-US" dirty="0"/>
              <a:t>,</a:t>
            </a:r>
            <a:br>
              <a:rPr lang="en-US" dirty="0"/>
            </a:br>
            <a:r>
              <a:rPr lang="en-US" dirty="0"/>
              <a:t>which is the apex of an axis-aligned open cone of all entities that belong to type x.</a:t>
            </a:r>
            <a:endParaRPr lang="en-US" dirty="0"/>
          </a:p>
          <a:p>
            <a:r>
              <a:rPr lang="en-US" dirty="0"/>
              <a:t>We unify instance-of and subtype-of relations into the “precedes” operator, which we can also read as “subset-of”.</a:t>
            </a:r>
            <a:endParaRPr lang="en-US" dirty="0"/>
          </a:p>
          <a:p>
            <a:r>
              <a:rPr lang="en-US" dirty="0"/>
              <a:t>If x is a subset of y, then we demand that </a:t>
            </a:r>
            <a:r>
              <a:rPr lang="en-US" dirty="0" err="1"/>
              <a:t>u_x</a:t>
            </a:r>
            <a:r>
              <a:rPr lang="en-US" dirty="0"/>
              <a:t> </a:t>
            </a:r>
            <a:r>
              <a:rPr lang="en-US" dirty="0" err="1"/>
              <a:t>ge</a:t>
            </a:r>
            <a:r>
              <a:rPr lang="en-US" dirty="0"/>
              <a:t> </a:t>
            </a:r>
            <a:r>
              <a:rPr lang="en-US" dirty="0" err="1"/>
              <a:t>u_y</a:t>
            </a:r>
            <a:r>
              <a:rPr lang="en-US" dirty="0"/>
              <a:t>, elementwise … i.e., the cone of y must contain x and its cone.</a:t>
            </a:r>
            <a:endParaRPr lang="en-US" dirty="0"/>
          </a:p>
          <a:p>
            <a:r>
              <a:rPr lang="en-US" dirty="0"/>
              <a:t>The most general type is the “lowest and leftmost” cone … people, in this example.</a:t>
            </a:r>
            <a:endParaRPr lang="en-US" dirty="0"/>
          </a:p>
          <a:p>
            <a:endParaRPr lang="en-US" dirty="0"/>
          </a:p>
          <a:p>
            <a:r>
              <a:rPr lang="en-US" dirty="0"/>
              <a:t>Now we must design a loss to train these u vectors, given a hierarchy.</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the asymmetry in loss, if x is a subset of y, we want, for all dimensions …</a:t>
            </a:r>
            <a:endParaRPr lang="en-US" dirty="0"/>
          </a:p>
          <a:p>
            <a:r>
              <a:rPr lang="en-US" dirty="0"/>
              <a:t>Conversely, if x is not a subset of y, we want a violation in at least one dimension.</a:t>
            </a:r>
            <a:endParaRPr lang="en-US" dirty="0"/>
          </a:p>
          <a:p>
            <a:r>
              <a:rPr lang="en-US" dirty="0"/>
              <a:t>One limitation with open cones is …</a:t>
            </a:r>
            <a:endParaRPr lang="en-US" dirty="0"/>
          </a:p>
          <a:p>
            <a:r>
              <a:rPr lang="en-US" dirty="0"/>
              <a:t>We can fix this partly by containing all cones in a sufficiently large cube universe,</a:t>
            </a:r>
            <a:br>
              <a:rPr lang="en-US" dirty="0"/>
            </a:br>
            <a:r>
              <a:rPr lang="en-US" dirty="0"/>
              <a:t>but it is still difficult to model negative correlations, because all cone pairs will generally intersect.</a:t>
            </a:r>
            <a:endParaRPr lang="en-US" dirty="0"/>
          </a:p>
          <a:p>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more natural to represent hierarchy nodes or types by closed boxes.</a:t>
            </a:r>
            <a:endParaRPr lang="en-US" dirty="0"/>
          </a:p>
          <a:p>
            <a:r>
              <a:rPr lang="en-US" dirty="0"/>
              <a:t>In other words, an interval for each dimension.</a:t>
            </a:r>
            <a:endParaRPr lang="en-US" dirty="0"/>
          </a:p>
          <a:p>
            <a:r>
              <a:rPr lang="en-US" dirty="0"/>
              <a:t>Defined by base b and height h.</a:t>
            </a:r>
            <a:endParaRPr lang="en-US" dirty="0"/>
          </a:p>
          <a:p>
            <a:r>
              <a:rPr lang="en-US" dirty="0"/>
              <a:t>This generalizes one-dimensional intervals for embedding trees.</a:t>
            </a:r>
            <a:endParaRPr lang="en-US" dirty="0"/>
          </a:p>
          <a:p>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hinge loss, whose expression is repeated here for reference, grows indefinitely as type x moves away from type y, and is not normalized across type pairs.</a:t>
            </a:r>
            <a:endParaRPr lang="en-US" dirty="0"/>
          </a:p>
          <a:p>
            <a:r>
              <a:rPr lang="en-US" dirty="0"/>
              <a:t>An alternative is to measure the volume of x that has escaped from inside the region of y.</a:t>
            </a:r>
            <a:endParaRPr lang="en-US" dirty="0"/>
          </a:p>
          <a:p>
            <a:r>
              <a:rPr lang="en-US" dirty="0"/>
              <a:t>The benefit is that the maximum loss from a pair (x, y) is bounded.</a:t>
            </a:r>
            <a:endParaRPr lang="en-US" dirty="0"/>
          </a:p>
          <a:p>
            <a:r>
              <a:rPr lang="en-US" dirty="0"/>
              <a:t>The disadvantage is that once x has become disjoint from y, the loss becomes flat and offers no gradient guidance.</a:t>
            </a:r>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retain the best of both worlds, we can retain the hinge expression, but apply a tanh nonlinearity to it.</a:t>
            </a:r>
            <a:endParaRPr lang="en-US" dirty="0"/>
          </a:p>
          <a:p>
            <a:r>
              <a:rPr lang="en-US" dirty="0"/>
              <a:t>The result is a gently sloped tub loss surface, as shown.</a:t>
            </a:r>
            <a:endParaRPr lang="en-US" dirty="0"/>
          </a:p>
          <a:p>
            <a:r>
              <a:rPr lang="en-US" dirty="0"/>
              <a:t>We can scale this with the length of the interval of x, if that gives a louder voice to larger intervals and behaves better.</a:t>
            </a:r>
            <a:endParaRPr lang="en-US" dirty="0"/>
          </a:p>
          <a:p>
            <a:r>
              <a:rPr lang="en-US" dirty="0"/>
              <a:t>If the sharp max and min functions cause trouble, we can replace them with differentiable surrogates.</a:t>
            </a:r>
            <a:endParaRPr lang="en-US" dirty="0"/>
          </a:p>
          <a:p>
            <a:r>
              <a:rPr lang="en-US" dirty="0"/>
              <a:t>Thus far, we have designed box losses by the seat of the pants. But more formal and principled probabilistic formulations exist and work well.</a:t>
            </a:r>
            <a:endParaRPr lang="en-US" dirty="0"/>
          </a:p>
          <a:p>
            <a:r>
              <a:rPr lang="en-US" dirty="0"/>
              <a:t>In the end, what matters most is that we fit good base and height matrices for all nodes in the hierarchy.</a:t>
            </a:r>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7756307-78ED-40F4-96D5-F4C5EC3BDFA3}" type="slidenum">
              <a:rPr lang="en-US" altLang="en-US"/>
            </a:fld>
            <a:endParaRPr lang="en-US" altLang="en-US"/>
          </a:p>
        </p:txBody>
      </p:sp>
      <p:sp>
        <p:nvSpPr>
          <p:cNvPr id="86018" name="Rectangle 2"/>
          <p:cNvSpPr>
            <a:spLocks noGrp="1" noRot="1" noChangeAspect="1" noChangeArrowheads="1" noTextEdit="1"/>
          </p:cNvSpPr>
          <p:nvPr>
            <p:ph type="sldImg"/>
          </p:nvPr>
        </p:nvSpPr>
        <p:spPr/>
      </p:sp>
      <p:sp>
        <p:nvSpPr>
          <p:cNvPr id="86019" name="Rectangle 3"/>
          <p:cNvSpPr>
            <a:spLocks noGrp="1" noChangeArrowheads="1"/>
          </p:cNvSpPr>
          <p:nvPr>
            <p:ph type="body" idx="1"/>
          </p:nvPr>
        </p:nvSpPr>
        <p:spPr/>
        <p:txBody>
          <a:bodyPr/>
          <a:lstStyle/>
          <a:p>
            <a:r>
              <a:rPr lang="en-US" altLang="en-US"/>
              <a:t>$E_+ \subset \text{clo}(T)$</a:t>
            </a:r>
            <a:endParaRPr lang="en-US" altLang="en-US"/>
          </a:p>
          <a:p>
            <a:r>
              <a:rPr lang="en-US" altLang="en-US"/>
              <a:t>$D_+ \subset \text{clo}(T) \setminus E_+$</a:t>
            </a:r>
            <a:endParaRPr lang="en-US" altLang="en-US"/>
          </a:p>
          <a:p>
            <a:r>
              <a:rPr lang="en-US" altLang="en-US"/>
              <a:t>$L_+ = \text{clo}(T) \setminus (E_+ \cup D_+)$</a:t>
            </a:r>
            <a:endParaRPr lang="en-US"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04F6A3A-8368-436D-873E-547E6416E19B}" type="slidenum">
              <a:rPr lang="en-US" altLang="en-US"/>
            </a:fld>
            <a:endParaRPr lang="en-US" altLang="en-US"/>
          </a:p>
        </p:txBody>
      </p:sp>
      <p:sp>
        <p:nvSpPr>
          <p:cNvPr id="88066" name="Rectangle 2"/>
          <p:cNvSpPr>
            <a:spLocks noGrp="1" noRot="1" noChangeAspect="1" noChangeArrowheads="1" noTextEdit="1"/>
          </p:cNvSpPr>
          <p:nvPr>
            <p:ph type="sldImg"/>
          </p:nvPr>
        </p:nvSpPr>
        <p:spPr/>
      </p:sp>
      <p:sp>
        <p:nvSpPr>
          <p:cNvPr id="88067" name="Rectangle 3"/>
          <p:cNvSpPr>
            <a:spLocks noGrp="1" noChangeArrowheads="1"/>
          </p:cNvSpPr>
          <p:nvPr>
            <p:ph type="body" idx="1"/>
          </p:nvPr>
        </p:nvSpPr>
        <p:spPr/>
        <p:txBody>
          <a:bodyPr/>
          <a:lstStyle/>
          <a:p>
            <a:r>
              <a:rPr lang="en-US" altLang="en-US"/>
              <a:t>$L_+ \subset \text{clo}(T)$</a:t>
            </a:r>
            <a:endParaRPr lang="en-US" altLang="en-US"/>
          </a:p>
          <a:p>
            <a:r>
              <a:rPr lang="en-US" altLang="en-US"/>
              <a:t>$(x, y) \in L_+$</a:t>
            </a:r>
            <a:endParaRPr lang="en-US" altLang="en-US"/>
          </a:p>
          <a:p>
            <a:r>
              <a:rPr lang="de-DE" altLang="en-US"/>
              <a:t>$(x', y') \in \text{clo}(T)$</a:t>
            </a:r>
            <a:endParaRPr lang="de-DE" altLang="en-US"/>
          </a:p>
          <a:p>
            <a:r>
              <a:rPr lang="de-DE" altLang="en-US"/>
              <a:t>$D_+ \subset (\text{clo}(T) \setminus \text{clo}(L_+))$</a:t>
            </a:r>
            <a:endParaRPr lang="de-DE" altLang="en-US"/>
          </a:p>
          <a:p>
            <a:r>
              <a:rPr lang="de-DE" altLang="en-US"/>
              <a:t>$E_+ \subset \text{clo}(T) \setminus (\text{clo}(L_+) \cup \text{clo}(D_+))$</a:t>
            </a:r>
            <a:endParaRPr lang="en-US"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66361D9-FBEB-4D66-B5D8-EE4D1AC9D256}" type="slidenum">
              <a:rPr lang="en-US" altLang="en-US"/>
            </a:fld>
            <a:endParaRPr lang="en-US" altLang="en-US"/>
          </a:p>
        </p:txBody>
      </p:sp>
      <p:sp>
        <p:nvSpPr>
          <p:cNvPr id="125954" name="Rectangle 2"/>
          <p:cNvSpPr>
            <a:spLocks noGrp="1" noRot="1" noChangeAspect="1" noChangeArrowheads="1" noTextEdit="1"/>
          </p:cNvSpPr>
          <p:nvPr>
            <p:ph type="sldImg"/>
          </p:nvPr>
        </p:nvSpPr>
        <p:spPr/>
      </p:sp>
      <p:sp>
        <p:nvSpPr>
          <p:cNvPr id="125955" name="Rectangle 3"/>
          <p:cNvSpPr>
            <a:spLocks noGrp="1" noChangeArrowheads="1"/>
          </p:cNvSpPr>
          <p:nvPr>
            <p:ph type="body" idx="1"/>
          </p:nvPr>
        </p:nvSpPr>
        <p:spPr/>
        <p:txBody>
          <a:bodyPr/>
          <a:lstStyle/>
          <a:p>
            <a:r>
              <a:rPr lang="en-US" altLang="en-US"/>
              <a:t>$\max_{d\in[D]} \max\{[b_{y,d}-b_{x,d}]_+, [h_{x,d}- h_{y,d}]_+ \}$</a:t>
            </a:r>
            <a:endParaRPr lang="en-US"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Hierarchies are important parts of KGs, but there are plenty of other coexisting relations that are not hierarchical.</a:t>
            </a:r>
            <a:endParaRPr lang="en-US" dirty="0"/>
          </a:p>
          <a:p>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dig into how </a:t>
            </a:r>
            <a:r>
              <a:rPr lang="en-US" dirty="0" err="1"/>
              <a:t>BoxE</a:t>
            </a:r>
            <a:r>
              <a:rPr lang="en-US" dirty="0"/>
              <a:t> works.</a:t>
            </a:r>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contextual embeddings of entities, </a:t>
            </a:r>
            <a:r>
              <a:rPr lang="en-US" dirty="0" err="1"/>
              <a:t>BoxE</a:t>
            </a:r>
            <a:r>
              <a:rPr lang="en-US" dirty="0"/>
              <a:t> defines each K-</a:t>
            </a:r>
            <a:r>
              <a:rPr lang="en-US" dirty="0" err="1"/>
              <a:t>ary</a:t>
            </a:r>
            <a:r>
              <a:rPr lang="en-US" dirty="0"/>
              <a:t> relation as K boxes.</a:t>
            </a:r>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last part of this module, we shift gears from supervised to unsupervised type embeddings.</a:t>
            </a:r>
            <a:endParaRPr lang="en-US" dirty="0"/>
          </a:p>
          <a:p>
            <a:r>
              <a:rPr lang="en-US" dirty="0"/>
              <a:t>Explicit symbolic supervision of types can be tedious and risky.</a:t>
            </a:r>
            <a:endParaRPr lang="en-US" dirty="0"/>
          </a:p>
          <a:p>
            <a:r>
              <a:rPr lang="en-US" dirty="0"/>
              <a:t>One taxonomy designer may claim that all actors are people, but another may point out well-known animal actors.</a:t>
            </a:r>
            <a:endParaRPr lang="en-US" dirty="0"/>
          </a:p>
          <a:p>
            <a:endParaRPr lang="en-US" dirty="0"/>
          </a:p>
          <a:p>
            <a:r>
              <a:rPr lang="en-US" dirty="0"/>
              <a:t>Symbolic names for types are merely a convenience for communication.</a:t>
            </a:r>
            <a:endParaRPr lang="en-US" dirty="0"/>
          </a:p>
          <a:p>
            <a:endParaRPr lang="en-US" dirty="0"/>
          </a:p>
          <a:p>
            <a:r>
              <a:rPr lang="en-US" dirty="0"/>
              <a:t>In fact, an old KG completion model called the E model included a form of argument type checking in relation embeddings.</a:t>
            </a:r>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remedy this limitation, we further develop the E model idea of relation type-checking.</a:t>
            </a:r>
            <a:endParaRPr lang="en-US" dirty="0"/>
          </a:p>
          <a:p>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the type checking gadgets to </a:t>
            </a:r>
            <a:r>
              <a:rPr lang="en-US" dirty="0" err="1"/>
              <a:t>distmult</a:t>
            </a:r>
            <a:r>
              <a:rPr lang="en-US" dirty="0"/>
              <a:t> (written as DM) and complex (written as CX) uniformly improves the performance beyond respective baselines.</a:t>
            </a:r>
            <a:endParaRPr lang="en-US" dirty="0"/>
          </a:p>
          <a:p>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five coarse types (that were not revealed to </a:t>
            </a:r>
            <a:r>
              <a:rPr lang="en-US" dirty="0" err="1"/>
              <a:t>TypeDM</a:t>
            </a:r>
            <a:r>
              <a:rPr lang="en-US" dirty="0"/>
              <a:t> or </a:t>
            </a:r>
            <a:r>
              <a:rPr lang="en-US" dirty="0" err="1"/>
              <a:t>TypeCX</a:t>
            </a:r>
            <a:r>
              <a:rPr lang="en-US" dirty="0"/>
              <a:t>).</a:t>
            </a:r>
            <a:endParaRPr lang="en-US" dirty="0"/>
          </a:p>
          <a:p>
            <a:r>
              <a:rPr lang="en-US" dirty="0"/>
              <a:t>We projected various parts of entity embeddings via PCA for visualization, color coding each coarse type.</a:t>
            </a:r>
            <a:endParaRPr lang="en-US" dirty="0"/>
          </a:p>
          <a:p>
            <a:r>
              <a:rPr lang="en-US" dirty="0"/>
              <a:t>Embedding a, the residual part, shows colored clouds diffused into each other.</a:t>
            </a:r>
            <a:endParaRPr lang="en-US" dirty="0"/>
          </a:p>
          <a:p>
            <a:r>
              <a:rPr lang="en-US" dirty="0"/>
              <a:t>In contrast, the type components </a:t>
            </a:r>
            <a:r>
              <a:rPr lang="en-US" dirty="0" err="1"/>
              <a:t>u_e</a:t>
            </a:r>
            <a:r>
              <a:rPr lang="en-US" dirty="0"/>
              <a:t> show much sharper separation.</a:t>
            </a:r>
            <a:endParaRPr lang="en-US" dirty="0"/>
          </a:p>
          <a:p>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last experiment, we check if </a:t>
            </a:r>
            <a:r>
              <a:rPr lang="en-US" dirty="0" err="1"/>
              <a:t>a_e</a:t>
            </a:r>
            <a:r>
              <a:rPr lang="en-US" dirty="0"/>
              <a:t> or </a:t>
            </a:r>
            <a:r>
              <a:rPr lang="en-US" dirty="0" err="1"/>
              <a:t>t_e</a:t>
            </a:r>
            <a:r>
              <a:rPr lang="en-US" dirty="0"/>
              <a:t> are good predictors of the symbolic coarse types.</a:t>
            </a:r>
            <a:endParaRPr lang="en-US" dirty="0"/>
          </a:p>
          <a:p>
            <a:endParaRPr lang="en-US" dirty="0"/>
          </a:p>
        </p:txBody>
      </p:sp>
      <p:sp>
        <p:nvSpPr>
          <p:cNvPr id="4" name="Slide Number Placeholder 3"/>
          <p:cNvSpPr>
            <a:spLocks noGrp="1"/>
          </p:cNvSpPr>
          <p:nvPr>
            <p:ph type="sldNum" sz="quarter" idx="5"/>
          </p:nvPr>
        </p:nvSpPr>
        <p:spPr/>
        <p:txBody>
          <a:bodyPr/>
          <a:lstStyle/>
          <a:p>
            <a:fld id="{3D610A94-E363-45F2-BDB2-3B2DA585C48A}"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b="1">
                <a:solidFill>
                  <a:schemeClr val="accent1"/>
                </a:solidFill>
              </a:defRPr>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chemeClr val="accent6">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A21826EF-83D5-423F-AD47-578EAE8A36E1}"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7ABC64-D161-4E5A-8876-B71CF8A3ABD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chemeClr val="accent1"/>
                </a:solidFill>
              </a:defRPr>
            </a:lvl1p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7976C71-13E8-4F4E-930C-DA4DF9360037}"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7ABC64-D161-4E5A-8876-B71CF8A3ABD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b="1">
                <a:solidFill>
                  <a:schemeClr val="accent1"/>
                </a:solidFill>
              </a:defRPr>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89E513C5-681A-46A4-B538-FDE63CC8ED51}"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7ABC64-D161-4E5A-8876-B71CF8A3ABD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chemeClr val="accent1"/>
                </a:solidFill>
              </a:defRPr>
            </a:lvl1pPr>
          </a:lstStyle>
          <a:p>
            <a:r>
              <a:rPr lang="en-US"/>
              <a:t>Click to edit Master title style</a:t>
            </a:r>
            <a:endParaRPr lang="en-US"/>
          </a:p>
        </p:txBody>
      </p:sp>
      <p:sp>
        <p:nvSpPr>
          <p:cNvPr id="3" name="Content Placeholder 2"/>
          <p:cNvSpPr>
            <a:spLocks noGrp="1"/>
          </p:cNvSpPr>
          <p:nvPr>
            <p:ph sz="half" idx="1"/>
          </p:nvPr>
        </p:nvSpPr>
        <p:spPr>
          <a:xfrm>
            <a:off x="838200" y="1261642"/>
            <a:ext cx="5181600" cy="4915322"/>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261642"/>
            <a:ext cx="5181600" cy="4915322"/>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F74F8CCD-58CA-4F4C-BC9D-B6EBEDEA7621}"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7ABC64-D161-4E5A-8876-B71CF8A3ABD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b="1">
                <a:solidFill>
                  <a:schemeClr val="accent1"/>
                </a:solidFill>
              </a:defRPr>
            </a:lvl1p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solidFill>
                  <a:schemeClr val="accent6">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solidFill>
                  <a:schemeClr val="accent6">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B103F4D1-04B5-4199-B26E-8DF85ACD514A}"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7ABC64-D161-4E5A-8876-B71CF8A3ABD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chemeClr val="accent1"/>
                </a:solidFill>
              </a:defRPr>
            </a:lvl1pPr>
          </a:lstStyle>
          <a:p>
            <a:r>
              <a:rPr lang="en-US"/>
              <a:t>Click to edit Master title style</a:t>
            </a:r>
            <a:endParaRPr lang="en-US"/>
          </a:p>
        </p:txBody>
      </p:sp>
      <p:sp>
        <p:nvSpPr>
          <p:cNvPr id="3" name="Date Placeholder 2"/>
          <p:cNvSpPr>
            <a:spLocks noGrp="1"/>
          </p:cNvSpPr>
          <p:nvPr>
            <p:ph type="dt" sz="half" idx="10"/>
          </p:nvPr>
        </p:nvSpPr>
        <p:spPr/>
        <p:txBody>
          <a:bodyPr/>
          <a:lstStyle/>
          <a:p>
            <a:fld id="{B927E26D-9673-41B9-9815-5A11A22125D3}"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7ABC64-D161-4E5A-8876-B71CF8A3ABD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78244F-96C6-4D11-AB60-F8FD4FB54827}"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7ABC64-D161-4E5A-8876-B71CF8A3ABD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b="1">
                <a:solidFill>
                  <a:schemeClr val="accent1"/>
                </a:solidFill>
              </a:defRPr>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F2F74389-5EC7-4DE8-A9D0-1CD5AEB4833D}"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7ABC64-D161-4E5A-8876-B71CF8A3ABD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b="1">
                <a:solidFill>
                  <a:schemeClr val="accent1"/>
                </a:solidFill>
              </a:defRPr>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7AE50F26-B713-4886-AF3A-68DA06E78736}"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7ABC64-D161-4E5A-8876-B71CF8A3ABD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chemeClr val="accent1"/>
                </a:solidFill>
              </a:defRPr>
            </a:lvl1p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C29BAD67-B328-46F3-A359-D14E7B48DDBA}"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7ABC64-D161-4E5A-8876-B71CF8A3ABD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lvl1pPr>
              <a:defRPr b="1">
                <a:solidFill>
                  <a:schemeClr val="accent1"/>
                </a:solidFill>
              </a:defRPr>
            </a:lvl1pPr>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EB835D7-B72F-4568-AE8D-E032455F702B}"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7ABC64-D161-4E5A-8876-B71CF8A3ABD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681"/>
            <a:ext cx="11582400" cy="609319"/>
          </a:xfrm>
        </p:spPr>
        <p:txBody>
          <a:bodyPr/>
          <a:lstStyle/>
          <a:p>
            <a:r>
              <a:rPr lang="en-US"/>
              <a:t>Click to edit Master title style</a:t>
            </a:r>
            <a:endParaRPr lang="en-US"/>
          </a:p>
        </p:txBody>
      </p:sp>
      <p:sp>
        <p:nvSpPr>
          <p:cNvPr id="3" name="Text Placeholder 2"/>
          <p:cNvSpPr>
            <a:spLocks noGrp="1"/>
          </p:cNvSpPr>
          <p:nvPr>
            <p:ph type="body" sz="half" idx="1"/>
          </p:nvPr>
        </p:nvSpPr>
        <p:spPr>
          <a:xfrm>
            <a:off x="304800" y="837640"/>
            <a:ext cx="5723467" cy="571500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63733" y="837640"/>
            <a:ext cx="5723467" cy="571500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101600" y="6629681"/>
            <a:ext cx="2540000" cy="228319"/>
          </a:xfrm>
        </p:spPr>
        <p:txBody>
          <a:bodyPr/>
          <a:lstStyle>
            <a:lvl1pPr>
              <a:defRPr/>
            </a:lvl1pPr>
          </a:lstStyle>
          <a:p>
            <a:fld id="{37BB5356-4E36-45D7-A11C-A7FDE6DBB41C}" type="datetime1">
              <a:rPr lang="en-US" altLang="en-US" smtClean="0"/>
            </a:fld>
            <a:endParaRPr lang="en-US" altLang="en-US"/>
          </a:p>
        </p:txBody>
      </p:sp>
      <p:sp>
        <p:nvSpPr>
          <p:cNvPr id="6" name="Footer Placeholder 5"/>
          <p:cNvSpPr>
            <a:spLocks noGrp="1"/>
          </p:cNvSpPr>
          <p:nvPr>
            <p:ph type="ftr" sz="quarter" idx="11"/>
          </p:nvPr>
        </p:nvSpPr>
        <p:spPr>
          <a:xfrm>
            <a:off x="4165600" y="6629681"/>
            <a:ext cx="3860800" cy="228319"/>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9550400" y="6629681"/>
            <a:ext cx="2540000" cy="228319"/>
          </a:xfrm>
        </p:spPr>
        <p:txBody>
          <a:bodyPr/>
          <a:lstStyle>
            <a:lvl1pPr>
              <a:defRPr/>
            </a:lvl1pPr>
          </a:lstStyle>
          <a:p>
            <a:fld id="{4E720C02-6A3C-45C3-820D-9F8B8D95C15B}" type="slidenum">
              <a:rPr lang="en-US" altLang="en-US"/>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681"/>
            <a:ext cx="11582400" cy="609319"/>
          </a:xfrm>
        </p:spPr>
        <p:txBody>
          <a:bodyPr/>
          <a:lstStyle/>
          <a:p>
            <a:r>
              <a:rPr lang="en-US"/>
              <a:t>Click to edit Master title style</a:t>
            </a:r>
            <a:endParaRPr lang="en-US"/>
          </a:p>
        </p:txBody>
      </p:sp>
      <p:sp>
        <p:nvSpPr>
          <p:cNvPr id="3" name="Text Placeholder 2"/>
          <p:cNvSpPr>
            <a:spLocks noGrp="1"/>
          </p:cNvSpPr>
          <p:nvPr>
            <p:ph type="body" sz="half" idx="1"/>
          </p:nvPr>
        </p:nvSpPr>
        <p:spPr>
          <a:xfrm>
            <a:off x="304800" y="837640"/>
            <a:ext cx="5723467" cy="57150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quarter" idx="2"/>
          </p:nvPr>
        </p:nvSpPr>
        <p:spPr>
          <a:xfrm>
            <a:off x="6163733" y="837640"/>
            <a:ext cx="5723467" cy="279026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Content Placeholder 4"/>
          <p:cNvSpPr>
            <a:spLocks noGrp="1"/>
          </p:cNvSpPr>
          <p:nvPr>
            <p:ph sz="quarter" idx="3"/>
          </p:nvPr>
        </p:nvSpPr>
        <p:spPr>
          <a:xfrm>
            <a:off x="6163733" y="3762375"/>
            <a:ext cx="5723467" cy="279026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Date Placeholder 5"/>
          <p:cNvSpPr>
            <a:spLocks noGrp="1"/>
          </p:cNvSpPr>
          <p:nvPr>
            <p:ph type="dt" sz="half" idx="10"/>
          </p:nvPr>
        </p:nvSpPr>
        <p:spPr>
          <a:xfrm>
            <a:off x="101600" y="6629681"/>
            <a:ext cx="2540000" cy="228319"/>
          </a:xfrm>
        </p:spPr>
        <p:txBody>
          <a:bodyPr/>
          <a:lstStyle>
            <a:lvl1pPr>
              <a:defRPr/>
            </a:lvl1pPr>
          </a:lstStyle>
          <a:p>
            <a:endParaRPr lang="en-US" altLang="en-US"/>
          </a:p>
        </p:txBody>
      </p:sp>
      <p:sp>
        <p:nvSpPr>
          <p:cNvPr id="7" name="Footer Placeholder 6"/>
          <p:cNvSpPr>
            <a:spLocks noGrp="1"/>
          </p:cNvSpPr>
          <p:nvPr>
            <p:ph type="ftr" sz="quarter" idx="11"/>
          </p:nvPr>
        </p:nvSpPr>
        <p:spPr>
          <a:xfrm>
            <a:off x="4165600" y="6629681"/>
            <a:ext cx="3860800" cy="228319"/>
          </a:xfrm>
        </p:spPr>
        <p:txBody>
          <a:bodyPr/>
          <a:lstStyle>
            <a:lvl1pPr>
              <a:defRPr/>
            </a:lvl1pPr>
          </a:lstStyle>
          <a:p>
            <a:r>
              <a:rPr lang="en-US" altLang="en-US"/>
              <a:t>Chakrabarti</a:t>
            </a:r>
            <a:endParaRPr lang="en-US" altLang="en-US"/>
          </a:p>
        </p:txBody>
      </p:sp>
      <p:sp>
        <p:nvSpPr>
          <p:cNvPr id="8" name="Slide Number Placeholder 7"/>
          <p:cNvSpPr>
            <a:spLocks noGrp="1"/>
          </p:cNvSpPr>
          <p:nvPr>
            <p:ph type="sldNum" sz="quarter" idx="12"/>
          </p:nvPr>
        </p:nvSpPr>
        <p:spPr>
          <a:xfrm>
            <a:off x="9550400" y="6629681"/>
            <a:ext cx="2540000" cy="228319"/>
          </a:xfrm>
        </p:spPr>
        <p:txBody>
          <a:bodyPr/>
          <a:lstStyle>
            <a:lvl1pPr>
              <a:defRPr/>
            </a:lvl1pPr>
          </a:lstStyle>
          <a:p>
            <a:fld id="{A89B549E-0445-4D26-A732-9BC22DF559DF}" type="slidenum">
              <a:rPr lang="en-US" altLang="en-US"/>
            </a:fld>
            <a:endParaRPr lang="en-US"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681"/>
            <a:ext cx="11582400" cy="609319"/>
          </a:xfrm>
        </p:spPr>
        <p:txBody>
          <a:bodyPr/>
          <a:lstStyle/>
          <a:p>
            <a:r>
              <a:rPr lang="en-US"/>
              <a:t>Click to edit Master title style</a:t>
            </a:r>
            <a:endParaRPr lang="en-IN"/>
          </a:p>
        </p:txBody>
      </p:sp>
      <p:sp>
        <p:nvSpPr>
          <p:cNvPr id="3" name="Text Placeholder 2"/>
          <p:cNvSpPr>
            <a:spLocks noGrp="1"/>
          </p:cNvSpPr>
          <p:nvPr>
            <p:ph type="body" sz="half" idx="1"/>
          </p:nvPr>
        </p:nvSpPr>
        <p:spPr>
          <a:xfrm>
            <a:off x="304800" y="837640"/>
            <a:ext cx="11582400" cy="279026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304800" y="3762375"/>
            <a:ext cx="11582400" cy="279026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a:xfrm>
            <a:off x="101600" y="6629681"/>
            <a:ext cx="2540000" cy="228319"/>
          </a:xfrm>
        </p:spPr>
        <p:txBody>
          <a:bodyPr/>
          <a:lstStyle>
            <a:lvl1pPr>
              <a:defRPr/>
            </a:lvl1pPr>
          </a:lstStyle>
          <a:p>
            <a:endParaRPr lang="en-US" altLang="en-US"/>
          </a:p>
        </p:txBody>
      </p:sp>
      <p:sp>
        <p:nvSpPr>
          <p:cNvPr id="6" name="Footer Placeholder 5"/>
          <p:cNvSpPr>
            <a:spLocks noGrp="1"/>
          </p:cNvSpPr>
          <p:nvPr>
            <p:ph type="ftr" sz="quarter" idx="11"/>
          </p:nvPr>
        </p:nvSpPr>
        <p:spPr>
          <a:xfrm>
            <a:off x="4165600" y="6629681"/>
            <a:ext cx="3860800" cy="228319"/>
          </a:xfrm>
        </p:spPr>
        <p:txBody>
          <a:bodyPr/>
          <a:lstStyle>
            <a:lvl1pPr>
              <a:defRPr/>
            </a:lvl1pPr>
          </a:lstStyle>
          <a:p>
            <a:r>
              <a:rPr lang="en-US" altLang="en-US"/>
              <a:t>Chakrabarti</a:t>
            </a:r>
            <a:endParaRPr lang="en-US" altLang="en-US"/>
          </a:p>
        </p:txBody>
      </p:sp>
      <p:sp>
        <p:nvSpPr>
          <p:cNvPr id="7" name="Slide Number Placeholder 6"/>
          <p:cNvSpPr>
            <a:spLocks noGrp="1"/>
          </p:cNvSpPr>
          <p:nvPr>
            <p:ph type="sldNum" sz="quarter" idx="12"/>
          </p:nvPr>
        </p:nvSpPr>
        <p:spPr>
          <a:xfrm>
            <a:off x="9550400" y="6629681"/>
            <a:ext cx="2540000" cy="228319"/>
          </a:xfrm>
        </p:spPr>
        <p:txBody>
          <a:bodyPr/>
          <a:lstStyle>
            <a:lvl1pPr>
              <a:defRPr/>
            </a:lvl1pPr>
          </a:lstStyle>
          <a:p>
            <a:fld id="{9DBCF2DE-F787-4C3C-8C6D-71DF2EF82137}" type="slidenum">
              <a:rPr lang="en-US" altLang="en-US"/>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812746"/>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243739"/>
            <a:ext cx="10515600" cy="4933224"/>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5F6F25-919E-4722-83E4-F6DE78EC44F1}" type="datetime1">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7ABC64-D161-4E5A-8876-B71CF8A3ABD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C00000"/>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6.xml"/><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6.xml"/><Relationship Id="rId7" Type="http://schemas.openxmlformats.org/officeDocument/2006/relationships/image" Target="../media/image8.png"/><Relationship Id="rId6" Type="http://schemas.openxmlformats.org/officeDocument/2006/relationships/customXml" Target="../ink/ink1.xml"/><Relationship Id="rId5" Type="http://schemas.openxmlformats.org/officeDocument/2006/relationships/image" Target="../media/image7.jpeg"/><Relationship Id="rId4" Type="http://schemas.openxmlformats.org/officeDocument/2006/relationships/image" Target="../media/image6.jpeg"/><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hyperlink" Target="http://wordnetweb.princeton.edu/perl/webwn" TargetMode="Externa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3.pn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6.xml"/><Relationship Id="rId3" Type="http://schemas.openxmlformats.org/officeDocument/2006/relationships/image" Target="../media/image15.png"/><Relationship Id="rId2" Type="http://schemas.openxmlformats.org/officeDocument/2006/relationships/customXml" Target="../ink/ink2.xml"/><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6.xml"/><Relationship Id="rId2" Type="http://schemas.openxmlformats.org/officeDocument/2006/relationships/image" Target="../media/image17.png"/><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hyperlink" Target="https://www.aclweb.org/anthology/N13-1095.pdf" TargetMode="Externa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6.xml"/><Relationship Id="rId2" Type="http://schemas.openxmlformats.org/officeDocument/2006/relationships/image" Target="../media/image20.png"/><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4.xml"/><Relationship Id="rId3" Type="http://schemas.openxmlformats.org/officeDocument/2006/relationships/image" Target="../media/image22.png"/><Relationship Id="rId2" Type="http://schemas.openxmlformats.org/officeDocument/2006/relationships/customXml" Target="../ink/ink3.xml"/><Relationship Id="rId1" Type="http://schemas.openxmlformats.org/officeDocument/2006/relationships/image" Target="../media/image21.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4.xml"/><Relationship Id="rId3" Type="http://schemas.openxmlformats.org/officeDocument/2006/relationships/image" Target="../media/image24.png"/><Relationship Id="rId2" Type="http://schemas.openxmlformats.org/officeDocument/2006/relationships/customXml" Target="../ink/ink4.xml"/><Relationship Id="rId1" Type="http://schemas.openxmlformats.org/officeDocument/2006/relationships/image" Target="../media/image23.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4.xml"/><Relationship Id="rId4" Type="http://schemas.openxmlformats.org/officeDocument/2006/relationships/image" Target="../media/image25.png"/><Relationship Id="rId3" Type="http://schemas.openxmlformats.org/officeDocument/2006/relationships/customXml" Target="../ink/ink5.xml"/><Relationship Id="rId2" Type="http://schemas.openxmlformats.org/officeDocument/2006/relationships/image" Target="../media/image21.png"/><Relationship Id="rId1" Type="http://schemas.openxmlformats.org/officeDocument/2006/relationships/hyperlink" Target="https://www.amazon.science/blog/new-method-improves-knowledge-graph-based-question-answerin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customXml" Target="../ink/ink7.xml"/><Relationship Id="rId4" Type="http://schemas.openxmlformats.org/officeDocument/2006/relationships/image" Target="../media/image28.png"/><Relationship Id="rId3" Type="http://schemas.openxmlformats.org/officeDocument/2006/relationships/customXml" Target="../ink/ink6.xml"/><Relationship Id="rId2" Type="http://schemas.openxmlformats.org/officeDocument/2006/relationships/image" Target="../media/image27.png"/><Relationship Id="rId1"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image" Target="../media/image40.png"/><Relationship Id="rId3" Type="http://schemas.openxmlformats.org/officeDocument/2006/relationships/customXml" Target="../ink/ink8.xml"/><Relationship Id="rId2" Type="http://schemas.openxmlformats.org/officeDocument/2006/relationships/image" Target="../media/image39.png"/><Relationship Id="rId1"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5.png"/><Relationship Id="rId1" Type="http://schemas.openxmlformats.org/officeDocument/2006/relationships/customXml" Target="../ink/ink9.xml"/></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customXml" Target="../ink/ink10.xml"/><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6.png"/></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3.png"/><Relationship Id="rId7" Type="http://schemas.openxmlformats.org/officeDocument/2006/relationships/customXml" Target="../ink/ink11.xml"/><Relationship Id="rId6" Type="http://schemas.openxmlformats.org/officeDocument/2006/relationships/image" Target="../media/image52.jpeg"/><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hyperlink" Target="https://papers.nips.cc/paper/2014/hash/feab05aa91085b7a8012516bc3533958-Abstract.html" TargetMode="External"/><Relationship Id="rId2" Type="http://schemas.openxmlformats.org/officeDocument/2006/relationships/hyperlink" Target="https://en.wikipedia.org/wiki/GloVe" TargetMode="External"/><Relationship Id="rId10" Type="http://schemas.openxmlformats.org/officeDocument/2006/relationships/notesSlide" Target="../notesSlides/notesSlide22.xml"/><Relationship Id="rId1" Type="http://schemas.openxmlformats.org/officeDocument/2006/relationships/hyperlink" Target="https://en.wikipedia.org/wiki/Word2vec" TargetMode="Externa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hyperlink" Target="https://proceedings.neurips.cc/paper/2013/file/1cecc7a77928ca8133fa24680a88d2f9-Paper.pdf" TargetMode="External"/></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2.xml"/><Relationship Id="rId3" Type="http://schemas.openxmlformats.org/officeDocument/2006/relationships/image" Target="../media/image56.png"/><Relationship Id="rId2" Type="http://schemas.openxmlformats.org/officeDocument/2006/relationships/customXml" Target="../ink/ink12.xml"/><Relationship Id="rId1" Type="http://schemas.openxmlformats.org/officeDocument/2006/relationships/image" Target="../media/image55.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57.png"/><Relationship Id="rId1" Type="http://schemas.openxmlformats.org/officeDocument/2006/relationships/hyperlink" Target="https://ojs.aaai.org/index.php/AAAI/article/view/8870" TargetMode="External"/></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customXml" Target="../ink/ink13.xml"/><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2.xml"/><Relationship Id="rId2" Type="http://schemas.openxmlformats.org/officeDocument/2006/relationships/image" Target="../media/image62.png"/><Relationship Id="rId1" Type="http://schemas.openxmlformats.org/officeDocument/2006/relationships/hyperlink" Target="https://arxiv.org/pdf/1902.10197.pdf" TargetMode="Externa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6.xml"/><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9" Type="http://schemas.openxmlformats.org/officeDocument/2006/relationships/notesSlide" Target="../notesSlides/notesSlide31.xml"/><Relationship Id="rId8" Type="http://schemas.openxmlformats.org/officeDocument/2006/relationships/slideLayout" Target="../slideLayouts/slideLayout4.xml"/><Relationship Id="rId7" Type="http://schemas.openxmlformats.org/officeDocument/2006/relationships/image" Target="../media/image72.png"/><Relationship Id="rId6" Type="http://schemas.openxmlformats.org/officeDocument/2006/relationships/customXml" Target="../ink/ink15.xml"/><Relationship Id="rId5" Type="http://schemas.openxmlformats.org/officeDocument/2006/relationships/image" Target="../media/image71.png"/><Relationship Id="rId4" Type="http://schemas.openxmlformats.org/officeDocument/2006/relationships/customXml" Target="../ink/ink14.xml"/><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hyperlink" Target="https://en.wikipedia.org/wiki/Latent_semantic_analysis" TargetMode="External"/></Relationships>
</file>

<file path=ppt/slides/_rels/slide39.xml.rels><?xml version="1.0" encoding="UTF-8" standalone="yes"?>
<Relationships xmlns="http://schemas.openxmlformats.org/package/2006/relationships"><Relationship Id="rId7" Type="http://schemas.openxmlformats.org/officeDocument/2006/relationships/notesSlide" Target="../notesSlides/notesSlide32.xml"/><Relationship Id="rId6" Type="http://schemas.openxmlformats.org/officeDocument/2006/relationships/slideLayout" Target="../slideLayouts/slideLayout4.xml"/><Relationship Id="rId5" Type="http://schemas.openxmlformats.org/officeDocument/2006/relationships/image" Target="../media/image77.png"/><Relationship Id="rId4" Type="http://schemas.openxmlformats.org/officeDocument/2006/relationships/image" Target="../media/image76.png"/><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73.png"/></Relationships>
</file>

<file path=ppt/slides/_rels/slide40.xml.rels><?xml version="1.0" encoding="UTF-8" standalone="yes"?>
<Relationships xmlns="http://schemas.openxmlformats.org/package/2006/relationships"><Relationship Id="rId9" Type="http://schemas.openxmlformats.org/officeDocument/2006/relationships/customXml" Target="../ink/ink16.xml"/><Relationship Id="rId8" Type="http://schemas.openxmlformats.org/officeDocument/2006/relationships/image" Target="../media/image85.png"/><Relationship Id="rId7" Type="http://schemas.openxmlformats.org/officeDocument/2006/relationships/image" Target="../media/image84.png"/><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 Id="rId3" Type="http://schemas.openxmlformats.org/officeDocument/2006/relationships/image" Target="../media/image80.png"/><Relationship Id="rId2" Type="http://schemas.openxmlformats.org/officeDocument/2006/relationships/image" Target="../media/image79.png"/><Relationship Id="rId16" Type="http://schemas.openxmlformats.org/officeDocument/2006/relationships/notesSlide" Target="../notesSlides/notesSlide33.xml"/><Relationship Id="rId15" Type="http://schemas.openxmlformats.org/officeDocument/2006/relationships/slideLayout" Target="../slideLayouts/slideLayout4.xml"/><Relationship Id="rId14" Type="http://schemas.openxmlformats.org/officeDocument/2006/relationships/image" Target="../media/image88.png"/><Relationship Id="rId13" Type="http://schemas.openxmlformats.org/officeDocument/2006/relationships/customXml" Target="../ink/ink18.xml"/><Relationship Id="rId12" Type="http://schemas.openxmlformats.org/officeDocument/2006/relationships/image" Target="../media/image87.png"/><Relationship Id="rId11" Type="http://schemas.openxmlformats.org/officeDocument/2006/relationships/customXml" Target="../ink/ink17.xml"/><Relationship Id="rId10" Type="http://schemas.openxmlformats.org/officeDocument/2006/relationships/image" Target="../media/image86.png"/><Relationship Id="rId1" Type="http://schemas.openxmlformats.org/officeDocument/2006/relationships/image" Target="../media/image78.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89.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image" Target="../media/image90.png"/></Relationships>
</file>

<file path=ppt/slides/_rels/slide43.xml.rels><?xml version="1.0" encoding="UTF-8" standalone="yes"?>
<Relationships xmlns="http://schemas.openxmlformats.org/package/2006/relationships"><Relationship Id="rId8" Type="http://schemas.openxmlformats.org/officeDocument/2006/relationships/notesSlide" Target="../notesSlides/notesSlide36.xml"/><Relationship Id="rId7" Type="http://schemas.openxmlformats.org/officeDocument/2006/relationships/slideLayout" Target="../slideLayouts/slideLayout4.xml"/><Relationship Id="rId6" Type="http://schemas.openxmlformats.org/officeDocument/2006/relationships/image" Target="../media/image93.png"/><Relationship Id="rId5" Type="http://schemas.openxmlformats.org/officeDocument/2006/relationships/customXml" Target="../ink/ink19.xml"/><Relationship Id="rId4" Type="http://schemas.openxmlformats.org/officeDocument/2006/relationships/image" Target="../media/image92.png"/><Relationship Id="rId3" Type="http://schemas.openxmlformats.org/officeDocument/2006/relationships/image" Target="../media/image91.png"/><Relationship Id="rId2" Type="http://schemas.openxmlformats.org/officeDocument/2006/relationships/hyperlink" Target="https://www.ijcai.org/proceedings/2018/573" TargetMode="External"/><Relationship Id="rId1" Type="http://schemas.openxmlformats.org/officeDocument/2006/relationships/hyperlink" Target="https://syncedreview.com/2017/04/10/universal-schema-bridging-the-gap-between-strings-and-things/" TargetMode="External"/></Relationships>
</file>

<file path=ppt/slides/_rels/slide44.xml.rels><?xml version="1.0" encoding="UTF-8" standalone="yes"?>
<Relationships xmlns="http://schemas.openxmlformats.org/package/2006/relationships"><Relationship Id="rId9" Type="http://schemas.openxmlformats.org/officeDocument/2006/relationships/image" Target="../media/image100.png"/><Relationship Id="rId8" Type="http://schemas.openxmlformats.org/officeDocument/2006/relationships/image" Target="../media/image99.png"/><Relationship Id="rId7" Type="http://schemas.openxmlformats.org/officeDocument/2006/relationships/image" Target="../media/image98.png"/><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79.png"/><Relationship Id="rId3" Type="http://schemas.openxmlformats.org/officeDocument/2006/relationships/image" Target="../media/image95.png"/><Relationship Id="rId2" Type="http://schemas.openxmlformats.org/officeDocument/2006/relationships/hyperlink" Target="https://arxiv.org/pdf/1412.6575.pdf" TargetMode="External"/><Relationship Id="rId18" Type="http://schemas.openxmlformats.org/officeDocument/2006/relationships/notesSlide" Target="../notesSlides/notesSlide37.xml"/><Relationship Id="rId17" Type="http://schemas.openxmlformats.org/officeDocument/2006/relationships/slideLayout" Target="../slideLayouts/slideLayout2.xml"/><Relationship Id="rId16" Type="http://schemas.openxmlformats.org/officeDocument/2006/relationships/image" Target="../media/image104.png"/><Relationship Id="rId15" Type="http://schemas.openxmlformats.org/officeDocument/2006/relationships/customXml" Target="../ink/ink22.xml"/><Relationship Id="rId14" Type="http://schemas.openxmlformats.org/officeDocument/2006/relationships/image" Target="../media/image103.png"/><Relationship Id="rId13" Type="http://schemas.openxmlformats.org/officeDocument/2006/relationships/customXml" Target="../ink/ink21.xml"/><Relationship Id="rId12" Type="http://schemas.openxmlformats.org/officeDocument/2006/relationships/image" Target="../media/image102.png"/><Relationship Id="rId11" Type="http://schemas.openxmlformats.org/officeDocument/2006/relationships/customXml" Target="../ink/ink20.xml"/><Relationship Id="rId10" Type="http://schemas.openxmlformats.org/officeDocument/2006/relationships/image" Target="../media/image101.png"/><Relationship Id="rId1" Type="http://schemas.openxmlformats.org/officeDocument/2006/relationships/image" Target="../media/image94.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105.png"/></Relationships>
</file>

<file path=ppt/slides/_rels/slide46.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customXml" Target="../ink/ink24.xml"/><Relationship Id="rId4" Type="http://schemas.openxmlformats.org/officeDocument/2006/relationships/image" Target="../media/image107.png"/><Relationship Id="rId3" Type="http://schemas.openxmlformats.org/officeDocument/2006/relationships/customXml" Target="../ink/ink23.xml"/><Relationship Id="rId2" Type="http://schemas.openxmlformats.org/officeDocument/2006/relationships/image" Target="../media/image106.png"/><Relationship Id="rId1" Type="http://schemas.openxmlformats.org/officeDocument/2006/relationships/hyperlink" Target="https://arxiv.org/pdf/1802.04868.pdf" TargetMode="External"/></Relationships>
</file>

<file path=ppt/slides/_rels/slide47.xml.rels><?xml version="1.0" encoding="UTF-8" standalone="yes"?>
<Relationships xmlns="http://schemas.openxmlformats.org/package/2006/relationships"><Relationship Id="rId9" Type="http://schemas.openxmlformats.org/officeDocument/2006/relationships/image" Target="../media/image116.png"/><Relationship Id="rId8" Type="http://schemas.openxmlformats.org/officeDocument/2006/relationships/image" Target="../media/image115.png"/><Relationship Id="rId7" Type="http://schemas.openxmlformats.org/officeDocument/2006/relationships/image" Target="../media/image114.png"/><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 Id="rId3" Type="http://schemas.openxmlformats.org/officeDocument/2006/relationships/image" Target="../media/image110.png"/><Relationship Id="rId2" Type="http://schemas.openxmlformats.org/officeDocument/2006/relationships/image" Target="../media/image109.png"/><Relationship Id="rId17" Type="http://schemas.openxmlformats.org/officeDocument/2006/relationships/notesSlide" Target="../notesSlides/notesSlide40.xml"/><Relationship Id="rId16" Type="http://schemas.openxmlformats.org/officeDocument/2006/relationships/slideLayout" Target="../slideLayouts/slideLayout2.xml"/><Relationship Id="rId15" Type="http://schemas.openxmlformats.org/officeDocument/2006/relationships/image" Target="../media/image121.png"/><Relationship Id="rId14" Type="http://schemas.openxmlformats.org/officeDocument/2006/relationships/customXml" Target="../ink/ink25.xml"/><Relationship Id="rId13" Type="http://schemas.openxmlformats.org/officeDocument/2006/relationships/image" Target="../media/image120.png"/><Relationship Id="rId12" Type="http://schemas.openxmlformats.org/officeDocument/2006/relationships/image" Target="../media/image119.png"/><Relationship Id="rId11" Type="http://schemas.openxmlformats.org/officeDocument/2006/relationships/image" Target="../media/image118.png"/><Relationship Id="rId10" Type="http://schemas.openxmlformats.org/officeDocument/2006/relationships/image" Target="../media/image117.png"/><Relationship Id="rId1" Type="http://schemas.openxmlformats.org/officeDocument/2006/relationships/hyperlink" Target="https://arxiv.org/pdf/1606.06357.pdf" TargetMode="External"/></Relationships>
</file>

<file path=ppt/slides/_rels/slide48.xml.rels><?xml version="1.0" encoding="UTF-8" standalone="yes"?>
<Relationships xmlns="http://schemas.openxmlformats.org/package/2006/relationships"><Relationship Id="rId6" Type="http://schemas.openxmlformats.org/officeDocument/2006/relationships/notesSlide" Target="../notesSlides/notesSlide41.xml"/><Relationship Id="rId5" Type="http://schemas.openxmlformats.org/officeDocument/2006/relationships/slideLayout" Target="../slideLayouts/slideLayout2.xml"/><Relationship Id="rId4" Type="http://schemas.openxmlformats.org/officeDocument/2006/relationships/image" Target="../media/image125.png"/><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image" Target="../media/image122.png"/></Relationships>
</file>

<file path=ppt/slides/_rels/slide49.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slideLayout" Target="../slideLayouts/slideLayout2.xml"/><Relationship Id="rId3" Type="http://schemas.openxmlformats.org/officeDocument/2006/relationships/image" Target="../media/image126.png"/><Relationship Id="rId2" Type="http://schemas.openxmlformats.org/officeDocument/2006/relationships/hyperlink" Target="https://www.stat.uchicago.edu/~lekheng/work/nuclear.pdf" TargetMode="External"/><Relationship Id="rId1" Type="http://schemas.openxmlformats.org/officeDocument/2006/relationships/hyperlink" Target="https://arxiv.org/pdf/1806.07297.pdf" TargetMode="External"/></Relationships>
</file>

<file path=ppt/slides/_rels/slide50.xml.rels><?xml version="1.0" encoding="UTF-8" standalone="yes"?>
<Relationships xmlns="http://schemas.openxmlformats.org/package/2006/relationships"><Relationship Id="rId7" Type="http://schemas.openxmlformats.org/officeDocument/2006/relationships/notesSlide" Target="../notesSlides/notesSlide43.xml"/><Relationship Id="rId6" Type="http://schemas.openxmlformats.org/officeDocument/2006/relationships/slideLayout" Target="../slideLayouts/slideLayout2.xml"/><Relationship Id="rId5" Type="http://schemas.openxmlformats.org/officeDocument/2006/relationships/image" Target="../media/image129.png"/><Relationship Id="rId4" Type="http://schemas.openxmlformats.org/officeDocument/2006/relationships/customXml" Target="../ink/ink26.xml"/><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hyperlink" Target="https://arxiv.org/abs/2005.00804" TargetMode="External"/></Relationships>
</file>

<file path=ppt/slides/_rels/slide51.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slideLayout" Target="../slideLayouts/slideLayout2.xml"/><Relationship Id="rId4" Type="http://schemas.openxmlformats.org/officeDocument/2006/relationships/image" Target="../media/image131.png"/><Relationship Id="rId3" Type="http://schemas.openxmlformats.org/officeDocument/2006/relationships/image" Target="../media/image130.png"/><Relationship Id="rId2" Type="http://schemas.openxmlformats.org/officeDocument/2006/relationships/hyperlink" Target="https://paperswithcode.com/dataset/fb15k-237" TargetMode="External"/><Relationship Id="rId1" Type="http://schemas.openxmlformats.org/officeDocument/2006/relationships/hyperlink" Target="https://paperswithcode.com/dataset/wn18rr"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34.png"/><Relationship Id="rId7" Type="http://schemas.openxmlformats.org/officeDocument/2006/relationships/customXml" Target="../ink/ink27.xml"/><Relationship Id="rId6" Type="http://schemas.openxmlformats.org/officeDocument/2006/relationships/image" Target="../media/image133.png"/><Relationship Id="rId5" Type="http://schemas.openxmlformats.org/officeDocument/2006/relationships/hyperlink" Target="https://github.com/iesl/TypeNet" TargetMode="External"/><Relationship Id="rId4" Type="http://schemas.openxmlformats.org/officeDocument/2006/relationships/hyperlink" Target="https://www.dbpedia.org/" TargetMode="External"/><Relationship Id="rId3" Type="http://schemas.openxmlformats.org/officeDocument/2006/relationships/hyperlink" Target="https://arxiv.org/pdf/1412.1820.pdf" TargetMode="External"/><Relationship Id="rId2" Type="http://schemas.openxmlformats.org/officeDocument/2006/relationships/hyperlink" Target="http://aiweb.cs.washington.edu/ai/pubs/ling-aaai12.pdf" TargetMode="External"/><Relationship Id="rId10" Type="http://schemas.openxmlformats.org/officeDocument/2006/relationships/notesSlide" Target="../notesSlides/notesSlide45.xml"/><Relationship Id="rId1" Type="http://schemas.openxmlformats.org/officeDocument/2006/relationships/image" Target="../media/image132.png"/></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slideLayout" Target="../slideLayouts/slideLayout2.xml"/><Relationship Id="rId3" Type="http://schemas.openxmlformats.org/officeDocument/2006/relationships/image" Target="../media/image136.png"/><Relationship Id="rId2" Type="http://schemas.openxmlformats.org/officeDocument/2006/relationships/customXml" Target="../ink/ink28.xml"/><Relationship Id="rId1" Type="http://schemas.openxmlformats.org/officeDocument/2006/relationships/image" Target="../media/image135.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2.xml"/><Relationship Id="rId2" Type="http://schemas.openxmlformats.org/officeDocument/2006/relationships/image" Target="../media/image138.png"/><Relationship Id="rId1" Type="http://schemas.openxmlformats.org/officeDocument/2006/relationships/image" Target="../media/image137.png"/></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2.xml"/><Relationship Id="rId3" Type="http://schemas.openxmlformats.org/officeDocument/2006/relationships/image" Target="../media/image139.png"/><Relationship Id="rId2" Type="http://schemas.openxmlformats.org/officeDocument/2006/relationships/hyperlink" Target="https://homepages.inf.ed.ac.uk/rsarkar/papers/HyperbolicDelaunayFull.pdf" TargetMode="External"/><Relationship Id="rId1" Type="http://schemas.openxmlformats.org/officeDocument/2006/relationships/hyperlink" Target="https://math.mit.edu/research/highschool/rsi/documents/2016Ivanova.pdf" TargetMode="External"/></Relationships>
</file>

<file path=ppt/slides/_rels/slide57.xml.rels><?xml version="1.0" encoding="UTF-8" standalone="yes"?>
<Relationships xmlns="http://schemas.openxmlformats.org/package/2006/relationships"><Relationship Id="rId9" Type="http://schemas.openxmlformats.org/officeDocument/2006/relationships/notesSlide" Target="../notesSlides/notesSlide49.xml"/><Relationship Id="rId8" Type="http://schemas.openxmlformats.org/officeDocument/2006/relationships/slideLayout" Target="../slideLayouts/slideLayout2.xml"/><Relationship Id="rId7" Type="http://schemas.openxmlformats.org/officeDocument/2006/relationships/image" Target="../media/image144.png"/><Relationship Id="rId6" Type="http://schemas.openxmlformats.org/officeDocument/2006/relationships/customXml" Target="../ink/ink29.xml"/><Relationship Id="rId5" Type="http://schemas.openxmlformats.org/officeDocument/2006/relationships/image" Target="../media/image143.png"/><Relationship Id="rId4" Type="http://schemas.openxmlformats.org/officeDocument/2006/relationships/image" Target="../media/image142.png"/><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hyperlink" Target="https://dawn.cs.stanford.edu/2018/03/19/hyperbolics/" TargetMode="Externa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5.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146.jpeg"/></Relationships>
</file>

<file path=ppt/slides/_rels/slide60.xml.rels><?xml version="1.0" encoding="UTF-8" standalone="yes"?>
<Relationships xmlns="http://schemas.openxmlformats.org/package/2006/relationships"><Relationship Id="rId9" Type="http://schemas.openxmlformats.org/officeDocument/2006/relationships/image" Target="../media/image154.png"/><Relationship Id="rId8" Type="http://schemas.openxmlformats.org/officeDocument/2006/relationships/image" Target="../media/image153.png"/><Relationship Id="rId7" Type="http://schemas.openxmlformats.org/officeDocument/2006/relationships/image" Target="../media/image152.png"/><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149.png"/><Relationship Id="rId3" Type="http://schemas.openxmlformats.org/officeDocument/2006/relationships/image" Target="../media/image148.png"/><Relationship Id="rId2" Type="http://schemas.openxmlformats.org/officeDocument/2006/relationships/image" Target="../media/image147.png"/><Relationship Id="rId14" Type="http://schemas.openxmlformats.org/officeDocument/2006/relationships/notesSlide" Target="../notesSlides/notesSlide51.xml"/><Relationship Id="rId13" Type="http://schemas.openxmlformats.org/officeDocument/2006/relationships/slideLayout" Target="../slideLayouts/slideLayout2.xml"/><Relationship Id="rId12" Type="http://schemas.openxmlformats.org/officeDocument/2006/relationships/image" Target="../media/image157.png"/><Relationship Id="rId11" Type="http://schemas.openxmlformats.org/officeDocument/2006/relationships/image" Target="../media/image156.png"/><Relationship Id="rId10" Type="http://schemas.openxmlformats.org/officeDocument/2006/relationships/image" Target="../media/image155.png"/><Relationship Id="rId1" Type="http://schemas.openxmlformats.org/officeDocument/2006/relationships/hyperlink" Target="https://arxiv.org/abs/1511.06361" TargetMode="Externa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2.xml"/><Relationship Id="rId2" Type="http://schemas.openxmlformats.org/officeDocument/2006/relationships/image" Target="../media/image159.jpeg"/><Relationship Id="rId1" Type="http://schemas.openxmlformats.org/officeDocument/2006/relationships/image" Target="../media/image158.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160.pn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2.xml"/><Relationship Id="rId2" Type="http://schemas.openxmlformats.org/officeDocument/2006/relationships/image" Target="../media/image161.png"/><Relationship Id="rId1" Type="http://schemas.openxmlformats.org/officeDocument/2006/relationships/hyperlink" Target="https://arxiv.org/pdf/1805.04690.pdf" TargetMode="External"/></Relationships>
</file>

<file path=ppt/slides/_rels/slide64.xml.rels><?xml version="1.0" encoding="UTF-8" standalone="yes"?>
<Relationships xmlns="http://schemas.openxmlformats.org/package/2006/relationships"><Relationship Id="rId9" Type="http://schemas.openxmlformats.org/officeDocument/2006/relationships/notesSlide" Target="../notesSlides/notesSlide55.xml"/><Relationship Id="rId8" Type="http://schemas.openxmlformats.org/officeDocument/2006/relationships/slideLayout" Target="../slideLayouts/slideLayout6.xml"/><Relationship Id="rId7" Type="http://schemas.openxmlformats.org/officeDocument/2006/relationships/image" Target="../media/image168.png"/><Relationship Id="rId6" Type="http://schemas.openxmlformats.org/officeDocument/2006/relationships/image" Target="../media/image167.png"/><Relationship Id="rId5" Type="http://schemas.openxmlformats.org/officeDocument/2006/relationships/image" Target="../media/image166.png"/><Relationship Id="rId4" Type="http://schemas.openxmlformats.org/officeDocument/2006/relationships/image" Target="../media/image165.png"/><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image" Target="../media/image162.jpeg"/></Relationships>
</file>

<file path=ppt/slides/_rels/slide65.xml.rels><?xml version="1.0" encoding="UTF-8" standalone="yes"?>
<Relationships xmlns="http://schemas.openxmlformats.org/package/2006/relationships"><Relationship Id="rId9" Type="http://schemas.openxmlformats.org/officeDocument/2006/relationships/notesSlide" Target="../notesSlides/notesSlide56.xml"/><Relationship Id="rId8" Type="http://schemas.openxmlformats.org/officeDocument/2006/relationships/slideLayout" Target="../slideLayouts/slideLayout2.xml"/><Relationship Id="rId7" Type="http://schemas.openxmlformats.org/officeDocument/2006/relationships/image" Target="../media/image175.png"/><Relationship Id="rId6" Type="http://schemas.openxmlformats.org/officeDocument/2006/relationships/image" Target="../media/image174.png"/><Relationship Id="rId5" Type="http://schemas.openxmlformats.org/officeDocument/2006/relationships/image" Target="../media/image173.png"/><Relationship Id="rId4" Type="http://schemas.openxmlformats.org/officeDocument/2006/relationships/image" Target="../media/image172.png"/><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image" Target="../media/image169.png"/></Relationships>
</file>

<file path=ppt/slides/_rels/slide66.xml.rels><?xml version="1.0" encoding="UTF-8" standalone="yes"?>
<Relationships xmlns="http://schemas.openxmlformats.org/package/2006/relationships"><Relationship Id="rId8" Type="http://schemas.openxmlformats.org/officeDocument/2006/relationships/notesSlide" Target="../notesSlides/notesSlide57.xml"/><Relationship Id="rId7" Type="http://schemas.openxmlformats.org/officeDocument/2006/relationships/slideLayout" Target="../slideLayouts/slideLayout2.xml"/><Relationship Id="rId6" Type="http://schemas.openxmlformats.org/officeDocument/2006/relationships/image" Target="../media/image179.png"/><Relationship Id="rId5" Type="http://schemas.openxmlformats.org/officeDocument/2006/relationships/customXml" Target="../ink/ink30.xml"/><Relationship Id="rId4" Type="http://schemas.openxmlformats.org/officeDocument/2006/relationships/image" Target="../media/image178.png"/><Relationship Id="rId3" Type="http://schemas.openxmlformats.org/officeDocument/2006/relationships/image" Target="../media/image177.png"/><Relationship Id="rId2" Type="http://schemas.openxmlformats.org/officeDocument/2006/relationships/image" Target="../media/image176.png"/><Relationship Id="rId1" Type="http://schemas.openxmlformats.org/officeDocument/2006/relationships/hyperlink" Target="https://openreview.net/pdf?id=H1xSNiRcF7" TargetMode="External"/></Relationships>
</file>

<file path=ppt/slides/_rels/slide67.xml.rels><?xml version="1.0" encoding="UTF-8" standalone="yes"?>
<Relationships xmlns="http://schemas.openxmlformats.org/package/2006/relationships"><Relationship Id="rId5" Type="http://schemas.openxmlformats.org/officeDocument/2006/relationships/notesSlide" Target="../notesSlides/notesSlide58.xml"/><Relationship Id="rId4" Type="http://schemas.openxmlformats.org/officeDocument/2006/relationships/slideLayout" Target="../slideLayouts/slideLayout2.xml"/><Relationship Id="rId3" Type="http://schemas.openxmlformats.org/officeDocument/2006/relationships/image" Target="../media/image182.wmf"/><Relationship Id="rId2" Type="http://schemas.openxmlformats.org/officeDocument/2006/relationships/image" Target="../media/image181.wmf"/><Relationship Id="rId1" Type="http://schemas.openxmlformats.org/officeDocument/2006/relationships/image" Target="../media/image180.wmf"/></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83.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image" Target="../media/image18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9" Type="http://schemas.openxmlformats.org/officeDocument/2006/relationships/notesSlide" Target="../notesSlides/notesSlide60.xml"/><Relationship Id="rId8" Type="http://schemas.openxmlformats.org/officeDocument/2006/relationships/slideLayout" Target="../slideLayouts/slideLayout14.xml"/><Relationship Id="rId7" Type="http://schemas.openxmlformats.org/officeDocument/2006/relationships/hyperlink" Target="https://gitlab.com/soumen.chakrabarti/rectangle" TargetMode="External"/><Relationship Id="rId6" Type="http://schemas.openxmlformats.org/officeDocument/2006/relationships/image" Target="../media/image190.png"/><Relationship Id="rId5" Type="http://schemas.openxmlformats.org/officeDocument/2006/relationships/image" Target="../media/image189.wmf"/><Relationship Id="rId4" Type="http://schemas.openxmlformats.org/officeDocument/2006/relationships/image" Target="../media/image188.wmf"/><Relationship Id="rId3" Type="http://schemas.openxmlformats.org/officeDocument/2006/relationships/image" Target="../media/image187.wmf"/><Relationship Id="rId2" Type="http://schemas.openxmlformats.org/officeDocument/2006/relationships/image" Target="../media/image186.wmf"/><Relationship Id="rId1" Type="http://schemas.openxmlformats.org/officeDocument/2006/relationships/image" Target="../media/image185.wmf"/></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2.xml"/><Relationship Id="rId2" Type="http://schemas.openxmlformats.org/officeDocument/2006/relationships/image" Target="../media/image191.png"/><Relationship Id="rId1" Type="http://schemas.openxmlformats.org/officeDocument/2006/relationships/hyperlink" Target="https://arxiv.org/pdf/2007.06267.pdf" TargetMode="External"/></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2.xml"/><Relationship Id="rId2" Type="http://schemas.openxmlformats.org/officeDocument/2006/relationships/image" Target="../media/image193.png"/><Relationship Id="rId1" Type="http://schemas.openxmlformats.org/officeDocument/2006/relationships/image" Target="../media/image192.png"/></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2.xml"/><Relationship Id="rId2" Type="http://schemas.openxmlformats.org/officeDocument/2006/relationships/image" Target="../media/image195.png"/><Relationship Id="rId1" Type="http://schemas.openxmlformats.org/officeDocument/2006/relationships/image" Target="../media/image194.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6.png"/></Relationships>
</file>

<file path=ppt/slides/_rels/slide76.xml.rels><?xml version="1.0" encoding="UTF-8" standalone="yes"?>
<Relationships xmlns="http://schemas.openxmlformats.org/package/2006/relationships"><Relationship Id="rId9" Type="http://schemas.openxmlformats.org/officeDocument/2006/relationships/notesSlide" Target="../notesSlides/notesSlide64.xml"/><Relationship Id="rId8" Type="http://schemas.openxmlformats.org/officeDocument/2006/relationships/slideLayout" Target="../slideLayouts/slideLayout2.xml"/><Relationship Id="rId7" Type="http://schemas.openxmlformats.org/officeDocument/2006/relationships/image" Target="../media/image198.png"/><Relationship Id="rId6" Type="http://schemas.openxmlformats.org/officeDocument/2006/relationships/customXml" Target="../ink/ink31.xml"/><Relationship Id="rId5" Type="http://schemas.openxmlformats.org/officeDocument/2006/relationships/image" Target="../media/image197.png"/><Relationship Id="rId4" Type="http://schemas.openxmlformats.org/officeDocument/2006/relationships/hyperlink" Target="https://aclanthology.org/N13-1008v2.pdf" TargetMode="External"/><Relationship Id="rId3" Type="http://schemas.openxmlformats.org/officeDocument/2006/relationships/hyperlink" Target="https://en.wikipedia.org/wiki/Air_Buddy" TargetMode="External"/><Relationship Id="rId2" Type="http://schemas.openxmlformats.org/officeDocument/2006/relationships/hyperlink" Target="https://en.wikipedia.org/wiki/Flipper_(1963_film)" TargetMode="External"/><Relationship Id="rId1" Type="http://schemas.openxmlformats.org/officeDocument/2006/relationships/hyperlink" Target="https://en.wikipedia.org/wiki/Pal_(dog)" TargetMode="Externa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9" Type="http://schemas.openxmlformats.org/officeDocument/2006/relationships/image" Target="../media/image205.png"/><Relationship Id="rId8" Type="http://schemas.openxmlformats.org/officeDocument/2006/relationships/customXml" Target="../ink/ink32.xml"/><Relationship Id="rId7" Type="http://schemas.openxmlformats.org/officeDocument/2006/relationships/image" Target="../media/image204.png"/><Relationship Id="rId6" Type="http://schemas.openxmlformats.org/officeDocument/2006/relationships/image" Target="../media/image203.png"/><Relationship Id="rId5" Type="http://schemas.openxmlformats.org/officeDocument/2006/relationships/image" Target="../media/image202.png"/><Relationship Id="rId4" Type="http://schemas.openxmlformats.org/officeDocument/2006/relationships/image" Target="../media/image201.png"/><Relationship Id="rId3" Type="http://schemas.openxmlformats.org/officeDocument/2006/relationships/image" Target="../media/image200.png"/><Relationship Id="rId2" Type="http://schemas.openxmlformats.org/officeDocument/2006/relationships/image" Target="../media/image199.png"/><Relationship Id="rId11" Type="http://schemas.openxmlformats.org/officeDocument/2006/relationships/notesSlide" Target="../notesSlides/notesSlide66.xml"/><Relationship Id="rId10" Type="http://schemas.openxmlformats.org/officeDocument/2006/relationships/slideLayout" Target="../slideLayouts/slideLayout4.xml"/><Relationship Id="rId1" Type="http://schemas.openxmlformats.org/officeDocument/2006/relationships/hyperlink" Target="https://www.cse.iitd.ac.in/~mausam/papers/acl18.pdf" TargetMode="Externa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6" Type="http://schemas.openxmlformats.org/officeDocument/2006/relationships/notesSlide" Target="../notesSlides/notesSlide68.xml"/><Relationship Id="rId5" Type="http://schemas.openxmlformats.org/officeDocument/2006/relationships/slideLayout" Target="../slideLayouts/slideLayout13.xml"/><Relationship Id="rId4" Type="http://schemas.openxmlformats.org/officeDocument/2006/relationships/image" Target="../media/image209.png"/><Relationship Id="rId3" Type="http://schemas.openxmlformats.org/officeDocument/2006/relationships/image" Target="../media/image208.png"/><Relationship Id="rId2" Type="http://schemas.openxmlformats.org/officeDocument/2006/relationships/image" Target="../media/image207.png"/><Relationship Id="rId1" Type="http://schemas.openxmlformats.org/officeDocument/2006/relationships/image" Target="../media/image206.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2.xml"/><Relationship Id="rId1" Type="http://schemas.openxmlformats.org/officeDocument/2006/relationships/image" Target="../media/image21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Knowledge Graphs</a:t>
            </a:r>
            <a:br>
              <a:rPr lang="en-US"/>
            </a:br>
            <a:r>
              <a:rPr lang="en-US"/>
              <a:t>(Preliminaries) </a:t>
            </a:r>
            <a:endParaRPr lang="en-IN"/>
          </a:p>
        </p:txBody>
      </p:sp>
      <p:sp>
        <p:nvSpPr>
          <p:cNvPr id="3" name="Subtitle 2"/>
          <p:cNvSpPr>
            <a:spLocks noGrp="1"/>
          </p:cNvSpPr>
          <p:nvPr>
            <p:ph type="subTitle" idx="1"/>
          </p:nvPr>
        </p:nvSpPr>
        <p:spPr>
          <a:xfrm>
            <a:off x="1524000" y="3914989"/>
            <a:ext cx="9144000" cy="1655762"/>
          </a:xfrm>
        </p:spPr>
        <p:txBody>
          <a:bodyPr>
            <a:normAutofit/>
          </a:bodyPr>
          <a:lstStyle/>
          <a:p>
            <a:r>
              <a:rPr lang="en-US" sz="3200"/>
              <a:t>(CS728)</a:t>
            </a:r>
            <a:endParaRPr lang="en-US" sz="3200"/>
          </a:p>
          <a:p>
            <a:r>
              <a:rPr lang="en-US" sz="3200"/>
              <a:t>Soumen Chakrabarti</a:t>
            </a:r>
            <a:endParaRPr lang="en-IN"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48B289-B78B-AE4C-A520-29FD1831206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Title 3"/>
          <p:cNvSpPr>
            <a:spLocks noGrp="1"/>
          </p:cNvSpPr>
          <p:nvPr>
            <p:ph type="title"/>
          </p:nvPr>
        </p:nvSpPr>
        <p:spPr>
          <a:xfrm>
            <a:off x="838200" y="81343"/>
            <a:ext cx="10515600" cy="812746"/>
          </a:xfrm>
        </p:spPr>
        <p:txBody>
          <a:bodyPr/>
          <a:lstStyle/>
          <a:p>
            <a:r>
              <a:rPr lang="en-US" b="1" dirty="0"/>
              <a:t>Knowledge base (KB) / graph (KG)</a:t>
            </a:r>
            <a:endParaRPr lang="en-US" b="1" dirty="0"/>
          </a:p>
        </p:txBody>
      </p:sp>
      <p:sp>
        <p:nvSpPr>
          <p:cNvPr id="32" name="TextBox 31"/>
          <p:cNvSpPr txBox="1"/>
          <p:nvPr/>
        </p:nvSpPr>
        <p:spPr>
          <a:xfrm>
            <a:off x="558714" y="4045688"/>
            <a:ext cx="1573685" cy="830997"/>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1" i="0" u="none" strike="noStrike" kern="1200" cap="none" spc="0" normalizeH="0" baseline="0" noProof="0">
                <a:ln>
                  <a:noFill/>
                </a:ln>
                <a:solidFill>
                  <a:srgbClr val="008F00"/>
                </a:solidFill>
                <a:effectLst/>
                <a:uLnTx/>
                <a:uFillTx/>
                <a:latin typeface="Calibri" panose="020F0502020204030204"/>
                <a:ea typeface="+mn-ea"/>
                <a:cs typeface="+mn-cs"/>
              </a:rPr>
              <a:t>Barack Obama</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Box 32"/>
          <p:cNvSpPr txBox="1"/>
          <p:nvPr/>
        </p:nvSpPr>
        <p:spPr>
          <a:xfrm>
            <a:off x="7335414" y="3134640"/>
            <a:ext cx="713080" cy="461665"/>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1" i="0" u="none" strike="noStrike" kern="1200" cap="none" spc="0" normalizeH="0" baseline="0" noProof="0">
                <a:ln>
                  <a:noFill/>
                </a:ln>
                <a:solidFill>
                  <a:srgbClr val="00B050"/>
                </a:solidFill>
                <a:effectLst/>
                <a:uLnTx/>
                <a:uFillTx/>
                <a:latin typeface="Calibri" panose="020F0502020204030204"/>
                <a:ea typeface="+mn-ea"/>
                <a:cs typeface="+mn-cs"/>
              </a:rPr>
              <a:t>USA</a:t>
            </a:r>
            <a:endParaRPr kumimoji="0" lang="en-US" sz="2400" b="1" i="0" u="none" strike="noStrike" kern="1200" cap="none" spc="0" normalizeH="0" baseline="0" noProof="0">
              <a:ln>
                <a:noFill/>
              </a:ln>
              <a:solidFill>
                <a:srgbClr val="00B050"/>
              </a:solidFill>
              <a:effectLst/>
              <a:uLnTx/>
              <a:uFillTx/>
              <a:latin typeface="Calibri" panose="020F0502020204030204"/>
              <a:ea typeface="+mn-ea"/>
              <a:cs typeface="+mn-cs"/>
            </a:endParaRPr>
          </a:p>
        </p:txBody>
      </p:sp>
      <p:sp>
        <p:nvSpPr>
          <p:cNvPr id="34" name="TextBox 33"/>
          <p:cNvSpPr txBox="1"/>
          <p:nvPr/>
        </p:nvSpPr>
        <p:spPr>
          <a:xfrm>
            <a:off x="3139384" y="2069940"/>
            <a:ext cx="1354858" cy="461665"/>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1" i="0" u="none" strike="noStrike" kern="1200" cap="none" spc="0" normalizeH="0" baseline="0" noProof="0">
                <a:ln>
                  <a:noFill/>
                </a:ln>
                <a:solidFill>
                  <a:srgbClr val="00B050"/>
                </a:solidFill>
                <a:effectLst/>
                <a:uLnTx/>
                <a:uFillTx/>
                <a:latin typeface="Calibri" panose="020F0502020204030204"/>
                <a:ea typeface="+mn-ea"/>
                <a:cs typeface="+mn-cs"/>
              </a:rPr>
              <a:t>Honolulu</a:t>
            </a:r>
            <a:endParaRPr kumimoji="0" lang="en-US" sz="2400" b="1" i="0" u="none" strike="noStrike" kern="1200" cap="none" spc="0" normalizeH="0" baseline="0" noProof="0">
              <a:ln>
                <a:noFill/>
              </a:ln>
              <a:solidFill>
                <a:srgbClr val="00B050"/>
              </a:solidFill>
              <a:effectLst/>
              <a:uLnTx/>
              <a:uFillTx/>
              <a:latin typeface="Calibri" panose="020F0502020204030204"/>
              <a:ea typeface="+mn-ea"/>
              <a:cs typeface="+mn-cs"/>
            </a:endParaRPr>
          </a:p>
        </p:txBody>
      </p:sp>
      <p:sp>
        <p:nvSpPr>
          <p:cNvPr id="35" name="TextBox 34"/>
          <p:cNvSpPr txBox="1"/>
          <p:nvPr/>
        </p:nvSpPr>
        <p:spPr>
          <a:xfrm>
            <a:off x="3092909" y="5367794"/>
            <a:ext cx="2281394" cy="461665"/>
          </a:xfrm>
          <a:prstGeom prst="rect">
            <a:avLst/>
          </a:prstGeom>
          <a:noFill/>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1" i="0" u="none" strike="noStrike" kern="1200" cap="none" spc="0" normalizeH="0" baseline="0" noProof="0">
                <a:ln>
                  <a:noFill/>
                </a:ln>
                <a:solidFill>
                  <a:srgbClr val="00B050"/>
                </a:solidFill>
                <a:effectLst/>
                <a:uLnTx/>
                <a:uFillTx/>
                <a:latin typeface="Calibri" panose="020F0502020204030204"/>
                <a:ea typeface="+mn-ea"/>
                <a:cs typeface="+mn-cs"/>
              </a:rPr>
              <a:t>Michelle Obama</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36" name="Curved Connector 10"/>
          <p:cNvCxnSpPr>
            <a:stCxn id="50" idx="0"/>
            <a:endCxn id="53" idx="1"/>
          </p:cNvCxnSpPr>
          <p:nvPr/>
        </p:nvCxnSpPr>
        <p:spPr>
          <a:xfrm rot="5400000" flipH="1" flipV="1">
            <a:off x="1382020" y="1244461"/>
            <a:ext cx="1242933" cy="1855498"/>
          </a:xfrm>
          <a:prstGeom prst="curvedConnector2">
            <a:avLst/>
          </a:prstGeom>
          <a:noFill/>
          <a:ln w="25400" cap="flat" cmpd="sng" algn="ctr">
            <a:solidFill>
              <a:srgbClr val="5B9BD5"/>
            </a:solidFill>
            <a:prstDash val="solid"/>
            <a:miter lim="800000"/>
            <a:tailEnd type="triangle"/>
          </a:ln>
          <a:effectLst/>
        </p:spPr>
      </p:cxnSp>
      <p:cxnSp>
        <p:nvCxnSpPr>
          <p:cNvPr id="37" name="Curved Connector 13"/>
          <p:cNvCxnSpPr>
            <a:stCxn id="53" idx="3"/>
            <a:endCxn id="52" idx="1"/>
          </p:cNvCxnSpPr>
          <p:nvPr/>
        </p:nvCxnSpPr>
        <p:spPr>
          <a:xfrm>
            <a:off x="4711152" y="1550743"/>
            <a:ext cx="1976643" cy="1243021"/>
          </a:xfrm>
          <a:prstGeom prst="curvedConnector3">
            <a:avLst>
              <a:gd name="adj1" fmla="val 50000"/>
            </a:avLst>
          </a:prstGeom>
          <a:noFill/>
          <a:ln w="25400" cap="flat" cmpd="sng" algn="ctr">
            <a:solidFill>
              <a:srgbClr val="5B9BD5"/>
            </a:solidFill>
            <a:prstDash val="solid"/>
            <a:miter lim="800000"/>
            <a:tailEnd type="triangle"/>
          </a:ln>
          <a:effectLst/>
        </p:spPr>
      </p:cxnSp>
      <p:cxnSp>
        <p:nvCxnSpPr>
          <p:cNvPr id="38" name="Curved Connector 15"/>
          <p:cNvCxnSpPr/>
          <p:nvPr/>
        </p:nvCxnSpPr>
        <p:spPr>
          <a:xfrm>
            <a:off x="1051775" y="4117292"/>
            <a:ext cx="2390463" cy="628639"/>
          </a:xfrm>
          <a:prstGeom prst="curvedConnector3">
            <a:avLst>
              <a:gd name="adj1" fmla="val 64257"/>
            </a:avLst>
          </a:prstGeom>
          <a:noFill/>
          <a:ln w="25400" cap="flat" cmpd="sng" algn="ctr">
            <a:solidFill>
              <a:srgbClr val="5B9BD5"/>
            </a:solidFill>
            <a:prstDash val="solid"/>
            <a:miter lim="800000"/>
            <a:tailEnd type="triangle"/>
          </a:ln>
          <a:effectLst/>
        </p:spPr>
      </p:cxnSp>
      <p:sp>
        <p:nvSpPr>
          <p:cNvPr id="40" name="TextBox 39"/>
          <p:cNvSpPr txBox="1"/>
          <p:nvPr/>
        </p:nvSpPr>
        <p:spPr>
          <a:xfrm>
            <a:off x="927625" y="1375358"/>
            <a:ext cx="118333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1" i="0" u="none" strike="noStrike" kern="1200" cap="none" spc="0" normalizeH="0" baseline="0" noProof="0" err="1">
                <a:ln>
                  <a:noFill/>
                </a:ln>
                <a:solidFill>
                  <a:prstClr val="black"/>
                </a:solidFill>
                <a:effectLst/>
                <a:uLnTx/>
                <a:uFillTx/>
                <a:latin typeface="Calibri" panose="020F0502020204030204"/>
                <a:ea typeface="+mn-ea"/>
                <a:cs typeface="+mn-cs"/>
              </a:rPr>
              <a:t>born_in</a:t>
            </a:r>
            <a:endParaRPr kumimoji="0" lang="en-US" sz="24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Box 40"/>
          <p:cNvSpPr txBox="1"/>
          <p:nvPr/>
        </p:nvSpPr>
        <p:spPr>
          <a:xfrm>
            <a:off x="5640357" y="1768293"/>
            <a:ext cx="10583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1" i="0" u="none" strike="noStrike" kern="1200" cap="none" spc="0" normalizeH="0" baseline="0" noProof="0" err="1">
                <a:ln>
                  <a:noFill/>
                </a:ln>
                <a:solidFill>
                  <a:prstClr val="black"/>
                </a:solidFill>
                <a:effectLst/>
                <a:uLnTx/>
                <a:uFillTx/>
                <a:latin typeface="Calibri" panose="020F0502020204030204"/>
                <a:ea typeface="+mn-ea"/>
                <a:cs typeface="+mn-cs"/>
              </a:rPr>
              <a:t>city_of</a:t>
            </a:r>
            <a:endParaRPr kumimoji="0" lang="en-US" sz="24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Box 42"/>
          <p:cNvSpPr txBox="1"/>
          <p:nvPr/>
        </p:nvSpPr>
        <p:spPr>
          <a:xfrm>
            <a:off x="2018690" y="4538113"/>
            <a:ext cx="108234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1" i="0" u="none" strike="noStrike" kern="1200" cap="none" spc="0" normalizeH="0" baseline="0" noProof="0">
                <a:ln>
                  <a:noFill/>
                </a:ln>
                <a:solidFill>
                  <a:prstClr val="black"/>
                </a:solidFill>
                <a:effectLst/>
                <a:uLnTx/>
                <a:uFillTx/>
                <a:latin typeface="Calibri" panose="020F0502020204030204"/>
                <a:ea typeface="+mn-ea"/>
                <a:cs typeface="+mn-cs"/>
              </a:rPr>
              <a:t>spouse</a:t>
            </a:r>
            <a:endParaRPr kumimoji="0" lang="en-US" sz="2400" b="1"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4" name="Curved Connector 23"/>
          <p:cNvCxnSpPr>
            <a:stCxn id="51" idx="3"/>
            <a:endCxn id="52" idx="2"/>
          </p:cNvCxnSpPr>
          <p:nvPr/>
        </p:nvCxnSpPr>
        <p:spPr>
          <a:xfrm flipV="1">
            <a:off x="4548321" y="3202131"/>
            <a:ext cx="2816593" cy="1549872"/>
          </a:xfrm>
          <a:prstGeom prst="curvedConnector2">
            <a:avLst/>
          </a:prstGeom>
          <a:noFill/>
          <a:ln w="25400" cap="flat" cmpd="sng" algn="ctr">
            <a:solidFill>
              <a:srgbClr val="5B9BD5"/>
            </a:solidFill>
            <a:prstDash val="solid"/>
            <a:miter lim="800000"/>
            <a:tailEnd type="triangle"/>
          </a:ln>
          <a:effectLst/>
        </p:spPr>
      </p:cxnSp>
      <p:sp>
        <p:nvSpPr>
          <p:cNvPr id="45" name="TextBox 44"/>
          <p:cNvSpPr txBox="1"/>
          <p:nvPr/>
        </p:nvSpPr>
        <p:spPr>
          <a:xfrm>
            <a:off x="5583084" y="4446775"/>
            <a:ext cx="156850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1" i="0" u="none" strike="noStrike" kern="1200" cap="none" spc="0" normalizeH="0" baseline="0" noProof="0">
                <a:ln>
                  <a:noFill/>
                </a:ln>
                <a:solidFill>
                  <a:prstClr val="black"/>
                </a:solidFill>
                <a:effectLst/>
                <a:uLnTx/>
                <a:uFillTx/>
                <a:latin typeface="Calibri" panose="020F0502020204030204"/>
                <a:ea typeface="+mn-ea"/>
                <a:cs typeface="+mn-cs"/>
              </a:rPr>
              <a:t>nationality</a:t>
            </a:r>
            <a:endParaRPr kumimoji="0" lang="en-US" sz="24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Box 45"/>
          <p:cNvSpPr txBox="1"/>
          <p:nvPr/>
        </p:nvSpPr>
        <p:spPr>
          <a:xfrm>
            <a:off x="85557" y="6322134"/>
            <a:ext cx="667932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1" i="0" u="none" strike="noStrike" kern="1200" cap="none" spc="0" normalizeH="0" baseline="0" noProof="0">
                <a:ln>
                  <a:noFill/>
                </a:ln>
                <a:solidFill>
                  <a:prstClr val="black"/>
                </a:solidFill>
                <a:effectLst/>
                <a:uLnTx/>
                <a:uFillTx/>
                <a:latin typeface="Calibri" panose="020F0502020204030204"/>
                <a:ea typeface="+mn-ea"/>
                <a:cs typeface="+mn-cs"/>
              </a:rPr>
              <a:t>Knowledge base with </a:t>
            </a:r>
            <a:r>
              <a:rPr kumimoji="0" lang="en-US" sz="2400" b="1" i="0" u="none" strike="noStrike" kern="1200" cap="none" spc="0" normalizeH="0" baseline="0" noProof="0">
                <a:ln>
                  <a:noFill/>
                </a:ln>
                <a:solidFill>
                  <a:srgbClr val="00B050"/>
                </a:solidFill>
                <a:effectLst/>
                <a:uLnTx/>
                <a:uFillTx/>
                <a:latin typeface="Calibri" panose="020F0502020204030204"/>
                <a:ea typeface="+mn-ea"/>
                <a:cs typeface="+mn-cs"/>
              </a:rPr>
              <a:t>entities</a:t>
            </a:r>
            <a:r>
              <a:rPr kumimoji="0" lang="en-US" sz="2400" b="1" i="0" u="none" strike="noStrike" kern="1200" cap="none" spc="0" normalizeH="0" baseline="0" noProof="0">
                <a:ln>
                  <a:noFill/>
                </a:ln>
                <a:solidFill>
                  <a:prstClr val="black"/>
                </a:solidFill>
                <a:effectLst/>
                <a:uLnTx/>
                <a:uFillTx/>
                <a:latin typeface="Calibri" panose="020F0502020204030204"/>
                <a:ea typeface="+mn-ea"/>
                <a:cs typeface="+mn-cs"/>
              </a:rPr>
              <a:t> and </a:t>
            </a:r>
            <a:r>
              <a:rPr kumimoji="0" lang="en-US" sz="2400" b="1" i="0" u="sng" strike="noStrike" kern="1200" cap="none" spc="0" normalizeH="0" baseline="0" noProof="0">
                <a:ln>
                  <a:noFill/>
                </a:ln>
                <a:solidFill>
                  <a:srgbClr val="5B9BD5"/>
                </a:solidFill>
                <a:effectLst/>
                <a:uLnTx/>
                <a:uFillTx/>
                <a:latin typeface="Calibri" panose="020F0502020204030204"/>
                <a:ea typeface="+mn-ea"/>
                <a:cs typeface="+mn-cs"/>
              </a:rPr>
              <a:t>binary</a:t>
            </a:r>
            <a:r>
              <a:rPr kumimoji="0" lang="en-US" sz="2400" b="1" i="0" u="none" strike="noStrike" kern="1200" cap="none" spc="0" normalizeH="0" baseline="0" noProof="0">
                <a:ln>
                  <a:noFill/>
                </a:ln>
                <a:solidFill>
                  <a:srgbClr val="5B9BD5"/>
                </a:solidFill>
                <a:effectLst/>
                <a:uLnTx/>
                <a:uFillTx/>
                <a:latin typeface="Calibri" panose="020F0502020204030204"/>
                <a:ea typeface="+mn-ea"/>
                <a:cs typeface="+mn-cs"/>
              </a:rPr>
              <a:t> relations</a:t>
            </a:r>
            <a:endParaRPr kumimoji="0" lang="en-US" sz="2400" b="1" i="0" u="none" strike="noStrike" kern="1200" cap="none" spc="0" normalizeH="0" baseline="0" noProof="0">
              <a:ln>
                <a:noFill/>
              </a:ln>
              <a:solidFill>
                <a:srgbClr val="5B9BD5"/>
              </a:solidFill>
              <a:effectLst/>
              <a:uLnTx/>
              <a:uFillTx/>
              <a:latin typeface="Calibri" panose="020F0502020204030204"/>
              <a:ea typeface="+mn-ea"/>
              <a:cs typeface="+mn-cs"/>
            </a:endParaRPr>
          </a:p>
        </p:txBody>
      </p:sp>
      <p:pic>
        <p:nvPicPr>
          <p:cNvPr id="50" name="Picture 2" descr="A person wearing a suit and tie&#10;&#10;Description generated with very high confidence"/>
          <p:cNvPicPr>
            <a:picLocks noChangeAspect="1"/>
          </p:cNvPicPr>
          <p:nvPr/>
        </p:nvPicPr>
        <p:blipFill>
          <a:blip r:embed="rId1"/>
          <a:stretch>
            <a:fillRect/>
          </a:stretch>
        </p:blipFill>
        <p:spPr>
          <a:xfrm>
            <a:off x="406741" y="2793676"/>
            <a:ext cx="1337992" cy="1323616"/>
          </a:xfrm>
          <a:prstGeom prst="rect">
            <a:avLst/>
          </a:prstGeom>
        </p:spPr>
      </p:pic>
      <p:pic>
        <p:nvPicPr>
          <p:cNvPr id="51" name="Picture 30" descr="A person posing for the camera&#10;&#10;Description generated with very high confidence"/>
          <p:cNvPicPr>
            <a:picLocks noChangeAspect="1"/>
          </p:cNvPicPr>
          <p:nvPr/>
        </p:nvPicPr>
        <p:blipFill>
          <a:blip r:embed="rId2"/>
          <a:stretch>
            <a:fillRect/>
          </a:stretch>
        </p:blipFill>
        <p:spPr>
          <a:xfrm>
            <a:off x="3440365" y="4190836"/>
            <a:ext cx="1107956" cy="1122333"/>
          </a:xfrm>
          <a:prstGeom prst="rect">
            <a:avLst/>
          </a:prstGeom>
        </p:spPr>
      </p:pic>
      <p:pic>
        <p:nvPicPr>
          <p:cNvPr id="52" name="Picture 32" descr="A picture containing drawing&#10;&#10;Description generated with very high confidence"/>
          <p:cNvPicPr>
            <a:picLocks noChangeAspect="1"/>
          </p:cNvPicPr>
          <p:nvPr/>
        </p:nvPicPr>
        <p:blipFill rotWithShape="1">
          <a:blip r:embed="rId3"/>
          <a:srcRect l="-903" t="17145" r="-800" b="19841"/>
          <a:stretch>
            <a:fillRect/>
          </a:stretch>
        </p:blipFill>
        <p:spPr>
          <a:xfrm>
            <a:off x="6687795" y="2385396"/>
            <a:ext cx="1354238" cy="816735"/>
          </a:xfrm>
          <a:prstGeom prst="rect">
            <a:avLst/>
          </a:prstGeom>
        </p:spPr>
      </p:pic>
      <p:pic>
        <p:nvPicPr>
          <p:cNvPr id="53" name="Picture 34" descr="A pool next to a body of water&#10;&#10;Description generated with very high confidence"/>
          <p:cNvPicPr>
            <a:picLocks noChangeAspect="1"/>
          </p:cNvPicPr>
          <p:nvPr/>
        </p:nvPicPr>
        <p:blipFill>
          <a:blip r:embed="rId4"/>
          <a:stretch>
            <a:fillRect/>
          </a:stretch>
        </p:blipFill>
        <p:spPr>
          <a:xfrm>
            <a:off x="2931235" y="1067625"/>
            <a:ext cx="1779917" cy="966236"/>
          </a:xfrm>
          <a:prstGeom prst="rect">
            <a:avLst/>
          </a:prstGeom>
        </p:spPr>
      </p:pic>
      <p:sp>
        <p:nvSpPr>
          <p:cNvPr id="6" name="TextBox 5"/>
          <p:cNvSpPr txBox="1"/>
          <p:nvPr/>
        </p:nvSpPr>
        <p:spPr>
          <a:xfrm>
            <a:off x="7616584" y="4469094"/>
            <a:ext cx="4400427" cy="1569660"/>
          </a:xfrm>
          <a:prstGeom prst="rect">
            <a:avLst/>
          </a:prstGeom>
          <a:solidFill>
            <a:schemeClr val="accent4">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A KB triple or ‘fact’ looks like a relation-typed edge</a:t>
            </a:r>
            <a:b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b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(subject, relation, object)</a:t>
            </a: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Callout: Line 2"/>
          <p:cNvSpPr/>
          <p:nvPr/>
        </p:nvSpPr>
        <p:spPr>
          <a:xfrm>
            <a:off x="8920532" y="2437794"/>
            <a:ext cx="2960806" cy="696846"/>
          </a:xfrm>
          <a:prstGeom prst="borderCallout1">
            <a:avLst>
              <a:gd name="adj1" fmla="val 48004"/>
              <a:gd name="adj2" fmla="val -1972"/>
              <a:gd name="adj3" fmla="val 43499"/>
              <a:gd name="adj4" fmla="val -29413"/>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Nodes are entities</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Callout: Line 22"/>
          <p:cNvSpPr/>
          <p:nvPr/>
        </p:nvSpPr>
        <p:spPr>
          <a:xfrm>
            <a:off x="2906940" y="2720617"/>
            <a:ext cx="2960806" cy="696846"/>
          </a:xfrm>
          <a:prstGeom prst="borderCallout1">
            <a:avLst>
              <a:gd name="adj1" fmla="val 102138"/>
              <a:gd name="adj2" fmla="val 84368"/>
              <a:gd name="adj3" fmla="val 230951"/>
              <a:gd name="adj4" fmla="val 112282"/>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Edges are relations</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8639"/>
            <a:ext cx="10515600" cy="812746"/>
          </a:xfrm>
        </p:spPr>
        <p:txBody>
          <a:bodyPr/>
          <a:lstStyle/>
          <a:p>
            <a:r>
              <a:rPr lang="en-US" dirty="0"/>
              <a:t>Beyond binary relations</a:t>
            </a:r>
            <a:endParaRPr lang="en-US" dirty="0"/>
          </a:p>
        </p:txBody>
      </p:sp>
      <p:sp>
        <p:nvSpPr>
          <p:cNvPr id="3" name="Diamond 2"/>
          <p:cNvSpPr/>
          <p:nvPr/>
        </p:nvSpPr>
        <p:spPr>
          <a:xfrm>
            <a:off x="3357677" y="1484851"/>
            <a:ext cx="2181139" cy="906011"/>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president-of</a:t>
            </a:r>
            <a:endParaRPr lang="en-US"/>
          </a:p>
        </p:txBody>
      </p:sp>
      <p:sp>
        <p:nvSpPr>
          <p:cNvPr id="4" name="TextBox 3"/>
          <p:cNvSpPr txBox="1"/>
          <p:nvPr/>
        </p:nvSpPr>
        <p:spPr>
          <a:xfrm>
            <a:off x="134492" y="1583436"/>
            <a:ext cx="1573685" cy="830997"/>
          </a:xfrm>
          <a:prstGeom prst="rect">
            <a:avLst/>
          </a:prstGeom>
          <a:noFill/>
        </p:spPr>
        <p:txBody>
          <a:bodyPr wrap="square" rtlCol="0" anchor="t">
            <a:spAutoFit/>
          </a:bodyPr>
          <a:lstStyle/>
          <a:p>
            <a:r>
              <a:rPr lang="en-US" sz="2400" b="1">
                <a:solidFill>
                  <a:srgbClr val="008F00"/>
                </a:solidFill>
                <a:latin typeface="Calibri" panose="020F0502020204030204"/>
              </a:rPr>
              <a:t>Barack Obama</a:t>
            </a:r>
            <a:endParaRPr lang="en-US"/>
          </a:p>
        </p:txBody>
      </p:sp>
      <p:pic>
        <p:nvPicPr>
          <p:cNvPr id="5" name="Picture 2" descr="A person wearing a suit and tie&#10;&#10;Description generated with very high confidence"/>
          <p:cNvPicPr>
            <a:picLocks noChangeAspect="1"/>
          </p:cNvPicPr>
          <p:nvPr/>
        </p:nvPicPr>
        <p:blipFill>
          <a:blip r:embed="rId1"/>
          <a:stretch>
            <a:fillRect/>
          </a:stretch>
        </p:blipFill>
        <p:spPr>
          <a:xfrm>
            <a:off x="1197023" y="1275955"/>
            <a:ext cx="1337992" cy="1323616"/>
          </a:xfrm>
          <a:prstGeom prst="rect">
            <a:avLst/>
          </a:prstGeom>
        </p:spPr>
      </p:pic>
      <p:cxnSp>
        <p:nvCxnSpPr>
          <p:cNvPr id="7" name="Straight Connector 6"/>
          <p:cNvCxnSpPr>
            <a:stCxn id="5" idx="3"/>
            <a:endCxn id="3" idx="1"/>
          </p:cNvCxnSpPr>
          <p:nvPr/>
        </p:nvCxnSpPr>
        <p:spPr>
          <a:xfrm>
            <a:off x="2535015" y="1937763"/>
            <a:ext cx="822662" cy="94"/>
          </a:xfrm>
          <a:prstGeom prst="line">
            <a:avLst/>
          </a:prstGeom>
        </p:spPr>
        <p:style>
          <a:lnRef idx="2">
            <a:schemeClr val="accent1"/>
          </a:lnRef>
          <a:fillRef idx="0">
            <a:schemeClr val="accent1"/>
          </a:fillRef>
          <a:effectRef idx="1">
            <a:schemeClr val="accent1"/>
          </a:effectRef>
          <a:fontRef idx="minor">
            <a:schemeClr val="tx1"/>
          </a:fontRef>
        </p:style>
      </p:cxnSp>
      <p:pic>
        <p:nvPicPr>
          <p:cNvPr id="9" name="Picture 32" descr="A picture containing drawing&#10;&#10;Description generated with very high confidence"/>
          <p:cNvPicPr>
            <a:picLocks noChangeAspect="1"/>
          </p:cNvPicPr>
          <p:nvPr/>
        </p:nvPicPr>
        <p:blipFill rotWithShape="1">
          <a:blip r:embed="rId2"/>
          <a:srcRect l="-903" t="17145" r="-800" b="19841"/>
          <a:stretch>
            <a:fillRect/>
          </a:stretch>
        </p:blipFill>
        <p:spPr>
          <a:xfrm>
            <a:off x="6474760" y="1529395"/>
            <a:ext cx="1354238" cy="816735"/>
          </a:xfrm>
          <a:prstGeom prst="rect">
            <a:avLst/>
          </a:prstGeom>
        </p:spPr>
      </p:pic>
      <p:cxnSp>
        <p:nvCxnSpPr>
          <p:cNvPr id="10" name="Straight Connector 9"/>
          <p:cNvCxnSpPr>
            <a:stCxn id="3" idx="3"/>
            <a:endCxn id="9" idx="1"/>
          </p:cNvCxnSpPr>
          <p:nvPr/>
        </p:nvCxnSpPr>
        <p:spPr>
          <a:xfrm flipV="1">
            <a:off x="5538816" y="1937763"/>
            <a:ext cx="935944" cy="94"/>
          </a:xfrm>
          <a:prstGeom prst="line">
            <a:avLst/>
          </a:prstGeom>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676087" y="1593905"/>
            <a:ext cx="831510" cy="369332"/>
          </a:xfrm>
          <a:prstGeom prst="rect">
            <a:avLst/>
          </a:prstGeom>
          <a:noFill/>
        </p:spPr>
        <p:txBody>
          <a:bodyPr wrap="none" rtlCol="0">
            <a:spAutoFit/>
          </a:bodyPr>
          <a:lstStyle/>
          <a:p>
            <a:r>
              <a:rPr lang="en-US"/>
              <a:t>person</a:t>
            </a:r>
            <a:endParaRPr lang="en-US"/>
          </a:p>
        </p:txBody>
      </p:sp>
      <p:sp>
        <p:nvSpPr>
          <p:cNvPr id="14" name="TextBox 13"/>
          <p:cNvSpPr txBox="1"/>
          <p:nvPr/>
        </p:nvSpPr>
        <p:spPr>
          <a:xfrm>
            <a:off x="5628741" y="1583436"/>
            <a:ext cx="906338" cy="369332"/>
          </a:xfrm>
          <a:prstGeom prst="rect">
            <a:avLst/>
          </a:prstGeom>
          <a:noFill/>
        </p:spPr>
        <p:txBody>
          <a:bodyPr wrap="none" rtlCol="0">
            <a:spAutoFit/>
          </a:bodyPr>
          <a:lstStyle/>
          <a:p>
            <a:r>
              <a:rPr lang="en-US"/>
              <a:t>country</a:t>
            </a:r>
            <a:endParaRPr lang="en-US"/>
          </a:p>
        </p:txBody>
      </p:sp>
      <p:sp>
        <p:nvSpPr>
          <p:cNvPr id="15" name="TextBox 14"/>
          <p:cNvSpPr txBox="1"/>
          <p:nvPr/>
        </p:nvSpPr>
        <p:spPr>
          <a:xfrm>
            <a:off x="2648294" y="2982291"/>
            <a:ext cx="652743" cy="369332"/>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a:t>2009</a:t>
            </a:r>
            <a:endParaRPr lang="en-US"/>
          </a:p>
        </p:txBody>
      </p:sp>
      <p:sp>
        <p:nvSpPr>
          <p:cNvPr id="16" name="TextBox 15"/>
          <p:cNvSpPr txBox="1"/>
          <p:nvPr/>
        </p:nvSpPr>
        <p:spPr>
          <a:xfrm>
            <a:off x="5595457" y="3039948"/>
            <a:ext cx="652743" cy="369332"/>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en-US"/>
              <a:t>2017</a:t>
            </a:r>
            <a:endParaRPr lang="en-US"/>
          </a:p>
        </p:txBody>
      </p:sp>
      <p:cxnSp>
        <p:nvCxnSpPr>
          <p:cNvPr id="18" name="Straight Connector 17"/>
          <p:cNvCxnSpPr>
            <a:stCxn id="3" idx="2"/>
            <a:endCxn id="15" idx="3"/>
          </p:cNvCxnSpPr>
          <p:nvPr/>
        </p:nvCxnSpPr>
        <p:spPr>
          <a:xfrm flipH="1">
            <a:off x="3301037" y="2390862"/>
            <a:ext cx="1147210" cy="776095"/>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a:stCxn id="3" idx="2"/>
            <a:endCxn id="16" idx="1"/>
          </p:cNvCxnSpPr>
          <p:nvPr/>
        </p:nvCxnSpPr>
        <p:spPr>
          <a:xfrm>
            <a:off x="4448247" y="2390862"/>
            <a:ext cx="1147210" cy="833752"/>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828487" y="2409036"/>
            <a:ext cx="1091774" cy="369332"/>
          </a:xfrm>
          <a:prstGeom prst="rect">
            <a:avLst/>
          </a:prstGeom>
          <a:noFill/>
        </p:spPr>
        <p:txBody>
          <a:bodyPr wrap="none" rtlCol="0">
            <a:spAutoFit/>
          </a:bodyPr>
          <a:lstStyle/>
          <a:p>
            <a:r>
              <a:rPr lang="en-US"/>
              <a:t>start-year</a:t>
            </a:r>
            <a:endParaRPr lang="en-US"/>
          </a:p>
        </p:txBody>
      </p:sp>
      <p:sp>
        <p:nvSpPr>
          <p:cNvPr id="23" name="TextBox 22"/>
          <p:cNvSpPr txBox="1"/>
          <p:nvPr/>
        </p:nvSpPr>
        <p:spPr>
          <a:xfrm>
            <a:off x="5036192" y="2435601"/>
            <a:ext cx="1021818" cy="369332"/>
          </a:xfrm>
          <a:prstGeom prst="rect">
            <a:avLst/>
          </a:prstGeom>
          <a:noFill/>
        </p:spPr>
        <p:txBody>
          <a:bodyPr wrap="none" rtlCol="0">
            <a:spAutoFit/>
          </a:bodyPr>
          <a:lstStyle/>
          <a:p>
            <a:r>
              <a:rPr lang="en-US"/>
              <a:t>end-year</a:t>
            </a:r>
            <a:endParaRPr lang="en-US"/>
          </a:p>
        </p:txBody>
      </p:sp>
      <p:graphicFrame>
        <p:nvGraphicFramePr>
          <p:cNvPr id="24" name="Table 23"/>
          <p:cNvGraphicFramePr>
            <a:graphicFrameLocks noGrp="1"/>
          </p:cNvGraphicFramePr>
          <p:nvPr/>
        </p:nvGraphicFramePr>
        <p:xfrm>
          <a:off x="7036330" y="2583630"/>
          <a:ext cx="5014752" cy="1483360"/>
        </p:xfrm>
        <a:graphic>
          <a:graphicData uri="http://schemas.openxmlformats.org/drawingml/2006/table">
            <a:tbl>
              <a:tblPr firstRow="1" bandRow="1">
                <a:tableStyleId>{5C22544A-7EE6-4342-B048-85BDC9FD1C3A}</a:tableStyleId>
              </a:tblPr>
              <a:tblGrid>
                <a:gridCol w="1253688"/>
                <a:gridCol w="1253688"/>
                <a:gridCol w="1253688"/>
                <a:gridCol w="1253688"/>
              </a:tblGrid>
              <a:tr h="370840">
                <a:tc>
                  <a:txBody>
                    <a:bodyPr/>
                    <a:lstStyle/>
                    <a:p>
                      <a:r>
                        <a:rPr lang="en-US"/>
                        <a:t>person</a:t>
                      </a:r>
                      <a:endParaRPr lang="en-US"/>
                    </a:p>
                  </a:txBody>
                  <a:tcPr/>
                </a:tc>
                <a:tc>
                  <a:txBody>
                    <a:bodyPr/>
                    <a:lstStyle/>
                    <a:p>
                      <a:r>
                        <a:rPr lang="en-US"/>
                        <a:t>country</a:t>
                      </a:r>
                      <a:endParaRPr lang="en-US"/>
                    </a:p>
                  </a:txBody>
                  <a:tcPr/>
                </a:tc>
                <a:tc>
                  <a:txBody>
                    <a:bodyPr/>
                    <a:lstStyle/>
                    <a:p>
                      <a:r>
                        <a:rPr lang="en-US"/>
                        <a:t>start-year</a:t>
                      </a:r>
                      <a:endParaRPr lang="en-US"/>
                    </a:p>
                  </a:txBody>
                  <a:tcPr/>
                </a:tc>
                <a:tc>
                  <a:txBody>
                    <a:bodyPr/>
                    <a:lstStyle/>
                    <a:p>
                      <a:r>
                        <a:rPr lang="en-US"/>
                        <a:t>end-year</a:t>
                      </a:r>
                      <a:endParaRPr lang="en-US"/>
                    </a:p>
                  </a:txBody>
                  <a:tcPr/>
                </a:tc>
              </a:tr>
              <a:tr h="370840">
                <a:tc>
                  <a:txBody>
                    <a:bodyPr/>
                    <a:lstStyle/>
                    <a:p>
                      <a:r>
                        <a:rPr lang="en-US" err="1"/>
                        <a:t>B.Obama</a:t>
                      </a:r>
                      <a:endParaRPr lang="en-US"/>
                    </a:p>
                  </a:txBody>
                  <a:tcPr/>
                </a:tc>
                <a:tc>
                  <a:txBody>
                    <a:bodyPr/>
                    <a:lstStyle/>
                    <a:p>
                      <a:r>
                        <a:rPr lang="en-US"/>
                        <a:t>USA</a:t>
                      </a:r>
                      <a:endParaRPr lang="en-US"/>
                    </a:p>
                  </a:txBody>
                  <a:tcPr/>
                </a:tc>
                <a:tc>
                  <a:txBody>
                    <a:bodyPr/>
                    <a:lstStyle/>
                    <a:p>
                      <a:r>
                        <a:rPr lang="en-US"/>
                        <a:t>2009</a:t>
                      </a:r>
                      <a:endParaRPr lang="en-US"/>
                    </a:p>
                  </a:txBody>
                  <a:tcPr/>
                </a:tc>
                <a:tc>
                  <a:txBody>
                    <a:bodyPr/>
                    <a:lstStyle/>
                    <a:p>
                      <a:r>
                        <a:rPr lang="en-US"/>
                        <a:t>2017</a:t>
                      </a:r>
                      <a:endParaRPr lang="en-US"/>
                    </a:p>
                  </a:txBody>
                  <a:tcPr/>
                </a:tc>
              </a:tr>
              <a:tr h="370840">
                <a:tc>
                  <a:txBody>
                    <a:bodyPr/>
                    <a:lstStyle/>
                    <a:p>
                      <a:r>
                        <a:rPr lang="en-US" err="1"/>
                        <a:t>J.Chirac</a:t>
                      </a:r>
                      <a:endParaRPr lang="en-US"/>
                    </a:p>
                  </a:txBody>
                  <a:tcPr/>
                </a:tc>
                <a:tc>
                  <a:txBody>
                    <a:bodyPr/>
                    <a:lstStyle/>
                    <a:p>
                      <a:r>
                        <a:rPr lang="en-US"/>
                        <a:t>France</a:t>
                      </a:r>
                      <a:endParaRPr lang="en-US"/>
                    </a:p>
                  </a:txBody>
                  <a:tcPr/>
                </a:tc>
                <a:tc>
                  <a:txBody>
                    <a:bodyPr/>
                    <a:lstStyle/>
                    <a:p>
                      <a:r>
                        <a:rPr lang="en-US"/>
                        <a:t>1995</a:t>
                      </a:r>
                      <a:endParaRPr lang="en-US"/>
                    </a:p>
                  </a:txBody>
                  <a:tcPr/>
                </a:tc>
                <a:tc>
                  <a:txBody>
                    <a:bodyPr/>
                    <a:lstStyle/>
                    <a:p>
                      <a:r>
                        <a:rPr lang="en-US"/>
                        <a:t>2007</a:t>
                      </a:r>
                      <a:endParaRPr lang="en-US"/>
                    </a:p>
                  </a:txBody>
                  <a:tcPr/>
                </a:tc>
              </a:tr>
              <a:tr h="370840">
                <a:tc>
                  <a:txBody>
                    <a:bodyPr/>
                    <a:lstStyle/>
                    <a:p>
                      <a:r>
                        <a:rPr lang="en-US"/>
                        <a:t>… </a:t>
                      </a:r>
                      <a:endParaRPr lang="en-US"/>
                    </a:p>
                  </a:txBody>
                  <a:tcPr/>
                </a:tc>
                <a:tc>
                  <a:txBody>
                    <a:bodyPr/>
                    <a:lstStyle/>
                    <a:p>
                      <a:r>
                        <a:rPr lang="en-US"/>
                        <a:t>… </a:t>
                      </a:r>
                      <a:endParaRPr lang="en-US"/>
                    </a:p>
                  </a:txBody>
                  <a:tcPr/>
                </a:tc>
                <a:tc>
                  <a:txBody>
                    <a:bodyPr/>
                    <a:lstStyle/>
                    <a:p>
                      <a:r>
                        <a:rPr lang="en-US"/>
                        <a:t>… </a:t>
                      </a:r>
                      <a:endParaRPr lang="en-US"/>
                    </a:p>
                  </a:txBody>
                  <a:tcPr/>
                </a:tc>
                <a:tc>
                  <a:txBody>
                    <a:bodyPr/>
                    <a:lstStyle/>
                    <a:p>
                      <a:r>
                        <a:rPr lang="en-US"/>
                        <a:t>… </a:t>
                      </a:r>
                      <a:endParaRPr lang="en-US"/>
                    </a:p>
                  </a:txBody>
                  <a:tcPr/>
                </a:tc>
              </a:tr>
            </a:tbl>
          </a:graphicData>
        </a:graphic>
      </p:graphicFrame>
      <p:sp>
        <p:nvSpPr>
          <p:cNvPr id="25" name="TextBox 24"/>
          <p:cNvSpPr txBox="1"/>
          <p:nvPr/>
        </p:nvSpPr>
        <p:spPr>
          <a:xfrm>
            <a:off x="8774883" y="2091652"/>
            <a:ext cx="3243773" cy="523220"/>
          </a:xfrm>
          <a:prstGeom prst="rect">
            <a:avLst/>
          </a:prstGeom>
          <a:noFill/>
        </p:spPr>
        <p:txBody>
          <a:bodyPr wrap="none" rtlCol="0">
            <a:spAutoFit/>
          </a:bodyPr>
          <a:lstStyle/>
          <a:p>
            <a:r>
              <a:rPr lang="en-US" sz="2800"/>
              <a:t>Table=“president-of”</a:t>
            </a:r>
            <a:endParaRPr lang="en-US" sz="2800"/>
          </a:p>
        </p:txBody>
      </p:sp>
      <p:pic>
        <p:nvPicPr>
          <p:cNvPr id="1026" name="Picture 2" descr="https://upload.wikimedia.org/wikipedia/en/f/f2/Ethan_Hunt_MI.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5457" y="5199017"/>
            <a:ext cx="2511649" cy="1462095"/>
          </a:xfrm>
          <a:prstGeom prst="rect">
            <a:avLst/>
          </a:prstGeom>
          <a:noFill/>
          <a:extLst>
            <a:ext uri="{909E8E84-426E-40DD-AFC4-6F175D3DCCD1}">
              <a14:hiddenFill xmlns:a14="http://schemas.microsoft.com/office/drawing/2010/main">
                <a:solidFill>
                  <a:srgbClr val="FFFFFF"/>
                </a:solidFill>
              </a14:hiddenFill>
            </a:ext>
          </a:extLst>
        </p:spPr>
      </p:pic>
      <p:sp>
        <p:nvSpPr>
          <p:cNvPr id="27" name="Diamond 26"/>
          <p:cNvSpPr/>
          <p:nvPr/>
        </p:nvSpPr>
        <p:spPr>
          <a:xfrm>
            <a:off x="2932485" y="5905001"/>
            <a:ext cx="2181139" cy="906011"/>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acted-as</a:t>
            </a:r>
            <a:endParaRPr lang="en-US"/>
          </a:p>
        </p:txBody>
      </p:sp>
      <p:pic>
        <p:nvPicPr>
          <p:cNvPr id="1028" name="Picture 4" descr="Tom Cruis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683" y="5199017"/>
            <a:ext cx="1962660" cy="14620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ission: Impossible (1996) - IMDb"/>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5395" y="3568462"/>
            <a:ext cx="1315317" cy="194795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p:cNvCxnSpPr>
            <a:stCxn id="1028" idx="3"/>
            <a:endCxn id="27" idx="1"/>
          </p:cNvCxnSpPr>
          <p:nvPr/>
        </p:nvCxnSpPr>
        <p:spPr>
          <a:xfrm>
            <a:off x="2097343" y="5930065"/>
            <a:ext cx="835142" cy="427942"/>
          </a:xfrm>
          <a:prstGeom prst="line">
            <a:avLst/>
          </a:prstGeom>
        </p:spPr>
        <p:style>
          <a:lnRef idx="3">
            <a:schemeClr val="accent1"/>
          </a:lnRef>
          <a:fillRef idx="0">
            <a:schemeClr val="accent1"/>
          </a:fillRef>
          <a:effectRef idx="2">
            <a:schemeClr val="accent1"/>
          </a:effectRef>
          <a:fontRef idx="minor">
            <a:schemeClr val="tx1"/>
          </a:fontRef>
        </p:style>
      </p:cxnSp>
      <p:cxnSp>
        <p:nvCxnSpPr>
          <p:cNvPr id="32" name="Straight Connector 31"/>
          <p:cNvCxnSpPr>
            <a:stCxn id="1030" idx="2"/>
            <a:endCxn id="27" idx="0"/>
          </p:cNvCxnSpPr>
          <p:nvPr/>
        </p:nvCxnSpPr>
        <p:spPr>
          <a:xfrm>
            <a:off x="4023054" y="5516412"/>
            <a:ext cx="1" cy="388589"/>
          </a:xfrm>
          <a:prstGeom prst="line">
            <a:avLst/>
          </a:prstGeom>
        </p:spPr>
        <p:style>
          <a:lnRef idx="3">
            <a:schemeClr val="accent1"/>
          </a:lnRef>
          <a:fillRef idx="0">
            <a:schemeClr val="accent1"/>
          </a:fillRef>
          <a:effectRef idx="2">
            <a:schemeClr val="accent1"/>
          </a:effectRef>
          <a:fontRef idx="minor">
            <a:schemeClr val="tx1"/>
          </a:fontRef>
        </p:style>
      </p:cxnSp>
      <p:cxnSp>
        <p:nvCxnSpPr>
          <p:cNvPr id="36" name="Straight Connector 35"/>
          <p:cNvCxnSpPr>
            <a:stCxn id="1026" idx="1"/>
            <a:endCxn id="27" idx="3"/>
          </p:cNvCxnSpPr>
          <p:nvPr/>
        </p:nvCxnSpPr>
        <p:spPr>
          <a:xfrm flipH="1">
            <a:off x="5113624" y="5930065"/>
            <a:ext cx="481833" cy="427942"/>
          </a:xfrm>
          <a:prstGeom prst="line">
            <a:avLst/>
          </a:prstGeom>
        </p:spPr>
        <p:style>
          <a:lnRef idx="3">
            <a:schemeClr val="accent1"/>
          </a:lnRef>
          <a:fillRef idx="0">
            <a:schemeClr val="accent1"/>
          </a:fillRef>
          <a:effectRef idx="2">
            <a:schemeClr val="accent1"/>
          </a:effectRef>
          <a:fontRef idx="minor">
            <a:schemeClr val="tx1"/>
          </a:fontRef>
        </p:style>
      </p:cxnSp>
      <p:sp>
        <p:nvSpPr>
          <p:cNvPr id="39" name="TextBox 38"/>
          <p:cNvSpPr txBox="1"/>
          <p:nvPr/>
        </p:nvSpPr>
        <p:spPr>
          <a:xfrm>
            <a:off x="220190" y="4829213"/>
            <a:ext cx="1218923" cy="369332"/>
          </a:xfrm>
          <a:prstGeom prst="rect">
            <a:avLst/>
          </a:prstGeom>
          <a:noFill/>
        </p:spPr>
        <p:txBody>
          <a:bodyPr wrap="none" rtlCol="0">
            <a:spAutoFit/>
          </a:bodyPr>
          <a:lstStyle/>
          <a:p>
            <a:r>
              <a:rPr lang="en-US"/>
              <a:t>Tom Cruise</a:t>
            </a:r>
            <a:endParaRPr lang="en-US"/>
          </a:p>
        </p:txBody>
      </p:sp>
      <p:sp>
        <p:nvSpPr>
          <p:cNvPr id="40" name="TextBox 39"/>
          <p:cNvSpPr txBox="1"/>
          <p:nvPr/>
        </p:nvSpPr>
        <p:spPr>
          <a:xfrm>
            <a:off x="6424615" y="4872945"/>
            <a:ext cx="1241045" cy="369332"/>
          </a:xfrm>
          <a:prstGeom prst="rect">
            <a:avLst/>
          </a:prstGeom>
          <a:noFill/>
        </p:spPr>
        <p:txBody>
          <a:bodyPr wrap="none" rtlCol="0">
            <a:spAutoFit/>
          </a:bodyPr>
          <a:lstStyle/>
          <a:p>
            <a:r>
              <a:rPr lang="en-US"/>
              <a:t>Ethan Hunt</a:t>
            </a:r>
            <a:endParaRPr lang="en-US"/>
          </a:p>
        </p:txBody>
      </p:sp>
      <p:sp>
        <p:nvSpPr>
          <p:cNvPr id="41" name="TextBox 40"/>
          <p:cNvSpPr txBox="1"/>
          <p:nvPr/>
        </p:nvSpPr>
        <p:spPr>
          <a:xfrm>
            <a:off x="4592105" y="4289366"/>
            <a:ext cx="1192955" cy="646331"/>
          </a:xfrm>
          <a:prstGeom prst="rect">
            <a:avLst/>
          </a:prstGeom>
          <a:noFill/>
        </p:spPr>
        <p:txBody>
          <a:bodyPr wrap="none" rtlCol="0">
            <a:spAutoFit/>
          </a:bodyPr>
          <a:lstStyle/>
          <a:p>
            <a:r>
              <a:rPr lang="en-US"/>
              <a:t>Mission:</a:t>
            </a:r>
            <a:br>
              <a:rPr lang="en-US"/>
            </a:br>
            <a:r>
              <a:rPr lang="en-US"/>
              <a:t>Impossible</a:t>
            </a:r>
            <a:endParaRPr lang="en-US"/>
          </a:p>
        </p:txBody>
      </p:sp>
      <p:sp>
        <p:nvSpPr>
          <p:cNvPr id="42" name="TextBox 41"/>
          <p:cNvSpPr txBox="1"/>
          <p:nvPr/>
        </p:nvSpPr>
        <p:spPr>
          <a:xfrm>
            <a:off x="3986225" y="5523427"/>
            <a:ext cx="762325" cy="369332"/>
          </a:xfrm>
          <a:prstGeom prst="rect">
            <a:avLst/>
          </a:prstGeom>
          <a:noFill/>
        </p:spPr>
        <p:txBody>
          <a:bodyPr wrap="none" rtlCol="0">
            <a:spAutoFit/>
          </a:bodyPr>
          <a:lstStyle/>
          <a:p>
            <a:r>
              <a:rPr lang="en-US"/>
              <a:t>movie</a:t>
            </a:r>
            <a:endParaRPr lang="en-US"/>
          </a:p>
        </p:txBody>
      </p:sp>
      <p:sp>
        <p:nvSpPr>
          <p:cNvPr id="43" name="TextBox 42"/>
          <p:cNvSpPr txBox="1"/>
          <p:nvPr/>
        </p:nvSpPr>
        <p:spPr>
          <a:xfrm>
            <a:off x="4954762" y="5815783"/>
            <a:ext cx="551241" cy="369332"/>
          </a:xfrm>
          <a:prstGeom prst="rect">
            <a:avLst/>
          </a:prstGeom>
          <a:noFill/>
        </p:spPr>
        <p:txBody>
          <a:bodyPr wrap="none" rtlCol="0">
            <a:spAutoFit/>
          </a:bodyPr>
          <a:lstStyle/>
          <a:p>
            <a:r>
              <a:rPr lang="en-US"/>
              <a:t>role</a:t>
            </a:r>
            <a:endParaRPr lang="en-US"/>
          </a:p>
        </p:txBody>
      </p:sp>
      <p:sp>
        <p:nvSpPr>
          <p:cNvPr id="44" name="TextBox 43"/>
          <p:cNvSpPr txBox="1"/>
          <p:nvPr/>
        </p:nvSpPr>
        <p:spPr>
          <a:xfrm>
            <a:off x="2313252" y="5783625"/>
            <a:ext cx="669735" cy="369332"/>
          </a:xfrm>
          <a:prstGeom prst="rect">
            <a:avLst/>
          </a:prstGeom>
          <a:noFill/>
        </p:spPr>
        <p:txBody>
          <a:bodyPr wrap="none" rtlCol="0">
            <a:spAutoFit/>
          </a:bodyPr>
          <a:lstStyle/>
          <a:p>
            <a:r>
              <a:rPr lang="en-US"/>
              <a:t>actor</a:t>
            </a:r>
            <a:endParaRPr lang="en-US"/>
          </a:p>
        </p:txBody>
      </p:sp>
      <p:graphicFrame>
        <p:nvGraphicFramePr>
          <p:cNvPr id="33" name="Table 32"/>
          <p:cNvGraphicFramePr>
            <a:graphicFrameLocks noGrp="1"/>
          </p:cNvGraphicFramePr>
          <p:nvPr/>
        </p:nvGraphicFramePr>
        <p:xfrm>
          <a:off x="8349525" y="5198545"/>
          <a:ext cx="3761064" cy="1483360"/>
        </p:xfrm>
        <a:graphic>
          <a:graphicData uri="http://schemas.openxmlformats.org/drawingml/2006/table">
            <a:tbl>
              <a:tblPr firstRow="1" bandRow="1">
                <a:tableStyleId>{5C22544A-7EE6-4342-B048-85BDC9FD1C3A}</a:tableStyleId>
              </a:tblPr>
              <a:tblGrid>
                <a:gridCol w="1253688"/>
                <a:gridCol w="1253688"/>
                <a:gridCol w="1253688"/>
              </a:tblGrid>
              <a:tr h="370840">
                <a:tc>
                  <a:txBody>
                    <a:bodyPr/>
                    <a:lstStyle/>
                    <a:p>
                      <a:r>
                        <a:rPr lang="en-US"/>
                        <a:t>actor</a:t>
                      </a:r>
                      <a:endParaRPr lang="en-US"/>
                    </a:p>
                  </a:txBody>
                  <a:tcPr/>
                </a:tc>
                <a:tc>
                  <a:txBody>
                    <a:bodyPr/>
                    <a:lstStyle/>
                    <a:p>
                      <a:r>
                        <a:rPr lang="en-US"/>
                        <a:t>role</a:t>
                      </a:r>
                      <a:endParaRPr lang="en-US"/>
                    </a:p>
                  </a:txBody>
                  <a:tcPr/>
                </a:tc>
                <a:tc>
                  <a:txBody>
                    <a:bodyPr/>
                    <a:lstStyle/>
                    <a:p>
                      <a:r>
                        <a:rPr lang="en-US"/>
                        <a:t>movie</a:t>
                      </a:r>
                      <a:endParaRPr lang="en-US"/>
                    </a:p>
                  </a:txBody>
                  <a:tcPr/>
                </a:tc>
              </a:tr>
              <a:tr h="370840">
                <a:tc>
                  <a:txBody>
                    <a:bodyPr/>
                    <a:lstStyle/>
                    <a:p>
                      <a:r>
                        <a:rPr lang="en-US"/>
                        <a:t>Tom Hanks</a:t>
                      </a:r>
                      <a:endParaRPr lang="en-US"/>
                    </a:p>
                  </a:txBody>
                  <a:tcPr/>
                </a:tc>
                <a:tc>
                  <a:txBody>
                    <a:bodyPr/>
                    <a:lstStyle/>
                    <a:p>
                      <a:r>
                        <a:rPr lang="en-US" sz="1800" b="0" i="0" kern="1200">
                          <a:solidFill>
                            <a:schemeClr val="dk1"/>
                          </a:solidFill>
                          <a:effectLst/>
                          <a:latin typeface="+mn-lt"/>
                          <a:ea typeface="+mn-ea"/>
                          <a:cs typeface="+mn-cs"/>
                        </a:rPr>
                        <a:t>Jim Lovell</a:t>
                      </a:r>
                      <a:endParaRPr lang="en-US"/>
                    </a:p>
                  </a:txBody>
                  <a:tcPr/>
                </a:tc>
                <a:tc>
                  <a:txBody>
                    <a:bodyPr/>
                    <a:lstStyle/>
                    <a:p>
                      <a:r>
                        <a:rPr lang="en-US"/>
                        <a:t>Apollo 13</a:t>
                      </a:r>
                      <a:endParaRPr lang="en-US"/>
                    </a:p>
                  </a:txBody>
                  <a:tcPr/>
                </a:tc>
              </a:tr>
              <a:tr h="370840">
                <a:tc>
                  <a:txBody>
                    <a:bodyPr/>
                    <a:lstStyle/>
                    <a:p>
                      <a:r>
                        <a:rPr lang="en-US"/>
                        <a:t>Tom Cruise</a:t>
                      </a:r>
                      <a:endParaRPr lang="en-US"/>
                    </a:p>
                  </a:txBody>
                  <a:tcPr/>
                </a:tc>
                <a:tc>
                  <a:txBody>
                    <a:bodyPr/>
                    <a:lstStyle/>
                    <a:p>
                      <a:r>
                        <a:rPr lang="en-US"/>
                        <a:t>Ethan Hunt</a:t>
                      </a:r>
                      <a:endParaRPr lang="en-US"/>
                    </a:p>
                  </a:txBody>
                  <a:tcPr/>
                </a:tc>
                <a:tc>
                  <a:txBody>
                    <a:bodyPr/>
                    <a:lstStyle/>
                    <a:p>
                      <a:r>
                        <a:rPr lang="en-US"/>
                        <a:t>Mission…</a:t>
                      </a:r>
                      <a:endParaRPr lang="en-US"/>
                    </a:p>
                  </a:txBody>
                  <a:tcPr/>
                </a:tc>
              </a:tr>
              <a:tr h="370840">
                <a:tc>
                  <a:txBody>
                    <a:bodyPr/>
                    <a:lstStyle/>
                    <a:p>
                      <a:r>
                        <a:rPr lang="en-US"/>
                        <a:t>… </a:t>
                      </a:r>
                      <a:endParaRPr lang="en-US"/>
                    </a:p>
                  </a:txBody>
                  <a:tcPr/>
                </a:tc>
                <a:tc>
                  <a:txBody>
                    <a:bodyPr/>
                    <a:lstStyle/>
                    <a:p>
                      <a:r>
                        <a:rPr lang="en-US"/>
                        <a:t>… </a:t>
                      </a:r>
                      <a:endParaRPr lang="en-US"/>
                    </a:p>
                  </a:txBody>
                  <a:tcPr/>
                </a:tc>
                <a:tc>
                  <a:txBody>
                    <a:bodyPr/>
                    <a:lstStyle/>
                    <a:p>
                      <a:r>
                        <a:rPr lang="en-US"/>
                        <a:t>… </a:t>
                      </a:r>
                      <a:endParaRPr lang="en-US"/>
                    </a:p>
                  </a:txBody>
                  <a:tcPr/>
                </a:tc>
              </a:tr>
            </a:tbl>
          </a:graphicData>
        </a:graphic>
      </p:graphicFrame>
      <p:sp>
        <p:nvSpPr>
          <p:cNvPr id="34" name="TextBox 33"/>
          <p:cNvSpPr txBox="1"/>
          <p:nvPr/>
        </p:nvSpPr>
        <p:spPr>
          <a:xfrm>
            <a:off x="8927283" y="4658715"/>
            <a:ext cx="2654253" cy="523220"/>
          </a:xfrm>
          <a:prstGeom prst="rect">
            <a:avLst/>
          </a:prstGeom>
          <a:noFill/>
        </p:spPr>
        <p:txBody>
          <a:bodyPr wrap="none" rtlCol="0">
            <a:spAutoFit/>
          </a:bodyPr>
          <a:lstStyle/>
          <a:p>
            <a:r>
              <a:rPr lang="en-US" sz="2800"/>
              <a:t>Table=“acted-as”</a:t>
            </a:r>
            <a:endParaRPr lang="en-US" sz="2800"/>
          </a:p>
        </p:txBody>
      </p:sp>
      <mc:AlternateContent xmlns:mc="http://schemas.openxmlformats.org/markup-compatibility/2006" xmlns:p14="http://schemas.microsoft.com/office/powerpoint/2010/main">
        <mc:Choice Requires="p14">
          <p:contentPart r:id="rId6" p14:bwMode="auto">
            <p14:nvContentPartPr>
              <p14:cNvPr id="6" name="Ink 5"/>
              <p14:cNvContentPartPr/>
              <p14:nvPr/>
            </p14:nvContentPartPr>
            <p14:xfrm>
              <a:off x="2255400" y="5821920"/>
              <a:ext cx="3191760" cy="962640"/>
            </p14:xfrm>
          </p:contentPart>
        </mc:Choice>
        <mc:Fallback xmlns="">
          <p:pic>
            <p:nvPicPr>
              <p:cNvPr id="6" name="Ink 5"/>
            </p:nvPicPr>
            <p:blipFill>
              <a:blip r:embed="rId7"/>
            </p:blipFill>
            <p:spPr>
              <a:xfrm>
                <a:off x="2255400" y="5821920"/>
                <a:ext cx="3191760" cy="96264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13" grpId="0"/>
      <p:bldP spid="14" grpId="0"/>
      <p:bldP spid="15" grpId="0" animBg="1"/>
      <p:bldP spid="16" grpId="0" animBg="1"/>
      <p:bldP spid="22" grpId="0"/>
      <p:bldP spid="23" grpId="0"/>
      <p:bldP spid="25" grpId="0"/>
      <p:bldP spid="27" grpId="0" animBg="1"/>
      <p:bldP spid="39" grpId="0"/>
      <p:bldP spid="40" grpId="0"/>
      <p:bldP spid="41" grpId="0"/>
      <p:bldP spid="42" grpId="0"/>
      <p:bldP spid="43" grpId="0"/>
      <p:bldP spid="4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310" y="176586"/>
            <a:ext cx="11561380" cy="812746"/>
          </a:xfrm>
        </p:spPr>
        <p:txBody>
          <a:bodyPr>
            <a:normAutofit/>
          </a:bodyPr>
          <a:lstStyle/>
          <a:p>
            <a:r>
              <a:rPr lang="en-US" dirty="0"/>
              <a:t>Slices of </a:t>
            </a:r>
            <a:r>
              <a:rPr lang="en-US" dirty="0">
                <a:hlinkClick r:id="rId1"/>
              </a:rPr>
              <a:t>WordNet</a:t>
            </a:r>
            <a:r>
              <a:rPr lang="en-US" dirty="0"/>
              <a:t> (‘light’)</a:t>
            </a:r>
            <a:endParaRPr lang="en-IN" dirty="0"/>
          </a:p>
        </p:txBody>
      </p:sp>
      <p:sp>
        <p:nvSpPr>
          <p:cNvPr id="9" name="Content Placeholder 8"/>
          <p:cNvSpPr>
            <a:spLocks noGrp="1"/>
          </p:cNvSpPr>
          <p:nvPr>
            <p:ph idx="1"/>
          </p:nvPr>
        </p:nvSpPr>
        <p:spPr>
          <a:xfrm>
            <a:off x="7740868" y="1243739"/>
            <a:ext cx="4135822" cy="4933224"/>
          </a:xfrm>
        </p:spPr>
        <p:txBody>
          <a:bodyPr/>
          <a:lstStyle/>
          <a:p>
            <a:r>
              <a:rPr lang="en-US" dirty="0"/>
              <a:t>Noun, verb, adjective (+adverb) senses of ‘light’</a:t>
            </a:r>
            <a:endParaRPr lang="en-US" dirty="0"/>
          </a:p>
          <a:p>
            <a:r>
              <a:rPr lang="en-US" dirty="0"/>
              <a:t>Multiple senses per POS</a:t>
            </a:r>
            <a:endParaRPr lang="en-US" dirty="0"/>
          </a:p>
          <a:p>
            <a:r>
              <a:rPr lang="en-US" dirty="0"/>
              <a:t>Each line represents a </a:t>
            </a:r>
            <a:r>
              <a:rPr lang="en-US" dirty="0" err="1">
                <a:effectLst>
                  <a:glow rad="139700">
                    <a:schemeClr val="accent6">
                      <a:satMod val="175000"/>
                      <a:alpha val="40000"/>
                    </a:schemeClr>
                  </a:glow>
                </a:effectLst>
              </a:rPr>
              <a:t>synset</a:t>
            </a:r>
            <a:endParaRPr lang="en-US" dirty="0">
              <a:effectLst>
                <a:glow rad="139700">
                  <a:schemeClr val="accent6">
                    <a:satMod val="175000"/>
                    <a:alpha val="40000"/>
                  </a:schemeClr>
                </a:glow>
              </a:effectLst>
            </a:endParaRPr>
          </a:p>
          <a:p>
            <a:r>
              <a:rPr lang="en-US" dirty="0"/>
              <a:t>Each </a:t>
            </a:r>
            <a:r>
              <a:rPr lang="en-US" dirty="0" err="1"/>
              <a:t>synset</a:t>
            </a:r>
            <a:r>
              <a:rPr lang="en-US" dirty="0"/>
              <a:t> comes with a (</a:t>
            </a:r>
            <a:r>
              <a:rPr lang="en-US" dirty="0">
                <a:effectLst>
                  <a:glow rad="139700">
                    <a:schemeClr val="accent6">
                      <a:satMod val="175000"/>
                      <a:alpha val="40000"/>
                    </a:schemeClr>
                  </a:glow>
                </a:effectLst>
              </a:rPr>
              <a:t>gloss</a:t>
            </a:r>
            <a:r>
              <a:rPr lang="en-US" dirty="0"/>
              <a:t>) and an “</a:t>
            </a:r>
            <a:r>
              <a:rPr lang="en-US" dirty="0">
                <a:effectLst>
                  <a:glow rad="139700">
                    <a:schemeClr val="accent6">
                      <a:satMod val="175000"/>
                      <a:alpha val="40000"/>
                    </a:schemeClr>
                  </a:glow>
                </a:effectLst>
              </a:rPr>
              <a:t>example</a:t>
            </a:r>
            <a:r>
              <a:rPr lang="en-US" dirty="0"/>
              <a:t> occurrence”</a:t>
            </a:r>
            <a:endParaRPr lang="en-US" dirty="0"/>
          </a:p>
          <a:p>
            <a:r>
              <a:rPr lang="en-US" dirty="0" err="1"/>
              <a:t>Synsets</a:t>
            </a:r>
            <a:r>
              <a:rPr lang="en-US" dirty="0"/>
              <a:t> are connected by </a:t>
            </a:r>
            <a:r>
              <a:rPr lang="en-US" dirty="0">
                <a:effectLst>
                  <a:glow rad="139700">
                    <a:schemeClr val="accent6">
                      <a:satMod val="175000"/>
                      <a:alpha val="40000"/>
                    </a:schemeClr>
                  </a:glow>
                </a:effectLst>
              </a:rPr>
              <a:t>relations</a:t>
            </a:r>
            <a:endParaRPr lang="en-IN" dirty="0">
              <a:effectLst>
                <a:glow rad="139700">
                  <a:schemeClr val="accent6">
                    <a:satMod val="175000"/>
                    <a:alpha val="40000"/>
                  </a:schemeClr>
                </a:glow>
              </a:effectLst>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310" y="1045894"/>
            <a:ext cx="7425559" cy="178739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310" y="2845264"/>
            <a:ext cx="7425559" cy="1981023"/>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5310" y="4855892"/>
            <a:ext cx="7425559" cy="177111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8792" y="129452"/>
            <a:ext cx="11462994" cy="812746"/>
          </a:xfrm>
        </p:spPr>
        <p:txBody>
          <a:bodyPr/>
          <a:lstStyle/>
          <a:p>
            <a:r>
              <a:rPr lang="en-US" dirty="0"/>
              <a:t>Relations between </a:t>
            </a:r>
            <a:r>
              <a:rPr lang="en-US" dirty="0" err="1"/>
              <a:t>synsets</a:t>
            </a:r>
            <a:r>
              <a:rPr lang="en-US" dirty="0"/>
              <a:t> in WordNet</a:t>
            </a:r>
            <a:endParaRPr lang="en-IN"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27540" y="1348734"/>
            <a:ext cx="10116962" cy="1924319"/>
          </a:xfrm>
          <a:prstGeom prst="rect">
            <a:avLst/>
          </a:prstGeom>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0913" y="4289896"/>
            <a:ext cx="9678751" cy="1219370"/>
          </a:xfrm>
          <a:prstGeom prst="rect">
            <a:avLst/>
          </a:prstGeom>
        </p:spPr>
      </p:pic>
      <p:cxnSp>
        <p:nvCxnSpPr>
          <p:cNvPr id="9" name="Straight Arrow Connector 8"/>
          <p:cNvCxnSpPr/>
          <p:nvPr/>
        </p:nvCxnSpPr>
        <p:spPr>
          <a:xfrm flipH="1">
            <a:off x="2068988" y="2840118"/>
            <a:ext cx="396100" cy="14497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1928"/>
            <a:ext cx="10515600" cy="812746"/>
          </a:xfrm>
        </p:spPr>
        <p:txBody>
          <a:bodyPr/>
          <a:lstStyle/>
          <a:p>
            <a:r>
              <a:rPr lang="en-US" dirty="0"/>
              <a:t>Glimpse of </a:t>
            </a:r>
            <a:r>
              <a:rPr lang="en-US" dirty="0" err="1"/>
              <a:t>Wikidata</a:t>
            </a:r>
            <a:r>
              <a:rPr lang="en-US" dirty="0"/>
              <a:t>: Entities (“topics”)</a:t>
            </a:r>
            <a:endParaRPr lang="en-US"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6898" y="1359017"/>
            <a:ext cx="7925119" cy="5208848"/>
          </a:xfrm>
          <a:prstGeom prst="rect">
            <a:avLst/>
          </a:prstGeom>
          <a:effectLst>
            <a:outerShdw blurRad="266700" dist="38100" dir="5400000" algn="t" rotWithShape="0">
              <a:prstClr val="black">
                <a:alpha val="40000"/>
              </a:prstClr>
            </a:outerShdw>
          </a:effectLst>
        </p:spPr>
      </p:pic>
      <p:sp>
        <p:nvSpPr>
          <p:cNvPr id="5" name="Speech Bubble: Rectangle with Corners Rounded 4"/>
          <p:cNvSpPr/>
          <p:nvPr/>
        </p:nvSpPr>
        <p:spPr>
          <a:xfrm>
            <a:off x="310661" y="844061"/>
            <a:ext cx="3003259" cy="436227"/>
          </a:xfrm>
          <a:prstGeom prst="wedgeRoundRectCallout">
            <a:avLst>
              <a:gd name="adj1" fmla="val -19157"/>
              <a:gd name="adj2" fmla="val 7788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Name (can be ambiguous)</a:t>
            </a:r>
            <a:endParaRPr lang="en-US" sz="2000"/>
          </a:p>
        </p:txBody>
      </p:sp>
      <p:sp>
        <p:nvSpPr>
          <p:cNvPr id="6" name="Speech Bubble: Rectangle with Corners Rounded 5"/>
          <p:cNvSpPr/>
          <p:nvPr/>
        </p:nvSpPr>
        <p:spPr>
          <a:xfrm>
            <a:off x="4355552" y="944729"/>
            <a:ext cx="3003259" cy="436227"/>
          </a:xfrm>
          <a:prstGeom prst="wedgeRoundRectCallout">
            <a:avLst>
              <a:gd name="adj1" fmla="val -95693"/>
              <a:gd name="adj2" fmla="val 9711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Unique canonical entity ID</a:t>
            </a:r>
            <a:endParaRPr lang="en-US" sz="2000"/>
          </a:p>
        </p:txBody>
      </p:sp>
      <p:sp>
        <p:nvSpPr>
          <p:cNvPr id="7" name="Right Brace 6"/>
          <p:cNvSpPr/>
          <p:nvPr/>
        </p:nvSpPr>
        <p:spPr>
          <a:xfrm>
            <a:off x="8036653" y="1845578"/>
            <a:ext cx="654341" cy="365340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Speech Bubble: Rectangle with Corners Rounded 7"/>
          <p:cNvSpPr/>
          <p:nvPr/>
        </p:nvSpPr>
        <p:spPr>
          <a:xfrm>
            <a:off x="9532420" y="3310155"/>
            <a:ext cx="2348918" cy="985007"/>
          </a:xfrm>
          <a:prstGeom prst="wedgeRoundRectCallout">
            <a:avLst>
              <a:gd name="adj1" fmla="val -83550"/>
              <a:gd name="adj2" fmla="val -1360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Other English names or “aliases”</a:t>
            </a:r>
            <a:endParaRPr lang="en-US" sz="2000"/>
          </a:p>
        </p:txBody>
      </p:sp>
      <p:sp>
        <p:nvSpPr>
          <p:cNvPr id="9" name="Speech Bubble: Rectangle with Corners Rounded 8"/>
          <p:cNvSpPr/>
          <p:nvPr/>
        </p:nvSpPr>
        <p:spPr>
          <a:xfrm>
            <a:off x="9532420" y="4714343"/>
            <a:ext cx="2348918" cy="985007"/>
          </a:xfrm>
          <a:prstGeom prst="wedgeRoundRectCallout">
            <a:avLst>
              <a:gd name="adj1" fmla="val -117121"/>
              <a:gd name="adj2" fmla="val 11244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Aliases in other languages</a:t>
            </a:r>
            <a:endParaRPr lang="en-US" sz="2000"/>
          </a:p>
        </p:txBody>
      </p:sp>
      <p:sp>
        <p:nvSpPr>
          <p:cNvPr id="10" name="Speech Bubble: Rectangle with Corners Rounded 9"/>
          <p:cNvSpPr/>
          <p:nvPr/>
        </p:nvSpPr>
        <p:spPr>
          <a:xfrm>
            <a:off x="9532420" y="1623054"/>
            <a:ext cx="2348918" cy="985007"/>
          </a:xfrm>
          <a:prstGeom prst="wedgeRoundRectCallout">
            <a:avLst>
              <a:gd name="adj1" fmla="val -232121"/>
              <a:gd name="adj2" fmla="val 16013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A prominent description</a:t>
            </a:r>
            <a:endParaRPr lang="en-US" sz="2000"/>
          </a:p>
        </p:txBody>
      </p:sp>
      <p:sp>
        <p:nvSpPr>
          <p:cNvPr id="11" name="Rectangle: Rounded Corners 10"/>
          <p:cNvSpPr/>
          <p:nvPr/>
        </p:nvSpPr>
        <p:spPr>
          <a:xfrm>
            <a:off x="2408663" y="1380956"/>
            <a:ext cx="654341" cy="464622"/>
          </a:xfrm>
          <a:prstGeom prst="roundRect">
            <a:avLst/>
          </a:prstGeom>
          <a:noFill/>
          <a:ln w="5715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r:id="rId2" p14:bwMode="auto">
            <p14:nvContentPartPr>
              <p14:cNvPr id="3" name="Ink 2"/>
              <p14:cNvContentPartPr/>
              <p14:nvPr/>
            </p14:nvContentPartPr>
            <p14:xfrm>
              <a:off x="9583920" y="5787000"/>
              <a:ext cx="2247120" cy="762480"/>
            </p14:xfrm>
          </p:contentPart>
        </mc:Choice>
        <mc:Fallback xmlns="">
          <p:pic>
            <p:nvPicPr>
              <p:cNvPr id="3" name="Ink 2"/>
            </p:nvPicPr>
            <p:blipFill>
              <a:blip r:embed="rId3"/>
            </p:blipFill>
            <p:spPr>
              <a:xfrm>
                <a:off x="9583920" y="5787000"/>
                <a:ext cx="2247120" cy="762480"/>
              </a:xfrm>
              <a:prstGeom prst="rect"/>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745" y="41934"/>
            <a:ext cx="11384627" cy="812746"/>
          </a:xfrm>
        </p:spPr>
        <p:txBody>
          <a:bodyPr>
            <a:normAutofit/>
          </a:bodyPr>
          <a:lstStyle/>
          <a:p>
            <a:r>
              <a:rPr lang="en-US" dirty="0"/>
              <a:t>Glimpse of </a:t>
            </a:r>
            <a:r>
              <a:rPr lang="en-US" dirty="0" err="1"/>
              <a:t>Wikidata</a:t>
            </a:r>
            <a:r>
              <a:rPr lang="en-US" dirty="0"/>
              <a:t>: Relations (“statements”)</a:t>
            </a:r>
            <a:endParaRPr lang="en-US"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8111" y="3175901"/>
            <a:ext cx="8204622" cy="3492679"/>
          </a:xfrm>
          <a:prstGeom prst="rect">
            <a:avLst/>
          </a:prstGeom>
          <a:effectLst>
            <a:outerShdw blurRad="304800" dist="38100" dir="5400000" algn="t" rotWithShape="0">
              <a:prstClr val="black">
                <a:alpha val="40000"/>
              </a:prstClr>
            </a:outerShdw>
          </a:effectLst>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7239" y="844061"/>
            <a:ext cx="10706650" cy="5613689"/>
          </a:xfrm>
          <a:prstGeom prst="rect">
            <a:avLst/>
          </a:prstGeom>
          <a:effectLst>
            <a:glow rad="101600">
              <a:schemeClr val="accent3">
                <a:satMod val="175000"/>
                <a:alpha val="40000"/>
              </a:schemeClr>
            </a:glow>
          </a:effectLst>
        </p:spPr>
      </p:pic>
      <p:sp>
        <p:nvSpPr>
          <p:cNvPr id="8" name="Arc 7"/>
          <p:cNvSpPr/>
          <p:nvPr/>
        </p:nvSpPr>
        <p:spPr>
          <a:xfrm flipH="1">
            <a:off x="423745" y="1059366"/>
            <a:ext cx="2352907" cy="3757459"/>
          </a:xfrm>
          <a:prstGeom prst="arc">
            <a:avLst>
              <a:gd name="adj1" fmla="val 16395806"/>
              <a:gd name="adj2" fmla="val 0"/>
            </a:avLst>
          </a:prstGeom>
          <a:ln w="57150">
            <a:headEnd type="triangle" w="lg" len="lg"/>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9" name="Speech Bubble: Rectangle with Corners Rounded 8"/>
          <p:cNvSpPr/>
          <p:nvPr/>
        </p:nvSpPr>
        <p:spPr>
          <a:xfrm>
            <a:off x="7538274" y="844061"/>
            <a:ext cx="3316487" cy="536895"/>
          </a:xfrm>
          <a:prstGeom prst="wedgeRoundRectCallout">
            <a:avLst>
              <a:gd name="adj1" fmla="val -142094"/>
              <a:gd name="adj2" fmla="val -1088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Unique canonical relation ID</a:t>
            </a:r>
            <a:endParaRPr lang="en-US" sz="2000"/>
          </a:p>
        </p:txBody>
      </p:sp>
      <p:sp>
        <p:nvSpPr>
          <p:cNvPr id="10" name="Rectangle: Rounded Corners 9"/>
          <p:cNvSpPr/>
          <p:nvPr/>
        </p:nvSpPr>
        <p:spPr>
          <a:xfrm>
            <a:off x="3746813" y="879154"/>
            <a:ext cx="654341" cy="464622"/>
          </a:xfrm>
          <a:prstGeom prst="roundRect">
            <a:avLst/>
          </a:prstGeom>
          <a:noFill/>
          <a:ln w="5715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peech Bubble: Rectangle with Corners Rounded 10"/>
          <p:cNvSpPr/>
          <p:nvPr/>
        </p:nvSpPr>
        <p:spPr>
          <a:xfrm>
            <a:off x="1744685" y="3916175"/>
            <a:ext cx="3228759" cy="900650"/>
          </a:xfrm>
          <a:prstGeom prst="wedgeRoundRectCallout">
            <a:avLst>
              <a:gd name="adj1" fmla="val 144985"/>
              <a:gd name="adj2" fmla="val 11102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Relation aliases in multiple languages</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681"/>
            <a:ext cx="11582400" cy="1034926"/>
          </a:xfrm>
        </p:spPr>
        <p:txBody>
          <a:bodyPr>
            <a:normAutofit/>
          </a:bodyPr>
          <a:lstStyle/>
          <a:p>
            <a:r>
              <a:rPr lang="en-US" sz="4800" b="1">
                <a:solidFill>
                  <a:schemeClr val="accent1"/>
                </a:solidFill>
              </a:rPr>
              <a:t>Knowledge graphs: Useful but incomplete</a:t>
            </a:r>
            <a:endParaRPr lang="en-US" sz="4800" b="1">
              <a:solidFill>
                <a:schemeClr val="accent1"/>
              </a:solidFill>
            </a:endParaRPr>
          </a:p>
        </p:txBody>
      </p:sp>
      <p:sp>
        <p:nvSpPr>
          <p:cNvPr id="5" name="Text Placeholder 4"/>
          <p:cNvSpPr>
            <a:spLocks noGrp="1"/>
          </p:cNvSpPr>
          <p:nvPr>
            <p:ph type="body" sz="half" idx="1"/>
          </p:nvPr>
        </p:nvSpPr>
        <p:spPr>
          <a:xfrm>
            <a:off x="304800" y="1275346"/>
            <a:ext cx="6923314" cy="5277293"/>
          </a:xfrm>
        </p:spPr>
        <p:txBody>
          <a:bodyPr>
            <a:normAutofit/>
          </a:bodyPr>
          <a:lstStyle/>
          <a:p>
            <a:pPr marL="342900" indent="-342900">
              <a:buFont typeface="Arial" panose="020B0604020202020204" pitchFamily="34" charset="0"/>
              <a:buChar char="•"/>
            </a:pPr>
            <a:r>
              <a:rPr lang="en-US" sz="3200"/>
              <a:t>Used for question answering, product search, dialog, information extraction </a:t>
            </a:r>
            <a:endParaRPr lang="en-US" sz="3200"/>
          </a:p>
          <a:p>
            <a:pPr marL="342900" indent="-342900">
              <a:buFont typeface="Arial" panose="020B0604020202020204" pitchFamily="34" charset="0"/>
              <a:buChar char="•"/>
            </a:pPr>
            <a:r>
              <a:rPr lang="en-US" sz="3200"/>
              <a:t>Not possible to</a:t>
            </a:r>
            <a:br>
              <a:rPr lang="en-US" sz="3200"/>
            </a:br>
            <a:r>
              <a:rPr lang="en-US" sz="3200"/>
              <a:t>manually cover</a:t>
            </a:r>
            <a:br>
              <a:rPr lang="en-US" sz="3200"/>
            </a:br>
            <a:r>
              <a:rPr lang="en-US" sz="3200"/>
              <a:t>all human knowledge</a:t>
            </a:r>
            <a:br>
              <a:rPr lang="en-US" sz="3200"/>
            </a:br>
            <a:r>
              <a:rPr lang="en-US" sz="3200"/>
              <a:t>nor stay current</a:t>
            </a:r>
            <a:endParaRPr lang="en-US" sz="3200"/>
          </a:p>
        </p:txBody>
      </p:sp>
      <p:sp>
        <p:nvSpPr>
          <p:cNvPr id="7" name="TextBox 6"/>
          <p:cNvSpPr txBox="1"/>
          <p:nvPr/>
        </p:nvSpPr>
        <p:spPr>
          <a:xfrm>
            <a:off x="9592886" y="6048433"/>
            <a:ext cx="229431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a:t>
            </a: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hlinkClick r:id="rId1"/>
              </a:rPr>
              <a:t>Min et al 2013</a:t>
            </a: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8" name="Table 8"/>
          <p:cNvGraphicFramePr>
            <a:graphicFrameLocks noGrp="1"/>
          </p:cNvGraphicFramePr>
          <p:nvPr/>
        </p:nvGraphicFramePr>
        <p:xfrm>
          <a:off x="4660490" y="2443502"/>
          <a:ext cx="7366000" cy="3485349"/>
        </p:xfrm>
        <a:graphic>
          <a:graphicData uri="http://schemas.openxmlformats.org/drawingml/2006/table">
            <a:tbl>
              <a:tblPr firstRow="1" bandRow="1">
                <a:tableStyleId>{5940675A-B579-460E-94D1-54222C63F5DA}</a:tableStyleId>
              </a:tblPr>
              <a:tblGrid>
                <a:gridCol w="5119723"/>
                <a:gridCol w="2246277"/>
              </a:tblGrid>
              <a:tr h="497907">
                <a:tc>
                  <a:txBody>
                    <a:bodyPr/>
                    <a:lstStyle/>
                    <a:p>
                      <a:pPr algn="ctr"/>
                      <a:r>
                        <a:rPr lang="en-US" sz="2400" b="1"/>
                        <a:t>Freebase relations</a:t>
                      </a:r>
                      <a:endParaRPr lang="en-US" sz="2400" b="1"/>
                    </a:p>
                  </a:txBody>
                  <a:tcPr/>
                </a:tc>
                <a:tc>
                  <a:txBody>
                    <a:bodyPr/>
                    <a:lstStyle/>
                    <a:p>
                      <a:pPr algn="ctr"/>
                      <a:r>
                        <a:rPr lang="en-US" sz="2400" b="1"/>
                        <a:t>% </a:t>
                      </a:r>
                      <a:r>
                        <a:rPr lang="en-US" sz="2400" b="1" err="1">
                          <a:highlight>
                            <a:srgbClr val="FFFF00"/>
                          </a:highlight>
                        </a:rPr>
                        <a:t>IN</a:t>
                      </a:r>
                      <a:r>
                        <a:rPr lang="en-US" sz="2400" b="1" err="1"/>
                        <a:t>complete</a:t>
                      </a:r>
                      <a:endParaRPr lang="en-US" sz="2400" b="1"/>
                    </a:p>
                  </a:txBody>
                  <a:tcPr/>
                </a:tc>
              </a:tr>
              <a:tr h="49790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2400"/>
                        <a:t>/people/person/parents</a:t>
                      </a:r>
                      <a:endParaRPr lang="en-US" sz="2400"/>
                    </a:p>
                  </a:txBody>
                  <a:tcPr/>
                </a:tc>
                <a:tc>
                  <a:txBody>
                    <a:bodyPr/>
                    <a:lstStyle/>
                    <a:p>
                      <a:pPr algn="ctr"/>
                      <a:r>
                        <a:rPr lang="en-US" sz="2400"/>
                        <a:t>98.8</a:t>
                      </a:r>
                      <a:endParaRPr lang="en-US" sz="2400"/>
                    </a:p>
                  </a:txBody>
                  <a:tcPr/>
                </a:tc>
              </a:tr>
              <a:tr h="49790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2400"/>
                        <a:t>/people/person/</a:t>
                      </a:r>
                      <a:r>
                        <a:rPr lang="en-US" sz="2400" err="1"/>
                        <a:t>places_lives</a:t>
                      </a:r>
                      <a:endParaRPr lang="en-US" sz="2400"/>
                    </a:p>
                  </a:txBody>
                  <a:tcPr/>
                </a:tc>
                <a:tc>
                  <a:txBody>
                    <a:bodyPr/>
                    <a:lstStyle/>
                    <a:p>
                      <a:pPr algn="ctr"/>
                      <a:r>
                        <a:rPr lang="en-US" sz="2400"/>
                        <a:t>96.6</a:t>
                      </a:r>
                      <a:endParaRPr lang="en-US" sz="2400"/>
                    </a:p>
                  </a:txBody>
                  <a:tcPr/>
                </a:tc>
              </a:tr>
              <a:tr h="49790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2400"/>
                        <a:t>/people/person/</a:t>
                      </a:r>
                      <a:r>
                        <a:rPr lang="en-US" sz="2400" err="1"/>
                        <a:t>place_of_birth</a:t>
                      </a:r>
                      <a:endParaRPr lang="en-US" sz="2400"/>
                    </a:p>
                  </a:txBody>
                  <a:tcPr/>
                </a:tc>
                <a:tc>
                  <a:txBody>
                    <a:bodyPr/>
                    <a:lstStyle/>
                    <a:p>
                      <a:pPr algn="ctr"/>
                      <a:r>
                        <a:rPr lang="en-US" sz="2400"/>
                        <a:t>93.8</a:t>
                      </a:r>
                      <a:endParaRPr lang="en-US" sz="2400"/>
                    </a:p>
                  </a:txBody>
                  <a:tcPr/>
                </a:tc>
              </a:tr>
              <a:tr h="497907">
                <a:tc>
                  <a:txBody>
                    <a:bodyPr/>
                    <a:lstStyle/>
                    <a:p>
                      <a:pPr algn="ctr"/>
                      <a:r>
                        <a:rPr lang="en-US" sz="2400"/>
                        <a:t>/people/person/</a:t>
                      </a:r>
                      <a:r>
                        <a:rPr lang="en-US" sz="2400" err="1"/>
                        <a:t>employment_history</a:t>
                      </a:r>
                      <a:endParaRPr lang="en-US" sz="2400"/>
                    </a:p>
                  </a:txBody>
                  <a:tcPr/>
                </a:tc>
                <a:tc>
                  <a:txBody>
                    <a:bodyPr/>
                    <a:lstStyle/>
                    <a:p>
                      <a:pPr algn="ctr"/>
                      <a:r>
                        <a:rPr lang="en-US" sz="2400"/>
                        <a:t>92.3</a:t>
                      </a:r>
                      <a:endParaRPr lang="en-US" sz="2400"/>
                    </a:p>
                  </a:txBody>
                  <a:tcPr/>
                </a:tc>
              </a:tr>
              <a:tr h="49790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2400"/>
                        <a:t>/people/person/nationality</a:t>
                      </a:r>
                      <a:endParaRPr lang="en-US" sz="2400"/>
                    </a:p>
                  </a:txBody>
                  <a:tcPr/>
                </a:tc>
                <a:tc>
                  <a:txBody>
                    <a:bodyPr/>
                    <a:lstStyle/>
                    <a:p>
                      <a:pPr algn="ctr"/>
                      <a:r>
                        <a:rPr lang="en-US" sz="2400"/>
                        <a:t>78.5</a:t>
                      </a:r>
                      <a:endParaRPr lang="en-US" sz="2400"/>
                    </a:p>
                  </a:txBody>
                  <a:tcPr/>
                </a:tc>
              </a:tr>
              <a:tr h="497907">
                <a:tc>
                  <a:txBody>
                    <a:bodyPr/>
                    <a:lstStyle/>
                    <a:p>
                      <a:pPr algn="ctr"/>
                      <a:r>
                        <a:rPr lang="en-US" sz="2400"/>
                        <a:t>/people/person/education</a:t>
                      </a:r>
                      <a:endParaRPr lang="en-US" sz="2400"/>
                    </a:p>
                  </a:txBody>
                  <a:tcPr/>
                </a:tc>
                <a:tc>
                  <a:txBody>
                    <a:bodyPr/>
                    <a:lstStyle/>
                    <a:p>
                      <a:pPr algn="ctr"/>
                      <a:r>
                        <a:rPr lang="en-US" sz="2400"/>
                        <a:t>79.2</a:t>
                      </a:r>
                      <a:endParaRPr lang="en-US" sz="2400"/>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731" y="365126"/>
            <a:ext cx="11209283" cy="812746"/>
          </a:xfrm>
        </p:spPr>
        <p:txBody>
          <a:bodyPr/>
          <a:lstStyle/>
          <a:p>
            <a:r>
              <a:rPr lang="en-US"/>
              <a:t>Remedy: KG completion</a:t>
            </a:r>
            <a:endParaRPr lang="en-IN"/>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88731" y="1243739"/>
                <a:ext cx="11209283" cy="5109764"/>
              </a:xfrm>
            </p:spPr>
            <p:txBody>
              <a:bodyPr>
                <a:normAutofit lnSpcReduction="10000"/>
              </a:bodyPr>
              <a:lstStyle/>
              <a:p>
                <a:r>
                  <a:rPr lang="en-US"/>
                  <a:t>Probabilistic — usually cannot be certain</a:t>
                </a:r>
                <a:endParaRPr lang="en-US"/>
              </a:p>
              <a:p>
                <a:r>
                  <a:rPr lang="en-US"/>
                  <a:t>Context and culture sensitive</a:t>
                </a:r>
                <a:endParaRPr lang="en-US"/>
              </a:p>
              <a:p>
                <a:r>
                  <a:rPr lang="en-IN"/>
                  <a:t>(p1, ancestor-of, p2) and (p2, parent-of, p3) </a:t>
                </a:r>
                <a14:m>
                  <m:oMath xmlns:m="http://schemas.openxmlformats.org/officeDocument/2006/math">
                    <m:r>
                      <a:rPr lang="en-US" b="0" i="1" smtClean="0">
                        <a:latin typeface="Cambria Math" panose="02040503050406030204" pitchFamily="18" charset="0"/>
                      </a:rPr>
                      <m:t>⇒</m:t>
                    </m:r>
                  </m:oMath>
                </a14:m>
                <a:r>
                  <a:rPr lang="en-IN"/>
                  <a:t> (p1, ancestor-of, p3)</a:t>
                </a:r>
                <a:endParaRPr lang="en-IN"/>
              </a:p>
              <a:p>
                <a:r>
                  <a:rPr lang="en-IN"/>
                  <a:t>(p1, researches, topic) and (p1, cites, p2) </a:t>
                </a:r>
                <a14:m>
                  <m:oMath xmlns:m="http://schemas.openxmlformats.org/officeDocument/2006/math">
                    <m:r>
                      <a:rPr lang="en-US" b="0" i="1" smtClean="0">
                        <a:latin typeface="Cambria Math" panose="02040503050406030204" pitchFamily="18" charset="0"/>
                      </a:rPr>
                      <m:t>⇒</m:t>
                    </m:r>
                  </m:oMath>
                </a14:m>
                <a:r>
                  <a:rPr lang="en-IN"/>
                  <a:t> (p2, researches, topic)</a:t>
                </a:r>
                <a:endParaRPr lang="en-US"/>
              </a:p>
              <a:p>
                <a:r>
                  <a:rPr lang="en-US"/>
                  <a:t>(person, born-in, city) and (city, part-of, country) </a:t>
                </a:r>
                <a14:m>
                  <m:oMath xmlns:m="http://schemas.openxmlformats.org/officeDocument/2006/math">
                    <m:r>
                      <a:rPr lang="en-US" b="0" i="1" smtClean="0">
                        <a:latin typeface="Cambria Math" panose="02040503050406030204" pitchFamily="18" charset="0"/>
                      </a:rPr>
                      <m:t>⇒</m:t>
                    </m:r>
                  </m:oMath>
                </a14:m>
                <a:r>
                  <a:rPr lang="en-IN"/>
                  <a:t> (person, citizen-of, country)</a:t>
                </a:r>
                <a:endParaRPr lang="en-IN"/>
              </a:p>
              <a:p>
                <a:pPr lvl="1"/>
                <a:r>
                  <a:rPr lang="en-IN"/>
                  <a:t>Countries with large vs small emigration stats</a:t>
                </a:r>
                <a:endParaRPr lang="en-IN"/>
              </a:p>
              <a:p>
                <a:r>
                  <a:rPr lang="en-IN"/>
                  <a:t>(p1, works-for, company) and (p1, lives-in, country) and (p2, works-for company) </a:t>
                </a:r>
                <a14:m>
                  <m:oMath xmlns:m="http://schemas.openxmlformats.org/officeDocument/2006/math">
                    <m:r>
                      <a:rPr lang="en-US" b="0" i="1" smtClean="0">
                        <a:latin typeface="Cambria Math" panose="02040503050406030204" pitchFamily="18" charset="0"/>
                      </a:rPr>
                      <m:t>⇒</m:t>
                    </m:r>
                  </m:oMath>
                </a14:m>
                <a:r>
                  <a:rPr lang="en-IN"/>
                  <a:t> (p2, lives-in, ?)</a:t>
                </a:r>
                <a:endParaRPr lang="en-IN"/>
              </a:p>
              <a:p>
                <a:pPr lvl="1"/>
                <a:r>
                  <a:rPr lang="en-IN"/>
                  <a:t>Is company large and multinational?</a:t>
                </a:r>
                <a:endParaRPr lang="en-IN"/>
              </a:p>
              <a:p>
                <a:r>
                  <a:rPr lang="en-IN"/>
                  <a:t>(p1, lives-in, city) and (p1, related-to, p2) </a:t>
                </a:r>
                <a14:m>
                  <m:oMath xmlns:m="http://schemas.openxmlformats.org/officeDocument/2006/math">
                    <m:r>
                      <a:rPr lang="en-US" b="0" i="1" smtClean="0">
                        <a:latin typeface="Cambria Math" panose="02040503050406030204" pitchFamily="18" charset="0"/>
                      </a:rPr>
                      <m:t>⇒</m:t>
                    </m:r>
                  </m:oMath>
                </a14:m>
                <a:r>
                  <a:rPr lang="en-IN"/>
                  <a:t> (p2, lives-in, ?)</a:t>
                </a:r>
                <a:endParaRPr lang="en-IN"/>
              </a:p>
              <a:p>
                <a:pPr lvl="1"/>
                <a:r>
                  <a:rPr lang="en-IN"/>
                  <a:t>What kind of relation: spouse, child, sibling? Temporal info?</a:t>
                </a:r>
                <a:endParaRPr lang="en-IN"/>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88731" y="1243739"/>
                <a:ext cx="11209283" cy="5109764"/>
              </a:xfrm>
              <a:blipFill rotWithShape="1">
                <a:blip r:embed="rId1"/>
                <a:stretch>
                  <a:fillRect l="-4" t="-567" b="6"/>
                </a:stretch>
              </a:blipFill>
            </p:spPr>
            <p:txBody>
              <a:bodyPr/>
              <a:lstStyle/>
              <a:p>
                <a:r>
                  <a:rPr lang="en-US"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
            <a:extLst>
              <a:ext uri="{28A0092B-C50C-407E-A947-70E740481C1C}">
                <a14:useLocalDpi xmlns:a14="http://schemas.microsoft.com/office/drawing/2010/main" val="0"/>
              </a:ext>
            </a:extLst>
          </a:blip>
          <a:srcRect t="11660" b="2449"/>
          <a:stretch>
            <a:fillRect/>
          </a:stretch>
        </p:blipFill>
        <p:spPr>
          <a:xfrm>
            <a:off x="47807" y="958492"/>
            <a:ext cx="8992062" cy="1865376"/>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07522"/>
            <a:ext cx="4248730" cy="3750478"/>
          </a:xfrm>
          <a:prstGeom prst="rect">
            <a:avLst/>
          </a:prstGeom>
        </p:spPr>
      </p:pic>
      <p:sp>
        <p:nvSpPr>
          <p:cNvPr id="10" name="TextBox 9"/>
          <p:cNvSpPr txBox="1"/>
          <p:nvPr/>
        </p:nvSpPr>
        <p:spPr>
          <a:xfrm>
            <a:off x="4735289" y="3184079"/>
            <a:ext cx="7227695" cy="3539430"/>
          </a:xfrm>
          <a:prstGeom prst="rect">
            <a:avLst/>
          </a:prstGeom>
          <a:noFill/>
        </p:spPr>
        <p:txBody>
          <a:bodyPr wrap="square" rtlCol="0">
            <a:spAutoFit/>
          </a:bodyPr>
          <a:lstStyle/>
          <a:p>
            <a:pPr marL="228600" indent="-228600">
              <a:buClr>
                <a:schemeClr val="accent2"/>
              </a:buClr>
              <a:buFont typeface="Arial" panose="020B0604020202020204" pitchFamily="34" charset="0"/>
              <a:buChar char="•"/>
            </a:pPr>
            <a:r>
              <a:rPr lang="en-US" sz="2800"/>
              <a:t>Transliteration, translation give some clue for entity alignment</a:t>
            </a:r>
            <a:endParaRPr lang="en-US" sz="2800"/>
          </a:p>
          <a:p>
            <a:pPr marL="228600" indent="-228600">
              <a:buClr>
                <a:schemeClr val="accent2"/>
              </a:buClr>
              <a:buFont typeface="Arial" panose="020B0604020202020204" pitchFamily="34" charset="0"/>
              <a:buChar char="•"/>
            </a:pPr>
            <a:r>
              <a:rPr lang="en-US" sz="2800"/>
              <a:t>Agreement of neighboring entities is also a strong signal</a:t>
            </a:r>
            <a:endParaRPr lang="en-US" sz="2800"/>
          </a:p>
          <a:p>
            <a:pPr marL="228600" indent="-228600">
              <a:buClr>
                <a:schemeClr val="accent2"/>
              </a:buClr>
              <a:buFont typeface="Arial" panose="020B0604020202020204" pitchFamily="34" charset="0"/>
              <a:buChar char="•"/>
            </a:pPr>
            <a:r>
              <a:rPr lang="en-US" sz="2800"/>
              <a:t>Neighbors through what relation? May also be important </a:t>
            </a:r>
            <a:endParaRPr lang="en-US" sz="2800"/>
          </a:p>
          <a:p>
            <a:pPr marL="228600" indent="-228600">
              <a:buClr>
                <a:schemeClr val="accent2"/>
              </a:buClr>
              <a:buFont typeface="Arial" panose="020B0604020202020204" pitchFamily="34" charset="0"/>
              <a:buChar char="•"/>
            </a:pPr>
            <a:r>
              <a:rPr lang="en-US" sz="2800"/>
              <a:t>Synergy between entity and relation alignment, with KG completion</a:t>
            </a:r>
            <a:endParaRPr lang="en-US" sz="2800"/>
          </a:p>
        </p:txBody>
      </p:sp>
      <p:sp>
        <p:nvSpPr>
          <p:cNvPr id="2" name="Rectangle: Rounded Corners 1"/>
          <p:cNvSpPr/>
          <p:nvPr/>
        </p:nvSpPr>
        <p:spPr>
          <a:xfrm>
            <a:off x="1659061" y="1648110"/>
            <a:ext cx="3175761" cy="678956"/>
          </a:xfrm>
          <a:prstGeom prst="roundRect">
            <a:avLst/>
          </a:prstGeom>
          <a:noFill/>
          <a:ln w="38100">
            <a:solidFill>
              <a:srgbClr val="548235">
                <a:alpha val="50196"/>
              </a:srgbClr>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394137" y="365126"/>
            <a:ext cx="11382703" cy="812746"/>
          </a:xfrm>
        </p:spPr>
        <p:txBody>
          <a:bodyPr/>
          <a:lstStyle/>
          <a:p>
            <a:r>
              <a:rPr lang="en-US"/>
              <a:t>Remedy: KG alignment</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095" y="207471"/>
            <a:ext cx="11649807" cy="812746"/>
          </a:xfrm>
        </p:spPr>
        <p:txBody>
          <a:bodyPr/>
          <a:lstStyle/>
          <a:p>
            <a:r>
              <a:rPr lang="en-US"/>
              <a:t>Application: KG-based question answering (KGQA)</a:t>
            </a:r>
            <a:endParaRPr lang="en-US"/>
          </a:p>
        </p:txBody>
      </p:sp>
      <p:sp>
        <p:nvSpPr>
          <p:cNvPr id="5" name="Content Placeholder 4"/>
          <p:cNvSpPr>
            <a:spLocks noGrp="1"/>
          </p:cNvSpPr>
          <p:nvPr>
            <p:ph sz="half" idx="1"/>
          </p:nvPr>
        </p:nvSpPr>
        <p:spPr>
          <a:xfrm>
            <a:off x="271096" y="1103586"/>
            <a:ext cx="11649808" cy="5377930"/>
          </a:xfrm>
        </p:spPr>
        <p:txBody>
          <a:bodyPr>
            <a:normAutofit/>
          </a:bodyPr>
          <a:lstStyle/>
          <a:p>
            <a:r>
              <a:rPr lang="en-US" sz="3600"/>
              <a:t>What </a:t>
            </a:r>
            <a:r>
              <a:rPr lang="en-US" sz="3600">
                <a:effectLst>
                  <a:glow rad="139700">
                    <a:schemeClr val="accent6">
                      <a:satMod val="175000"/>
                      <a:alpha val="40000"/>
                    </a:schemeClr>
                  </a:glow>
                </a:effectLst>
              </a:rPr>
              <a:t>city</a:t>
            </a:r>
            <a:r>
              <a:rPr lang="en-US" sz="3600"/>
              <a:t> is the </a:t>
            </a:r>
            <a:r>
              <a:rPr lang="en-US" sz="3600">
                <a:effectLst>
                  <a:glow rad="139700">
                    <a:schemeClr val="accent2">
                      <a:satMod val="175000"/>
                      <a:alpha val="40000"/>
                    </a:schemeClr>
                  </a:glow>
                </a:effectLst>
              </a:rPr>
              <a:t>Mona Lisa</a:t>
            </a:r>
            <a:r>
              <a:rPr lang="en-US" sz="3600"/>
              <a:t> in?</a:t>
            </a:r>
            <a:endParaRPr lang="en-US" sz="3600"/>
          </a:p>
          <a:p>
            <a:r>
              <a:rPr lang="en-US" sz="3600"/>
              <a:t>Disambiguate Mona Lisa (‘the’?)</a:t>
            </a:r>
            <a:endParaRPr lang="en-US" sz="3600"/>
          </a:p>
          <a:p>
            <a:r>
              <a:rPr lang="en-US" sz="3600"/>
              <a:t>Infer that exhibited-at followed by located-in implies Mona Lisa is in Paris</a:t>
            </a:r>
            <a:endParaRPr lang="en-US" sz="3600"/>
          </a:p>
          <a:p>
            <a:r>
              <a:rPr lang="en-US" sz="3600"/>
              <a:t>Look up or infer that</a:t>
            </a:r>
            <a:br>
              <a:rPr lang="en-US" sz="3600"/>
            </a:br>
            <a:r>
              <a:rPr lang="en-US" sz="3600"/>
              <a:t>Paris is a city</a:t>
            </a:r>
            <a:endParaRPr lang="en-US" sz="3600"/>
          </a:p>
          <a:p>
            <a:r>
              <a:rPr lang="en-US" sz="3600"/>
              <a:t>Approaches</a:t>
            </a:r>
            <a:endParaRPr lang="en-US" sz="3600"/>
          </a:p>
          <a:p>
            <a:pPr lvl="1"/>
            <a:r>
              <a:rPr lang="en-US" sz="3200"/>
              <a:t>Semantic interpretation</a:t>
            </a:r>
            <a:endParaRPr lang="en-US" sz="3200"/>
          </a:p>
          <a:p>
            <a:pPr lvl="1"/>
            <a:r>
              <a:rPr lang="en-US" sz="3200"/>
              <a:t>End-to-end trainable</a:t>
            </a:r>
            <a:endParaRPr lang="en-US" sz="3200"/>
          </a:p>
          <a:p>
            <a:endParaRPr lang="en-US" sz="360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727368" y="3429000"/>
            <a:ext cx="6464632" cy="3340272"/>
          </a:xfrm>
          <a:prstGeom prst="rect">
            <a:avLst/>
          </a:prstGeom>
        </p:spPr>
      </p:pic>
      <p:cxnSp>
        <p:nvCxnSpPr>
          <p:cNvPr id="8" name="Straight Connector 7"/>
          <p:cNvCxnSpPr/>
          <p:nvPr/>
        </p:nvCxnSpPr>
        <p:spPr>
          <a:xfrm>
            <a:off x="4493172" y="1592317"/>
            <a:ext cx="1742375" cy="3255105"/>
          </a:xfrm>
          <a:prstGeom prst="line">
            <a:avLst/>
          </a:prstGeom>
          <a:ln w="76200">
            <a:solidFill>
              <a:srgbClr val="FFD966">
                <a:alpha val="50196"/>
              </a:srgb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159876" y="1592317"/>
            <a:ext cx="7711237" cy="3166970"/>
          </a:xfrm>
          <a:prstGeom prst="line">
            <a:avLst/>
          </a:prstGeom>
          <a:ln w="76200">
            <a:solidFill>
              <a:srgbClr val="A9D18E">
                <a:alpha val="50196"/>
              </a:srgb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r:id="rId2" p14:bwMode="auto">
            <p14:nvContentPartPr>
              <p14:cNvPr id="3" name="Ink 2"/>
              <p14:cNvContentPartPr/>
              <p14:nvPr/>
            </p14:nvContentPartPr>
            <p14:xfrm>
              <a:off x="905760" y="714240"/>
              <a:ext cx="11160360" cy="5529960"/>
            </p14:xfrm>
          </p:contentPart>
        </mc:Choice>
        <mc:Fallback xmlns="">
          <p:pic>
            <p:nvPicPr>
              <p:cNvPr id="3" name="Ink 2"/>
            </p:nvPicPr>
            <p:blipFill>
              <a:blip r:embed="rId3"/>
            </p:blipFill>
            <p:spPr>
              <a:xfrm>
                <a:off x="905760" y="714240"/>
                <a:ext cx="11160360" cy="552996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up)">
                                      <p:cBhvr>
                                        <p:cTn id="12" dur="500"/>
                                        <p:tgtEl>
                                          <p:spTgt spid="5">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wipe(up)">
                                      <p:cBhvr>
                                        <p:cTn id="20" dur="500"/>
                                        <p:tgtEl>
                                          <p:spTgt spid="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wipe(up)">
                                      <p:cBhvr>
                                        <p:cTn id="25" dur="500"/>
                                        <p:tgtEl>
                                          <p:spTgt spid="5">
                                            <p:txEl>
                                              <p:pRg st="3" end="3"/>
                                            </p:txEl>
                                          </p:spTgt>
                                        </p:tgtEl>
                                      </p:cBhvr>
                                    </p:animEffect>
                                  </p:childTnLst>
                                </p:cTn>
                              </p:par>
                              <p:par>
                                <p:cTn id="26" presetID="22" presetClass="entr" presetSubtype="8"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5">
                                            <p:txEl>
                                              <p:pRg st="4" end="4"/>
                                            </p:txEl>
                                          </p:spTgt>
                                        </p:tgtEl>
                                        <p:attrNameLst>
                                          <p:attrName>style.visibility</p:attrName>
                                        </p:attrNameLst>
                                      </p:cBhvr>
                                      <p:to>
                                        <p:strVal val="visible"/>
                                      </p:to>
                                    </p:set>
                                    <p:animEffect transition="in" filter="wipe(up)">
                                      <p:cBhvr>
                                        <p:cTn id="33" dur="500"/>
                                        <p:tgtEl>
                                          <p:spTgt spid="5">
                                            <p:txEl>
                                              <p:pRg st="4" end="4"/>
                                            </p:txEl>
                                          </p:spTgt>
                                        </p:tgtEl>
                                      </p:cBhvr>
                                    </p:animEffect>
                                  </p:childTnLst>
                                </p:cTn>
                              </p:par>
                              <p:par>
                                <p:cTn id="34" presetID="22" presetClass="entr" presetSubtype="1" fill="hold" nodeType="withEffect">
                                  <p:stCondLst>
                                    <p:cond delay="0"/>
                                  </p:stCondLst>
                                  <p:childTnLst>
                                    <p:set>
                                      <p:cBhvr>
                                        <p:cTn id="35" dur="1" fill="hold">
                                          <p:stCondLst>
                                            <p:cond delay="0"/>
                                          </p:stCondLst>
                                        </p:cTn>
                                        <p:tgtEl>
                                          <p:spTgt spid="5">
                                            <p:txEl>
                                              <p:pRg st="5" end="5"/>
                                            </p:txEl>
                                          </p:spTgt>
                                        </p:tgtEl>
                                        <p:attrNameLst>
                                          <p:attrName>style.visibility</p:attrName>
                                        </p:attrNameLst>
                                      </p:cBhvr>
                                      <p:to>
                                        <p:strVal val="visible"/>
                                      </p:to>
                                    </p:set>
                                    <p:animEffect transition="in" filter="wipe(up)">
                                      <p:cBhvr>
                                        <p:cTn id="36" dur="500"/>
                                        <p:tgtEl>
                                          <p:spTgt spid="5">
                                            <p:txEl>
                                              <p:pRg st="5" end="5"/>
                                            </p:txEl>
                                          </p:spTgt>
                                        </p:tgtEl>
                                      </p:cBhvr>
                                    </p:animEffect>
                                  </p:childTnLst>
                                </p:cTn>
                              </p:par>
                              <p:par>
                                <p:cTn id="37" presetID="22" presetClass="entr" presetSubtype="1" fill="hold" nodeType="withEffect">
                                  <p:stCondLst>
                                    <p:cond delay="0"/>
                                  </p:stCondLst>
                                  <p:childTnLst>
                                    <p:set>
                                      <p:cBhvr>
                                        <p:cTn id="38" dur="1" fill="hold">
                                          <p:stCondLst>
                                            <p:cond delay="0"/>
                                          </p:stCondLst>
                                        </p:cTn>
                                        <p:tgtEl>
                                          <p:spTgt spid="5">
                                            <p:txEl>
                                              <p:pRg st="6" end="6"/>
                                            </p:txEl>
                                          </p:spTgt>
                                        </p:tgtEl>
                                        <p:attrNameLst>
                                          <p:attrName>style.visibility</p:attrName>
                                        </p:attrNameLst>
                                      </p:cBhvr>
                                      <p:to>
                                        <p:strVal val="visible"/>
                                      </p:to>
                                    </p:set>
                                    <p:animEffect transition="in" filter="wipe(up)">
                                      <p:cBhvr>
                                        <p:cTn id="39"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71095" y="278413"/>
            <a:ext cx="11649807" cy="746346"/>
          </a:xfrm>
        </p:spPr>
        <p:txBody>
          <a:bodyPr>
            <a:normAutofit/>
          </a:bodyPr>
          <a:lstStyle/>
          <a:p>
            <a:r>
              <a:rPr lang="en-US"/>
              <a:t>Application: Semantic interpretation</a:t>
            </a:r>
            <a:endParaRPr lang="en-US"/>
          </a:p>
        </p:txBody>
      </p:sp>
      <p:sp>
        <p:nvSpPr>
          <p:cNvPr id="8" name="Content Placeholder 7"/>
          <p:cNvSpPr>
            <a:spLocks noGrp="1"/>
          </p:cNvSpPr>
          <p:nvPr>
            <p:ph sz="half" idx="1"/>
          </p:nvPr>
        </p:nvSpPr>
        <p:spPr>
          <a:xfrm>
            <a:off x="271095" y="953513"/>
            <a:ext cx="11649807" cy="5646248"/>
          </a:xfrm>
        </p:spPr>
        <p:txBody>
          <a:bodyPr>
            <a:normAutofit/>
          </a:bodyPr>
          <a:lstStyle/>
          <a:p>
            <a:r>
              <a:rPr lang="en-US" sz="3600"/>
              <a:t>Translate natural language question to structured query cognizant of KG schema</a:t>
            </a:r>
            <a:endParaRPr lang="en-US" sz="3600"/>
          </a:p>
          <a:p>
            <a:r>
              <a:rPr lang="en-US" sz="3600"/>
              <a:t>Execute structured query on KG</a:t>
            </a:r>
            <a:endParaRPr lang="en-US" sz="3600"/>
          </a:p>
          <a:p>
            <a:r>
              <a:rPr lang="en-US" sz="3600">
                <a:sym typeface="Wingdings" panose="05000000000000000000" pitchFamily="2" charset="2"/>
              </a:rPr>
              <a:t> Interpretable</a:t>
            </a:r>
            <a:endParaRPr lang="en-US" sz="3600">
              <a:sym typeface="Wingdings" panose="05000000000000000000" pitchFamily="2" charset="2"/>
            </a:endParaRPr>
          </a:p>
          <a:p>
            <a:r>
              <a:rPr lang="en-US" sz="3600">
                <a:sym typeface="Wingdings" panose="05000000000000000000" pitchFamily="2" charset="2"/>
              </a:rPr>
              <a:t> Tricky to</a:t>
            </a:r>
            <a:br>
              <a:rPr lang="en-US" sz="3600">
                <a:sym typeface="Wingdings" panose="05000000000000000000" pitchFamily="2" charset="2"/>
              </a:rPr>
            </a:br>
            <a:r>
              <a:rPr lang="en-US" sz="3600">
                <a:sym typeface="Wingdings" panose="05000000000000000000" pitchFamily="2" charset="2"/>
              </a:rPr>
              <a:t>implement</a:t>
            </a:r>
            <a:endParaRPr lang="en-US" sz="3600">
              <a:sym typeface="Wingdings" panose="05000000000000000000" pitchFamily="2" charset="2"/>
            </a:endParaRPr>
          </a:p>
          <a:p>
            <a:r>
              <a:rPr lang="en-US" sz="3600">
                <a:sym typeface="Wingdings" panose="05000000000000000000" pitchFamily="2" charset="2"/>
              </a:rPr>
              <a:t> Not (easily)</a:t>
            </a:r>
            <a:br>
              <a:rPr lang="en-US" sz="3600">
                <a:sym typeface="Wingdings" panose="05000000000000000000" pitchFamily="2" charset="2"/>
              </a:rPr>
            </a:br>
            <a:r>
              <a:rPr lang="en-US" sz="3600">
                <a:sym typeface="Wingdings" panose="05000000000000000000" pitchFamily="2" charset="2"/>
              </a:rPr>
              <a:t>end-to-end</a:t>
            </a:r>
            <a:br>
              <a:rPr lang="en-US" sz="3600">
                <a:sym typeface="Wingdings" panose="05000000000000000000" pitchFamily="2" charset="2"/>
              </a:rPr>
            </a:br>
            <a:r>
              <a:rPr lang="en-US" sz="3600">
                <a:sym typeface="Wingdings" panose="05000000000000000000" pitchFamily="2" charset="2"/>
              </a:rPr>
              <a:t>trainable</a:t>
            </a:r>
            <a:endParaRPr lang="en-US" sz="3600"/>
          </a:p>
        </p:txBody>
      </p:sp>
      <p:pic>
        <p:nvPicPr>
          <p:cNvPr id="11" name="Content Placeholder 10"/>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4301060" y="2671766"/>
            <a:ext cx="7890940" cy="4149545"/>
          </a:xfrm>
        </p:spPr>
      </p:pic>
      <mc:AlternateContent xmlns:mc="http://schemas.openxmlformats.org/markup-compatibility/2006" xmlns:p14="http://schemas.microsoft.com/office/powerpoint/2010/main">
        <mc:Choice Requires="p14">
          <p:contentPart r:id="rId2" p14:bwMode="auto">
            <p14:nvContentPartPr>
              <p14:cNvPr id="2" name="Ink 1"/>
              <p14:cNvContentPartPr/>
              <p14:nvPr/>
            </p14:nvContentPartPr>
            <p14:xfrm>
              <a:off x="3204360" y="3727440"/>
              <a:ext cx="1167480" cy="919080"/>
            </p14:xfrm>
          </p:contentPart>
        </mc:Choice>
        <mc:Fallback xmlns="">
          <p:pic>
            <p:nvPicPr>
              <p:cNvPr id="2" name="Ink 1"/>
            </p:nvPicPr>
            <p:blipFill>
              <a:blip r:embed="rId3"/>
            </p:blipFill>
            <p:spPr>
              <a:xfrm>
                <a:off x="3204360" y="3727440"/>
                <a:ext cx="1167480" cy="919080"/>
              </a:xfrm>
              <a:prstGeom prst="rect"/>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71094" y="144404"/>
            <a:ext cx="11649810" cy="812746"/>
          </a:xfrm>
        </p:spPr>
        <p:txBody>
          <a:bodyPr/>
          <a:lstStyle/>
          <a:p>
            <a:r>
              <a:rPr lang="en-US"/>
              <a:t>Application: “</a:t>
            </a:r>
            <a:r>
              <a:rPr lang="en-US">
                <a:hlinkClick r:id="rId1"/>
              </a:rPr>
              <a:t>Differentiable KG</a:t>
            </a:r>
            <a:r>
              <a:rPr lang="en-US"/>
              <a:t>”</a:t>
            </a:r>
            <a:endParaRPr lang="en-US"/>
          </a:p>
        </p:txBody>
      </p:sp>
      <p:sp>
        <p:nvSpPr>
          <p:cNvPr id="6" name="Content Placeholder 5"/>
          <p:cNvSpPr>
            <a:spLocks noGrp="1"/>
          </p:cNvSpPr>
          <p:nvPr>
            <p:ph sz="half" idx="1"/>
          </p:nvPr>
        </p:nvSpPr>
        <p:spPr>
          <a:xfrm>
            <a:off x="271094" y="835268"/>
            <a:ext cx="7785773" cy="5657606"/>
          </a:xfrm>
        </p:spPr>
        <p:txBody>
          <a:bodyPr>
            <a:noAutofit/>
          </a:bodyPr>
          <a:lstStyle/>
          <a:p>
            <a:r>
              <a:rPr lang="en-US" sz="3200"/>
              <a:t>Find dense query embedding (e.g., using BERT)</a:t>
            </a:r>
            <a:endParaRPr lang="en-US" sz="3200"/>
          </a:p>
          <a:p>
            <a:r>
              <a:rPr lang="en-US" sz="3200"/>
              <a:t>Find dense graph embedding (e.g., GCN, graph transformer)</a:t>
            </a:r>
            <a:endParaRPr lang="en-US" sz="3200"/>
          </a:p>
          <a:p>
            <a:r>
              <a:rPr lang="en-US" sz="3200"/>
              <a:t>Cross attention layers establish correspondences between query and</a:t>
            </a:r>
            <a:br>
              <a:rPr lang="en-US" sz="3200"/>
            </a:br>
            <a:r>
              <a:rPr lang="en-US" sz="3200"/>
              <a:t>graph elements</a:t>
            </a:r>
            <a:endParaRPr lang="en-US" sz="3200"/>
          </a:p>
          <a:p>
            <a:r>
              <a:rPr lang="en-US" sz="3200"/>
              <a:t>Answer selection identifies graph element(s) to transcribe to response</a:t>
            </a:r>
            <a:endParaRPr lang="en-US" sz="3200"/>
          </a:p>
          <a:p>
            <a:r>
              <a:rPr lang="en-US" sz="3200">
                <a:sym typeface="Wingdings" panose="05000000000000000000" pitchFamily="2" charset="2"/>
              </a:rPr>
              <a:t>End-to-end trainable, no logical form needed</a:t>
            </a:r>
            <a:endParaRPr lang="en-US" sz="3200">
              <a:sym typeface="Wingdings" panose="05000000000000000000" pitchFamily="2" charset="2"/>
            </a:endParaRPr>
          </a:p>
          <a:p>
            <a:r>
              <a:rPr lang="en-US" sz="3200">
                <a:sym typeface="Wingdings" panose="05000000000000000000" pitchFamily="2" charset="2"/>
              </a:rPr>
              <a:t>Not easily interpretable</a:t>
            </a:r>
            <a:endParaRPr lang="en-US" sz="320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9654" y="4766891"/>
            <a:ext cx="3661250" cy="1891766"/>
          </a:xfrm>
          <a:prstGeom prst="rect">
            <a:avLst/>
          </a:prstGeom>
          <a:effectLst>
            <a:glow rad="139700">
              <a:schemeClr val="accent3">
                <a:satMod val="175000"/>
                <a:alpha val="40000"/>
              </a:schemeClr>
            </a:glow>
          </a:effectLst>
        </p:spPr>
      </p:pic>
      <p:sp>
        <p:nvSpPr>
          <p:cNvPr id="2" name="Rectangle: Rounded Corners 1"/>
          <p:cNvSpPr/>
          <p:nvPr/>
        </p:nvSpPr>
        <p:spPr>
          <a:xfrm>
            <a:off x="8259654" y="3756161"/>
            <a:ext cx="3661250" cy="6242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Graph representation learning</a:t>
            </a:r>
            <a:endParaRPr lang="en-US" sz="2000"/>
          </a:p>
        </p:txBody>
      </p:sp>
      <p:sp>
        <p:nvSpPr>
          <p:cNvPr id="3" name="TextBox 2"/>
          <p:cNvSpPr txBox="1"/>
          <p:nvPr/>
        </p:nvSpPr>
        <p:spPr>
          <a:xfrm>
            <a:off x="8441815" y="996532"/>
            <a:ext cx="3296928" cy="400110"/>
          </a:xfrm>
          <a:prstGeom prst="rect">
            <a:avLst/>
          </a:prstGeom>
          <a:noFill/>
          <a:effectLst>
            <a:glow rad="139700">
              <a:schemeClr val="accent4">
                <a:satMod val="175000"/>
                <a:alpha val="40000"/>
              </a:schemeClr>
            </a:glow>
          </a:effectLst>
        </p:spPr>
        <p:txBody>
          <a:bodyPr wrap="none" rtlCol="0">
            <a:spAutoFit/>
          </a:bodyPr>
          <a:lstStyle/>
          <a:p>
            <a:r>
              <a:rPr lang="en-US" sz="2000"/>
              <a:t>What city is the Mona Lisa in?</a:t>
            </a:r>
            <a:endParaRPr lang="en-US" sz="2000"/>
          </a:p>
        </p:txBody>
      </p:sp>
      <p:sp>
        <p:nvSpPr>
          <p:cNvPr id="7" name="Rectangle: Rounded Corners 6"/>
          <p:cNvSpPr/>
          <p:nvPr/>
        </p:nvSpPr>
        <p:spPr>
          <a:xfrm>
            <a:off x="8259654" y="1691001"/>
            <a:ext cx="3661250" cy="6242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Contextual text representation</a:t>
            </a:r>
            <a:endParaRPr lang="en-US" sz="2000"/>
          </a:p>
        </p:txBody>
      </p:sp>
      <p:cxnSp>
        <p:nvCxnSpPr>
          <p:cNvPr id="9" name="Straight Arrow Connector 8"/>
          <p:cNvCxnSpPr>
            <a:stCxn id="3" idx="2"/>
            <a:endCxn id="7" idx="0"/>
          </p:cNvCxnSpPr>
          <p:nvPr/>
        </p:nvCxnSpPr>
        <p:spPr>
          <a:xfrm>
            <a:off x="10090279" y="1396642"/>
            <a:ext cx="0" cy="2943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4" idx="0"/>
            <a:endCxn id="2" idx="2"/>
          </p:cNvCxnSpPr>
          <p:nvPr/>
        </p:nvCxnSpPr>
        <p:spPr>
          <a:xfrm flipV="1">
            <a:off x="10090279" y="4380362"/>
            <a:ext cx="0" cy="3865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Rounded Corners 11"/>
          <p:cNvSpPr/>
          <p:nvPr/>
        </p:nvSpPr>
        <p:spPr>
          <a:xfrm>
            <a:off x="8259654" y="2557035"/>
            <a:ext cx="3661250" cy="930826"/>
          </a:xfrm>
          <a:prstGeom prst="roundRect">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accent6">
                    <a:lumMod val="50000"/>
                  </a:schemeClr>
                </a:solidFill>
              </a:rPr>
              <a:t>Cross-attention network</a:t>
            </a:r>
            <a:endParaRPr lang="en-US">
              <a:solidFill>
                <a:schemeClr val="accent6">
                  <a:lumMod val="50000"/>
                </a:schemeClr>
              </a:solidFill>
            </a:endParaRPr>
          </a:p>
        </p:txBody>
      </p:sp>
      <p:cxnSp>
        <p:nvCxnSpPr>
          <p:cNvPr id="14" name="Straight Arrow Connector 13"/>
          <p:cNvCxnSpPr>
            <a:stCxn id="7" idx="2"/>
            <a:endCxn id="12" idx="0"/>
          </p:cNvCxnSpPr>
          <p:nvPr/>
        </p:nvCxnSpPr>
        <p:spPr>
          <a:xfrm>
            <a:off x="10090279" y="2315202"/>
            <a:ext cx="0" cy="2418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2" idx="0"/>
            <a:endCxn id="12" idx="2"/>
          </p:cNvCxnSpPr>
          <p:nvPr/>
        </p:nvCxnSpPr>
        <p:spPr>
          <a:xfrm flipV="1">
            <a:off x="10090279" y="3487861"/>
            <a:ext cx="0" cy="268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p:cNvSpPr/>
          <p:nvPr/>
        </p:nvSpPr>
        <p:spPr>
          <a:xfrm>
            <a:off x="7008575" y="2557035"/>
            <a:ext cx="1127942" cy="930826"/>
          </a:xfrm>
          <a:prstGeom prst="round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accent6">
                    <a:lumMod val="50000"/>
                  </a:schemeClr>
                </a:solidFill>
              </a:rPr>
              <a:t>Answer selection</a:t>
            </a:r>
            <a:endParaRPr lang="en-US">
              <a:solidFill>
                <a:schemeClr val="accent6">
                  <a:lumMod val="50000"/>
                </a:schemeClr>
              </a:solidFill>
            </a:endParaRPr>
          </a:p>
        </p:txBody>
      </p:sp>
      <p:cxnSp>
        <p:nvCxnSpPr>
          <p:cNvPr id="19" name="Straight Arrow Connector 18"/>
          <p:cNvCxnSpPr>
            <a:stCxn id="12" idx="1"/>
            <a:endCxn id="17" idx="3"/>
          </p:cNvCxnSpPr>
          <p:nvPr/>
        </p:nvCxnSpPr>
        <p:spPr>
          <a:xfrm flipH="1">
            <a:off x="8136517" y="3022448"/>
            <a:ext cx="1231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229695" y="3756161"/>
            <a:ext cx="685701" cy="400110"/>
          </a:xfrm>
          <a:prstGeom prst="rect">
            <a:avLst/>
          </a:prstGeom>
          <a:noFill/>
          <a:effectLst>
            <a:glow rad="139700">
              <a:schemeClr val="accent4">
                <a:satMod val="175000"/>
                <a:alpha val="40000"/>
              </a:schemeClr>
            </a:glow>
          </a:effectLst>
        </p:spPr>
        <p:txBody>
          <a:bodyPr wrap="none" rtlCol="0">
            <a:spAutoFit/>
          </a:bodyPr>
          <a:lstStyle/>
          <a:p>
            <a:r>
              <a:rPr lang="en-US" sz="2000"/>
              <a:t>Paris</a:t>
            </a:r>
            <a:endParaRPr lang="en-US" sz="2000"/>
          </a:p>
        </p:txBody>
      </p:sp>
      <p:cxnSp>
        <p:nvCxnSpPr>
          <p:cNvPr id="22" name="Straight Arrow Connector 21"/>
          <p:cNvCxnSpPr>
            <a:stCxn id="17" idx="2"/>
            <a:endCxn id="20" idx="0"/>
          </p:cNvCxnSpPr>
          <p:nvPr/>
        </p:nvCxnSpPr>
        <p:spPr>
          <a:xfrm>
            <a:off x="7572546" y="3487861"/>
            <a:ext cx="0" cy="268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r:id="rId3" p14:bwMode="auto">
            <p14:nvContentPartPr>
              <p14:cNvPr id="8" name="Ink 7"/>
              <p14:cNvContentPartPr/>
              <p14:nvPr/>
            </p14:nvContentPartPr>
            <p14:xfrm>
              <a:off x="5050800" y="910080"/>
              <a:ext cx="6458040" cy="5826600"/>
            </p14:xfrm>
          </p:contentPart>
        </mc:Choice>
        <mc:Fallback xmlns="">
          <p:pic>
            <p:nvPicPr>
              <p:cNvPr id="8" name="Ink 7"/>
            </p:nvPicPr>
            <p:blipFill>
              <a:blip r:embed="rId4"/>
            </p:blipFill>
            <p:spPr>
              <a:xfrm>
                <a:off x="5050800" y="910080"/>
                <a:ext cx="6458040" cy="582660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up)">
                                      <p:cBhvr>
                                        <p:cTn id="10" dur="500"/>
                                        <p:tgtEl>
                                          <p:spTgt spid="7"/>
                                        </p:tgtEl>
                                      </p:cBhvr>
                                    </p:animEffect>
                                  </p:childTnLst>
                                </p:cTn>
                              </p:par>
                              <p:par>
                                <p:cTn id="11" presetID="22" presetClass="entr" presetSubtype="1" fill="hold" nodeType="with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wipe(up)">
                                      <p:cBhvr>
                                        <p:cTn id="13" dur="500"/>
                                        <p:tgtEl>
                                          <p:spTgt spid="6">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500"/>
                                        <p:tgtEl>
                                          <p:spTgt spid="11"/>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down)">
                                      <p:cBhvr>
                                        <p:cTn id="21" dur="500"/>
                                        <p:tgtEl>
                                          <p:spTgt spid="2"/>
                                        </p:tgtEl>
                                      </p:cBhvr>
                                    </p:animEffect>
                                  </p:childTnLst>
                                </p:cTn>
                              </p:par>
                              <p:par>
                                <p:cTn id="22" presetID="22" presetClass="entr" presetSubtype="1" fill="hold" nodeType="withEffect">
                                  <p:stCondLst>
                                    <p:cond delay="0"/>
                                  </p:stCondLst>
                                  <p:childTnLst>
                                    <p:set>
                                      <p:cBhvr>
                                        <p:cTn id="23" dur="1" fill="hold">
                                          <p:stCondLst>
                                            <p:cond delay="0"/>
                                          </p:stCondLst>
                                        </p:cTn>
                                        <p:tgtEl>
                                          <p:spTgt spid="6">
                                            <p:txEl>
                                              <p:pRg st="1" end="1"/>
                                            </p:txEl>
                                          </p:spTgt>
                                        </p:tgtEl>
                                        <p:attrNameLst>
                                          <p:attrName>style.visibility</p:attrName>
                                        </p:attrNameLst>
                                      </p:cBhvr>
                                      <p:to>
                                        <p:strVal val="visible"/>
                                      </p:to>
                                    </p:set>
                                    <p:animEffect transition="in" filter="wipe(up)">
                                      <p:cBhvr>
                                        <p:cTn id="24" dur="5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right)">
                                      <p:cBhvr>
                                        <p:cTn id="29" dur="500"/>
                                        <p:tgtEl>
                                          <p:spTgt spid="14"/>
                                        </p:tgtEl>
                                      </p:cBhvr>
                                    </p:animEffect>
                                  </p:childTnLst>
                                </p:cTn>
                              </p:par>
                              <p:par>
                                <p:cTn id="30" presetID="22" presetClass="entr" presetSubtype="2"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right)">
                                      <p:cBhvr>
                                        <p:cTn id="32" dur="500"/>
                                        <p:tgtEl>
                                          <p:spTgt spid="12"/>
                                        </p:tgtEl>
                                      </p:cBhvr>
                                    </p:animEffect>
                                  </p:childTnLst>
                                </p:cTn>
                              </p:par>
                              <p:par>
                                <p:cTn id="33" presetID="22" presetClass="entr" presetSubtype="2"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right)">
                                      <p:cBhvr>
                                        <p:cTn id="35" dur="500"/>
                                        <p:tgtEl>
                                          <p:spTgt spid="16"/>
                                        </p:tgtEl>
                                      </p:cBhvr>
                                    </p:animEffect>
                                  </p:childTnLst>
                                </p:cTn>
                              </p:par>
                              <p:par>
                                <p:cTn id="36" presetID="22" presetClass="entr" presetSubtype="1" fill="hold" nodeType="withEffect">
                                  <p:stCondLst>
                                    <p:cond delay="0"/>
                                  </p:stCondLst>
                                  <p:childTnLst>
                                    <p:set>
                                      <p:cBhvr>
                                        <p:cTn id="37" dur="1" fill="hold">
                                          <p:stCondLst>
                                            <p:cond delay="0"/>
                                          </p:stCondLst>
                                        </p:cTn>
                                        <p:tgtEl>
                                          <p:spTgt spid="6">
                                            <p:txEl>
                                              <p:pRg st="2" end="2"/>
                                            </p:txEl>
                                          </p:spTgt>
                                        </p:tgtEl>
                                        <p:attrNameLst>
                                          <p:attrName>style.visibility</p:attrName>
                                        </p:attrNameLst>
                                      </p:cBhvr>
                                      <p:to>
                                        <p:strVal val="visible"/>
                                      </p:to>
                                    </p:set>
                                    <p:animEffect transition="in" filter="wipe(up)">
                                      <p:cBhvr>
                                        <p:cTn id="38" dur="500"/>
                                        <p:tgtEl>
                                          <p:spTgt spid="6">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right)">
                                      <p:cBhvr>
                                        <p:cTn id="43" dur="500"/>
                                        <p:tgtEl>
                                          <p:spTgt spid="19"/>
                                        </p:tgtEl>
                                      </p:cBhvr>
                                    </p:animEffect>
                                  </p:childTnLst>
                                </p:cTn>
                              </p:par>
                              <p:par>
                                <p:cTn id="44" presetID="22" presetClass="entr" presetSubtype="2"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ipe(right)">
                                      <p:cBhvr>
                                        <p:cTn id="46" dur="500"/>
                                        <p:tgtEl>
                                          <p:spTgt spid="17"/>
                                        </p:tgtEl>
                                      </p:cBhvr>
                                    </p:animEffect>
                                  </p:childTnLst>
                                </p:cTn>
                              </p:par>
                              <p:par>
                                <p:cTn id="47" presetID="22" presetClass="entr" presetSubtype="1" fill="hold" nodeType="withEffect">
                                  <p:stCondLst>
                                    <p:cond delay="0"/>
                                  </p:stCondLst>
                                  <p:childTnLst>
                                    <p:set>
                                      <p:cBhvr>
                                        <p:cTn id="48" dur="1" fill="hold">
                                          <p:stCondLst>
                                            <p:cond delay="0"/>
                                          </p:stCondLst>
                                        </p:cTn>
                                        <p:tgtEl>
                                          <p:spTgt spid="6">
                                            <p:txEl>
                                              <p:pRg st="3" end="3"/>
                                            </p:txEl>
                                          </p:spTgt>
                                        </p:tgtEl>
                                        <p:attrNameLst>
                                          <p:attrName>style.visibility</p:attrName>
                                        </p:attrNameLst>
                                      </p:cBhvr>
                                      <p:to>
                                        <p:strVal val="visible"/>
                                      </p:to>
                                    </p:set>
                                    <p:animEffect transition="in" filter="wipe(up)">
                                      <p:cBhvr>
                                        <p:cTn id="49" dur="500"/>
                                        <p:tgtEl>
                                          <p:spTgt spid="6">
                                            <p:txEl>
                                              <p:pRg st="3" end="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wipe(up)">
                                      <p:cBhvr>
                                        <p:cTn id="54" dur="500"/>
                                        <p:tgtEl>
                                          <p:spTgt spid="22"/>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ipe(up)">
                                      <p:cBhvr>
                                        <p:cTn id="57" dur="500"/>
                                        <p:tgtEl>
                                          <p:spTgt spid="20"/>
                                        </p:tgtEl>
                                      </p:cBhvr>
                                    </p:animEffect>
                                  </p:childTnLst>
                                </p:cTn>
                              </p:par>
                              <p:par>
                                <p:cTn id="58" presetID="22" presetClass="entr" presetSubtype="1" fill="hold" nodeType="withEffect">
                                  <p:stCondLst>
                                    <p:cond delay="0"/>
                                  </p:stCondLst>
                                  <p:childTnLst>
                                    <p:set>
                                      <p:cBhvr>
                                        <p:cTn id="59" dur="1" fill="hold">
                                          <p:stCondLst>
                                            <p:cond delay="0"/>
                                          </p:stCondLst>
                                        </p:cTn>
                                        <p:tgtEl>
                                          <p:spTgt spid="6">
                                            <p:txEl>
                                              <p:pRg st="4" end="4"/>
                                            </p:txEl>
                                          </p:spTgt>
                                        </p:tgtEl>
                                        <p:attrNameLst>
                                          <p:attrName>style.visibility</p:attrName>
                                        </p:attrNameLst>
                                      </p:cBhvr>
                                      <p:to>
                                        <p:strVal val="visible"/>
                                      </p:to>
                                    </p:set>
                                    <p:animEffect transition="in" filter="wipe(up)">
                                      <p:cBhvr>
                                        <p:cTn id="60" dur="500"/>
                                        <p:tgtEl>
                                          <p:spTgt spid="6">
                                            <p:txEl>
                                              <p:pRg st="4" end="4"/>
                                            </p:txEl>
                                          </p:spTgt>
                                        </p:tgtEl>
                                      </p:cBhvr>
                                    </p:animEffect>
                                  </p:childTnLst>
                                </p:cTn>
                              </p:par>
                              <p:par>
                                <p:cTn id="61" presetID="22" presetClass="entr" presetSubtype="1" fill="hold" nodeType="withEffect">
                                  <p:stCondLst>
                                    <p:cond delay="0"/>
                                  </p:stCondLst>
                                  <p:childTnLst>
                                    <p:set>
                                      <p:cBhvr>
                                        <p:cTn id="62" dur="1" fill="hold">
                                          <p:stCondLst>
                                            <p:cond delay="0"/>
                                          </p:stCondLst>
                                        </p:cTn>
                                        <p:tgtEl>
                                          <p:spTgt spid="6">
                                            <p:txEl>
                                              <p:pRg st="5" end="5"/>
                                            </p:txEl>
                                          </p:spTgt>
                                        </p:tgtEl>
                                        <p:attrNameLst>
                                          <p:attrName>style.visibility</p:attrName>
                                        </p:attrNameLst>
                                      </p:cBhvr>
                                      <p:to>
                                        <p:strVal val="visible"/>
                                      </p:to>
                                    </p:set>
                                    <p:animEffect transition="in" filter="wipe(up)">
                                      <p:cBhvr>
                                        <p:cTn id="63"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12" grpId="0" animBg="1"/>
      <p:bldP spid="17" grpId="0" animBg="1"/>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Knowledge Graphs</a:t>
            </a:r>
            <a:br>
              <a:rPr lang="en-US" dirty="0"/>
            </a:br>
            <a:r>
              <a:rPr lang="en-US" dirty="0"/>
              <a:t>(Fact Scoring)</a:t>
            </a:r>
            <a:endParaRPr lang="en-IN" dirty="0"/>
          </a:p>
        </p:txBody>
      </p:sp>
      <p:sp>
        <p:nvSpPr>
          <p:cNvPr id="5" name="Subtitle 4"/>
          <p:cNvSpPr>
            <a:spLocks noGrp="1"/>
          </p:cNvSpPr>
          <p:nvPr>
            <p:ph type="subTitle" idx="1"/>
          </p:nvPr>
        </p:nvSpPr>
        <p:spPr/>
        <p:txBody>
          <a:bodyPr/>
          <a:lstStyle/>
          <a:p>
            <a:r>
              <a:rPr lang="en-US" dirty="0"/>
              <a:t>CS728</a:t>
            </a:r>
            <a:endParaRPr lang="en-US" dirty="0"/>
          </a:p>
          <a:p>
            <a:r>
              <a:rPr lang="en-US" dirty="0"/>
              <a:t>Soumen Chakrabarti</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Knowledge graph completion (KGC)</a:t>
            </a:r>
            <a:endParaRPr lang="en-US" dirty="0"/>
          </a:p>
        </p:txBody>
      </p:sp>
      <mc:AlternateContent xmlns:mc="http://schemas.openxmlformats.org/markup-compatibility/2006">
        <mc:Choice xmlns:a14="http://schemas.microsoft.com/office/drawing/2010/main" Requires="a14">
          <p:sp>
            <p:nvSpPr>
              <p:cNvPr id="6" name="Content Placeholder 5"/>
              <p:cNvSpPr>
                <a:spLocks noGrp="1"/>
              </p:cNvSpPr>
              <p:nvPr>
                <p:ph idx="1"/>
              </p:nvPr>
            </p:nvSpPr>
            <p:spPr/>
            <p:txBody>
              <a:bodyPr>
                <a:normAutofit fontScale="92500" lnSpcReduction="10000"/>
              </a:bodyPr>
              <a:lstStyle/>
              <a:p>
                <a:r>
                  <a:rPr lang="en-US" dirty="0"/>
                  <a:t>Represent each entity </a:t>
                </a:r>
                <a:r>
                  <a:rPr lang="en-US" i="1" dirty="0"/>
                  <a:t>e</a:t>
                </a:r>
                <a:r>
                  <a:rPr lang="en-US" dirty="0"/>
                  <a:t> and relation </a:t>
                </a:r>
                <a:r>
                  <a:rPr lang="en-US" i="1" dirty="0"/>
                  <a:t>r</a:t>
                </a:r>
                <a:r>
                  <a:rPr lang="en-US" dirty="0"/>
                  <a:t> as</a:t>
                </a:r>
                <a:br>
                  <a:rPr lang="en-US" dirty="0"/>
                </a:br>
                <a:r>
                  <a:rPr lang="en-US" dirty="0"/>
                  <a:t>continuous (geometric) artifacts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𝑒</m:t>
                        </m:r>
                      </m:e>
                    </m:acc>
                    <m:r>
                      <a:rPr lang="en-US" b="0" i="1" dirty="0" smtClean="0">
                        <a:latin typeface="Cambria Math" panose="02040503050406030204" pitchFamily="18" charset="0"/>
                      </a:rPr>
                      <m:t>, </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𝑟</m:t>
                        </m:r>
                      </m:e>
                    </m:acc>
                  </m:oMath>
                </a14:m>
                <a:endParaRPr lang="en-US" dirty="0"/>
              </a:p>
              <a:p>
                <a:pPr lvl="1"/>
                <a:r>
                  <a:rPr lang="en-US" dirty="0"/>
                  <a:t>Point, vector, displacement, projection, rotation, … </a:t>
                </a:r>
                <a:endParaRPr lang="en-US" dirty="0"/>
              </a:p>
              <a:p>
                <a:r>
                  <a:rPr lang="en-US" dirty="0"/>
                  <a:t>Design a scoring function </a:t>
                </a:r>
                <a14:m>
                  <m:oMath xmlns:m="http://schemas.openxmlformats.org/officeDocument/2006/math">
                    <m:r>
                      <a:rPr lang="en-US" b="0" i="1" smtClean="0">
                        <a:latin typeface="Cambria Math" panose="02040503050406030204" pitchFamily="18" charset="0"/>
                      </a:rPr>
                      <m:t>𝑓</m:t>
                    </m:r>
                  </m:oMath>
                </a14:m>
                <a:r>
                  <a:rPr lang="en-US" dirty="0"/>
                  <a:t> for the belief in a (subject, relation, object) triple</a:t>
                </a:r>
                <a:endParaRPr lang="en-US" dirty="0"/>
              </a:p>
              <a:p>
                <a:r>
                  <a:rPr lang="en-US" dirty="0"/>
                  <a:t>Train entity and relation reps</a:t>
                </a:r>
                <a:br>
                  <a:rPr lang="en-US" dirty="0"/>
                </a:br>
                <a:r>
                  <a:rPr lang="en-US" dirty="0"/>
                  <a:t>using known triples</a:t>
                </a:r>
                <a:endParaRPr lang="en-US" dirty="0"/>
              </a:p>
              <a:p>
                <a:r>
                  <a:rPr lang="en-US" dirty="0"/>
                  <a:t>Infer unknown triples</a:t>
                </a:r>
                <a:br>
                  <a:rPr lang="en-US" dirty="0"/>
                </a:br>
                <a:r>
                  <a:rPr lang="en-US" dirty="0"/>
                  <a:t>(aka “link prediction”)</a:t>
                </a:r>
                <a:endParaRPr lang="en-US" dirty="0"/>
              </a:p>
              <a:p>
                <a:r>
                  <a:rPr lang="en-US" dirty="0" err="1"/>
                  <a:t>TransE</a:t>
                </a:r>
                <a:r>
                  <a:rPr lang="en-US" dirty="0"/>
                  <a:t>, </a:t>
                </a:r>
                <a:r>
                  <a:rPr lang="en-US" dirty="0" err="1"/>
                  <a:t>HtransE</a:t>
                </a:r>
                <a:r>
                  <a:rPr lang="en-US" dirty="0"/>
                  <a:t>, </a:t>
                </a:r>
                <a:r>
                  <a:rPr lang="en-US" dirty="0" err="1"/>
                  <a:t>DistMult</a:t>
                </a:r>
                <a:r>
                  <a:rPr lang="en-US" dirty="0"/>
                  <a:t>, </a:t>
                </a:r>
                <a:r>
                  <a:rPr lang="en-US" dirty="0" err="1"/>
                  <a:t>HolE</a:t>
                </a:r>
                <a:r>
                  <a:rPr lang="en-US" dirty="0"/>
                  <a:t>, </a:t>
                </a:r>
                <a:r>
                  <a:rPr lang="en-US" dirty="0" err="1"/>
                  <a:t>ComplEx</a:t>
                </a:r>
                <a:r>
                  <a:rPr lang="en-US" dirty="0"/>
                  <a:t>, </a:t>
                </a:r>
                <a:r>
                  <a:rPr lang="en-US" dirty="0" err="1"/>
                  <a:t>RotatE</a:t>
                </a:r>
                <a:r>
                  <a:rPr lang="en-US" dirty="0"/>
                  <a:t>, … </a:t>
                </a:r>
                <a:endParaRPr lang="en-US" dirty="0"/>
              </a:p>
            </p:txBody>
          </p:sp>
        </mc:Choice>
        <mc:Fallback>
          <p:sp>
            <p:nvSpPr>
              <p:cNvPr id="6" name="Content Placeholder 5"/>
              <p:cNvSpPr>
                <a:spLocks noRot="1" noChangeAspect="1" noMove="1" noResize="1" noEditPoints="1" noAdjustHandles="1" noChangeArrowheads="1" noChangeShapeType="1" noTextEdit="1"/>
              </p:cNvSpPr>
              <p:nvPr>
                <p:ph idx="1"/>
              </p:nvPr>
            </p:nvSpPr>
            <p:spPr>
              <a:blipFill rotWithShape="1">
                <a:blip r:embed="rId1"/>
                <a:stretch>
                  <a:fillRect t="-485" b="6"/>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 name="Rectangle 1"/>
              <p:cNvSpPr/>
              <p:nvPr/>
            </p:nvSpPr>
            <p:spPr>
              <a:xfrm>
                <a:off x="9291874" y="3446974"/>
                <a:ext cx="1183341" cy="1947134"/>
              </a:xfrm>
              <a:prstGeom prst="rect">
                <a:avLst/>
              </a:prstGeom>
              <a:solidFill>
                <a:schemeClr val="accent2">
                  <a:lumMod val="40000"/>
                  <a:lumOff val="60000"/>
                </a:schemeClr>
              </a:solidFill>
              <a:ln>
                <a:noFill/>
              </a:ln>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sz="66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𝑓</m:t>
                      </m:r>
                    </m:oMath>
                  </m:oMathPara>
                </a14:m>
                <a:endParaRPr kumimoji="0" lang="en-US" sz="6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2" name="Rectangle 1"/>
              <p:cNvSpPr>
                <a:spLocks noRot="1" noChangeAspect="1" noMove="1" noResize="1" noEditPoints="1" noAdjustHandles="1" noChangeArrowheads="1" noChangeShapeType="1" noTextEdit="1"/>
              </p:cNvSpPr>
              <p:nvPr/>
            </p:nvSpPr>
            <p:spPr>
              <a:xfrm>
                <a:off x="9291874" y="3446974"/>
                <a:ext cx="1183341" cy="1947134"/>
              </a:xfrm>
              <a:prstGeom prst="rect">
                <a:avLst/>
              </a:prstGeom>
              <a:blipFill rotWithShape="1">
                <a:blip r:embed="rId2"/>
                <a:stretch>
                  <a:fillRect l="-47" t="-10" r="22" b="21"/>
                </a:stretch>
              </a:blipFill>
              <a:ln>
                <a:noFill/>
              </a:ln>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3" name="TextBox 2"/>
          <p:cNvSpPr txBox="1"/>
          <p:nvPr/>
        </p:nvSpPr>
        <p:spPr>
          <a:xfrm>
            <a:off x="7516860" y="3533029"/>
            <a:ext cx="124104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subject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7" name="Straight Arrow Connector 6"/>
          <p:cNvCxnSpPr>
            <a:stCxn id="3" idx="3"/>
          </p:cNvCxnSpPr>
          <p:nvPr/>
        </p:nvCxnSpPr>
        <p:spPr>
          <a:xfrm>
            <a:off x="8757905" y="3794639"/>
            <a:ext cx="5339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518653" y="4148008"/>
            <a:ext cx="1313116"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relation</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7593954" y="4761194"/>
            <a:ext cx="10999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object</a:t>
            </a:r>
            <a:endParaRPr kumimoji="0" lang="en-US" sz="2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p:txBody>
      </p:sp>
      <p:sp>
        <p:nvSpPr>
          <p:cNvPr id="11" name="TextBox 10"/>
          <p:cNvSpPr txBox="1"/>
          <p:nvPr/>
        </p:nvSpPr>
        <p:spPr>
          <a:xfrm>
            <a:off x="10907300" y="4137256"/>
            <a:ext cx="999056"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belief</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3" name="Straight Arrow Connector 12"/>
          <p:cNvCxnSpPr>
            <a:stCxn id="9" idx="3"/>
            <a:endCxn id="2" idx="1"/>
          </p:cNvCxnSpPr>
          <p:nvPr/>
        </p:nvCxnSpPr>
        <p:spPr>
          <a:xfrm>
            <a:off x="8831769" y="4409618"/>
            <a:ext cx="460105" cy="109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11" idx="1"/>
          </p:cNvCxnSpPr>
          <p:nvPr/>
        </p:nvCxnSpPr>
        <p:spPr>
          <a:xfrm flipV="1">
            <a:off x="10475215" y="4398866"/>
            <a:ext cx="432085" cy="10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8693935" y="5060617"/>
            <a:ext cx="5979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7B21723-1ED5-43B9-B1B2-DDDB0AA285D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p14="http://schemas.microsoft.com/office/powerpoint/2010/main">
        <mc:Choice Requires="p14">
          <p:contentPart r:id="rId3" p14:bwMode="auto">
            <p14:nvContentPartPr>
              <p14:cNvPr id="8" name="Ink 7"/>
              <p14:cNvContentPartPr/>
              <p14:nvPr/>
            </p14:nvContentPartPr>
            <p14:xfrm>
              <a:off x="4889520" y="4066560"/>
              <a:ext cx="2656800" cy="2617920"/>
            </p14:xfrm>
          </p:contentPart>
        </mc:Choice>
        <mc:Fallback xmlns="">
          <p:pic>
            <p:nvPicPr>
              <p:cNvPr id="8" name="Ink 7"/>
            </p:nvPicPr>
            <p:blipFill>
              <a:blip r:embed="rId4"/>
            </p:blipFill>
            <p:spPr>
              <a:xfrm>
                <a:off x="4889520" y="4066560"/>
                <a:ext cx="2656800" cy="261792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2" name="Ink 11"/>
              <p14:cNvContentPartPr/>
              <p14:nvPr/>
            </p14:nvContentPartPr>
            <p14:xfrm>
              <a:off x="7741800" y="3457440"/>
              <a:ext cx="3958920" cy="3213720"/>
            </p14:xfrm>
          </p:contentPart>
        </mc:Choice>
        <mc:Fallback xmlns="">
          <p:pic>
            <p:nvPicPr>
              <p:cNvPr id="12" name="Ink 11"/>
            </p:nvPicPr>
            <p:blipFill>
              <a:blip r:embed="rId6"/>
            </p:blipFill>
            <p:spPr>
              <a:xfrm>
                <a:off x="7741800" y="3457440"/>
                <a:ext cx="3958920" cy="321372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Initial notation</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a:effectLst>
                <a:glow rad="139700">
                  <a:schemeClr val="accent4">
                    <a:satMod val="175000"/>
                    <a:alpha val="40000"/>
                  </a:schemeClr>
                </a:glow>
              </a:effectLst>
            </p:spPr>
            <p:txBody>
              <a:bodyPr>
                <a:normAutofit/>
              </a:bodyPr>
              <a:lstStyle/>
              <a:p>
                <a:r>
                  <a:rPr lang="en-US" dirty="0"/>
                  <a:t>Entity </a:t>
                </a:r>
                <a14:m>
                  <m:oMath xmlns:m="http://schemas.openxmlformats.org/officeDocument/2006/math">
                    <m:r>
                      <a:rPr lang="en-US" b="0" i="1" smtClean="0">
                        <a:latin typeface="Cambria Math" panose="02040503050406030204" pitchFamily="18" charset="0"/>
                      </a:rPr>
                      <m:t>𝑒</m:t>
                    </m:r>
                  </m:oMath>
                </a14:m>
                <a:r>
                  <a:rPr lang="en-US" dirty="0"/>
                  <a:t>, entity </a:t>
                </a:r>
                <a:r>
                  <a:rPr lang="en-US" dirty="0">
                    <a:effectLst>
                      <a:glow rad="228600">
                        <a:schemeClr val="accent4">
                          <a:satMod val="175000"/>
                          <a:alpha val="40000"/>
                        </a:schemeClr>
                      </a:glow>
                    </a:effectLst>
                  </a:rPr>
                  <a:t>embedding</a:t>
                </a:r>
                <a:r>
                  <a:rPr lang="en-US" dirty="0"/>
                  <a: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𝑒</m:t>
                        </m:r>
                      </m:e>
                    </m:acc>
                  </m:oMath>
                </a14:m>
                <a:r>
                  <a:rPr lang="en-US" dirty="0"/>
                  <a:t> or </a:t>
                </a:r>
                <a14:m>
                  <m:oMath xmlns:m="http://schemas.openxmlformats.org/officeDocument/2006/math">
                    <m:r>
                      <a:rPr lang="en-US" b="1" i="1" smtClean="0">
                        <a:latin typeface="Cambria Math" panose="02040503050406030204" pitchFamily="18" charset="0"/>
                      </a:rPr>
                      <m:t>𝒆</m:t>
                    </m:r>
                  </m:oMath>
                </a14:m>
                <a:endParaRPr lang="en-US" b="1" dirty="0"/>
              </a:p>
              <a:p>
                <a:r>
                  <a:rPr lang="en-US" dirty="0"/>
                  <a:t>Entity can be </a:t>
                </a:r>
                <a:r>
                  <a:rPr lang="en-US" dirty="0">
                    <a:effectLst>
                      <a:glow rad="139700">
                        <a:schemeClr val="accent4">
                          <a:satMod val="175000"/>
                          <a:alpha val="40000"/>
                        </a:schemeClr>
                      </a:glow>
                    </a:effectLst>
                  </a:rPr>
                  <a:t>subject</a:t>
                </a:r>
                <a:r>
                  <a:rPr lang="en-US" dirty="0"/>
                  <a:t> </a:t>
                </a:r>
                <a14:m>
                  <m:oMath xmlns:m="http://schemas.openxmlformats.org/officeDocument/2006/math">
                    <m:r>
                      <a:rPr lang="en-US" b="0" i="1" smtClean="0">
                        <a:latin typeface="Cambria Math" panose="02040503050406030204" pitchFamily="18" charset="0"/>
                      </a:rPr>
                      <m:t>𝑠</m:t>
                    </m:r>
                  </m:oMath>
                </a14:m>
                <a:r>
                  <a:rPr lang="en-US" dirty="0"/>
                  <a:t> or </a:t>
                </a:r>
                <a:r>
                  <a:rPr lang="en-US" dirty="0">
                    <a:effectLst>
                      <a:glow rad="139700">
                        <a:schemeClr val="accent4">
                          <a:satMod val="175000"/>
                          <a:alpha val="40000"/>
                        </a:schemeClr>
                      </a:glow>
                    </a:effectLst>
                  </a:rPr>
                  <a:t>object</a:t>
                </a:r>
                <a:r>
                  <a:rPr lang="en-US" dirty="0"/>
                  <a:t> </a:t>
                </a:r>
                <a14:m>
                  <m:oMath xmlns:m="http://schemas.openxmlformats.org/officeDocument/2006/math">
                    <m:r>
                      <a:rPr lang="en-US" b="0" i="1" smtClean="0">
                        <a:latin typeface="Cambria Math" panose="02040503050406030204" pitchFamily="18" charset="0"/>
                      </a:rPr>
                      <m:t>𝑜</m:t>
                    </m:r>
                  </m:oMath>
                </a14:m>
                <a:endParaRPr lang="en-US" b="0" dirty="0"/>
              </a:p>
              <a:p>
                <a:r>
                  <a:rPr lang="en-US" dirty="0"/>
                  <a:t>With corresponding embeddings </a:t>
                </a:r>
                <a14:m>
                  <m:oMath xmlns:m="http://schemas.openxmlformats.org/officeDocument/2006/math">
                    <m:r>
                      <a:rPr lang="en-US" b="1" i="1" smtClean="0">
                        <a:latin typeface="Cambria Math" panose="02040503050406030204" pitchFamily="18" charset="0"/>
                      </a:rPr>
                      <m:t>𝒔</m:t>
                    </m:r>
                    <m:r>
                      <a:rPr lang="en-US" b="0" i="1" smtClean="0">
                        <a:latin typeface="Cambria Math" panose="02040503050406030204" pitchFamily="18" charset="0"/>
                      </a:rPr>
                      <m:t>, </m:t>
                    </m:r>
                    <m:r>
                      <a:rPr lang="en-US" b="1" i="1" smtClean="0">
                        <a:latin typeface="Cambria Math" panose="02040503050406030204" pitchFamily="18" charset="0"/>
                      </a:rPr>
                      <m:t>𝒐</m:t>
                    </m:r>
                  </m:oMath>
                </a14:m>
                <a:endParaRPr lang="en-US" b="1" dirty="0"/>
              </a:p>
              <a:p>
                <a:r>
                  <a:rPr lang="en-US" dirty="0"/>
                  <a:t>Similarly, relation </a:t>
                </a:r>
                <a14:m>
                  <m:oMath xmlns:m="http://schemas.openxmlformats.org/officeDocument/2006/math">
                    <m:r>
                      <a:rPr lang="en-US" i="1" dirty="0" smtClean="0">
                        <a:latin typeface="Cambria Math" panose="02040503050406030204" pitchFamily="18" charset="0"/>
                      </a:rPr>
                      <m:t>𝑟</m:t>
                    </m:r>
                  </m:oMath>
                </a14:m>
                <a:r>
                  <a:rPr lang="en-US" dirty="0"/>
                  <a:t> has representation </a:t>
                </a:r>
                <a14:m>
                  <m:oMath xmlns:m="http://schemas.openxmlformats.org/officeDocument/2006/math">
                    <m:r>
                      <a:rPr lang="en-US" b="1" i="1" dirty="0" smtClean="0">
                        <a:latin typeface="Cambria Math" panose="02040503050406030204" pitchFamily="18" charset="0"/>
                      </a:rPr>
                      <m:t>𝒓</m:t>
                    </m:r>
                  </m:oMath>
                </a14:m>
                <a:endParaRPr lang="en-US" b="1" dirty="0"/>
              </a:p>
              <a:p>
                <a:r>
                  <a:rPr lang="en-US" dirty="0"/>
                  <a:t>These embeddings may be vectors, matrices or tensors with real or complex elements</a:t>
                </a:r>
                <a:endParaRPr lang="en-US" dirty="0"/>
              </a:p>
              <a:p>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ℝ</m:t>
                    </m:r>
                  </m:oMath>
                </a14:m>
                <a:r>
                  <a:rPr lang="en-US" dirty="0"/>
                  <a:t> is a raw confidence </a:t>
                </a:r>
                <a:r>
                  <a:rPr lang="en-US" dirty="0">
                    <a:effectLst>
                      <a:glow rad="139700">
                        <a:schemeClr val="accent4">
                          <a:satMod val="175000"/>
                          <a:alpha val="40000"/>
                        </a:schemeClr>
                      </a:glow>
                    </a:effectLst>
                  </a:rPr>
                  <a:t>score</a:t>
                </a:r>
                <a:endParaRPr lang="en-US" dirty="0">
                  <a:effectLst>
                    <a:glow rad="139700">
                      <a:schemeClr val="accent4">
                        <a:satMod val="175000"/>
                        <a:alpha val="40000"/>
                      </a:schemeClr>
                    </a:glow>
                  </a:effectLst>
                </a:endParaRPr>
              </a:p>
              <a:p>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r>
                      <a:rPr lang="en-US" b="0" i="1" smtClean="0">
                        <a:latin typeface="Cambria Math" panose="02040503050406030204" pitchFamily="18" charset="0"/>
                      </a:rPr>
                      <m:t>∈</m:t>
                    </m:r>
                    <m:r>
                      <m:rPr>
                        <m:sty m:val="p"/>
                      </m:rPr>
                      <a:rPr lang="en-US" b="0" i="0" smtClean="0">
                        <a:latin typeface="Cambria Math" panose="02040503050406030204" pitchFamily="18" charset="0"/>
                      </a:rPr>
                      <m:t>KG</m:t>
                    </m:r>
                  </m:oMath>
                </a14:m>
                <a:r>
                  <a:rPr lang="en-US" dirty="0"/>
                  <a:t> is a “</a:t>
                </a:r>
                <a:r>
                  <a:rPr lang="en-US" dirty="0">
                    <a:effectLst>
                      <a:glow rad="139700">
                        <a:schemeClr val="accent4">
                          <a:satMod val="175000"/>
                          <a:alpha val="40000"/>
                        </a:schemeClr>
                      </a:glow>
                    </a:effectLst>
                  </a:rPr>
                  <a:t>positive</a:t>
                </a:r>
                <a:r>
                  <a:rPr lang="en-US" dirty="0"/>
                  <a:t>” triple/fact</a:t>
                </a:r>
                <a:endParaRPr lang="en-US" dirty="0"/>
              </a:p>
              <a:p>
                <a14:m>
                  <m:oMath xmlns:m="http://schemas.openxmlformats.org/officeDocument/2006/math">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𝑜</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r>
                      <m:rPr>
                        <m:sty m:val="p"/>
                      </m:rPr>
                      <a:rPr lang="en-US" b="0" i="0" smtClean="0">
                        <a:latin typeface="Cambria Math" panose="02040503050406030204" pitchFamily="18" charset="0"/>
                      </a:rPr>
                      <m:t>KG</m:t>
                    </m:r>
                  </m:oMath>
                </a14:m>
                <a:r>
                  <a:rPr lang="en-US" dirty="0"/>
                  <a:t> is a “</a:t>
                </a:r>
                <a:r>
                  <a:rPr lang="en-US" dirty="0">
                    <a:effectLst>
                      <a:glow rad="139700">
                        <a:schemeClr val="accent4">
                          <a:satMod val="175000"/>
                          <a:alpha val="40000"/>
                        </a:schemeClr>
                      </a:glow>
                    </a:effectLst>
                  </a:rPr>
                  <a:t>negative</a:t>
                </a:r>
                <a:r>
                  <a:rPr lang="en-US" dirty="0"/>
                  <a:t>” triple/fact</a:t>
                </a:r>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l="-1329" t="-2840" r="-1329" b="-2825"/>
                </a:stretch>
              </a:blipFill>
              <a:effectLst>
                <a:glow rad="139700">
                  <a:schemeClr val="accent4">
                    <a:satMod val="175000"/>
                    <a:alpha val="40000"/>
                  </a:schemeClr>
                </a:glow>
              </a:effectLst>
            </p:spPr>
            <p:txBody>
              <a:bodyPr/>
              <a:lstStyle/>
              <a:p>
                <a:r>
                  <a:rPr lang="en-US"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From score to probability</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a:xfrm>
                <a:off x="838200" y="2515870"/>
                <a:ext cx="10515600" cy="3661410"/>
              </a:xfrm>
            </p:spPr>
            <p:txBody>
              <a:bodyPr>
                <a:normAutofit lnSpcReduction="10000"/>
              </a:bodyPr>
              <a:lstStyle/>
              <a:p>
                <a:r>
                  <a:rPr lang="en-US" dirty="0"/>
                  <a:t>Softmax distribution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highlight>
                                  <a:srgbClr val="FFFF00"/>
                                </a:highlight>
                                <a:latin typeface="Cambria Math" panose="02040503050406030204" pitchFamily="18" charset="0"/>
                              </a:rPr>
                              <m:t>𝑜</m:t>
                            </m:r>
                          </m:e>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exp</m:t>
                        </m:r>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r>
                          <a:rPr lang="en-US" b="0" i="1" smtClean="0">
                            <a:latin typeface="Cambria Math" panose="02040503050406030204" pitchFamily="18" charset="0"/>
                          </a:rPr>
                          <m:t>)</m:t>
                        </m:r>
                      </m:num>
                      <m:den>
                        <m:nary>
                          <m:naryPr>
                            <m:chr m:val="∑"/>
                            <m:supHide m:val="on"/>
                            <m:ctrlPr>
                              <a:rPr lang="en-US" b="0" i="1" smtClean="0">
                                <a:latin typeface="Cambria Math" panose="02040503050406030204" pitchFamily="18" charset="0"/>
                              </a:rPr>
                            </m:ctrlPr>
                          </m:naryPr>
                          <m:sub>
                            <m:sSup>
                              <m:sSupPr>
                                <m:ctrlPr>
                                  <a:rPr lang="en-US" b="0" i="1" smtClean="0">
                                    <a:highlight>
                                      <a:srgbClr val="FFFF00"/>
                                    </a:highlight>
                                    <a:latin typeface="Cambria Math" panose="02040503050406030204" pitchFamily="18" charset="0"/>
                                  </a:rPr>
                                </m:ctrlPr>
                              </m:sSupPr>
                              <m:e>
                                <m:r>
                                  <a:rPr lang="en-US" b="0" i="1" smtClean="0">
                                    <a:highlight>
                                      <a:srgbClr val="FFFF00"/>
                                    </a:highlight>
                                    <a:latin typeface="Cambria Math" panose="02040503050406030204" pitchFamily="18" charset="0"/>
                                  </a:rPr>
                                  <m:t>𝑜</m:t>
                                </m:r>
                              </m:e>
                              <m:sup>
                                <m:r>
                                  <a:rPr lang="en-US" b="0" i="1" smtClean="0">
                                    <a:highlight>
                                      <a:srgbClr val="FFFF00"/>
                                    </a:highlight>
                                    <a:latin typeface="Cambria Math" panose="02040503050406030204" pitchFamily="18" charset="0"/>
                                  </a:rPr>
                                  <m:t>′</m:t>
                                </m:r>
                              </m:sup>
                            </m:sSup>
                          </m:sub>
                          <m:sup/>
                          <m:e>
                            <m:r>
                              <m:rPr>
                                <m:sty m:val="p"/>
                              </m:rPr>
                              <a:rPr lang="en-US" b="0" i="0" smtClean="0">
                                <a:latin typeface="Cambria Math" panose="02040503050406030204" pitchFamily="18" charset="0"/>
                              </a:rPr>
                              <m:t>exp</m:t>
                            </m:r>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sSup>
                                  <m:sSupPr>
                                    <m:ctrlPr>
                                      <a:rPr lang="en-US" b="0" i="1" smtClean="0">
                                        <a:highlight>
                                          <a:srgbClr val="FFFF00"/>
                                        </a:highlight>
                                        <a:latin typeface="Cambria Math" panose="02040503050406030204" pitchFamily="18" charset="0"/>
                                      </a:rPr>
                                    </m:ctrlPr>
                                  </m:sSupPr>
                                  <m:e>
                                    <m:r>
                                      <a:rPr lang="en-US" b="0" i="1" smtClean="0">
                                        <a:highlight>
                                          <a:srgbClr val="FFFF00"/>
                                        </a:highlight>
                                        <a:latin typeface="Cambria Math" panose="02040503050406030204" pitchFamily="18" charset="0"/>
                                      </a:rPr>
                                      <m:t>𝑜</m:t>
                                    </m:r>
                                  </m:e>
                                  <m:sup>
                                    <m:r>
                                      <a:rPr lang="en-US" b="0" i="1" smtClean="0">
                                        <a:highlight>
                                          <a:srgbClr val="FFFF00"/>
                                        </a:highlight>
                                        <a:latin typeface="Cambria Math" panose="02040503050406030204" pitchFamily="18" charset="0"/>
                                      </a:rPr>
                                      <m:t>′</m:t>
                                    </m:r>
                                  </m:sup>
                                </m:sSup>
                              </m:e>
                            </m:d>
                            <m:r>
                              <a:rPr lang="en-US" b="0" i="1" smtClean="0">
                                <a:latin typeface="Cambria Math" panose="02040503050406030204" pitchFamily="18" charset="0"/>
                              </a:rPr>
                              <m:t>)</m:t>
                            </m:r>
                          </m:e>
                        </m:nary>
                      </m:den>
                    </m:f>
                  </m:oMath>
                </a14:m>
                <a:endParaRPr lang="en-US" b="0" i="1">
                  <a:latin typeface="Cambria Math" panose="02040503050406030204" pitchFamily="18" charset="0"/>
                </a:endParaRPr>
              </a:p>
              <a:p>
                <a:pPr lvl="1"/>
                <a:r>
                  <a:rPr lang="en-US"/>
                  <a:t>Normalized by all possible objects</a:t>
                </a:r>
                <a:br>
                  <a:rPr lang="en-US" dirty="0"/>
                </a:br>
                <a:endParaRPr lang="en-US" dirty="0"/>
              </a:p>
              <a:p>
                <a:r>
                  <a:rPr lang="en-US" dirty="0"/>
                  <a:t>Similarly,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highlight>
                                  <a:srgbClr val="FFFF00"/>
                                </a:highlight>
                                <a:latin typeface="Cambria Math" panose="02040503050406030204" pitchFamily="18" charset="0"/>
                              </a:rPr>
                              <m:t>𝑠</m:t>
                            </m:r>
                          </m:e>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exp</m:t>
                        </m:r>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r>
                          <a:rPr lang="en-US" b="0" i="1" smtClean="0">
                            <a:latin typeface="Cambria Math" panose="02040503050406030204" pitchFamily="18" charset="0"/>
                          </a:rPr>
                          <m:t>)</m:t>
                        </m:r>
                      </m:num>
                      <m:den>
                        <m:nary>
                          <m:naryPr>
                            <m:chr m:val="∑"/>
                            <m:supHide m:val="on"/>
                            <m:ctrlPr>
                              <a:rPr lang="en-US" i="1">
                                <a:latin typeface="Cambria Math" panose="02040503050406030204" pitchFamily="18" charset="0"/>
                              </a:rPr>
                            </m:ctrlPr>
                          </m:naryPr>
                          <m:sub>
                            <m:sSup>
                              <m:sSupPr>
                                <m:ctrlPr>
                                  <a:rPr lang="en-US" i="1" smtClean="0">
                                    <a:highlight>
                                      <a:srgbClr val="FFFF00"/>
                                    </a:highlight>
                                    <a:latin typeface="Cambria Math" panose="02040503050406030204" pitchFamily="18" charset="0"/>
                                  </a:rPr>
                                </m:ctrlPr>
                              </m:sSupPr>
                              <m:e>
                                <m:r>
                                  <a:rPr lang="en-US" b="0" i="1" smtClean="0">
                                    <a:highlight>
                                      <a:srgbClr val="FFFF00"/>
                                    </a:highlight>
                                    <a:latin typeface="Cambria Math" panose="02040503050406030204" pitchFamily="18" charset="0"/>
                                  </a:rPr>
                                  <m:t>𝑠</m:t>
                                </m:r>
                              </m:e>
                              <m:sup>
                                <m:r>
                                  <a:rPr lang="en-US" i="1">
                                    <a:highlight>
                                      <a:srgbClr val="FFFF00"/>
                                    </a:highlight>
                                    <a:latin typeface="Cambria Math" panose="02040503050406030204" pitchFamily="18" charset="0"/>
                                  </a:rPr>
                                  <m:t>′</m:t>
                                </m:r>
                              </m:sup>
                            </m:sSup>
                          </m:sub>
                          <m:sup/>
                          <m:e>
                            <m:r>
                              <m:rPr>
                                <m:sty m:val="p"/>
                              </m:rPr>
                              <a:rPr lang="en-US">
                                <a:latin typeface="Cambria Math" panose="02040503050406030204" pitchFamily="18" charset="0"/>
                              </a:rPr>
                              <m:t>exp</m:t>
                            </m:r>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sSup>
                                  <m:sSupPr>
                                    <m:ctrlPr>
                                      <a:rPr lang="en-US" b="0" i="1" smtClean="0">
                                        <a:highlight>
                                          <a:srgbClr val="FFFF00"/>
                                        </a:highlight>
                                        <a:latin typeface="Cambria Math" panose="02040503050406030204" pitchFamily="18" charset="0"/>
                                      </a:rPr>
                                    </m:ctrlPr>
                                  </m:sSupPr>
                                  <m:e>
                                    <m:r>
                                      <a:rPr lang="en-US" i="1">
                                        <a:highlight>
                                          <a:srgbClr val="FFFF00"/>
                                        </a:highlight>
                                        <a:latin typeface="Cambria Math" panose="02040503050406030204" pitchFamily="18" charset="0"/>
                                      </a:rPr>
                                      <m:t>𝑠</m:t>
                                    </m:r>
                                  </m:e>
                                  <m:sup>
                                    <m:r>
                                      <a:rPr lang="en-US" b="0" i="1" smtClean="0">
                                        <a:highlight>
                                          <a:srgbClr val="FFFF00"/>
                                        </a:highlight>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𝑜</m:t>
                                </m:r>
                              </m:e>
                            </m:d>
                            <m:r>
                              <a:rPr lang="en-US" i="1">
                                <a:latin typeface="Cambria Math" panose="02040503050406030204" pitchFamily="18" charset="0"/>
                              </a:rPr>
                              <m:t>)</m:t>
                            </m:r>
                          </m:e>
                        </m:nary>
                      </m:den>
                    </m:f>
                  </m:oMath>
                </a14:m>
                <a:endParaRPr lang="en-US" dirty="0"/>
              </a:p>
              <a:p>
                <a:r>
                  <a:rPr lang="en-US" dirty="0"/>
                  <a:t>(Somehow, sampling </a:t>
                </a:r>
                <a14:m>
                  <m:oMath xmlns:m="http://schemas.openxmlformats.org/officeDocument/2006/math">
                    <m:r>
                      <a:rPr lang="en-US" b="0" i="1" smtClean="0">
                        <a:highlight>
                          <a:srgbClr val="FFFF00"/>
                        </a:highlight>
                        <a:latin typeface="Cambria Math" panose="02040503050406030204" pitchFamily="18" charset="0"/>
                      </a:rPr>
                      <m:t>𝑟</m:t>
                    </m:r>
                  </m:oMath>
                </a14:m>
                <a:r>
                  <a:rPr lang="en-US" dirty="0"/>
                  <a:t> is relatively rare)</a:t>
                </a:r>
                <a:endParaRPr lang="en-US" dirty="0"/>
              </a:p>
              <a:p>
                <a:r>
                  <a:rPr lang="en-US" dirty="0"/>
                  <a:t>For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r>
                      <a:rPr lang="en-US" b="0" i="1" smtClean="0">
                        <a:latin typeface="Cambria Math" panose="02040503050406030204" pitchFamily="18" charset="0"/>
                      </a:rPr>
                      <m:t>∈</m:t>
                    </m:r>
                    <m:r>
                      <m:rPr>
                        <m:sty m:val="p"/>
                      </m:rPr>
                      <a:rPr lang="en-US" b="0" i="0" smtClean="0">
                        <a:latin typeface="Cambria Math" panose="02040503050406030204" pitchFamily="18" charset="0"/>
                      </a:rPr>
                      <m:t>KG</m:t>
                    </m:r>
                  </m:oMath>
                </a14:m>
                <a:r>
                  <a:rPr lang="en-US" dirty="0"/>
                  <a:t>, want large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𝑜</m:t>
                            </m:r>
                          </m:e>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e>
                        </m:d>
                      </m:e>
                    </m:func>
                    <m:r>
                      <a:rPr lang="en-US" b="0" i="1" smtClean="0">
                        <a:latin typeface="Cambria Math" panose="02040503050406030204" pitchFamily="18" charset="0"/>
                      </a:rPr>
                      <m:t>≈</m:t>
                    </m:r>
                    <m:r>
                      <a:rPr lang="en-US" b="0" i="1" smtClean="0">
                        <a:latin typeface="Cambria Math" panose="02040503050406030204" pitchFamily="18" charset="0"/>
                      </a:rPr>
                      <m:t>1</m:t>
                    </m:r>
                  </m:oMath>
                </a14:m>
                <a:r>
                  <a:rPr lang="en-US" dirty="0"/>
                  <a:t> and large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𝑠</m:t>
                            </m:r>
                          </m:e>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e>
                    </m:func>
                    <m:r>
                      <a:rPr lang="en-US" b="0" i="1" smtClean="0">
                        <a:latin typeface="Cambria Math" panose="02040503050406030204" pitchFamily="18" charset="0"/>
                      </a:rPr>
                      <m:t>≈</m:t>
                    </m:r>
                    <m:r>
                      <a:rPr lang="en-US" b="0" i="1" smtClean="0">
                        <a:latin typeface="Cambria Math" panose="02040503050406030204" pitchFamily="18" charset="0"/>
                      </a:rPr>
                      <m:t>1</m:t>
                    </m:r>
                  </m:oMath>
                </a14:m>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xfrm>
                <a:off x="838200" y="2515870"/>
                <a:ext cx="10515600" cy="3661410"/>
              </a:xfrm>
              <a:blipFill rotWithShape="1">
                <a:blip r:embed="rId1"/>
                <a:stretch>
                  <a:fillRect t="-399"/>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 name="Oval 1"/>
              <p:cNvSpPr/>
              <p:nvPr/>
            </p:nvSpPr>
            <p:spPr>
              <a:xfrm>
                <a:off x="3846137" y="1772236"/>
                <a:ext cx="641023" cy="584462"/>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
                    </m:oMathParaPr>
                    <m:oMath xmlns:m="http://schemas.openxmlformats.org/officeDocument/2006/math">
                      <m:r>
                        <a:rPr kumimoji="0" lang="en-US" sz="3600" b="0" i="1" u="none" strike="noStrike" kern="1200" cap="none" spc="0" normalizeH="0" baseline="0" noProof="0" dirty="0" smtClean="0">
                          <a:ln>
                            <a:noFill/>
                          </a:ln>
                          <a:solidFill>
                            <a:srgbClr val="70AD47">
                              <a:lumMod val="50000"/>
                            </a:srgbClr>
                          </a:solidFill>
                          <a:effectLst/>
                          <a:uLnTx/>
                          <a:uFillTx/>
                          <a:latin typeface="Cambria Math" panose="02040503050406030204" pitchFamily="18" charset="0"/>
                          <a:ea typeface="+mn-ea"/>
                          <a:cs typeface="+mn-cs"/>
                        </a:rPr>
                        <m:t>𝑠</m:t>
                      </m:r>
                    </m:oMath>
                  </m:oMathPara>
                </a14:m>
                <a:endParaRPr kumimoji="0" lang="en-US" sz="24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endParaRPr>
              </a:p>
            </p:txBody>
          </p:sp>
        </mc:Choice>
        <mc:Fallback>
          <p:sp>
            <p:nvSpPr>
              <p:cNvPr id="2" name="Oval 1"/>
              <p:cNvSpPr>
                <a:spLocks noRot="1" noChangeAspect="1" noMove="1" noResize="1" noEditPoints="1" noAdjustHandles="1" noChangeArrowheads="1" noChangeShapeType="1" noTextEdit="1"/>
              </p:cNvSpPr>
              <p:nvPr/>
            </p:nvSpPr>
            <p:spPr>
              <a:xfrm>
                <a:off x="3846137" y="1772236"/>
                <a:ext cx="641023" cy="584462"/>
              </a:xfrm>
              <a:prstGeom prst="ellipse">
                <a:avLst/>
              </a:prstGeom>
              <a:blipFill rotWithShape="1">
                <a:blip r:embed="rId2"/>
                <a:stretch>
                  <a:fillRect l="-1081" t="-1187" r="-952" b="-1050"/>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6" name="Oval 5"/>
              <p:cNvSpPr/>
              <p:nvPr/>
            </p:nvSpPr>
            <p:spPr>
              <a:xfrm>
                <a:off x="5883898" y="1772236"/>
                <a:ext cx="641023" cy="584462"/>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
                    </m:oMathParaPr>
                    <m:oMath xmlns:m="http://schemas.openxmlformats.org/officeDocument/2006/math">
                      <m:r>
                        <a:rPr kumimoji="0" lang="en-US" sz="3600" b="0" i="1" u="none" strike="noStrike" kern="1200" cap="none" spc="0" normalizeH="0" baseline="0" noProof="0" dirty="0" smtClean="0">
                          <a:ln>
                            <a:noFill/>
                          </a:ln>
                          <a:solidFill>
                            <a:srgbClr val="70AD47">
                              <a:lumMod val="50000"/>
                            </a:srgbClr>
                          </a:solidFill>
                          <a:effectLst/>
                          <a:uLnTx/>
                          <a:uFillTx/>
                          <a:latin typeface="Cambria Math" panose="02040503050406030204" pitchFamily="18" charset="0"/>
                          <a:ea typeface="+mn-ea"/>
                          <a:cs typeface="+mn-cs"/>
                        </a:rPr>
                        <m:t>?</m:t>
                      </m:r>
                    </m:oMath>
                  </m:oMathPara>
                </a14:m>
                <a:endParaRPr kumimoji="0" lang="en-US" sz="24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endParaRPr>
              </a:p>
            </p:txBody>
          </p:sp>
        </mc:Choice>
        <mc:Fallback>
          <p:sp>
            <p:nvSpPr>
              <p:cNvPr id="6" name="Oval 5"/>
              <p:cNvSpPr>
                <a:spLocks noRot="1" noChangeAspect="1" noMove="1" noResize="1" noEditPoints="1" noAdjustHandles="1" noChangeArrowheads="1" noChangeShapeType="1" noTextEdit="1"/>
              </p:cNvSpPr>
              <p:nvPr/>
            </p:nvSpPr>
            <p:spPr>
              <a:xfrm>
                <a:off x="5883898" y="1772236"/>
                <a:ext cx="641023" cy="584462"/>
              </a:xfrm>
              <a:prstGeom prst="ellipse">
                <a:avLst/>
              </a:prstGeom>
              <a:blipFill rotWithShape="1">
                <a:blip r:embed="rId3"/>
                <a:stretch>
                  <a:fillRect l="-1088" t="-1187" r="-944" b="-1050"/>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7" name="Straight Connector 6"/>
          <p:cNvCxnSpPr>
            <a:stCxn id="2" idx="6"/>
            <a:endCxn id="6" idx="2"/>
          </p:cNvCxnSpPr>
          <p:nvPr/>
        </p:nvCxnSpPr>
        <p:spPr>
          <a:xfrm>
            <a:off x="4487160" y="2064467"/>
            <a:ext cx="1396738"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TextBox 7"/>
              <p:cNvSpPr txBox="1"/>
              <p:nvPr/>
            </p:nvSpPr>
            <p:spPr>
              <a:xfrm>
                <a:off x="4977353" y="1555422"/>
                <a:ext cx="457835"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m:t>
                      </m:r>
                    </m:oMath>
                  </m:oMathPara>
                </a14:m>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8" name="TextBox 7"/>
              <p:cNvSpPr txBox="1">
                <a:spLocks noRot="1" noChangeAspect="1" noMove="1" noResize="1" noEditPoints="1" noAdjustHandles="1" noChangeArrowheads="1" noChangeShapeType="1" noTextEdit="1"/>
              </p:cNvSpPr>
              <p:nvPr/>
            </p:nvSpPr>
            <p:spPr>
              <a:xfrm>
                <a:off x="4977353" y="1555422"/>
                <a:ext cx="457835" cy="583565"/>
              </a:xfrm>
              <a:prstGeom prst="rect">
                <a:avLst/>
              </a:prstGeom>
              <a:blipFill rotWithShape="1">
                <a:blip r:embed="rId4"/>
                <a:stretch>
                  <a:fillRect l="-49" t="-53" r="49" b="53"/>
                </a:stretch>
              </a:blipFill>
            </p:spPr>
            <p:txBody>
              <a:bodyPr/>
              <a:lstStyle/>
              <a:p>
                <a:r>
                  <a:rPr lang="en-US"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Probability to loss function </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lstStyle/>
              <a:p>
                <a:r>
                  <a:rPr lang="en-US" dirty="0"/>
                  <a:t>A common objective to maximize is </a:t>
                </a:r>
                <a:br>
                  <a:rPr lang="en-US" dirty="0"/>
                </a:br>
                <a14:m>
                  <m:oMathPara xmlns:m="http://schemas.openxmlformats.org/officeDocument/2006/math">
                    <m:oMathParaPr>
                      <m:jc m:val="centerGroup"/>
                    </m:oMathParaPr>
                    <m:oMath xmlns:m="http://schemas.openxmlformats.org/officeDocument/2006/math">
                      <m:nary>
                        <m:naryPr>
                          <m:chr m:val="∑"/>
                          <m:supHide m:val="on"/>
                          <m:ctrlPr>
                            <a:rPr lang="en-US" i="1" smtClean="0">
                              <a:latin typeface="Cambria Math" panose="02040503050406030204" pitchFamily="18" charset="0"/>
                            </a:rPr>
                          </m:ctrlPr>
                        </m:naryPr>
                        <m:sub>
                          <m:d>
                            <m:dPr>
                              <m:ctrlPr>
                                <a:rPr lang="en-US" b="0" i="1" smtClean="0">
                                  <a:latin typeface="Cambria Math" panose="02040503050406030204" pitchFamily="18" charset="0"/>
                                </a:rPr>
                              </m:ctrlPr>
                            </m:dPr>
                            <m:e>
                              <m:r>
                                <m:rPr>
                                  <m:brk m:alnAt="7"/>
                                </m:rP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r>
                            <a:rPr lang="en-US" b="0" i="1" smtClean="0">
                              <a:latin typeface="Cambria Math" panose="02040503050406030204" pitchFamily="18" charset="0"/>
                            </a:rPr>
                            <m:t>∈</m:t>
                          </m:r>
                          <m:r>
                            <m:rPr>
                              <m:sty m:val="p"/>
                            </m:rPr>
                            <a:rPr lang="en-US" b="0" i="0" smtClean="0">
                              <a:latin typeface="Cambria Math" panose="02040503050406030204" pitchFamily="18" charset="0"/>
                            </a:rPr>
                            <m:t>KG</m:t>
                          </m:r>
                        </m:sub>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𝑠</m:t>
                                      </m:r>
                                    </m:e>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e>
                              </m:func>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d>
                                    <m:dPr>
                                      <m:ctrlPr>
                                        <a:rPr lang="en-US" b="0" i="1" smtClean="0">
                                          <a:latin typeface="Cambria Math" panose="02040503050406030204" pitchFamily="18" charset="0"/>
                                        </a:rPr>
                                      </m:ctrlPr>
                                    </m:dPr>
                                    <m:e>
                                      <m:r>
                                        <m:rPr>
                                          <m:brk m:alnAt="7"/>
                                        </m:rP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r>
                                    <a:rPr lang="en-US" b="0" i="1" smtClean="0">
                                      <a:latin typeface="Cambria Math" panose="02040503050406030204" pitchFamily="18" charset="0"/>
                                    </a:rPr>
                                    <m:t>∈</m:t>
                                  </m:r>
                                  <m:r>
                                    <m:rPr>
                                      <m:sty m:val="p"/>
                                    </m:rPr>
                                    <a:rPr lang="en-US" b="0" i="0" smtClean="0">
                                      <a:latin typeface="Cambria Math" panose="02040503050406030204" pitchFamily="18" charset="0"/>
                                    </a:rPr>
                                    <m:t>KG</m:t>
                                  </m:r>
                                </m:sub>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m:rPr>
                                          <m:sty m:val="p"/>
                                        </m:rPr>
                                        <a:rPr lang="en-US" b="0" i="0" smtClean="0">
                                          <a:latin typeface="Cambria Math" panose="02040503050406030204" pitchFamily="18" charset="0"/>
                                        </a:rPr>
                                        <m:t>Pr</m:t>
                                      </m:r>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e>
                                  </m:func>
                                </m:e>
                              </m:nary>
                            </m:e>
                          </m:func>
                        </m:e>
                      </m:nary>
                    </m:oMath>
                  </m:oMathPara>
                </a14:m>
                <a:endParaRPr lang="en-US" dirty="0"/>
              </a:p>
              <a:p>
                <a:r>
                  <a:rPr lang="en-US" dirty="0"/>
                  <a:t>Loss to minimize is negative of above</a:t>
                </a:r>
                <a:endParaRPr lang="en-US" dirty="0"/>
              </a:p>
              <a:p>
                <a:r>
                  <a:rPr lang="en-US" dirty="0"/>
                  <a:t>Indirectly encourages small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𝑟</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𝑜</m:t>
                            </m:r>
                          </m:e>
                          <m:sup>
                            <m:r>
                              <a:rPr lang="en-US" i="1">
                                <a:latin typeface="Cambria Math" panose="02040503050406030204" pitchFamily="18" charset="0"/>
                              </a:rPr>
                              <m:t>′</m:t>
                            </m:r>
                          </m:sup>
                        </m:sSup>
                      </m:e>
                    </m:d>
                  </m:oMath>
                </a14:m>
                <a:endParaRPr lang="en-US" dirty="0"/>
              </a:p>
              <a:p>
                <a:r>
                  <a:rPr lang="en-US" dirty="0"/>
                  <a:t>Probabilities involve sums over </a:t>
                </a:r>
                <a:r>
                  <a:rPr lang="en-US" i="1" dirty="0"/>
                  <a:t>all</a:t>
                </a:r>
                <a:r>
                  <a:rPr lang="en-US" dirty="0"/>
                  <a:t> entities in KG (expensive)</a:t>
                </a:r>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Negative sampling</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lstStyle/>
              <a:p>
                <a:r>
                  <a:rPr lang="en-US" dirty="0"/>
                  <a:t>Take positive fact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oMath>
                </a14:m>
                <a:r>
                  <a:rPr lang="en-US" dirty="0"/>
                  <a:t> and replace </a:t>
                </a:r>
                <a14:m>
                  <m:oMath xmlns:m="http://schemas.openxmlformats.org/officeDocument/2006/math">
                    <m:r>
                      <a:rPr lang="en-US" b="0" i="1" smtClean="0">
                        <a:latin typeface="Cambria Math" panose="02040503050406030204" pitchFamily="18" charset="0"/>
                      </a:rPr>
                      <m:t>𝑠</m:t>
                    </m:r>
                  </m:oMath>
                </a14:m>
                <a:r>
                  <a:rPr lang="en-US" dirty="0"/>
                  <a:t> with a randomly sampled entity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dirty="0"/>
              </a:p>
              <a:p>
                <a:r>
                  <a:rPr lang="en-US" dirty="0"/>
                  <a:t>Resulting fact </a:t>
                </a:r>
                <a14:m>
                  <m:oMath xmlns:m="http://schemas.openxmlformats.org/officeDocument/2006/math">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oMath>
                </a14:m>
                <a:r>
                  <a:rPr lang="en-US" dirty="0"/>
                  <a:t> unlikely to be positive</a:t>
                </a:r>
                <a:endParaRPr lang="en-US" dirty="0"/>
              </a:p>
              <a:p>
                <a:r>
                  <a:rPr lang="en-US" dirty="0"/>
                  <a:t>Similarly sample </a:t>
                </a:r>
                <a14:m>
                  <m:oMath xmlns:m="http://schemas.openxmlformats.org/officeDocument/2006/math">
                    <m:r>
                      <a:rPr lang="en-US" i="1" dirty="0" smtClean="0">
                        <a:latin typeface="Cambria Math" panose="02040503050406030204" pitchFamily="18" charset="0"/>
                      </a:rPr>
                      <m:t>𝑜</m:t>
                    </m:r>
                    <m:r>
                      <a:rPr lang="en-US" b="0" i="1" dirty="0" smtClean="0">
                        <a:latin typeface="Cambria Math" panose="02040503050406030204" pitchFamily="18" charset="0"/>
                      </a:rPr>
                      <m:t>′</m:t>
                    </m:r>
                  </m:oMath>
                </a14:m>
                <a:r>
                  <a:rPr lang="en-US" dirty="0"/>
                  <a:t> to get </a:t>
                </a:r>
                <a14:m>
                  <m:oMath xmlns:m="http://schemas.openxmlformats.org/officeDocument/2006/math">
                    <m:d>
                      <m:dPr>
                        <m:ctrlPr>
                          <a:rPr lang="en-US"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e>
                    </m:d>
                  </m:oMath>
                </a14:m>
                <a:endParaRPr lang="en-US" dirty="0"/>
              </a:p>
              <a:p>
                <a:r>
                  <a:rPr lang="en-US" dirty="0"/>
                  <a:t>“</a:t>
                </a:r>
                <a:r>
                  <a:rPr lang="en-US" dirty="0">
                    <a:effectLst>
                      <a:glow rad="139700">
                        <a:schemeClr val="accent4">
                          <a:satMod val="175000"/>
                          <a:alpha val="40000"/>
                        </a:schemeClr>
                      </a:glow>
                    </a:effectLst>
                  </a:rPr>
                  <a:t>Local closed world</a:t>
                </a:r>
                <a:r>
                  <a:rPr lang="en-US" dirty="0"/>
                  <a:t>” assumption</a:t>
                </a:r>
                <a:endParaRPr lang="en-US" dirty="0"/>
              </a:p>
              <a:p>
                <a:pPr lvl="1"/>
                <a:r>
                  <a:rPr lang="en-US" dirty="0"/>
                  <a:t>Not really valid, given KG is (very) incomplete</a:t>
                </a:r>
                <a:endParaRPr lang="en-US" dirty="0"/>
              </a:p>
              <a:p>
                <a:r>
                  <a:rPr lang="en-US" dirty="0"/>
                  <a:t>Helps replace full sum in denominator with sampled estimates</a:t>
                </a:r>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Uniform negative sampling</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lstStyle/>
              <a:p>
                <a:r>
                  <a:rPr lang="en-US" b="0" dirty="0"/>
                  <a:t>Let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𝑜</m:t>
                        </m:r>
                        <m:r>
                          <a:rPr lang="en-US" b="0" i="1" smtClean="0">
                            <a:latin typeface="Cambria Math" panose="02040503050406030204" pitchFamily="18" charset="0"/>
                          </a:rPr>
                          <m:t>∈</m:t>
                        </m:r>
                        <m:r>
                          <a:rPr lang="en-US" b="0" i="1" smtClean="0">
                            <a:latin typeface="Cambria Math" panose="02040503050406030204" pitchFamily="18" charset="0"/>
                          </a:rPr>
                          <m:t>𝐸</m:t>
                        </m:r>
                      </m:sub>
                      <m:sup/>
                      <m:e>
                        <m:r>
                          <m:rPr>
                            <m:sty m:val="p"/>
                          </m:rPr>
                          <a:rPr lang="en-US" b="0" i="0" smtClean="0">
                            <a:latin typeface="Cambria Math" panose="02040503050406030204" pitchFamily="18" charset="0"/>
                          </a:rPr>
                          <m:t>exp</m:t>
                        </m:r>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r>
                          <a:rPr lang="en-US" b="0" i="1" smtClean="0">
                            <a:latin typeface="Cambria Math" panose="02040503050406030204" pitchFamily="18" charset="0"/>
                          </a:rPr>
                          <m:t>)</m:t>
                        </m:r>
                      </m:e>
                    </m:nary>
                  </m:oMath>
                </a14:m>
                <a:r>
                  <a:rPr lang="en-US" dirty="0"/>
                  <a:t> for fixed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oMath>
                </a14:m>
                <a:endParaRPr lang="en-US" dirty="0"/>
              </a:p>
              <a:p>
                <a:r>
                  <a:rPr lang="en-US" dirty="0"/>
                  <a:t>Sample </a:t>
                </a:r>
                <a14:m>
                  <m:oMath xmlns:m="http://schemas.openxmlformats.org/officeDocument/2006/math">
                    <m:r>
                      <a:rPr lang="en-US" b="0" i="1" smtClean="0">
                        <a:latin typeface="Cambria Math" panose="02040503050406030204" pitchFamily="18" charset="0"/>
                      </a:rPr>
                      <m:t>𝐾</m:t>
                    </m:r>
                  </m:oMath>
                </a14:m>
                <a:r>
                  <a:rPr lang="en-US" dirty="0"/>
                  <a:t> out of </a:t>
                </a:r>
                <a14:m>
                  <m:oMath xmlns:m="http://schemas.openxmlformats.org/officeDocument/2006/math">
                    <m:r>
                      <a:rPr lang="en-US" b="0" i="1" smtClean="0">
                        <a:latin typeface="Cambria Math" panose="02040503050406030204" pitchFamily="18" charset="0"/>
                      </a:rPr>
                      <m:t>𝐸</m:t>
                    </m:r>
                  </m:oMath>
                </a14:m>
                <a:r>
                  <a:rPr lang="en-US" dirty="0"/>
                  <a:t> entities uniformly at random</a:t>
                </a:r>
                <a:endParaRPr lang="en-US" dirty="0"/>
              </a:p>
              <a:p>
                <a14:m>
                  <m:oMath xmlns:m="http://schemas.openxmlformats.org/officeDocument/2006/math">
                    <m:r>
                      <a:rPr lang="en-US" i="1" smtClean="0">
                        <a:latin typeface="Cambria Math" panose="02040503050406030204" pitchFamily="18" charset="0"/>
                        <a:ea typeface="Cambria Math" panose="02040503050406030204" pitchFamily="18" charset="0"/>
                      </a:rPr>
                      <m:t>𝔼</m:t>
                    </m:r>
                    <m:d>
                      <m:dPr>
                        <m:begChr m:val="["/>
                        <m:endChr m:val="]"/>
                        <m:ctrlPr>
                          <a:rPr lang="en-US" i="1" smtClean="0">
                            <a:latin typeface="Cambria Math" panose="02040503050406030204" pitchFamily="18" charset="0"/>
                            <a:ea typeface="Cambria Math" panose="02040503050406030204" pitchFamily="18" charset="0"/>
                          </a:rPr>
                        </m:ctrlPr>
                      </m:dPr>
                      <m:e>
                        <m:nary>
                          <m:naryPr>
                            <m:chr m:val="∑"/>
                            <m:limLoc m:val="subSup"/>
                            <m:supHide m:val="on"/>
                            <m:ctrlPr>
                              <a:rPr lang="en-US" i="1" smtClean="0">
                                <a:latin typeface="Cambria Math" panose="02040503050406030204" pitchFamily="18" charset="0"/>
                                <a:ea typeface="Cambria Math" panose="02040503050406030204" pitchFamily="18" charset="0"/>
                              </a:rPr>
                            </m:ctrlPr>
                          </m:naryPr>
                          <m:sub>
                            <m:r>
                              <m:rPr>
                                <m:brk m:alnAt="9"/>
                              </m:rPr>
                              <a:rPr lang="en-US" b="0" i="1" smtClean="0">
                                <a:latin typeface="Cambria Math" panose="02040503050406030204" pitchFamily="18" charset="0"/>
                                <a:ea typeface="Cambria Math" panose="02040503050406030204" pitchFamily="18" charset="0"/>
                              </a:rPr>
                              <m:t>𝑜</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sub>
                          <m:sup/>
                          <m:e>
                            <m:r>
                              <m:rPr>
                                <m:sty m:val="p"/>
                              </m:rPr>
                              <a:rPr lang="en-US" b="0" i="0" smtClean="0">
                                <a:latin typeface="Cambria Math" panose="02040503050406030204" pitchFamily="18" charset="0"/>
                                <a:ea typeface="Cambria Math" panose="02040503050406030204" pitchFamily="18" charset="0"/>
                              </a:rPr>
                              <m:t>exp</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𝑜</m:t>
                                </m:r>
                              </m:e>
                            </m:d>
                            <m:r>
                              <a:rPr lang="en-US" b="0" i="1" smtClean="0">
                                <a:latin typeface="Cambria Math" panose="02040503050406030204" pitchFamily="18" charset="0"/>
                                <a:ea typeface="Cambria Math" panose="02040503050406030204" pitchFamily="18" charset="0"/>
                              </a:rPr>
                              <m:t>)</m:t>
                            </m:r>
                          </m:e>
                        </m:nary>
                      </m:e>
                    </m:d>
                    <m:r>
                      <a:rPr lang="en-US" b="0" i="1" smtClean="0">
                        <a:latin typeface="Cambria Math" panose="02040503050406030204" pitchFamily="18" charset="0"/>
                        <a:ea typeface="Cambria Math" panose="02040503050406030204" pitchFamily="18" charset="0"/>
                      </a:rPr>
                      <m:t>=</m:t>
                    </m:r>
                    <m:box>
                      <m:boxPr>
                        <m:ctrlPr>
                          <a:rPr lang="en-US" b="0" i="1" smtClean="0">
                            <a:latin typeface="Cambria Math" panose="02040503050406030204" pitchFamily="18" charset="0"/>
                            <a:ea typeface="Cambria Math" panose="02040503050406030204" pitchFamily="18" charset="0"/>
                          </a:rPr>
                        </m:ctrlPr>
                      </m:boxPr>
                      <m:e>
                        <m:argPr>
                          <m:argSz m:val="-1"/>
                        </m:argPr>
                        <m:f>
                          <m:fPr>
                            <m:ctrlPr>
                              <a:rPr lang="en-US" b="0" i="1" smtClean="0">
                                <a:highlight>
                                  <a:srgbClr val="00FFFF"/>
                                </a:highlight>
                                <a:latin typeface="Cambria Math" panose="02040503050406030204" pitchFamily="18" charset="0"/>
                                <a:ea typeface="Cambria Math" panose="02040503050406030204" pitchFamily="18" charset="0"/>
                              </a:rPr>
                            </m:ctrlPr>
                          </m:fPr>
                          <m:num>
                            <m:r>
                              <a:rPr lang="en-US" b="0" i="1" smtClean="0">
                                <a:highlight>
                                  <a:srgbClr val="00FFFF"/>
                                </a:highlight>
                                <a:latin typeface="Cambria Math" panose="02040503050406030204" pitchFamily="18" charset="0"/>
                                <a:ea typeface="Cambria Math" panose="02040503050406030204" pitchFamily="18" charset="0"/>
                              </a:rPr>
                              <m:t>𝐾</m:t>
                            </m:r>
                          </m:num>
                          <m:den>
                            <m:r>
                              <a:rPr lang="en-US" b="0" i="1" smtClean="0">
                                <a:highlight>
                                  <a:srgbClr val="00FFFF"/>
                                </a:highlight>
                                <a:latin typeface="Cambria Math" panose="02040503050406030204" pitchFamily="18" charset="0"/>
                                <a:ea typeface="Cambria Math" panose="02040503050406030204" pitchFamily="18" charset="0"/>
                              </a:rPr>
                              <m:t>𝐸</m:t>
                            </m:r>
                          </m:den>
                        </m:f>
                        <m:r>
                          <a:rPr lang="en-US" b="0" i="1" smtClean="0">
                            <a:latin typeface="Cambria Math" panose="02040503050406030204" pitchFamily="18" charset="0"/>
                            <a:ea typeface="Cambria Math" panose="02040503050406030204" pitchFamily="18" charset="0"/>
                          </a:rPr>
                          <m:t>𝐴</m:t>
                        </m:r>
                      </m:e>
                    </m:box>
                  </m:oMath>
                </a14:m>
                <a:endParaRPr lang="en-US" dirty="0"/>
              </a:p>
              <a:p>
                <a:pPr lvl="1"/>
                <a:r>
                  <a:rPr lang="en-US" dirty="0"/>
                  <a:t>High variance, need fairly large </a:t>
                </a:r>
                <a14:m>
                  <m:oMath xmlns:m="http://schemas.openxmlformats.org/officeDocument/2006/math">
                    <m:r>
                      <a:rPr lang="en-US" i="1" dirty="0" smtClean="0">
                        <a:latin typeface="Cambria Math" panose="02040503050406030204" pitchFamily="18" charset="0"/>
                      </a:rPr>
                      <m:t>𝐾</m:t>
                    </m:r>
                  </m:oMath>
                </a14:m>
                <a:r>
                  <a:rPr lang="en-US" dirty="0"/>
                  <a:t> (thousands)</a:t>
                </a:r>
                <a:endParaRPr lang="en-US" dirty="0"/>
              </a:p>
              <a:p>
                <a:pPr lvl="1"/>
                <a:r>
                  <a:rPr lang="en-US" dirty="0"/>
                  <a:t>Under-sampling known to degrade accuracy</a:t>
                </a:r>
                <a:endParaRPr lang="en-US" dirty="0"/>
              </a:p>
              <a:p>
                <a:r>
                  <a:rPr lang="en-US" dirty="0"/>
                  <a:t>In </a:t>
                </a:r>
                <a14:m>
                  <m:oMath xmlns:m="http://schemas.openxmlformats.org/officeDocument/2006/math">
                    <m:f>
                      <m:fPr>
                        <m:ctrlPr>
                          <a:rPr lang="en-US" i="1">
                            <a:latin typeface="Cambria Math" panose="02040503050406030204" pitchFamily="18" charset="0"/>
                          </a:rPr>
                        </m:ctrlPr>
                      </m:fPr>
                      <m:num>
                        <m:r>
                          <m:rPr>
                            <m:sty m:val="p"/>
                          </m:rPr>
                          <a:rPr lang="en-US">
                            <a:latin typeface="Cambria Math" panose="02040503050406030204" pitchFamily="18" charset="0"/>
                          </a:rPr>
                          <m:t>exp</m:t>
                        </m:r>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𝑜</m:t>
                            </m:r>
                          </m:e>
                        </m:d>
                        <m:r>
                          <a:rPr lang="en-US" i="1">
                            <a:latin typeface="Cambria Math" panose="02040503050406030204" pitchFamily="18" charset="0"/>
                          </a:rPr>
                          <m:t>)</m:t>
                        </m:r>
                      </m:num>
                      <m:den>
                        <m:box>
                          <m:boxPr>
                            <m:ctrlPr>
                              <a:rPr lang="en-US" i="1" smtClean="0">
                                <a:latin typeface="Cambria Math" panose="02040503050406030204" pitchFamily="18" charset="0"/>
                              </a:rPr>
                            </m:ctrlPr>
                          </m:boxPr>
                          <m:e>
                            <m:argPr>
                              <m:argSz m:val="-1"/>
                            </m:argPr>
                            <m:f>
                              <m:fPr>
                                <m:ctrlPr>
                                  <a:rPr lang="en-US" i="1" smtClean="0">
                                    <a:highlight>
                                      <a:srgbClr val="00FFFF"/>
                                    </a:highlight>
                                    <a:latin typeface="Cambria Math" panose="02040503050406030204" pitchFamily="18" charset="0"/>
                                  </a:rPr>
                                </m:ctrlPr>
                              </m:fPr>
                              <m:num>
                                <m:r>
                                  <a:rPr lang="en-US" b="0" i="1" smtClean="0">
                                    <a:highlight>
                                      <a:srgbClr val="00FFFF"/>
                                    </a:highlight>
                                    <a:latin typeface="Cambria Math" panose="02040503050406030204" pitchFamily="18" charset="0"/>
                                  </a:rPr>
                                  <m:t>𝐸</m:t>
                                </m:r>
                              </m:num>
                              <m:den>
                                <m:r>
                                  <a:rPr lang="en-US" b="0" i="1" smtClean="0">
                                    <a:highlight>
                                      <a:srgbClr val="00FFFF"/>
                                    </a:highlight>
                                    <a:latin typeface="Cambria Math" panose="02040503050406030204" pitchFamily="18" charset="0"/>
                                  </a:rPr>
                                  <m:t>𝐾</m:t>
                                </m:r>
                              </m:den>
                            </m:f>
                          </m:e>
                        </m:box>
                        <m:nary>
                          <m:naryPr>
                            <m:chr m:val="∑"/>
                            <m:supHide m:val="on"/>
                            <m:ctrlPr>
                              <a:rPr lang="en-US" i="1">
                                <a:latin typeface="Cambria Math" panose="02040503050406030204" pitchFamily="18" charset="0"/>
                              </a:rPr>
                            </m:ctrlPr>
                          </m:naryPr>
                          <m:sub>
                            <m:sSup>
                              <m:sSupPr>
                                <m:ctrlPr>
                                  <a:rPr lang="en-US" i="1">
                                    <a:highlight>
                                      <a:srgbClr val="FFFF00"/>
                                    </a:highlight>
                                    <a:latin typeface="Cambria Math" panose="02040503050406030204" pitchFamily="18" charset="0"/>
                                  </a:rPr>
                                </m:ctrlPr>
                              </m:sSupPr>
                              <m:e>
                                <m:r>
                                  <a:rPr lang="en-US" i="1">
                                    <a:highlight>
                                      <a:srgbClr val="FFFF00"/>
                                    </a:highlight>
                                    <a:latin typeface="Cambria Math" panose="02040503050406030204" pitchFamily="18" charset="0"/>
                                  </a:rPr>
                                  <m:t>𝑜</m:t>
                                </m:r>
                              </m:e>
                              <m:sup>
                                <m:r>
                                  <a:rPr lang="en-US" i="1">
                                    <a:highlight>
                                      <a:srgbClr val="FFFF00"/>
                                    </a:highlight>
                                    <a:latin typeface="Cambria Math" panose="02040503050406030204" pitchFamily="18" charset="0"/>
                                  </a:rPr>
                                  <m:t>′</m:t>
                                </m:r>
                              </m:sup>
                            </m:sSup>
                            <m:r>
                              <a:rPr lang="en-US" b="0" i="1" smtClean="0">
                                <a:highlight>
                                  <a:srgbClr val="FFFF00"/>
                                </a:highlight>
                                <a:latin typeface="Cambria Math" panose="02040503050406030204" pitchFamily="18" charset="0"/>
                              </a:rPr>
                              <m:t>∈</m:t>
                            </m:r>
                            <m:r>
                              <a:rPr lang="en-US" b="0" i="1" smtClean="0">
                                <a:highlight>
                                  <a:srgbClr val="FFFF00"/>
                                </a:highlight>
                                <a:latin typeface="Cambria Math" panose="02040503050406030204" pitchFamily="18" charset="0"/>
                              </a:rPr>
                              <m:t>𝐾</m:t>
                            </m:r>
                          </m:sub>
                          <m:sup/>
                          <m:e>
                            <m:r>
                              <m:rPr>
                                <m:sty m:val="p"/>
                              </m:rPr>
                              <a:rPr lang="en-US">
                                <a:latin typeface="Cambria Math" panose="02040503050406030204" pitchFamily="18" charset="0"/>
                              </a:rPr>
                              <m:t>exp</m:t>
                            </m:r>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sSup>
                                  <m:sSupPr>
                                    <m:ctrlPr>
                                      <a:rPr lang="en-US" i="1">
                                        <a:highlight>
                                          <a:srgbClr val="FFFF00"/>
                                        </a:highlight>
                                        <a:latin typeface="Cambria Math" panose="02040503050406030204" pitchFamily="18" charset="0"/>
                                      </a:rPr>
                                    </m:ctrlPr>
                                  </m:sSupPr>
                                  <m:e>
                                    <m:r>
                                      <a:rPr lang="en-US" i="1">
                                        <a:highlight>
                                          <a:srgbClr val="FFFF00"/>
                                        </a:highlight>
                                        <a:latin typeface="Cambria Math" panose="02040503050406030204" pitchFamily="18" charset="0"/>
                                      </a:rPr>
                                      <m:t>𝑜</m:t>
                                    </m:r>
                                  </m:e>
                                  <m:sup>
                                    <m:r>
                                      <a:rPr lang="en-US" i="1">
                                        <a:highlight>
                                          <a:srgbClr val="FFFF00"/>
                                        </a:highlight>
                                        <a:latin typeface="Cambria Math" panose="02040503050406030204" pitchFamily="18" charset="0"/>
                                      </a:rPr>
                                      <m:t>′</m:t>
                                    </m:r>
                                  </m:sup>
                                </m:sSup>
                              </m:e>
                            </m:d>
                            <m:r>
                              <a:rPr lang="en-US" i="1">
                                <a:latin typeface="Cambria Math" panose="02040503050406030204" pitchFamily="18" charset="0"/>
                              </a:rPr>
                              <m:t>)</m:t>
                            </m:r>
                          </m:e>
                        </m:nary>
                      </m:den>
                    </m:f>
                  </m:oMath>
                </a14:m>
                <a:r>
                  <a:rPr lang="en-US" dirty="0"/>
                  <a:t>, must include </a:t>
                </a:r>
                <a14:m>
                  <m:oMath xmlns:m="http://schemas.openxmlformats.org/officeDocument/2006/math">
                    <m:r>
                      <a:rPr lang="en-US" b="0" i="1" smtClean="0">
                        <a:latin typeface="Cambria Math" panose="02040503050406030204" pitchFamily="18" charset="0"/>
                      </a:rPr>
                      <m:t>𝑜</m:t>
                    </m:r>
                  </m:oMath>
                </a14:m>
                <a:r>
                  <a:rPr lang="en-US" dirty="0"/>
                  <a:t> into </a:t>
                </a:r>
                <a:r>
                  <a:rPr lang="en-US" dirty="0" err="1"/>
                  <a:t>denom</a:t>
                </a:r>
                <a:r>
                  <a:rPr lang="en-US" dirty="0"/>
                  <a:t> by force, may further bias estimate</a:t>
                </a:r>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Discriminative training (à la SVM)</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fontScale="90000" lnSpcReduction="10000"/>
              </a:bodyPr>
              <a:lstStyle/>
              <a:p>
                <a:pPr>
                  <a:lnSpc>
                    <a:spcPct val="110000"/>
                  </a:lnSpc>
                </a:pPr>
                <a:r>
                  <a:rPr lang="en-US" dirty="0"/>
                  <a:t>For each positive fact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oMath>
                </a14:m>
                <a:r>
                  <a:rPr lang="en-US" dirty="0"/>
                  <a:t> and each</a:t>
                </a:r>
                <a:br>
                  <a:rPr lang="en-US" dirty="0"/>
                </a:br>
                <a:r>
                  <a:rPr lang="en-US" dirty="0"/>
                  <a:t>negative fact </a:t>
                </a:r>
                <a14:m>
                  <m:oMath xmlns:m="http://schemas.openxmlformats.org/officeDocument/2006/math">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𝑜</m:t>
                            </m:r>
                          </m:e>
                          <m:sup>
                            <m:r>
                              <a:rPr lang="en-US" b="0" i="1" smtClean="0">
                                <a:latin typeface="Cambria Math" panose="02040503050406030204" pitchFamily="18" charset="0"/>
                              </a:rPr>
                              <m:t>′</m:t>
                            </m:r>
                          </m:sup>
                        </m:sSup>
                      </m:e>
                    </m:d>
                  </m:oMath>
                </a14:m>
                <a:r>
                  <a:rPr lang="en-US" dirty="0"/>
                  <a:t>, we want</a:t>
                </a:r>
                <a:endParaRPr lang="en-US" dirty="0"/>
              </a:p>
              <a:p>
                <a:pPr marL="0" indent="0">
                  <a:lnSpc>
                    <a:spcPct val="11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r>
                        <a:rPr lang="en-US" b="0" i="1" smtClean="0">
                          <a:latin typeface="Cambria Math" panose="02040503050406030204" pitchFamily="18" charset="0"/>
                        </a:rPr>
                        <m:t>≥</m:t>
                      </m:r>
                      <m:r>
                        <m:rPr>
                          <m:sty m:val="p"/>
                        </m:rPr>
                        <a:rPr lang="en-US" b="0" i="0" smtClean="0">
                          <a:latin typeface="Cambria Math" panose="02040503050406030204" pitchFamily="18" charset="0"/>
                        </a:rPr>
                        <m:t>margin</m:t>
                      </m:r>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𝑜</m:t>
                              </m:r>
                            </m:e>
                            <m:sup>
                              <m:r>
                                <a:rPr lang="en-US" b="0" i="1" smtClean="0">
                                  <a:latin typeface="Cambria Math" panose="02040503050406030204" pitchFamily="18" charset="0"/>
                                </a:rPr>
                                <m:t>′</m:t>
                              </m:r>
                            </m:sup>
                          </m:sSup>
                        </m:e>
                      </m:d>
                    </m:oMath>
                  </m:oMathPara>
                </a14:m>
                <a:endParaRPr lang="en-US" b="0" dirty="0"/>
              </a:p>
              <a:p>
                <a:pPr>
                  <a:lnSpc>
                    <a:spcPct val="110000"/>
                  </a:lnSpc>
                </a:pPr>
                <a:r>
                  <a:rPr lang="en-US" dirty="0"/>
                  <a:t>Turn into hinge/</a:t>
                </a:r>
                <a:r>
                  <a:rPr lang="en-US" dirty="0" err="1"/>
                  <a:t>ReLU</a:t>
                </a:r>
                <a:r>
                  <a:rPr lang="en-US" dirty="0"/>
                  <a:t> loss</a:t>
                </a:r>
                <a:br>
                  <a:rPr lang="en-US" dirty="0"/>
                </a:b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max</m:t>
                          </m:r>
                        </m:fName>
                        <m:e>
                          <m:d>
                            <m:dPr>
                              <m:begChr m:val="{"/>
                              <m:endChr m:val="}"/>
                              <m:ctrlPr>
                                <a:rPr lang="en-US" i="1">
                                  <a:latin typeface="Cambria Math" panose="02040503050406030204" pitchFamily="18" charset="0"/>
                                </a:rPr>
                              </m:ctrlPr>
                            </m:dPr>
                            <m:e>
                              <m:r>
                                <a:rPr lang="en-US" i="1">
                                  <a:latin typeface="Cambria Math" panose="02040503050406030204" pitchFamily="18" charset="0"/>
                                </a:rPr>
                                <m:t>0</m:t>
                              </m:r>
                              <m:r>
                                <a:rPr lang="en-US" i="1">
                                  <a:latin typeface="Cambria Math" panose="02040503050406030204" pitchFamily="18" charset="0"/>
                                </a:rPr>
                                <m:t>, </m:t>
                              </m:r>
                              <m:r>
                                <m:rPr>
                                  <m:sty m:val="p"/>
                                </m:rPr>
                                <a:rPr lang="en-US">
                                  <a:latin typeface="Cambria Math" panose="02040503050406030204" pitchFamily="18" charset="0"/>
                                </a:rPr>
                                <m:t>margin</m:t>
                              </m:r>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𝑠</m:t>
                                      </m:r>
                                    </m:e>
                                    <m:sub>
                                      <m:r>
                                        <a:rPr lang="en-US" i="1">
                                          <a:latin typeface="Cambria Math" panose="02040503050406030204" pitchFamily="18" charset="0"/>
                                        </a:rPr>
                                        <m:t>𝑘</m:t>
                                      </m:r>
                                    </m:sub>
                                    <m:sup>
                                      <m:r>
                                        <a:rPr lang="en-US" i="1">
                                          <a:latin typeface="Cambria Math" panose="02040503050406030204" pitchFamily="18" charset="0"/>
                                        </a:rPr>
                                        <m:t>′</m:t>
                                      </m:r>
                                    </m:sup>
                                  </m:sSubSup>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𝑜</m:t>
                                      </m:r>
                                    </m:e>
                                    <m:sub>
                                      <m:r>
                                        <a:rPr lang="en-US" i="1">
                                          <a:latin typeface="Cambria Math" panose="02040503050406030204" pitchFamily="18" charset="0"/>
                                        </a:rPr>
                                        <m:t>𝑘</m:t>
                                      </m:r>
                                    </m:sub>
                                    <m:sup>
                                      <m:r>
                                        <a:rPr lang="en-US" i="1">
                                          <a:latin typeface="Cambria Math" panose="02040503050406030204" pitchFamily="18" charset="0"/>
                                        </a:rPr>
                                        <m:t>′</m:t>
                                      </m:r>
                                    </m:sup>
                                  </m:sSubSup>
                                </m:e>
                              </m:d>
                              <m:r>
                                <a:rPr lang="en-US" i="1">
                                  <a:latin typeface="Cambria Math" panose="02040503050406030204" pitchFamily="18" charset="0"/>
                                </a:rPr>
                                <m:t>−</m:t>
                              </m:r>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𝑜</m:t>
                              </m:r>
                              <m:r>
                                <a:rPr lang="en-US" i="1">
                                  <a:latin typeface="Cambria Math" panose="02040503050406030204" pitchFamily="18" charset="0"/>
                                </a:rPr>
                                <m:t>)</m:t>
                              </m:r>
                            </m:e>
                          </m:d>
                        </m:e>
                      </m:func>
                    </m:oMath>
                  </m:oMathPara>
                </a14:m>
                <a:endParaRPr lang="en-US" dirty="0"/>
              </a:p>
              <a:p>
                <a:pPr>
                  <a:lnSpc>
                    <a:spcPct val="110000"/>
                  </a:lnSpc>
                </a:pPr>
                <a:r>
                  <a:rPr lang="en-US" dirty="0"/>
                  <a:t>If there are </a:t>
                </a:r>
                <a14:m>
                  <m:oMath xmlns:m="http://schemas.openxmlformats.org/officeDocument/2006/math">
                    <m:r>
                      <a:rPr lang="en-US" b="0" i="1" smtClean="0">
                        <a:latin typeface="Cambria Math" panose="02040503050406030204" pitchFamily="18" charset="0"/>
                      </a:rPr>
                      <m:t>𝐸</m:t>
                    </m:r>
                  </m:oMath>
                </a14:m>
                <a:r>
                  <a:rPr lang="en-US" dirty="0"/>
                  <a:t> entities and </a:t>
                </a:r>
                <a14:m>
                  <m:oMath xmlns:m="http://schemas.openxmlformats.org/officeDocument/2006/math">
                    <m:r>
                      <a:rPr lang="en-US" b="0" i="1" smtClean="0">
                        <a:latin typeface="Cambria Math" panose="02040503050406030204" pitchFamily="18" charset="0"/>
                      </a:rPr>
                      <m:t>𝑅</m:t>
                    </m:r>
                  </m:oMath>
                </a14:m>
                <a:r>
                  <a:rPr lang="en-US" dirty="0"/>
                  <a:t> relations</a:t>
                </a:r>
                <a:endParaRPr lang="en-US" dirty="0"/>
              </a:p>
              <a:p>
                <a:pPr lvl="1">
                  <a:lnSpc>
                    <a:spcPct val="110000"/>
                  </a:lnSpc>
                </a:pPr>
                <a:r>
                  <a:rPr lang="en-US" dirty="0"/>
                  <a:t>Number of possible facts is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𝐸</m:t>
                        </m:r>
                      </m:e>
                      <m:sup>
                        <m:r>
                          <a:rPr lang="en-US" b="0" i="1" smtClean="0">
                            <a:latin typeface="Cambria Math" panose="02040503050406030204" pitchFamily="18" charset="0"/>
                          </a:rPr>
                          <m:t>2</m:t>
                        </m:r>
                      </m:sup>
                    </m:sSup>
                    <m:r>
                      <a:rPr lang="en-US" b="0" i="1" smtClean="0">
                        <a:latin typeface="Cambria Math" panose="02040503050406030204" pitchFamily="18" charset="0"/>
                      </a:rPr>
                      <m:t>𝑅</m:t>
                    </m:r>
                  </m:oMath>
                </a14:m>
                <a:endParaRPr lang="en-US" dirty="0"/>
              </a:p>
              <a:p>
                <a:pPr lvl="1">
                  <a:lnSpc>
                    <a:spcPct val="110000"/>
                  </a:lnSpc>
                </a:pPr>
                <a:r>
                  <a:rPr lang="en-US" dirty="0"/>
                  <a:t>Of which a small fraction is positive</a:t>
                </a:r>
                <a:endParaRPr lang="en-US" dirty="0"/>
              </a:p>
              <a:p>
                <a:pPr>
                  <a:lnSpc>
                    <a:spcPct val="110000"/>
                  </a:lnSpc>
                </a:pPr>
                <a:r>
                  <a:rPr lang="en-US" dirty="0"/>
                  <a:t>Infeasible number of constraints/loss terms</a:t>
                </a:r>
                <a:endParaRPr lang="en-US" dirty="0"/>
              </a:p>
              <a:p>
                <a:pPr>
                  <a:lnSpc>
                    <a:spcPct val="110000"/>
                  </a:lnSpc>
                </a:pPr>
                <a:r>
                  <a:rPr lang="en-US" dirty="0"/>
                  <a:t>Unnecessary for predicting one missing field in a fact triple, e.g.,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oMath>
                </a14:m>
                <a:r>
                  <a:rPr lang="en-US" dirty="0"/>
                  <a:t> or </a:t>
                </a:r>
                <a14:m>
                  <m:oMath xmlns:m="http://schemas.openxmlformats.org/officeDocument/2006/math">
                    <m:r>
                      <a:rPr lang="en-US" b="0" i="1" smtClean="0">
                        <a:latin typeface="Cambria Math" panose="02040503050406030204" pitchFamily="18" charset="0"/>
                      </a:rPr>
                      <m:t>(</m:t>
                    </m:r>
                    <m:r>
                      <a:rPr lang="en-US" b="0" i="1" smtClean="0">
                        <a:highlight>
                          <a:srgbClr val="FFFF00"/>
                        </a:highlight>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oMath>
                </a14:m>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6" name="Speech Bubble: Rectangle with Corners Rounded 5"/>
              <p:cNvSpPr/>
              <p:nvPr/>
            </p:nvSpPr>
            <p:spPr>
              <a:xfrm>
                <a:off x="8315178" y="3668224"/>
                <a:ext cx="3566160" cy="1444752"/>
              </a:xfrm>
              <a:prstGeom prst="wedgeRoundRectCallout">
                <a:avLst>
                  <a:gd name="adj1" fmla="val -122687"/>
                  <a:gd name="adj2" fmla="val -2947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Will use </a:t>
                </a:r>
                <a14:m>
                  <m:oMath xmlns:m="http://schemas.openxmlformats.org/officeDocument/2006/math">
                    <m:r>
                      <a:rPr kumimoji="0" lang="en-US" sz="2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𝐸</m:t>
                    </m:r>
                  </m:oMath>
                </a14:m>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 </a:t>
                </a:r>
                <a14:m>
                  <m:oMath xmlns:m="http://schemas.openxmlformats.org/officeDocument/2006/math">
                    <m:d>
                      <m:dPr>
                        <m:begChr m:val="|"/>
                        <m:endChr m:val="|"/>
                        <m:ctrlPr>
                          <a:rPr kumimoji="0" lang="en-US" sz="2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dPr>
                      <m:e>
                        <m:r>
                          <a:rPr kumimoji="0" lang="en-US" sz="2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𝐸</m:t>
                        </m:r>
                      </m:e>
                    </m:d>
                  </m:oMath>
                </a14:m>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 and </a:t>
                </a:r>
                <a14:m>
                  <m:oMath xmlns:m="http://schemas.openxmlformats.org/officeDocument/2006/math">
                    <m:r>
                      <a:rPr kumimoji="0" lang="en-US" sz="2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𝑅</m:t>
                    </m:r>
                    <m:r>
                      <a:rPr kumimoji="0" lang="en-US" sz="2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 </m:t>
                    </m:r>
                    <m:d>
                      <m:dPr>
                        <m:begChr m:val="|"/>
                        <m:endChr m:val="|"/>
                        <m:ctrlPr>
                          <a:rPr kumimoji="0" lang="en-US" sz="2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dPr>
                      <m:e>
                        <m:r>
                          <a:rPr kumimoji="0" lang="en-US" sz="2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𝑅</m:t>
                        </m:r>
                      </m:e>
                    </m:d>
                  </m:oMath>
                </a14:m>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 interchangeably</a:t>
                </a:r>
                <a:endPar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p:sp>
            <p:nvSpPr>
              <p:cNvPr id="6" name="Speech Bubble: Rectangle with Corners Rounded 5"/>
              <p:cNvSpPr>
                <a:spLocks noRot="1" noChangeAspect="1" noMove="1" noResize="1" noEditPoints="1" noAdjustHandles="1" noChangeArrowheads="1" noChangeShapeType="1" noTextEdit="1"/>
              </p:cNvSpPr>
              <p:nvPr/>
            </p:nvSpPr>
            <p:spPr>
              <a:xfrm>
                <a:off x="8315178" y="3668224"/>
                <a:ext cx="3566160" cy="1444752"/>
              </a:xfrm>
              <a:prstGeom prst="wedgeRoundRectCallout">
                <a:avLst>
                  <a:gd name="adj1" fmla="val -122687"/>
                  <a:gd name="adj2" fmla="val -29470"/>
                  <a:gd name="adj3" fmla="val 16667"/>
                </a:avLst>
              </a:prstGeom>
              <a:blipFill rotWithShape="1">
                <a:blip r:embed="rId2"/>
                <a:stretch>
                  <a:fillRect l="-74123" t="-472" r="-164" b="-399"/>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3" p14:bwMode="auto">
            <p14:nvContentPartPr>
              <p14:cNvPr id="2" name="Ink 1"/>
              <p14:cNvContentPartPr/>
              <p14:nvPr/>
            </p14:nvContentPartPr>
            <p14:xfrm>
              <a:off x="4110480" y="1219320"/>
              <a:ext cx="6688440" cy="1397880"/>
            </p14:xfrm>
          </p:contentPart>
        </mc:Choice>
        <mc:Fallback xmlns="">
          <p:pic>
            <p:nvPicPr>
              <p:cNvPr id="2" name="Ink 1"/>
            </p:nvPicPr>
            <p:blipFill>
              <a:blip r:embed="rId4"/>
            </p:blipFill>
            <p:spPr>
              <a:xfrm>
                <a:off x="4110480" y="1219320"/>
                <a:ext cx="6688440" cy="1397880"/>
              </a:xfrm>
              <a:prstGeom prst="rect"/>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Sampling for discriminative training</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lstStyle/>
              <a:p>
                <a:r>
                  <a:rPr lang="en-US" dirty="0"/>
                  <a:t>For each positive fact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oMath>
                </a14:m>
                <a:r>
                  <a:rPr lang="en-US" dirty="0"/>
                  <a:t> in batch, sample </a:t>
                </a:r>
                <a14:m>
                  <m:oMath xmlns:m="http://schemas.openxmlformats.org/officeDocument/2006/math">
                    <m:r>
                      <a:rPr lang="en-US" b="0" i="1" smtClean="0">
                        <a:latin typeface="Cambria Math" panose="02040503050406030204" pitchFamily="18" charset="0"/>
                      </a:rPr>
                      <m:t>𝐾</m:t>
                    </m:r>
                  </m:oMath>
                </a14:m>
                <a:r>
                  <a:rPr lang="en-US" dirty="0"/>
                  <a:t> (presumed) negative facts </a:t>
                </a:r>
                <a14:m>
                  <m:oMath xmlns:m="http://schemas.openxmlformats.org/officeDocument/2006/math">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𝑘</m:t>
                        </m:r>
                      </m:sub>
                      <m:sup>
                        <m:r>
                          <a:rPr lang="en-US" b="0" i="1" smtClean="0">
                            <a:latin typeface="Cambria Math" panose="02040503050406030204" pitchFamily="18" charset="0"/>
                          </a:rPr>
                          <m:t>′</m:t>
                        </m:r>
                      </m:sup>
                    </m:sSubSup>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𝑜</m:t>
                        </m:r>
                      </m:e>
                      <m:sub>
                        <m:r>
                          <a:rPr lang="en-US" b="0" i="1" smtClean="0">
                            <a:latin typeface="Cambria Math" panose="02040503050406030204" pitchFamily="18" charset="0"/>
                          </a:rPr>
                          <m:t>𝑘</m:t>
                        </m:r>
                      </m:sub>
                      <m:sup>
                        <m:r>
                          <a:rPr lang="en-US" b="0" i="1" smtClean="0">
                            <a:latin typeface="Cambria Math" panose="02040503050406030204" pitchFamily="18" charset="0"/>
                          </a:rPr>
                          <m:t>′</m:t>
                        </m:r>
                      </m:sup>
                    </m:sSubSup>
                    <m:r>
                      <a:rPr lang="en-US" b="0" i="1" smtClean="0">
                        <a:latin typeface="Cambria Math" panose="02040503050406030204" pitchFamily="18" charset="0"/>
                      </a:rPr>
                      <m:t>)</m:t>
                    </m:r>
                  </m:oMath>
                </a14:m>
                <a:endParaRPr lang="en-US" dirty="0"/>
              </a:p>
              <a:p>
                <a:r>
                  <a:rPr lang="en-US" dirty="0"/>
                  <a:t>Accumulate to batch loss the average pair loss</a:t>
                </a:r>
                <a:br>
                  <a:rPr lang="en-US" dirty="0"/>
                </a:b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𝐾</m:t>
                          </m:r>
                        </m:den>
                      </m:f>
                      <m:nary>
                        <m:naryPr>
                          <m:chr m:val="∑"/>
                          <m:limLoc m:val="subSup"/>
                          <m:supHide m:val="on"/>
                          <m:ctrlPr>
                            <a:rPr lang="en-US" i="1" smtClean="0">
                              <a:latin typeface="Cambria Math" panose="02040503050406030204" pitchFamily="18" charset="0"/>
                            </a:rPr>
                          </m:ctrlPr>
                        </m:naryPr>
                        <m:sub>
                          <m:r>
                            <m:rPr>
                              <m:brk m:alnAt="9"/>
                            </m:rPr>
                            <a:rPr lang="en-US" b="0" i="1" smtClean="0">
                              <a:latin typeface="Cambria Math" panose="02040503050406030204" pitchFamily="18" charset="0"/>
                            </a:rPr>
                            <m:t>𝑘</m:t>
                          </m:r>
                        </m:sub>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max</m:t>
                              </m:r>
                            </m:fName>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 </m:t>
                                  </m:r>
                                  <m:r>
                                    <m:rPr>
                                      <m:sty m:val="p"/>
                                    </m:rPr>
                                    <a:rPr lang="en-US" b="0" i="0" smtClean="0">
                                      <a:latin typeface="Cambria Math" panose="02040503050406030204" pitchFamily="18" charset="0"/>
                                    </a:rPr>
                                    <m:t>margin</m:t>
                                  </m:r>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𝑘</m:t>
                                          </m:r>
                                        </m:sub>
                                        <m:sup>
                                          <m:r>
                                            <a:rPr lang="en-US" b="0" i="1" smtClean="0">
                                              <a:latin typeface="Cambria Math" panose="02040503050406030204" pitchFamily="18" charset="0"/>
                                            </a:rPr>
                                            <m:t>′</m:t>
                                          </m:r>
                                        </m:sup>
                                      </m:sSubSup>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𝑜</m:t>
                                          </m:r>
                                        </m:e>
                                        <m:sub>
                                          <m:r>
                                            <a:rPr lang="en-US" b="0" i="1" smtClean="0">
                                              <a:latin typeface="Cambria Math" panose="02040503050406030204" pitchFamily="18" charset="0"/>
                                            </a:rPr>
                                            <m:t>𝑘</m:t>
                                          </m:r>
                                        </m:sub>
                                        <m:sup>
                                          <m:r>
                                            <a:rPr lang="en-US" b="0" i="1" smtClean="0">
                                              <a:latin typeface="Cambria Math" panose="02040503050406030204" pitchFamily="18" charset="0"/>
                                            </a:rPr>
                                            <m:t>′</m:t>
                                          </m:r>
                                        </m:sup>
                                      </m:sSubSup>
                                    </m:e>
                                  </m:d>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e>
                              </m:d>
                            </m:e>
                          </m:func>
                        </m:e>
                      </m:nary>
                    </m:oMath>
                  </m:oMathPara>
                </a14:m>
                <a:endParaRPr lang="en-US" dirty="0"/>
              </a:p>
              <a:p>
                <a:r>
                  <a:rPr lang="en-US" dirty="0"/>
                  <a:t>If true </a:t>
                </a:r>
                <a14:m>
                  <m:oMath xmlns:m="http://schemas.openxmlformats.org/officeDocument/2006/math">
                    <m:r>
                      <a:rPr lang="en-US" b="0" i="1" smtClean="0">
                        <a:latin typeface="Cambria Math" panose="02040503050406030204" pitchFamily="18" charset="0"/>
                      </a:rPr>
                      <m:t>𝑓</m:t>
                    </m:r>
                  </m:oMath>
                </a14:m>
                <a:r>
                  <a:rPr lang="en-US" dirty="0"/>
                  <a:t> is </a:t>
                </a:r>
                <a14:m>
                  <m:oMath xmlns:m="http://schemas.openxmlformats.org/officeDocument/2006/math">
                    <m:r>
                      <a:rPr lang="en-US" b="0" i="1" smtClean="0">
                        <a:latin typeface="Cambria Math" panose="02040503050406030204" pitchFamily="18" charset="0"/>
                      </a:rPr>
                      <m:t>≫</m:t>
                    </m:r>
                  </m:oMath>
                </a14:m>
                <a:r>
                  <a:rPr lang="en-US" dirty="0"/>
                  <a:t> false </a:t>
                </a:r>
                <a14:m>
                  <m:oMath xmlns:m="http://schemas.openxmlformats.org/officeDocument/2006/math">
                    <m:r>
                      <a:rPr lang="en-US" b="0" i="1" smtClean="0">
                        <a:latin typeface="Cambria Math" panose="02040503050406030204" pitchFamily="18" charset="0"/>
                      </a:rPr>
                      <m:t>𝑓</m:t>
                    </m:r>
                  </m:oMath>
                </a14:m>
                <a:r>
                  <a:rPr lang="en-US" dirty="0"/>
                  <a:t>, loss term = 0</a:t>
                </a:r>
                <a:endParaRPr lang="en-US" dirty="0"/>
              </a:p>
              <a:p>
                <a:r>
                  <a:rPr lang="en-US" dirty="0"/>
                  <a:t>Pairwise hinge/</a:t>
                </a:r>
                <a:r>
                  <a:rPr lang="en-US" dirty="0" err="1"/>
                  <a:t>ReLU</a:t>
                </a:r>
                <a:r>
                  <a:rPr lang="en-US" dirty="0"/>
                  <a:t> loss</a:t>
                </a:r>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p:sp>
        <p:nvSpPr>
          <p:cNvPr id="6" name="Rectangle: Rounded Corners 5"/>
          <p:cNvSpPr/>
          <p:nvPr/>
        </p:nvSpPr>
        <p:spPr>
          <a:xfrm>
            <a:off x="5958659" y="2434953"/>
            <a:ext cx="2583542" cy="740228"/>
          </a:xfrm>
          <a:prstGeom prst="roundRect">
            <a:avLst/>
          </a:prstGeom>
          <a:noFill/>
          <a:ln w="5715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Rounded Corners 6"/>
          <p:cNvSpPr/>
          <p:nvPr/>
        </p:nvSpPr>
        <p:spPr>
          <a:xfrm>
            <a:off x="8732011" y="2465161"/>
            <a:ext cx="2164861" cy="740228"/>
          </a:xfrm>
          <a:prstGeom prst="roundRect">
            <a:avLst/>
          </a:prstGeom>
          <a:noFill/>
          <a:ln w="57150">
            <a:solidFill>
              <a:srgbClr val="00B05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Score polarity</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lstStyle/>
              <a:p>
                <a:r>
                  <a:rPr lang="en-US" dirty="0"/>
                  <a:t>Thus far we have assumed</a:t>
                </a:r>
                <a:endParaRPr lang="en-US" dirty="0"/>
              </a:p>
              <a:p>
                <a:pPr lvl="1"/>
                <a:r>
                  <a:rPr lang="en-US" dirty="0">
                    <a:effectLst>
                      <a:glow rad="139700">
                        <a:schemeClr val="accent6">
                          <a:satMod val="175000"/>
                          <a:alpha val="40000"/>
                        </a:schemeClr>
                      </a:glow>
                    </a:effectLst>
                  </a:rPr>
                  <a:t>Large</a:t>
                </a:r>
                <a:r>
                  <a:rPr lang="en-US" dirty="0"/>
                  <a:t> score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oMath>
                </a14:m>
                <a:r>
                  <a:rPr lang="en-US" dirty="0"/>
                  <a:t> makes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oMath>
                </a14:m>
                <a:r>
                  <a:rPr lang="en-US" dirty="0"/>
                  <a:t> </a:t>
                </a:r>
                <a:r>
                  <a:rPr lang="en-US" dirty="0">
                    <a:effectLst>
                      <a:glow rad="139700">
                        <a:schemeClr val="accent6">
                          <a:satMod val="175000"/>
                          <a:alpha val="40000"/>
                        </a:schemeClr>
                      </a:glow>
                    </a:effectLst>
                  </a:rPr>
                  <a:t>more</a:t>
                </a:r>
                <a:r>
                  <a:rPr lang="en-US" dirty="0"/>
                  <a:t> likely</a:t>
                </a:r>
                <a:endParaRPr lang="en-US" dirty="0"/>
              </a:p>
              <a:p>
                <a:pPr lvl="1"/>
                <a:r>
                  <a:rPr lang="en-US" dirty="0">
                    <a:effectLst>
                      <a:glow rad="139700">
                        <a:schemeClr val="accent2">
                          <a:satMod val="175000"/>
                          <a:alpha val="40000"/>
                        </a:schemeClr>
                      </a:glow>
                    </a:effectLst>
                  </a:rPr>
                  <a:t>Small</a:t>
                </a:r>
                <a:r>
                  <a:rPr lang="en-US" dirty="0"/>
                  <a:t> score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𝑜</m:t>
                    </m:r>
                    <m:r>
                      <a:rPr lang="en-US" i="1">
                        <a:latin typeface="Cambria Math" panose="02040503050406030204" pitchFamily="18" charset="0"/>
                      </a:rPr>
                      <m:t>)</m:t>
                    </m:r>
                  </m:oMath>
                </a14:m>
                <a:r>
                  <a:rPr lang="en-US" dirty="0"/>
                  <a:t> makes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𝑜</m:t>
                    </m:r>
                    <m:r>
                      <a:rPr lang="en-US" i="1">
                        <a:latin typeface="Cambria Math" panose="02040503050406030204" pitchFamily="18" charset="0"/>
                      </a:rPr>
                      <m:t>)</m:t>
                    </m:r>
                  </m:oMath>
                </a14:m>
                <a:r>
                  <a:rPr lang="en-US" dirty="0"/>
                  <a:t> </a:t>
                </a:r>
                <a:r>
                  <a:rPr lang="en-US" dirty="0">
                    <a:effectLst>
                      <a:glow rad="139700">
                        <a:schemeClr val="accent2">
                          <a:satMod val="175000"/>
                          <a:alpha val="40000"/>
                        </a:schemeClr>
                      </a:glow>
                    </a:effectLst>
                  </a:rPr>
                  <a:t>less</a:t>
                </a:r>
                <a:r>
                  <a:rPr lang="en-US" dirty="0"/>
                  <a:t> likely</a:t>
                </a:r>
                <a:endParaRPr lang="en-US" dirty="0"/>
              </a:p>
              <a:p>
                <a:r>
                  <a:rPr lang="en-US" dirty="0"/>
                  <a:t>Some models work with the opposite polarity</a:t>
                </a:r>
                <a:endParaRPr lang="en-US" dirty="0"/>
              </a:p>
              <a:p>
                <a:r>
                  <a:rPr lang="en-US" dirty="0"/>
                  <a:t>Probability and losses can usually be adjusted without much trouble</a:t>
                </a:r>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Testing embedding and score quality</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fontScale="92500" lnSpcReduction="20000"/>
              </a:bodyPr>
              <a:lstStyle/>
              <a:p>
                <a:r>
                  <a:rPr lang="en-US" dirty="0"/>
                  <a:t>KG completion task</a:t>
                </a:r>
                <a:endParaRPr lang="en-US" dirty="0"/>
              </a:p>
              <a:p>
                <a:pPr lvl="1"/>
                <a:r>
                  <a:rPr lang="en-US" dirty="0"/>
                  <a:t>KG sampled into train, dev, test folds</a:t>
                </a:r>
                <a:endParaRPr lang="en-US" dirty="0"/>
              </a:p>
              <a:p>
                <a:pPr lvl="1"/>
                <a:r>
                  <a:rPr lang="en-US" dirty="0"/>
                  <a:t>Given test queries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oMath>
                </a14:m>
                <a:r>
                  <a:rPr lang="en-US" dirty="0"/>
                  <a:t> and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oMath>
                </a14:m>
                <a:r>
                  <a:rPr lang="en-US" dirty="0"/>
                  <a:t>, trained system must provide </a:t>
                </a:r>
                <a:r>
                  <a:rPr lang="en-US" dirty="0">
                    <a:effectLst>
                      <a:glow rad="139700">
                        <a:schemeClr val="accent4">
                          <a:satMod val="175000"/>
                          <a:alpha val="40000"/>
                        </a:schemeClr>
                      </a:glow>
                    </a:effectLst>
                  </a:rPr>
                  <a:t>ranked list</a:t>
                </a:r>
                <a:r>
                  <a:rPr lang="en-US" dirty="0"/>
                  <a:t> for blanks</a:t>
                </a:r>
                <a:endParaRPr lang="en-US" dirty="0"/>
              </a:p>
              <a:p>
                <a:pPr lvl="1"/>
                <a:r>
                  <a:rPr lang="en-US" dirty="0"/>
                  <a:t>Mean (reciprocal) rank, </a:t>
                </a:r>
                <a:r>
                  <a:rPr lang="en-US" dirty="0" err="1"/>
                  <a:t>hits@K</a:t>
                </a:r>
                <a:endParaRPr lang="en-US" dirty="0"/>
              </a:p>
              <a:p>
                <a:r>
                  <a:rPr lang="en-US" dirty="0">
                    <a:effectLst>
                      <a:glow rad="139700">
                        <a:schemeClr val="accent1">
                          <a:satMod val="175000"/>
                          <a:alpha val="40000"/>
                        </a:schemeClr>
                      </a:glow>
                    </a:effectLst>
                  </a:rPr>
                  <a:t>WN18</a:t>
                </a:r>
                <a:r>
                  <a:rPr lang="en-US" dirty="0"/>
                  <a:t>: 41k entities (WordNet </a:t>
                </a:r>
                <a:r>
                  <a:rPr lang="en-US" dirty="0" err="1"/>
                  <a:t>synsets</a:t>
                </a:r>
                <a:r>
                  <a:rPr lang="en-US" dirty="0"/>
                  <a:t>), 18 relation types (hypernymy, synonymy, . . . ), folds 141k/5k/5k</a:t>
                </a:r>
                <a:endParaRPr lang="en-US" dirty="0"/>
              </a:p>
              <a:p>
                <a:r>
                  <a:rPr lang="en-US" dirty="0">
                    <a:effectLst>
                      <a:glow rad="139700">
                        <a:schemeClr val="accent1">
                          <a:satMod val="175000"/>
                          <a:alpha val="40000"/>
                        </a:schemeClr>
                      </a:glow>
                    </a:effectLst>
                  </a:rPr>
                  <a:t>FB15k</a:t>
                </a:r>
                <a:r>
                  <a:rPr lang="en-US" dirty="0"/>
                  <a:t>: 15k Freebase entities, 1345 relation types, folds 483k/50k/59k</a:t>
                </a:r>
                <a:endParaRPr lang="en-US" dirty="0"/>
              </a:p>
              <a:p>
                <a:r>
                  <a:rPr lang="en-US" dirty="0">
                    <a:effectLst>
                      <a:glow rad="101600">
                        <a:schemeClr val="accent1">
                          <a:satMod val="175000"/>
                          <a:alpha val="40000"/>
                        </a:schemeClr>
                      </a:glow>
                    </a:effectLst>
                  </a:rPr>
                  <a:t>WN18RR, FB15k-237, YAGO</a:t>
                </a:r>
                <a:r>
                  <a:rPr lang="en-US" dirty="0"/>
                  <a:t>, …</a:t>
                </a:r>
                <a:endParaRPr lang="en-US" dirty="0"/>
              </a:p>
              <a:p>
                <a:r>
                  <a:rPr lang="en-US" dirty="0"/>
                  <a:t>Other tasks (alignment, analogy, QA, …)</a:t>
                </a:r>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t="-1167" b="6"/>
                </a:stretch>
              </a:blipFill>
            </p:spPr>
            <p:txBody>
              <a:bodyPr/>
              <a:lstStyle/>
              <a:p>
                <a:r>
                  <a:rPr lang="en-US"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Filtered evaluation</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lnSpcReduction="10000"/>
              </a:bodyPr>
              <a:lstStyle/>
              <a:p>
                <a:r>
                  <a:rPr lang="en-US" dirty="0"/>
                  <a:t>Query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e>
                    </m:d>
                  </m:oMath>
                </a14:m>
                <a:r>
                  <a:rPr lang="en-US" dirty="0"/>
                  <a:t> with ranked system response list </a:t>
                </a:r>
                <a14:m>
                  <m:oMath xmlns:m="http://schemas.openxmlformats.org/officeDocument/2006/math">
                    <m:d>
                      <m:dPr>
                        <m:ctrlPr>
                          <a:rPr lang="en-US"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effectLst>
                                  <a:glow rad="228600">
                                    <a:schemeClr val="accent6">
                                      <a:satMod val="175000"/>
                                      <a:alpha val="40000"/>
                                    </a:schemeClr>
                                  </a:glow>
                                </a:effectLst>
                                <a:latin typeface="Cambria Math" panose="02040503050406030204" pitchFamily="18" charset="0"/>
                              </a:rPr>
                            </m:ctrlPr>
                          </m:sSubPr>
                          <m:e>
                            <m:r>
                              <a:rPr lang="en-US" b="0" i="1" smtClean="0">
                                <a:effectLst>
                                  <a:glow rad="228600">
                                    <a:schemeClr val="accent6">
                                      <a:satMod val="175000"/>
                                      <a:alpha val="40000"/>
                                    </a:schemeClr>
                                  </a:glow>
                                </a:effectLst>
                                <a:latin typeface="Cambria Math" panose="02040503050406030204" pitchFamily="18" charset="0"/>
                              </a:rPr>
                              <m:t>𝑜</m:t>
                            </m:r>
                          </m:e>
                          <m:sub>
                            <m:r>
                              <a:rPr lang="en-US" b="0" i="1" smtClean="0">
                                <a:effectLst>
                                  <a:glow rad="228600">
                                    <a:schemeClr val="accent6">
                                      <a:satMod val="175000"/>
                                      <a:alpha val="40000"/>
                                    </a:schemeClr>
                                  </a:glow>
                                </a:effectLst>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5</m:t>
                            </m:r>
                          </m:sub>
                        </m:sSub>
                        <m:r>
                          <a:rPr lang="en-US" b="0" i="1" smtClean="0">
                            <a:latin typeface="Cambria Math" panose="02040503050406030204" pitchFamily="18" charset="0"/>
                          </a:rPr>
                          <m:t>,</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𝑜</m:t>
                            </m:r>
                          </m:e>
                          <m:sub>
                            <m:r>
                              <a:rPr lang="en-US" b="0" i="1" smtClean="0">
                                <a:effectLst>
                                  <a:glow rad="228600">
                                    <a:schemeClr val="accent4">
                                      <a:satMod val="175000"/>
                                      <a:alpha val="40000"/>
                                    </a:schemeClr>
                                  </a:glow>
                                </a:effectLst>
                                <a:latin typeface="Cambria Math" panose="02040503050406030204" pitchFamily="18" charset="0"/>
                              </a:rPr>
                              <m:t>6</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7</m:t>
                            </m:r>
                          </m:sub>
                        </m:sSub>
                        <m:r>
                          <a:rPr lang="en-US" b="0" i="1" smtClean="0">
                            <a:latin typeface="Cambria Math" panose="02040503050406030204" pitchFamily="18" charset="0"/>
                          </a:rPr>
                          <m:t>,</m:t>
                        </m:r>
                        <m:sSub>
                          <m:sSubPr>
                            <m:ctrlPr>
                              <a:rPr lang="en-US" b="0" i="1" smtClean="0">
                                <a:effectLst>
                                  <a:glow rad="228600">
                                    <a:schemeClr val="accent4">
                                      <a:satMod val="175000"/>
                                      <a:alpha val="40000"/>
                                    </a:schemeClr>
                                  </a:glow>
                                </a:effectLst>
                                <a:latin typeface="Cambria Math" panose="02040503050406030204" pitchFamily="18" charset="0"/>
                              </a:rPr>
                            </m:ctrlPr>
                          </m:sSubPr>
                          <m:e>
                            <m:r>
                              <a:rPr lang="en-US" b="0" i="1" smtClean="0">
                                <a:effectLst>
                                  <a:glow rad="228600">
                                    <a:schemeClr val="accent4">
                                      <a:satMod val="175000"/>
                                      <a:alpha val="40000"/>
                                    </a:schemeClr>
                                  </a:glow>
                                </a:effectLst>
                                <a:latin typeface="Cambria Math" panose="02040503050406030204" pitchFamily="18" charset="0"/>
                              </a:rPr>
                              <m:t>𝑜</m:t>
                            </m:r>
                          </m:e>
                          <m:sub>
                            <m:r>
                              <a:rPr lang="en-US" b="0" i="1" smtClean="0">
                                <a:effectLst>
                                  <a:glow rad="228600">
                                    <a:schemeClr val="accent4">
                                      <a:satMod val="175000"/>
                                      <a:alpha val="40000"/>
                                    </a:schemeClr>
                                  </a:glow>
                                </a:effectLst>
                                <a:latin typeface="Cambria Math" panose="02040503050406030204" pitchFamily="18" charset="0"/>
                              </a:rPr>
                              <m:t>8</m:t>
                            </m:r>
                          </m:sub>
                        </m:sSub>
                        <m:r>
                          <a:rPr lang="en-US" b="0" i="1" smtClean="0">
                            <a:latin typeface="Cambria Math" panose="02040503050406030204" pitchFamily="18" charset="0"/>
                          </a:rPr>
                          <m:t>,…</m:t>
                        </m:r>
                      </m:e>
                    </m:d>
                  </m:oMath>
                </a14:m>
                <a:endParaRPr lang="en-US" dirty="0"/>
              </a:p>
              <a:p>
                <a:r>
                  <a:rPr lang="en-US" dirty="0"/>
                  <a:t>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6</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8</m:t>
                        </m:r>
                      </m:sub>
                    </m:sSub>
                  </m:oMath>
                </a14:m>
                <a:r>
                  <a:rPr lang="en-US" dirty="0"/>
                  <a:t> are test fold gold answers</a:t>
                </a:r>
                <a:endParaRPr lang="en-US" dirty="0"/>
              </a:p>
              <a:p>
                <a:r>
                  <a:rPr lang="en-US" dirty="0"/>
                  <a:t>MRR = 1/</a:t>
                </a:r>
                <a:r>
                  <a:rPr lang="en-US" dirty="0">
                    <a:effectLst>
                      <a:glow rad="228600">
                        <a:schemeClr val="accent4">
                          <a:satMod val="175000"/>
                          <a:alpha val="40000"/>
                        </a:schemeClr>
                      </a:glow>
                    </a:effectLst>
                  </a:rPr>
                  <a:t>6</a:t>
                </a:r>
                <a:r>
                  <a:rPr lang="en-US" dirty="0"/>
                  <a:t>, MAP = ½(1/</a:t>
                </a:r>
                <a:r>
                  <a:rPr lang="en-US" dirty="0">
                    <a:effectLst>
                      <a:glow rad="228600">
                        <a:schemeClr val="accent4">
                          <a:satMod val="175000"/>
                          <a:alpha val="40000"/>
                        </a:schemeClr>
                      </a:glow>
                    </a:effectLst>
                  </a:rPr>
                  <a:t>6</a:t>
                </a:r>
                <a:r>
                  <a:rPr lang="en-US" dirty="0"/>
                  <a:t>+2/</a:t>
                </a:r>
                <a:r>
                  <a:rPr lang="en-US" dirty="0">
                    <a:effectLst>
                      <a:glow rad="228600">
                        <a:schemeClr val="accent4">
                          <a:satMod val="175000"/>
                          <a:alpha val="40000"/>
                        </a:schemeClr>
                      </a:glow>
                    </a:effectLst>
                  </a:rPr>
                  <a:t>8</a:t>
                </a:r>
                <a:r>
                  <a:rPr lang="en-US" dirty="0"/>
                  <a:t>)</a:t>
                </a:r>
                <a:endParaRPr lang="en-US" dirty="0"/>
              </a:p>
              <a:p>
                <a:r>
                  <a:rPr lang="en-US" dirty="0"/>
                  <a:t>Suppose </a:t>
                </a:r>
                <a14:m>
                  <m:oMath xmlns:m="http://schemas.openxmlformats.org/officeDocument/2006/math">
                    <m:sSub>
                      <m:sSubPr>
                        <m:ctrlPr>
                          <a:rPr lang="en-US" b="0" i="1" smtClean="0">
                            <a:effectLst>
                              <a:glow rad="228600">
                                <a:schemeClr val="accent6">
                                  <a:satMod val="175000"/>
                                  <a:alpha val="40000"/>
                                </a:schemeClr>
                              </a:glow>
                            </a:effectLst>
                            <a:latin typeface="Cambria Math" panose="02040503050406030204" pitchFamily="18" charset="0"/>
                          </a:rPr>
                        </m:ctrlPr>
                      </m:sSubPr>
                      <m:e>
                        <m:r>
                          <a:rPr lang="en-US" b="0" i="1" smtClean="0">
                            <a:effectLst>
                              <a:glow rad="228600">
                                <a:schemeClr val="accent6">
                                  <a:satMod val="175000"/>
                                  <a:alpha val="40000"/>
                                </a:schemeClr>
                              </a:glow>
                            </a:effectLst>
                            <a:latin typeface="Cambria Math" panose="02040503050406030204" pitchFamily="18" charset="0"/>
                          </a:rPr>
                          <m:t>𝑜</m:t>
                        </m:r>
                      </m:e>
                      <m:sub>
                        <m:r>
                          <a:rPr lang="en-US" b="0" i="1" smtClean="0">
                            <a:effectLst>
                              <a:glow rad="228600">
                                <a:schemeClr val="accent6">
                                  <a:satMod val="175000"/>
                                  <a:alpha val="40000"/>
                                </a:schemeClr>
                              </a:glow>
                            </a:effectLst>
                            <a:latin typeface="Cambria Math" panose="02040503050406030204" pitchFamily="18" charset="0"/>
                          </a:rPr>
                          <m:t>2</m:t>
                        </m:r>
                      </m:sub>
                    </m:sSub>
                  </m:oMath>
                </a14:m>
                <a:r>
                  <a:rPr lang="en-US" dirty="0"/>
                  <a:t> was a train fold gold answer</a:t>
                </a:r>
                <a:endParaRPr lang="en-US" dirty="0"/>
              </a:p>
              <a:p>
                <a:r>
                  <a:rPr lang="en-US" dirty="0"/>
                  <a:t>Then MRR = 1/</a:t>
                </a:r>
                <a:r>
                  <a:rPr lang="en-US" dirty="0">
                    <a:effectLst>
                      <a:glow rad="228600">
                        <a:schemeClr val="accent1">
                          <a:satMod val="175000"/>
                          <a:alpha val="40000"/>
                        </a:schemeClr>
                      </a:glow>
                    </a:effectLst>
                  </a:rPr>
                  <a:t>5</a:t>
                </a:r>
                <a:r>
                  <a:rPr lang="en-US" dirty="0"/>
                  <a:t>, MAP = ½(1/</a:t>
                </a:r>
                <a:r>
                  <a:rPr lang="en-US" dirty="0">
                    <a:effectLst>
                      <a:glow rad="228600">
                        <a:schemeClr val="accent1">
                          <a:satMod val="175000"/>
                          <a:alpha val="40000"/>
                        </a:schemeClr>
                      </a:glow>
                    </a:effectLst>
                  </a:rPr>
                  <a:t>5</a:t>
                </a:r>
                <a:r>
                  <a:rPr lang="en-US" dirty="0"/>
                  <a:t>+2/</a:t>
                </a:r>
                <a:r>
                  <a:rPr lang="en-US" dirty="0">
                    <a:effectLst>
                      <a:glow rad="228600">
                        <a:schemeClr val="accent1">
                          <a:satMod val="175000"/>
                          <a:alpha val="40000"/>
                        </a:schemeClr>
                      </a:glow>
                    </a:effectLst>
                  </a:rPr>
                  <a:t>7</a:t>
                </a:r>
                <a:r>
                  <a:rPr lang="en-US" dirty="0"/>
                  <a:t>) is fairer</a:t>
                </a:r>
                <a:endParaRPr lang="en-US" dirty="0"/>
              </a:p>
              <a:p>
                <a:r>
                  <a:rPr lang="en-US" dirty="0"/>
                  <a:t>A simple but important eval convention</a:t>
                </a:r>
                <a:endParaRPr lang="en-US" dirty="0"/>
              </a:p>
              <a:p>
                <a:r>
                  <a:rPr lang="en-US" dirty="0"/>
                  <a:t>Must extend this idea for temporal KG eval</a:t>
                </a:r>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t="-588" b="6"/>
                </a:stretch>
              </a:blipFill>
            </p:spPr>
            <p:txBody>
              <a:bodyPr/>
              <a:lstStyle/>
              <a:p>
                <a:r>
                  <a:rPr lang="en-US"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KG Completion:</a:t>
            </a:r>
            <a:br>
              <a:rPr lang="en-US" dirty="0"/>
            </a:br>
            <a:r>
              <a:rPr lang="en-US" dirty="0"/>
              <a:t>Translation and Rotation</a:t>
            </a:r>
            <a:endParaRPr lang="en-IN" dirty="0"/>
          </a:p>
        </p:txBody>
      </p:sp>
      <p:sp>
        <p:nvSpPr>
          <p:cNvPr id="6" name="Subtitle 5"/>
          <p:cNvSpPr>
            <a:spLocks noGrp="1"/>
          </p:cNvSpPr>
          <p:nvPr>
            <p:ph type="subTitle" idx="1"/>
          </p:nvPr>
        </p:nvSpPr>
        <p:spPr/>
        <p:txBody>
          <a:bodyPr/>
          <a:lstStyle/>
          <a:p>
            <a:r>
              <a:rPr lang="en-US" dirty="0"/>
              <a:t>CS728</a:t>
            </a:r>
            <a:endParaRPr lang="en-US" dirty="0"/>
          </a:p>
          <a:p>
            <a:r>
              <a:rPr lang="en-US" dirty="0"/>
              <a:t>Soumen Chakrabarti</a:t>
            </a:r>
            <a:endParaRPr lang="en-IN" dirty="0"/>
          </a:p>
        </p:txBody>
      </p:sp>
      <mc:AlternateContent xmlns:mc="http://schemas.openxmlformats.org/markup-compatibility/2006" xmlns:p14="http://schemas.microsoft.com/office/powerpoint/2010/main">
        <mc:Choice Requires="p14">
          <p:contentPart r:id="rId1" p14:bwMode="auto">
            <p14:nvContentPartPr>
              <p14:cNvPr id="2" name="Ink 1"/>
              <p14:cNvContentPartPr/>
              <p14:nvPr/>
            </p14:nvContentPartPr>
            <p14:xfrm>
              <a:off x="2059560" y="3548880"/>
              <a:ext cx="8721720" cy="1228320"/>
            </p14:xfrm>
          </p:contentPart>
        </mc:Choice>
        <mc:Fallback xmlns="">
          <p:pic>
            <p:nvPicPr>
              <p:cNvPr id="2" name="Ink 1"/>
            </p:nvPicPr>
            <p:blipFill>
              <a:blip r:embed="rId2"/>
            </p:blipFill>
            <p:spPr>
              <a:xfrm>
                <a:off x="2059560" y="3548880"/>
                <a:ext cx="8721720" cy="1228320"/>
              </a:xfrm>
              <a:prstGeom prst="rect"/>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itle 4"/>
              <p:cNvSpPr>
                <a:spLocks noGrp="1"/>
              </p:cNvSpPr>
              <p:nvPr>
                <p:ph type="title"/>
              </p:nvPr>
            </p:nvSpPr>
            <p:spPr/>
            <p:txBody>
              <a:bodyPr>
                <a:normAutofit/>
              </a:bodyPr>
              <a:lstStyle/>
              <a:p>
                <a:r>
                  <a:rPr lang="en-US" dirty="0"/>
                  <a:t>Design of scoring function </a:t>
                </a:r>
                <a14:m>
                  <m:oMath xmlns:m="http://schemas.openxmlformats.org/officeDocument/2006/math">
                    <m:r>
                      <a:rPr lang="en-US" b="0" i="1" smtClean="0">
                        <a:latin typeface="Cambria Math" panose="02040503050406030204" pitchFamily="18" charset="0"/>
                      </a:rPr>
                      <m:t>𝑓</m:t>
                    </m:r>
                  </m:oMath>
                </a14:m>
                <a:endParaRPr lang="en-US" b="0" dirty="0"/>
              </a:p>
            </p:txBody>
          </p:sp>
        </mc:Choice>
        <mc:Fallback>
          <p:sp>
            <p:nvSpPr>
              <p:cNvPr id="5" name="Title 4"/>
              <p:cNvSpPr>
                <a:spLocks noRot="1" noChangeAspect="1" noMove="1" noResize="1" noEditPoints="1" noAdjustHandles="1" noChangeArrowheads="1" noChangeShapeType="1" noTextEdit="1"/>
              </p:cNvSpPr>
              <p:nvPr>
                <p:ph type="title"/>
              </p:nvPr>
            </p:nvSpPr>
            <p:spPr>
              <a:blipFill rotWithShape="1">
                <a:blip r:embed="rId1"/>
                <a:stretch>
                  <a:fillRect b="72"/>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6" name="Content Placeholder 5"/>
              <p:cNvSpPr>
                <a:spLocks noGrp="1"/>
              </p:cNvSpPr>
              <p:nvPr>
                <p:ph idx="1"/>
              </p:nvPr>
            </p:nvSpPr>
            <p:spPr/>
            <p:txBody>
              <a:bodyPr>
                <a:normAutofit/>
              </a:bodyPr>
              <a:lstStyle/>
              <a:p>
                <a:r>
                  <a:rPr lang="en-US" dirty="0"/>
                  <a:t>Design a scoring function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oMath>
                </a14:m>
                <a:r>
                  <a:rPr lang="en-US" dirty="0"/>
                  <a:t> for</a:t>
                </a:r>
                <a:br>
                  <a:rPr lang="en-US" dirty="0"/>
                </a:br>
                <a:r>
                  <a:rPr lang="en-US" dirty="0"/>
                  <a:t>the belief in fact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r>
                      <a:rPr lang="en-US" b="0" i="1" smtClean="0">
                        <a:latin typeface="Cambria Math" panose="02040503050406030204" pitchFamily="18" charset="0"/>
                      </a:rPr>
                      <m:t>∈</m:t>
                    </m:r>
                    <m:r>
                      <m:rPr>
                        <m:sty m:val="p"/>
                      </m:rPr>
                      <a:rPr lang="en-US" b="0" i="0" smtClean="0">
                        <a:latin typeface="Cambria Math" panose="02040503050406030204" pitchFamily="18" charset="0"/>
                      </a:rPr>
                      <m:t>KG</m:t>
                    </m:r>
                  </m:oMath>
                </a14:m>
                <a:endParaRPr lang="en-US" dirty="0"/>
              </a:p>
              <a:p>
                <a:r>
                  <a:rPr lang="en-US" dirty="0"/>
                  <a:t>“In principle,” deep networks</a:t>
                </a:r>
                <a:br>
                  <a:rPr lang="en-US" dirty="0"/>
                </a:br>
                <a:r>
                  <a:rPr lang="en-US" dirty="0"/>
                  <a:t>are universal function</a:t>
                </a:r>
                <a:br>
                  <a:rPr lang="en-US" dirty="0"/>
                </a:br>
                <a:r>
                  <a:rPr lang="en-US" dirty="0"/>
                  <a:t>approximators</a:t>
                </a:r>
                <a:endParaRPr lang="en-US" dirty="0"/>
              </a:p>
              <a:p>
                <a:r>
                  <a:rPr lang="en-US" dirty="0"/>
                  <a:t>In practice, several years and </a:t>
                </a:r>
                <a:br>
                  <a:rPr lang="en-US" dirty="0"/>
                </a:br>
                <a:r>
                  <a:rPr lang="en-US" dirty="0"/>
                  <a:t>hundreds of papers proposing </a:t>
                </a:r>
                <a14:m>
                  <m:oMath xmlns:m="http://schemas.openxmlformats.org/officeDocument/2006/math">
                    <m:r>
                      <a:rPr lang="en-US" b="0" i="1" smtClean="0">
                        <a:latin typeface="Cambria Math" panose="02040503050406030204" pitchFamily="18" charset="0"/>
                      </a:rPr>
                      <m:t>𝑓</m:t>
                    </m:r>
                  </m:oMath>
                </a14:m>
                <a:r>
                  <a:rPr lang="en-US" dirty="0"/>
                  <a:t> </a:t>
                </a:r>
                <a:br>
                  <a:rPr lang="en-US" dirty="0"/>
                </a:br>
                <a:r>
                  <a:rPr lang="en-US" dirty="0"/>
                  <a:t>and associated loss function and</a:t>
                </a:r>
                <a:br>
                  <a:rPr lang="en-US" dirty="0"/>
                </a:br>
                <a:r>
                  <a:rPr lang="en-US" dirty="0"/>
                  <a:t>sampling strategy</a:t>
                </a:r>
                <a:endParaRPr lang="en-US" dirty="0"/>
              </a:p>
            </p:txBody>
          </p:sp>
        </mc:Choice>
        <mc:Fallback>
          <p:sp>
            <p:nvSpPr>
              <p:cNvPr id="6" name="Content Placeholder 5"/>
              <p:cNvSpPr>
                <a:spLocks noRot="1" noChangeAspect="1" noMove="1" noResize="1" noEditPoints="1" noAdjustHandles="1" noChangeArrowheads="1" noChangeShapeType="1" noTextEdit="1"/>
              </p:cNvSpPr>
              <p:nvPr>
                <p:ph idx="1"/>
              </p:nvPr>
            </p:nvSpPr>
            <p:spPr>
              <a:blipFill rotWithShape="1">
                <a:blip r:embed="rId2"/>
                <a:stretch>
                  <a:fillRect t="-8" b="6"/>
                </a:stretch>
              </a:blipFill>
            </p:spPr>
            <p:txBody>
              <a:bodyPr/>
              <a:lstStyle/>
              <a:p>
                <a:r>
                  <a:rPr lang="en-US" altLang="en-US">
                    <a:noFill/>
                  </a:rPr>
                  <a:t> </a:t>
                </a:r>
              </a:p>
            </p:txBody>
          </p:sp>
        </mc:Fallback>
      </mc:AlternateContent>
      <p:sp>
        <p:nvSpPr>
          <p:cNvPr id="4" name="Slide Number Placeholder 3"/>
          <p:cNvSpPr>
            <a:spLocks noGrp="1"/>
          </p:cNvSpPr>
          <p:nvPr>
            <p:ph type="sldNum" sz="quarter" idx="12"/>
          </p:nvPr>
        </p:nvSpPr>
        <p:spPr/>
        <p:txBody>
          <a:bodyPr/>
          <a:lstStyle/>
          <a:p>
            <a:fld id="{97B21723-1ED5-43B9-B1B2-DDDB0AA285DC}" type="slidenum">
              <a:rPr lang="en-US" smtClean="0"/>
            </a:fld>
            <a:endParaRPr lang="en-US"/>
          </a:p>
        </p:txBody>
      </p:sp>
      <mc:AlternateContent xmlns:mc="http://schemas.openxmlformats.org/markup-compatibility/2006">
        <mc:Choice xmlns:a14="http://schemas.microsoft.com/office/drawing/2010/main" Requires="a14">
          <p:sp>
            <p:nvSpPr>
              <p:cNvPr id="2" name="Rectangle 1"/>
              <p:cNvSpPr/>
              <p:nvPr/>
            </p:nvSpPr>
            <p:spPr>
              <a:xfrm>
                <a:off x="9349933" y="1930241"/>
                <a:ext cx="1183341" cy="1947134"/>
              </a:xfrm>
              <a:prstGeom prst="rect">
                <a:avLst/>
              </a:prstGeom>
              <a:solidFill>
                <a:schemeClr val="accent4">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6600" i="1" dirty="0" smtClean="0">
                          <a:solidFill>
                            <a:schemeClr val="tx1"/>
                          </a:solidFill>
                          <a:latin typeface="Cambria Math" panose="02040503050406030204" pitchFamily="18" charset="0"/>
                        </a:rPr>
                        <m:t>𝑓</m:t>
                      </m:r>
                    </m:oMath>
                  </m:oMathPara>
                </a14:m>
                <a:endParaRPr lang="en-US" sz="6600" dirty="0">
                  <a:solidFill>
                    <a:schemeClr val="tx1"/>
                  </a:solidFill>
                </a:endParaRPr>
              </a:p>
            </p:txBody>
          </p:sp>
        </mc:Choice>
        <mc:Fallback>
          <p:sp>
            <p:nvSpPr>
              <p:cNvPr id="2" name="Rectangle 1"/>
              <p:cNvSpPr>
                <a:spLocks noRot="1" noChangeAspect="1" noMove="1" noResize="1" noEditPoints="1" noAdjustHandles="1" noChangeArrowheads="1" noChangeShapeType="1" noTextEdit="1"/>
              </p:cNvSpPr>
              <p:nvPr/>
            </p:nvSpPr>
            <p:spPr>
              <a:xfrm>
                <a:off x="9349933" y="1930241"/>
                <a:ext cx="1183341" cy="1947134"/>
              </a:xfrm>
              <a:prstGeom prst="rect">
                <a:avLst/>
              </a:prstGeom>
              <a:blipFill rotWithShape="1">
                <a:blip r:embed="rId3"/>
                <a:stretch>
                  <a:fillRect l="-553" t="-351" r="-492" b="-323"/>
                </a:stretch>
              </a:blip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3" name="TextBox 2"/>
          <p:cNvSpPr txBox="1"/>
          <p:nvPr/>
        </p:nvSpPr>
        <p:spPr>
          <a:xfrm>
            <a:off x="7574919" y="2016296"/>
            <a:ext cx="1227455" cy="521970"/>
          </a:xfrm>
          <a:prstGeom prst="rect">
            <a:avLst/>
          </a:prstGeom>
          <a:noFill/>
        </p:spPr>
        <p:txBody>
          <a:bodyPr wrap="none" rtlCol="0">
            <a:spAutoFit/>
          </a:bodyPr>
          <a:lstStyle/>
          <a:p>
            <a:r>
              <a:rPr lang="en-US" sz="2800" dirty="0"/>
              <a:t>subject</a:t>
            </a:r>
            <a:endParaRPr lang="en-US" sz="2800" dirty="0"/>
          </a:p>
        </p:txBody>
      </p:sp>
      <p:cxnSp>
        <p:nvCxnSpPr>
          <p:cNvPr id="7" name="Straight Arrow Connector 6"/>
          <p:cNvCxnSpPr>
            <a:stCxn id="3" idx="3"/>
          </p:cNvCxnSpPr>
          <p:nvPr/>
        </p:nvCxnSpPr>
        <p:spPr>
          <a:xfrm>
            <a:off x="8802629" y="2277271"/>
            <a:ext cx="5339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576712" y="2631275"/>
            <a:ext cx="1311275" cy="521970"/>
          </a:xfrm>
          <a:prstGeom prst="rect">
            <a:avLst/>
          </a:prstGeom>
          <a:noFill/>
        </p:spPr>
        <p:txBody>
          <a:bodyPr wrap="none" rtlCol="0">
            <a:spAutoFit/>
          </a:bodyPr>
          <a:lstStyle/>
          <a:p>
            <a:r>
              <a:rPr lang="en-US" sz="2800" dirty="0"/>
              <a:t>relation</a:t>
            </a:r>
            <a:endParaRPr lang="en-US" sz="2800" dirty="0"/>
          </a:p>
        </p:txBody>
      </p:sp>
      <p:sp>
        <p:nvSpPr>
          <p:cNvPr id="10" name="TextBox 9"/>
          <p:cNvSpPr txBox="1"/>
          <p:nvPr/>
        </p:nvSpPr>
        <p:spPr>
          <a:xfrm>
            <a:off x="7652013" y="3244461"/>
            <a:ext cx="1089025" cy="521970"/>
          </a:xfrm>
          <a:prstGeom prst="rect">
            <a:avLst/>
          </a:prstGeom>
          <a:noFill/>
        </p:spPr>
        <p:txBody>
          <a:bodyPr wrap="none" rtlCol="0">
            <a:spAutoFit/>
          </a:bodyPr>
          <a:lstStyle/>
          <a:p>
            <a:r>
              <a:rPr lang="en-US" sz="2800" dirty="0">
                <a:highlight>
                  <a:srgbClr val="FFFF00"/>
                </a:highlight>
              </a:rPr>
              <a:t>object</a:t>
            </a:r>
            <a:endParaRPr lang="en-US" sz="2800" dirty="0">
              <a:highlight>
                <a:srgbClr val="FFFF00"/>
              </a:highlight>
            </a:endParaRPr>
          </a:p>
        </p:txBody>
      </p:sp>
      <p:sp>
        <p:nvSpPr>
          <p:cNvPr id="11" name="TextBox 10"/>
          <p:cNvSpPr txBox="1"/>
          <p:nvPr/>
        </p:nvSpPr>
        <p:spPr>
          <a:xfrm>
            <a:off x="10965359" y="2620523"/>
            <a:ext cx="996315" cy="521970"/>
          </a:xfrm>
          <a:prstGeom prst="rect">
            <a:avLst/>
          </a:prstGeom>
          <a:noFill/>
        </p:spPr>
        <p:txBody>
          <a:bodyPr wrap="none" rtlCol="0">
            <a:spAutoFit/>
          </a:bodyPr>
          <a:lstStyle/>
          <a:p>
            <a:r>
              <a:rPr lang="en-US" sz="2800" dirty="0"/>
              <a:t>belief</a:t>
            </a:r>
            <a:endParaRPr lang="en-US" sz="2800" dirty="0"/>
          </a:p>
        </p:txBody>
      </p:sp>
      <p:cxnSp>
        <p:nvCxnSpPr>
          <p:cNvPr id="13" name="Straight Arrow Connector 12"/>
          <p:cNvCxnSpPr>
            <a:stCxn id="9" idx="3"/>
            <a:endCxn id="2" idx="1"/>
          </p:cNvCxnSpPr>
          <p:nvPr/>
        </p:nvCxnSpPr>
        <p:spPr>
          <a:xfrm>
            <a:off x="8887923" y="2892250"/>
            <a:ext cx="461645" cy="114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11" idx="1"/>
          </p:cNvCxnSpPr>
          <p:nvPr/>
        </p:nvCxnSpPr>
        <p:spPr>
          <a:xfrm flipV="1">
            <a:off x="10533274" y="2881498"/>
            <a:ext cx="432085" cy="10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8751994" y="3543884"/>
            <a:ext cx="5979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r:id="rId4" p14:bwMode="auto">
            <p14:nvContentPartPr>
              <p14:cNvPr id="8" name="Ink 7"/>
              <p14:cNvContentPartPr/>
              <p14:nvPr/>
            </p14:nvContentPartPr>
            <p14:xfrm>
              <a:off x="7763760" y="3783960"/>
              <a:ext cx="1153800" cy="187560"/>
            </p14:xfrm>
          </p:contentPart>
        </mc:Choice>
        <mc:Fallback xmlns="">
          <p:pic>
            <p:nvPicPr>
              <p:cNvPr id="8" name="Ink 7"/>
            </p:nvPicPr>
            <p:blipFill>
              <a:blip r:embed="rId5"/>
            </p:blipFill>
            <p:spPr>
              <a:xfrm>
                <a:off x="7763760" y="3783960"/>
                <a:ext cx="1153800" cy="18756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 of </a:t>
            </a:r>
            <a:r>
              <a:rPr lang="en-US" dirty="0">
                <a:hlinkClick r:id="rId1"/>
              </a:rPr>
              <a:t>word2vec</a:t>
            </a:r>
            <a:r>
              <a:rPr lang="en-US" dirty="0"/>
              <a:t> and </a:t>
            </a:r>
            <a:r>
              <a:rPr lang="en-US" dirty="0" err="1">
                <a:hlinkClick r:id="rId2"/>
              </a:rPr>
              <a:t>GloVE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243965"/>
                <a:ext cx="5592445" cy="4933315"/>
              </a:xfrm>
            </p:spPr>
            <p:txBody>
              <a:bodyPr/>
              <a:lstStyle/>
              <a:p>
                <a:r>
                  <a:rPr lang="en-US" dirty="0"/>
                  <a:t>Factor document-word matrix to obtain dense vector embeddings of words</a:t>
                </a:r>
                <a:endParaRPr lang="en-US" dirty="0"/>
              </a:p>
              <a:p>
                <a:r>
                  <a:rPr lang="en-US" dirty="0">
                    <a:hlinkClick r:id="rId3"/>
                  </a:rPr>
                  <a:t>Related to singular value decomposition</a:t>
                </a:r>
                <a:endParaRPr lang="en-US" dirty="0"/>
              </a:p>
              <a:p>
                <a:r>
                  <a:rPr lang="en-US" dirty="0"/>
                  <a:t>Each (1-1) relation can be modeled as a distinct displacement or </a:t>
                </a:r>
                <a:r>
                  <a:rPr lang="en-US" i="1" dirty="0"/>
                  <a:t>translation</a:t>
                </a:r>
                <a:endParaRPr lang="en-US" dirty="0"/>
              </a:p>
              <a:p>
                <a14:m>
                  <m:oMath xmlns:m="http://schemas.openxmlformats.org/officeDocument/2006/math">
                    <m:r>
                      <a:rPr lang="en-US" b="0" i="1" smtClean="0">
                        <a:latin typeface="Cambria Math" panose="02040503050406030204" pitchFamily="18" charset="0"/>
                      </a:rPr>
                      <m:t>⇒</m:t>
                    </m:r>
                  </m:oMath>
                </a14:m>
                <a:r>
                  <a:rPr lang="en-US" dirty="0"/>
                  <a:t> “</a:t>
                </a:r>
                <a:r>
                  <a:rPr lang="en-US" dirty="0" err="1"/>
                  <a:t>TransE</a:t>
                </a:r>
                <a:r>
                  <a:rPr lang="en-US" dirty="0"/>
                  <a:t>”</a:t>
                </a: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838200" y="1243965"/>
                <a:ext cx="5592445" cy="4933315"/>
              </a:xfrm>
              <a:blipFill rotWithShape="1">
                <a:blip r:embed="rId4"/>
                <a:stretch>
                  <a:fillRect/>
                </a:stretch>
              </a:blipFill>
            </p:spPr>
            <p:txBody>
              <a:bodyPr/>
              <a:lstStyle/>
              <a:p>
                <a:r>
                  <a:rPr lang="en-US" altLang="en-US">
                    <a:noFill/>
                  </a:rPr>
                  <a:t> </a:t>
                </a:r>
              </a:p>
            </p:txBody>
          </p:sp>
        </mc:Fallback>
      </mc:AlternateContent>
      <p:pic>
        <p:nvPicPr>
          <p:cNvPr id="1026" name="Picture 2" descr="Word Embedding Analogies: Understanding King - Man + Woman = Queen | Kawin  Ethayarajh"/>
          <p:cNvPicPr>
            <a:picLocks noGrp="1" noChangeAspect="1" noChangeArrowheads="1"/>
          </p:cNvPicPr>
          <p:nvPr>
            <p:ph sz="half" idx="4294967295"/>
          </p:nvPr>
        </p:nvPicPr>
        <p:blipFill>
          <a:blip r:embed="rId5">
            <a:extLst>
              <a:ext uri="{28A0092B-C50C-407E-A947-70E740481C1C}">
                <a14:useLocalDpi xmlns:a14="http://schemas.microsoft.com/office/drawing/2010/main" val="0"/>
              </a:ext>
            </a:extLst>
          </a:blip>
          <a:srcRect/>
          <a:stretch>
            <a:fillRect/>
          </a:stretch>
        </p:blipFill>
        <p:spPr bwMode="auto">
          <a:xfrm>
            <a:off x="8298180" y="1078230"/>
            <a:ext cx="3893820" cy="176911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egal Applications of Neural Word Embeddings | by Erin Zhang | Towards Data  Science"/>
          <p:cNvPicPr>
            <a:picLocks noChangeAspect="1" noChangeArrowheads="1"/>
          </p:cNvPicPr>
          <p:nvPr/>
        </p:nvPicPr>
        <p:blipFill rotWithShape="1">
          <a:blip r:embed="rId6">
            <a:extLst>
              <a:ext uri="{28A0092B-C50C-407E-A947-70E740481C1C}">
                <a14:useLocalDpi xmlns:a14="http://schemas.microsoft.com/office/drawing/2010/main" val="0"/>
              </a:ext>
            </a:extLst>
          </a:blip>
          <a:srcRect l="64527" r="-2087"/>
          <a:stretch>
            <a:fillRect/>
          </a:stretch>
        </p:blipFill>
        <p:spPr bwMode="auto">
          <a:xfrm>
            <a:off x="6987635" y="2723091"/>
            <a:ext cx="4073638" cy="413490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r:id="rId7" p14:bwMode="auto">
            <p14:nvContentPartPr>
              <p14:cNvPr id="4" name="Ink 3"/>
              <p14:cNvContentPartPr/>
              <p14:nvPr/>
            </p14:nvContentPartPr>
            <p14:xfrm>
              <a:off x="6383520" y="3710160"/>
              <a:ext cx="3109320" cy="2421000"/>
            </p14:xfrm>
          </p:contentPart>
        </mc:Choice>
        <mc:Fallback xmlns="">
          <p:pic>
            <p:nvPicPr>
              <p:cNvPr id="4" name="Ink 3"/>
            </p:nvPicPr>
            <p:blipFill>
              <a:blip r:embed="rId8"/>
            </p:blipFill>
            <p:spPr>
              <a:xfrm>
                <a:off x="6383520" y="3710160"/>
                <a:ext cx="3109320" cy="2421000"/>
              </a:xfrm>
              <a:prstGeom prst="rect"/>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err="1">
                <a:hlinkClick r:id="rId1"/>
              </a:rPr>
              <a:t>TransE</a:t>
            </a:r>
            <a:endParaRPr lang="en-US" dirty="0"/>
          </a:p>
        </p:txBody>
      </p:sp>
      <mc:AlternateContent xmlns:mc="http://schemas.openxmlformats.org/markup-compatibility/2006">
        <mc:Choice xmlns:a14="http://schemas.microsoft.com/office/drawing/2010/main" Requires="a14">
          <p:sp>
            <p:nvSpPr>
              <p:cNvPr id="6" name="Content Placeholder 5"/>
              <p:cNvSpPr>
                <a:spLocks noGrp="1"/>
              </p:cNvSpPr>
              <p:nvPr>
                <p:ph idx="1"/>
              </p:nvPr>
            </p:nvSpPr>
            <p:spPr>
              <a:xfrm>
                <a:off x="838200" y="1243965"/>
                <a:ext cx="10515600" cy="3629660"/>
              </a:xfrm>
            </p:spPr>
            <p:txBody>
              <a:bodyPr>
                <a:normAutofit/>
              </a:bodyPr>
              <a:lstStyle/>
              <a:p>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𝑠</m:t>
                        </m:r>
                        <m:r>
                          <a:rPr lang="en-US" sz="3200" b="0" i="1" smtClean="0">
                            <a:latin typeface="Cambria Math" panose="02040503050406030204" pitchFamily="18" charset="0"/>
                          </a:rPr>
                          <m:t>,</m:t>
                        </m:r>
                        <m:r>
                          <a:rPr lang="en-US" sz="3200" b="0" i="1" smtClean="0">
                            <a:latin typeface="Cambria Math" panose="02040503050406030204" pitchFamily="18" charset="0"/>
                          </a:rPr>
                          <m:t>𝑟</m:t>
                        </m:r>
                        <m:r>
                          <a:rPr lang="en-US" sz="3200" b="0" i="1" smtClean="0">
                            <a:latin typeface="Cambria Math" panose="02040503050406030204" pitchFamily="18" charset="0"/>
                          </a:rPr>
                          <m:t>,</m:t>
                        </m:r>
                        <m:r>
                          <a:rPr lang="en-US" sz="3200" b="0" i="1" smtClean="0">
                            <a:latin typeface="Cambria Math" panose="02040503050406030204" pitchFamily="18" charset="0"/>
                          </a:rPr>
                          <m:t>𝑜</m:t>
                        </m:r>
                      </m:e>
                    </m:d>
                    <m:r>
                      <a:rPr lang="en-US" sz="3200" b="0" i="1" smtClean="0">
                        <a:latin typeface="Cambria Math" panose="02040503050406030204" pitchFamily="18" charset="0"/>
                      </a:rPr>
                      <m:t>=</m:t>
                    </m:r>
                    <m:d>
                      <m:dPr>
                        <m:begChr m:val="‖"/>
                        <m:endChr m:val="‖"/>
                        <m:ctrlPr>
                          <a:rPr lang="en-US" sz="3200" b="0" i="1" smtClean="0">
                            <a:latin typeface="Cambria Math" panose="02040503050406030204" pitchFamily="18" charset="0"/>
                          </a:rPr>
                        </m:ctrlPr>
                      </m:dPr>
                      <m:e>
                        <m:r>
                          <a:rPr lang="en-US" sz="3200" b="1" i="1" smtClean="0">
                            <a:latin typeface="Cambria Math" panose="02040503050406030204" pitchFamily="18" charset="0"/>
                          </a:rPr>
                          <m:t>𝒔</m:t>
                        </m:r>
                        <m:r>
                          <a:rPr lang="en-US" sz="3200" b="0" i="1" smtClean="0">
                            <a:latin typeface="Cambria Math" panose="02040503050406030204" pitchFamily="18" charset="0"/>
                          </a:rPr>
                          <m:t>+</m:t>
                        </m:r>
                        <m:r>
                          <a:rPr lang="en-US" sz="3200" b="1" i="1" smtClean="0">
                            <a:latin typeface="Cambria Math" panose="02040503050406030204" pitchFamily="18" charset="0"/>
                          </a:rPr>
                          <m:t>𝒓</m:t>
                        </m:r>
                        <m:r>
                          <a:rPr lang="en-US" sz="3200" b="0" i="1" smtClean="0">
                            <a:latin typeface="Cambria Math" panose="02040503050406030204" pitchFamily="18" charset="0"/>
                          </a:rPr>
                          <m:t>−</m:t>
                        </m:r>
                        <m:r>
                          <a:rPr lang="en-US" sz="3200" b="1" i="1" smtClean="0">
                            <a:latin typeface="Cambria Math" panose="02040503050406030204" pitchFamily="18" charset="0"/>
                          </a:rPr>
                          <m:t>𝒐</m:t>
                        </m:r>
                      </m:e>
                    </m:d>
                  </m:oMath>
                </a14:m>
                <a:r>
                  <a:rPr lang="en-US" sz="3200" dirty="0"/>
                  <a:t> where </a:t>
                </a:r>
                <a14:m>
                  <m:oMath xmlns:m="http://schemas.openxmlformats.org/officeDocument/2006/math">
                    <m:r>
                      <a:rPr lang="en-US" sz="3200" b="1" i="1" smtClean="0">
                        <a:latin typeface="Cambria Math" panose="02040503050406030204" pitchFamily="18" charset="0"/>
                      </a:rPr>
                      <m:t>𝒔</m:t>
                    </m:r>
                    <m:r>
                      <a:rPr lang="en-US" sz="3200" b="0" i="1" smtClean="0">
                        <a:latin typeface="Cambria Math" panose="02040503050406030204" pitchFamily="18" charset="0"/>
                      </a:rPr>
                      <m:t>,</m:t>
                    </m:r>
                    <m:r>
                      <a:rPr lang="en-US" sz="3200" b="1" i="1" smtClean="0">
                        <a:latin typeface="Cambria Math" panose="02040503050406030204" pitchFamily="18" charset="0"/>
                      </a:rPr>
                      <m:t>𝒓</m:t>
                    </m:r>
                    <m:r>
                      <a:rPr lang="en-US" sz="3200" b="0" i="1" smtClean="0">
                        <a:latin typeface="Cambria Math" panose="02040503050406030204" pitchFamily="18" charset="0"/>
                      </a:rPr>
                      <m:t>,</m:t>
                    </m:r>
                    <m:r>
                      <a:rPr lang="en-US" sz="3200" b="1" i="1" smtClean="0">
                        <a:latin typeface="Cambria Math" panose="02040503050406030204" pitchFamily="18" charset="0"/>
                      </a:rPr>
                      <m:t>𝒐</m:t>
                    </m:r>
                    <m:r>
                      <a:rPr lang="en-US" sz="3200" b="0" i="1" smtClean="0">
                        <a:latin typeface="Cambria Math" panose="02040503050406030204" pitchFamily="18" charset="0"/>
                      </a:rPr>
                      <m:t>∈ </m:t>
                    </m:r>
                    <m:sSup>
                      <m:sSupPr>
                        <m:ctrlPr>
                          <a:rPr lang="en-US" sz="3200" b="0" i="1" smtClean="0">
                            <a:latin typeface="Cambria Math" panose="02040503050406030204" pitchFamily="18" charset="0"/>
                            <a:ea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ℝ</m:t>
                        </m:r>
                      </m:e>
                      <m:sup>
                        <m:r>
                          <a:rPr lang="en-US" sz="3200" b="0" i="1" smtClean="0">
                            <a:latin typeface="Cambria Math" panose="02040503050406030204" pitchFamily="18" charset="0"/>
                            <a:ea typeface="Cambria Math" panose="02040503050406030204" pitchFamily="18" charset="0"/>
                          </a:rPr>
                          <m:t>𝐷</m:t>
                        </m:r>
                      </m:sup>
                    </m:sSup>
                  </m:oMath>
                </a14:m>
                <a:endParaRPr lang="en-US" sz="3200" dirty="0"/>
              </a:p>
              <a:p>
                <a:r>
                  <a:rPr lang="en-US" sz="3200" dirty="0"/>
                  <a:t>Subject, translated by relation, should be near object, otherwise low confidence that fact </a:t>
                </a:r>
                <a14:m>
                  <m:oMath xmlns:m="http://schemas.openxmlformats.org/officeDocument/2006/math">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𝑠</m:t>
                        </m:r>
                        <m:r>
                          <a:rPr lang="en-US" sz="3200" b="0" i="1" smtClean="0">
                            <a:latin typeface="Cambria Math" panose="02040503050406030204" pitchFamily="18" charset="0"/>
                          </a:rPr>
                          <m:t>,</m:t>
                        </m:r>
                        <m:r>
                          <a:rPr lang="en-US" sz="3200" b="0" i="1" smtClean="0">
                            <a:latin typeface="Cambria Math" panose="02040503050406030204" pitchFamily="18" charset="0"/>
                          </a:rPr>
                          <m:t>𝑟</m:t>
                        </m:r>
                        <m:r>
                          <a:rPr lang="en-US" sz="3200" b="0" i="1" smtClean="0">
                            <a:latin typeface="Cambria Math" panose="02040503050406030204" pitchFamily="18" charset="0"/>
                          </a:rPr>
                          <m:t>,</m:t>
                        </m:r>
                        <m:r>
                          <a:rPr lang="en-US" sz="3200" b="0" i="1" smtClean="0">
                            <a:latin typeface="Cambria Math" panose="02040503050406030204" pitchFamily="18" charset="0"/>
                          </a:rPr>
                          <m:t>𝑜</m:t>
                        </m:r>
                      </m:e>
                    </m:d>
                    <m:r>
                      <a:rPr lang="en-US" sz="3200" b="0" i="1" smtClean="0">
                        <a:latin typeface="Cambria Math" panose="02040503050406030204" pitchFamily="18" charset="0"/>
                      </a:rPr>
                      <m:t>∈</m:t>
                    </m:r>
                    <m:r>
                      <m:rPr>
                        <m:sty m:val="p"/>
                      </m:rPr>
                      <a:rPr lang="en-US" sz="3200" b="0" i="0" smtClean="0">
                        <a:latin typeface="Cambria Math" panose="02040503050406030204" pitchFamily="18" charset="0"/>
                      </a:rPr>
                      <m:t>KG</m:t>
                    </m:r>
                  </m:oMath>
                </a14:m>
                <a:endParaRPr lang="en-US" sz="3200" dirty="0"/>
              </a:p>
              <a:p>
                <a:r>
                  <a:rPr lang="en-US" sz="3200" dirty="0"/>
                  <a:t>Low score </a:t>
                </a:r>
                <a14:m>
                  <m:oMath xmlns:m="http://schemas.openxmlformats.org/officeDocument/2006/math">
                    <m:r>
                      <a:rPr lang="en-US" sz="3200" b="0" i="1" smtClean="0">
                        <a:latin typeface="Cambria Math" panose="02040503050406030204" pitchFamily="18" charset="0"/>
                      </a:rPr>
                      <m:t>⇔</m:t>
                    </m:r>
                  </m:oMath>
                </a14:m>
                <a:r>
                  <a:rPr lang="en-US" sz="3200" dirty="0"/>
                  <a:t> high confidence and vice versa</a:t>
                </a:r>
                <a:endParaRPr lang="en-US" sz="3200" dirty="0"/>
              </a:p>
              <a:p>
                <a:r>
                  <a:rPr lang="en-US" sz="3200" dirty="0"/>
                  <a:t>Loss adjusted to the hinge form</a:t>
                </a:r>
                <a:br>
                  <a:rPr lang="en-US" sz="3200" dirty="0"/>
                </a:br>
                <a14:m>
                  <m:oMathPara xmlns:m="http://schemas.openxmlformats.org/officeDocument/2006/math">
                    <m:oMathParaPr>
                      <m:jc m:val="centerGroup"/>
                    </m:oMathParaPr>
                    <m:oMath xmlns:m="http://schemas.openxmlformats.org/officeDocument/2006/math">
                      <m:f>
                        <m:fPr>
                          <m:ctrlPr>
                            <a:rPr lang="en-US" sz="3200" i="1">
                              <a:latin typeface="Cambria Math" panose="02040503050406030204" pitchFamily="18" charset="0"/>
                            </a:rPr>
                          </m:ctrlPr>
                        </m:fPr>
                        <m:num>
                          <m:r>
                            <a:rPr lang="en-US" sz="3200" i="1">
                              <a:latin typeface="Cambria Math" panose="02040503050406030204" pitchFamily="18" charset="0"/>
                            </a:rPr>
                            <m:t>1</m:t>
                          </m:r>
                        </m:num>
                        <m:den>
                          <m:r>
                            <a:rPr lang="en-US" sz="3200" i="1">
                              <a:latin typeface="Cambria Math" panose="02040503050406030204" pitchFamily="18" charset="0"/>
                            </a:rPr>
                            <m:t>𝐾</m:t>
                          </m:r>
                        </m:den>
                      </m:f>
                      <m:nary>
                        <m:naryPr>
                          <m:chr m:val="∑"/>
                          <m:limLoc m:val="subSup"/>
                          <m:supHide m:val="on"/>
                          <m:ctrlPr>
                            <a:rPr lang="en-US" sz="3200" i="1">
                              <a:latin typeface="Cambria Math" panose="02040503050406030204" pitchFamily="18" charset="0"/>
                            </a:rPr>
                          </m:ctrlPr>
                        </m:naryPr>
                        <m:sub>
                          <m:r>
                            <m:rPr>
                              <m:brk m:alnAt="9"/>
                            </m:rPr>
                            <a:rPr lang="en-US" sz="3200" i="1">
                              <a:latin typeface="Cambria Math" panose="02040503050406030204" pitchFamily="18" charset="0"/>
                            </a:rPr>
                            <m:t>𝑘</m:t>
                          </m:r>
                        </m:sub>
                        <m:sup/>
                        <m:e>
                          <m:func>
                            <m:funcPr>
                              <m:ctrlPr>
                                <a:rPr lang="en-US" sz="3200" i="1">
                                  <a:latin typeface="Cambria Math" panose="02040503050406030204" pitchFamily="18" charset="0"/>
                                </a:rPr>
                              </m:ctrlPr>
                            </m:funcPr>
                            <m:fName>
                              <m:r>
                                <m:rPr>
                                  <m:sty m:val="p"/>
                                </m:rPr>
                                <a:rPr lang="en-US" sz="3200">
                                  <a:latin typeface="Cambria Math" panose="02040503050406030204" pitchFamily="18" charset="0"/>
                                </a:rPr>
                                <m:t>max</m:t>
                              </m:r>
                            </m:fName>
                            <m:e>
                              <m:d>
                                <m:dPr>
                                  <m:begChr m:val="{"/>
                                  <m:endChr m:val="}"/>
                                  <m:ctrlPr>
                                    <a:rPr lang="en-US" sz="3200" i="1">
                                      <a:latin typeface="Cambria Math" panose="02040503050406030204" pitchFamily="18" charset="0"/>
                                    </a:rPr>
                                  </m:ctrlPr>
                                </m:dPr>
                                <m:e>
                                  <m:r>
                                    <a:rPr lang="en-US" sz="3200" i="1">
                                      <a:latin typeface="Cambria Math" panose="02040503050406030204" pitchFamily="18" charset="0"/>
                                    </a:rPr>
                                    <m:t>0</m:t>
                                  </m:r>
                                  <m:r>
                                    <a:rPr lang="en-US" sz="3200" i="1">
                                      <a:latin typeface="Cambria Math" panose="02040503050406030204" pitchFamily="18" charset="0"/>
                                    </a:rPr>
                                    <m:t>, </m:t>
                                  </m:r>
                                  <m:r>
                                    <m:rPr>
                                      <m:sty m:val="p"/>
                                    </m:rPr>
                                    <a:rPr lang="en-US" sz="3200">
                                      <a:latin typeface="Cambria Math" panose="02040503050406030204" pitchFamily="18" charset="0"/>
                                    </a:rPr>
                                    <m:t>margin</m:t>
                                  </m:r>
                                  <m:r>
                                    <a:rPr lang="en-US" sz="3200" b="0" i="1" smtClean="0">
                                      <a:latin typeface="Cambria Math" panose="02040503050406030204" pitchFamily="18" charset="0"/>
                                    </a:rPr>
                                    <m:t>−</m:t>
                                  </m:r>
                                  <m:r>
                                    <a:rPr lang="en-US" sz="3200" i="1">
                                      <a:latin typeface="Cambria Math" panose="02040503050406030204" pitchFamily="18" charset="0"/>
                                    </a:rPr>
                                    <m:t>𝑓</m:t>
                                  </m:r>
                                  <m:d>
                                    <m:dPr>
                                      <m:ctrlPr>
                                        <a:rPr lang="en-US" sz="3200" i="1">
                                          <a:latin typeface="Cambria Math" panose="02040503050406030204" pitchFamily="18" charset="0"/>
                                        </a:rPr>
                                      </m:ctrlPr>
                                    </m:dPr>
                                    <m:e>
                                      <m:sSubSup>
                                        <m:sSubSupPr>
                                          <m:ctrlPr>
                                            <a:rPr lang="en-US" sz="3200" i="1">
                                              <a:latin typeface="Cambria Math" panose="02040503050406030204" pitchFamily="18" charset="0"/>
                                            </a:rPr>
                                          </m:ctrlPr>
                                        </m:sSubSupPr>
                                        <m:e>
                                          <m:r>
                                            <a:rPr lang="en-US" sz="3200" i="1">
                                              <a:latin typeface="Cambria Math" panose="02040503050406030204" pitchFamily="18" charset="0"/>
                                            </a:rPr>
                                            <m:t>𝑠</m:t>
                                          </m:r>
                                        </m:e>
                                        <m:sub>
                                          <m:r>
                                            <a:rPr lang="en-US" sz="3200" i="1">
                                              <a:latin typeface="Cambria Math" panose="02040503050406030204" pitchFamily="18" charset="0"/>
                                            </a:rPr>
                                            <m:t>𝑘</m:t>
                                          </m:r>
                                        </m:sub>
                                        <m:sup>
                                          <m:r>
                                            <a:rPr lang="en-US" sz="3200" i="1">
                                              <a:latin typeface="Cambria Math" panose="02040503050406030204" pitchFamily="18" charset="0"/>
                                            </a:rPr>
                                            <m:t>′</m:t>
                                          </m:r>
                                        </m:sup>
                                      </m:sSubSup>
                                      <m:r>
                                        <a:rPr lang="en-US" sz="3200" i="1">
                                          <a:latin typeface="Cambria Math" panose="02040503050406030204" pitchFamily="18" charset="0"/>
                                        </a:rPr>
                                        <m:t>,</m:t>
                                      </m:r>
                                      <m:r>
                                        <a:rPr lang="en-US" sz="3200" i="1">
                                          <a:latin typeface="Cambria Math" panose="02040503050406030204" pitchFamily="18" charset="0"/>
                                        </a:rPr>
                                        <m:t>𝑟</m:t>
                                      </m:r>
                                      <m:r>
                                        <a:rPr lang="en-US" sz="3200" i="1">
                                          <a:latin typeface="Cambria Math" panose="02040503050406030204" pitchFamily="18" charset="0"/>
                                        </a:rPr>
                                        <m:t>,</m:t>
                                      </m:r>
                                      <m:sSubSup>
                                        <m:sSubSupPr>
                                          <m:ctrlPr>
                                            <a:rPr lang="en-US" sz="3200" i="1">
                                              <a:latin typeface="Cambria Math" panose="02040503050406030204" pitchFamily="18" charset="0"/>
                                            </a:rPr>
                                          </m:ctrlPr>
                                        </m:sSubSupPr>
                                        <m:e>
                                          <m:r>
                                            <a:rPr lang="en-US" sz="3200" i="1">
                                              <a:latin typeface="Cambria Math" panose="02040503050406030204" pitchFamily="18" charset="0"/>
                                            </a:rPr>
                                            <m:t>𝑜</m:t>
                                          </m:r>
                                        </m:e>
                                        <m:sub>
                                          <m:r>
                                            <a:rPr lang="en-US" sz="3200" i="1">
                                              <a:latin typeface="Cambria Math" panose="02040503050406030204" pitchFamily="18" charset="0"/>
                                            </a:rPr>
                                            <m:t>𝑘</m:t>
                                          </m:r>
                                        </m:sub>
                                        <m:sup>
                                          <m:r>
                                            <a:rPr lang="en-US" sz="3200" i="1">
                                              <a:latin typeface="Cambria Math" panose="02040503050406030204" pitchFamily="18" charset="0"/>
                                            </a:rPr>
                                            <m:t>′</m:t>
                                          </m:r>
                                        </m:sup>
                                      </m:sSubSup>
                                    </m:e>
                                  </m:d>
                                  <m:r>
                                    <a:rPr lang="en-US" sz="3200" b="0" i="1" smtClean="0">
                                      <a:latin typeface="Cambria Math" panose="02040503050406030204" pitchFamily="18" charset="0"/>
                                    </a:rPr>
                                    <m:t>+</m:t>
                                  </m:r>
                                  <m:r>
                                    <a:rPr lang="en-US" sz="3200" i="1">
                                      <a:latin typeface="Cambria Math" panose="02040503050406030204" pitchFamily="18" charset="0"/>
                                    </a:rPr>
                                    <m:t>𝑓</m:t>
                                  </m:r>
                                  <m:r>
                                    <a:rPr lang="en-US" sz="3200" i="1">
                                      <a:latin typeface="Cambria Math" panose="02040503050406030204" pitchFamily="18" charset="0"/>
                                    </a:rPr>
                                    <m:t>(</m:t>
                                  </m:r>
                                  <m:r>
                                    <a:rPr lang="en-US" sz="3200" i="1">
                                      <a:latin typeface="Cambria Math" panose="02040503050406030204" pitchFamily="18" charset="0"/>
                                    </a:rPr>
                                    <m:t>𝑠</m:t>
                                  </m:r>
                                  <m:r>
                                    <a:rPr lang="en-US" sz="3200" i="1">
                                      <a:latin typeface="Cambria Math" panose="02040503050406030204" pitchFamily="18" charset="0"/>
                                    </a:rPr>
                                    <m:t>,</m:t>
                                  </m:r>
                                  <m:r>
                                    <a:rPr lang="en-US" sz="3200" i="1">
                                      <a:latin typeface="Cambria Math" panose="02040503050406030204" pitchFamily="18" charset="0"/>
                                    </a:rPr>
                                    <m:t>𝑟</m:t>
                                  </m:r>
                                  <m:r>
                                    <a:rPr lang="en-US" sz="3200" i="1">
                                      <a:latin typeface="Cambria Math" panose="02040503050406030204" pitchFamily="18" charset="0"/>
                                    </a:rPr>
                                    <m:t>,</m:t>
                                  </m:r>
                                  <m:r>
                                    <a:rPr lang="en-US" sz="3200" i="1">
                                      <a:latin typeface="Cambria Math" panose="02040503050406030204" pitchFamily="18" charset="0"/>
                                    </a:rPr>
                                    <m:t>𝑜</m:t>
                                  </m:r>
                                  <m:r>
                                    <a:rPr lang="en-US" sz="3200" i="1">
                                      <a:latin typeface="Cambria Math" panose="02040503050406030204" pitchFamily="18" charset="0"/>
                                    </a:rPr>
                                    <m:t>)</m:t>
                                  </m:r>
                                </m:e>
                              </m:d>
                            </m:e>
                          </m:func>
                        </m:e>
                      </m:nary>
                    </m:oMath>
                  </m:oMathPara>
                </a14:m>
                <a:endParaRPr lang="en-US" sz="3200" i="1" dirty="0">
                  <a:latin typeface="Cambria Math" panose="02040503050406030204" pitchFamily="18" charset="0"/>
                  <a:cs typeface="Cambria Math" panose="02040503050406030204" pitchFamily="18" charset="0"/>
                </a:endParaRPr>
              </a:p>
            </p:txBody>
          </p:sp>
        </mc:Choice>
        <mc:Fallback>
          <p:sp>
            <p:nvSpPr>
              <p:cNvPr id="6" name="Content Placeholder 5"/>
              <p:cNvSpPr>
                <a:spLocks noRot="1" noChangeAspect="1" noMove="1" noResize="1" noEditPoints="1" noAdjustHandles="1" noChangeArrowheads="1" noChangeShapeType="1" noTextEdit="1"/>
              </p:cNvSpPr>
              <p:nvPr>
                <p:ph idx="1"/>
              </p:nvPr>
            </p:nvSpPr>
            <p:spPr>
              <a:xfrm>
                <a:off x="838200" y="1243965"/>
                <a:ext cx="10515600" cy="3629660"/>
              </a:xfrm>
              <a:blipFill rotWithShape="1">
                <a:blip r:embed="rId2"/>
                <a:stretch>
                  <a:fillRect/>
                </a:stretch>
              </a:blipFill>
            </p:spPr>
            <p:txBody>
              <a:bodyPr/>
              <a:lstStyle/>
              <a:p>
                <a:r>
                  <a:rPr lang="en-US" altLang="en-US">
                    <a:noFill/>
                  </a:rPr>
                  <a:t> </a:t>
                </a:r>
              </a:p>
            </p:txBody>
          </p:sp>
        </mc:Fallback>
      </mc:AlternateContent>
      <p:sp>
        <p:nvSpPr>
          <p:cNvPr id="7" name="Rectangle: Rounded Corners 6"/>
          <p:cNvSpPr/>
          <p:nvPr/>
        </p:nvSpPr>
        <p:spPr>
          <a:xfrm>
            <a:off x="6290945" y="3898900"/>
            <a:ext cx="2411095" cy="689610"/>
          </a:xfrm>
          <a:prstGeom prst="roundRect">
            <a:avLst/>
          </a:prstGeom>
          <a:noFill/>
          <a:ln w="5715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p:cNvSpPr/>
          <p:nvPr/>
        </p:nvSpPr>
        <p:spPr>
          <a:xfrm>
            <a:off x="9103360" y="3898900"/>
            <a:ext cx="1908810" cy="689610"/>
          </a:xfrm>
          <a:prstGeom prst="roundRect">
            <a:avLst/>
          </a:prstGeom>
          <a:noFill/>
          <a:ln w="57150">
            <a:solidFill>
              <a:srgbClr val="00B05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peech Bubble: Rectangle with Corners Rounded 8"/>
          <p:cNvSpPr/>
          <p:nvPr/>
        </p:nvSpPr>
        <p:spPr>
          <a:xfrm>
            <a:off x="6095999" y="5485979"/>
            <a:ext cx="1993392" cy="594507"/>
          </a:xfrm>
          <a:prstGeom prst="wedgeRoundRectCallout">
            <a:avLst>
              <a:gd name="adj1" fmla="val -14411"/>
              <a:gd name="adj2" fmla="val -14052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Want large</a:t>
            </a:r>
            <a:endParaRPr lang="en-US" sz="2800" dirty="0"/>
          </a:p>
        </p:txBody>
      </p:sp>
      <p:sp>
        <p:nvSpPr>
          <p:cNvPr id="10" name="Speech Bubble: Rectangle with Corners Rounded 9"/>
          <p:cNvSpPr/>
          <p:nvPr/>
        </p:nvSpPr>
        <p:spPr>
          <a:xfrm>
            <a:off x="9063915" y="5485979"/>
            <a:ext cx="1993392" cy="594507"/>
          </a:xfrm>
          <a:prstGeom prst="wedgeRoundRectCallout">
            <a:avLst>
              <a:gd name="adj1" fmla="val -14411"/>
              <a:gd name="adj2" fmla="val -14052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Want small</a:t>
            </a:r>
            <a:endParaRPr 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TransE</a:t>
            </a:r>
            <a:r>
              <a:rPr lang="en-US" dirty="0"/>
              <a:t> benefits and limitations</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a:bodyPr>
              <a:lstStyle/>
              <a:p>
                <a:r>
                  <a:rPr lang="en-US" dirty="0">
                    <a:sym typeface="Wingdings" panose="05000000000000000000" pitchFamily="2" charset="2"/>
                  </a:rPr>
                  <a:t>Simple and fast</a:t>
                </a:r>
                <a:endParaRPr lang="en-US" dirty="0">
                  <a:sym typeface="Wingdings" panose="05000000000000000000" pitchFamily="2" charset="2"/>
                </a:endParaRPr>
              </a:p>
              <a:p>
                <a:r>
                  <a:rPr lang="en-US" dirty="0">
                    <a:sym typeface="Wingdings" panose="05000000000000000000" pitchFamily="2" charset="2"/>
                  </a:rPr>
                  <a:t>Very few hyperparameters (margin and negative samples per positive sample)</a:t>
                </a:r>
                <a:endParaRPr lang="en-US" dirty="0">
                  <a:sym typeface="Wingdings" panose="05000000000000000000" pitchFamily="2" charset="2"/>
                </a:endParaRPr>
              </a:p>
              <a:p>
                <a:r>
                  <a:rPr lang="en-US" dirty="0">
                    <a:sym typeface="Wingdings" panose="05000000000000000000" pitchFamily="2" charset="2"/>
                  </a:rPr>
                  <a:t>Cannot model 1-to-many, many-to-1, many-to-many relations</a:t>
                </a:r>
                <a:endParaRPr lang="en-US" dirty="0">
                  <a:sym typeface="Wingdings" panose="05000000000000000000" pitchFamily="2" charset="2"/>
                </a:endParaRPr>
              </a:p>
              <a:p>
                <a:pPr lvl="1"/>
                <a:r>
                  <a:rPr lang="en-US" dirty="0">
                    <a:sym typeface="Wingdings" panose="05000000000000000000" pitchFamily="2" charset="2"/>
                  </a:rPr>
                  <a:t>Obama + attended </a:t>
                </a:r>
                <a14:m>
                  <m:oMath xmlns:m="http://schemas.openxmlformats.org/officeDocument/2006/math">
                    <m:r>
                      <a:rPr lang="en-US" b="0" i="1" smtClean="0">
                        <a:latin typeface="Cambria Math" panose="02040503050406030204" pitchFamily="18" charset="0"/>
                        <a:sym typeface="Wingdings" panose="05000000000000000000" pitchFamily="2" charset="2"/>
                      </a:rPr>
                      <m:t>≈</m:t>
                    </m:r>
                  </m:oMath>
                </a14:m>
                <a:r>
                  <a:rPr lang="en-US" dirty="0">
                    <a:sym typeface="Wingdings" panose="05000000000000000000" pitchFamily="2" charset="2"/>
                  </a:rPr>
                  <a:t> Occidental College</a:t>
                </a:r>
                <a:endParaRPr lang="en-US" dirty="0">
                  <a:sym typeface="Wingdings" panose="05000000000000000000" pitchFamily="2" charset="2"/>
                </a:endParaRPr>
              </a:p>
              <a:p>
                <a:pPr lvl="1"/>
                <a:r>
                  <a:rPr lang="en-US" dirty="0">
                    <a:sym typeface="Wingdings" panose="05000000000000000000" pitchFamily="2" charset="2"/>
                  </a:rPr>
                  <a:t>Obama + attended </a:t>
                </a:r>
                <a14:m>
                  <m:oMath xmlns:m="http://schemas.openxmlformats.org/officeDocument/2006/math">
                    <m:r>
                      <a:rPr lang="en-US" i="1">
                        <a:latin typeface="Cambria Math" panose="02040503050406030204" pitchFamily="18" charset="0"/>
                        <a:sym typeface="Wingdings" panose="05000000000000000000" pitchFamily="2" charset="2"/>
                      </a:rPr>
                      <m:t>≈</m:t>
                    </m:r>
                  </m:oMath>
                </a14:m>
                <a:r>
                  <a:rPr lang="en-US" dirty="0">
                    <a:sym typeface="Wingdings" panose="05000000000000000000" pitchFamily="2" charset="2"/>
                  </a:rPr>
                  <a:t> Harvard Law School</a:t>
                </a:r>
                <a:endParaRPr lang="en-US" dirty="0">
                  <a:sym typeface="Wingdings" panose="05000000000000000000" pitchFamily="2" charset="2"/>
                </a:endParaRPr>
              </a:p>
              <a:p>
                <a:pPr lvl="1"/>
                <a14:m>
                  <m:oMath xmlns:m="http://schemas.openxmlformats.org/officeDocument/2006/math">
                    <m:r>
                      <a:rPr lang="en-US" b="0" i="1" smtClean="0">
                        <a:latin typeface="Cambria Math" panose="02040503050406030204" pitchFamily="18" charset="0"/>
                        <a:sym typeface="Wingdings" panose="05000000000000000000" pitchFamily="2" charset="2"/>
                      </a:rPr>
                      <m:t>⇒</m:t>
                    </m:r>
                  </m:oMath>
                </a14:m>
                <a:r>
                  <a:rPr lang="en-US" dirty="0">
                    <a:sym typeface="Wingdings" panose="05000000000000000000" pitchFamily="2" charset="2"/>
                  </a:rPr>
                  <a:t> Occidental College </a:t>
                </a:r>
                <a14:m>
                  <m:oMath xmlns:m="http://schemas.openxmlformats.org/officeDocument/2006/math">
                    <m:r>
                      <a:rPr lang="en-US" i="1">
                        <a:latin typeface="Cambria Math" panose="02040503050406030204" pitchFamily="18" charset="0"/>
                        <a:sym typeface="Wingdings" panose="05000000000000000000" pitchFamily="2" charset="2"/>
                      </a:rPr>
                      <m:t>≈</m:t>
                    </m:r>
                  </m:oMath>
                </a14:m>
                <a:r>
                  <a:rPr lang="en-US" dirty="0">
                    <a:sym typeface="Wingdings" panose="05000000000000000000" pitchFamily="2" charset="2"/>
                  </a:rPr>
                  <a:t> Harvard Law School</a:t>
                </a:r>
                <a:endParaRPr lang="en-US" dirty="0">
                  <a:sym typeface="Wingdings" panose="05000000000000000000" pitchFamily="2" charset="2"/>
                </a:endParaRPr>
              </a:p>
              <a:p>
                <a:r>
                  <a:rPr lang="en-US" dirty="0">
                    <a:sym typeface="Wingdings" panose="05000000000000000000" pitchFamily="2" charset="2"/>
                  </a:rPr>
                  <a:t>Cannot model symmetric relations</a:t>
                </a:r>
                <a:endParaRPr lang="en-US" dirty="0">
                  <a:sym typeface="Wingdings" panose="05000000000000000000" pitchFamily="2" charset="2"/>
                </a:endParaRPr>
              </a:p>
              <a:p>
                <a:pPr lvl="1"/>
                <a14:m>
                  <m:oMath xmlns:m="http://schemas.openxmlformats.org/officeDocument/2006/math">
                    <m:r>
                      <a:rPr lang="en-US" b="1" i="1">
                        <a:latin typeface="Cambria Math" panose="02040503050406030204" pitchFamily="18" charset="0"/>
                        <a:sym typeface="Wingdings" panose="05000000000000000000" pitchFamily="2" charset="2"/>
                      </a:rPr>
                      <m:t>(</m:t>
                    </m:r>
                    <m:r>
                      <a:rPr lang="en-US" b="1" i="1">
                        <a:latin typeface="Cambria Math" panose="02040503050406030204" pitchFamily="18" charset="0"/>
                        <a:sym typeface="Wingdings" panose="05000000000000000000" pitchFamily="2" charset="2"/>
                      </a:rPr>
                      <m:t>𝒔</m:t>
                    </m:r>
                    <m:r>
                      <a:rPr lang="en-US" i="1">
                        <a:latin typeface="Cambria Math" panose="02040503050406030204" pitchFamily="18" charset="0"/>
                        <a:sym typeface="Wingdings" panose="05000000000000000000" pitchFamily="2" charset="2"/>
                      </a:rPr>
                      <m:t>+</m:t>
                    </m:r>
                    <m:r>
                      <a:rPr lang="en-US" b="1" i="1">
                        <a:latin typeface="Cambria Math" panose="02040503050406030204" pitchFamily="18" charset="0"/>
                        <a:sym typeface="Wingdings" panose="05000000000000000000" pitchFamily="2" charset="2"/>
                      </a:rPr>
                      <m:t>𝒓</m:t>
                    </m:r>
                    <m:r>
                      <a:rPr lang="en-US" i="1">
                        <a:latin typeface="Cambria Math" panose="02040503050406030204" pitchFamily="18" charset="0"/>
                        <a:sym typeface="Wingdings" panose="05000000000000000000" pitchFamily="2" charset="2"/>
                      </a:rPr>
                      <m:t>=</m:t>
                    </m:r>
                    <m:r>
                      <a:rPr lang="en-US" b="1" i="1">
                        <a:latin typeface="Cambria Math" panose="02040503050406030204" pitchFamily="18" charset="0"/>
                        <a:sym typeface="Wingdings" panose="05000000000000000000" pitchFamily="2" charset="2"/>
                      </a:rPr>
                      <m:t>𝒐</m:t>
                    </m:r>
                    <m:r>
                      <a:rPr lang="en-US" b="1" i="1">
                        <a:latin typeface="Cambria Math" panose="02040503050406030204" pitchFamily="18" charset="0"/>
                        <a:sym typeface="Wingdings" panose="05000000000000000000" pitchFamily="2" charset="2"/>
                      </a:rPr>
                      <m:t>)</m:t>
                    </m:r>
                  </m:oMath>
                </a14:m>
                <a:r>
                  <a:rPr lang="en-US" dirty="0">
                    <a:sym typeface="Wingdings" panose="05000000000000000000" pitchFamily="2" charset="2"/>
                  </a:rPr>
                  <a:t> and (</a:t>
                </a:r>
                <a14:m>
                  <m:oMath xmlns:m="http://schemas.openxmlformats.org/officeDocument/2006/math">
                    <m:r>
                      <a:rPr lang="en-US" b="1" i="1">
                        <a:latin typeface="Cambria Math" panose="02040503050406030204" pitchFamily="18" charset="0"/>
                        <a:sym typeface="Wingdings" panose="05000000000000000000" pitchFamily="2" charset="2"/>
                      </a:rPr>
                      <m:t>𝒐</m:t>
                    </m:r>
                    <m:r>
                      <a:rPr lang="en-US" i="1">
                        <a:latin typeface="Cambria Math" panose="02040503050406030204" pitchFamily="18" charset="0"/>
                        <a:sym typeface="Wingdings" panose="05000000000000000000" pitchFamily="2" charset="2"/>
                      </a:rPr>
                      <m:t>+</m:t>
                    </m:r>
                    <m:r>
                      <a:rPr lang="en-US" b="1" i="1">
                        <a:latin typeface="Cambria Math" panose="02040503050406030204" pitchFamily="18" charset="0"/>
                        <a:sym typeface="Wingdings" panose="05000000000000000000" pitchFamily="2" charset="2"/>
                      </a:rPr>
                      <m:t>𝒓</m:t>
                    </m:r>
                    <m:r>
                      <a:rPr lang="en-US" i="1">
                        <a:latin typeface="Cambria Math" panose="02040503050406030204" pitchFamily="18" charset="0"/>
                        <a:sym typeface="Wingdings" panose="05000000000000000000" pitchFamily="2" charset="2"/>
                      </a:rPr>
                      <m:t>=</m:t>
                    </m:r>
                    <m:r>
                      <a:rPr lang="en-US" b="1" i="1">
                        <a:latin typeface="Cambria Math" panose="02040503050406030204" pitchFamily="18" charset="0"/>
                        <a:sym typeface="Wingdings" panose="05000000000000000000" pitchFamily="2" charset="2"/>
                      </a:rPr>
                      <m:t>𝒔</m:t>
                    </m:r>
                    <m:r>
                      <a:rPr lang="en-US" b="1" i="1">
                        <a:latin typeface="Cambria Math" panose="02040503050406030204" pitchFamily="18" charset="0"/>
                        <a:sym typeface="Wingdings" panose="05000000000000000000" pitchFamily="2" charset="2"/>
                      </a:rPr>
                      <m:t>)⇒</m:t>
                    </m:r>
                    <m:r>
                      <a:rPr lang="en-US" b="1" i="1">
                        <a:effectLst>
                          <a:glow rad="139700">
                            <a:schemeClr val="accent2">
                              <a:satMod val="175000"/>
                              <a:alpha val="40000"/>
                            </a:schemeClr>
                          </a:glow>
                        </a:effectLst>
                        <a:latin typeface="Cambria Math" panose="02040503050406030204" pitchFamily="18" charset="0"/>
                        <a:sym typeface="Wingdings" panose="05000000000000000000" pitchFamily="2" charset="2"/>
                      </a:rPr>
                      <m:t>𝒓</m:t>
                    </m:r>
                    <m:r>
                      <a:rPr lang="en-US" b="1" i="1">
                        <a:effectLst>
                          <a:glow rad="139700">
                            <a:schemeClr val="accent2">
                              <a:satMod val="175000"/>
                              <a:alpha val="40000"/>
                            </a:schemeClr>
                          </a:glow>
                        </a:effectLst>
                        <a:latin typeface="Cambria Math" panose="02040503050406030204" pitchFamily="18" charset="0"/>
                        <a:sym typeface="Wingdings" panose="05000000000000000000" pitchFamily="2" charset="2"/>
                      </a:rPr>
                      <m:t>=</m:t>
                    </m:r>
                    <m:r>
                      <a:rPr lang="en-US" b="1" i="1">
                        <a:effectLst>
                          <a:glow rad="139700">
                            <a:schemeClr val="accent2">
                              <a:satMod val="175000"/>
                              <a:alpha val="40000"/>
                            </a:schemeClr>
                          </a:glow>
                        </a:effectLst>
                        <a:latin typeface="Cambria Math" panose="02040503050406030204" pitchFamily="18" charset="0"/>
                        <a:sym typeface="Wingdings" panose="05000000000000000000" pitchFamily="2" charset="2"/>
                      </a:rPr>
                      <m:t>𝟎</m:t>
                    </m:r>
                  </m:oMath>
                </a14:m>
                <a:endParaRPr lang="en-US" b="1" dirty="0">
                  <a:sym typeface="Wingdings" panose="05000000000000000000" pitchFamily="2" charset="2"/>
                </a:endParaRPr>
              </a:p>
              <a:p>
                <a:r>
                  <a:rPr lang="en-US" dirty="0">
                    <a:sym typeface="Wingdings" panose="05000000000000000000" pitchFamily="2" charset="2"/>
                  </a:rPr>
                  <a:t>Many patches “</a:t>
                </a:r>
                <a:r>
                  <a:rPr lang="en-US" dirty="0" err="1">
                    <a:sym typeface="Wingdings" panose="05000000000000000000" pitchFamily="2" charset="2"/>
                  </a:rPr>
                  <a:t>XtransY</a:t>
                </a:r>
                <a:r>
                  <a:rPr lang="en-US" dirty="0">
                    <a:sym typeface="Wingdings" panose="05000000000000000000" pitchFamily="2" charset="2"/>
                  </a:rPr>
                  <a:t>”</a:t>
                </a:r>
                <a:endParaRPr lang="en-US" dirty="0">
                  <a:sym typeface="Wingdings" panose="05000000000000000000" pitchFamily="2" charset="2"/>
                </a:endParaRPr>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2" p14:bwMode="auto">
            <p14:nvContentPartPr>
              <p14:cNvPr id="2" name="Ink 1"/>
              <p14:cNvContentPartPr/>
              <p14:nvPr/>
            </p14:nvContentPartPr>
            <p14:xfrm>
              <a:off x="9971280" y="1088640"/>
              <a:ext cx="940680" cy="417960"/>
            </p14:xfrm>
          </p:contentPart>
        </mc:Choice>
        <mc:Fallback xmlns="">
          <p:pic>
            <p:nvPicPr>
              <p:cNvPr id="2" name="Ink 1"/>
            </p:nvPicPr>
            <p:blipFill>
              <a:blip r:embed="rId3"/>
            </p:blipFill>
            <p:spPr>
              <a:xfrm>
                <a:off x="9971280" y="1088640"/>
                <a:ext cx="940680" cy="417960"/>
              </a:xfrm>
              <a:prstGeom prst="rect"/>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hlinkClick r:id="rId1"/>
              </a:rPr>
              <a:t>TransH</a:t>
            </a:r>
            <a:r>
              <a:rPr lang="en-US" dirty="0"/>
              <a:t>: Early fix to </a:t>
            </a:r>
            <a:r>
              <a:rPr lang="en-US" dirty="0" err="1"/>
              <a:t>TransE</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a:bodyPr>
              <a:lstStyle/>
              <a:p>
                <a:r>
                  <a:rPr lang="en-US" dirty="0"/>
                  <a:t>Represent </a:t>
                </a:r>
                <a14:m>
                  <m:oMath xmlns:m="http://schemas.openxmlformats.org/officeDocument/2006/math">
                    <m:r>
                      <a:rPr lang="en-US" i="1" dirty="0" smtClean="0">
                        <a:latin typeface="Cambria Math" panose="02040503050406030204" pitchFamily="18" charset="0"/>
                      </a:rPr>
                      <m:t>𝑟</m:t>
                    </m:r>
                  </m:oMath>
                </a14:m>
                <a:r>
                  <a:rPr lang="en-US" dirty="0"/>
                  <a:t> by </a:t>
                </a:r>
                <a:r>
                  <a:rPr lang="en-US" i="1" dirty="0"/>
                  <a:t>two</a:t>
                </a:r>
                <a:r>
                  <a:rPr lang="en-US" dirty="0"/>
                  <a:t> artifacts</a:t>
                </a:r>
                <a:endParaRPr lang="en-US" dirty="0"/>
              </a:p>
              <a:p>
                <a:pPr lvl="1"/>
                <a:r>
                  <a:rPr lang="en-US" dirty="0"/>
                  <a:t>Hyperplane with unit normal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𝒑</m:t>
                        </m:r>
                      </m:e>
                      <m:sub>
                        <m:r>
                          <a:rPr lang="en-US" b="0" i="1" smtClean="0">
                            <a:latin typeface="Cambria Math" panose="02040503050406030204" pitchFamily="18" charset="0"/>
                          </a:rPr>
                          <m:t>𝑟</m:t>
                        </m:r>
                      </m:sub>
                    </m:sSub>
                  </m:oMath>
                </a14:m>
                <a:endParaRPr lang="en-US" dirty="0"/>
              </a:p>
              <a:p>
                <a:pPr lvl="1"/>
                <a:r>
                  <a:rPr lang="en-US" dirty="0"/>
                  <a:t>Displacement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𝒅</m:t>
                        </m:r>
                      </m:e>
                      <m:sub>
                        <m:r>
                          <a:rPr lang="en-US" b="0" i="1" smtClean="0">
                            <a:latin typeface="Cambria Math" panose="02040503050406030204" pitchFamily="18" charset="0"/>
                          </a:rPr>
                          <m:t>𝑟</m:t>
                        </m:r>
                      </m:sub>
                    </m:sSub>
                  </m:oMath>
                </a14:m>
                <a:r>
                  <a:rPr lang="en-US" dirty="0"/>
                  <a:t> as before (was called </a:t>
                </a:r>
                <a14:m>
                  <m:oMath xmlns:m="http://schemas.openxmlformats.org/officeDocument/2006/math">
                    <m:r>
                      <a:rPr lang="en-US" b="1" i="1" dirty="0" smtClean="0">
                        <a:latin typeface="Cambria Math" panose="02040503050406030204" pitchFamily="18" charset="0"/>
                      </a:rPr>
                      <m:t>𝒓</m:t>
                    </m:r>
                  </m:oMath>
                </a14:m>
                <a:r>
                  <a:rPr lang="en-US" dirty="0"/>
                  <a:t>)</a:t>
                </a:r>
                <a:endParaRPr lang="en-US" dirty="0"/>
              </a:p>
              <a:p>
                <a:pPr lvl="1"/>
                <a:r>
                  <a:rPr lang="en-US" dirty="0"/>
                  <a:t>Expect </a:t>
                </a:r>
                <a14:m>
                  <m:oMath xmlns:m="http://schemas.openxmlformats.org/officeDocument/2006/math">
                    <m:d>
                      <m:dPr>
                        <m:ctrlPr>
                          <a:rPr lang="en-US" b="0" i="1" smtClean="0">
                            <a:effectLst>
                              <a:glow rad="139700">
                                <a:schemeClr val="accent5">
                                  <a:satMod val="175000"/>
                                  <a:alpha val="40000"/>
                                </a:schemeClr>
                              </a:glow>
                            </a:effectLst>
                            <a:latin typeface="Cambria Math" panose="02040503050406030204" pitchFamily="18" charset="0"/>
                          </a:rPr>
                        </m:ctrlPr>
                      </m:dPr>
                      <m:e>
                        <m:r>
                          <a:rPr lang="en-US" b="1" i="1" smtClean="0">
                            <a:effectLst>
                              <a:glow rad="139700">
                                <a:schemeClr val="accent5">
                                  <a:satMod val="175000"/>
                                  <a:alpha val="40000"/>
                                </a:schemeClr>
                              </a:glow>
                            </a:effectLst>
                            <a:latin typeface="Cambria Math" panose="02040503050406030204" pitchFamily="18" charset="0"/>
                          </a:rPr>
                          <m:t>𝒔</m:t>
                        </m:r>
                        <m:r>
                          <a:rPr lang="en-US" b="0" i="1" smtClean="0">
                            <a:effectLst>
                              <a:glow rad="139700">
                                <a:schemeClr val="accent5">
                                  <a:satMod val="175000"/>
                                  <a:alpha val="40000"/>
                                </a:schemeClr>
                              </a:glow>
                            </a:effectLst>
                            <a:latin typeface="Cambria Math" panose="02040503050406030204" pitchFamily="18" charset="0"/>
                            <a:ea typeface="Cambria Math" panose="02040503050406030204" pitchFamily="18" charset="0"/>
                          </a:rPr>
                          <m:t>↓</m:t>
                        </m:r>
                        <m:sSub>
                          <m:sSubPr>
                            <m:ctrlPr>
                              <a:rPr lang="en-US" b="0" i="1" smtClean="0">
                                <a:effectLst>
                                  <a:glow rad="139700">
                                    <a:schemeClr val="accent5">
                                      <a:satMod val="175000"/>
                                      <a:alpha val="40000"/>
                                    </a:schemeClr>
                                  </a:glow>
                                </a:effectLst>
                                <a:latin typeface="Cambria Math" panose="02040503050406030204" pitchFamily="18" charset="0"/>
                                <a:ea typeface="Cambria Math" panose="02040503050406030204" pitchFamily="18" charset="0"/>
                              </a:rPr>
                            </m:ctrlPr>
                          </m:sSubPr>
                          <m:e>
                            <m:r>
                              <a:rPr lang="en-US" b="1" i="1" smtClean="0">
                                <a:effectLst>
                                  <a:glow rad="139700">
                                    <a:schemeClr val="accent5">
                                      <a:satMod val="175000"/>
                                      <a:alpha val="40000"/>
                                    </a:schemeClr>
                                  </a:glow>
                                </a:effectLst>
                                <a:latin typeface="Cambria Math" panose="02040503050406030204" pitchFamily="18" charset="0"/>
                                <a:ea typeface="Cambria Math" panose="02040503050406030204" pitchFamily="18" charset="0"/>
                              </a:rPr>
                              <m:t>𝒑</m:t>
                            </m:r>
                          </m:e>
                          <m:sub>
                            <m:r>
                              <a:rPr lang="en-US" b="0" i="1" smtClean="0">
                                <a:effectLst>
                                  <a:glow rad="139700">
                                    <a:schemeClr val="accent5">
                                      <a:satMod val="175000"/>
                                      <a:alpha val="40000"/>
                                    </a:schemeClr>
                                  </a:glow>
                                </a:effectLst>
                                <a:latin typeface="Cambria Math" panose="02040503050406030204" pitchFamily="18" charset="0"/>
                                <a:ea typeface="Cambria Math" panose="02040503050406030204" pitchFamily="18" charset="0"/>
                              </a:rPr>
                              <m:t>𝑟</m:t>
                            </m:r>
                          </m:sub>
                        </m:sSub>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𝒅</m:t>
                        </m:r>
                      </m:e>
                      <m:sub>
                        <m:r>
                          <a:rPr lang="en-US" b="0" i="1" smtClean="0">
                            <a:latin typeface="Cambria Math" panose="02040503050406030204" pitchFamily="18" charset="0"/>
                            <a:ea typeface="Cambria Math" panose="02040503050406030204" pitchFamily="18" charset="0"/>
                          </a:rPr>
                          <m:t>𝑟</m:t>
                        </m:r>
                      </m:sub>
                    </m:sSub>
                    <m:r>
                      <a:rPr lang="en-US" b="0" i="1" smtClean="0">
                        <a:latin typeface="Cambria Math" panose="02040503050406030204" pitchFamily="18" charset="0"/>
                        <a:ea typeface="Cambria Math" panose="02040503050406030204" pitchFamily="18" charset="0"/>
                      </a:rPr>
                      <m:t>≈</m:t>
                    </m:r>
                    <m:d>
                      <m:dPr>
                        <m:ctrlPr>
                          <a:rPr lang="en-US" b="0" i="1" smtClean="0">
                            <a:effectLst>
                              <a:glow rad="139700">
                                <a:schemeClr val="accent5">
                                  <a:satMod val="175000"/>
                                  <a:alpha val="40000"/>
                                </a:schemeClr>
                              </a:glow>
                            </a:effectLst>
                            <a:latin typeface="Cambria Math" panose="02040503050406030204" pitchFamily="18" charset="0"/>
                            <a:ea typeface="Cambria Math" panose="02040503050406030204" pitchFamily="18" charset="0"/>
                          </a:rPr>
                        </m:ctrlPr>
                      </m:dPr>
                      <m:e>
                        <m:r>
                          <a:rPr lang="en-US" b="1" i="1" smtClean="0">
                            <a:effectLst>
                              <a:glow rad="139700">
                                <a:schemeClr val="accent5">
                                  <a:satMod val="175000"/>
                                  <a:alpha val="40000"/>
                                </a:schemeClr>
                              </a:glow>
                            </a:effectLst>
                            <a:latin typeface="Cambria Math" panose="02040503050406030204" pitchFamily="18" charset="0"/>
                            <a:ea typeface="Cambria Math" panose="02040503050406030204" pitchFamily="18" charset="0"/>
                          </a:rPr>
                          <m:t>𝒐</m:t>
                        </m:r>
                        <m:r>
                          <a:rPr lang="en-US" b="0" i="1" smtClean="0">
                            <a:effectLst>
                              <a:glow rad="139700">
                                <a:schemeClr val="accent5">
                                  <a:satMod val="175000"/>
                                  <a:alpha val="40000"/>
                                </a:schemeClr>
                              </a:glow>
                            </a:effectLst>
                            <a:latin typeface="Cambria Math" panose="02040503050406030204" pitchFamily="18" charset="0"/>
                            <a:ea typeface="Cambria Math" panose="02040503050406030204" pitchFamily="18" charset="0"/>
                          </a:rPr>
                          <m:t>↓</m:t>
                        </m:r>
                        <m:sSub>
                          <m:sSubPr>
                            <m:ctrlPr>
                              <a:rPr lang="en-US" b="0" i="1" smtClean="0">
                                <a:effectLst>
                                  <a:glow rad="139700">
                                    <a:schemeClr val="accent5">
                                      <a:satMod val="175000"/>
                                      <a:alpha val="40000"/>
                                    </a:schemeClr>
                                  </a:glow>
                                </a:effectLst>
                                <a:latin typeface="Cambria Math" panose="02040503050406030204" pitchFamily="18" charset="0"/>
                                <a:ea typeface="Cambria Math" panose="02040503050406030204" pitchFamily="18" charset="0"/>
                              </a:rPr>
                            </m:ctrlPr>
                          </m:sSubPr>
                          <m:e>
                            <m:r>
                              <a:rPr lang="en-US" b="1" i="1" smtClean="0">
                                <a:effectLst>
                                  <a:glow rad="139700">
                                    <a:schemeClr val="accent5">
                                      <a:satMod val="175000"/>
                                      <a:alpha val="40000"/>
                                    </a:schemeClr>
                                  </a:glow>
                                </a:effectLst>
                                <a:latin typeface="Cambria Math" panose="02040503050406030204" pitchFamily="18" charset="0"/>
                                <a:ea typeface="Cambria Math" panose="02040503050406030204" pitchFamily="18" charset="0"/>
                              </a:rPr>
                              <m:t>𝒑</m:t>
                            </m:r>
                          </m:e>
                          <m:sub>
                            <m:r>
                              <a:rPr lang="en-US" b="0" i="1" smtClean="0">
                                <a:effectLst>
                                  <a:glow rad="139700">
                                    <a:schemeClr val="accent5">
                                      <a:satMod val="175000"/>
                                      <a:alpha val="40000"/>
                                    </a:schemeClr>
                                  </a:glow>
                                </a:effectLst>
                                <a:latin typeface="Cambria Math" panose="02040503050406030204" pitchFamily="18" charset="0"/>
                                <a:ea typeface="Cambria Math" panose="02040503050406030204" pitchFamily="18" charset="0"/>
                              </a:rPr>
                              <m:t>𝑟</m:t>
                            </m:r>
                          </m:sub>
                        </m:sSub>
                      </m:e>
                    </m:d>
                  </m:oMath>
                </a14:m>
                <a:br>
                  <a:rPr lang="en-US" dirty="0">
                    <a:effectLst>
                      <a:glow rad="139700">
                        <a:schemeClr val="accent5">
                          <a:satMod val="175000"/>
                          <a:alpha val="40000"/>
                        </a:schemeClr>
                      </a:glow>
                    </a:effectLst>
                  </a:rPr>
                </a:br>
                <a:br>
                  <a:rPr lang="en-US" dirty="0">
                    <a:effectLst>
                      <a:glow rad="139700">
                        <a:schemeClr val="accent5">
                          <a:satMod val="175000"/>
                          <a:alpha val="40000"/>
                        </a:schemeClr>
                      </a:glow>
                    </a:effectLst>
                  </a:rPr>
                </a:br>
                <a:endParaRPr lang="en-US" dirty="0">
                  <a:effectLst>
                    <a:glow rad="139700">
                      <a:schemeClr val="accent5">
                        <a:satMod val="175000"/>
                        <a:alpha val="40000"/>
                      </a:schemeClr>
                    </a:glow>
                  </a:effectLst>
                </a:endParaRPr>
              </a:p>
              <a:p>
                <a:endParaRPr lang="en-US" dirty="0"/>
              </a:p>
              <a:p>
                <a:r>
                  <a:rPr lang="en-US" dirty="0"/>
                  <a:t>Many others: structured embedding (SE), </a:t>
                </a:r>
                <a:r>
                  <a:rPr lang="en-US" dirty="0" err="1"/>
                  <a:t>FtransE</a:t>
                </a:r>
                <a:r>
                  <a:rPr lang="en-US" dirty="0"/>
                  <a:t>, </a:t>
                </a:r>
                <a:r>
                  <a:rPr lang="en-US" dirty="0" err="1"/>
                  <a:t>StransE</a:t>
                </a:r>
                <a:r>
                  <a:rPr lang="en-US" dirty="0"/>
                  <a:t>, </a:t>
                </a:r>
                <a:r>
                  <a:rPr lang="en-US" dirty="0" err="1"/>
                  <a:t>TransR</a:t>
                </a:r>
                <a:r>
                  <a:rPr lang="en-US"/>
                  <a:t>, </a:t>
                </a:r>
                <a:r>
                  <a:rPr lang="en-US" dirty="0" err="1"/>
                  <a:t>TransD</a:t>
                </a:r>
                <a:r>
                  <a:rPr lang="en-US" dirty="0"/>
                  <a:t>, …</a:t>
                </a:r>
                <a:endParaRPr lang="en-US" dirty="0"/>
              </a:p>
              <a:p>
                <a:r>
                  <a:rPr lang="en-US" dirty="0"/>
                  <a:t>We will focus on </a:t>
                </a:r>
                <a:r>
                  <a:rPr lang="en-US" dirty="0">
                    <a:effectLst>
                      <a:glow rad="139700">
                        <a:schemeClr val="accent6">
                          <a:satMod val="175000"/>
                          <a:alpha val="40000"/>
                        </a:schemeClr>
                      </a:glow>
                    </a:effectLst>
                  </a:rPr>
                  <a:t>rotation</a:t>
                </a:r>
                <a:r>
                  <a:rPr lang="en-US" dirty="0"/>
                  <a:t> and </a:t>
                </a:r>
                <a:r>
                  <a:rPr lang="en-US" dirty="0">
                    <a:effectLst>
                      <a:glow rad="139700">
                        <a:schemeClr val="accent6">
                          <a:satMod val="175000"/>
                          <a:alpha val="40000"/>
                        </a:schemeClr>
                      </a:glow>
                    </a:effectLst>
                  </a:rPr>
                  <a:t>factorization</a:t>
                </a:r>
                <a:r>
                  <a:rPr lang="en-US" dirty="0"/>
                  <a:t>, which work better</a:t>
                </a:r>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2"/>
                <a:stretch>
                  <a:fillRect t="-8" b="6"/>
                </a:stretch>
              </a:blipFill>
            </p:spPr>
            <p:txBody>
              <a:bodyPr/>
              <a:lstStyle/>
              <a:p>
                <a:r>
                  <a:rPr lang="en-US" altLang="en-US">
                    <a:noFill/>
                  </a:rPr>
                  <a:t> </a:t>
                </a:r>
              </a:p>
            </p:txBody>
          </p:sp>
        </mc:Fallback>
      </mc:AlternateContent>
      <p:sp>
        <p:nvSpPr>
          <p:cNvPr id="6" name="Speech Bubble: Rectangle with Corners Rounded 5"/>
          <p:cNvSpPr/>
          <p:nvPr/>
        </p:nvSpPr>
        <p:spPr>
          <a:xfrm>
            <a:off x="1600502" y="3029875"/>
            <a:ext cx="2083632" cy="715781"/>
          </a:xfrm>
          <a:prstGeom prst="wedgeRoundRectCallout">
            <a:avLst>
              <a:gd name="adj1" fmla="val 17731"/>
              <a:gd name="adj2" fmla="val -8214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Subject projected to hyperplane</a:t>
            </a:r>
            <a:endParaRPr lang="en-US" dirty="0"/>
          </a:p>
        </p:txBody>
      </p:sp>
      <p:sp>
        <p:nvSpPr>
          <p:cNvPr id="7" name="Speech Bubble: Rectangle with Corners Rounded 6"/>
          <p:cNvSpPr/>
          <p:nvPr/>
        </p:nvSpPr>
        <p:spPr>
          <a:xfrm>
            <a:off x="6584949" y="2932720"/>
            <a:ext cx="2083632" cy="715781"/>
          </a:xfrm>
          <a:prstGeom prst="wedgeRoundRectCallout">
            <a:avLst>
              <a:gd name="adj1" fmla="val -63564"/>
              <a:gd name="adj2" fmla="val -7796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Object projected to hyperplane</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Relation as translation </a:t>
            </a:r>
            <a:r>
              <a:rPr lang="en-US" dirty="0">
                <a:sym typeface="Symbol" panose="05050102010706020507" pitchFamily="18" charset="2"/>
              </a:rPr>
              <a:t> rotation</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a:xfrm>
                <a:off x="838200" y="1243965"/>
                <a:ext cx="8848090" cy="4933315"/>
              </a:xfrm>
            </p:spPr>
            <p:txBody>
              <a:bodyPr>
                <a:normAutofit/>
              </a:bodyPr>
              <a:lstStyle/>
              <a:p>
                <a:r>
                  <a:rPr lang="en-US" dirty="0"/>
                  <a:t>Complex number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ad>
                      <m:radPr>
                        <m:degHide m:val="on"/>
                        <m:ctrlPr>
                          <a:rPr lang="en-US" b="0" i="1" smtClean="0">
                            <a:effectLst>
                              <a:glow rad="228600">
                                <a:schemeClr val="accent1">
                                  <a:satMod val="175000"/>
                                  <a:alpha val="40000"/>
                                </a:schemeClr>
                              </a:glow>
                            </a:effectLst>
                            <a:latin typeface="Cambria Math" panose="02040503050406030204" pitchFamily="18" charset="0"/>
                          </a:rPr>
                        </m:ctrlPr>
                      </m:radPr>
                      <m:deg/>
                      <m:e>
                        <m:r>
                          <a:rPr lang="en-US" b="0" i="1" smtClean="0">
                            <a:effectLst>
                              <a:glow rad="228600">
                                <a:schemeClr val="accent1">
                                  <a:satMod val="175000"/>
                                  <a:alpha val="40000"/>
                                </a:schemeClr>
                              </a:glow>
                            </a:effectLst>
                            <a:latin typeface="Cambria Math" panose="02040503050406030204" pitchFamily="18" charset="0"/>
                          </a:rPr>
                          <m:t>−</m:t>
                        </m:r>
                        <m:r>
                          <a:rPr lang="en-US" b="0" i="1" smtClean="0">
                            <a:effectLst>
                              <a:glow rad="228600">
                                <a:schemeClr val="accent1">
                                  <a:satMod val="175000"/>
                                  <a:alpha val="40000"/>
                                </a:schemeClr>
                              </a:glow>
                            </a:effectLst>
                            <a:latin typeface="Cambria Math" panose="02040503050406030204" pitchFamily="18" charset="0"/>
                          </a:rPr>
                          <m:t>1</m:t>
                        </m:r>
                      </m:e>
                    </m:rad>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𝑗𝑏</m:t>
                    </m:r>
                  </m:oMath>
                </a14:m>
                <a:endParaRPr lang="en-US" dirty="0"/>
              </a:p>
              <a:p>
                <a:r>
                  <a:rPr lang="en-US" dirty="0"/>
                  <a:t>Another complex number </a:t>
                </a:r>
                <a14:m>
                  <m:oMath xmlns:m="http://schemas.openxmlformats.org/officeDocument/2006/math">
                    <m:func>
                      <m:funcPr>
                        <m:ctrlPr>
                          <a:rPr lang="en-US" b="0" i="1" smtClean="0">
                            <a:latin typeface="Cambria Math" panose="02040503050406030204" pitchFamily="18" charset="0"/>
                          </a:rPr>
                        </m:ctrlPr>
                      </m:funcPr>
                      <m:fName>
                        <m:r>
                          <a:rPr lang="en-US" b="0" i="1" smtClean="0">
                            <a:latin typeface="Cambria Math" panose="02040503050406030204" pitchFamily="18" charset="0"/>
                          </a:rPr>
                          <m:t>𝑟</m:t>
                        </m:r>
                        <m:r>
                          <a:rPr lang="en-US" b="0" i="0" smtClean="0">
                            <a:latin typeface="Cambria Math" panose="02040503050406030204" pitchFamily="18" charset="0"/>
                          </a:rPr>
                          <m:t>=</m:t>
                        </m:r>
                        <m:r>
                          <m:rPr>
                            <m:sty m:val="p"/>
                          </m:rPr>
                          <a:rPr lang="en-US" b="0" i="0" smtClean="0">
                            <a:latin typeface="Cambria Math" panose="02040503050406030204" pitchFamily="18" charset="0"/>
                          </a:rPr>
                          <m:t>cos</m:t>
                        </m:r>
                      </m:fName>
                      <m:e>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𝑗</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b="0" i="1" smtClean="0">
                                <a:latin typeface="Cambria Math" panose="02040503050406030204" pitchFamily="18" charset="0"/>
                              </a:rPr>
                              <m:t>𝜃</m:t>
                            </m:r>
                          </m:e>
                        </m:func>
                      </m:e>
                    </m:func>
                  </m:oMath>
                </a14:m>
                <a:endParaRPr lang="en-US" dirty="0"/>
              </a:p>
              <a:p>
                <a:r>
                  <a:rPr lang="en-US" dirty="0"/>
                  <a:t>Then </a:t>
                </a:r>
                <a14:m>
                  <m:oMath xmlns:m="http://schemas.openxmlformats.org/officeDocument/2006/math">
                    <m:d>
                      <m:dPr>
                        <m:ctrlPr>
                          <a:rPr lang="en-US" b="0" i="1" smtClean="0">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𝑗𝑏</m:t>
                        </m:r>
                      </m:e>
                    </m:d>
                    <m:r>
                      <a:rPr lang="en-US" b="0" i="1" smtClean="0">
                        <a:latin typeface="Cambria Math" panose="02040503050406030204" pitchFamily="18" charset="0"/>
                      </a:rPr>
                      <m:t>𝑟</m:t>
                    </m:r>
                  </m:oMath>
                </a14:m>
                <a:r>
                  <a:rPr lang="en-US" dirty="0"/>
                  <a:t> rotates </a:t>
                </a:r>
                <a14:m>
                  <m:oMath xmlns:m="http://schemas.openxmlformats.org/officeDocument/2006/math">
                    <m:r>
                      <a:rPr lang="en-US" b="0" i="0" smtClean="0">
                        <a:latin typeface="Cambria Math" panose="02040503050406030204" pitchFamily="18" charset="0"/>
                      </a:rPr>
                      <m:t>(</m:t>
                    </m:r>
                    <m:r>
                      <a:rPr lang="en-US" i="1">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in the complex plane by angle </a:t>
                </a:r>
                <a14:m>
                  <m:oMath xmlns:m="http://schemas.openxmlformats.org/officeDocument/2006/math">
                    <m:r>
                      <a:rPr lang="en-US" i="1">
                        <a:latin typeface="Cambria Math" panose="02040503050406030204" pitchFamily="18" charset="0"/>
                      </a:rPr>
                      <m:t>𝜃</m:t>
                    </m:r>
                  </m:oMath>
                </a14:m>
                <a:r>
                  <a:rPr lang="en-US" dirty="0"/>
                  <a:t> anticlockwise</a:t>
                </a:r>
                <a:endParaRPr lang="en-US" dirty="0"/>
              </a:p>
              <a:p>
                <a:r>
                  <a:rPr lang="en-US" dirty="0">
                    <a:effectLst>
                      <a:glow rad="228600">
                        <a:schemeClr val="accent4">
                          <a:satMod val="175000"/>
                          <a:alpha val="40000"/>
                        </a:schemeClr>
                      </a:glow>
                    </a:effectLst>
                  </a:rPr>
                  <a:t>💡 </a:t>
                </a:r>
                <a:r>
                  <a:rPr lang="en-US" dirty="0"/>
                  <a:t>Model relation as </a:t>
                </a:r>
                <a:r>
                  <a:rPr lang="en-US" dirty="0">
                    <a:effectLst>
                      <a:glow rad="228600">
                        <a:schemeClr val="accent4">
                          <a:satMod val="175000"/>
                          <a:alpha val="40000"/>
                        </a:schemeClr>
                      </a:glow>
                    </a:effectLst>
                  </a:rPr>
                  <a:t>rotation </a:t>
                </a:r>
                <a:r>
                  <a:rPr lang="en-US" dirty="0"/>
                  <a:t>instead of translation</a:t>
                </a:r>
                <a:endParaRPr lang="en-US" dirty="0"/>
              </a:p>
              <a:p>
                <a:pPr lvl="1"/>
                <a:r>
                  <a:rPr lang="en-US" dirty="0"/>
                  <a:t>Elegant handling of anti/symmetry, inversion, composition</a:t>
                </a:r>
                <a:endParaRPr lang="en-US" dirty="0"/>
              </a:p>
              <a:p>
                <a:r>
                  <a:rPr lang="en-US" dirty="0"/>
                  <a:t>Add more capacity (multiple complex dims) to handle many-to-many relations</a:t>
                </a:r>
                <a:endParaRPr lang="en-US" dirty="0"/>
              </a:p>
              <a:p>
                <a:r>
                  <a:rPr lang="en-US" dirty="0"/>
                  <a:t>Close to top methods</a:t>
                </a:r>
                <a:endParaRPr lang="en-US" dirty="0"/>
              </a:p>
              <a:p>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xfrm>
                <a:off x="838200" y="1243965"/>
                <a:ext cx="8848090" cy="4933315"/>
              </a:xfrm>
              <a:blipFill rotWithShape="1">
                <a:blip r:embed="rId1"/>
                <a:stretch>
                  <a:fillRect l="-7" t="-1017"/>
                </a:stretch>
              </a:blipFill>
            </p:spPr>
            <p:txBody>
              <a:bodyPr/>
              <a:lstStyle/>
              <a:p>
                <a:r>
                  <a:rPr lang="en-US" altLang="en-US">
                    <a:noFill/>
                  </a:rPr>
                  <a:t> </a:t>
                </a:r>
              </a:p>
            </p:txBody>
          </p:sp>
        </mc:Fallback>
      </mc:AlternateContent>
      <p:pic>
        <p:nvPicPr>
          <p:cNvPr id="1026" name="Picture 2" descr="https://upload.wikimedia.org/wikipedia/commons/thumb/a/af/Complex_number_illustration.svg/220px-Complex_number_illustration.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6500" y="883373"/>
            <a:ext cx="2095500" cy="20955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upload.wikimedia.org/wikipedia/commons/thumb/7/7a/Complex_number_illustration_modarg.svg/220px-Complex_number_illustration_modarg.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6500" y="3565613"/>
            <a:ext cx="2095500" cy="20955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r:id="rId4" p14:bwMode="auto">
            <p14:nvContentPartPr>
              <p14:cNvPr id="2" name="Ink 1"/>
              <p14:cNvContentPartPr/>
              <p14:nvPr/>
            </p14:nvContentPartPr>
            <p14:xfrm>
              <a:off x="10646280" y="997200"/>
              <a:ext cx="522720" cy="1519560"/>
            </p14:xfrm>
          </p:contentPart>
        </mc:Choice>
        <mc:Fallback xmlns="">
          <p:pic>
            <p:nvPicPr>
              <p:cNvPr id="2" name="Ink 1"/>
            </p:nvPicPr>
            <p:blipFill>
              <a:blip r:embed="rId5"/>
            </p:blipFill>
            <p:spPr>
              <a:xfrm>
                <a:off x="10646280" y="997200"/>
                <a:ext cx="522720" cy="1519560"/>
              </a:xfrm>
              <a:prstGeom prst="rect"/>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hlinkClick r:id="rId1"/>
              </a:rPr>
              <a:t>RotatE</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a:bodyPr>
              <a:lstStyle/>
              <a:p>
                <a:r>
                  <a:rPr lang="en-US" dirty="0"/>
                  <a:t>Norm of complex number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𝑗𝑏</m:t>
                    </m:r>
                  </m:oMath>
                </a14:m>
                <a:r>
                  <a:rPr lang="en-US" dirty="0"/>
                  <a:t> is written as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𝑗𝑏</m:t>
                        </m:r>
                      </m:e>
                    </m: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2</m:t>
                            </m:r>
                          </m:sup>
                        </m:sSup>
                      </m:e>
                    </m:rad>
                  </m:oMath>
                </a14:m>
                <a:endParaRPr lang="en-US" dirty="0"/>
              </a:p>
              <a:p>
                <a:r>
                  <a:rPr lang="en-US" dirty="0"/>
                  <a:t>Let </a:t>
                </a:r>
                <a14:m>
                  <m:oMath xmlns:m="http://schemas.openxmlformats.org/officeDocument/2006/math">
                    <m:r>
                      <a:rPr lang="en-US" b="1" i="1">
                        <a:latin typeface="Cambria Math" panose="02040503050406030204" pitchFamily="18" charset="0"/>
                      </a:rPr>
                      <m:t>𝒔</m:t>
                    </m:r>
                    <m:r>
                      <a:rPr lang="en-US" i="1">
                        <a:latin typeface="Cambria Math" panose="02040503050406030204" pitchFamily="18" charset="0"/>
                      </a:rPr>
                      <m:t>,</m:t>
                    </m:r>
                    <m:r>
                      <a:rPr lang="en-US" b="1" i="1">
                        <a:latin typeface="Cambria Math" panose="02040503050406030204" pitchFamily="18" charset="0"/>
                      </a:rPr>
                      <m:t>𝒐</m:t>
                    </m:r>
                    <m:r>
                      <a:rPr lang="en-US"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ℂ</m:t>
                        </m:r>
                      </m:e>
                      <m:sup>
                        <m:r>
                          <a:rPr lang="en-US" i="1">
                            <a:latin typeface="Cambria Math" panose="02040503050406030204" pitchFamily="18" charset="0"/>
                            <a:ea typeface="Cambria Math" panose="02040503050406030204" pitchFamily="18" charset="0"/>
                          </a:rPr>
                          <m:t>𝐷</m:t>
                        </m:r>
                      </m:sup>
                    </m:sSup>
                  </m:oMath>
                </a14:m>
                <a:r>
                  <a:rPr lang="en-US" dirty="0"/>
                  <a:t> be complex vectors</a:t>
                </a:r>
                <a:endParaRPr lang="en-US" dirty="0"/>
              </a:p>
              <a:p>
                <a:r>
                  <a:rPr lang="en-US" dirty="0"/>
                  <a:t>Norm of complex vector </a:t>
                </a:r>
                <a14:m>
                  <m:oMath xmlns:m="http://schemas.openxmlformats.org/officeDocument/2006/math">
                    <m:r>
                      <a:rPr lang="en-US" b="1" i="1" smtClean="0">
                        <a:latin typeface="Cambria Math" panose="02040503050406030204" pitchFamily="18" charset="0"/>
                      </a:rPr>
                      <m:t>𝒄</m:t>
                    </m:r>
                  </m:oMath>
                </a14:m>
                <a:r>
                  <a:rPr lang="en-US" dirty="0"/>
                  <a:t> is written as </a:t>
                </a:r>
                <a14:m>
                  <m:oMath xmlns:m="http://schemas.openxmlformats.org/officeDocument/2006/math">
                    <m:d>
                      <m:dPr>
                        <m:begChr m:val="‖"/>
                        <m:endChr m:val="‖"/>
                        <m:ctrlPr>
                          <a:rPr lang="en-US" i="1" smtClean="0">
                            <a:latin typeface="Cambria Math" panose="02040503050406030204" pitchFamily="18" charset="0"/>
                          </a:rPr>
                        </m:ctrlPr>
                      </m:dPr>
                      <m:e>
                        <m:r>
                          <a:rPr lang="en-US" b="1" i="1" smtClean="0">
                            <a:latin typeface="Cambria Math" panose="02040503050406030204" pitchFamily="18" charset="0"/>
                          </a:rPr>
                          <m:t>𝒄</m:t>
                        </m:r>
                      </m:e>
                    </m: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nary>
                          <m:naryPr>
                            <m:chr m:val="∑"/>
                            <m:supHide m:val="on"/>
                            <m:ctrlPr>
                              <a:rPr lang="en-US" i="1">
                                <a:latin typeface="Cambria Math" panose="02040503050406030204" pitchFamily="18" charset="0"/>
                              </a:rPr>
                            </m:ctrlPr>
                          </m:naryPr>
                          <m:sub>
                            <m:r>
                              <a:rPr lang="en-US" i="1">
                                <a:latin typeface="Cambria Math" panose="02040503050406030204" pitchFamily="18" charset="0"/>
                              </a:rPr>
                              <m:t>𝑑</m:t>
                            </m:r>
                          </m:sub>
                          <m:sup/>
                          <m:e>
                            <m:sSup>
                              <m:sSupPr>
                                <m:ctrlPr>
                                  <a:rPr lang="en-US" b="0" i="1" smtClean="0">
                                    <a:latin typeface="Cambria Math" panose="02040503050406030204" pitchFamily="18" charset="0"/>
                                  </a:rPr>
                                </m:ctrlPr>
                              </m:sSupPr>
                              <m:e>
                                <m:d>
                                  <m:dPr>
                                    <m:begChr m:val="|"/>
                                    <m:endChr m:val="|"/>
                                    <m:ctrlPr>
                                      <a:rPr lang="en-US"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𝑑</m:t>
                                        </m:r>
                                      </m:sub>
                                    </m:sSub>
                                  </m:e>
                                </m:d>
                              </m:e>
                              <m:sup>
                                <m:r>
                                  <a:rPr lang="en-US" b="0" i="1" smtClean="0">
                                    <a:latin typeface="Cambria Math" panose="02040503050406030204" pitchFamily="18" charset="0"/>
                                  </a:rPr>
                                  <m:t>2</m:t>
                                </m:r>
                              </m:sup>
                            </m:sSup>
                          </m:e>
                        </m:nary>
                      </m:e>
                    </m:rad>
                    <m:r>
                      <a:rPr lang="en-US" i="1">
                        <a:latin typeface="Cambria Math" panose="02040503050406030204" pitchFamily="18" charset="0"/>
                      </a:rPr>
                      <m:t>=</m:t>
                    </m:r>
                    <m:rad>
                      <m:radPr>
                        <m:degHide m:val="on"/>
                        <m:ctrlPr>
                          <a:rPr lang="en-US" b="0" i="1" smtClean="0">
                            <a:latin typeface="Cambria Math" panose="02040503050406030204" pitchFamily="18" charset="0"/>
                          </a:rPr>
                        </m:ctrlPr>
                      </m:radPr>
                      <m:deg/>
                      <m:e>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𝑑</m:t>
                            </m:r>
                          </m:sub>
                          <m:sup/>
                          <m:e>
                            <m:r>
                              <a:rPr lang="en-US" b="0" i="1" smtClean="0">
                                <a:latin typeface="Cambria Math" panose="02040503050406030204" pitchFamily="18" charset="0"/>
                                <a:ea typeface="Cambria Math" panose="02040503050406030204" pitchFamily="18" charset="0"/>
                              </a:rPr>
                              <m:t>ℜ</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𝑐</m:t>
                                        </m:r>
                                      </m:e>
                                      <m:sub>
                                        <m:r>
                                          <a:rPr lang="en-US" b="0" i="1" smtClean="0">
                                            <a:latin typeface="Cambria Math" panose="02040503050406030204" pitchFamily="18" charset="0"/>
                                            <a:ea typeface="Cambria Math" panose="02040503050406030204" pitchFamily="18" charset="0"/>
                                          </a:rPr>
                                          <m:t>𝑑</m:t>
                                        </m:r>
                                      </m:sub>
                                    </m:sSub>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ℑ</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𝑐</m:t>
                                        </m:r>
                                      </m:e>
                                      <m:sub>
                                        <m:r>
                                          <a:rPr lang="en-US" b="0" i="1" smtClean="0">
                                            <a:latin typeface="Cambria Math" panose="02040503050406030204" pitchFamily="18" charset="0"/>
                                            <a:ea typeface="Cambria Math" panose="02040503050406030204" pitchFamily="18" charset="0"/>
                                          </a:rPr>
                                          <m:t>𝑑</m:t>
                                        </m:r>
                                      </m:sub>
                                    </m:sSub>
                                  </m:e>
                                </m:d>
                              </m:e>
                              <m:sup>
                                <m:r>
                                  <a:rPr lang="en-US" b="0" i="1" smtClean="0">
                                    <a:latin typeface="Cambria Math" panose="02040503050406030204" pitchFamily="18" charset="0"/>
                                    <a:ea typeface="Cambria Math" panose="02040503050406030204" pitchFamily="18" charset="0"/>
                                  </a:rPr>
                                  <m:t>2</m:t>
                                </m:r>
                              </m:sup>
                            </m:sSup>
                          </m:e>
                        </m:nary>
                      </m:e>
                    </m:rad>
                  </m:oMath>
                </a14:m>
                <a:endParaRPr lang="en-US" dirty="0"/>
              </a:p>
              <a:p>
                <a:r>
                  <a:rPr lang="en-US" dirty="0"/>
                  <a:t>Let </a:t>
                </a:r>
                <a14:m>
                  <m:oMath xmlns:m="http://schemas.openxmlformats.org/officeDocument/2006/math">
                    <m:r>
                      <a:rPr lang="en-US" b="1" i="1" smtClean="0">
                        <a:latin typeface="Cambria Math" panose="02040503050406030204" pitchFamily="18" charset="0"/>
                      </a:rPr>
                      <m:t>𝒓</m:t>
                    </m:r>
                    <m:r>
                      <a:rPr lang="en-US"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ℂ</m:t>
                        </m:r>
                      </m:e>
                      <m:sup>
                        <m:r>
                          <a:rPr lang="en-US" i="1">
                            <a:latin typeface="Cambria Math" panose="02040503050406030204" pitchFamily="18" charset="0"/>
                            <a:ea typeface="Cambria Math" panose="02040503050406030204" pitchFamily="18" charset="0"/>
                          </a:rPr>
                          <m:t>𝐷</m:t>
                        </m:r>
                      </m:sup>
                    </m:sSup>
                  </m:oMath>
                </a14:m>
                <a:r>
                  <a:rPr lang="en-US" dirty="0"/>
                  <a:t> with </a:t>
                </a:r>
                <a14:m>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𝑑</m:t>
                            </m:r>
                          </m:sub>
                        </m:sSub>
                      </m:e>
                    </m:d>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 ∀</m:t>
                    </m:r>
                    <m:r>
                      <a:rPr lang="en-US" b="0" i="1" smtClean="0">
                        <a:latin typeface="Cambria Math" panose="02040503050406030204" pitchFamily="18" charset="0"/>
                      </a:rPr>
                      <m:t>𝑑</m:t>
                    </m:r>
                  </m:oMath>
                </a14:m>
                <a:endParaRPr lang="en-US" dirty="0"/>
              </a:p>
              <a:p>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1" i="1" smtClean="0">
                                <a:latin typeface="Cambria Math" panose="02040503050406030204" pitchFamily="18" charset="0"/>
                              </a:rPr>
                              <m:t>𝒔</m:t>
                            </m:r>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𝒓</m:t>
                            </m:r>
                            <m:r>
                              <a:rPr lang="en-US" b="0" i="1"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𝒐</m:t>
                            </m:r>
                          </m:e>
                        </m:d>
                      </m:e>
                      <m:sup>
                        <m:r>
                          <a:rPr lang="en-US" b="0" i="1" smtClean="0">
                            <a:latin typeface="Cambria Math" panose="02040503050406030204" pitchFamily="18" charset="0"/>
                          </a:rPr>
                          <m:t>2</m:t>
                        </m:r>
                      </m:sup>
                    </m:sSup>
                  </m:oMath>
                </a14:m>
                <a:br>
                  <a:rPr lang="en-US"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𝑑</m:t>
                          </m:r>
                        </m:sub>
                        <m:sup/>
                        <m:e>
                          <m:d>
                            <m:dPr>
                              <m:begChr m:val="["/>
                              <m:endChr m:val="]"/>
                              <m:ctrlPr>
                                <a:rPr lang="en-US" i="1">
                                  <a:latin typeface="Cambria Math" panose="02040503050406030204" pitchFamily="18" charset="0"/>
                                </a:rPr>
                              </m:ctrlPr>
                            </m:dPr>
                            <m:e>
                              <m:r>
                                <a:rPr lang="en-US" i="1">
                                  <a:latin typeface="Cambria Math" panose="02040503050406030204" pitchFamily="18" charset="0"/>
                                </a:rPr>
                                <m:t>ℜ</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𝑑</m:t>
                                          </m:r>
                                        </m:sub>
                                      </m:sSub>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𝑑</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𝑑</m:t>
                                          </m:r>
                                        </m:sub>
                                      </m:sSub>
                                    </m:e>
                                  </m:d>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ℑ</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𝑑</m:t>
                                          </m:r>
                                        </m:sub>
                                      </m:sSub>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𝑑</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𝑑</m:t>
                                          </m:r>
                                        </m:sub>
                                      </m:sSub>
                                    </m:e>
                                  </m:d>
                                </m:e>
                                <m:sup>
                                  <m:r>
                                    <a:rPr lang="en-US" i="1">
                                      <a:latin typeface="Cambria Math" panose="02040503050406030204" pitchFamily="18" charset="0"/>
                                    </a:rPr>
                                    <m:t>2</m:t>
                                  </m:r>
                                </m:sup>
                              </m:sSup>
                            </m:e>
                          </m:d>
                        </m:e>
                      </m:nary>
                    </m:oMath>
                  </m:oMathPara>
                </a14:m>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2"/>
                <a:stretch>
                  <a:fillRect t="-8" b="6"/>
                </a:stretch>
              </a:blipFill>
            </p:spPr>
            <p:txBody>
              <a:bodyPr/>
              <a:lstStyle/>
              <a:p>
                <a:r>
                  <a:rPr lang="en-US" altLang="en-US">
                    <a:noFill/>
                  </a:rPr>
                  <a:t> </a:t>
                </a:r>
              </a:p>
            </p:txBody>
          </p:sp>
        </mc:Fallback>
      </mc:AlternateContent>
      <p:sp>
        <p:nvSpPr>
          <p:cNvPr id="6" name="Speech Bubble: Rectangle with Corners Rounded 5"/>
          <p:cNvSpPr/>
          <p:nvPr/>
        </p:nvSpPr>
        <p:spPr>
          <a:xfrm>
            <a:off x="3127248" y="6195132"/>
            <a:ext cx="1993392" cy="594507"/>
          </a:xfrm>
          <a:prstGeom prst="wedgeRoundRectCallout">
            <a:avLst>
              <a:gd name="adj1" fmla="val -31842"/>
              <a:gd name="adj2" fmla="val -16205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Real part</a:t>
            </a:r>
            <a:endParaRPr lang="en-US" sz="2800" dirty="0"/>
          </a:p>
        </p:txBody>
      </p:sp>
      <p:sp>
        <p:nvSpPr>
          <p:cNvPr id="7" name="Speech Bubble: Rectangle with Corners Rounded 6"/>
          <p:cNvSpPr/>
          <p:nvPr/>
        </p:nvSpPr>
        <p:spPr>
          <a:xfrm>
            <a:off x="6827520" y="6195131"/>
            <a:ext cx="3240024" cy="594507"/>
          </a:xfrm>
          <a:prstGeom prst="wedgeRoundRectCallout">
            <a:avLst>
              <a:gd name="adj1" fmla="val -31842"/>
              <a:gd name="adj2" fmla="val -16205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Imaginary part</a:t>
            </a:r>
            <a:endParaRPr lang="en-US" sz="2800" dirty="0"/>
          </a:p>
        </p:txBody>
      </p:sp>
      <p:sp>
        <p:nvSpPr>
          <p:cNvPr id="8" name="Speech Bubble: Rectangle with Corners Rounded 7"/>
          <p:cNvSpPr/>
          <p:nvPr/>
        </p:nvSpPr>
        <p:spPr>
          <a:xfrm>
            <a:off x="8641314" y="3558496"/>
            <a:ext cx="3240024" cy="1031792"/>
          </a:xfrm>
          <a:prstGeom prst="wedgeRoundRectCallout">
            <a:avLst>
              <a:gd name="adj1" fmla="val -112557"/>
              <a:gd name="adj2" fmla="val -2473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Must ensure during  gradient descent</a:t>
            </a:r>
            <a:endParaRPr lang="en-US"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KG properties supported by </a:t>
            </a:r>
            <a:r>
              <a:rPr lang="en-US" dirty="0" err="1"/>
              <a:t>RotatE</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a:bodyPr>
              <a:lstStyle/>
              <a:p>
                <a:r>
                  <a:rPr lang="en-US" dirty="0" err="1"/>
                  <a:t>RotatE</a:t>
                </a:r>
                <a:r>
                  <a:rPr lang="en-US" dirty="0"/>
                  <a:t> can simulate </a:t>
                </a:r>
                <a:r>
                  <a:rPr lang="en-US" dirty="0" err="1"/>
                  <a:t>TransE</a:t>
                </a:r>
                <a:endParaRPr lang="en-US" dirty="0"/>
              </a:p>
              <a:p>
                <a:r>
                  <a:rPr lang="en-US" dirty="0"/>
                  <a:t>Relation </a:t>
                </a:r>
                <a14:m>
                  <m:oMath xmlns:m="http://schemas.openxmlformats.org/officeDocument/2006/math">
                    <m:r>
                      <a:rPr lang="en-US" i="1" dirty="0" smtClean="0">
                        <a:latin typeface="Cambria Math" panose="02040503050406030204" pitchFamily="18" charset="0"/>
                      </a:rPr>
                      <m:t>𝑟</m:t>
                    </m:r>
                  </m:oMath>
                </a14:m>
                <a:r>
                  <a:rPr lang="en-US" dirty="0"/>
                  <a:t> is </a:t>
                </a:r>
                <a:r>
                  <a:rPr lang="en-US" dirty="0">
                    <a:effectLst>
                      <a:glow rad="139700">
                        <a:schemeClr val="accent4">
                          <a:satMod val="175000"/>
                          <a:alpha val="40000"/>
                        </a:schemeClr>
                      </a:glow>
                    </a:effectLst>
                  </a:rPr>
                  <a:t>symmetric</a:t>
                </a:r>
                <a:r>
                  <a:rPr lang="en-US" dirty="0"/>
                  <a:t> if</a:t>
                </a:r>
                <a:br>
                  <a:rPr lang="en-US" dirty="0"/>
                </a:br>
                <a14:m>
                  <m:oMathPara xmlns:m="http://schemas.openxmlformats.org/officeDocument/2006/math">
                    <m:oMathParaPr>
                      <m:jc m:val="centerGroup"/>
                    </m:oMathParaPr>
                    <m:oMath xmlns:m="http://schemas.openxmlformats.org/officeDocument/2006/math">
                      <m:d>
                        <m:dPr>
                          <m:ctrlPr>
                            <a:rPr lang="en-US" i="1" dirty="0" smtClean="0">
                              <a:latin typeface="Cambria Math" panose="02040503050406030204" pitchFamily="18" charset="0"/>
                            </a:rPr>
                          </m:ctrlPr>
                        </m:dPr>
                        <m:e>
                          <m:r>
                            <a:rPr lang="en-US" i="1" dirty="0" err="1" smtClean="0">
                              <a:latin typeface="Cambria Math" panose="02040503050406030204" pitchFamily="18" charset="0"/>
                            </a:rPr>
                            <m:t>𝑠</m:t>
                          </m:r>
                          <m:r>
                            <a:rPr lang="en-US" i="1" dirty="0" err="1" smtClean="0">
                              <a:latin typeface="Cambria Math" panose="02040503050406030204" pitchFamily="18" charset="0"/>
                            </a:rPr>
                            <m:t>,</m:t>
                          </m:r>
                          <m:r>
                            <a:rPr lang="en-US" i="1" dirty="0" err="1" smtClean="0">
                              <a:latin typeface="Cambria Math" panose="02040503050406030204" pitchFamily="18" charset="0"/>
                            </a:rPr>
                            <m:t>𝑟</m:t>
                          </m:r>
                          <m:r>
                            <a:rPr lang="en-US" i="1" dirty="0" err="1" smtClean="0">
                              <a:latin typeface="Cambria Math" panose="02040503050406030204" pitchFamily="18" charset="0"/>
                            </a:rPr>
                            <m:t>,</m:t>
                          </m:r>
                          <m:r>
                            <a:rPr lang="en-US" i="1" dirty="0" err="1" smtClean="0">
                              <a:latin typeface="Cambria Math" panose="02040503050406030204" pitchFamily="18" charset="0"/>
                            </a:rPr>
                            <m:t>𝑜</m:t>
                          </m:r>
                        </m:e>
                      </m:d>
                      <m:r>
                        <a:rPr lang="en-US" b="0" i="1" dirty="0" smtClean="0">
                          <a:latin typeface="Cambria Math" panose="02040503050406030204" pitchFamily="18" charset="0"/>
                        </a:rPr>
                        <m:t>∈</m:t>
                      </m:r>
                      <m:r>
                        <m:rPr>
                          <m:sty m:val="p"/>
                        </m:rPr>
                        <a:rPr lang="en-US" b="0" i="0" dirty="0" smtClean="0">
                          <a:latin typeface="Cambria Math" panose="02040503050406030204" pitchFamily="18" charset="0"/>
                        </a:rPr>
                        <m:t>KG</m:t>
                      </m:r>
                      <m:r>
                        <a:rPr lang="en-US" b="0"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err="1" smtClean="0">
                              <a:latin typeface="Cambria Math" panose="02040503050406030204" pitchFamily="18" charset="0"/>
                            </a:rPr>
                            <m:t>𝑜</m:t>
                          </m:r>
                          <m:r>
                            <a:rPr lang="en-US" i="1" dirty="0" err="1" smtClean="0">
                              <a:latin typeface="Cambria Math" panose="02040503050406030204" pitchFamily="18" charset="0"/>
                            </a:rPr>
                            <m:t>,</m:t>
                          </m:r>
                          <m:r>
                            <a:rPr lang="en-US" i="1" dirty="0" err="1" smtClean="0">
                              <a:latin typeface="Cambria Math" panose="02040503050406030204" pitchFamily="18" charset="0"/>
                            </a:rPr>
                            <m:t>𝑟</m:t>
                          </m:r>
                          <m:r>
                            <a:rPr lang="en-US" i="1" dirty="0" err="1" smtClean="0">
                              <a:latin typeface="Cambria Math" panose="02040503050406030204" pitchFamily="18" charset="0"/>
                            </a:rPr>
                            <m:t>,</m:t>
                          </m:r>
                          <m:r>
                            <a:rPr lang="en-US" i="1" dirty="0" err="1" smtClean="0">
                              <a:latin typeface="Cambria Math" panose="02040503050406030204" pitchFamily="18" charset="0"/>
                            </a:rPr>
                            <m:t>𝑠</m:t>
                          </m:r>
                        </m:e>
                      </m:d>
                      <m:r>
                        <a:rPr lang="en-US" b="0" i="1" dirty="0" smtClean="0">
                          <a:latin typeface="Cambria Math" panose="02040503050406030204" pitchFamily="18" charset="0"/>
                        </a:rPr>
                        <m:t>∈</m:t>
                      </m:r>
                      <m:r>
                        <m:rPr>
                          <m:sty m:val="p"/>
                        </m:rPr>
                        <a:rPr lang="en-US" b="0" i="0" dirty="0" smtClean="0">
                          <a:latin typeface="Cambria Math" panose="02040503050406030204" pitchFamily="18" charset="0"/>
                        </a:rPr>
                        <m:t>KG</m:t>
                      </m:r>
                      <m:r>
                        <a:rPr lang="en-US" b="0" i="1" dirty="0" smtClean="0">
                          <a:latin typeface="Cambria Math" panose="02040503050406030204" pitchFamily="18" charset="0"/>
                        </a:rPr>
                        <m:t>  ∀</m:t>
                      </m:r>
                      <m:r>
                        <a:rPr lang="en-US" b="0" i="1" dirty="0" smtClean="0">
                          <a:latin typeface="Cambria Math" panose="02040503050406030204" pitchFamily="18" charset="0"/>
                        </a:rPr>
                        <m:t>𝑠</m:t>
                      </m:r>
                      <m:r>
                        <a:rPr lang="en-US" b="0" i="1" dirty="0" smtClean="0">
                          <a:latin typeface="Cambria Math" panose="02040503050406030204" pitchFamily="18" charset="0"/>
                        </a:rPr>
                        <m:t>,</m:t>
                      </m:r>
                      <m:r>
                        <a:rPr lang="en-US" b="0" i="1" dirty="0" smtClean="0">
                          <a:latin typeface="Cambria Math" panose="02040503050406030204" pitchFamily="18" charset="0"/>
                        </a:rPr>
                        <m:t>𝑜</m:t>
                      </m:r>
                    </m:oMath>
                  </m:oMathPara>
                </a14:m>
                <a:endParaRPr lang="en-US" b="0" dirty="0"/>
              </a:p>
              <a:p>
                <a:pPr lvl="1"/>
                <a14:m>
                  <m:oMath xmlns:m="http://schemas.openxmlformats.org/officeDocument/2006/math">
                    <m:r>
                      <a:rPr lang="en-US" b="1" i="1" smtClean="0">
                        <a:latin typeface="Cambria Math" panose="02040503050406030204" pitchFamily="18" charset="0"/>
                      </a:rPr>
                      <m:t>𝒐</m:t>
                    </m:r>
                    <m:r>
                      <a:rPr lang="en-US" b="0" i="1" smtClean="0">
                        <a:latin typeface="Cambria Math" panose="02040503050406030204" pitchFamily="18" charset="0"/>
                      </a:rPr>
                      <m:t>=</m:t>
                    </m:r>
                    <m:r>
                      <a:rPr lang="en-US" b="1" i="1" smtClean="0">
                        <a:latin typeface="Cambria Math" panose="02040503050406030204" pitchFamily="18" charset="0"/>
                      </a:rPr>
                      <m:t>𝒔</m:t>
                    </m:r>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𝒓</m:t>
                    </m:r>
                  </m:oMath>
                </a14:m>
                <a:r>
                  <a:rPr lang="en-US" b="0" dirty="0"/>
                  <a:t> and </a:t>
                </a:r>
                <a14:m>
                  <m:oMath xmlns:m="http://schemas.openxmlformats.org/officeDocument/2006/math">
                    <m:r>
                      <a:rPr lang="en-US" b="1" i="1" smtClean="0">
                        <a:latin typeface="Cambria Math" panose="02040503050406030204" pitchFamily="18" charset="0"/>
                      </a:rPr>
                      <m:t>𝒔</m:t>
                    </m:r>
                    <m:r>
                      <a:rPr lang="en-US" i="1">
                        <a:latin typeface="Cambria Math" panose="02040503050406030204" pitchFamily="18" charset="0"/>
                      </a:rPr>
                      <m:t>=</m:t>
                    </m:r>
                    <m:r>
                      <a:rPr lang="en-US" b="1" i="1" smtClean="0">
                        <a:latin typeface="Cambria Math" panose="02040503050406030204" pitchFamily="18" charset="0"/>
                      </a:rPr>
                      <m:t>𝒐</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𝒓</m:t>
                    </m:r>
                  </m:oMath>
                </a14:m>
                <a:r>
                  <a:rPr lang="en-US" dirty="0"/>
                  <a:t> </a:t>
                </a:r>
                <a14:m>
                  <m:oMath xmlns:m="http://schemas.openxmlformats.org/officeDocument/2006/math">
                    <m:r>
                      <a:rPr lang="en-US" b="0" i="1" dirty="0" smtClean="0">
                        <a:latin typeface="Cambria Math" panose="02040503050406030204" pitchFamily="18" charset="0"/>
                      </a:rPr>
                      <m:t>⇒ </m:t>
                    </m:r>
                    <m:r>
                      <a:rPr lang="en-US" b="1" i="1" smtClean="0">
                        <a:latin typeface="Cambria Math" panose="02040503050406030204" pitchFamily="18" charset="0"/>
                      </a:rPr>
                      <m:t>𝒓</m:t>
                    </m:r>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𝒓</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𝟏</m:t>
                    </m:r>
                  </m:oMath>
                </a14:m>
                <a:endParaRPr lang="en-US" b="0" dirty="0"/>
              </a:p>
              <a:p>
                <a:pPr lvl="1"/>
                <a:r>
                  <a:rPr lang="en-US" dirty="0"/>
                  <a:t>I.e., rotation </a:t>
                </a:r>
                <a14:m>
                  <m:oMath xmlns:m="http://schemas.openxmlformats.org/officeDocument/2006/math">
                    <m:r>
                      <a:rPr lang="en-US" b="1" i="1" dirty="0" smtClean="0">
                        <a:latin typeface="Cambria Math" panose="02040503050406030204" pitchFamily="18" charset="0"/>
                      </a:rPr>
                      <m:t>𝒓</m:t>
                    </m:r>
                  </m:oMath>
                </a14:m>
                <a:r>
                  <a:rPr lang="en-US" dirty="0"/>
                  <a:t> is its own inverse </a:t>
                </a:r>
                <a14:m>
                  <m:oMath xmlns:m="http://schemas.openxmlformats.org/officeDocument/2006/math">
                    <m:r>
                      <a:rPr lang="en-US" b="0" i="1" smtClean="0">
                        <a:latin typeface="Cambria Math" panose="02040503050406030204" pitchFamily="18" charset="0"/>
                      </a:rPr>
                      <m:t>⇒</m:t>
                    </m:r>
                  </m:oMath>
                </a14:m>
                <a:r>
                  <a:rPr lang="en-US" dirty="0"/>
                  <a:t>180° rotation</a:t>
                </a:r>
                <a:endParaRPr lang="en-US" dirty="0"/>
              </a:p>
              <a:p>
                <a:r>
                  <a:rPr lang="en-US" dirty="0"/>
                  <a:t>Relation </a:t>
                </a:r>
                <a14:m>
                  <m:oMath xmlns:m="http://schemas.openxmlformats.org/officeDocument/2006/math">
                    <m:r>
                      <a:rPr lang="en-US" i="1" dirty="0" smtClean="0">
                        <a:latin typeface="Cambria Math" panose="02040503050406030204" pitchFamily="18" charset="0"/>
                      </a:rPr>
                      <m:t>𝑟</m:t>
                    </m:r>
                  </m:oMath>
                </a14:m>
                <a:r>
                  <a:rPr lang="en-US" dirty="0"/>
                  <a:t> is </a:t>
                </a:r>
                <a:r>
                  <a:rPr lang="en-US" dirty="0">
                    <a:effectLst>
                      <a:glow rad="139700">
                        <a:schemeClr val="accent4">
                          <a:satMod val="175000"/>
                          <a:alpha val="40000"/>
                        </a:schemeClr>
                      </a:glow>
                    </a:effectLst>
                  </a:rPr>
                  <a:t>anti-symmetric</a:t>
                </a:r>
                <a:r>
                  <a:rPr lang="en-US" dirty="0"/>
                  <a:t> if</a:t>
                </a:r>
                <a:br>
                  <a:rPr lang="en-US"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d>
                        <m:dPr>
                          <m:ctrlPr>
                            <a:rPr lang="en-US" i="1" dirty="0" smtClean="0">
                              <a:latin typeface="Cambria Math" panose="02040503050406030204" pitchFamily="18" charset="0"/>
                            </a:rPr>
                          </m:ctrlPr>
                        </m:dPr>
                        <m:e>
                          <m:r>
                            <a:rPr lang="en-US" i="1" dirty="0" err="1" smtClean="0">
                              <a:latin typeface="Cambria Math" panose="02040503050406030204" pitchFamily="18" charset="0"/>
                            </a:rPr>
                            <m:t>𝑠</m:t>
                          </m:r>
                          <m:r>
                            <a:rPr lang="en-US" i="1" dirty="0" err="1" smtClean="0">
                              <a:latin typeface="Cambria Math" panose="02040503050406030204" pitchFamily="18" charset="0"/>
                            </a:rPr>
                            <m:t>,</m:t>
                          </m:r>
                          <m:r>
                            <a:rPr lang="en-US" i="1" dirty="0" err="1" smtClean="0">
                              <a:latin typeface="Cambria Math" panose="02040503050406030204" pitchFamily="18" charset="0"/>
                            </a:rPr>
                            <m:t>𝑟</m:t>
                          </m:r>
                          <m:r>
                            <a:rPr lang="en-US" i="1" dirty="0" err="1" smtClean="0">
                              <a:latin typeface="Cambria Math" panose="02040503050406030204" pitchFamily="18" charset="0"/>
                            </a:rPr>
                            <m:t>,</m:t>
                          </m:r>
                          <m:r>
                            <a:rPr lang="en-US" i="1" dirty="0" err="1" smtClean="0">
                              <a:latin typeface="Cambria Math" panose="02040503050406030204" pitchFamily="18" charset="0"/>
                            </a:rPr>
                            <m:t>𝑜</m:t>
                          </m:r>
                        </m:e>
                      </m:d>
                      <m:r>
                        <a:rPr lang="en-US" b="0" i="1" dirty="0" smtClean="0">
                          <a:latin typeface="Cambria Math" panose="02040503050406030204" pitchFamily="18" charset="0"/>
                        </a:rPr>
                        <m:t>∈</m:t>
                      </m:r>
                      <m:r>
                        <m:rPr>
                          <m:sty m:val="p"/>
                        </m:rPr>
                        <a:rPr lang="en-US" b="0" i="0" dirty="0" smtClean="0">
                          <a:latin typeface="Cambria Math" panose="02040503050406030204" pitchFamily="18" charset="0"/>
                        </a:rPr>
                        <m:t>KG</m:t>
                      </m:r>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r>
                            <a:rPr lang="en-US" i="1" dirty="0" err="1" smtClean="0">
                              <a:latin typeface="Cambria Math" panose="02040503050406030204" pitchFamily="18" charset="0"/>
                            </a:rPr>
                            <m:t>𝑜</m:t>
                          </m:r>
                          <m:r>
                            <a:rPr lang="en-US" i="1" dirty="0" err="1" smtClean="0">
                              <a:latin typeface="Cambria Math" panose="02040503050406030204" pitchFamily="18" charset="0"/>
                            </a:rPr>
                            <m:t>,</m:t>
                          </m:r>
                          <m:r>
                            <a:rPr lang="en-US" i="1" dirty="0" err="1" smtClean="0">
                              <a:latin typeface="Cambria Math" panose="02040503050406030204" pitchFamily="18" charset="0"/>
                            </a:rPr>
                            <m:t>𝑟</m:t>
                          </m:r>
                          <m:r>
                            <a:rPr lang="en-US" i="1" dirty="0" err="1" smtClean="0">
                              <a:latin typeface="Cambria Math" panose="02040503050406030204" pitchFamily="18" charset="0"/>
                            </a:rPr>
                            <m:t>,</m:t>
                          </m:r>
                          <m:r>
                            <a:rPr lang="en-US" b="0" i="1" dirty="0" smtClean="0">
                              <a:latin typeface="Cambria Math" panose="02040503050406030204" pitchFamily="18" charset="0"/>
                            </a:rPr>
                            <m:t>𝑠</m:t>
                          </m:r>
                        </m:e>
                      </m:d>
                      <m:r>
                        <a:rPr lang="en-US" i="1" dirty="0" smtClean="0">
                          <a:latin typeface="Cambria Math" panose="02040503050406030204" pitchFamily="18" charset="0"/>
                          <a:ea typeface="Cambria Math" panose="02040503050406030204" pitchFamily="18" charset="0"/>
                        </a:rPr>
                        <m:t>∉</m:t>
                      </m:r>
                      <m:r>
                        <m:rPr>
                          <m:sty m:val="p"/>
                        </m:rPr>
                        <a:rPr lang="en-US" b="0" i="0" dirty="0" smtClean="0">
                          <a:latin typeface="Cambria Math" panose="02040503050406030204" pitchFamily="18" charset="0"/>
                          <a:ea typeface="Cambria Math" panose="02040503050406030204" pitchFamily="18" charset="0"/>
                        </a:rPr>
                        <m:t>KG</m:t>
                      </m:r>
                      <m:r>
                        <a:rPr lang="en-US" b="0" i="1" dirty="0" smtClean="0">
                          <a:latin typeface="Cambria Math" panose="02040503050406030204" pitchFamily="18" charset="0"/>
                          <a:ea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𝑠</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𝑜</m:t>
                      </m:r>
                    </m:oMath>
                  </m:oMathPara>
                </a14:m>
                <a:endParaRPr lang="en-US" dirty="0"/>
              </a:p>
              <a:p>
                <a:pPr lvl="1"/>
                <a:r>
                  <a:rPr lang="en-US" dirty="0"/>
                  <a:t>For anti-symmetric relation choose a different angle</a:t>
                </a:r>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RotatE</a:t>
            </a:r>
            <a:r>
              <a:rPr lang="en-US" dirty="0"/>
              <a:t> properties, continued</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a:bodyPr>
              <a:lstStyle/>
              <a:p>
                <a:r>
                  <a:rPr lang="en-US" dirty="0"/>
                  <a:t>Relations </a:t>
                </a:r>
                <a14:m>
                  <m:oMath xmlns:m="http://schemas.openxmlformats.org/officeDocument/2006/math">
                    <m:r>
                      <a:rPr lang="en-US" i="1" dirty="0">
                        <a:latin typeface="Cambria Math" panose="02040503050406030204" pitchFamily="18" charset="0"/>
                      </a:rPr>
                      <m:t>𝑟</m:t>
                    </m:r>
                  </m:oMath>
                </a14:m>
                <a:r>
                  <a:rPr lang="en-US" dirty="0"/>
                  <a:t> and </a:t>
                </a:r>
                <a14:m>
                  <m:oMath xmlns:m="http://schemas.openxmlformats.org/officeDocument/2006/math">
                    <m:r>
                      <a:rPr lang="en-US" i="1" dirty="0">
                        <a:latin typeface="Cambria Math" panose="02040503050406030204" pitchFamily="18" charset="0"/>
                      </a:rPr>
                      <m:t>𝑟</m:t>
                    </m:r>
                    <m:r>
                      <a:rPr lang="en-US" i="1" dirty="0">
                        <a:latin typeface="Cambria Math" panose="02040503050406030204" pitchFamily="18" charset="0"/>
                      </a:rPr>
                      <m:t>′</m:t>
                    </m:r>
                  </m:oMath>
                </a14:m>
                <a:r>
                  <a:rPr lang="en-US" dirty="0"/>
                  <a:t> are </a:t>
                </a:r>
                <a:r>
                  <a:rPr lang="en-US" dirty="0">
                    <a:effectLst>
                      <a:glow rad="139700">
                        <a:schemeClr val="accent4">
                          <a:satMod val="175000"/>
                          <a:alpha val="40000"/>
                        </a:schemeClr>
                      </a:glow>
                    </a:effectLst>
                  </a:rPr>
                  <a:t>inverses</a:t>
                </a:r>
                <a:r>
                  <a:rPr lang="en-US" dirty="0"/>
                  <a:t> of each other if</a:t>
                </a:r>
                <a:br>
                  <a:rPr lang="en-US" dirty="0"/>
                </a:b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𝑜</m:t>
                          </m:r>
                        </m:e>
                      </m:d>
                      <m:r>
                        <a:rPr lang="en-US" i="1">
                          <a:latin typeface="Cambria Math" panose="02040503050406030204" pitchFamily="18" charset="0"/>
                        </a:rPr>
                        <m:t>∈</m:t>
                      </m:r>
                      <m:r>
                        <m:rPr>
                          <m:sty m:val="p"/>
                        </m:rPr>
                        <a:rPr lang="en-US">
                          <a:latin typeface="Cambria Math" panose="02040503050406030204" pitchFamily="18" charset="0"/>
                        </a:rPr>
                        <m:t>KG</m:t>
                      </m:r>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𝑜</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𝑟</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𝑠</m:t>
                          </m:r>
                        </m:e>
                      </m:d>
                      <m:r>
                        <a:rPr lang="en-US" i="1">
                          <a:latin typeface="Cambria Math" panose="02040503050406030204" pitchFamily="18" charset="0"/>
                        </a:rPr>
                        <m:t>∈</m:t>
                      </m:r>
                      <m:r>
                        <m:rPr>
                          <m:sty m:val="p"/>
                        </m:rPr>
                        <a:rPr lang="en-US">
                          <a:latin typeface="Cambria Math" panose="02040503050406030204" pitchFamily="18" charset="0"/>
                        </a:rPr>
                        <m:t>KG</m:t>
                      </m:r>
                      <m:r>
                        <a:rPr lang="en-US" i="1">
                          <a:latin typeface="Cambria Math" panose="02040503050406030204" pitchFamily="18" charset="0"/>
                        </a:rPr>
                        <m:t>  ∀</m:t>
                      </m:r>
                      <m:r>
                        <a:rPr lang="en-US" i="1">
                          <a:latin typeface="Cambria Math" panose="02040503050406030204" pitchFamily="18" charset="0"/>
                        </a:rPr>
                        <m:t>𝑠</m:t>
                      </m:r>
                      <m:r>
                        <a:rPr lang="en-US" i="1">
                          <a:latin typeface="Cambria Math" panose="02040503050406030204" pitchFamily="18" charset="0"/>
                        </a:rPr>
                        <m:t>, </m:t>
                      </m:r>
                      <m:r>
                        <a:rPr lang="en-US" i="1">
                          <a:latin typeface="Cambria Math" panose="02040503050406030204" pitchFamily="18" charset="0"/>
                        </a:rPr>
                        <m:t>𝑜</m:t>
                      </m:r>
                    </m:oMath>
                  </m:oMathPara>
                </a14:m>
                <a:endParaRPr lang="en-US" dirty="0"/>
              </a:p>
              <a:p>
                <a:pPr lvl="1"/>
                <a:r>
                  <a:rPr lang="en-US" dirty="0"/>
                  <a:t>Inversion modeled by complex conjugate: if </a:t>
                </a:r>
                <a14:m>
                  <m:oMath xmlns:m="http://schemas.openxmlformats.org/officeDocument/2006/math">
                    <m:r>
                      <a:rPr lang="en-US" i="1" dirty="0">
                        <a:latin typeface="Cambria Math" panose="02040503050406030204" pitchFamily="18" charset="0"/>
                      </a:rPr>
                      <m:t>𝑟</m:t>
                    </m:r>
                  </m:oMath>
                </a14:m>
                <a:r>
                  <a:rPr lang="en-US" dirty="0"/>
                  <a:t> is represented as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r>
                          <a:rPr lang="en-US" i="1">
                            <a:latin typeface="Cambria Math" panose="02040503050406030204" pitchFamily="18" charset="0"/>
                          </a:rPr>
                          <m:t>𝜃</m:t>
                        </m:r>
                        <m:r>
                          <a:rPr lang="en-US" i="1">
                            <a:effectLst>
                              <a:glow rad="228600">
                                <a:schemeClr val="accent6">
                                  <a:satMod val="175000"/>
                                  <a:alpha val="40000"/>
                                </a:schemeClr>
                              </a:glow>
                            </a:effectLst>
                            <a:latin typeface="Cambria Math" panose="02040503050406030204" pitchFamily="18" charset="0"/>
                          </a:rPr>
                          <m:t>+</m:t>
                        </m:r>
                        <m:r>
                          <a:rPr lang="en-US" i="1">
                            <a:latin typeface="Cambria Math" panose="02040503050406030204" pitchFamily="18" charset="0"/>
                          </a:rPr>
                          <m:t>𝑗</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rPr>
                              <m:t>𝜃</m:t>
                            </m:r>
                          </m:e>
                        </m:func>
                      </m:e>
                    </m:func>
                  </m:oMath>
                </a14:m>
                <a:r>
                  <a:rPr lang="en-US" dirty="0"/>
                  <a:t>, then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𝑟</m:t>
                        </m:r>
                      </m:e>
                      <m:sup>
                        <m:r>
                          <a:rPr lang="en-US" i="1">
                            <a:latin typeface="Cambria Math" panose="02040503050406030204" pitchFamily="18" charset="0"/>
                          </a:rPr>
                          <m:t>−</m:t>
                        </m:r>
                        <m:r>
                          <a:rPr lang="en-US" i="1">
                            <a:latin typeface="Cambria Math" panose="02040503050406030204" pitchFamily="18" charset="0"/>
                          </a:rPr>
                          <m:t>1</m:t>
                        </m:r>
                      </m:sup>
                    </m:sSup>
                  </m:oMath>
                </a14:m>
                <a:r>
                  <a:rPr lang="en-US" dirty="0"/>
                  <a:t> is represented as </a:t>
                </a:r>
                <a14:m>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r>
                          <a:rPr lang="en-US" i="1">
                            <a:latin typeface="Cambria Math" panose="02040503050406030204" pitchFamily="18" charset="0"/>
                          </a:rPr>
                          <m:t>𝜃</m:t>
                        </m:r>
                        <m:r>
                          <a:rPr lang="en-US" i="1">
                            <a:effectLst>
                              <a:glow rad="228600">
                                <a:schemeClr val="accent2">
                                  <a:satMod val="175000"/>
                                  <a:alpha val="40000"/>
                                </a:schemeClr>
                              </a:glow>
                            </a:effectLst>
                            <a:latin typeface="Cambria Math" panose="02040503050406030204" pitchFamily="18" charset="0"/>
                          </a:rPr>
                          <m:t>−</m:t>
                        </m:r>
                        <m:r>
                          <a:rPr lang="en-US" i="1">
                            <a:latin typeface="Cambria Math" panose="02040503050406030204" pitchFamily="18" charset="0"/>
                          </a:rPr>
                          <m:t>𝑗</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rPr>
                              <m:t>𝜃</m:t>
                            </m:r>
                          </m:e>
                        </m:func>
                      </m:e>
                    </m:func>
                  </m:oMath>
                </a14:m>
                <a:endParaRPr lang="en-US" dirty="0"/>
              </a:p>
              <a:p>
                <a:r>
                  <a:rPr lang="en-US" dirty="0"/>
                  <a:t>Composition of relations is equivalent to </a:t>
                </a:r>
                <a:r>
                  <a:rPr lang="en-US" dirty="0">
                    <a:effectLst>
                      <a:glow rad="139700">
                        <a:schemeClr val="accent4">
                          <a:satMod val="175000"/>
                          <a:alpha val="40000"/>
                        </a:schemeClr>
                      </a:glow>
                    </a:effectLst>
                  </a:rPr>
                  <a:t>adding angles</a:t>
                </a:r>
                <a:r>
                  <a:rPr lang="en-US" dirty="0"/>
                  <a:t> of rotation</a:t>
                </a:r>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𝑗</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1</m:t>
                                </m:r>
                              </m:sub>
                            </m:sSub>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𝑗</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2</m:t>
                                    </m:r>
                                  </m:sub>
                                </m:sSub>
                              </m:e>
                            </m:d>
                          </m:e>
                        </m:func>
                        <m:r>
                          <a:rPr lang="en-US" b="0" i="1" smtClean="0">
                            <a:latin typeface="Cambria Math" panose="02040503050406030204" pitchFamily="18" charset="0"/>
                          </a:rPr>
                          <m:t>⇒</m:t>
                        </m:r>
                      </m:e>
                    </m:func>
                  </m:oMath>
                </a14:m>
                <a:br>
                  <a:rPr lang="en-US" b="0" i="1" dirty="0">
                    <a:latin typeface="Cambria Math" panose="02040503050406030204" pitchFamily="18" charset="0"/>
                  </a:rPr>
                </a:br>
                <a:r>
                  <a:rPr lang="en-US" b="0" i="1" dirty="0">
                    <a:latin typeface="Cambria Math" panose="02040503050406030204" pitchFamily="18"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2</m:t>
                        </m:r>
                      </m:sub>
                    </m:sSub>
                    <m:r>
                      <a:rPr lang="en-US" b="0" i="1" smtClean="0">
                        <a:latin typeface="Cambria Math" panose="02040503050406030204" pitchFamily="18" charset="0"/>
                      </a:rPr>
                      <m:t>↦</m:t>
                    </m:r>
                    <m:r>
                      <m:rPr>
                        <m:sty m:val="p"/>
                      </m:rPr>
                      <a:rPr lang="en-US">
                        <a:latin typeface="Cambria Math" panose="02040503050406030204" pitchFamily="18" charset="0"/>
                      </a:rPr>
                      <m:t>exp</m:t>
                    </m:r>
                    <m:r>
                      <a:rPr lang="en-US" i="1">
                        <a:latin typeface="Cambria Math" panose="02040503050406030204" pitchFamily="18" charset="0"/>
                      </a:rPr>
                      <m:t>⁡(</m:t>
                    </m:r>
                    <m:r>
                      <a:rPr lang="en-US" i="1">
                        <a:latin typeface="Cambria Math" panose="02040503050406030204" pitchFamily="18" charset="0"/>
                      </a:rPr>
                      <m:t>𝑗</m:t>
                    </m:r>
                    <m:d>
                      <m:dPr>
                        <m:ctrlPr>
                          <a:rPr lang="en-US" i="1">
                            <a:latin typeface="Cambria Math" panose="02040503050406030204" pitchFamily="18" charset="0"/>
                          </a:rPr>
                        </m:ctrlPr>
                      </m:dPr>
                      <m:e>
                        <m:sSub>
                          <m:sSubPr>
                            <m:ctrlPr>
                              <a:rPr lang="en-US" i="1" smtClean="0">
                                <a:effectLst>
                                  <a:glow rad="139700">
                                    <a:schemeClr val="accent4">
                                      <a:satMod val="175000"/>
                                      <a:alpha val="40000"/>
                                    </a:schemeClr>
                                  </a:glow>
                                </a:effectLst>
                                <a:latin typeface="Cambria Math" panose="02040503050406030204" pitchFamily="18" charset="0"/>
                              </a:rPr>
                            </m:ctrlPr>
                          </m:sSubPr>
                          <m:e>
                            <m:r>
                              <a:rPr lang="en-US" i="1">
                                <a:effectLst>
                                  <a:glow rad="139700">
                                    <a:schemeClr val="accent4">
                                      <a:satMod val="175000"/>
                                      <a:alpha val="40000"/>
                                    </a:schemeClr>
                                  </a:glow>
                                </a:effectLst>
                                <a:latin typeface="Cambria Math" panose="02040503050406030204" pitchFamily="18" charset="0"/>
                              </a:rPr>
                              <m:t>𝜃</m:t>
                            </m:r>
                          </m:e>
                          <m:sub>
                            <m:r>
                              <a:rPr lang="en-US" i="1">
                                <a:effectLst>
                                  <a:glow rad="139700">
                                    <a:schemeClr val="accent4">
                                      <a:satMod val="175000"/>
                                      <a:alpha val="40000"/>
                                    </a:schemeClr>
                                  </a:glow>
                                </a:effectLst>
                                <a:latin typeface="Cambria Math" panose="02040503050406030204" pitchFamily="18" charset="0"/>
                              </a:rPr>
                              <m:t>1</m:t>
                            </m:r>
                          </m:sub>
                        </m:sSub>
                        <m:r>
                          <a:rPr lang="en-US" i="1">
                            <a:effectLst>
                              <a:glow rad="139700">
                                <a:schemeClr val="accent4">
                                  <a:satMod val="175000"/>
                                  <a:alpha val="40000"/>
                                </a:schemeClr>
                              </a:glow>
                            </a:effectLst>
                            <a:latin typeface="Cambria Math" panose="02040503050406030204" pitchFamily="18" charset="0"/>
                          </a:rPr>
                          <m:t>+</m:t>
                        </m:r>
                        <m:sSub>
                          <m:sSubPr>
                            <m:ctrlPr>
                              <a:rPr lang="en-US" i="1">
                                <a:effectLst>
                                  <a:glow rad="139700">
                                    <a:schemeClr val="accent4">
                                      <a:satMod val="175000"/>
                                      <a:alpha val="40000"/>
                                    </a:schemeClr>
                                  </a:glow>
                                </a:effectLst>
                                <a:latin typeface="Cambria Math" panose="02040503050406030204" pitchFamily="18" charset="0"/>
                              </a:rPr>
                            </m:ctrlPr>
                          </m:sSubPr>
                          <m:e>
                            <m:r>
                              <a:rPr lang="en-US" i="1">
                                <a:effectLst>
                                  <a:glow rad="139700">
                                    <a:schemeClr val="accent4">
                                      <a:satMod val="175000"/>
                                      <a:alpha val="40000"/>
                                    </a:schemeClr>
                                  </a:glow>
                                </a:effectLst>
                                <a:latin typeface="Cambria Math" panose="02040503050406030204" pitchFamily="18" charset="0"/>
                              </a:rPr>
                              <m:t>𝜃</m:t>
                            </m:r>
                          </m:e>
                          <m:sub>
                            <m:r>
                              <a:rPr lang="en-US" i="1">
                                <a:effectLst>
                                  <a:glow rad="139700">
                                    <a:schemeClr val="accent4">
                                      <a:satMod val="175000"/>
                                      <a:alpha val="40000"/>
                                    </a:schemeClr>
                                  </a:glow>
                                </a:effectLst>
                                <a:latin typeface="Cambria Math" panose="02040503050406030204" pitchFamily="18" charset="0"/>
                              </a:rPr>
                              <m:t>2</m:t>
                            </m:r>
                          </m:sub>
                        </m:sSub>
                      </m:e>
                    </m:d>
                    <m:r>
                      <a:rPr lang="en-US" i="1">
                        <a:latin typeface="Cambria Math" panose="02040503050406030204" pitchFamily="18" charset="0"/>
                      </a:rPr>
                      <m:t>)</m:t>
                    </m:r>
                  </m:oMath>
                </a14:m>
                <a:endParaRPr lang="en-US" b="0" i="1" dirty="0">
                  <a:latin typeface="Cambria Math" panose="02040503050406030204" pitchFamily="18" charset="0"/>
                </a:endParaRPr>
              </a:p>
              <a:p>
                <a:pPr lvl="1"/>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r>
                  <a:rPr lang="en-US" dirty="0"/>
                  <a:t> means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𝒆</m:t>
                        </m:r>
                      </m:e>
                      <m:sub>
                        <m:r>
                          <a:rPr lang="en-US" b="0" i="1" smtClean="0">
                            <a:latin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𝒓</m:t>
                        </m:r>
                      </m:e>
                      <m:sub>
                        <m:r>
                          <a:rPr lang="en-US" b="0" i="1" smtClean="0">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𝒓</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𝒆</m:t>
                        </m:r>
                      </m:e>
                      <m:sub>
                        <m:r>
                          <a:rPr lang="en-US" b="0" i="1" smtClean="0">
                            <a:latin typeface="Cambria Math" panose="02040503050406030204" pitchFamily="18" charset="0"/>
                          </a:rPr>
                          <m:t>2</m:t>
                        </m:r>
                      </m:sub>
                    </m:sSub>
                  </m:oMath>
                </a14:m>
                <a:endParaRPr lang="en-US" b="0" i="1">
                  <a:latin typeface="Cambria Math" panose="02040503050406030204" pitchFamily="18" charset="0"/>
                </a:endParaRPr>
              </a:p>
              <a:p>
                <a:pPr lvl="0"/>
                <a:r>
                  <a:rPr lang="en-US" dirty="0">
                    <a:sym typeface="+mn-ea"/>
                  </a:rPr>
                  <a:t>Can RotatE support many-to-many relations?</a:t>
                </a:r>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Implementation details</a:t>
            </a:r>
            <a:endParaRPr lang="en-US" dirty="0"/>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nvGraphicFramePr>
            <p:xfrm>
              <a:off x="5984512" y="1077976"/>
              <a:ext cx="2167364" cy="1483360"/>
            </p:xfrm>
            <a:graphic>
              <a:graphicData uri="http://schemas.openxmlformats.org/drawingml/2006/table">
                <a:tbl>
                  <a:tblPr firstRow="1" lastCol="1" bandRow="1">
                    <a:tableStyleId>{5C22544A-7EE6-4342-B048-85BDC9FD1C3A}</a:tableStyleId>
                  </a:tblPr>
                  <a:tblGrid>
                    <a:gridCol w="541841"/>
                    <a:gridCol w="541841"/>
                    <a:gridCol w="541841"/>
                    <a:gridCol w="541841"/>
                  </a:tblGrid>
                  <a:tr h="370840">
                    <a:tc gridSpan="4">
                      <a:txBody>
                        <a:bodyPr/>
                        <a:lstStyle/>
                        <a:p>
                          <a:r>
                            <a:rPr lang="en-US" dirty="0"/>
                            <a:t>Fact batch</a:t>
                          </a:r>
                          <a:endParaRPr lang="en-US" dirty="0"/>
                        </a:p>
                      </a:txBody>
                      <a:tcPr/>
                    </a:tc>
                    <a:tc hMerge="1">
                      <a:tcPr/>
                    </a:tc>
                    <a:tc hMerge="1">
                      <a:tcPr/>
                    </a:tc>
                    <a:tc hMerge="1">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𝒔</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𝒓</m:t>
                                </m:r>
                              </m:oMath>
                            </m:oMathPara>
                          </a14:m>
                          <a:endParaRPr lang="en-US" dirty="0"/>
                        </a:p>
                      </a:txBody>
                      <a:tcPr/>
                    </a:tc>
                    <a:tc>
                      <a:txBody>
                        <a:bodyPr/>
                        <a:lstStyle/>
                        <a:p>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𝒐</m:t>
                                </m:r>
                              </m:oMath>
                            </m:oMathPara>
                          </a14:m>
                          <a:endParaRPr lang="en-US" dirty="0"/>
                        </a:p>
                      </a:txBody>
                      <a:tcPr/>
                    </a:tc>
                    <a:tc>
                      <a:txBody>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n-US" dirty="0"/>
                        </a:p>
                      </a:txBody>
                      <a:tcPr/>
                    </a:tc>
                  </a:tr>
                  <a:tr h="370840">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r>
                </a:tbl>
              </a:graphicData>
            </a:graphic>
          </p:graphicFrame>
        </mc:Choice>
        <mc:Fallback xmlns="">
          <p:graphicFrame>
            <p:nvGraphicFramePr>
              <p:cNvPr id="5" name="Table 4"/>
              <p:cNvGraphicFramePr>
                <a:graphicFrameLocks noGrp="1"/>
              </p:cNvGraphicFramePr>
              <p:nvPr/>
            </p:nvGraphicFramePr>
            <p:xfrm>
              <a:off x="5984512" y="1077976"/>
              <a:ext cx="2167364" cy="1483360"/>
            </p:xfrm>
            <a:graphic>
              <a:graphicData uri="http://schemas.openxmlformats.org/drawingml/2006/table">
                <a:tbl>
                  <a:tblPr firstRow="1" lastCol="1" bandRow="1">
                    <a:tableStyleId>{5C22544A-7EE6-4342-B048-85BDC9FD1C3A}</a:tableStyleId>
                  </a:tblPr>
                  <a:tblGrid>
                    <a:gridCol w="541841"/>
                    <a:gridCol w="541841"/>
                    <a:gridCol w="541841"/>
                    <a:gridCol w="541841"/>
                  </a:tblGrid>
                  <a:tr h="370840">
                    <a:tc gridSpan="4">
                      <a:txBody>
                        <a:bodyPr/>
                        <a:lstStyle/>
                        <a:p>
                          <a:r>
                            <a:rPr lang="en-US" dirty="0"/>
                            <a:t>Fact batch</a:t>
                          </a:r>
                          <a:endParaRPr lang="en-US" dirty="0"/>
                        </a:p>
                      </a:txBody>
                      <a:tcPr/>
                    </a:tc>
                    <a:tc hMerge="1">
                      <a:tcPr/>
                    </a:tc>
                    <a:tc hMerge="1">
                      <a:tcPr/>
                    </a:tc>
                    <a:tc hMerge="1">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a:p>
                      </a:txBody>
                      <a:tcPr>
                        <a:blipFill>
                          <a:blip r:embed="rId1"/>
                        </a:blipFill>
                      </a:tcPr>
                    </a:tc>
                    <a:tc>
                      <a:txBody>
                        <a:bodyPr/>
                        <a:lstStyle/>
                        <a:p>
                          <a:endParaRPr lang="en-US"/>
                        </a:p>
                      </a:txBody>
                      <a:tcPr>
                        <a:blipFill>
                          <a:blip r:embed="rId1"/>
                        </a:blipFill>
                      </a:tcPr>
                    </a:tc>
                    <a:tc>
                      <a:txBody>
                        <a:bodyPr/>
                        <a:lstStyle/>
                        <a:p>
                          <a:endParaRPr lang="en-US"/>
                        </a:p>
                      </a:txBody>
                      <a:tcPr>
                        <a:blipFill>
                          <a:blip r:embed="rId1"/>
                        </a:blipFill>
                      </a:tcPr>
                    </a:tc>
                    <a:tc>
                      <a:txBody>
                        <a:bodyPr/>
                        <a:lstStyle/>
                        <a:p>
                          <a:endParaRPr lang="en-US"/>
                        </a:p>
                      </a:txBody>
                      <a:tcPr>
                        <a:blipFill>
                          <a:blip r:embed="rId1"/>
                        </a:blipFill>
                      </a:tcPr>
                    </a:tc>
                  </a:tr>
                  <a:tr h="370840">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r>
                </a:tbl>
              </a:graphicData>
            </a:graphic>
          </p:graphicFrame>
        </mc:Fallback>
      </mc:AlternateContent>
      <p:graphicFrame>
        <p:nvGraphicFramePr>
          <p:cNvPr id="6" name="Table 5"/>
          <p:cNvGraphicFramePr>
            <a:graphicFrameLocks noGrp="1"/>
          </p:cNvGraphicFramePr>
          <p:nvPr/>
        </p:nvGraphicFramePr>
        <p:xfrm>
          <a:off x="9025128" y="1077976"/>
          <a:ext cx="2856210" cy="3291840"/>
        </p:xfrm>
        <a:graphic>
          <a:graphicData uri="http://schemas.openxmlformats.org/drawingml/2006/table">
            <a:tbl>
              <a:tblPr firstRow="1" bandRow="1">
                <a:tableStyleId>{93296810-A885-4BE3-A3E7-6D5BEEA58F35}</a:tableStyleId>
              </a:tblPr>
              <a:tblGrid>
                <a:gridCol w="2856210"/>
              </a:tblGrid>
              <a:tr h="359029">
                <a:tc>
                  <a:txBody>
                    <a:bodyPr/>
                    <a:lstStyle/>
                    <a:p>
                      <a:r>
                        <a:rPr lang="en-US" dirty="0"/>
                        <a:t>Entity embedding matrix</a:t>
                      </a:r>
                      <a:endParaRPr lang="en-US" dirty="0"/>
                    </a:p>
                  </a:txBody>
                  <a:tcPr/>
                </a:tc>
              </a:tr>
              <a:tr h="359029">
                <a:tc>
                  <a:txBody>
                    <a:bodyPr/>
                    <a:lstStyle/>
                    <a:p>
                      <a:endParaRPr lang="en-US"/>
                    </a:p>
                  </a:txBody>
                  <a:tcPr/>
                </a:tc>
              </a:tr>
              <a:tr h="359029">
                <a:tc>
                  <a:txBody>
                    <a:bodyPr/>
                    <a:lstStyle/>
                    <a:p>
                      <a:endParaRPr lang="en-US"/>
                    </a:p>
                  </a:txBody>
                  <a:tcPr/>
                </a:tc>
              </a:tr>
              <a:tr h="359029">
                <a:tc>
                  <a:txBody>
                    <a:bodyPr/>
                    <a:lstStyle/>
                    <a:p>
                      <a:endParaRPr lang="en-US"/>
                    </a:p>
                  </a:txBody>
                  <a:tcPr/>
                </a:tc>
              </a:tr>
              <a:tr h="359029">
                <a:tc>
                  <a:txBody>
                    <a:bodyPr/>
                    <a:lstStyle/>
                    <a:p>
                      <a:endParaRPr lang="en-US"/>
                    </a:p>
                  </a:txBody>
                  <a:tcPr/>
                </a:tc>
              </a:tr>
              <a:tr h="359029">
                <a:tc>
                  <a:txBody>
                    <a:bodyPr/>
                    <a:lstStyle/>
                    <a:p>
                      <a:endParaRPr lang="en-US"/>
                    </a:p>
                  </a:txBody>
                  <a:tcPr/>
                </a:tc>
              </a:tr>
              <a:tr h="359029">
                <a:tc>
                  <a:txBody>
                    <a:bodyPr/>
                    <a:lstStyle/>
                    <a:p>
                      <a:endParaRPr lang="en-US"/>
                    </a:p>
                  </a:txBody>
                  <a:tcPr/>
                </a:tc>
              </a:tr>
              <a:tr h="359029">
                <a:tc>
                  <a:txBody>
                    <a:bodyPr/>
                    <a:lstStyle/>
                    <a:p>
                      <a:endParaRPr lang="en-US" dirty="0"/>
                    </a:p>
                  </a:txBody>
                  <a:tcPr/>
                </a:tc>
              </a:tr>
              <a:tr h="359029">
                <a:tc>
                  <a:txBody>
                    <a:bodyPr/>
                    <a:lstStyle/>
                    <a:p>
                      <a:endParaRPr lang="en-US" dirty="0"/>
                    </a:p>
                  </a:txBody>
                  <a:tcPr/>
                </a:tc>
              </a:tr>
            </a:tbl>
          </a:graphicData>
        </a:graphic>
      </p:graphicFrame>
      <p:graphicFrame>
        <p:nvGraphicFramePr>
          <p:cNvPr id="7" name="Table 6"/>
          <p:cNvGraphicFramePr>
            <a:graphicFrameLocks noGrp="1"/>
          </p:cNvGraphicFramePr>
          <p:nvPr/>
        </p:nvGraphicFramePr>
        <p:xfrm>
          <a:off x="9025128" y="4686808"/>
          <a:ext cx="2856210" cy="1828800"/>
        </p:xfrm>
        <a:graphic>
          <a:graphicData uri="http://schemas.openxmlformats.org/drawingml/2006/table">
            <a:tbl>
              <a:tblPr firstRow="1" bandRow="1">
                <a:tableStyleId>{21E4AEA4-8DFA-4A89-87EB-49C32662AFE0}</a:tableStyleId>
              </a:tblPr>
              <a:tblGrid>
                <a:gridCol w="2856210"/>
              </a:tblGrid>
              <a:tr h="359029">
                <a:tc>
                  <a:txBody>
                    <a:bodyPr/>
                    <a:lstStyle/>
                    <a:p>
                      <a:r>
                        <a:rPr lang="en-US" dirty="0"/>
                        <a:t>Relation embedding matrix</a:t>
                      </a:r>
                      <a:endParaRPr lang="en-US" dirty="0"/>
                    </a:p>
                  </a:txBody>
                  <a:tcPr/>
                </a:tc>
              </a:tr>
              <a:tr h="359029">
                <a:tc>
                  <a:txBody>
                    <a:bodyPr/>
                    <a:lstStyle/>
                    <a:p>
                      <a:endParaRPr lang="en-US"/>
                    </a:p>
                  </a:txBody>
                  <a:tcPr/>
                </a:tc>
              </a:tr>
              <a:tr h="359029">
                <a:tc>
                  <a:txBody>
                    <a:bodyPr/>
                    <a:lstStyle/>
                    <a:p>
                      <a:endParaRPr lang="en-US"/>
                    </a:p>
                  </a:txBody>
                  <a:tcPr/>
                </a:tc>
              </a:tr>
              <a:tr h="359029">
                <a:tc>
                  <a:txBody>
                    <a:bodyPr/>
                    <a:lstStyle/>
                    <a:p>
                      <a:endParaRPr lang="en-US"/>
                    </a:p>
                  </a:txBody>
                  <a:tcPr/>
                </a:tc>
              </a:tr>
              <a:tr h="359029">
                <a:tc>
                  <a:txBody>
                    <a:bodyPr/>
                    <a:lstStyle/>
                    <a:p>
                      <a:endParaRPr lang="en-US" dirty="0"/>
                    </a:p>
                  </a:txBody>
                  <a:tcPr/>
                </a:tc>
              </a:tr>
            </a:tbl>
          </a:graphicData>
        </a:graphic>
      </p:graphicFrame>
      <p:cxnSp>
        <p:nvCxnSpPr>
          <p:cNvPr id="9" name="Straight Arrow Connector 8"/>
          <p:cNvCxnSpPr/>
          <p:nvPr/>
        </p:nvCxnSpPr>
        <p:spPr>
          <a:xfrm>
            <a:off x="8878824" y="1426464"/>
            <a:ext cx="0" cy="2943352"/>
          </a:xfrm>
          <a:prstGeom prst="straightConnector1">
            <a:avLst/>
          </a:prstGeom>
          <a:ln>
            <a:headEnd type="triangle" w="lg" len="lg"/>
            <a:tailEnd type="triangle" w="lg" len="lg"/>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mc:Choice xmlns:a14="http://schemas.microsoft.com/office/drawing/2010/main" Requires="a14">
          <p:sp>
            <p:nvSpPr>
              <p:cNvPr id="10" name="TextBox 9"/>
              <p:cNvSpPr txBox="1"/>
              <p:nvPr/>
            </p:nvSpPr>
            <p:spPr>
              <a:xfrm>
                <a:off x="8394192" y="2523744"/>
                <a:ext cx="595419" cy="646331"/>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𝐸</m:t>
                      </m:r>
                    </m:oMath>
                  </m:oMathPara>
                </a14:m>
                <a:endParaRPr lang="en-US" sz="3600" dirty="0"/>
              </a:p>
            </p:txBody>
          </p:sp>
        </mc:Choice>
        <mc:Fallback>
          <p:sp>
            <p:nvSpPr>
              <p:cNvPr id="10" name="TextBox 9"/>
              <p:cNvSpPr txBox="1">
                <a:spLocks noRot="1" noChangeAspect="1" noMove="1" noResize="1" noEditPoints="1" noAdjustHandles="1" noChangeArrowheads="1" noChangeShapeType="1" noTextEdit="1"/>
              </p:cNvSpPr>
              <p:nvPr/>
            </p:nvSpPr>
            <p:spPr>
              <a:xfrm>
                <a:off x="8394192" y="2523744"/>
                <a:ext cx="595419" cy="646331"/>
              </a:xfrm>
              <a:prstGeom prst="rect">
                <a:avLst/>
              </a:prstGeom>
              <a:blipFill rotWithShape="1">
                <a:blip r:embed="rId2"/>
                <a:stretch>
                  <a:fillRect l="-21" t="-39" r="-1614" b="24"/>
                </a:stretch>
              </a:blipFill>
            </p:spPr>
            <p:txBody>
              <a:bodyPr/>
              <a:lstStyle/>
              <a:p>
                <a:r>
                  <a:rPr lang="en-US" altLang="en-US">
                    <a:noFill/>
                  </a:rPr>
                  <a:t> </a:t>
                </a:r>
              </a:p>
            </p:txBody>
          </p:sp>
        </mc:Fallback>
      </mc:AlternateContent>
      <p:cxnSp>
        <p:nvCxnSpPr>
          <p:cNvPr id="11" name="Straight Arrow Connector 10"/>
          <p:cNvCxnSpPr/>
          <p:nvPr/>
        </p:nvCxnSpPr>
        <p:spPr>
          <a:xfrm flipH="1">
            <a:off x="8875776" y="5065776"/>
            <a:ext cx="3048" cy="1422400"/>
          </a:xfrm>
          <a:prstGeom prst="straightConnector1">
            <a:avLst/>
          </a:prstGeom>
          <a:ln>
            <a:headEnd type="triangle" w="lg" len="lg"/>
            <a:tailEnd type="triangle" w="lg" len="lg"/>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mc:Choice xmlns:a14="http://schemas.microsoft.com/office/drawing/2010/main" Requires="a14">
          <p:sp>
            <p:nvSpPr>
              <p:cNvPr id="13" name="TextBox 12"/>
              <p:cNvSpPr txBox="1"/>
              <p:nvPr/>
            </p:nvSpPr>
            <p:spPr>
              <a:xfrm>
                <a:off x="8429709" y="5403168"/>
                <a:ext cx="595419" cy="646331"/>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𝑅</m:t>
                      </m:r>
                    </m:oMath>
                  </m:oMathPara>
                </a14:m>
                <a:endParaRPr lang="en-US" sz="3600" dirty="0"/>
              </a:p>
            </p:txBody>
          </p:sp>
        </mc:Choice>
        <mc:Fallback>
          <p:sp>
            <p:nvSpPr>
              <p:cNvPr id="13" name="TextBox 12"/>
              <p:cNvSpPr txBox="1">
                <a:spLocks noRot="1" noChangeAspect="1" noMove="1" noResize="1" noEditPoints="1" noAdjustHandles="1" noChangeArrowheads="1" noChangeShapeType="1" noTextEdit="1"/>
              </p:cNvSpPr>
              <p:nvPr/>
            </p:nvSpPr>
            <p:spPr>
              <a:xfrm>
                <a:off x="8429709" y="5403168"/>
                <a:ext cx="595419" cy="646331"/>
              </a:xfrm>
              <a:prstGeom prst="rect">
                <a:avLst/>
              </a:prstGeom>
              <a:blipFill rotWithShape="1">
                <a:blip r:embed="rId3"/>
                <a:stretch>
                  <a:fillRect l="-14" t="-91" r="-1728" b="76"/>
                </a:stretch>
              </a:blipFill>
            </p:spPr>
            <p:txBody>
              <a:bodyPr/>
              <a:lstStyle/>
              <a:p>
                <a:r>
                  <a:rPr lang="en-US" altLang="en-US">
                    <a:noFill/>
                  </a:rPr>
                  <a:t> </a:t>
                </a:r>
              </a:p>
            </p:txBody>
          </p:sp>
        </mc:Fallback>
      </mc:AlternateContent>
      <p:cxnSp>
        <p:nvCxnSpPr>
          <p:cNvPr id="14" name="Straight Arrow Connector 13"/>
          <p:cNvCxnSpPr/>
          <p:nvPr/>
        </p:nvCxnSpPr>
        <p:spPr>
          <a:xfrm>
            <a:off x="5871736" y="1426464"/>
            <a:ext cx="0" cy="1097280"/>
          </a:xfrm>
          <a:prstGeom prst="straightConnector1">
            <a:avLst/>
          </a:prstGeom>
          <a:ln>
            <a:headEnd type="triangle" w="lg" len="lg"/>
            <a:tailEnd type="triangle" w="lg" len="lg"/>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mc:Choice xmlns:a14="http://schemas.microsoft.com/office/drawing/2010/main" Requires="a14">
          <p:sp>
            <p:nvSpPr>
              <p:cNvPr id="16" name="TextBox 15"/>
              <p:cNvSpPr txBox="1"/>
              <p:nvPr/>
            </p:nvSpPr>
            <p:spPr>
              <a:xfrm>
                <a:off x="5402809" y="1578864"/>
                <a:ext cx="604204" cy="646331"/>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𝐵</m:t>
                      </m:r>
                    </m:oMath>
                  </m:oMathPara>
                </a14:m>
                <a:endParaRPr lang="en-US" sz="3600" dirty="0"/>
              </a:p>
            </p:txBody>
          </p:sp>
        </mc:Choice>
        <mc:Fallback>
          <p:sp>
            <p:nvSpPr>
              <p:cNvPr id="16" name="TextBox 15"/>
              <p:cNvSpPr txBox="1">
                <a:spLocks noRot="1" noChangeAspect="1" noMove="1" noResize="1" noEditPoints="1" noAdjustHandles="1" noChangeArrowheads="1" noChangeShapeType="1" noTextEdit="1"/>
              </p:cNvSpPr>
              <p:nvPr/>
            </p:nvSpPr>
            <p:spPr>
              <a:xfrm>
                <a:off x="5402809" y="1578864"/>
                <a:ext cx="604204" cy="646331"/>
              </a:xfrm>
              <a:prstGeom prst="rect">
                <a:avLst/>
              </a:prstGeom>
              <a:blipFill rotWithShape="1">
                <a:blip r:embed="rId4"/>
                <a:stretch>
                  <a:fillRect l="-38" t="-39" r="91" b="24"/>
                </a:stretch>
              </a:blipFill>
            </p:spPr>
            <p:txBody>
              <a:bodyPr/>
              <a:lstStyle/>
              <a:p>
                <a:r>
                  <a:rPr lang="en-US" altLang="en-US">
                    <a:noFill/>
                  </a:rPr>
                  <a:t> </a:t>
                </a:r>
              </a:p>
            </p:txBody>
          </p:sp>
        </mc:Fallback>
      </mc:AlternateContent>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Multiplicative/Factoring KG Models</a:t>
            </a:r>
            <a:endParaRPr lang="en-IN"/>
          </a:p>
        </p:txBody>
      </p:sp>
      <p:sp>
        <p:nvSpPr>
          <p:cNvPr id="3" name="Subtitle 2"/>
          <p:cNvSpPr>
            <a:spLocks noGrp="1"/>
          </p:cNvSpPr>
          <p:nvPr>
            <p:ph type="subTitle" idx="1"/>
          </p:nvPr>
        </p:nvSpPr>
        <p:spPr/>
        <p:txBody>
          <a:bodyPr/>
          <a:lstStyle/>
          <a:p>
            <a:r>
              <a:rPr lang="en-US"/>
              <a:t>CS728</a:t>
            </a:r>
            <a:endParaRPr lang="en-US"/>
          </a:p>
          <a:p>
            <a:r>
              <a:rPr lang="en-IN"/>
              <a:t>Soumen Chakrabarti</a:t>
            </a:r>
            <a:endParaRPr lang="en-I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hlinkClick r:id="rId1"/>
              </a:rPr>
              <a:t>Latent semantic indexing</a:t>
            </a:r>
            <a:r>
              <a:rPr lang="en-US"/>
              <a:t> review</a:t>
            </a:r>
            <a:endParaRPr lang="en-US"/>
          </a:p>
        </p:txBody>
      </p:sp>
      <mc:AlternateContent xmlns:mc="http://schemas.openxmlformats.org/markup-compatibility/2006">
        <mc:Choice xmlns:a14="http://schemas.microsoft.com/office/drawing/2010/main" Requires="a14">
          <p:sp>
            <p:nvSpPr>
              <p:cNvPr id="6" name="Content Placeholder 5"/>
              <p:cNvSpPr>
                <a:spLocks noGrp="1"/>
              </p:cNvSpPr>
              <p:nvPr>
                <p:ph sz="half" idx="1"/>
              </p:nvPr>
            </p:nvSpPr>
            <p:spPr>
              <a:xfrm>
                <a:off x="271096" y="3370972"/>
                <a:ext cx="11649808" cy="3110544"/>
              </a:xfrm>
            </p:spPr>
            <p:txBody>
              <a:bodyPr/>
              <a:lstStyle/>
              <a:p>
                <a:r>
                  <a:rPr lang="en-US"/>
                  <a:t>Document-term matrix = low-rank matrix + noise</a:t>
                </a:r>
                <a:endParaRPr lang="en-US"/>
              </a:p>
              <a:p>
                <a:r>
                  <a:rPr lang="en-US"/>
                  <a:t>Recover low-rank matrix via singular value decomposition, retaining top </a:t>
                </a:r>
                <a14:m>
                  <m:oMath xmlns:m="http://schemas.openxmlformats.org/officeDocument/2006/math">
                    <m:r>
                      <a:rPr lang="en-US" i="1" dirty="0" smtClean="0">
                        <a:latin typeface="Cambria Math" panose="02040503050406030204" pitchFamily="18" charset="0"/>
                      </a:rPr>
                      <m:t>𝐾</m:t>
                    </m:r>
                  </m:oMath>
                </a14:m>
                <a:r>
                  <a:rPr lang="en-US"/>
                  <a:t> dims (“topic space”)</a:t>
                </a:r>
                <a:endParaRPr lang="en-US"/>
              </a:p>
              <a:p>
                <a:r>
                  <a:rPr lang="en-US"/>
                  <a:t>Dense </a:t>
                </a:r>
                <a14:m>
                  <m:oMath xmlns:m="http://schemas.openxmlformats.org/officeDocument/2006/math">
                    <m:r>
                      <a:rPr lang="en-US" i="1" dirty="0" smtClean="0">
                        <a:latin typeface="Cambria Math" panose="02040503050406030204" pitchFamily="18" charset="0"/>
                      </a:rPr>
                      <m:t>𝐾</m:t>
                    </m:r>
                  </m:oMath>
                </a14:m>
                <a:r>
                  <a:rPr lang="en-US"/>
                  <a:t>-dimensional embeddings of words (and documents)</a:t>
                </a:r>
                <a:endParaRPr lang="en-US"/>
              </a:p>
            </p:txBody>
          </p:sp>
        </mc:Choice>
        <mc:Fallback>
          <p:sp>
            <p:nvSpPr>
              <p:cNvPr id="6" name="Content Placeholder 5"/>
              <p:cNvSpPr>
                <a:spLocks noRot="1" noChangeAspect="1" noMove="1" noResize="1" noEditPoints="1" noAdjustHandles="1" noChangeArrowheads="1" noChangeShapeType="1" noTextEdit="1"/>
              </p:cNvSpPr>
              <p:nvPr>
                <p:ph sz="half" idx="1"/>
              </p:nvPr>
            </p:nvSpPr>
            <p:spPr>
              <a:xfrm>
                <a:off x="271096" y="3370972"/>
                <a:ext cx="11649808" cy="3110544"/>
              </a:xfrm>
              <a:blipFill rotWithShape="1">
                <a:blip r:embed="rId2"/>
                <a:stretch>
                  <a:fillRect l="-5" t="-13" b="2"/>
                </a:stretch>
              </a:blipFill>
            </p:spPr>
            <p:txBody>
              <a:bodyPr/>
              <a:lstStyle/>
              <a:p>
                <a:r>
                  <a:rPr lang="en-US" altLang="en-US">
                    <a:noFill/>
                  </a:rPr>
                  <a:t> </a:t>
                </a:r>
              </a:p>
            </p:txBody>
          </p:sp>
        </mc:Fallback>
      </mc:AlternateContent>
      <p:pic>
        <p:nvPicPr>
          <p:cNvPr id="1026" name="Picture 2" descr="Latent Semantic Indexing, X = U ΣV T | Download Scientific Diagram"/>
          <p:cNvPicPr>
            <a:picLocks noChangeAspect="1" noChangeArrowheads="1"/>
          </p:cNvPicPr>
          <p:nvPr/>
        </p:nvPicPr>
        <p:blipFill rotWithShape="1">
          <a:blip r:embed="rId3">
            <a:extLst>
              <a:ext uri="{28A0092B-C50C-407E-A947-70E740481C1C}">
                <a14:useLocalDpi xmlns:a14="http://schemas.microsoft.com/office/drawing/2010/main" val="0"/>
              </a:ext>
            </a:extLst>
          </a:blip>
          <a:srcRect l="-106" t="14520" r="106" b="2328"/>
          <a:stretch>
            <a:fillRect/>
          </a:stretch>
        </p:blipFill>
        <p:spPr bwMode="auto">
          <a:xfrm>
            <a:off x="886968" y="960120"/>
            <a:ext cx="7968638" cy="2286000"/>
          </a:xfrm>
          <a:prstGeom prst="rect">
            <a:avLst/>
          </a:prstGeom>
          <a:noFill/>
          <a:extLst>
            <a:ext uri="{909E8E84-426E-40DD-AFC4-6F175D3DCCD1}">
              <a14:hiddenFill xmlns:a14="http://schemas.microsoft.com/office/drawing/2010/main">
                <a:solidFill>
                  <a:srgbClr val="FFFFFF"/>
                </a:solidFill>
              </a14:hiddenFill>
            </a:ext>
          </a:extLst>
        </p:spPr>
      </p:pic>
      <p:sp>
        <p:nvSpPr>
          <p:cNvPr id="8" name="Speech Bubble: Rectangle with Corners Rounded 7"/>
          <p:cNvSpPr/>
          <p:nvPr/>
        </p:nvSpPr>
        <p:spPr>
          <a:xfrm>
            <a:off x="8970264" y="1755648"/>
            <a:ext cx="2950640" cy="1426464"/>
          </a:xfrm>
          <a:prstGeom prst="wedgeRoundRectCallout">
            <a:avLst>
              <a:gd name="adj1" fmla="val -77235"/>
              <a:gd name="adj2" fmla="val -52885"/>
              <a:gd name="adj3" fmla="val 16667"/>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Closely related to word2vec and </a:t>
            </a:r>
            <a:r>
              <a:rPr lang="en-US" sz="2800" err="1">
                <a:solidFill>
                  <a:schemeClr val="tx1"/>
                </a:solidFill>
              </a:rPr>
              <a:t>GloVE</a:t>
            </a:r>
            <a:endParaRPr lang="en-US" sz="2800">
              <a:solidFill>
                <a:schemeClr val="tx1"/>
              </a:solidFill>
            </a:endParaRPr>
          </a:p>
        </p:txBody>
      </p:sp>
      <p:sp>
        <p:nvSpPr>
          <p:cNvPr id="9" name="Rectangle: Rounded Corners 8"/>
          <p:cNvSpPr/>
          <p:nvPr/>
        </p:nvSpPr>
        <p:spPr>
          <a:xfrm>
            <a:off x="3922776" y="5998464"/>
            <a:ext cx="8193024" cy="749808"/>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From factoring 2-axis matrix to 3-axis tensor…</a:t>
            </a:r>
            <a:endParaRPr lang="en-US" sz="2800">
              <a:solidFill>
                <a:schemeClr val="tx1"/>
              </a:solidFill>
            </a:endParaRPr>
          </a:p>
        </p:txBody>
      </p:sp>
      <mc:AlternateContent xmlns:mc="http://schemas.openxmlformats.org/markup-compatibility/2006" xmlns:p14="http://schemas.microsoft.com/office/powerpoint/2010/main">
        <mc:Choice Requires="p14">
          <p:contentPart r:id="rId4" p14:bwMode="auto">
            <p14:nvContentPartPr>
              <p14:cNvPr id="2" name="Ink 1"/>
              <p14:cNvContentPartPr/>
              <p14:nvPr/>
            </p14:nvContentPartPr>
            <p14:xfrm>
              <a:off x="770760" y="897120"/>
              <a:ext cx="7816320" cy="2442960"/>
            </p14:xfrm>
          </p:contentPart>
        </mc:Choice>
        <mc:Fallback xmlns="">
          <p:pic>
            <p:nvPicPr>
              <p:cNvPr id="2" name="Ink 1"/>
            </p:nvPicPr>
            <p:blipFill>
              <a:blip r:embed="rId5"/>
            </p:blipFill>
            <p:spPr>
              <a:xfrm>
                <a:off x="770760" y="897120"/>
                <a:ext cx="7816320" cy="244296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3" name="Ink 2"/>
              <p14:cNvContentPartPr/>
              <p14:nvPr/>
            </p14:nvContentPartPr>
            <p14:xfrm>
              <a:off x="3596760" y="827280"/>
              <a:ext cx="8364960" cy="2426040"/>
            </p14:xfrm>
          </p:contentPart>
        </mc:Choice>
        <mc:Fallback xmlns="">
          <p:pic>
            <p:nvPicPr>
              <p:cNvPr id="3" name="Ink 2"/>
            </p:nvPicPr>
            <p:blipFill>
              <a:blip r:embed="rId7"/>
            </p:blipFill>
            <p:spPr>
              <a:xfrm>
                <a:off x="3596760" y="827280"/>
                <a:ext cx="8364960" cy="242604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KG as a third order (3-axis) tensor</a:t>
            </a:r>
            <a:endParaRPr lang="en-US"/>
          </a:p>
        </p:txBody>
      </p:sp>
      <mc:AlternateContent xmlns:mc="http://schemas.openxmlformats.org/markup-compatibility/2006">
        <mc:Choice xmlns:a14="http://schemas.microsoft.com/office/drawing/2010/main" Requires="a14">
          <p:sp>
            <p:nvSpPr>
              <p:cNvPr id="19" name="Content Placeholder 18"/>
              <p:cNvSpPr>
                <a:spLocks noGrp="1"/>
              </p:cNvSpPr>
              <p:nvPr>
                <p:ph sz="half" idx="2"/>
              </p:nvPr>
            </p:nvSpPr>
            <p:spPr>
              <a:xfrm>
                <a:off x="5623560" y="1211942"/>
                <a:ext cx="6297344" cy="5269573"/>
              </a:xfrm>
            </p:spPr>
            <p:txBody>
              <a:bodyPr/>
              <a:lstStyle/>
              <a:p>
                <a:r>
                  <a:rPr lang="en-US"/>
                  <a:t>Three axes one each</a:t>
                </a:r>
                <a:br>
                  <a:rPr lang="en-US"/>
                </a:br>
                <a:r>
                  <a:rPr lang="en-US"/>
                  <a:t>for subject, relation, object</a:t>
                </a:r>
                <a:endParaRPr lang="en-US"/>
              </a:p>
              <a:p>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𝑅</m:t>
                    </m:r>
                  </m:oMath>
                </a14:m>
                <a:r>
                  <a:rPr lang="en-US"/>
                  <a:t> bits</a:t>
                </a:r>
                <a:endParaRPr lang="en-US"/>
              </a:p>
              <a:p>
                <a:r>
                  <a:rPr lang="en-US"/>
                  <a:t>Can represent any KG</a:t>
                </a:r>
                <a:endParaRPr lang="en-US"/>
              </a:p>
              <a:p>
                <a14:m>
                  <m:oMath xmlns:m="http://schemas.openxmlformats.org/officeDocument/2006/math">
                    <m:r>
                      <a:rPr lang="en-US" b="1" i="1" dirty="0" smtClean="0">
                        <a:latin typeface="Cambria Math" panose="02040503050406030204" pitchFamily="18" charset="0"/>
                      </a:rPr>
                      <m:t>𝑿</m:t>
                    </m:r>
                  </m:oMath>
                </a14:m>
                <a:r>
                  <a:rPr lang="en-US"/>
                  <a:t> is extremely sparse</a:t>
                </a:r>
                <a:endParaRPr lang="en-US"/>
              </a:p>
              <a:p>
                <a:r>
                  <a:rPr lang="en-US"/>
                  <a:t>Suspected low rank (rows/cols/”fibers” approx. linearly dependent)</a:t>
                </a:r>
                <a:endParaRPr lang="en-US"/>
              </a:p>
            </p:txBody>
          </p:sp>
        </mc:Choice>
        <mc:Fallback>
          <p:sp>
            <p:nvSpPr>
              <p:cNvPr id="19" name="Content Placeholder 18"/>
              <p:cNvSpPr>
                <a:spLocks noRot="1" noChangeAspect="1" noMove="1" noResize="1" noEditPoints="1" noAdjustHandles="1" noChangeArrowheads="1" noChangeShapeType="1" noTextEdit="1"/>
              </p:cNvSpPr>
              <p:nvPr>
                <p:ph sz="half" idx="2"/>
              </p:nvPr>
            </p:nvSpPr>
            <p:spPr>
              <a:xfrm>
                <a:off x="5623560" y="1211942"/>
                <a:ext cx="6297344" cy="5269573"/>
              </a:xfrm>
              <a:blipFill rotWithShape="1">
                <a:blip r:embed="rId1"/>
                <a:stretch>
                  <a:fillRect t="-7" r="1" b="1"/>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5" name="Cube 4"/>
              <p:cNvSpPr/>
              <p:nvPr/>
            </p:nvSpPr>
            <p:spPr>
              <a:xfrm>
                <a:off x="1971765" y="1719072"/>
                <a:ext cx="3149600" cy="3162808"/>
              </a:xfrm>
              <a:prstGeom prst="cube">
                <a:avLst>
                  <a:gd name="adj" fmla="val 15783"/>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1" i="1" dirty="0" smtClean="0">
                          <a:solidFill>
                            <a:schemeClr val="tx1"/>
                          </a:solidFill>
                          <a:latin typeface="Cambria Math" panose="02040503050406030204" pitchFamily="18" charset="0"/>
                        </a:rPr>
                        <m:t>𝑿</m:t>
                      </m:r>
                    </m:oMath>
                  </m:oMathPara>
                </a14:m>
                <a:endParaRPr lang="en-US" sz="4000" b="1">
                  <a:solidFill>
                    <a:schemeClr val="tx1"/>
                  </a:solidFill>
                </a:endParaRPr>
              </a:p>
            </p:txBody>
          </p:sp>
        </mc:Choice>
        <mc:Fallback>
          <p:sp>
            <p:nvSpPr>
              <p:cNvPr id="5" name="Cube 4"/>
              <p:cNvSpPr>
                <a:spLocks noRot="1" noChangeAspect="1" noMove="1" noResize="1" noEditPoints="1" noAdjustHandles="1" noChangeArrowheads="1" noChangeShapeType="1" noTextEdit="1"/>
              </p:cNvSpPr>
              <p:nvPr/>
            </p:nvSpPr>
            <p:spPr>
              <a:xfrm>
                <a:off x="1971765" y="1719072"/>
                <a:ext cx="3149600" cy="3162808"/>
              </a:xfrm>
              <a:prstGeom prst="cube">
                <a:avLst>
                  <a:gd name="adj" fmla="val 15783"/>
                </a:avLst>
              </a:prstGeom>
              <a:blipFill rotWithShape="1">
                <a:blip r:embed="rId2"/>
                <a:stretch>
                  <a:fillRect l="-204" t="-205" r="-199" b="-201"/>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7" name="Straight Arrow Connector 6"/>
          <p:cNvCxnSpPr/>
          <p:nvPr/>
        </p:nvCxnSpPr>
        <p:spPr>
          <a:xfrm>
            <a:off x="1971765" y="5161280"/>
            <a:ext cx="2627086" cy="0"/>
          </a:xfrm>
          <a:prstGeom prst="straightConnector1">
            <a:avLst/>
          </a:prstGeom>
          <a:ln>
            <a:headEnd type="triangle" w="lg" len="lg"/>
            <a:tailEnd type="triangle" w="lg" len="lg"/>
          </a:ln>
        </p:spPr>
        <p:style>
          <a:lnRef idx="3">
            <a:schemeClr val="accent1"/>
          </a:lnRef>
          <a:fillRef idx="0">
            <a:schemeClr val="accent1"/>
          </a:fillRef>
          <a:effectRef idx="2">
            <a:schemeClr val="accent1"/>
          </a:effectRef>
          <a:fontRef idx="minor">
            <a:schemeClr val="tx1"/>
          </a:fontRef>
        </p:style>
      </p:cxnSp>
      <p:cxnSp>
        <p:nvCxnSpPr>
          <p:cNvPr id="8" name="Straight Arrow Connector 7"/>
          <p:cNvCxnSpPr/>
          <p:nvPr/>
        </p:nvCxnSpPr>
        <p:spPr>
          <a:xfrm rot="16200000">
            <a:off x="350229" y="3568337"/>
            <a:ext cx="2627086" cy="0"/>
          </a:xfrm>
          <a:prstGeom prst="straightConnector1">
            <a:avLst/>
          </a:prstGeom>
          <a:ln>
            <a:headEnd type="triangle" w="lg" len="lg"/>
            <a:tailEnd type="triangle" w="lg" len="lg"/>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mc:Choice xmlns:a14="http://schemas.microsoft.com/office/drawing/2010/main" Requires="a14">
          <p:sp>
            <p:nvSpPr>
              <p:cNvPr id="9" name="TextBox 8"/>
              <p:cNvSpPr txBox="1"/>
              <p:nvPr/>
            </p:nvSpPr>
            <p:spPr>
              <a:xfrm>
                <a:off x="398681" y="3091283"/>
                <a:ext cx="1265091" cy="954107"/>
              </a:xfrm>
              <a:prstGeom prst="rect">
                <a:avLst/>
              </a:prstGeom>
              <a:noFill/>
            </p:spPr>
            <p:txBody>
              <a:bodyPr wrap="none" rtlCol="0">
                <a:spAutoFit/>
              </a:bodyPr>
              <a:lstStyle/>
              <a:p>
                <a:pPr algn="ctr"/>
                <a:r>
                  <a:rPr lang="en-US" sz="2800"/>
                  <a:t>Subject</a:t>
                </a:r>
                <a:br>
                  <a:rPr lang="en-US" sz="2800"/>
                </a:b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𝑠</m:t>
                      </m:r>
                      <m:r>
                        <a:rPr lang="en-US" sz="2800" b="0" i="1" smtClean="0">
                          <a:latin typeface="Cambria Math" panose="02040503050406030204" pitchFamily="18" charset="0"/>
                        </a:rPr>
                        <m:t>∈</m:t>
                      </m:r>
                      <m:r>
                        <a:rPr lang="en-US" sz="2800" b="0" i="1" smtClean="0">
                          <a:latin typeface="Cambria Math" panose="02040503050406030204" pitchFamily="18" charset="0"/>
                        </a:rPr>
                        <m:t>𝐸</m:t>
                      </m:r>
                    </m:oMath>
                  </m:oMathPara>
                </a14:m>
                <a:endParaRPr lang="en-US" sz="2800"/>
              </a:p>
            </p:txBody>
          </p:sp>
        </mc:Choice>
        <mc:Fallback>
          <p:sp>
            <p:nvSpPr>
              <p:cNvPr id="9" name="TextBox 8"/>
              <p:cNvSpPr txBox="1">
                <a:spLocks noRot="1" noChangeAspect="1" noMove="1" noResize="1" noEditPoints="1" noAdjustHandles="1" noChangeArrowheads="1" noChangeShapeType="1" noTextEdit="1"/>
              </p:cNvSpPr>
              <p:nvPr/>
            </p:nvSpPr>
            <p:spPr>
              <a:xfrm>
                <a:off x="398681" y="3091283"/>
                <a:ext cx="1265091" cy="954107"/>
              </a:xfrm>
              <a:prstGeom prst="rect">
                <a:avLst/>
              </a:prstGeom>
              <a:blipFill rotWithShape="1">
                <a:blip r:embed="rId3"/>
                <a:stretch>
                  <a:fillRect l="-42" t="-11" r="6" b="46"/>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2695980" y="5161280"/>
                <a:ext cx="1178656" cy="954107"/>
              </a:xfrm>
              <a:prstGeom prst="rect">
                <a:avLst/>
              </a:prstGeom>
              <a:noFill/>
            </p:spPr>
            <p:txBody>
              <a:bodyPr wrap="none" rtlCol="0">
                <a:spAutoFit/>
              </a:bodyPr>
              <a:lstStyle/>
              <a:p>
                <a:pPr algn="ctr"/>
                <a:r>
                  <a:rPr lang="en-US" sz="2800"/>
                  <a:t>Object</a:t>
                </a:r>
                <a:br>
                  <a:rPr lang="en-US" sz="2800"/>
                </a:b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𝑜</m:t>
                      </m:r>
                      <m:r>
                        <a:rPr lang="en-US" sz="2800" b="0" i="1" smtClean="0">
                          <a:latin typeface="Cambria Math" panose="02040503050406030204" pitchFamily="18" charset="0"/>
                        </a:rPr>
                        <m:t>∈</m:t>
                      </m:r>
                      <m:r>
                        <a:rPr lang="en-US" sz="2800" b="0" i="1" smtClean="0">
                          <a:latin typeface="Cambria Math" panose="02040503050406030204" pitchFamily="18" charset="0"/>
                        </a:rPr>
                        <m:t>𝐸</m:t>
                      </m:r>
                    </m:oMath>
                  </m:oMathPara>
                </a14:m>
                <a:endParaRPr lang="en-US" sz="2800"/>
              </a:p>
            </p:txBody>
          </p:sp>
        </mc:Choice>
        <mc:Fallback>
          <p:sp>
            <p:nvSpPr>
              <p:cNvPr id="10" name="TextBox 9"/>
              <p:cNvSpPr txBox="1">
                <a:spLocks noRot="1" noChangeAspect="1" noMove="1" noResize="1" noEditPoints="1" noAdjustHandles="1" noChangeArrowheads="1" noChangeShapeType="1" noTextEdit="1"/>
              </p:cNvSpPr>
              <p:nvPr/>
            </p:nvSpPr>
            <p:spPr>
              <a:xfrm>
                <a:off x="2695980" y="5161280"/>
                <a:ext cx="1178656" cy="954107"/>
              </a:xfrm>
              <a:prstGeom prst="rect">
                <a:avLst/>
              </a:prstGeom>
              <a:blipFill rotWithShape="1">
                <a:blip r:embed="rId4"/>
                <a:stretch>
                  <a:fillRect l="-34" r="-3028" b="35"/>
                </a:stretch>
              </a:blipFill>
            </p:spPr>
            <p:txBody>
              <a:bodyPr/>
              <a:lstStyle/>
              <a:p>
                <a:r>
                  <a:rPr lang="en-US" altLang="en-US">
                    <a:noFill/>
                  </a:rPr>
                  <a:t> </a:t>
                </a:r>
              </a:p>
            </p:txBody>
          </p:sp>
        </mc:Fallback>
      </mc:AlternateContent>
      <p:cxnSp>
        <p:nvCxnSpPr>
          <p:cNvPr id="14" name="Straight Arrow Connector 13"/>
          <p:cNvCxnSpPr/>
          <p:nvPr/>
        </p:nvCxnSpPr>
        <p:spPr>
          <a:xfrm flipV="1">
            <a:off x="1819656" y="1719072"/>
            <a:ext cx="402336" cy="379984"/>
          </a:xfrm>
          <a:prstGeom prst="straightConnector1">
            <a:avLst/>
          </a:prstGeom>
          <a:ln>
            <a:headEnd type="triangle" w="lg" len="lg"/>
            <a:tailEnd type="triangle" w="lg" len="lg"/>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mc:Choice xmlns:a14="http://schemas.microsoft.com/office/drawing/2010/main" Requires="a14">
          <p:sp>
            <p:nvSpPr>
              <p:cNvPr id="17" name="TextBox 16"/>
              <p:cNvSpPr txBox="1"/>
              <p:nvPr/>
            </p:nvSpPr>
            <p:spPr>
              <a:xfrm>
                <a:off x="783904" y="1068597"/>
                <a:ext cx="1439818" cy="954107"/>
              </a:xfrm>
              <a:prstGeom prst="rect">
                <a:avLst/>
              </a:prstGeom>
              <a:noFill/>
            </p:spPr>
            <p:txBody>
              <a:bodyPr wrap="none" rtlCol="0">
                <a:spAutoFit/>
              </a:bodyPr>
              <a:lstStyle/>
              <a:p>
                <a:pPr algn="ctr"/>
                <a:r>
                  <a:rPr lang="en-US" sz="2800"/>
                  <a:t>R</a:t>
                </a:r>
                <a14:m>
                  <m:oMath xmlns:m="http://schemas.openxmlformats.org/officeDocument/2006/math">
                    <m:r>
                      <m:rPr>
                        <m:sty m:val="p"/>
                      </m:rPr>
                      <a:rPr lang="en-US" sz="2800" b="0" i="0" smtClean="0">
                        <a:latin typeface="Cambria Math" panose="02040503050406030204" pitchFamily="18" charset="0"/>
                      </a:rPr>
                      <m:t>elation</m:t>
                    </m:r>
                  </m:oMath>
                </a14:m>
                <a:br>
                  <a:rPr lang="en-US" sz="2800" b="0" i="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𝑟</m:t>
                      </m:r>
                      <m:r>
                        <a:rPr lang="en-US" sz="2800" b="0" i="1" smtClean="0">
                          <a:latin typeface="Cambria Math" panose="02040503050406030204" pitchFamily="18" charset="0"/>
                        </a:rPr>
                        <m:t>∈</m:t>
                      </m:r>
                      <m:r>
                        <a:rPr lang="en-US" sz="2800" b="0" i="1" smtClean="0">
                          <a:latin typeface="Cambria Math" panose="02040503050406030204" pitchFamily="18" charset="0"/>
                        </a:rPr>
                        <m:t>𝑅</m:t>
                      </m:r>
                    </m:oMath>
                  </m:oMathPara>
                </a14:m>
                <a:endParaRPr lang="en-US" sz="2800"/>
              </a:p>
            </p:txBody>
          </p:sp>
        </mc:Choice>
        <mc:Fallback>
          <p:sp>
            <p:nvSpPr>
              <p:cNvPr id="17" name="TextBox 16"/>
              <p:cNvSpPr txBox="1">
                <a:spLocks noRot="1" noChangeAspect="1" noMove="1" noResize="1" noEditPoints="1" noAdjustHandles="1" noChangeArrowheads="1" noChangeShapeType="1" noTextEdit="1"/>
              </p:cNvSpPr>
              <p:nvPr/>
            </p:nvSpPr>
            <p:spPr>
              <a:xfrm>
                <a:off x="783904" y="1068597"/>
                <a:ext cx="1439818" cy="954107"/>
              </a:xfrm>
              <a:prstGeom prst="rect">
                <a:avLst/>
              </a:prstGeom>
              <a:blipFill rotWithShape="1">
                <a:blip r:embed="rId5"/>
                <a:stretch>
                  <a:fillRect l="-22" t="-55" r="-7457" b="24"/>
                </a:stretch>
              </a:blipFill>
            </p:spPr>
            <p:txBody>
              <a:bodyPr/>
              <a:lstStyle/>
              <a:p>
                <a:r>
                  <a:rPr lang="en-US" alt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Factoring the KG tensor</a:t>
            </a:r>
            <a:endParaRPr lang="en-US"/>
          </a:p>
        </p:txBody>
      </p:sp>
      <mc:AlternateContent xmlns:mc="http://schemas.openxmlformats.org/markup-compatibility/2006">
        <mc:Choice xmlns:a14="http://schemas.microsoft.com/office/drawing/2010/main" Requires="a14">
          <p:sp>
            <p:nvSpPr>
              <p:cNvPr id="6" name="Content Placeholder 5"/>
              <p:cNvSpPr>
                <a:spLocks noGrp="1"/>
              </p:cNvSpPr>
              <p:nvPr>
                <p:ph sz="half" idx="2"/>
              </p:nvPr>
            </p:nvSpPr>
            <p:spPr>
              <a:xfrm>
                <a:off x="271096" y="3670757"/>
                <a:ext cx="11649808" cy="2810759"/>
              </a:xfrm>
            </p:spPr>
            <p:txBody>
              <a:bodyPr/>
              <a:lstStyle/>
              <a:p>
                <a14:m>
                  <m:oMath xmlns:m="http://schemas.openxmlformats.org/officeDocument/2006/math">
                    <m:r>
                      <a:rPr lang="en-US" b="1" i="1" dirty="0" smtClean="0">
                        <a:latin typeface="Cambria Math" panose="02040503050406030204" pitchFamily="18" charset="0"/>
                      </a:rPr>
                      <m:t>𝑨</m:t>
                    </m:r>
                  </m:oMath>
                </a14:m>
                <a:r>
                  <a:rPr lang="en-US"/>
                  <a:t> is the entity embedding matrix, used for both subject and object positions (can also separate roles)</a:t>
                </a:r>
                <a:endParaRPr lang="en-US"/>
              </a:p>
              <a:p>
                <a:r>
                  <a:rPr lang="en-US"/>
                  <a:t>Objective: </a:t>
                </a:r>
                <a14:m>
                  <m:oMath xmlns:m="http://schemas.openxmlformats.org/officeDocument/2006/math">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1" i="1" smtClean="0">
                            <a:latin typeface="Cambria Math" panose="02040503050406030204" pitchFamily="18" charset="0"/>
                          </a:rPr>
                          <m:t>𝑨</m:t>
                        </m:r>
                        <m:r>
                          <a:rPr lang="en-US" b="0" i="1" smtClean="0">
                            <a:latin typeface="Cambria Math" panose="02040503050406030204" pitchFamily="18" charset="0"/>
                          </a:rPr>
                          <m:t>,</m:t>
                        </m:r>
                        <m:r>
                          <a:rPr lang="en-US" b="1" i="0" smtClean="0">
                            <a:latin typeface="Cambria Math" panose="02040503050406030204" pitchFamily="18" charset="0"/>
                          </a:rPr>
                          <m:t>𝐌</m:t>
                        </m:r>
                      </m:lim>
                    </m:limLow>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r>
                              <a:rPr lang="en-US" b="1" i="0" smtClean="0">
                                <a:latin typeface="Cambria Math" panose="02040503050406030204" pitchFamily="18" charset="0"/>
                              </a:rPr>
                              <m:t>𝐗</m:t>
                            </m:r>
                            <m:r>
                              <a:rPr lang="en-US" b="0" i="1" smtClean="0">
                                <a:latin typeface="Cambria Math" panose="02040503050406030204" pitchFamily="18" charset="0"/>
                              </a:rPr>
                              <m:t>−</m:t>
                            </m:r>
                            <m:r>
                              <a:rPr lang="en-US" b="1" i="0" smtClean="0">
                                <a:latin typeface="Cambria Math" panose="02040503050406030204" pitchFamily="18" charset="0"/>
                              </a:rPr>
                              <m:t>𝐌</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1</m:t>
                                </m:r>
                              </m:sub>
                            </m:sSub>
                            <m:r>
                              <a:rPr lang="en-US" b="1" i="1" smtClean="0">
                                <a:latin typeface="Cambria Math" panose="02040503050406030204" pitchFamily="18" charset="0"/>
                              </a:rPr>
                              <m:t>𝑨</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2</m:t>
                                </m:r>
                              </m:sub>
                            </m:sSub>
                            <m:r>
                              <a:rPr lang="en-US" b="1" i="1" smtClean="0">
                                <a:latin typeface="Cambria Math" panose="02040503050406030204" pitchFamily="18" charset="0"/>
                              </a:rPr>
                              <m:t>𝑨</m:t>
                            </m:r>
                          </m:e>
                        </m:d>
                      </m:e>
                      <m:sub>
                        <m:r>
                          <a:rPr lang="en-US" b="0" i="1" smtClean="0">
                            <a:latin typeface="Cambria Math" panose="02040503050406030204" pitchFamily="18" charset="0"/>
                          </a:rPr>
                          <m:t>𝐹</m:t>
                        </m:r>
                      </m:sub>
                      <m:sup>
                        <m:r>
                          <a:rPr lang="en-US" b="0" i="1" smtClean="0">
                            <a:latin typeface="Cambria Math" panose="02040503050406030204" pitchFamily="18" charset="0"/>
                          </a:rPr>
                          <m:t>2</m:t>
                        </m:r>
                      </m:sup>
                    </m:sSubSup>
                  </m:oMath>
                </a14:m>
                <a:endParaRPr lang="en-US"/>
              </a:p>
              <a:p>
                <a:r>
                  <a:rPr lang="en-US" err="1"/>
                  <a:t>Regularizers</a:t>
                </a:r>
                <a:r>
                  <a:rPr lang="en-US"/>
                  <a:t>: </a:t>
                </a:r>
                <a14:m>
                  <m:oMath xmlns:m="http://schemas.openxmlformats.org/officeDocument/2006/math">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solidFill>
                              <a:schemeClr val="accent6">
                                <a:lumMod val="60000"/>
                                <a:lumOff val="40000"/>
                              </a:schemeClr>
                            </a:solidFill>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rPr>
                            </m:ctrlPr>
                          </m:dPr>
                          <m:e>
                            <m:r>
                              <a:rPr lang="en-US" b="1" i="1" smtClean="0">
                                <a:latin typeface="Cambria Math" panose="02040503050406030204" pitchFamily="18" charset="0"/>
                              </a:rPr>
                              <m:t>𝑨</m:t>
                            </m:r>
                          </m:e>
                        </m:d>
                      </m:e>
                      <m:sub>
                        <m:r>
                          <a:rPr lang="en-US" b="0" i="1" smtClean="0">
                            <a:latin typeface="Cambria Math" panose="02040503050406030204" pitchFamily="18" charset="0"/>
                          </a:rPr>
                          <m:t>𝐹</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r>
                      <a:rPr lang="en-US" b="0" i="1" smtClean="0">
                        <a:solidFill>
                          <a:schemeClr val="accent2">
                            <a:lumMod val="60000"/>
                            <a:lumOff val="40000"/>
                          </a:schemeClr>
                        </a:solidFill>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r>
                              <a:rPr lang="en-US" b="1" i="0" smtClean="0">
                                <a:latin typeface="Cambria Math" panose="02040503050406030204" pitchFamily="18" charset="0"/>
                              </a:rPr>
                              <m:t>𝐌</m:t>
                            </m:r>
                          </m:e>
                        </m:d>
                      </m:e>
                      <m:sub>
                        <m:r>
                          <a:rPr lang="en-US" b="0" i="1" smtClean="0">
                            <a:latin typeface="Cambria Math" panose="02040503050406030204" pitchFamily="18" charset="0"/>
                          </a:rPr>
                          <m:t>𝐹</m:t>
                        </m:r>
                      </m:sub>
                      <m:sup>
                        <m:r>
                          <a:rPr lang="en-US" b="0" i="1" smtClean="0">
                            <a:latin typeface="Cambria Math" panose="02040503050406030204" pitchFamily="18" charset="0"/>
                          </a:rPr>
                          <m:t>2</m:t>
                        </m:r>
                      </m:sup>
                    </m:sSubSup>
                  </m:oMath>
                </a14:m>
                <a:endParaRPr lang="en-US"/>
              </a:p>
            </p:txBody>
          </p:sp>
        </mc:Choice>
        <mc:Fallback>
          <p:sp>
            <p:nvSpPr>
              <p:cNvPr id="6" name="Content Placeholder 5"/>
              <p:cNvSpPr>
                <a:spLocks noRot="1" noChangeAspect="1" noMove="1" noResize="1" noEditPoints="1" noAdjustHandles="1" noChangeArrowheads="1" noChangeShapeType="1" noTextEdit="1"/>
              </p:cNvSpPr>
              <p:nvPr>
                <p:ph sz="half" idx="2"/>
              </p:nvPr>
            </p:nvSpPr>
            <p:spPr>
              <a:xfrm>
                <a:off x="271096" y="3670757"/>
                <a:ext cx="11649808" cy="2810759"/>
              </a:xfrm>
              <a:blipFill rotWithShape="1">
                <a:blip r:embed="rId1"/>
                <a:stretch>
                  <a:fillRect l="-5" t="-16" b="3"/>
                </a:stretch>
              </a:blipFill>
            </p:spPr>
            <p:txBody>
              <a:bodyPr/>
              <a:lstStyle/>
              <a:p>
                <a:r>
                  <a:rPr lang="en-US" altLang="en-US">
                    <a:noFill/>
                  </a:rPr>
                  <a:t> </a:t>
                </a:r>
              </a:p>
            </p:txBody>
          </p:sp>
        </mc:Fallback>
      </mc:AlternateContent>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3" b="11248"/>
          <a:stretch>
            <a:fillRect/>
          </a:stretch>
        </p:blipFill>
        <p:spPr>
          <a:xfrm>
            <a:off x="1438105" y="1034823"/>
            <a:ext cx="6105525" cy="2240280"/>
          </a:xfrm>
          <a:prstGeom prst="rect">
            <a:avLst/>
          </a:prstGeom>
        </p:spPr>
      </p:pic>
      <p:cxnSp>
        <p:nvCxnSpPr>
          <p:cNvPr id="8" name="Straight Arrow Connector 7"/>
          <p:cNvCxnSpPr/>
          <p:nvPr/>
        </p:nvCxnSpPr>
        <p:spPr>
          <a:xfrm>
            <a:off x="7729640" y="2539269"/>
            <a:ext cx="0" cy="618371"/>
          </a:xfrm>
          <a:prstGeom prst="straightConnector1">
            <a:avLst/>
          </a:prstGeom>
          <a:ln>
            <a:headEnd type="triangle" w="lg" len="lg"/>
            <a:tailEnd type="triangle" w="lg" len="lg"/>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mc:Choice xmlns:a14="http://schemas.microsoft.com/office/drawing/2010/main" Requires="a14">
          <p:sp>
            <p:nvSpPr>
              <p:cNvPr id="9" name="Speech Bubble: Rectangle with Corners Rounded 8"/>
              <p:cNvSpPr/>
              <p:nvPr/>
            </p:nvSpPr>
            <p:spPr>
              <a:xfrm>
                <a:off x="8534399" y="2657257"/>
                <a:ext cx="3487219" cy="835268"/>
              </a:xfrm>
              <a:prstGeom prst="wedgeRoundRectCallout">
                <a:avLst>
                  <a:gd name="adj1" fmla="val -71464"/>
                  <a:gd name="adj2" fmla="val -21886"/>
                  <a:gd name="adj3" fmla="val 16667"/>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Dense </a:t>
                </a:r>
                <a14:m>
                  <m:oMath xmlns:m="http://schemas.openxmlformats.org/officeDocument/2006/math">
                    <m:r>
                      <a:rPr lang="en-US" sz="2400" i="1" dirty="0" smtClean="0">
                        <a:solidFill>
                          <a:schemeClr val="tx1"/>
                        </a:solidFill>
                        <a:latin typeface="Cambria Math" panose="02040503050406030204" pitchFamily="18" charset="0"/>
                      </a:rPr>
                      <m:t>𝐷</m:t>
                    </m:r>
                  </m:oMath>
                </a14:m>
                <a:r>
                  <a:rPr lang="en-US" sz="2400">
                    <a:solidFill>
                      <a:schemeClr val="tx1"/>
                    </a:solidFill>
                  </a:rPr>
                  <a:t>-dimensional embedding of each entity</a:t>
                </a:r>
                <a:endParaRPr lang="en-US" sz="2400">
                  <a:solidFill>
                    <a:schemeClr val="tx1"/>
                  </a:solidFill>
                </a:endParaRPr>
              </a:p>
            </p:txBody>
          </p:sp>
        </mc:Choice>
        <mc:Fallback>
          <p:sp>
            <p:nvSpPr>
              <p:cNvPr id="9" name="Speech Bubble: Rectangle with Corners Rounded 8"/>
              <p:cNvSpPr>
                <a:spLocks noRot="1" noChangeAspect="1" noMove="1" noResize="1" noEditPoints="1" noAdjustHandles="1" noChangeArrowheads="1" noChangeShapeType="1" noTextEdit="1"/>
              </p:cNvSpPr>
              <p:nvPr/>
            </p:nvSpPr>
            <p:spPr>
              <a:xfrm>
                <a:off x="8534399" y="2657257"/>
                <a:ext cx="3487219" cy="835268"/>
              </a:xfrm>
              <a:prstGeom prst="wedgeRoundRectCallout">
                <a:avLst>
                  <a:gd name="adj1" fmla="val -71464"/>
                  <a:gd name="adj2" fmla="val -21886"/>
                  <a:gd name="adj3" fmla="val 16667"/>
                </a:avLst>
              </a:prstGeom>
              <a:blipFill rotWithShape="1">
                <a:blip r:embed="rId3"/>
                <a:stretch>
                  <a:fillRect l="-22798" t="-810" r="-170" b="-757"/>
                </a:stretch>
              </a:bli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0" name="Speech Bubble: Rectangle with Corners Rounded 9"/>
              <p:cNvSpPr/>
              <p:nvPr/>
            </p:nvSpPr>
            <p:spPr>
              <a:xfrm>
                <a:off x="8534398" y="1453896"/>
                <a:ext cx="3487219" cy="1085373"/>
              </a:xfrm>
              <a:prstGeom prst="wedgeRoundRectCallout">
                <a:avLst>
                  <a:gd name="adj1" fmla="val -121410"/>
                  <a:gd name="adj2" fmla="val -35787"/>
                  <a:gd name="adj3" fmla="val 16667"/>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Each relation “plate” represented by </a:t>
                </a:r>
                <a14:m>
                  <m:oMath xmlns:m="http://schemas.openxmlformats.org/officeDocument/2006/math">
                    <m:r>
                      <a:rPr lang="en-US" sz="2400" b="0" i="1" smtClean="0">
                        <a:solidFill>
                          <a:schemeClr val="tx1"/>
                        </a:solidFill>
                        <a:latin typeface="Cambria Math" panose="02040503050406030204" pitchFamily="18" charset="0"/>
                      </a:rPr>
                      <m:t>𝐷</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𝐷</m:t>
                    </m:r>
                  </m:oMath>
                </a14:m>
                <a:r>
                  <a:rPr lang="en-US" sz="2400">
                    <a:solidFill>
                      <a:schemeClr val="tx1"/>
                    </a:solidFill>
                  </a:rPr>
                  <a:t> matrix </a:t>
                </a:r>
                <a14:m>
                  <m:oMath xmlns:m="http://schemas.openxmlformats.org/officeDocument/2006/math">
                    <m:sSub>
                      <m:sSubPr>
                        <m:ctrlPr>
                          <a:rPr lang="en-US" sz="2400" b="1" i="1" dirty="0" smtClean="0">
                            <a:solidFill>
                              <a:schemeClr val="tx1"/>
                            </a:solidFill>
                            <a:latin typeface="Cambria Math" panose="02040503050406030204" pitchFamily="18" charset="0"/>
                          </a:rPr>
                        </m:ctrlPr>
                      </m:sSubPr>
                      <m:e>
                        <m:r>
                          <a:rPr lang="en-US" sz="2400" b="1" i="1" dirty="0" smtClean="0">
                            <a:solidFill>
                              <a:schemeClr val="tx1"/>
                            </a:solidFill>
                            <a:latin typeface="Cambria Math" panose="02040503050406030204" pitchFamily="18" charset="0"/>
                          </a:rPr>
                          <m:t>𝑴</m:t>
                        </m:r>
                      </m:e>
                      <m:sub>
                        <m:r>
                          <a:rPr lang="en-US" sz="2400" i="1" dirty="0" smtClean="0">
                            <a:solidFill>
                              <a:schemeClr val="tx1"/>
                            </a:solidFill>
                            <a:latin typeface="Cambria Math" panose="02040503050406030204" pitchFamily="18" charset="0"/>
                          </a:rPr>
                          <m:t>𝑟</m:t>
                        </m:r>
                      </m:sub>
                    </m:sSub>
                  </m:oMath>
                </a14:m>
                <a:endParaRPr lang="en-US" sz="2400">
                  <a:solidFill>
                    <a:schemeClr val="tx1"/>
                  </a:solidFill>
                </a:endParaRPr>
              </a:p>
            </p:txBody>
          </p:sp>
        </mc:Choice>
        <mc:Fallback>
          <p:sp>
            <p:nvSpPr>
              <p:cNvPr id="10" name="Speech Bubble: Rectangle with Corners Rounded 9"/>
              <p:cNvSpPr>
                <a:spLocks noRot="1" noChangeAspect="1" noMove="1" noResize="1" noEditPoints="1" noAdjustHandles="1" noChangeArrowheads="1" noChangeShapeType="1" noTextEdit="1"/>
              </p:cNvSpPr>
              <p:nvPr/>
            </p:nvSpPr>
            <p:spPr>
              <a:xfrm>
                <a:off x="8534398" y="1453896"/>
                <a:ext cx="3487219" cy="1085373"/>
              </a:xfrm>
              <a:prstGeom prst="wedgeRoundRectCallout">
                <a:avLst>
                  <a:gd name="adj1" fmla="val -121410"/>
                  <a:gd name="adj2" fmla="val -35787"/>
                  <a:gd name="adj3" fmla="val 16667"/>
                </a:avLst>
              </a:prstGeom>
              <a:blipFill rotWithShape="1">
                <a:blip r:embed="rId4"/>
                <a:stretch>
                  <a:fillRect l="-72874" t="-971" r="-170" b="-535"/>
                </a:stretch>
              </a:bli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 name="Rectangle 2"/>
              <p:cNvSpPr/>
              <p:nvPr/>
            </p:nvSpPr>
            <p:spPr>
              <a:xfrm>
                <a:off x="2563244" y="2507370"/>
                <a:ext cx="489236"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800" b="1">
                          <a:latin typeface="Cambria Math" panose="02040503050406030204" pitchFamily="18" charset="0"/>
                        </a:rPr>
                        <m:t>𝐗</m:t>
                      </m:r>
                    </m:oMath>
                  </m:oMathPara>
                </a14:m>
                <a:endParaRPr lang="en-US" sz="2800"/>
              </a:p>
            </p:txBody>
          </p:sp>
        </mc:Choice>
        <mc:Fallback>
          <p:sp>
            <p:nvSpPr>
              <p:cNvPr id="3" name="Rectangle 2"/>
              <p:cNvSpPr>
                <a:spLocks noRot="1" noChangeAspect="1" noMove="1" noResize="1" noEditPoints="1" noAdjustHandles="1" noChangeArrowheads="1" noChangeShapeType="1" noTextEdit="1"/>
              </p:cNvSpPr>
              <p:nvPr/>
            </p:nvSpPr>
            <p:spPr>
              <a:xfrm>
                <a:off x="2563244" y="2507370"/>
                <a:ext cx="489236" cy="523220"/>
              </a:xfrm>
              <a:prstGeom prst="rect">
                <a:avLst/>
              </a:prstGeom>
              <a:blipFill rotWithShape="1">
                <a:blip r:embed="rId5"/>
                <a:stretch>
                  <a:fillRect l="-78" t="-75" r="-2978" b="71"/>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5" name="Rectangle 4"/>
              <p:cNvSpPr/>
              <p:nvPr/>
            </p:nvSpPr>
            <p:spPr>
              <a:xfrm>
                <a:off x="4925715" y="2817614"/>
                <a:ext cx="503664"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800" b="1" i="1" dirty="0">
                          <a:latin typeface="Cambria Math" panose="02040503050406030204" pitchFamily="18" charset="0"/>
                        </a:rPr>
                        <m:t>𝑨</m:t>
                      </m:r>
                    </m:oMath>
                  </m:oMathPara>
                </a14:m>
                <a:endParaRPr lang="en-US" sz="2800"/>
              </a:p>
            </p:txBody>
          </p:sp>
        </mc:Choice>
        <mc:Fallback>
          <p:sp>
            <p:nvSpPr>
              <p:cNvPr id="5" name="Rectangle 4"/>
              <p:cNvSpPr>
                <a:spLocks noRot="1" noChangeAspect="1" noMove="1" noResize="1" noEditPoints="1" noAdjustHandles="1" noChangeArrowheads="1" noChangeShapeType="1" noTextEdit="1"/>
              </p:cNvSpPr>
              <p:nvPr/>
            </p:nvSpPr>
            <p:spPr>
              <a:xfrm>
                <a:off x="4925715" y="2817614"/>
                <a:ext cx="503664" cy="523220"/>
              </a:xfrm>
              <a:prstGeom prst="rect">
                <a:avLst/>
              </a:prstGeom>
              <a:blipFill rotWithShape="1">
                <a:blip r:embed="rId6"/>
                <a:stretch>
                  <a:fillRect l="-4" t="-23" r="-2748" b="19"/>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1" name="Rectangle 10"/>
              <p:cNvSpPr/>
              <p:nvPr/>
            </p:nvSpPr>
            <p:spPr>
              <a:xfrm>
                <a:off x="6500515" y="2766814"/>
                <a:ext cx="596638"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800" b="1" i="1" dirty="0" smtClean="0">
                          <a:latin typeface="Cambria Math" panose="02040503050406030204" pitchFamily="18" charset="0"/>
                        </a:rPr>
                        <m:t>𝑨</m:t>
                      </m:r>
                      <m:r>
                        <a:rPr lang="en-US" sz="2800" b="1" i="1" dirty="0" smtClean="0">
                          <a:latin typeface="Cambria Math" panose="02040503050406030204" pitchFamily="18" charset="0"/>
                        </a:rPr>
                        <m:t>′</m:t>
                      </m:r>
                    </m:oMath>
                  </m:oMathPara>
                </a14:m>
                <a:endParaRPr lang="en-US" sz="2800"/>
              </a:p>
            </p:txBody>
          </p:sp>
        </mc:Choice>
        <mc:Fallback>
          <p:sp>
            <p:nvSpPr>
              <p:cNvPr id="11" name="Rectangle 10"/>
              <p:cNvSpPr>
                <a:spLocks noRot="1" noChangeAspect="1" noMove="1" noResize="1" noEditPoints="1" noAdjustHandles="1" noChangeArrowheads="1" noChangeShapeType="1" noTextEdit="1"/>
              </p:cNvSpPr>
              <p:nvPr/>
            </p:nvSpPr>
            <p:spPr>
              <a:xfrm>
                <a:off x="6500515" y="2766814"/>
                <a:ext cx="596638" cy="523220"/>
              </a:xfrm>
              <a:prstGeom prst="rect">
                <a:avLst/>
              </a:prstGeom>
              <a:blipFill rotWithShape="1">
                <a:blip r:embed="rId7"/>
                <a:stretch>
                  <a:fillRect l="-3" t="-23" r="-4830" b="19"/>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7" name="Rectangle 6"/>
              <p:cNvSpPr/>
              <p:nvPr/>
            </p:nvSpPr>
            <p:spPr>
              <a:xfrm>
                <a:off x="5766071" y="1131054"/>
                <a:ext cx="575799"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2800" b="1">
                          <a:latin typeface="Cambria Math" panose="02040503050406030204" pitchFamily="18" charset="0"/>
                        </a:rPr>
                        <m:t>𝐌</m:t>
                      </m:r>
                    </m:oMath>
                  </m:oMathPara>
                </a14:m>
                <a:endParaRPr lang="en-US" sz="2800"/>
              </a:p>
            </p:txBody>
          </p:sp>
        </mc:Choice>
        <mc:Fallback>
          <p:sp>
            <p:nvSpPr>
              <p:cNvPr id="7" name="Rectangle 6"/>
              <p:cNvSpPr>
                <a:spLocks noRot="1" noChangeAspect="1" noMove="1" noResize="1" noEditPoints="1" noAdjustHandles="1" noChangeArrowheads="1" noChangeShapeType="1" noTextEdit="1"/>
              </p:cNvSpPr>
              <p:nvPr/>
            </p:nvSpPr>
            <p:spPr>
              <a:xfrm>
                <a:off x="5766071" y="1131054"/>
                <a:ext cx="575799" cy="523220"/>
              </a:xfrm>
              <a:prstGeom prst="rect">
                <a:avLst/>
              </a:prstGeom>
              <a:blipFill rotWithShape="1">
                <a:blip r:embed="rId8"/>
                <a:stretch>
                  <a:fillRect l="-47" t="-23" r="-2846" b="19"/>
                </a:stretch>
              </a:blipFill>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9" p14:bwMode="auto">
            <p14:nvContentPartPr>
              <p14:cNvPr id="12" name="Ink 11"/>
              <p14:cNvContentPartPr/>
              <p14:nvPr/>
            </p14:nvContentPartPr>
            <p14:xfrm>
              <a:off x="2207160" y="992880"/>
              <a:ext cx="6279840" cy="2325240"/>
            </p14:xfrm>
          </p:contentPart>
        </mc:Choice>
        <mc:Fallback xmlns="">
          <p:pic>
            <p:nvPicPr>
              <p:cNvPr id="12" name="Ink 11"/>
            </p:nvPicPr>
            <p:blipFill>
              <a:blip r:embed="rId10"/>
            </p:blipFill>
            <p:spPr>
              <a:xfrm>
                <a:off x="2207160" y="992880"/>
                <a:ext cx="6279840" cy="232524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3" name="Ink 12"/>
              <p14:cNvContentPartPr/>
              <p14:nvPr/>
            </p14:nvContentPartPr>
            <p14:xfrm>
              <a:off x="5878800" y="4402440"/>
              <a:ext cx="4123440" cy="718560"/>
            </p14:xfrm>
          </p:contentPart>
        </mc:Choice>
        <mc:Fallback xmlns="">
          <p:pic>
            <p:nvPicPr>
              <p:cNvPr id="13" name="Ink 12"/>
            </p:nvPicPr>
            <p:blipFill>
              <a:blip r:embed="rId12"/>
            </p:blipFill>
            <p:spPr>
              <a:xfrm>
                <a:off x="5878800" y="4402440"/>
                <a:ext cx="4123440" cy="71856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4" name="Ink 13"/>
              <p14:cNvContentPartPr/>
              <p14:nvPr/>
            </p14:nvContentPartPr>
            <p14:xfrm>
              <a:off x="5791320" y="5221080"/>
              <a:ext cx="161280" cy="204840"/>
            </p14:xfrm>
          </p:contentPart>
        </mc:Choice>
        <mc:Fallback xmlns="">
          <p:pic>
            <p:nvPicPr>
              <p:cNvPr id="14" name="Ink 13"/>
            </p:nvPicPr>
            <p:blipFill>
              <a:blip r:embed="rId14"/>
            </p:blipFill>
            <p:spPr>
              <a:xfrm>
                <a:off x="5791320" y="5221080"/>
                <a:ext cx="161280" cy="204840"/>
              </a:xfrm>
              <a:prstGeom prst="rect"/>
            </p:spPr>
          </p:pic>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Factoring, continued</a:t>
            </a:r>
            <a:endParaRPr lang="en-US"/>
          </a:p>
        </p:txBody>
      </p:sp>
      <mc:AlternateContent xmlns:mc="http://schemas.openxmlformats.org/markup-compatibility/2006">
        <mc:Choice xmlns:a14="http://schemas.microsoft.com/office/drawing/2010/main" Requires="a14">
          <p:sp>
            <p:nvSpPr>
              <p:cNvPr id="6" name="Content Placeholder 5"/>
              <p:cNvSpPr>
                <a:spLocks noGrp="1"/>
              </p:cNvSpPr>
              <p:nvPr>
                <p:ph idx="1"/>
              </p:nvPr>
            </p:nvSpPr>
            <p:spPr/>
            <p:txBody>
              <a:bodyPr/>
              <a:lstStyle/>
              <a:p>
                <a:r>
                  <a:rPr lang="en-US"/>
                  <a:t>Alternating </a:t>
                </a:r>
                <a:r>
                  <a:rPr lang="en-US" err="1"/>
                  <a:t>substeps</a:t>
                </a:r>
                <a:endParaRPr lang="en-US"/>
              </a:p>
              <a:p>
                <a:pPr lvl="1"/>
                <a:r>
                  <a:rPr lang="en-US"/>
                  <a:t>Fix </a:t>
                </a:r>
                <a14:m>
                  <m:oMath xmlns:m="http://schemas.openxmlformats.org/officeDocument/2006/math">
                    <m:r>
                      <a:rPr lang="en-US" b="1" i="0" smtClean="0">
                        <a:latin typeface="Cambria Math" panose="02040503050406030204" pitchFamily="18" charset="0"/>
                      </a:rPr>
                      <m:t>𝐌</m:t>
                    </m:r>
                  </m:oMath>
                </a14:m>
                <a:r>
                  <a:rPr lang="en-US" b="1"/>
                  <a:t> </a:t>
                </a:r>
                <a:r>
                  <a:rPr lang="en-US"/>
                  <a:t>and improve </a:t>
                </a:r>
                <a14:m>
                  <m:oMath xmlns:m="http://schemas.openxmlformats.org/officeDocument/2006/math">
                    <m:r>
                      <a:rPr lang="en-US" b="1" i="1" dirty="0" smtClean="0">
                        <a:latin typeface="Cambria Math" panose="02040503050406030204" pitchFamily="18" charset="0"/>
                      </a:rPr>
                      <m:t>𝑨</m:t>
                    </m:r>
                  </m:oMath>
                </a14:m>
                <a:r>
                  <a:rPr lang="en-US"/>
                  <a:t> via gradient descent</a:t>
                </a:r>
                <a:endParaRPr lang="en-US"/>
              </a:p>
              <a:p>
                <a:pPr lvl="1"/>
                <a:r>
                  <a:rPr lang="en-US"/>
                  <a:t>Fix </a:t>
                </a:r>
                <a14:m>
                  <m:oMath xmlns:m="http://schemas.openxmlformats.org/officeDocument/2006/math">
                    <m:r>
                      <a:rPr lang="en-US" b="1" i="1" dirty="0" smtClean="0">
                        <a:latin typeface="Cambria Math" panose="02040503050406030204" pitchFamily="18" charset="0"/>
                      </a:rPr>
                      <m:t>𝑨</m:t>
                    </m:r>
                  </m:oMath>
                </a14:m>
                <a:r>
                  <a:rPr lang="en-US"/>
                  <a:t> and improve </a:t>
                </a:r>
                <a14:m>
                  <m:oMath xmlns:m="http://schemas.openxmlformats.org/officeDocument/2006/math">
                    <m:r>
                      <a:rPr lang="en-US" b="1">
                        <a:latin typeface="Cambria Math" panose="02040503050406030204" pitchFamily="18" charset="0"/>
                      </a:rPr>
                      <m:t>𝐌</m:t>
                    </m:r>
                    <m:r>
                      <a:rPr lang="en-US" b="1" i="1">
                        <a:latin typeface="Cambria Math" panose="02040503050406030204" pitchFamily="18" charset="0"/>
                      </a:rPr>
                      <m:t> </m:t>
                    </m:r>
                  </m:oMath>
                </a14:m>
                <a:r>
                  <a:rPr lang="en-US"/>
                  <a:t>via gradient descent</a:t>
                </a:r>
                <a:endParaRPr lang="en-US"/>
              </a:p>
              <a:p>
                <a:r>
                  <a:rPr lang="en-US"/>
                  <a:t>Local optimum, slower than SVD</a:t>
                </a:r>
                <a:endParaRPr lang="en-US"/>
              </a:p>
              <a:p>
                <a:r>
                  <a:rPr lang="en-US"/>
                  <a:t>Two popular (further) approximations</a:t>
                </a:r>
                <a:endParaRPr lang="en-US"/>
              </a:p>
              <a:p>
                <a:pPr lvl="1"/>
                <a:r>
                  <a:rPr lang="en-US"/>
                  <a:t>Convert to matrix factorization and apply SVD</a:t>
                </a:r>
                <a:endParaRPr lang="en-US"/>
              </a:p>
              <a:p>
                <a:pPr lvl="1"/>
                <a:r>
                  <a:rPr lang="en-US"/>
                  <a:t>Restrict the relation tensor </a:t>
                </a:r>
                <a14:m>
                  <m:oMath xmlns:m="http://schemas.openxmlformats.org/officeDocument/2006/math">
                    <m:r>
                      <a:rPr lang="en-US" b="1" i="0" dirty="0" smtClean="0">
                        <a:latin typeface="Cambria Math" panose="02040503050406030204" pitchFamily="18" charset="0"/>
                      </a:rPr>
                      <m:t>𝐌</m:t>
                    </m:r>
                  </m:oMath>
                </a14:m>
                <a:r>
                  <a:rPr lang="en-US"/>
                  <a:t> to simpler forms</a:t>
                </a:r>
                <a:endParaRPr lang="en-US"/>
              </a:p>
            </p:txBody>
          </p:sp>
        </mc:Choice>
        <mc:Fallback>
          <p:sp>
            <p:nvSpPr>
              <p:cNvPr id="6" name="Content Placeholder 5"/>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Reshape to matrix factorization</a:t>
            </a:r>
            <a:endParaRPr lang="en-US"/>
          </a:p>
        </p:txBody>
      </p:sp>
      <mc:AlternateContent xmlns:mc="http://schemas.openxmlformats.org/markup-compatibility/2006">
        <mc:Choice xmlns:a14="http://schemas.microsoft.com/office/drawing/2010/main" Requires="a14">
          <p:sp>
            <p:nvSpPr>
              <p:cNvPr id="7" name="Content Placeholder 6"/>
              <p:cNvSpPr>
                <a:spLocks noGrp="1"/>
              </p:cNvSpPr>
              <p:nvPr>
                <p:ph sz="half" idx="1"/>
              </p:nvPr>
            </p:nvSpPr>
            <p:spPr>
              <a:xfrm>
                <a:off x="838200" y="1261745"/>
                <a:ext cx="3639185" cy="4915535"/>
              </a:xfrm>
            </p:spPr>
            <p:txBody>
              <a:bodyPr>
                <a:normAutofit/>
              </a:bodyPr>
              <a:lstStyle/>
              <a:p>
                <a:r>
                  <a:rPr lang="en-US"/>
                  <a:t>Each row corresponds to a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𝑜</m:t>
                        </m:r>
                      </m:e>
                    </m:d>
                  </m:oMath>
                </a14:m>
                <a:r>
                  <a:rPr lang="en-US"/>
                  <a:t> pair</a:t>
                </a:r>
                <a:endParaRPr lang="en-US"/>
              </a:p>
              <a:p>
                <a:r>
                  <a:rPr lang="en-US"/>
                  <a:t>Each column corresponds to a relation </a:t>
                </a:r>
                <a14:m>
                  <m:oMath xmlns:m="http://schemas.openxmlformats.org/officeDocument/2006/math">
                    <m:r>
                      <a:rPr lang="en-US" i="1" dirty="0" smtClean="0">
                        <a:latin typeface="Cambria Math" panose="02040503050406030204" pitchFamily="18" charset="0"/>
                      </a:rPr>
                      <m:t>𝑟</m:t>
                    </m:r>
                  </m:oMath>
                </a14:m>
                <a:endParaRPr lang="en-US"/>
              </a:p>
              <a:p>
                <a:r>
                  <a:rPr lang="en-US"/>
                  <a:t>Matrix SVD gives embedding for each </a:t>
                </a:r>
                <a:r>
                  <a:rPr lang="en-US">
                    <a:effectLst>
                      <a:glow rad="139700">
                        <a:schemeClr val="accent2">
                          <a:satMod val="175000"/>
                          <a:alpha val="40000"/>
                        </a:schemeClr>
                      </a:glow>
                    </a:effectLst>
                  </a:rPr>
                  <a:t>entity pair</a:t>
                </a:r>
                <a:endParaRPr lang="en-US">
                  <a:effectLst>
                    <a:glow rad="139700">
                      <a:schemeClr val="accent2">
                        <a:satMod val="175000"/>
                        <a:alpha val="40000"/>
                      </a:schemeClr>
                    </a:glow>
                  </a:effectLst>
                </a:endParaRPr>
              </a:p>
            </p:txBody>
          </p:sp>
        </mc:Choice>
        <mc:Fallback>
          <p:sp>
            <p:nvSpPr>
              <p:cNvPr id="7" name="Content Placeholder 6"/>
              <p:cNvSpPr>
                <a:spLocks noRot="1" noChangeAspect="1" noMove="1" noResize="1" noEditPoints="1" noAdjustHandles="1" noChangeArrowheads="1" noChangeShapeType="1" noTextEdit="1"/>
              </p:cNvSpPr>
              <p:nvPr>
                <p:ph sz="half" idx="1"/>
              </p:nvPr>
            </p:nvSpPr>
            <p:spPr>
              <a:xfrm>
                <a:off x="838200" y="1261745"/>
                <a:ext cx="3639185" cy="4915535"/>
              </a:xfrm>
              <a:blipFill rotWithShape="1">
                <a:blip r:embed="rId1"/>
                <a:stretch>
                  <a:fillRect/>
                </a:stretch>
              </a:blipFill>
            </p:spPr>
            <p:txBody>
              <a:bodyPr/>
              <a:lstStyle/>
              <a:p>
                <a:r>
                  <a:rPr lang="en-US" altLang="en-US">
                    <a:noFill/>
                  </a:rPr>
                  <a:t> </a:t>
                </a:r>
              </a:p>
            </p:txBody>
          </p:sp>
        </mc:Fallback>
      </mc:AlternateContent>
      <p:graphicFrame>
        <p:nvGraphicFramePr>
          <p:cNvPr id="9" name="Content Placeholder 8"/>
          <p:cNvGraphicFramePr>
            <a:graphicFrameLocks noGrp="1"/>
          </p:cNvGraphicFramePr>
          <p:nvPr>
            <p:ph sz="half" idx="2"/>
          </p:nvPr>
        </p:nvGraphicFramePr>
        <p:xfrm>
          <a:off x="4932680" y="1261745"/>
          <a:ext cx="7002780" cy="4244025"/>
        </p:xfrm>
        <a:graphic>
          <a:graphicData uri="http://schemas.openxmlformats.org/drawingml/2006/table">
            <a:tbl>
              <a:tblPr firstRow="1" bandRow="1">
                <a:tableStyleId>{5C22544A-7EE6-4342-B048-85BDC9FD1C3A}</a:tableStyleId>
              </a:tblPr>
              <a:tblGrid>
                <a:gridCol w="3286125"/>
                <a:gridCol w="1115695"/>
                <a:gridCol w="1329055"/>
                <a:gridCol w="1271905"/>
              </a:tblGrid>
              <a:tr h="1135065">
                <a:tc>
                  <a:txBody>
                    <a:bodyPr/>
                    <a:lstStyle/>
                    <a:p>
                      <a:r>
                        <a:rPr lang="en-US" sz="2800">
                          <a:solidFill>
                            <a:schemeClr val="tx1"/>
                          </a:solidFill>
                        </a:rPr>
                        <a:t>(subject, object)</a:t>
                      </a:r>
                      <a:endParaRPr lang="en-US" sz="2800">
                        <a:solidFill>
                          <a:schemeClr val="tx1"/>
                        </a:solidFill>
                      </a:endParaRPr>
                    </a:p>
                  </a:txBody>
                  <a:tcPr>
                    <a:solidFill>
                      <a:schemeClr val="accent2">
                        <a:lumMod val="20000"/>
                        <a:lumOff val="80000"/>
                      </a:schemeClr>
                    </a:solidFill>
                  </a:tcPr>
                </a:tc>
                <a:tc>
                  <a:txBody>
                    <a:bodyPr/>
                    <a:lstStyle/>
                    <a:p>
                      <a:pPr algn="ctr"/>
                      <a:r>
                        <a:rPr lang="en-US" sz="2800">
                          <a:solidFill>
                            <a:schemeClr val="tx1"/>
                          </a:solidFill>
                        </a:rPr>
                        <a:t>Born-in</a:t>
                      </a:r>
                      <a:endParaRPr lang="en-US" sz="2800">
                        <a:solidFill>
                          <a:schemeClr val="tx1"/>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2800">
                          <a:solidFill>
                            <a:schemeClr val="tx1"/>
                          </a:solidFill>
                        </a:rPr>
                        <a:t>Capital-of</a:t>
                      </a:r>
                      <a:endParaRPr lang="en-US" sz="2800">
                        <a:solidFill>
                          <a:schemeClr val="tx1"/>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2800">
                          <a:solidFill>
                            <a:schemeClr val="tx1"/>
                          </a:solidFill>
                        </a:rPr>
                        <a:t>Citizen-of</a:t>
                      </a:r>
                      <a:endParaRPr lang="en-US" sz="2800">
                        <a:solidFill>
                          <a:schemeClr val="tx1"/>
                        </a:solidFill>
                      </a:endParaRPr>
                    </a:p>
                  </a:txBody>
                  <a:tcPr>
                    <a:lnB w="12700" cap="flat" cmpd="sng" algn="ctr">
                      <a:solidFill>
                        <a:schemeClr val="tx1"/>
                      </a:solidFill>
                      <a:prstDash val="solid"/>
                      <a:round/>
                      <a:headEnd type="none" w="med" len="med"/>
                      <a:tailEnd type="none" w="med" len="med"/>
                    </a:lnB>
                    <a:solidFill>
                      <a:schemeClr val="accent6">
                        <a:lumMod val="20000"/>
                        <a:lumOff val="80000"/>
                      </a:schemeClr>
                    </a:solidFill>
                  </a:tcPr>
                </a:tc>
              </a:tr>
              <a:tr h="351155">
                <a:tc>
                  <a:txBody>
                    <a:bodyPr/>
                    <a:lstStyle/>
                    <a:p>
                      <a:r>
                        <a:rPr lang="en-US" sz="2800">
                          <a:solidFill>
                            <a:schemeClr val="tx1"/>
                          </a:solidFill>
                        </a:rPr>
                        <a:t>(Obama, Honolulu)</a:t>
                      </a:r>
                      <a:endParaRPr lang="en-US" sz="2800">
                        <a:solidFill>
                          <a:schemeClr val="tx1"/>
                        </a:solidFill>
                      </a:endParaRPr>
                    </a:p>
                  </a:txBody>
                  <a:tcPr>
                    <a:lnR w="12700" cap="flat" cmpd="sng" algn="ctr">
                      <a:solidFill>
                        <a:schemeClr val="tx1"/>
                      </a:solidFill>
                      <a:prstDash val="solid"/>
                      <a:round/>
                      <a:headEnd type="none" w="med" len="med"/>
                      <a:tailEnd type="none" w="med" len="med"/>
                    </a:lnR>
                    <a:solidFill>
                      <a:schemeClr val="accent2">
                        <a:lumMod val="20000"/>
                        <a:lumOff val="80000"/>
                      </a:schemeClr>
                    </a:solidFill>
                  </a:tcPr>
                </a:tc>
                <a:tc>
                  <a:txBody>
                    <a:bodyPr/>
                    <a:lstStyle/>
                    <a:p>
                      <a:pPr algn="ctr"/>
                      <a:r>
                        <a:rPr lang="en-US" sz="1800" b="0" i="0" kern="1200">
                          <a:solidFill>
                            <a:schemeClr val="dk1"/>
                          </a:solidFill>
                          <a:effectLst/>
                          <a:latin typeface="+mn-lt"/>
                          <a:ea typeface="+mn-ea"/>
                          <a:cs typeface="+mn-cs"/>
                        </a:rPr>
                        <a:t>✔</a:t>
                      </a: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76250">
                <a:tc>
                  <a:txBody>
                    <a:bodyPr/>
                    <a:lstStyle/>
                    <a:p>
                      <a:r>
                        <a:rPr lang="en-US" sz="2800">
                          <a:solidFill>
                            <a:schemeClr val="tx1"/>
                          </a:solidFill>
                        </a:rPr>
                        <a:t>(Honolulu, Hawaii)</a:t>
                      </a:r>
                      <a:endParaRPr lang="en-US" sz="2800">
                        <a:solidFill>
                          <a:schemeClr val="tx1"/>
                        </a:solidFill>
                      </a:endParaRPr>
                    </a:p>
                  </a:txBody>
                  <a:tcPr>
                    <a:lnR w="12700" cap="flat" cmpd="sng" algn="ctr">
                      <a:solidFill>
                        <a:schemeClr val="tx1"/>
                      </a:solidFill>
                      <a:prstDash val="solid"/>
                      <a:round/>
                      <a:headEnd type="none" w="med" len="med"/>
                      <a:tailEnd type="none" w="med" len="med"/>
                    </a:lnR>
                    <a:solidFill>
                      <a:schemeClr val="accent2">
                        <a:lumMod val="20000"/>
                        <a:lumOff val="80000"/>
                      </a:schemeClr>
                    </a:solidFill>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0" i="0" kern="1200">
                          <a:solidFill>
                            <a:schemeClr val="dk1"/>
                          </a:solidFill>
                          <a:effectLst/>
                          <a:latin typeface="+mn-lt"/>
                          <a:ea typeface="+mn-ea"/>
                          <a:cs typeface="+mn-cs"/>
                        </a:rPr>
                        <a:t>✔</a:t>
                      </a: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01015">
                <a:tc>
                  <a:txBody>
                    <a:bodyPr/>
                    <a:lstStyle/>
                    <a:p>
                      <a:r>
                        <a:rPr lang="en-US" sz="2800">
                          <a:solidFill>
                            <a:schemeClr val="tx1"/>
                          </a:solidFill>
                        </a:rPr>
                        <a:t>(Bangkok, Thailand)</a:t>
                      </a:r>
                      <a:endParaRPr lang="en-US" sz="2800">
                        <a:solidFill>
                          <a:schemeClr val="tx1"/>
                        </a:solidFill>
                      </a:endParaRPr>
                    </a:p>
                  </a:txBody>
                  <a:tcPr>
                    <a:lnR w="12700" cap="flat" cmpd="sng" algn="ctr">
                      <a:solidFill>
                        <a:schemeClr val="tx1"/>
                      </a:solidFill>
                      <a:prstDash val="solid"/>
                      <a:round/>
                      <a:headEnd type="none" w="med" len="med"/>
                      <a:tailEnd type="none" w="med" len="med"/>
                    </a:lnR>
                    <a:solidFill>
                      <a:schemeClr val="accent2">
                        <a:lumMod val="20000"/>
                        <a:lumOff val="80000"/>
                      </a:schemeClr>
                    </a:solidFill>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0" i="0" kern="1200">
                          <a:solidFill>
                            <a:schemeClr val="dk1"/>
                          </a:solidFill>
                          <a:effectLst/>
                          <a:latin typeface="+mn-lt"/>
                          <a:ea typeface="+mn-ea"/>
                          <a:cs typeface="+mn-cs"/>
                        </a:rPr>
                        <a:t>✔</a:t>
                      </a: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48310">
                <a:tc>
                  <a:txBody>
                    <a:bodyPr/>
                    <a:lstStyle/>
                    <a:p>
                      <a:r>
                        <a:rPr lang="en-US" sz="2800">
                          <a:solidFill>
                            <a:schemeClr val="tx1"/>
                          </a:solidFill>
                        </a:rPr>
                        <a:t>(Einstein, Ulm)</a:t>
                      </a:r>
                      <a:endParaRPr lang="en-US" sz="2800">
                        <a:solidFill>
                          <a:schemeClr val="tx1"/>
                        </a:solidFill>
                      </a:endParaRPr>
                    </a:p>
                  </a:txBody>
                  <a:tcPr>
                    <a:lnR w="12700" cap="flat" cmpd="sng" algn="ctr">
                      <a:solidFill>
                        <a:schemeClr val="tx1"/>
                      </a:solidFill>
                      <a:prstDash val="solid"/>
                      <a:round/>
                      <a:headEnd type="none" w="med" len="med"/>
                      <a:tailEnd type="none" w="med" len="med"/>
                    </a:lnR>
                    <a:solidFill>
                      <a:schemeClr val="accent2">
                        <a:lumMod val="20000"/>
                        <a:lumOff val="80000"/>
                      </a:schemeClr>
                    </a:solidFill>
                  </a:tcPr>
                </a:tc>
                <a:tc>
                  <a:txBody>
                    <a:bodyPr/>
                    <a:lstStyle/>
                    <a:p>
                      <a:pPr algn="ctr"/>
                      <a:r>
                        <a:rPr lang="en-US" sz="1800" b="0" i="0" kern="1200">
                          <a:solidFill>
                            <a:schemeClr val="dk1"/>
                          </a:solidFill>
                          <a:effectLst/>
                          <a:latin typeface="+mn-lt"/>
                          <a:ea typeface="+mn-ea"/>
                          <a:cs typeface="+mn-cs"/>
                        </a:rPr>
                        <a:t>✔</a:t>
                      </a: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24180">
                <a:tc>
                  <a:txBody>
                    <a:bodyPr/>
                    <a:lstStyle/>
                    <a:p>
                      <a:r>
                        <a:rPr lang="en-US" sz="2800">
                          <a:solidFill>
                            <a:schemeClr val="tx1"/>
                          </a:solidFill>
                        </a:rPr>
                        <a:t>(Einstein, USA)</a:t>
                      </a:r>
                      <a:endParaRPr lang="en-US" sz="2800">
                        <a:solidFill>
                          <a:schemeClr val="tx1"/>
                        </a:solidFill>
                      </a:endParaRPr>
                    </a:p>
                  </a:txBody>
                  <a:tcPr>
                    <a:lnR w="12700" cap="flat" cmpd="sng" algn="ctr">
                      <a:solidFill>
                        <a:schemeClr val="tx1"/>
                      </a:solidFill>
                      <a:prstDash val="solid"/>
                      <a:round/>
                      <a:headEnd type="none" w="med" len="med"/>
                      <a:tailEnd type="none" w="med" len="med"/>
                    </a:lnR>
                    <a:solidFill>
                      <a:schemeClr val="accent2">
                        <a:lumMod val="20000"/>
                        <a:lumOff val="80000"/>
                      </a:schemeClr>
                    </a:solidFill>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0" i="0" kern="1200">
                          <a:solidFill>
                            <a:schemeClr val="dk1"/>
                          </a:solidFill>
                          <a:effectLst/>
                          <a:latin typeface="+mn-lt"/>
                          <a:ea typeface="+mn-ea"/>
                          <a:cs typeface="+mn-cs"/>
                        </a:rPr>
                        <a:t>✔</a:t>
                      </a: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4005">
                <a:tc>
                  <a:txBody>
                    <a:bodyPr/>
                    <a:lstStyle/>
                    <a:p>
                      <a:r>
                        <a:rPr lang="en-US" sz="2800">
                          <a:solidFill>
                            <a:schemeClr val="tx1"/>
                          </a:solidFill>
                        </a:rPr>
                        <a:t>(Obama, USA)</a:t>
                      </a:r>
                      <a:endParaRPr lang="en-US" sz="2800">
                        <a:solidFill>
                          <a:schemeClr val="tx1"/>
                        </a:solidFill>
                      </a:endParaRPr>
                    </a:p>
                  </a:txBody>
                  <a:tcPr>
                    <a:lnR w="12700" cap="flat" cmpd="sng" algn="ctr">
                      <a:solidFill>
                        <a:schemeClr val="tx1"/>
                      </a:solidFill>
                      <a:prstDash val="solid"/>
                      <a:round/>
                      <a:headEnd type="none" w="med" len="med"/>
                      <a:tailEnd type="none" w="med" len="med"/>
                    </a:lnR>
                    <a:solidFill>
                      <a:schemeClr val="accent2">
                        <a:lumMod val="20000"/>
                        <a:lumOff val="80000"/>
                      </a:schemeClr>
                    </a:solidFill>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0" i="0" kern="1200">
                          <a:solidFill>
                            <a:schemeClr val="dk1"/>
                          </a:solidFill>
                          <a:effectLst/>
                          <a:latin typeface="+mn-lt"/>
                          <a:ea typeface="+mn-ea"/>
                          <a:cs typeface="+mn-cs"/>
                        </a:rPr>
                        <a:t>✔</a:t>
                      </a:r>
                      <a:endParaRPr lang="en-US" sz="2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a:t>
            </a:r>
            <a:r>
              <a:rPr lang="en-US">
                <a:hlinkClick r:id="rId1"/>
              </a:rPr>
              <a:t>Universal schema</a:t>
            </a:r>
            <a:r>
              <a:rPr lang="en-US"/>
              <a:t>”</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sz="half" idx="1"/>
              </p:nvPr>
            </p:nvSpPr>
            <p:spPr/>
            <p:txBody>
              <a:bodyPr/>
              <a:lstStyle/>
              <a:p>
                <a:r>
                  <a:rPr lang="en-US"/>
                  <a:t>Can mix free text and canonical info sources into same table</a:t>
                </a:r>
                <a:endParaRPr lang="en-US"/>
              </a:p>
              <a:p>
                <a:r>
                  <a:rPr lang="en-US"/>
                  <a:t>Unifies open information extraction and closed relation classification </a:t>
                </a:r>
                <a:endParaRPr lang="en-US"/>
              </a:p>
              <a:p>
                <a:r>
                  <a:rPr lang="en-US"/>
                  <a:t>Sparsity and </a:t>
                </a:r>
                <a:r>
                  <a:rPr lang="en-US">
                    <a:hlinkClick r:id="rId2"/>
                  </a:rPr>
                  <a:t>OOV issues</a:t>
                </a:r>
                <a:endParaRPr lang="en-US"/>
              </a:p>
              <a:p>
                <a:r>
                  <a:rPr lang="en-US"/>
                  <a:t>Second option: simplify relation tensor </a:t>
                </a:r>
                <a14:m>
                  <m:oMath xmlns:m="http://schemas.openxmlformats.org/officeDocument/2006/math">
                    <m:r>
                      <a:rPr lang="en-US" b="1" i="0" dirty="0" smtClean="0">
                        <a:latin typeface="Cambria Math" panose="02040503050406030204" pitchFamily="18" charset="0"/>
                      </a:rPr>
                      <m:t>𝐌</m:t>
                    </m:r>
                  </m:oMath>
                </a14:m>
                <a:endParaRPr lang="en-US" b="1"/>
              </a:p>
              <a:p>
                <a:endParaRPr lang="en-US"/>
              </a:p>
            </p:txBody>
          </p:sp>
        </mc:Choice>
        <mc:Fallback>
          <p:sp>
            <p:nvSpPr>
              <p:cNvPr id="3" name="Content Placeholder 2"/>
              <p:cNvSpPr>
                <a:spLocks noRot="1" noChangeAspect="1" noMove="1" noResize="1" noEditPoints="1" noAdjustHandles="1" noChangeArrowheads="1" noChangeShapeType="1" noTextEdit="1"/>
              </p:cNvSpPr>
              <p:nvPr>
                <p:ph sz="half" idx="1"/>
              </p:nvPr>
            </p:nvSpPr>
            <p:spPr>
              <a:blipFill rotWithShape="1">
                <a:blip r:embed="rId3"/>
                <a:stretch>
                  <a:fillRect t="-11" b="6"/>
                </a:stretch>
              </a:blipFill>
            </p:spPr>
            <p:txBody>
              <a:bodyPr/>
              <a:lstStyle/>
              <a:p>
                <a:r>
                  <a:rPr lang="en-US" altLang="en-US">
                    <a:noFill/>
                  </a:rPr>
                  <a:t> </a:t>
                </a:r>
              </a:p>
            </p:txBody>
          </p:sp>
        </mc:Fallback>
      </mc:AlternateContent>
      <p:pic>
        <p:nvPicPr>
          <p:cNvPr id="6" name="Content Placeholder 5"/>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7051974" y="1037325"/>
            <a:ext cx="4187718" cy="5646738"/>
          </a:xfrm>
        </p:spPr>
      </p:pic>
      <mc:AlternateContent xmlns:mc="http://schemas.openxmlformats.org/markup-compatibility/2006" xmlns:p14="http://schemas.microsoft.com/office/powerpoint/2010/main">
        <mc:Choice Requires="p14">
          <p:contentPart r:id="rId5" p14:bwMode="auto">
            <p14:nvContentPartPr>
              <p14:cNvPr id="4" name="Ink 3"/>
              <p14:cNvContentPartPr/>
              <p14:nvPr/>
            </p14:nvContentPartPr>
            <p14:xfrm>
              <a:off x="3892320" y="261360"/>
              <a:ext cx="7368480" cy="6070320"/>
            </p14:xfrm>
          </p:contentPart>
        </mc:Choice>
        <mc:Fallback xmlns="">
          <p:pic>
            <p:nvPicPr>
              <p:cNvPr id="4" name="Ink 3"/>
            </p:nvPicPr>
            <p:blipFill>
              <a:blip r:embed="rId6"/>
            </p:blipFill>
            <p:spPr>
              <a:xfrm>
                <a:off x="3892320" y="261360"/>
                <a:ext cx="7368480" cy="6070320"/>
              </a:xfrm>
              <a:prstGeom prst="rect"/>
            </p:spPr>
          </p:pic>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a:t>Simplify relation tensor </a:t>
                </a:r>
                <a14:m>
                  <m:oMath xmlns:m="http://schemas.openxmlformats.org/officeDocument/2006/math">
                    <m:r>
                      <a:rPr lang="en-US" b="1" i="0" dirty="0" smtClean="0">
                        <a:latin typeface="Cambria Math" panose="02040503050406030204" pitchFamily="18" charset="0"/>
                      </a:rPr>
                      <m:t>𝐌</m:t>
                    </m:r>
                  </m:oMath>
                </a14:m>
                <a:endParaRPr lang="en-US"/>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b="72"/>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243965"/>
                <a:ext cx="6751320" cy="4933315"/>
              </a:xfrm>
            </p:spPr>
            <p:txBody>
              <a:bodyPr>
                <a:normAutofit/>
              </a:bodyPr>
              <a:lstStyle/>
              <a:p>
                <a14:m>
                  <m:oMath xmlns:m="http://schemas.openxmlformats.org/officeDocument/2006/math">
                    <m:r>
                      <a:rPr lang="en-US" b="1" i="0" smtClean="0">
                        <a:latin typeface="Cambria Math" panose="02040503050406030204" pitchFamily="18" charset="0"/>
                      </a:rPr>
                      <m:t>𝐗</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𝒂</m:t>
                        </m:r>
                      </m:e>
                      <m:sub>
                        <m:r>
                          <a:rPr lang="en-US" b="0" i="1" smtClean="0">
                            <a:latin typeface="Cambria Math" panose="02040503050406030204" pitchFamily="18" charset="0"/>
                          </a:rPr>
                          <m:t>𝑠</m:t>
                        </m:r>
                      </m:sub>
                      <m:sup>
                        <m:r>
                          <a:rPr lang="en-US" b="0" i="1" smtClean="0">
                            <a:latin typeface="Cambria Math" panose="02040503050406030204" pitchFamily="18" charset="0"/>
                            <a:ea typeface="Cambria Math" panose="02040503050406030204" pitchFamily="18" charset="0"/>
                          </a:rPr>
                          <m:t>⊺</m:t>
                        </m:r>
                      </m:sup>
                    </m:sSubSup>
                    <m:sSub>
                      <m:sSubPr>
                        <m:ctrlPr>
                          <a:rPr lang="en-US" b="0" i="1" smtClean="0">
                            <a:latin typeface="Cambria Math" panose="02040503050406030204" pitchFamily="18" charset="0"/>
                            <a:ea typeface="Cambria Math" panose="02040503050406030204" pitchFamily="18" charset="0"/>
                          </a:rPr>
                        </m:ctrlPr>
                      </m:sSubPr>
                      <m:e>
                        <m:r>
                          <a:rPr lang="en-US" b="1" i="0" smtClean="0">
                            <a:latin typeface="Cambria Math" panose="02040503050406030204" pitchFamily="18" charset="0"/>
                            <a:ea typeface="Cambria Math" panose="02040503050406030204" pitchFamily="18" charset="0"/>
                          </a:rPr>
                          <m:t>𝐌</m:t>
                        </m:r>
                      </m:e>
                      <m:sub>
                        <m:r>
                          <a:rPr lang="en-US" b="0" i="1" smtClean="0">
                            <a:latin typeface="Cambria Math" panose="02040503050406030204" pitchFamily="18" charset="0"/>
                            <a:ea typeface="Cambria Math" panose="02040503050406030204" pitchFamily="18" charset="0"/>
                          </a:rPr>
                          <m:t>𝑟</m:t>
                        </m:r>
                      </m:sub>
                    </m:sSub>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𝒂</m:t>
                        </m:r>
                      </m:e>
                      <m:sub>
                        <m:r>
                          <a:rPr lang="en-US" b="0" i="1" smtClean="0">
                            <a:latin typeface="Cambria Math" panose="02040503050406030204" pitchFamily="18" charset="0"/>
                            <a:ea typeface="Cambria Math" panose="02040503050406030204" pitchFamily="18" charset="0"/>
                          </a:rPr>
                          <m:t>𝑜</m:t>
                        </m:r>
                      </m:sub>
                    </m:sSub>
                  </m:oMath>
                </a14:m>
                <a:endParaRPr lang="en-US"/>
              </a:p>
              <a:p>
                <a:r>
                  <a:rPr lang="en-US"/>
                  <a:t>If </a:t>
                </a:r>
                <a14:m>
                  <m:oMath xmlns:m="http://schemas.openxmlformats.org/officeDocument/2006/math">
                    <m:sSub>
                      <m:sSubPr>
                        <m:ctrlPr>
                          <a:rPr lang="en-US" i="1" dirty="0" smtClean="0">
                            <a:latin typeface="Cambria Math" panose="02040503050406030204" pitchFamily="18" charset="0"/>
                          </a:rPr>
                        </m:ctrlPr>
                      </m:sSubPr>
                      <m:e>
                        <m:r>
                          <a:rPr lang="en-US" b="1" i="0" dirty="0" smtClean="0">
                            <a:latin typeface="Cambria Math" panose="02040503050406030204" pitchFamily="18" charset="0"/>
                          </a:rPr>
                          <m:t>𝐌</m:t>
                        </m:r>
                      </m:e>
                      <m:sub>
                        <m:r>
                          <a:rPr lang="en-US" i="1" dirty="0" smtClean="0">
                            <a:latin typeface="Cambria Math" panose="02040503050406030204" pitchFamily="18" charset="0"/>
                          </a:rPr>
                          <m:t>𝑟</m:t>
                        </m:r>
                      </m:sub>
                    </m:sSub>
                  </m:oMath>
                </a14:m>
                <a:r>
                  <a:rPr lang="en-US"/>
                  <a:t> is constrained to be diagonal, then we can simplify to</a:t>
                </a:r>
                <a:br>
                  <a:rPr lang="en-US"/>
                </a:br>
                <a14:m>
                  <m:oMathPara xmlns:m="http://schemas.openxmlformats.org/officeDocument/2006/math">
                    <m:oMathParaPr>
                      <m:jc m:val="centerGroup"/>
                    </m:oMathParaPr>
                    <m:oMath xmlns:m="http://schemas.openxmlformats.org/officeDocument/2006/math">
                      <m:r>
                        <a:rPr lang="en-US" b="1" i="0" smtClean="0">
                          <a:latin typeface="Cambria Math" panose="02040503050406030204" pitchFamily="18" charset="0"/>
                        </a:rPr>
                        <m:t>𝐗</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𝑑</m:t>
                          </m:r>
                        </m:sub>
                        <m:sup/>
                        <m:e>
                          <m:sSub>
                            <m:sSubPr>
                              <m:ctrlPr>
                                <a:rPr lang="en-US" b="0" i="1" smtClean="0">
                                  <a:latin typeface="Cambria Math" panose="02040503050406030204" pitchFamily="18" charset="0"/>
                                </a:rPr>
                              </m:ctrlPr>
                            </m:sSubPr>
                            <m:e>
                              <m:r>
                                <a:rPr lang="en-US" b="1" i="1" smtClean="0">
                                  <a:latin typeface="Cambria Math" panose="02040503050406030204" pitchFamily="18" charset="0"/>
                                </a:rPr>
                                <m:t>𝒔</m:t>
                              </m:r>
                            </m:e>
                            <m:sub>
                              <m:r>
                                <a:rPr lang="en-US" b="0" i="1" smtClean="0">
                                  <a:latin typeface="Cambria Math" panose="02040503050406030204" pitchFamily="18" charset="0"/>
                                </a:rPr>
                                <m:t>𝑑</m:t>
                              </m:r>
                            </m:sub>
                          </m:sSub>
                          <m:sSub>
                            <m:sSubPr>
                              <m:ctrlPr>
                                <a:rPr lang="en-US" b="0" i="1" smtClean="0">
                                  <a:latin typeface="Cambria Math" panose="02040503050406030204" pitchFamily="18" charset="0"/>
                                </a:rPr>
                              </m:ctrlPr>
                            </m:sSubPr>
                            <m:e>
                              <m:r>
                                <a:rPr lang="en-US" b="1" i="1" smtClean="0">
                                  <a:latin typeface="Cambria Math" panose="02040503050406030204" pitchFamily="18" charset="0"/>
                                </a:rPr>
                                <m:t>𝒓</m:t>
                              </m:r>
                            </m:e>
                            <m:sub>
                              <m:r>
                                <a:rPr lang="en-US" b="0" i="1" smtClean="0">
                                  <a:latin typeface="Cambria Math" panose="02040503050406030204" pitchFamily="18" charset="0"/>
                                </a:rPr>
                                <m:t>𝑑</m:t>
                              </m:r>
                            </m:sub>
                          </m:sSub>
                          <m:sSub>
                            <m:sSubPr>
                              <m:ctrlPr>
                                <a:rPr lang="en-US" b="0" i="1" smtClean="0">
                                  <a:latin typeface="Cambria Math" panose="02040503050406030204" pitchFamily="18" charset="0"/>
                                </a:rPr>
                              </m:ctrlPr>
                            </m:sSubPr>
                            <m:e>
                              <m:r>
                                <a:rPr lang="en-US" b="1" i="1" smtClean="0">
                                  <a:latin typeface="Cambria Math" panose="02040503050406030204" pitchFamily="18" charset="0"/>
                                </a:rPr>
                                <m:t>𝒐</m:t>
                              </m:r>
                            </m:e>
                            <m:sub>
                              <m:r>
                                <a:rPr lang="en-US" b="0" i="1" smtClean="0">
                                  <a:latin typeface="Cambria Math" panose="02040503050406030204" pitchFamily="18" charset="0"/>
                                </a:rPr>
                                <m:t>𝑑</m:t>
                              </m:r>
                            </m:sub>
                          </m:sSub>
                        </m:e>
                      </m:nary>
                    </m:oMath>
                  </m:oMathPara>
                </a14:m>
                <a:endParaRPr lang="en-US"/>
              </a:p>
              <a:p>
                <a:r>
                  <a:rPr lang="en-US"/>
                  <a:t>Shorthand: </a:t>
                </a:r>
                <a14:m>
                  <m:oMath xmlns:m="http://schemas.openxmlformats.org/officeDocument/2006/math">
                    <m:d>
                      <m:dPr>
                        <m:begChr m:val="⟨"/>
                        <m:endChr m:val="⟩"/>
                        <m:ctrlPr>
                          <a:rPr lang="en-US" i="1" smtClean="0">
                            <a:latin typeface="Cambria Math" panose="02040503050406030204" pitchFamily="18" charset="0"/>
                          </a:rPr>
                        </m:ctrlPr>
                      </m:dPr>
                      <m:e>
                        <m:r>
                          <a:rPr lang="en-US" b="1" i="1" smtClean="0">
                            <a:latin typeface="Cambria Math" panose="02040503050406030204" pitchFamily="18" charset="0"/>
                          </a:rPr>
                          <m:t>𝒔</m:t>
                        </m:r>
                        <m:r>
                          <a:rPr lang="en-US" b="0" i="1" smtClean="0">
                            <a:latin typeface="Cambria Math" panose="02040503050406030204" pitchFamily="18" charset="0"/>
                          </a:rPr>
                          <m:t>,</m:t>
                        </m:r>
                        <m:r>
                          <a:rPr lang="en-US" b="1" i="1" smtClean="0">
                            <a:latin typeface="Cambria Math" panose="02040503050406030204" pitchFamily="18" charset="0"/>
                          </a:rPr>
                          <m:t>𝒓</m:t>
                        </m:r>
                        <m:r>
                          <a:rPr lang="en-US" b="0" i="1" smtClean="0">
                            <a:latin typeface="Cambria Math" panose="02040503050406030204" pitchFamily="18" charset="0"/>
                          </a:rPr>
                          <m:t>,</m:t>
                        </m:r>
                        <m:r>
                          <a:rPr lang="en-US" b="1" i="1" smtClean="0">
                            <a:latin typeface="Cambria Math" panose="02040503050406030204" pitchFamily="18" charset="0"/>
                          </a:rPr>
                          <m:t>𝒐</m:t>
                        </m:r>
                      </m:e>
                    </m:d>
                  </m:oMath>
                </a14:m>
                <a:endParaRPr lang="en-US"/>
              </a:p>
              <a:p>
                <a:r>
                  <a:rPr lang="en-US"/>
                  <a:t>Called </a:t>
                </a:r>
                <a:r>
                  <a:rPr lang="en-US" err="1">
                    <a:hlinkClick r:id="rId2"/>
                  </a:rPr>
                  <a:t>DistMult</a:t>
                </a:r>
                <a:endParaRPr lang="en-US"/>
              </a:p>
              <a:p>
                <a:r>
                  <a:rPr lang="en-US"/>
                  <a:t>Faster to train than general </a:t>
                </a:r>
                <a14:m>
                  <m:oMath xmlns:m="http://schemas.openxmlformats.org/officeDocument/2006/math">
                    <m:r>
                      <a:rPr lang="en-US" b="1" i="0" dirty="0" smtClean="0">
                        <a:latin typeface="Cambria Math" panose="02040503050406030204" pitchFamily="18" charset="0"/>
                      </a:rPr>
                      <m:t>𝐌</m:t>
                    </m:r>
                  </m:oMath>
                </a14:m>
                <a:endParaRPr lang="en-US" b="1"/>
              </a:p>
              <a:p>
                <a:r>
                  <a:rPr lang="en-US"/>
                  <a:t>Clearly, cannot handle asymmetry and anti-symmetry</a:t>
                </a:r>
                <a:endParaRPr lang="en-US"/>
              </a:p>
              <a:p>
                <a:endParaRPr lang="en-US"/>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838200" y="1243965"/>
                <a:ext cx="6751320" cy="4933315"/>
              </a:xfrm>
              <a:blipFill rotWithShape="1">
                <a:blip r:embed="rId3"/>
                <a:stretch>
                  <a:fillRect/>
                </a:stretch>
              </a:blipFill>
            </p:spPr>
            <p:txBody>
              <a:bodyPr/>
              <a:lstStyle/>
              <a:p>
                <a:r>
                  <a:rPr lang="en-US" altLang="en-US">
                    <a:noFill/>
                  </a:rPr>
                  <a:t> </a:t>
                </a:r>
              </a:p>
            </p:txBody>
          </p:sp>
        </mc:Fallback>
      </mc:AlternateContent>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54924" t="-3" r="146" b="11248"/>
          <a:stretch>
            <a:fillRect/>
          </a:stretch>
        </p:blipFill>
        <p:spPr>
          <a:xfrm>
            <a:off x="8705088" y="835268"/>
            <a:ext cx="2743200" cy="2240280"/>
          </a:xfrm>
          <a:prstGeom prst="rect">
            <a:avLst/>
          </a:prstGeom>
        </p:spPr>
      </p:pic>
      <mc:AlternateContent xmlns:mc="http://schemas.openxmlformats.org/markup-compatibility/2006">
        <mc:Choice xmlns:a14="http://schemas.microsoft.com/office/drawing/2010/main" Requires="a14">
          <p:sp>
            <p:nvSpPr>
              <p:cNvPr id="6" name="Rectangle 5"/>
              <p:cNvSpPr/>
              <p:nvPr/>
            </p:nvSpPr>
            <p:spPr>
              <a:xfrm>
                <a:off x="8549640" y="3566160"/>
                <a:ext cx="1097280" cy="256032"/>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n-US" i="1" smtClean="0">
                              <a:solidFill>
                                <a:schemeClr val="tx1"/>
                              </a:solidFill>
                              <a:latin typeface="Cambria Math" panose="02040503050406030204" pitchFamily="18" charset="0"/>
                            </a:rPr>
                          </m:ctrlPr>
                        </m:sSubSupPr>
                        <m:e>
                          <m:r>
                            <a:rPr lang="en-US" b="1" i="1">
                              <a:solidFill>
                                <a:schemeClr val="tx1"/>
                              </a:solidFill>
                              <a:latin typeface="Cambria Math" panose="02040503050406030204" pitchFamily="18" charset="0"/>
                            </a:rPr>
                            <m:t>𝒂</m:t>
                          </m:r>
                        </m:e>
                        <m:sub>
                          <m:r>
                            <a:rPr lang="en-US" i="1">
                              <a:solidFill>
                                <a:schemeClr val="tx1"/>
                              </a:solidFill>
                              <a:latin typeface="Cambria Math" panose="02040503050406030204" pitchFamily="18" charset="0"/>
                            </a:rPr>
                            <m:t>𝑠</m:t>
                          </m:r>
                        </m:sub>
                        <m:sup>
                          <m:r>
                            <a:rPr lang="en-US" i="1">
                              <a:solidFill>
                                <a:schemeClr val="tx1"/>
                              </a:solidFill>
                              <a:latin typeface="Cambria Math" panose="02040503050406030204" pitchFamily="18" charset="0"/>
                              <a:ea typeface="Cambria Math" panose="02040503050406030204" pitchFamily="18" charset="0"/>
                            </a:rPr>
                            <m:t>⊺</m:t>
                          </m:r>
                        </m:sup>
                      </m:sSubSup>
                    </m:oMath>
                  </m:oMathPara>
                </a14:m>
                <a:endParaRPr lang="en-US">
                  <a:solidFill>
                    <a:schemeClr val="tx1"/>
                  </a:solidFill>
                </a:endParaRPr>
              </a:p>
            </p:txBody>
          </p:sp>
        </mc:Choice>
        <mc:Fallback>
          <p:sp>
            <p:nvSpPr>
              <p:cNvPr id="6" name="Rectangle 5"/>
              <p:cNvSpPr>
                <a:spLocks noRot="1" noChangeAspect="1" noMove="1" noResize="1" noEditPoints="1" noAdjustHandles="1" noChangeArrowheads="1" noChangeShapeType="1" noTextEdit="1"/>
              </p:cNvSpPr>
              <p:nvPr/>
            </p:nvSpPr>
            <p:spPr>
              <a:xfrm>
                <a:off x="8549640" y="3566160"/>
                <a:ext cx="1097280" cy="256032"/>
              </a:xfrm>
              <a:prstGeom prst="rect">
                <a:avLst/>
              </a:prstGeom>
              <a:blipFill rotWithShape="1">
                <a:blip r:embed="rId5"/>
                <a:stretch>
                  <a:fillRect l="-579" t="-3720" r="-579" b="-4167"/>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7" name="Rectangle 6"/>
              <p:cNvSpPr/>
              <p:nvPr/>
            </p:nvSpPr>
            <p:spPr>
              <a:xfrm>
                <a:off x="9811512" y="3566160"/>
                <a:ext cx="1097280" cy="109728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b="0" i="1" smtClean="0">
                              <a:solidFill>
                                <a:schemeClr val="tx1"/>
                              </a:solidFill>
                              <a:latin typeface="Cambria Math" panose="02040503050406030204" pitchFamily="18" charset="0"/>
                            </a:rPr>
                          </m:ctrlPr>
                        </m:sSubPr>
                        <m:e>
                          <m:r>
                            <a:rPr lang="en-US" sz="2800" b="1" i="1" smtClean="0">
                              <a:solidFill>
                                <a:schemeClr val="tx1"/>
                              </a:solidFill>
                              <a:latin typeface="Cambria Math" panose="02040503050406030204" pitchFamily="18" charset="0"/>
                            </a:rPr>
                            <m:t>𝑴</m:t>
                          </m:r>
                        </m:e>
                        <m:sub>
                          <m:r>
                            <a:rPr lang="en-US" sz="2800" b="0" i="1" smtClean="0">
                              <a:solidFill>
                                <a:schemeClr val="tx1"/>
                              </a:solidFill>
                              <a:latin typeface="Cambria Math" panose="02040503050406030204" pitchFamily="18" charset="0"/>
                            </a:rPr>
                            <m:t>𝑟</m:t>
                          </m:r>
                        </m:sub>
                      </m:sSub>
                    </m:oMath>
                  </m:oMathPara>
                </a14:m>
                <a:endParaRPr lang="en-US" sz="2800">
                  <a:solidFill>
                    <a:schemeClr val="tx1"/>
                  </a:solidFill>
                </a:endParaRPr>
              </a:p>
            </p:txBody>
          </p:sp>
        </mc:Choice>
        <mc:Fallback>
          <p:sp>
            <p:nvSpPr>
              <p:cNvPr id="7" name="Rectangle 6"/>
              <p:cNvSpPr>
                <a:spLocks noRot="1" noChangeAspect="1" noMove="1" noResize="1" noEditPoints="1" noAdjustHandles="1" noChangeArrowheads="1" noChangeShapeType="1" noTextEdit="1"/>
              </p:cNvSpPr>
              <p:nvPr/>
            </p:nvSpPr>
            <p:spPr>
              <a:xfrm>
                <a:off x="9811512" y="3566160"/>
                <a:ext cx="1097280" cy="1097280"/>
              </a:xfrm>
              <a:prstGeom prst="rect">
                <a:avLst/>
              </a:prstGeom>
              <a:blipFill rotWithShape="1">
                <a:blip r:embed="rId6"/>
                <a:stretch>
                  <a:fillRect l="-590" t="-579" r="-567" b="-579"/>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8" name="Rectangle 7"/>
              <p:cNvSpPr/>
              <p:nvPr/>
            </p:nvSpPr>
            <p:spPr>
              <a:xfrm rot="16200000">
                <a:off x="10643616" y="3986784"/>
                <a:ext cx="1097280" cy="25603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ea typeface="Cambria Math" panose="02040503050406030204" pitchFamily="18" charset="0"/>
                            </a:rPr>
                          </m:ctrlPr>
                        </m:sSubPr>
                        <m:e>
                          <m:r>
                            <a:rPr lang="en-US" b="1" i="1">
                              <a:solidFill>
                                <a:schemeClr val="tx1"/>
                              </a:solidFill>
                              <a:latin typeface="Cambria Math" panose="02040503050406030204" pitchFamily="18" charset="0"/>
                              <a:ea typeface="Cambria Math" panose="02040503050406030204" pitchFamily="18" charset="0"/>
                            </a:rPr>
                            <m:t>𝒂</m:t>
                          </m:r>
                        </m:e>
                        <m:sub>
                          <m:r>
                            <a:rPr lang="en-US" i="1">
                              <a:solidFill>
                                <a:schemeClr val="tx1"/>
                              </a:solidFill>
                              <a:latin typeface="Cambria Math" panose="02040503050406030204" pitchFamily="18" charset="0"/>
                              <a:ea typeface="Cambria Math" panose="02040503050406030204" pitchFamily="18" charset="0"/>
                            </a:rPr>
                            <m:t>𝑜</m:t>
                          </m:r>
                        </m:sub>
                      </m:sSub>
                    </m:oMath>
                  </m:oMathPara>
                </a14:m>
                <a:endParaRPr lang="en-US">
                  <a:solidFill>
                    <a:schemeClr val="tx1"/>
                  </a:solidFill>
                </a:endParaRPr>
              </a:p>
            </p:txBody>
          </p:sp>
        </mc:Choice>
        <mc:Fallback>
          <p:sp>
            <p:nvSpPr>
              <p:cNvPr id="8" name="Rectangle 7"/>
              <p:cNvSpPr>
                <a:spLocks noRot="1" noChangeAspect="1" noMove="1" noResize="1" noEditPoints="1" noAdjustHandles="1" noChangeArrowheads="1" noChangeShapeType="1" noTextEdit="1"/>
              </p:cNvSpPr>
              <p:nvPr/>
            </p:nvSpPr>
            <p:spPr>
              <a:xfrm rot="16200000">
                <a:off x="10643616" y="3986784"/>
                <a:ext cx="1097280" cy="256032"/>
              </a:xfrm>
              <a:prstGeom prst="rect">
                <a:avLst/>
              </a:prstGeom>
              <a:blipFill rotWithShape="1">
                <a:blip r:embed="rId7"/>
                <a:stretch>
                  <a:fillRect l="37523" t="-166766" r="37419" b="-166766"/>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9" name="Rectangle 8"/>
              <p:cNvSpPr/>
              <p:nvPr/>
            </p:nvSpPr>
            <p:spPr>
              <a:xfrm rot="16200000">
                <a:off x="8970264" y="5678424"/>
                <a:ext cx="1097280" cy="25603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𝒔</m:t>
                      </m:r>
                    </m:oMath>
                  </m:oMathPara>
                </a14:m>
                <a:endParaRPr lang="en-US" b="1">
                  <a:solidFill>
                    <a:schemeClr val="tx1"/>
                  </a:solidFill>
                </a:endParaRPr>
              </a:p>
            </p:txBody>
          </p:sp>
        </mc:Choice>
        <mc:Fallback>
          <p:sp>
            <p:nvSpPr>
              <p:cNvPr id="9" name="Rectangle 8"/>
              <p:cNvSpPr>
                <a:spLocks noRot="1" noChangeAspect="1" noMove="1" noResize="1" noEditPoints="1" noAdjustHandles="1" noChangeArrowheads="1" noChangeShapeType="1" noTextEdit="1"/>
              </p:cNvSpPr>
              <p:nvPr/>
            </p:nvSpPr>
            <p:spPr>
              <a:xfrm rot="16200000">
                <a:off x="8970264" y="5678424"/>
                <a:ext cx="1097280" cy="256032"/>
              </a:xfrm>
              <a:prstGeom prst="rect">
                <a:avLst/>
              </a:prstGeom>
              <a:blipFill rotWithShape="1">
                <a:blip r:embed="rId8"/>
                <a:stretch>
                  <a:fillRect l="37477" t="-166766" r="37523" b="-166766"/>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0" name="Rectangle 9"/>
              <p:cNvSpPr/>
              <p:nvPr/>
            </p:nvSpPr>
            <p:spPr>
              <a:xfrm rot="16200000">
                <a:off x="9528048" y="5678424"/>
                <a:ext cx="1097280" cy="256032"/>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𝒓</m:t>
                      </m:r>
                    </m:oMath>
                  </m:oMathPara>
                </a14:m>
                <a:endParaRPr lang="en-US" b="1">
                  <a:solidFill>
                    <a:schemeClr val="tx1"/>
                  </a:solidFill>
                </a:endParaRPr>
              </a:p>
            </p:txBody>
          </p:sp>
        </mc:Choice>
        <mc:Fallback>
          <p:sp>
            <p:nvSpPr>
              <p:cNvPr id="10" name="Rectangle 9"/>
              <p:cNvSpPr>
                <a:spLocks noRot="1" noChangeAspect="1" noMove="1" noResize="1" noEditPoints="1" noAdjustHandles="1" noChangeArrowheads="1" noChangeShapeType="1" noTextEdit="1"/>
              </p:cNvSpPr>
              <p:nvPr/>
            </p:nvSpPr>
            <p:spPr>
              <a:xfrm rot="16200000">
                <a:off x="9528048" y="5678424"/>
                <a:ext cx="1097280" cy="256032"/>
              </a:xfrm>
              <a:prstGeom prst="rect">
                <a:avLst/>
              </a:prstGeom>
              <a:blipFill rotWithShape="1">
                <a:blip r:embed="rId9"/>
                <a:stretch>
                  <a:fillRect l="37512" t="-166766" r="37488" b="-166766"/>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1" name="Rectangle 10"/>
              <p:cNvSpPr/>
              <p:nvPr/>
            </p:nvSpPr>
            <p:spPr>
              <a:xfrm rot="16200000">
                <a:off x="10085832" y="5678424"/>
                <a:ext cx="1097280" cy="25603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𝒐</m:t>
                      </m:r>
                    </m:oMath>
                  </m:oMathPara>
                </a14:m>
                <a:endParaRPr lang="en-US" b="1">
                  <a:solidFill>
                    <a:schemeClr val="tx1"/>
                  </a:solidFill>
                </a:endParaRPr>
              </a:p>
            </p:txBody>
          </p:sp>
        </mc:Choice>
        <mc:Fallback>
          <p:sp>
            <p:nvSpPr>
              <p:cNvPr id="11" name="Rectangle 10"/>
              <p:cNvSpPr>
                <a:spLocks noRot="1" noChangeAspect="1" noMove="1" noResize="1" noEditPoints="1" noAdjustHandles="1" noChangeArrowheads="1" noChangeShapeType="1" noTextEdit="1"/>
              </p:cNvSpPr>
              <p:nvPr/>
            </p:nvSpPr>
            <p:spPr>
              <a:xfrm rot="16200000">
                <a:off x="10085832" y="5678424"/>
                <a:ext cx="1097280" cy="256032"/>
              </a:xfrm>
              <a:prstGeom prst="rect">
                <a:avLst/>
              </a:prstGeom>
              <a:blipFill rotWithShape="1">
                <a:blip r:embed="rId10"/>
                <a:stretch>
                  <a:fillRect l="37488" t="-166766" r="37512" b="-166766"/>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12" name="Freeform: Shape 11"/>
          <p:cNvSpPr/>
          <p:nvPr/>
        </p:nvSpPr>
        <p:spPr>
          <a:xfrm>
            <a:off x="8922330" y="5209308"/>
            <a:ext cx="295563" cy="1200727"/>
          </a:xfrm>
          <a:custGeom>
            <a:avLst/>
            <a:gdLst>
              <a:gd name="connsiteX0" fmla="*/ 277090 w 295563"/>
              <a:gd name="connsiteY0" fmla="*/ 0 h 1200727"/>
              <a:gd name="connsiteX1" fmla="*/ 0 w 295563"/>
              <a:gd name="connsiteY1" fmla="*/ 591127 h 1200727"/>
              <a:gd name="connsiteX2" fmla="*/ 295563 w 295563"/>
              <a:gd name="connsiteY2" fmla="*/ 1200727 h 1200727"/>
            </a:gdLst>
            <a:ahLst/>
            <a:cxnLst>
              <a:cxn ang="0">
                <a:pos x="connsiteX0" y="connsiteY0"/>
              </a:cxn>
              <a:cxn ang="0">
                <a:pos x="connsiteX1" y="connsiteY1"/>
              </a:cxn>
              <a:cxn ang="0">
                <a:pos x="connsiteX2" y="connsiteY2"/>
              </a:cxn>
            </a:cxnLst>
            <a:rect l="l" t="t" r="r" b="b"/>
            <a:pathLst>
              <a:path w="295563" h="1200727">
                <a:moveTo>
                  <a:pt x="277090" y="0"/>
                </a:moveTo>
                <a:lnTo>
                  <a:pt x="0" y="591127"/>
                </a:lnTo>
                <a:lnTo>
                  <a:pt x="295563" y="1200727"/>
                </a:ln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13" name="Freeform: Shape 12"/>
          <p:cNvSpPr/>
          <p:nvPr/>
        </p:nvSpPr>
        <p:spPr>
          <a:xfrm flipH="1">
            <a:off x="10885060" y="5223168"/>
            <a:ext cx="295563" cy="1200727"/>
          </a:xfrm>
          <a:custGeom>
            <a:avLst/>
            <a:gdLst>
              <a:gd name="connsiteX0" fmla="*/ 277090 w 295563"/>
              <a:gd name="connsiteY0" fmla="*/ 0 h 1200727"/>
              <a:gd name="connsiteX1" fmla="*/ 0 w 295563"/>
              <a:gd name="connsiteY1" fmla="*/ 591127 h 1200727"/>
              <a:gd name="connsiteX2" fmla="*/ 295563 w 295563"/>
              <a:gd name="connsiteY2" fmla="*/ 1200727 h 1200727"/>
            </a:gdLst>
            <a:ahLst/>
            <a:cxnLst>
              <a:cxn ang="0">
                <a:pos x="connsiteX0" y="connsiteY0"/>
              </a:cxn>
              <a:cxn ang="0">
                <a:pos x="connsiteX1" y="connsiteY1"/>
              </a:cxn>
              <a:cxn ang="0">
                <a:pos x="connsiteX2" y="connsiteY2"/>
              </a:cxn>
            </a:cxnLst>
            <a:rect l="l" t="t" r="r" b="b"/>
            <a:pathLst>
              <a:path w="295563" h="1200727">
                <a:moveTo>
                  <a:pt x="277090" y="0"/>
                </a:moveTo>
                <a:lnTo>
                  <a:pt x="0" y="591127"/>
                </a:lnTo>
                <a:lnTo>
                  <a:pt x="295563" y="1200727"/>
                </a:ln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cxnSp>
        <p:nvCxnSpPr>
          <p:cNvPr id="15" name="Straight Connector 14"/>
          <p:cNvCxnSpPr>
            <a:stCxn id="9" idx="2"/>
            <a:endCxn id="10" idx="0"/>
          </p:cNvCxnSpPr>
          <p:nvPr/>
        </p:nvCxnSpPr>
        <p:spPr>
          <a:xfrm>
            <a:off x="9646920" y="5806440"/>
            <a:ext cx="301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0" idx="2"/>
            <a:endCxn id="11" idx="0"/>
          </p:cNvCxnSpPr>
          <p:nvPr/>
        </p:nvCxnSpPr>
        <p:spPr>
          <a:xfrm>
            <a:off x="10204704" y="5806440"/>
            <a:ext cx="301752"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r:id="rId11" p14:bwMode="auto">
            <p14:nvContentPartPr>
              <p14:cNvPr id="4" name="Ink 3"/>
              <p14:cNvContentPartPr/>
              <p14:nvPr/>
            </p14:nvContentPartPr>
            <p14:xfrm>
              <a:off x="4580280" y="3566160"/>
              <a:ext cx="6266520" cy="2157120"/>
            </p14:xfrm>
          </p:contentPart>
        </mc:Choice>
        <mc:Fallback xmlns="">
          <p:pic>
            <p:nvPicPr>
              <p:cNvPr id="4" name="Ink 3"/>
            </p:nvPicPr>
            <p:blipFill>
              <a:blip r:embed="rId12"/>
            </p:blipFill>
            <p:spPr>
              <a:xfrm>
                <a:off x="4580280" y="3566160"/>
                <a:ext cx="6266520" cy="215712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4" name="Ink 13"/>
              <p14:cNvContentPartPr/>
              <p14:nvPr/>
            </p14:nvContentPartPr>
            <p14:xfrm>
              <a:off x="82800" y="666360"/>
              <a:ext cx="11839680" cy="6479640"/>
            </p14:xfrm>
          </p:contentPart>
        </mc:Choice>
        <mc:Fallback xmlns="">
          <p:pic>
            <p:nvPicPr>
              <p:cNvPr id="14" name="Ink 13"/>
            </p:nvPicPr>
            <p:blipFill>
              <a:blip r:embed="rId14"/>
            </p:blipFill>
            <p:spPr>
              <a:xfrm>
                <a:off x="82800" y="666360"/>
                <a:ext cx="11839680" cy="647964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6" name="Ink 15"/>
              <p14:cNvContentPartPr/>
              <p14:nvPr/>
            </p14:nvContentPartPr>
            <p14:xfrm>
              <a:off x="8691120" y="3200400"/>
              <a:ext cx="3231360" cy="1580760"/>
            </p14:xfrm>
          </p:contentPart>
        </mc:Choice>
        <mc:Fallback xmlns="">
          <p:pic>
            <p:nvPicPr>
              <p:cNvPr id="16" name="Ink 15"/>
            </p:nvPicPr>
            <p:blipFill>
              <a:blip r:embed="rId16"/>
            </p:blipFill>
            <p:spPr>
              <a:xfrm>
                <a:off x="8691120" y="3200400"/>
                <a:ext cx="3231360" cy="1580760"/>
              </a:xfrm>
              <a:prstGeom prst="rect"/>
            </p:spPr>
          </p:pic>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Has </a:t>
            </a:r>
            <a:r>
              <a:rPr lang="en-US" err="1"/>
              <a:t>DistMult</a:t>
            </a:r>
            <a:r>
              <a:rPr lang="en-US"/>
              <a:t> been stress-tested?</a:t>
            </a:r>
            <a:endParaRPr lang="en-US"/>
          </a:p>
        </p:txBody>
      </p:sp>
      <mc:AlternateContent xmlns:mc="http://schemas.openxmlformats.org/markup-compatibility/2006">
        <mc:Choice xmlns:a14="http://schemas.microsoft.com/office/drawing/2010/main" Requires="a14">
          <p:sp>
            <p:nvSpPr>
              <p:cNvPr id="6" name="Content Placeholder 5"/>
              <p:cNvSpPr>
                <a:spLocks noGrp="1"/>
              </p:cNvSpPr>
              <p:nvPr>
                <p:ph idx="1"/>
              </p:nvPr>
            </p:nvSpPr>
            <p:spPr/>
            <p:txBody>
              <a:bodyPr>
                <a:normAutofit/>
              </a:bodyPr>
              <a:lstStyle/>
              <a:p>
                <a:pPr marL="0" indent="0">
                  <a:buNone/>
                </a:pPr>
                <a:r>
                  <a:rPr lang="en-US" sz="3200"/>
                  <a:t>“</a:t>
                </a:r>
                <a:r>
                  <a:rPr lang="en-US" sz="3200">
                    <a:solidFill>
                      <a:schemeClr val="bg2">
                        <a:lumMod val="90000"/>
                      </a:schemeClr>
                    </a:solidFill>
                  </a:rPr>
                  <a:t>The</a:t>
                </a:r>
                <a:r>
                  <a:rPr lang="en-US" sz="3200"/>
                  <a:t> good performances of </a:t>
                </a:r>
                <a:r>
                  <a:rPr lang="en-US" sz="3200" err="1"/>
                  <a:t>DistMult</a:t>
                </a:r>
                <a:r>
                  <a:rPr lang="en-US" sz="3200"/>
                  <a:t> on notoriously nonsymmetric datasets </a:t>
                </a:r>
                <a:r>
                  <a:rPr lang="en-US" sz="3200">
                    <a:solidFill>
                      <a:schemeClr val="bg2">
                        <a:lumMod val="90000"/>
                      </a:schemeClr>
                    </a:solidFill>
                  </a:rPr>
                  <a:t>such as FB15K or WN18</a:t>
                </a:r>
                <a:r>
                  <a:rPr lang="en-US" sz="3200">
                    <a:solidFill>
                      <a:schemeClr val="bg2">
                        <a:lumMod val="75000"/>
                      </a:schemeClr>
                    </a:solidFill>
                  </a:rPr>
                  <a:t> </a:t>
                </a:r>
                <a:r>
                  <a:rPr lang="en-US" sz="3200"/>
                  <a:t>are surprising. </a:t>
                </a:r>
                <a:r>
                  <a:rPr lang="en-US" sz="3200">
                    <a:solidFill>
                      <a:schemeClr val="bg2">
                        <a:lumMod val="90000"/>
                      </a:schemeClr>
                    </a:solidFill>
                  </a:rPr>
                  <a:t>First, let us note that</a:t>
                </a:r>
                <a:r>
                  <a:rPr lang="en-US" sz="3200"/>
                  <a:t> for the symmetricity to become an issue, one would have to </a:t>
                </a:r>
                <a:r>
                  <a:rPr lang="en-US" sz="3200">
                    <a:effectLst>
                      <a:glow rad="101600">
                        <a:schemeClr val="accent4">
                          <a:satMod val="175000"/>
                          <a:alpha val="40000"/>
                        </a:schemeClr>
                      </a:glow>
                    </a:effectLst>
                  </a:rPr>
                  <a:t>evaluate queries </a:t>
                </a:r>
                <a14:m>
                  <m:oMath xmlns:m="http://schemas.openxmlformats.org/officeDocument/2006/math">
                    <m:r>
                      <a:rPr lang="en-US" sz="3200" i="1" dirty="0" smtClean="0">
                        <a:effectLst>
                          <a:glow rad="101600">
                            <a:schemeClr val="accent4">
                              <a:satMod val="175000"/>
                              <a:alpha val="40000"/>
                            </a:schemeClr>
                          </a:glow>
                        </a:effectLst>
                        <a:latin typeface="Cambria Math" panose="02040503050406030204" pitchFamily="18" charset="0"/>
                      </a:rPr>
                      <m:t>(</m:t>
                    </m:r>
                    <m:r>
                      <a:rPr lang="en-US" sz="3200" i="1" dirty="0">
                        <a:effectLst>
                          <a:glow rad="101600">
                            <a:schemeClr val="accent4">
                              <a:satMod val="175000"/>
                              <a:alpha val="40000"/>
                            </a:schemeClr>
                          </a:glow>
                        </a:effectLst>
                        <a:latin typeface="Cambria Math" panose="02040503050406030204" pitchFamily="18" charset="0"/>
                      </a:rPr>
                      <m:t>𝑠</m:t>
                    </m:r>
                    <m:r>
                      <a:rPr lang="en-US" sz="3200" i="1" dirty="0" smtClean="0">
                        <a:effectLst>
                          <a:glow rad="101600">
                            <a:schemeClr val="accent4">
                              <a:satMod val="175000"/>
                              <a:alpha val="40000"/>
                            </a:schemeClr>
                          </a:glow>
                        </a:effectLst>
                        <a:latin typeface="Cambria Math" panose="02040503050406030204" pitchFamily="18" charset="0"/>
                      </a:rPr>
                      <m:t>, </m:t>
                    </m:r>
                    <m:r>
                      <a:rPr lang="en-US" sz="3200" i="1" dirty="0" smtClean="0">
                        <a:effectLst>
                          <a:glow rad="101600">
                            <a:schemeClr val="accent4">
                              <a:satMod val="175000"/>
                              <a:alpha val="40000"/>
                            </a:schemeClr>
                          </a:glow>
                        </a:effectLst>
                        <a:latin typeface="Cambria Math" panose="02040503050406030204" pitchFamily="18" charset="0"/>
                      </a:rPr>
                      <m:t>𝑟</m:t>
                    </m:r>
                    <m:r>
                      <a:rPr lang="en-US" sz="3200" i="1" dirty="0" smtClean="0">
                        <a:effectLst>
                          <a:glow rad="101600">
                            <a:schemeClr val="accent4">
                              <a:satMod val="175000"/>
                              <a:alpha val="40000"/>
                            </a:schemeClr>
                          </a:glow>
                        </a:effectLst>
                        <a:latin typeface="Cambria Math" panose="02040503050406030204" pitchFamily="18" charset="0"/>
                      </a:rPr>
                      <m:t>, ?)</m:t>
                    </m:r>
                  </m:oMath>
                </a14:m>
                <a:r>
                  <a:rPr lang="en-US" sz="3200">
                    <a:effectLst>
                      <a:glow rad="101600">
                        <a:schemeClr val="accent4">
                          <a:satMod val="175000"/>
                          <a:alpha val="40000"/>
                        </a:schemeClr>
                      </a:glow>
                    </a:effectLst>
                  </a:rPr>
                  <a:t> while also trying to answer correctly to queries of the form </a:t>
                </a:r>
                <a14:m>
                  <m:oMath xmlns:m="http://schemas.openxmlformats.org/officeDocument/2006/math">
                    <m:r>
                      <a:rPr lang="en-US" sz="3200" i="1" dirty="0" smtClean="0">
                        <a:effectLst>
                          <a:glow rad="101600">
                            <a:schemeClr val="accent4">
                              <a:satMod val="175000"/>
                              <a:alpha val="40000"/>
                            </a:schemeClr>
                          </a:glow>
                        </a:effectLst>
                        <a:latin typeface="Cambria Math" panose="02040503050406030204" pitchFamily="18" charset="0"/>
                      </a:rPr>
                      <m:t>(?, </m:t>
                    </m:r>
                    <m:r>
                      <a:rPr lang="en-US" sz="3200" i="1" dirty="0" smtClean="0">
                        <a:effectLst>
                          <a:glow rad="101600">
                            <a:schemeClr val="accent4">
                              <a:satMod val="175000"/>
                              <a:alpha val="40000"/>
                            </a:schemeClr>
                          </a:glow>
                        </a:effectLst>
                        <a:latin typeface="Cambria Math" panose="02040503050406030204" pitchFamily="18" charset="0"/>
                      </a:rPr>
                      <m:t>𝑟</m:t>
                    </m:r>
                    <m:r>
                      <a:rPr lang="en-US" sz="3200" i="1" dirty="0" smtClean="0">
                        <a:effectLst>
                          <a:glow rad="101600">
                            <a:schemeClr val="accent4">
                              <a:satMod val="175000"/>
                              <a:alpha val="40000"/>
                            </a:schemeClr>
                          </a:glow>
                        </a:effectLst>
                        <a:latin typeface="Cambria Math" panose="02040503050406030204" pitchFamily="18" charset="0"/>
                      </a:rPr>
                      <m:t>, </m:t>
                    </m:r>
                    <m:r>
                      <a:rPr lang="en-US" sz="3200" i="1" dirty="0" smtClean="0">
                        <a:effectLst>
                          <a:glow rad="101600">
                            <a:schemeClr val="accent4">
                              <a:satMod val="175000"/>
                              <a:alpha val="40000"/>
                            </a:schemeClr>
                          </a:glow>
                        </a:effectLst>
                        <a:latin typeface="Cambria Math" panose="02040503050406030204" pitchFamily="18" charset="0"/>
                      </a:rPr>
                      <m:t>𝑠</m:t>
                    </m:r>
                    <m:r>
                      <a:rPr lang="en-US" sz="3200" i="1" dirty="0" smtClean="0">
                        <a:effectLst>
                          <a:glow rad="101600">
                            <a:schemeClr val="accent4">
                              <a:satMod val="175000"/>
                              <a:alpha val="40000"/>
                            </a:schemeClr>
                          </a:glow>
                        </a:effectLst>
                        <a:latin typeface="Cambria Math" panose="02040503050406030204" pitchFamily="18" charset="0"/>
                      </a:rPr>
                      <m:t>)</m:t>
                    </m:r>
                  </m:oMath>
                </a14:m>
                <a:r>
                  <a:rPr lang="en-US" sz="3200">
                    <a:effectLst>
                      <a:glow rad="101600">
                        <a:schemeClr val="accent4">
                          <a:satMod val="175000"/>
                          <a:alpha val="40000"/>
                        </a:schemeClr>
                      </a:glow>
                    </a:effectLst>
                  </a:rPr>
                  <a:t> for a non-symmetric predicate </a:t>
                </a:r>
                <a14:m>
                  <m:oMath xmlns:m="http://schemas.openxmlformats.org/officeDocument/2006/math">
                    <m:r>
                      <a:rPr lang="en-US" sz="3200" i="1" dirty="0" smtClean="0">
                        <a:effectLst>
                          <a:glow rad="101600">
                            <a:schemeClr val="accent4">
                              <a:satMod val="175000"/>
                              <a:alpha val="40000"/>
                            </a:schemeClr>
                          </a:glow>
                        </a:effectLst>
                        <a:latin typeface="Cambria Math" panose="02040503050406030204" pitchFamily="18" charset="0"/>
                      </a:rPr>
                      <m:t>𝑟</m:t>
                    </m:r>
                  </m:oMath>
                </a14:m>
                <a:r>
                  <a:rPr lang="en-US" sz="3200">
                    <a:effectLst>
                      <a:glow rad="101600">
                        <a:schemeClr val="accent4">
                          <a:satMod val="175000"/>
                          <a:alpha val="40000"/>
                        </a:schemeClr>
                      </a:glow>
                    </a:effectLst>
                  </a:rPr>
                  <a:t>.</a:t>
                </a:r>
                <a:r>
                  <a:rPr lang="en-US" sz="3200"/>
                  <a:t> </a:t>
                </a:r>
                <a:r>
                  <a:rPr lang="en-US" sz="3200">
                    <a:solidFill>
                      <a:schemeClr val="bg2">
                        <a:lumMod val="90000"/>
                      </a:schemeClr>
                    </a:solidFill>
                  </a:rPr>
                  <a:t>In FB15K, those type of</a:t>
                </a:r>
                <a:r>
                  <a:rPr lang="en-US" sz="3200"/>
                  <a:t> problematic queries make up only 4% of the test set </a:t>
                </a:r>
                <a:r>
                  <a:rPr lang="en-US" sz="3200">
                    <a:solidFill>
                      <a:schemeClr val="bg2">
                        <a:lumMod val="90000"/>
                      </a:schemeClr>
                    </a:solidFill>
                  </a:rPr>
                  <a:t>and thus, have a small impact.</a:t>
                </a:r>
                <a:r>
                  <a:rPr lang="en-US" sz="3200"/>
                  <a:t>”</a:t>
                </a:r>
                <a:endParaRPr lang="en-US" sz="3200"/>
              </a:p>
              <a:p>
                <a:pPr marL="0" indent="0" algn="r">
                  <a:buNone/>
                </a:pPr>
                <a:r>
                  <a:rPr lang="en-US" sz="3200"/>
                  <a:t>—Lacroix et al.</a:t>
                </a:r>
                <a:endParaRPr lang="en-US" sz="3200"/>
              </a:p>
            </p:txBody>
          </p:sp>
        </mc:Choice>
        <mc:Fallback>
          <p:sp>
            <p:nvSpPr>
              <p:cNvPr id="6" name="Content Placeholder 5"/>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 </a:t>
            </a:r>
            <a:r>
              <a:rPr lang="en-US" err="1">
                <a:hlinkClick r:id="rId1"/>
              </a:rPr>
              <a:t>SimplE</a:t>
            </a:r>
            <a:r>
              <a:rPr lang="en-US"/>
              <a:t> extension</a:t>
            </a:r>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fontScale="85000"/>
              </a:bodyPr>
              <a:lstStyle/>
              <a:p>
                <a:r>
                  <a:rPr lang="en-US"/>
                  <a:t>To address asymmetry or anti-symmetry, each entity </a:t>
                </a:r>
                <a14:m>
                  <m:oMath xmlns:m="http://schemas.openxmlformats.org/officeDocument/2006/math">
                    <m:r>
                      <a:rPr lang="en-US" i="1" dirty="0" smtClean="0">
                        <a:latin typeface="Cambria Math" panose="02040503050406030204" pitchFamily="18" charset="0"/>
                      </a:rPr>
                      <m:t>𝑒</m:t>
                    </m:r>
                  </m:oMath>
                </a14:m>
                <a:r>
                  <a:rPr lang="en-US"/>
                  <a:t> has </a:t>
                </a:r>
                <a:r>
                  <a:rPr lang="en-US" i="1"/>
                  <a:t>two</a:t>
                </a:r>
                <a:r>
                  <a:rPr lang="en-US"/>
                  <a:t> associated vectors </a:t>
                </a:r>
                <a14:m>
                  <m:oMath xmlns:m="http://schemas.openxmlformats.org/officeDocument/2006/math">
                    <m:acc>
                      <m:accPr>
                        <m:chr m:val="⃗"/>
                        <m:ctrlPr>
                          <a:rPr lang="en-US" b="0" i="1" smtClean="0">
                            <a:latin typeface="Cambria Math" panose="02040503050406030204" pitchFamily="18" charset="0"/>
                          </a:rPr>
                        </m:ctrlPr>
                      </m:accPr>
                      <m:e>
                        <m:r>
                          <m:rPr>
                            <m:sty m:val="p"/>
                          </m:rPr>
                          <a:rPr lang="en-US" b="0" i="0" smtClean="0">
                            <a:latin typeface="Cambria Math" panose="02040503050406030204" pitchFamily="18" charset="0"/>
                          </a:rPr>
                          <m:t>sub</m:t>
                        </m:r>
                      </m:e>
                    </m:acc>
                    <m:r>
                      <a:rPr lang="en-US" b="0" i="1" dirty="0" smtClean="0">
                        <a:latin typeface="Cambria Math" panose="02040503050406030204" pitchFamily="18" charset="0"/>
                      </a:rPr>
                      <m:t>(</m:t>
                    </m:r>
                    <m:r>
                      <a:rPr lang="en-US" b="0" i="1" dirty="0" smtClean="0">
                        <a:latin typeface="Cambria Math" panose="02040503050406030204" pitchFamily="18" charset="0"/>
                      </a:rPr>
                      <m:t>𝑒</m:t>
                    </m:r>
                    <m:r>
                      <a:rPr lang="en-US" b="0" i="1" dirty="0" smtClean="0">
                        <a:latin typeface="Cambria Math" panose="02040503050406030204" pitchFamily="18" charset="0"/>
                      </a:rPr>
                      <m:t>)</m:t>
                    </m:r>
                  </m:oMath>
                </a14:m>
                <a:r>
                  <a:rPr lang="en-US"/>
                  <a:t> and </a:t>
                </a:r>
                <a14:m>
                  <m:oMath xmlns:m="http://schemas.openxmlformats.org/officeDocument/2006/math">
                    <m:acc>
                      <m:accPr>
                        <m:chr m:val="⃗"/>
                        <m:ctrlPr>
                          <a:rPr lang="en-US" i="1">
                            <a:latin typeface="Cambria Math" panose="02040503050406030204" pitchFamily="18" charset="0"/>
                          </a:rPr>
                        </m:ctrlPr>
                      </m:accPr>
                      <m:e>
                        <m:r>
                          <m:rPr>
                            <m:sty m:val="p"/>
                          </m:rPr>
                          <a:rPr lang="en-US" b="0" i="0" smtClean="0">
                            <a:latin typeface="Cambria Math" panose="02040503050406030204" pitchFamily="18" charset="0"/>
                          </a:rPr>
                          <m:t>o</m:t>
                        </m:r>
                        <m:r>
                          <m:rPr>
                            <m:sty m:val="p"/>
                          </m:rPr>
                          <a:rPr lang="en-US">
                            <a:latin typeface="Cambria Math" panose="02040503050406030204" pitchFamily="18" charset="0"/>
                          </a:rPr>
                          <m:t>b</m:t>
                        </m:r>
                        <m:r>
                          <m:rPr>
                            <m:sty m:val="p"/>
                          </m:rPr>
                          <a:rPr lang="en-US" b="0" i="0" smtClean="0">
                            <a:latin typeface="Cambria Math" panose="02040503050406030204" pitchFamily="18" charset="0"/>
                          </a:rPr>
                          <m:t>j</m:t>
                        </m:r>
                      </m:e>
                    </m:acc>
                    <m:r>
                      <a:rPr lang="en-US" i="1" dirty="0">
                        <a:latin typeface="Cambria Math" panose="02040503050406030204" pitchFamily="18" charset="0"/>
                      </a:rPr>
                      <m:t>(</m:t>
                    </m:r>
                    <m:r>
                      <a:rPr lang="en-US" i="1" dirty="0">
                        <a:latin typeface="Cambria Math" panose="02040503050406030204" pitchFamily="18" charset="0"/>
                      </a:rPr>
                      <m:t>𝑒</m:t>
                    </m:r>
                    <m:r>
                      <a:rPr lang="en-US" i="1" dirty="0">
                        <a:latin typeface="Cambria Math" panose="02040503050406030204" pitchFamily="18" charset="0"/>
                      </a:rPr>
                      <m:t>)</m:t>
                    </m:r>
                  </m:oMath>
                </a14:m>
                <a:r>
                  <a:rPr lang="en-US"/>
                  <a:t>, depending on its role in a fact</a:t>
                </a:r>
                <a:endParaRPr lang="en-US"/>
              </a:p>
              <a:p>
                <a:r>
                  <a:rPr lang="en-US"/>
                  <a:t>For each relation </a:t>
                </a:r>
                <a14:m>
                  <m:oMath xmlns:m="http://schemas.openxmlformats.org/officeDocument/2006/math">
                    <m:r>
                      <a:rPr lang="en-US" i="1" dirty="0" smtClean="0">
                        <a:latin typeface="Cambria Math" panose="02040503050406030204" pitchFamily="18" charset="0"/>
                      </a:rPr>
                      <m:t>𝑟</m:t>
                    </m:r>
                  </m:oMath>
                </a14:m>
                <a:r>
                  <a:rPr lang="en-US"/>
                  <a:t>, introduce inverse relation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0" smtClean="0">
                            <a:latin typeface="Cambria Math" panose="02040503050406030204" pitchFamily="18" charset="0"/>
                          </a:rPr>
                          <m:t>−</m:t>
                        </m:r>
                        <m:r>
                          <a:rPr lang="en-US" b="0" i="0" smtClean="0">
                            <a:latin typeface="Cambria Math" panose="02040503050406030204" pitchFamily="18" charset="0"/>
                          </a:rPr>
                          <m:t>1</m:t>
                        </m:r>
                      </m:sup>
                    </m:sSup>
                  </m:oMath>
                </a14:m>
                <a:r>
                  <a:rPr lang="en-US"/>
                  <a:t> unless explicitly provided</a:t>
                </a:r>
                <a:endParaRPr lang="en-US"/>
              </a:p>
              <a:p>
                <a:r>
                  <a:rPr lang="en-US"/>
                  <a:t>Corresponding vectors </a:t>
                </a:r>
                <a14:m>
                  <m:oMath xmlns:m="http://schemas.openxmlformats.org/officeDocument/2006/math">
                    <m:acc>
                      <m:accPr>
                        <m:chr m:val="⃗"/>
                        <m:ctrlPr>
                          <a:rPr lang="en-US" i="1">
                            <a:latin typeface="Cambria Math" panose="02040503050406030204" pitchFamily="18" charset="0"/>
                          </a:rPr>
                        </m:ctrlPr>
                      </m:accPr>
                      <m:e>
                        <m:r>
                          <m:rPr>
                            <m:sty m:val="p"/>
                          </m:rPr>
                          <a:rPr lang="en-US" b="0" i="0" smtClean="0">
                            <a:latin typeface="Cambria Math" panose="02040503050406030204" pitchFamily="18" charset="0"/>
                          </a:rPr>
                          <m:t>rel</m:t>
                        </m:r>
                      </m:e>
                    </m:acc>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oMath>
                </a14:m>
                <a:r>
                  <a:rPr lang="en-US"/>
                  <a:t> and </a:t>
                </a:r>
                <a14:m>
                  <m:oMath xmlns:m="http://schemas.openxmlformats.org/officeDocument/2006/math">
                    <m:acc>
                      <m:accPr>
                        <m:chr m:val="⃗"/>
                        <m:ctrlPr>
                          <a:rPr lang="en-US" i="1">
                            <a:latin typeface="Cambria Math" panose="02040503050406030204" pitchFamily="18" charset="0"/>
                          </a:rPr>
                        </m:ctrlPr>
                      </m:accPr>
                      <m:e>
                        <m:r>
                          <m:rPr>
                            <m:sty m:val="p"/>
                          </m:rPr>
                          <a:rPr lang="en-US">
                            <a:latin typeface="Cambria Math" panose="02040503050406030204" pitchFamily="18" charset="0"/>
                          </a:rPr>
                          <m:t>rel</m:t>
                        </m:r>
                      </m:e>
                    </m:acc>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i="1">
                            <a:latin typeface="Cambria Math" panose="02040503050406030204" pitchFamily="18" charset="0"/>
                          </a:rPr>
                          <m:t>𝑟</m:t>
                        </m:r>
                      </m:e>
                      <m:sup>
                        <m:r>
                          <a:rPr lang="en-US" b="0" i="1" smtClean="0">
                            <a:latin typeface="Cambria Math" panose="02040503050406030204" pitchFamily="18" charset="0"/>
                          </a:rPr>
                          <m:t>−</m:t>
                        </m:r>
                        <m:r>
                          <a:rPr lang="en-US" b="0" i="1" smtClean="0">
                            <a:latin typeface="Cambria Math" panose="02040503050406030204" pitchFamily="18" charset="0"/>
                          </a:rPr>
                          <m:t>1</m:t>
                        </m:r>
                      </m:sup>
                    </m:sSup>
                    <m:r>
                      <a:rPr lang="en-US" i="1">
                        <a:latin typeface="Cambria Math" panose="02040503050406030204" pitchFamily="18" charset="0"/>
                      </a:rPr>
                      <m:t>)</m:t>
                    </m:r>
                  </m:oMath>
                </a14:m>
                <a:r>
                  <a:rPr lang="en-US"/>
                  <a:t> </a:t>
                </a:r>
                <a:endParaRPr lang="en-US"/>
              </a:p>
              <a:p>
                <a:r>
                  <a:rPr lang="en-US"/>
                  <a:t>Define the score as</a:t>
                </a:r>
                <a:br>
                  <a:rPr lang="en-US" sz="4300" b="0" i="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sz="4300" b="0" i="0" smtClean="0">
                          <a:latin typeface="Cambria Math" panose="02040503050406030204" pitchFamily="18" charset="0"/>
                        </a:rPr>
                        <m:t> </m:t>
                      </m:r>
                      <m:f>
                        <m:fPr>
                          <m:ctrlPr>
                            <a:rPr lang="en-US" sz="4300" b="0" i="1" smtClean="0">
                              <a:latin typeface="Cambria Math" panose="02040503050406030204" pitchFamily="18" charset="0"/>
                            </a:rPr>
                          </m:ctrlPr>
                        </m:fPr>
                        <m:num>
                          <m:r>
                            <a:rPr lang="en-US" sz="4300" b="0" i="1" smtClean="0">
                              <a:latin typeface="Cambria Math" panose="02040503050406030204" pitchFamily="18" charset="0"/>
                            </a:rPr>
                            <m:t>1</m:t>
                          </m:r>
                        </m:num>
                        <m:den>
                          <m:r>
                            <a:rPr lang="en-US" sz="4300" b="0" i="1" smtClean="0">
                              <a:latin typeface="Cambria Math" panose="02040503050406030204" pitchFamily="18" charset="0"/>
                            </a:rPr>
                            <m:t>2</m:t>
                          </m:r>
                        </m:den>
                      </m:f>
                      <m:d>
                        <m:dPr>
                          <m:ctrlPr>
                            <a:rPr lang="en-US" sz="4300" b="0" i="1" smtClean="0">
                              <a:latin typeface="Cambria Math" panose="02040503050406030204" pitchFamily="18" charset="0"/>
                            </a:rPr>
                          </m:ctrlPr>
                        </m:dPr>
                        <m:e>
                          <m:d>
                            <m:dPr>
                              <m:begChr m:val="⟨"/>
                              <m:endChr m:val="⟩"/>
                              <m:ctrlPr>
                                <a:rPr lang="en-US" sz="4300" b="0" i="1" smtClean="0">
                                  <a:latin typeface="Cambria Math" panose="02040503050406030204" pitchFamily="18" charset="0"/>
                                </a:rPr>
                              </m:ctrlPr>
                            </m:dPr>
                            <m:e>
                              <m:acc>
                                <m:accPr>
                                  <m:chr m:val="⃗"/>
                                  <m:ctrlPr>
                                    <a:rPr lang="en-US" sz="4300" i="1">
                                      <a:latin typeface="Cambria Math" panose="02040503050406030204" pitchFamily="18" charset="0"/>
                                    </a:rPr>
                                  </m:ctrlPr>
                                </m:accPr>
                                <m:e>
                                  <m:r>
                                    <m:rPr>
                                      <m:sty m:val="p"/>
                                    </m:rPr>
                                    <a:rPr lang="en-US" sz="4300">
                                      <a:latin typeface="Cambria Math" panose="02040503050406030204" pitchFamily="18" charset="0"/>
                                    </a:rPr>
                                    <m:t>sub</m:t>
                                  </m:r>
                                </m:e>
                              </m:acc>
                              <m:d>
                                <m:dPr>
                                  <m:ctrlPr>
                                    <a:rPr lang="en-US" sz="4300" b="0" i="1" smtClean="0">
                                      <a:latin typeface="Cambria Math" panose="02040503050406030204" pitchFamily="18" charset="0"/>
                                    </a:rPr>
                                  </m:ctrlPr>
                                </m:dPr>
                                <m:e>
                                  <m:r>
                                    <a:rPr lang="en-US" sz="4300" b="0" i="1" smtClean="0">
                                      <a:effectLst>
                                        <a:glow rad="228600">
                                          <a:schemeClr val="accent1">
                                            <a:satMod val="175000"/>
                                            <a:alpha val="40000"/>
                                          </a:schemeClr>
                                        </a:glow>
                                      </a:effectLst>
                                      <a:latin typeface="Cambria Math" panose="02040503050406030204" pitchFamily="18" charset="0"/>
                                    </a:rPr>
                                    <m:t>𝑠</m:t>
                                  </m:r>
                                </m:e>
                              </m:d>
                              <m:r>
                                <a:rPr lang="en-US" sz="4300" b="0" i="1" smtClean="0">
                                  <a:latin typeface="Cambria Math" panose="02040503050406030204" pitchFamily="18" charset="0"/>
                                </a:rPr>
                                <m:t>,</m:t>
                              </m:r>
                              <m:acc>
                                <m:accPr>
                                  <m:chr m:val="⃗"/>
                                  <m:ctrlPr>
                                    <a:rPr lang="en-US" sz="4300" i="1">
                                      <a:latin typeface="Cambria Math" panose="02040503050406030204" pitchFamily="18" charset="0"/>
                                    </a:rPr>
                                  </m:ctrlPr>
                                </m:accPr>
                                <m:e>
                                  <m:r>
                                    <m:rPr>
                                      <m:sty m:val="p"/>
                                    </m:rPr>
                                    <a:rPr lang="en-US" sz="4300">
                                      <a:latin typeface="Cambria Math" panose="02040503050406030204" pitchFamily="18" charset="0"/>
                                    </a:rPr>
                                    <m:t>rel</m:t>
                                  </m:r>
                                </m:e>
                              </m:acc>
                              <m:d>
                                <m:dPr>
                                  <m:ctrlPr>
                                    <a:rPr lang="en-US" sz="4300" i="1">
                                      <a:latin typeface="Cambria Math" panose="02040503050406030204" pitchFamily="18" charset="0"/>
                                    </a:rPr>
                                  </m:ctrlPr>
                                </m:dPr>
                                <m:e>
                                  <m:r>
                                    <a:rPr lang="en-US" sz="4300" i="1" smtClean="0">
                                      <a:effectLst>
                                        <a:glow rad="228600">
                                          <a:schemeClr val="accent2">
                                            <a:satMod val="175000"/>
                                            <a:alpha val="40000"/>
                                          </a:schemeClr>
                                        </a:glow>
                                      </a:effectLst>
                                      <a:latin typeface="Cambria Math" panose="02040503050406030204" pitchFamily="18" charset="0"/>
                                    </a:rPr>
                                    <m:t>𝑟</m:t>
                                  </m:r>
                                </m:e>
                              </m:d>
                              <m:r>
                                <a:rPr lang="en-US" sz="4300" b="0" i="1" smtClean="0">
                                  <a:latin typeface="Cambria Math" panose="02040503050406030204" pitchFamily="18" charset="0"/>
                                </a:rPr>
                                <m:t>,</m:t>
                              </m:r>
                              <m:acc>
                                <m:accPr>
                                  <m:chr m:val="⃗"/>
                                  <m:ctrlPr>
                                    <a:rPr lang="en-US" sz="4300" i="1">
                                      <a:latin typeface="Cambria Math" panose="02040503050406030204" pitchFamily="18" charset="0"/>
                                    </a:rPr>
                                  </m:ctrlPr>
                                </m:accPr>
                                <m:e>
                                  <m:r>
                                    <m:rPr>
                                      <m:sty m:val="p"/>
                                    </m:rPr>
                                    <a:rPr lang="en-US" sz="4300">
                                      <a:latin typeface="Cambria Math" panose="02040503050406030204" pitchFamily="18" charset="0"/>
                                    </a:rPr>
                                    <m:t>obj</m:t>
                                  </m:r>
                                </m:e>
                              </m:acc>
                              <m:r>
                                <a:rPr lang="en-US" sz="4300" i="1" dirty="0">
                                  <a:latin typeface="Cambria Math" panose="02040503050406030204" pitchFamily="18" charset="0"/>
                                </a:rPr>
                                <m:t>(</m:t>
                              </m:r>
                              <m:r>
                                <a:rPr lang="en-US" sz="4300" b="0" i="1" dirty="0" smtClean="0">
                                  <a:effectLst>
                                    <a:glow rad="228600">
                                      <a:schemeClr val="accent6">
                                        <a:satMod val="175000"/>
                                        <a:alpha val="40000"/>
                                      </a:schemeClr>
                                    </a:glow>
                                  </a:effectLst>
                                  <a:latin typeface="Cambria Math" panose="02040503050406030204" pitchFamily="18" charset="0"/>
                                </a:rPr>
                                <m:t>𝑜</m:t>
                              </m:r>
                              <m:r>
                                <a:rPr lang="en-US" sz="4300" i="1" dirty="0">
                                  <a:latin typeface="Cambria Math" panose="02040503050406030204" pitchFamily="18" charset="0"/>
                                </a:rPr>
                                <m:t>)</m:t>
                              </m:r>
                            </m:e>
                          </m:d>
                          <m:r>
                            <a:rPr lang="en-US" sz="4300" b="0" i="1" smtClean="0">
                              <a:latin typeface="Cambria Math" panose="02040503050406030204" pitchFamily="18" charset="0"/>
                            </a:rPr>
                            <m:t>+</m:t>
                          </m:r>
                          <m:d>
                            <m:dPr>
                              <m:begChr m:val="⟨"/>
                              <m:endChr m:val="⟩"/>
                              <m:ctrlPr>
                                <a:rPr lang="en-US" sz="4300" i="1">
                                  <a:latin typeface="Cambria Math" panose="02040503050406030204" pitchFamily="18" charset="0"/>
                                </a:rPr>
                              </m:ctrlPr>
                            </m:dPr>
                            <m:e>
                              <m:acc>
                                <m:accPr>
                                  <m:chr m:val="⃗"/>
                                  <m:ctrlPr>
                                    <a:rPr lang="en-US" sz="4300" i="1">
                                      <a:latin typeface="Cambria Math" panose="02040503050406030204" pitchFamily="18" charset="0"/>
                                    </a:rPr>
                                  </m:ctrlPr>
                                </m:accPr>
                                <m:e>
                                  <m:r>
                                    <m:rPr>
                                      <m:sty m:val="p"/>
                                    </m:rPr>
                                    <a:rPr lang="en-US" sz="4300">
                                      <a:latin typeface="Cambria Math" panose="02040503050406030204" pitchFamily="18" charset="0"/>
                                    </a:rPr>
                                    <m:t>sub</m:t>
                                  </m:r>
                                </m:e>
                              </m:acc>
                              <m:d>
                                <m:dPr>
                                  <m:ctrlPr>
                                    <a:rPr lang="en-US" sz="4300" i="1">
                                      <a:latin typeface="Cambria Math" panose="02040503050406030204" pitchFamily="18" charset="0"/>
                                    </a:rPr>
                                  </m:ctrlPr>
                                </m:dPr>
                                <m:e>
                                  <m:r>
                                    <a:rPr lang="en-US" sz="4300" b="0" i="1" smtClean="0">
                                      <a:effectLst>
                                        <a:glow rad="228600">
                                          <a:schemeClr val="accent6">
                                            <a:satMod val="175000"/>
                                            <a:alpha val="40000"/>
                                          </a:schemeClr>
                                        </a:glow>
                                      </a:effectLst>
                                      <a:latin typeface="Cambria Math" panose="02040503050406030204" pitchFamily="18" charset="0"/>
                                    </a:rPr>
                                    <m:t>𝑜</m:t>
                                  </m:r>
                                </m:e>
                              </m:d>
                              <m:r>
                                <a:rPr lang="en-US" sz="4300" i="1">
                                  <a:latin typeface="Cambria Math" panose="02040503050406030204" pitchFamily="18" charset="0"/>
                                </a:rPr>
                                <m:t>,</m:t>
                              </m:r>
                              <m:acc>
                                <m:accPr>
                                  <m:chr m:val="⃗"/>
                                  <m:ctrlPr>
                                    <a:rPr lang="en-US" sz="4300" i="1">
                                      <a:latin typeface="Cambria Math" panose="02040503050406030204" pitchFamily="18" charset="0"/>
                                    </a:rPr>
                                  </m:ctrlPr>
                                </m:accPr>
                                <m:e>
                                  <m:r>
                                    <m:rPr>
                                      <m:sty m:val="p"/>
                                    </m:rPr>
                                    <a:rPr lang="en-US" sz="4300">
                                      <a:latin typeface="Cambria Math" panose="02040503050406030204" pitchFamily="18" charset="0"/>
                                    </a:rPr>
                                    <m:t>rel</m:t>
                                  </m:r>
                                </m:e>
                              </m:acc>
                              <m:d>
                                <m:dPr>
                                  <m:ctrlPr>
                                    <a:rPr lang="en-US" sz="4300" i="1">
                                      <a:latin typeface="Cambria Math" panose="02040503050406030204" pitchFamily="18" charset="0"/>
                                    </a:rPr>
                                  </m:ctrlPr>
                                </m:dPr>
                                <m:e>
                                  <m:sSup>
                                    <m:sSupPr>
                                      <m:ctrlPr>
                                        <a:rPr lang="en-US" sz="4300" b="0" i="1" smtClean="0">
                                          <a:effectLst>
                                            <a:glow rad="228600">
                                              <a:schemeClr val="accent2">
                                                <a:satMod val="175000"/>
                                                <a:alpha val="40000"/>
                                              </a:schemeClr>
                                            </a:glow>
                                          </a:effectLst>
                                          <a:latin typeface="Cambria Math" panose="02040503050406030204" pitchFamily="18" charset="0"/>
                                        </a:rPr>
                                      </m:ctrlPr>
                                    </m:sSupPr>
                                    <m:e>
                                      <m:r>
                                        <a:rPr lang="en-US" sz="4300" i="1">
                                          <a:effectLst>
                                            <a:glow rad="228600">
                                              <a:schemeClr val="accent2">
                                                <a:satMod val="175000"/>
                                                <a:alpha val="40000"/>
                                              </a:schemeClr>
                                            </a:glow>
                                          </a:effectLst>
                                          <a:latin typeface="Cambria Math" panose="02040503050406030204" pitchFamily="18" charset="0"/>
                                        </a:rPr>
                                        <m:t>𝑟</m:t>
                                      </m:r>
                                    </m:e>
                                    <m:sup>
                                      <m:r>
                                        <a:rPr lang="en-US" sz="4300" b="0" i="1" smtClean="0">
                                          <a:effectLst>
                                            <a:glow rad="228600">
                                              <a:schemeClr val="accent2">
                                                <a:satMod val="175000"/>
                                                <a:alpha val="40000"/>
                                              </a:schemeClr>
                                            </a:glow>
                                          </a:effectLst>
                                          <a:latin typeface="Cambria Math" panose="02040503050406030204" pitchFamily="18" charset="0"/>
                                        </a:rPr>
                                        <m:t>−</m:t>
                                      </m:r>
                                      <m:r>
                                        <a:rPr lang="en-US" sz="4300" b="0" i="1" smtClean="0">
                                          <a:effectLst>
                                            <a:glow rad="228600">
                                              <a:schemeClr val="accent2">
                                                <a:satMod val="175000"/>
                                                <a:alpha val="40000"/>
                                              </a:schemeClr>
                                            </a:glow>
                                          </a:effectLst>
                                          <a:latin typeface="Cambria Math" panose="02040503050406030204" pitchFamily="18" charset="0"/>
                                        </a:rPr>
                                        <m:t>1</m:t>
                                      </m:r>
                                    </m:sup>
                                  </m:sSup>
                                </m:e>
                              </m:d>
                              <m:r>
                                <a:rPr lang="en-US" sz="4300" i="1">
                                  <a:latin typeface="Cambria Math" panose="02040503050406030204" pitchFamily="18" charset="0"/>
                                </a:rPr>
                                <m:t>,</m:t>
                              </m:r>
                              <m:acc>
                                <m:accPr>
                                  <m:chr m:val="⃗"/>
                                  <m:ctrlPr>
                                    <a:rPr lang="en-US" sz="4300" i="1">
                                      <a:latin typeface="Cambria Math" panose="02040503050406030204" pitchFamily="18" charset="0"/>
                                    </a:rPr>
                                  </m:ctrlPr>
                                </m:accPr>
                                <m:e>
                                  <m:r>
                                    <m:rPr>
                                      <m:sty m:val="p"/>
                                    </m:rPr>
                                    <a:rPr lang="en-US" sz="4300">
                                      <a:latin typeface="Cambria Math" panose="02040503050406030204" pitchFamily="18" charset="0"/>
                                    </a:rPr>
                                    <m:t>obj</m:t>
                                  </m:r>
                                </m:e>
                              </m:acc>
                              <m:r>
                                <a:rPr lang="en-US" sz="4300" i="1" dirty="0">
                                  <a:latin typeface="Cambria Math" panose="02040503050406030204" pitchFamily="18" charset="0"/>
                                </a:rPr>
                                <m:t>(</m:t>
                              </m:r>
                              <m:r>
                                <a:rPr lang="en-US" sz="4300" b="0" i="1" dirty="0" smtClean="0">
                                  <a:effectLst>
                                    <a:glow rad="228600">
                                      <a:schemeClr val="accent1">
                                        <a:satMod val="175000"/>
                                        <a:alpha val="40000"/>
                                      </a:schemeClr>
                                    </a:glow>
                                  </a:effectLst>
                                  <a:latin typeface="Cambria Math" panose="02040503050406030204" pitchFamily="18" charset="0"/>
                                </a:rPr>
                                <m:t>𝑠</m:t>
                              </m:r>
                              <m:r>
                                <a:rPr lang="en-US" sz="4300" i="1" dirty="0">
                                  <a:latin typeface="Cambria Math" panose="02040503050406030204" pitchFamily="18" charset="0"/>
                                </a:rPr>
                                <m:t>)</m:t>
                              </m:r>
                            </m:e>
                          </m:d>
                        </m:e>
                      </m:d>
                    </m:oMath>
                  </m:oMathPara>
                </a14:m>
                <a:endParaRPr lang="en-US"/>
              </a:p>
              <a:p>
                <a:r>
                  <a:rPr lang="en-US"/>
                  <a:t>Can fully express any KG with a(</a:t>
                </a:r>
                <a:r>
                  <a:rPr lang="en-US" err="1"/>
                  <a:t>nti</a:t>
                </a:r>
                <a:r>
                  <a:rPr lang="en-US"/>
                  <a:t>)symmetric </a:t>
                </a:r>
                <a:r>
                  <a:rPr lang="en-US" err="1"/>
                  <a:t>rels</a:t>
                </a:r>
                <a:endParaRPr lang="en-US"/>
              </a:p>
              <a:p>
                <a:endParaRPr lang="en-US"/>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2"/>
                <a:stretch>
                  <a:fillRect t="-8" b="6"/>
                </a:stretch>
              </a:blipFill>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3" p14:bwMode="auto">
            <p14:nvContentPartPr>
              <p14:cNvPr id="3" name="Ink 2"/>
              <p14:cNvContentPartPr/>
              <p14:nvPr/>
            </p14:nvContentPartPr>
            <p14:xfrm>
              <a:off x="-318265214" y="-181430752"/>
              <a:ext cx="9524" cy="9524"/>
            </p14:xfrm>
          </p:contentPart>
        </mc:Choice>
        <mc:Fallback xmlns="">
          <p:pic>
            <p:nvPicPr>
              <p:cNvPr id="3" name="Ink 2"/>
            </p:nvPicPr>
            <p:blipFill>
              <a:blip r:embed="rId4"/>
            </p:blipFill>
            <p:spPr>
              <a:xfrm>
                <a:off x="-318265214" y="-181430752"/>
                <a:ext cx="9524" cy="9524"/>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Ink 3"/>
              <p14:cNvContentPartPr/>
              <p14:nvPr/>
            </p14:nvContentPartPr>
            <p14:xfrm>
              <a:off x="936000" y="5604120"/>
              <a:ext cx="6523200" cy="392400"/>
            </p14:xfrm>
          </p:contentPart>
        </mc:Choice>
        <mc:Fallback xmlns="">
          <p:pic>
            <p:nvPicPr>
              <p:cNvPr id="4" name="Ink 3"/>
            </p:nvPicPr>
            <p:blipFill>
              <a:blip r:embed="rId6"/>
            </p:blipFill>
            <p:spPr>
              <a:xfrm>
                <a:off x="936000" y="5604120"/>
                <a:ext cx="6523200" cy="392400"/>
              </a:xfrm>
              <a:prstGeom prst="rect"/>
            </p:spPr>
          </p:pic>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Rounded Corners 29"/>
          <p:cNvSpPr/>
          <p:nvPr/>
        </p:nvSpPr>
        <p:spPr>
          <a:xfrm>
            <a:off x="9051611" y="5046609"/>
            <a:ext cx="3041591" cy="109728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p:cNvSpPr/>
          <p:nvPr/>
        </p:nvSpPr>
        <p:spPr>
          <a:xfrm>
            <a:off x="9051636" y="3880514"/>
            <a:ext cx="3041591" cy="109728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p:cNvSpPr>
            <a:spLocks noGrp="1"/>
          </p:cNvSpPr>
          <p:nvPr>
            <p:ph type="title"/>
          </p:nvPr>
        </p:nvSpPr>
        <p:spPr/>
        <p:txBody>
          <a:bodyPr/>
          <a:lstStyle/>
          <a:p>
            <a:r>
              <a:rPr lang="en-US" err="1">
                <a:hlinkClick r:id="rId1"/>
              </a:rPr>
              <a:t>ComplEx</a:t>
            </a:r>
            <a:r>
              <a:rPr lang="en-US"/>
              <a:t> extension of </a:t>
            </a:r>
            <a:r>
              <a:rPr lang="en-US" err="1"/>
              <a:t>DistMult</a:t>
            </a:r>
            <a:endParaRPr lang="en-US"/>
          </a:p>
        </p:txBody>
      </p:sp>
      <mc:AlternateContent xmlns:mc="http://schemas.openxmlformats.org/markup-compatibility/2006">
        <mc:Choice xmlns:a14="http://schemas.microsoft.com/office/drawing/2010/main" Requires="a14">
          <p:sp>
            <p:nvSpPr>
              <p:cNvPr id="6" name="Content Placeholder 5"/>
              <p:cNvSpPr>
                <a:spLocks noGrp="1"/>
              </p:cNvSpPr>
              <p:nvPr>
                <p:ph idx="1"/>
              </p:nvPr>
            </p:nvSpPr>
            <p:spPr>
              <a:xfrm>
                <a:off x="838200" y="1243965"/>
                <a:ext cx="7644765" cy="4933315"/>
              </a:xfrm>
            </p:spPr>
            <p:txBody>
              <a:bodyPr>
                <a:normAutofit/>
              </a:bodyPr>
              <a:lstStyle/>
              <a:p>
                <a:r>
                  <a:rPr lang="en-US"/>
                  <a:t>Change embeddings from</a:t>
                </a:r>
                <a:br>
                  <a:rPr lang="en-US"/>
                </a:br>
                <a:r>
                  <a:rPr lang="en-US"/>
                  <a:t> </a:t>
                </a:r>
                <a14:m>
                  <m:oMath xmlns:m="http://schemas.openxmlformats.org/officeDocument/2006/math">
                    <m:r>
                      <a:rPr lang="en-US" b="1" i="1" smtClean="0">
                        <a:latin typeface="Cambria Math" panose="02040503050406030204" pitchFamily="18" charset="0"/>
                      </a:rPr>
                      <m:t>𝒔</m:t>
                    </m:r>
                    <m:r>
                      <a:rPr lang="en-US" b="0" i="1" smtClean="0">
                        <a:latin typeface="Cambria Math" panose="02040503050406030204" pitchFamily="18" charset="0"/>
                      </a:rPr>
                      <m:t>,</m:t>
                    </m:r>
                    <m:r>
                      <a:rPr lang="en-US" b="1" i="1" smtClean="0">
                        <a:latin typeface="Cambria Math" panose="02040503050406030204" pitchFamily="18" charset="0"/>
                      </a:rPr>
                      <m:t>𝒓</m:t>
                    </m:r>
                    <m:r>
                      <a:rPr lang="en-US" b="0" i="1" smtClean="0">
                        <a:latin typeface="Cambria Math" panose="02040503050406030204" pitchFamily="18" charset="0"/>
                      </a:rPr>
                      <m:t>,</m:t>
                    </m:r>
                    <m:r>
                      <a:rPr lang="en-US" b="1" i="1" smtClean="0">
                        <a:latin typeface="Cambria Math" panose="02040503050406030204" pitchFamily="18" charset="0"/>
                      </a:rPr>
                      <m:t>𝒐</m:t>
                    </m:r>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𝐷</m:t>
                        </m:r>
                      </m:sup>
                    </m:sSup>
                  </m:oMath>
                </a14:m>
                <a:r>
                  <a:rPr lang="en-US"/>
                  <a:t> to </a:t>
                </a:r>
                <a14:m>
                  <m:oMath xmlns:m="http://schemas.openxmlformats.org/officeDocument/2006/math">
                    <m:r>
                      <a:rPr lang="en-US" b="1" i="1">
                        <a:latin typeface="Cambria Math" panose="02040503050406030204" pitchFamily="18" charset="0"/>
                      </a:rPr>
                      <m:t>𝒔</m:t>
                    </m:r>
                    <m:r>
                      <a:rPr lang="en-US" i="1">
                        <a:latin typeface="Cambria Math" panose="02040503050406030204" pitchFamily="18" charset="0"/>
                      </a:rPr>
                      <m:t>,</m:t>
                    </m:r>
                    <m:r>
                      <a:rPr lang="en-US" b="1" i="1">
                        <a:latin typeface="Cambria Math" panose="02040503050406030204" pitchFamily="18" charset="0"/>
                      </a:rPr>
                      <m:t>𝒓</m:t>
                    </m:r>
                    <m:r>
                      <a:rPr lang="en-US" i="1">
                        <a:latin typeface="Cambria Math" panose="02040503050406030204" pitchFamily="18" charset="0"/>
                      </a:rPr>
                      <m:t>,</m:t>
                    </m:r>
                    <m:r>
                      <a:rPr lang="en-US" b="1" i="1">
                        <a:latin typeface="Cambria Math" panose="02040503050406030204" pitchFamily="18" charset="0"/>
                      </a:rPr>
                      <m:t>𝒐</m:t>
                    </m:r>
                    <m:r>
                      <a:rPr lang="en-US"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ℂ</m:t>
                        </m:r>
                      </m:e>
                      <m:sup>
                        <m:r>
                          <a:rPr lang="en-US" i="1">
                            <a:latin typeface="Cambria Math" panose="02040503050406030204" pitchFamily="18" charset="0"/>
                            <a:ea typeface="Cambria Math" panose="02040503050406030204" pitchFamily="18" charset="0"/>
                          </a:rPr>
                          <m:t>𝐷</m:t>
                        </m:r>
                      </m:sup>
                    </m:sSup>
                  </m:oMath>
                </a14:m>
                <a:endParaRPr lang="en-US">
                  <a:ea typeface="Cambria Math" panose="02040503050406030204" pitchFamily="18" charset="0"/>
                </a:endParaRPr>
              </a:p>
              <a:p>
                <a:r>
                  <a:rPr lang="en-US"/>
                  <a:t>Change </a:t>
                </a:r>
                <a14:m>
                  <m:oMath xmlns:m="http://schemas.openxmlformats.org/officeDocument/2006/math">
                    <m:r>
                      <a:rPr lang="en-US" i="1" dirty="0" smtClean="0">
                        <a:latin typeface="Cambria Math" panose="02040503050406030204" pitchFamily="18" charset="0"/>
                      </a:rPr>
                      <m:t>𝑓</m:t>
                    </m:r>
                  </m:oMath>
                </a14:m>
                <a:r>
                  <a:rPr lang="en-US"/>
                  <a:t> from </a:t>
                </a:r>
                <a14:m>
                  <m:oMath xmlns:m="http://schemas.openxmlformats.org/officeDocument/2006/math">
                    <m:d>
                      <m:dPr>
                        <m:begChr m:val="⟨"/>
                        <m:endChr m:val="⟩"/>
                        <m:ctrlPr>
                          <a:rPr lang="en-US" i="1">
                            <a:latin typeface="Cambria Math" panose="02040503050406030204" pitchFamily="18" charset="0"/>
                          </a:rPr>
                        </m:ctrlPr>
                      </m:dPr>
                      <m:e>
                        <m:r>
                          <a:rPr lang="en-US" b="1" i="1">
                            <a:latin typeface="Cambria Math" panose="02040503050406030204" pitchFamily="18" charset="0"/>
                          </a:rPr>
                          <m:t>𝒔</m:t>
                        </m:r>
                        <m:r>
                          <a:rPr lang="en-US" i="1">
                            <a:latin typeface="Cambria Math" panose="02040503050406030204" pitchFamily="18" charset="0"/>
                          </a:rPr>
                          <m:t>,</m:t>
                        </m:r>
                        <m:r>
                          <a:rPr lang="en-US" b="1" i="1">
                            <a:latin typeface="Cambria Math" panose="02040503050406030204" pitchFamily="18" charset="0"/>
                          </a:rPr>
                          <m:t>𝒓</m:t>
                        </m:r>
                        <m:r>
                          <a:rPr lang="en-US" i="1">
                            <a:latin typeface="Cambria Math" panose="02040503050406030204" pitchFamily="18" charset="0"/>
                          </a:rPr>
                          <m:t>,</m:t>
                        </m:r>
                        <m:r>
                          <a:rPr lang="en-US" b="1" i="1" smtClean="0">
                            <a:effectLst>
                              <a:glow rad="228600">
                                <a:schemeClr val="accent2">
                                  <a:satMod val="175000"/>
                                  <a:alpha val="40000"/>
                                </a:schemeClr>
                              </a:glow>
                            </a:effectLst>
                            <a:latin typeface="Cambria Math" panose="02040503050406030204" pitchFamily="18" charset="0"/>
                          </a:rPr>
                          <m:t>𝒐</m:t>
                        </m:r>
                      </m:e>
                    </m:d>
                  </m:oMath>
                </a14:m>
                <a:r>
                  <a:rPr lang="en-US"/>
                  <a:t> to </a:t>
                </a:r>
                <a14:m>
                  <m:oMath xmlns:m="http://schemas.openxmlformats.org/officeDocument/2006/math">
                    <m:r>
                      <a:rPr lang="en-US" b="0" i="1" smtClean="0">
                        <a:latin typeface="Cambria Math" panose="02040503050406030204" pitchFamily="18" charset="0"/>
                      </a:rPr>
                      <m:t>ℜ</m:t>
                    </m:r>
                    <m:d>
                      <m:dPr>
                        <m:begChr m:val="⟨"/>
                        <m:endChr m:val="⟩"/>
                        <m:ctrlPr>
                          <a:rPr lang="en-US" i="1" smtClean="0">
                            <a:latin typeface="Cambria Math" panose="02040503050406030204" pitchFamily="18" charset="0"/>
                          </a:rPr>
                        </m:ctrlPr>
                      </m:dPr>
                      <m:e>
                        <m:r>
                          <a:rPr lang="en-US" b="1" i="1">
                            <a:latin typeface="Cambria Math" panose="02040503050406030204" pitchFamily="18" charset="0"/>
                          </a:rPr>
                          <m:t>𝒔</m:t>
                        </m:r>
                        <m:r>
                          <a:rPr lang="en-US" i="1">
                            <a:latin typeface="Cambria Math" panose="02040503050406030204" pitchFamily="18" charset="0"/>
                          </a:rPr>
                          <m:t>,</m:t>
                        </m:r>
                        <m:r>
                          <a:rPr lang="en-US" b="1" i="1">
                            <a:latin typeface="Cambria Math" panose="02040503050406030204" pitchFamily="18" charset="0"/>
                          </a:rPr>
                          <m:t>𝒓</m:t>
                        </m:r>
                        <m:r>
                          <a:rPr lang="en-US" i="1">
                            <a:latin typeface="Cambria Math" panose="02040503050406030204" pitchFamily="18" charset="0"/>
                          </a:rPr>
                          <m:t>,</m:t>
                        </m:r>
                        <m:sSup>
                          <m:sSupPr>
                            <m:ctrlPr>
                              <a:rPr lang="en-US" b="1" i="1" smtClean="0">
                                <a:effectLst>
                                  <a:glow rad="228600">
                                    <a:schemeClr val="accent6">
                                      <a:satMod val="175000"/>
                                      <a:alpha val="40000"/>
                                    </a:schemeClr>
                                  </a:glow>
                                </a:effectLst>
                                <a:latin typeface="Cambria Math" panose="02040503050406030204" pitchFamily="18" charset="0"/>
                              </a:rPr>
                            </m:ctrlPr>
                          </m:sSupPr>
                          <m:e>
                            <m:r>
                              <a:rPr lang="en-US" b="1" i="1">
                                <a:effectLst>
                                  <a:glow rad="228600">
                                    <a:schemeClr val="accent6">
                                      <a:satMod val="175000"/>
                                      <a:alpha val="40000"/>
                                    </a:schemeClr>
                                  </a:glow>
                                </a:effectLst>
                                <a:latin typeface="Cambria Math" panose="02040503050406030204" pitchFamily="18" charset="0"/>
                              </a:rPr>
                              <m:t>𝒐</m:t>
                            </m:r>
                          </m:e>
                          <m:sup>
                            <m:r>
                              <a:rPr lang="en-US" b="1" i="1" smtClean="0">
                                <a:effectLst>
                                  <a:glow rad="228600">
                                    <a:schemeClr val="accent6">
                                      <a:satMod val="175000"/>
                                      <a:alpha val="40000"/>
                                    </a:schemeClr>
                                  </a:glow>
                                </a:effectLst>
                                <a:latin typeface="Cambria Math" panose="02040503050406030204" pitchFamily="18" charset="0"/>
                              </a:rPr>
                              <m:t>⋆</m:t>
                            </m:r>
                          </m:sup>
                        </m:sSup>
                      </m:e>
                    </m:d>
                  </m:oMath>
                </a14:m>
                <a:endParaRPr lang="en-US"/>
              </a:p>
              <a:p>
                <a:r>
                  <a:rPr lang="en-US"/>
                  <a:t>Here </a:t>
                </a:r>
                <a14:m>
                  <m:oMath xmlns:m="http://schemas.openxmlformats.org/officeDocument/2006/math">
                    <m:sSup>
                      <m:sSupPr>
                        <m:ctrlPr>
                          <a:rPr lang="en-US" b="1" i="1">
                            <a:effectLst>
                              <a:glow rad="228600">
                                <a:schemeClr val="accent6">
                                  <a:satMod val="175000"/>
                                  <a:alpha val="40000"/>
                                </a:schemeClr>
                              </a:glow>
                            </a:effectLst>
                            <a:latin typeface="Cambria Math" panose="02040503050406030204" pitchFamily="18" charset="0"/>
                          </a:rPr>
                        </m:ctrlPr>
                      </m:sSupPr>
                      <m:e>
                        <m:r>
                          <a:rPr lang="en-US" b="1" i="1">
                            <a:effectLst>
                              <a:glow rad="228600">
                                <a:schemeClr val="accent6">
                                  <a:satMod val="175000"/>
                                  <a:alpha val="40000"/>
                                </a:schemeClr>
                              </a:glow>
                            </a:effectLst>
                            <a:latin typeface="Cambria Math" panose="02040503050406030204" pitchFamily="18" charset="0"/>
                          </a:rPr>
                          <m:t>𝒐</m:t>
                        </m:r>
                      </m:e>
                      <m:sup>
                        <m:r>
                          <a:rPr lang="en-US" b="1" i="1">
                            <a:effectLst>
                              <a:glow rad="228600">
                                <a:schemeClr val="accent6">
                                  <a:satMod val="175000"/>
                                  <a:alpha val="40000"/>
                                </a:schemeClr>
                              </a:glow>
                            </a:effectLst>
                            <a:latin typeface="Cambria Math" panose="02040503050406030204" pitchFamily="18" charset="0"/>
                          </a:rPr>
                          <m:t>⋆</m:t>
                        </m:r>
                      </m:sup>
                    </m:sSup>
                  </m:oMath>
                </a14:m>
                <a:r>
                  <a:rPr lang="en-US"/>
                  <a:t> is the complex</a:t>
                </a:r>
                <a:br>
                  <a:rPr lang="en-US"/>
                </a:br>
                <a:r>
                  <a:rPr lang="en-US"/>
                  <a:t>conjugate of </a:t>
                </a:r>
                <a14:m>
                  <m:oMath xmlns:m="http://schemas.openxmlformats.org/officeDocument/2006/math">
                    <m:r>
                      <a:rPr lang="en-US" b="1" i="1">
                        <a:effectLst>
                          <a:glow rad="228600">
                            <a:schemeClr val="accent2">
                              <a:satMod val="175000"/>
                              <a:alpha val="40000"/>
                            </a:schemeClr>
                          </a:glow>
                        </a:effectLst>
                        <a:latin typeface="Cambria Math" panose="02040503050406030204" pitchFamily="18" charset="0"/>
                      </a:rPr>
                      <m:t>𝒐</m:t>
                    </m:r>
                  </m:oMath>
                </a14:m>
                <a:endParaRPr lang="en-US"/>
              </a:p>
              <a:p>
                <a:pPr lvl="1"/>
                <a14:m>
                  <m:oMath xmlns:m="http://schemas.openxmlformats.org/officeDocument/2006/math">
                    <m:sSup>
                      <m:sSupPr>
                        <m:ctrlPr>
                          <a:rPr lang="en-US" b="0" i="1" dirty="0" smtClean="0">
                            <a:latin typeface="Cambria Math" panose="02040503050406030204" pitchFamily="18" charset="0"/>
                          </a:rPr>
                        </m:ctrlPr>
                      </m:sSupPr>
                      <m:e>
                        <m:d>
                          <m:dPr>
                            <m:ctrlPr>
                              <a:rPr lang="en-US" i="1" dirty="0" smtClean="0">
                                <a:latin typeface="Cambria Math" panose="02040503050406030204" pitchFamily="18" charset="0"/>
                              </a:rPr>
                            </m:ctrlPr>
                          </m:dPr>
                          <m:e>
                            <m:r>
                              <a:rPr lang="en-US" i="1" dirty="0" err="1" smtClean="0">
                                <a:latin typeface="Cambria Math" panose="02040503050406030204" pitchFamily="18" charset="0"/>
                              </a:rPr>
                              <m:t>𝑎</m:t>
                            </m:r>
                            <m:r>
                              <a:rPr lang="en-US" i="1" dirty="0" err="1" smtClean="0">
                                <a:latin typeface="Cambria Math" panose="02040503050406030204" pitchFamily="18" charset="0"/>
                              </a:rPr>
                              <m:t>+</m:t>
                            </m:r>
                            <m:r>
                              <a:rPr lang="en-US" i="1" dirty="0" err="1" smtClean="0">
                                <a:latin typeface="Cambria Math" panose="02040503050406030204" pitchFamily="18" charset="0"/>
                              </a:rPr>
                              <m:t>𝑗𝑏</m:t>
                            </m:r>
                          </m:e>
                        </m:d>
                      </m:e>
                      <m:sup>
                        <m:r>
                          <a:rPr lang="en-US" b="0" i="1" dirty="0" smtClean="0">
                            <a:latin typeface="Cambria Math" panose="02040503050406030204" pitchFamily="18" charset="0"/>
                          </a:rPr>
                          <m:t>⋆</m:t>
                        </m:r>
                      </m:sup>
                    </m:sSup>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0" i="1" dirty="0" smtClean="0">
                        <a:latin typeface="Cambria Math" panose="02040503050406030204" pitchFamily="18" charset="0"/>
                      </a:rPr>
                      <m:t>𝑗𝑏</m:t>
                    </m:r>
                  </m:oMath>
                </a14:m>
                <a:endParaRPr lang="en-US"/>
              </a:p>
              <a:p>
                <a:r>
                  <a:rPr lang="en-US"/>
                  <a:t>If a relation is symmetric, set</a:t>
                </a:r>
                <a:br>
                  <a:rPr lang="en-US"/>
                </a:br>
                <a:r>
                  <a:rPr lang="en-US"/>
                  <a:t> </a:t>
                </a:r>
                <a14:m>
                  <m:oMath xmlns:m="http://schemas.openxmlformats.org/officeDocument/2006/math">
                    <m:r>
                      <a:rPr lang="en-US" b="0" i="1" smtClean="0">
                        <a:latin typeface="Cambria Math" panose="02040503050406030204" pitchFamily="18" charset="0"/>
                      </a:rPr>
                      <m:t>ℑ</m:t>
                    </m:r>
                    <m:d>
                      <m:dPr>
                        <m:ctrlPr>
                          <a:rPr lang="en-US" b="0" i="1" smtClean="0">
                            <a:latin typeface="Cambria Math" panose="02040503050406030204" pitchFamily="18" charset="0"/>
                          </a:rPr>
                        </m:ctrlPr>
                      </m:dPr>
                      <m:e>
                        <m:r>
                          <a:rPr lang="en-US" b="1" i="1" smtClean="0">
                            <a:latin typeface="Cambria Math" panose="02040503050406030204" pitchFamily="18" charset="0"/>
                          </a:rPr>
                          <m:t>𝒓</m:t>
                        </m:r>
                      </m:e>
                    </m:d>
                    <m:r>
                      <a:rPr lang="en-US" b="0" i="1" smtClean="0">
                        <a:latin typeface="Cambria Math" panose="02040503050406030204" pitchFamily="18" charset="0"/>
                      </a:rPr>
                      <m:t>=</m:t>
                    </m:r>
                    <m:r>
                      <a:rPr lang="en-US" b="1" i="1" smtClean="0">
                        <a:latin typeface="Cambria Math" panose="02040503050406030204" pitchFamily="18" charset="0"/>
                      </a:rPr>
                      <m:t>𝟎</m:t>
                    </m:r>
                  </m:oMath>
                </a14:m>
                <a:r>
                  <a:rPr lang="en-US"/>
                  <a:t>, reducing to </a:t>
                </a:r>
                <a:r>
                  <a:rPr lang="en-US" err="1"/>
                  <a:t>DistMult</a:t>
                </a:r>
                <a:endParaRPr lang="en-US"/>
              </a:p>
              <a:p>
                <a:r>
                  <a:rPr lang="en-US"/>
                  <a:t>If a relation is anti-symmetric, set </a:t>
                </a:r>
                <a14:m>
                  <m:oMath xmlns:m="http://schemas.openxmlformats.org/officeDocument/2006/math">
                    <m:r>
                      <a:rPr lang="en-US" b="0" i="1" smtClean="0">
                        <a:latin typeface="Cambria Math" panose="02040503050406030204" pitchFamily="18" charset="0"/>
                      </a:rPr>
                      <m:t>ℜ</m:t>
                    </m:r>
                    <m:d>
                      <m:dPr>
                        <m:ctrlPr>
                          <a:rPr lang="en-US" b="0" i="1" smtClean="0">
                            <a:latin typeface="Cambria Math" panose="02040503050406030204" pitchFamily="18" charset="0"/>
                          </a:rPr>
                        </m:ctrlPr>
                      </m:dPr>
                      <m:e>
                        <m:r>
                          <a:rPr lang="en-US" b="1" i="1" smtClean="0">
                            <a:latin typeface="Cambria Math" panose="02040503050406030204" pitchFamily="18" charset="0"/>
                          </a:rPr>
                          <m:t>𝒓</m:t>
                        </m:r>
                      </m:e>
                    </m:d>
                    <m:r>
                      <a:rPr lang="en-US" b="0" i="1" smtClean="0">
                        <a:latin typeface="Cambria Math" panose="02040503050406030204" pitchFamily="18" charset="0"/>
                      </a:rPr>
                      <m:t>=</m:t>
                    </m:r>
                    <m:r>
                      <a:rPr lang="en-US" b="1" i="1" smtClean="0">
                        <a:latin typeface="Cambria Math" panose="02040503050406030204" pitchFamily="18" charset="0"/>
                      </a:rPr>
                      <m:t>𝟎</m:t>
                    </m:r>
                  </m:oMath>
                </a14:m>
                <a:r>
                  <a:rPr lang="en-US"/>
                  <a:t>: ensures</a:t>
                </a:r>
                <a:br>
                  <a:rPr lang="en-US" i="1">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ℜ</m:t>
                      </m:r>
                      <m:d>
                        <m:dPr>
                          <m:begChr m:val="⟨"/>
                          <m:endChr m:val="⟩"/>
                          <m:ctrlPr>
                            <a:rPr lang="en-US" i="1">
                              <a:latin typeface="Cambria Math" panose="02040503050406030204" pitchFamily="18" charset="0"/>
                            </a:rPr>
                          </m:ctrlPr>
                        </m:dPr>
                        <m:e>
                          <m:r>
                            <a:rPr lang="en-US" b="1" i="1">
                              <a:latin typeface="Cambria Math" panose="02040503050406030204" pitchFamily="18" charset="0"/>
                            </a:rPr>
                            <m:t>𝒔</m:t>
                          </m:r>
                          <m:r>
                            <a:rPr lang="en-US" i="1">
                              <a:latin typeface="Cambria Math" panose="02040503050406030204" pitchFamily="18" charset="0"/>
                            </a:rPr>
                            <m:t>,</m:t>
                          </m:r>
                          <m:r>
                            <a:rPr lang="en-US" b="1" i="1">
                              <a:latin typeface="Cambria Math" panose="02040503050406030204" pitchFamily="18" charset="0"/>
                            </a:rPr>
                            <m:t>𝒓</m:t>
                          </m:r>
                          <m:r>
                            <a:rPr lang="en-US" i="1">
                              <a:latin typeface="Cambria Math" panose="02040503050406030204" pitchFamily="18" charset="0"/>
                            </a:rPr>
                            <m:t>,</m:t>
                          </m:r>
                          <m:sSup>
                            <m:sSupPr>
                              <m:ctrlPr>
                                <a:rPr lang="en-US" b="1" i="1">
                                  <a:effectLst>
                                    <a:glow rad="228600">
                                      <a:schemeClr val="accent6">
                                        <a:satMod val="175000"/>
                                        <a:alpha val="40000"/>
                                      </a:schemeClr>
                                    </a:glow>
                                  </a:effectLst>
                                  <a:latin typeface="Cambria Math" panose="02040503050406030204" pitchFamily="18" charset="0"/>
                                </a:rPr>
                              </m:ctrlPr>
                            </m:sSupPr>
                            <m:e>
                              <m:r>
                                <a:rPr lang="en-US" b="1" i="1">
                                  <a:effectLst>
                                    <a:glow rad="228600">
                                      <a:schemeClr val="accent6">
                                        <a:satMod val="175000"/>
                                        <a:alpha val="40000"/>
                                      </a:schemeClr>
                                    </a:glow>
                                  </a:effectLst>
                                  <a:latin typeface="Cambria Math" panose="02040503050406030204" pitchFamily="18" charset="0"/>
                                </a:rPr>
                                <m:t>𝒐</m:t>
                              </m:r>
                            </m:e>
                            <m:sup>
                              <m:r>
                                <a:rPr lang="en-US" b="1" i="1">
                                  <a:effectLst>
                                    <a:glow rad="228600">
                                      <a:schemeClr val="accent6">
                                        <a:satMod val="175000"/>
                                        <a:alpha val="40000"/>
                                      </a:schemeClr>
                                    </a:glow>
                                  </a:effectLst>
                                  <a:latin typeface="Cambria Math" panose="02040503050406030204" pitchFamily="18" charset="0"/>
                                </a:rPr>
                                <m:t>⋆</m:t>
                              </m:r>
                            </m:sup>
                          </m:sSup>
                        </m:e>
                      </m:d>
                      <m:r>
                        <a:rPr lang="en-US" b="1" i="1" smtClean="0">
                          <a:effectLst/>
                          <a:latin typeface="Cambria Math" panose="02040503050406030204" pitchFamily="18" charset="0"/>
                        </a:rPr>
                        <m:t>=−</m:t>
                      </m:r>
                      <m:r>
                        <a:rPr lang="en-US" b="0" i="1" smtClean="0">
                          <a:effectLst/>
                          <a:latin typeface="Cambria Math" panose="02040503050406030204" pitchFamily="18" charset="0"/>
                        </a:rPr>
                        <m:t>ℜ</m:t>
                      </m:r>
                      <m:d>
                        <m:dPr>
                          <m:begChr m:val="⟨"/>
                          <m:endChr m:val="⟩"/>
                          <m:ctrlPr>
                            <a:rPr lang="en-US" i="1">
                              <a:latin typeface="Cambria Math" panose="02040503050406030204" pitchFamily="18" charset="0"/>
                            </a:rPr>
                          </m:ctrlPr>
                        </m:dPr>
                        <m:e>
                          <m:r>
                            <a:rPr lang="en-US" b="1" i="1" smtClean="0">
                              <a:latin typeface="Cambria Math" panose="02040503050406030204" pitchFamily="18" charset="0"/>
                            </a:rPr>
                            <m:t>𝒐</m:t>
                          </m:r>
                          <m:r>
                            <a:rPr lang="en-US" i="1">
                              <a:latin typeface="Cambria Math" panose="02040503050406030204" pitchFamily="18" charset="0"/>
                            </a:rPr>
                            <m:t>,</m:t>
                          </m:r>
                          <m:r>
                            <a:rPr lang="en-US" b="1" i="1">
                              <a:latin typeface="Cambria Math" panose="02040503050406030204" pitchFamily="18" charset="0"/>
                            </a:rPr>
                            <m:t>𝒓</m:t>
                          </m:r>
                          <m:r>
                            <a:rPr lang="en-US" i="1">
                              <a:latin typeface="Cambria Math" panose="02040503050406030204" pitchFamily="18" charset="0"/>
                            </a:rPr>
                            <m:t>,</m:t>
                          </m:r>
                          <m:sSup>
                            <m:sSupPr>
                              <m:ctrlPr>
                                <a:rPr lang="en-US" b="1" i="1">
                                  <a:effectLst>
                                    <a:glow rad="228600">
                                      <a:schemeClr val="accent6">
                                        <a:satMod val="175000"/>
                                        <a:alpha val="40000"/>
                                      </a:schemeClr>
                                    </a:glow>
                                  </a:effectLst>
                                  <a:latin typeface="Cambria Math" panose="02040503050406030204" pitchFamily="18" charset="0"/>
                                </a:rPr>
                              </m:ctrlPr>
                            </m:sSupPr>
                            <m:e>
                              <m:r>
                                <a:rPr lang="en-US" b="1" i="1" smtClean="0">
                                  <a:effectLst>
                                    <a:glow rad="228600">
                                      <a:schemeClr val="accent6">
                                        <a:satMod val="175000"/>
                                        <a:alpha val="40000"/>
                                      </a:schemeClr>
                                    </a:glow>
                                  </a:effectLst>
                                  <a:latin typeface="Cambria Math" panose="02040503050406030204" pitchFamily="18" charset="0"/>
                                </a:rPr>
                                <m:t>𝒔</m:t>
                              </m:r>
                            </m:e>
                            <m:sup>
                              <m:r>
                                <a:rPr lang="en-US" b="1" i="1">
                                  <a:effectLst>
                                    <a:glow rad="228600">
                                      <a:schemeClr val="accent6">
                                        <a:satMod val="175000"/>
                                        <a:alpha val="40000"/>
                                      </a:schemeClr>
                                    </a:glow>
                                  </a:effectLst>
                                  <a:latin typeface="Cambria Math" panose="02040503050406030204" pitchFamily="18" charset="0"/>
                                </a:rPr>
                                <m:t>⋆</m:t>
                              </m:r>
                            </m:sup>
                          </m:sSup>
                        </m:e>
                      </m:d>
                    </m:oMath>
                  </m:oMathPara>
                </a14:m>
                <a:endParaRPr lang="en-US" b="1"/>
              </a:p>
            </p:txBody>
          </p:sp>
        </mc:Choice>
        <mc:Fallback>
          <p:sp>
            <p:nvSpPr>
              <p:cNvPr id="6" name="Content Placeholder 5"/>
              <p:cNvSpPr>
                <a:spLocks noRot="1" noChangeAspect="1" noMove="1" noResize="1" noEditPoints="1" noAdjustHandles="1" noChangeArrowheads="1" noChangeShapeType="1" noTextEdit="1"/>
              </p:cNvSpPr>
              <p:nvPr>
                <p:ph idx="1"/>
              </p:nvPr>
            </p:nvSpPr>
            <p:spPr>
              <a:xfrm>
                <a:off x="838200" y="1243965"/>
                <a:ext cx="7644765" cy="4933315"/>
              </a:xfrm>
              <a:blipFill rotWithShape="1">
                <a:blip r:embed="rId2"/>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7" name="Rectangle 6"/>
              <p:cNvSpPr/>
              <p:nvPr/>
            </p:nvSpPr>
            <p:spPr>
              <a:xfrm rot="16200000">
                <a:off x="9261212" y="1995735"/>
                <a:ext cx="1097280" cy="25603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𝒔</m:t>
                      </m:r>
                    </m:oMath>
                  </m:oMathPara>
                </a14:m>
                <a:endParaRPr lang="en-US" b="1">
                  <a:solidFill>
                    <a:schemeClr val="tx1"/>
                  </a:solidFill>
                </a:endParaRPr>
              </a:p>
            </p:txBody>
          </p:sp>
        </mc:Choice>
        <mc:Fallback>
          <p:sp>
            <p:nvSpPr>
              <p:cNvPr id="7" name="Rectangle 6"/>
              <p:cNvSpPr>
                <a:spLocks noRot="1" noChangeAspect="1" noMove="1" noResize="1" noEditPoints="1" noAdjustHandles="1" noChangeArrowheads="1" noChangeShapeType="1" noTextEdit="1"/>
              </p:cNvSpPr>
              <p:nvPr/>
            </p:nvSpPr>
            <p:spPr>
              <a:xfrm rot="16200000">
                <a:off x="9261212" y="1995735"/>
                <a:ext cx="1097280" cy="256032"/>
              </a:xfrm>
              <a:prstGeom prst="rect">
                <a:avLst/>
              </a:prstGeom>
              <a:blipFill rotWithShape="1">
                <a:blip r:embed="rId3"/>
                <a:stretch>
                  <a:fillRect l="37466" t="-166887" r="37534" b="-166644"/>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8" name="Rectangle 7"/>
              <p:cNvSpPr/>
              <p:nvPr/>
            </p:nvSpPr>
            <p:spPr>
              <a:xfrm rot="16200000">
                <a:off x="9818996" y="1995735"/>
                <a:ext cx="1097280" cy="256032"/>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𝒓</m:t>
                      </m:r>
                    </m:oMath>
                  </m:oMathPara>
                </a14:m>
                <a:endParaRPr lang="en-US" b="1">
                  <a:solidFill>
                    <a:schemeClr val="tx1"/>
                  </a:solidFill>
                </a:endParaRPr>
              </a:p>
            </p:txBody>
          </p:sp>
        </mc:Choice>
        <mc:Fallback>
          <p:sp>
            <p:nvSpPr>
              <p:cNvPr id="8" name="Rectangle 7"/>
              <p:cNvSpPr>
                <a:spLocks noRot="1" noChangeAspect="1" noMove="1" noResize="1" noEditPoints="1" noAdjustHandles="1" noChangeArrowheads="1" noChangeShapeType="1" noTextEdit="1"/>
              </p:cNvSpPr>
              <p:nvPr/>
            </p:nvSpPr>
            <p:spPr>
              <a:xfrm rot="16200000">
                <a:off x="9818996" y="1995735"/>
                <a:ext cx="1097280" cy="256032"/>
              </a:xfrm>
              <a:prstGeom prst="rect">
                <a:avLst/>
              </a:prstGeom>
              <a:blipFill rotWithShape="1">
                <a:blip r:embed="rId4"/>
                <a:stretch>
                  <a:fillRect l="37501" t="-166887" r="37499" b="-166644"/>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9" name="Rectangle 8"/>
              <p:cNvSpPr/>
              <p:nvPr/>
            </p:nvSpPr>
            <p:spPr>
              <a:xfrm rot="16200000">
                <a:off x="10376780" y="1995735"/>
                <a:ext cx="1097280" cy="25603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𝒐</m:t>
                      </m:r>
                    </m:oMath>
                  </m:oMathPara>
                </a14:m>
                <a:endParaRPr lang="en-US" b="1">
                  <a:solidFill>
                    <a:schemeClr val="tx1"/>
                  </a:solidFill>
                </a:endParaRPr>
              </a:p>
            </p:txBody>
          </p:sp>
        </mc:Choice>
        <mc:Fallback>
          <p:sp>
            <p:nvSpPr>
              <p:cNvPr id="9" name="Rectangle 8"/>
              <p:cNvSpPr>
                <a:spLocks noRot="1" noChangeAspect="1" noMove="1" noResize="1" noEditPoints="1" noAdjustHandles="1" noChangeArrowheads="1" noChangeShapeType="1" noTextEdit="1"/>
              </p:cNvSpPr>
              <p:nvPr/>
            </p:nvSpPr>
            <p:spPr>
              <a:xfrm rot="16200000">
                <a:off x="10376780" y="1995735"/>
                <a:ext cx="1097280" cy="256032"/>
              </a:xfrm>
              <a:prstGeom prst="rect">
                <a:avLst/>
              </a:prstGeom>
              <a:blipFill rotWithShape="1">
                <a:blip r:embed="rId5"/>
                <a:stretch>
                  <a:fillRect l="37478" t="-166887" r="37522" b="-166644"/>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10" name="Freeform: Shape 9"/>
          <p:cNvSpPr/>
          <p:nvPr/>
        </p:nvSpPr>
        <p:spPr>
          <a:xfrm>
            <a:off x="9213278" y="1526619"/>
            <a:ext cx="295563" cy="1200727"/>
          </a:xfrm>
          <a:custGeom>
            <a:avLst/>
            <a:gdLst>
              <a:gd name="connsiteX0" fmla="*/ 277090 w 295563"/>
              <a:gd name="connsiteY0" fmla="*/ 0 h 1200727"/>
              <a:gd name="connsiteX1" fmla="*/ 0 w 295563"/>
              <a:gd name="connsiteY1" fmla="*/ 591127 h 1200727"/>
              <a:gd name="connsiteX2" fmla="*/ 295563 w 295563"/>
              <a:gd name="connsiteY2" fmla="*/ 1200727 h 1200727"/>
            </a:gdLst>
            <a:ahLst/>
            <a:cxnLst>
              <a:cxn ang="0">
                <a:pos x="connsiteX0" y="connsiteY0"/>
              </a:cxn>
              <a:cxn ang="0">
                <a:pos x="connsiteX1" y="connsiteY1"/>
              </a:cxn>
              <a:cxn ang="0">
                <a:pos x="connsiteX2" y="connsiteY2"/>
              </a:cxn>
            </a:cxnLst>
            <a:rect l="l" t="t" r="r" b="b"/>
            <a:pathLst>
              <a:path w="295563" h="1200727">
                <a:moveTo>
                  <a:pt x="277090" y="0"/>
                </a:moveTo>
                <a:lnTo>
                  <a:pt x="0" y="591127"/>
                </a:lnTo>
                <a:lnTo>
                  <a:pt x="295563" y="1200727"/>
                </a:ln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11" name="Freeform: Shape 10"/>
          <p:cNvSpPr/>
          <p:nvPr/>
        </p:nvSpPr>
        <p:spPr>
          <a:xfrm flipH="1">
            <a:off x="11176008" y="1540479"/>
            <a:ext cx="295563" cy="1200727"/>
          </a:xfrm>
          <a:custGeom>
            <a:avLst/>
            <a:gdLst>
              <a:gd name="connsiteX0" fmla="*/ 277090 w 295563"/>
              <a:gd name="connsiteY0" fmla="*/ 0 h 1200727"/>
              <a:gd name="connsiteX1" fmla="*/ 0 w 295563"/>
              <a:gd name="connsiteY1" fmla="*/ 591127 h 1200727"/>
              <a:gd name="connsiteX2" fmla="*/ 295563 w 295563"/>
              <a:gd name="connsiteY2" fmla="*/ 1200727 h 1200727"/>
            </a:gdLst>
            <a:ahLst/>
            <a:cxnLst>
              <a:cxn ang="0">
                <a:pos x="connsiteX0" y="connsiteY0"/>
              </a:cxn>
              <a:cxn ang="0">
                <a:pos x="connsiteX1" y="connsiteY1"/>
              </a:cxn>
              <a:cxn ang="0">
                <a:pos x="connsiteX2" y="connsiteY2"/>
              </a:cxn>
            </a:cxnLst>
            <a:rect l="l" t="t" r="r" b="b"/>
            <a:pathLst>
              <a:path w="295563" h="1200727">
                <a:moveTo>
                  <a:pt x="277090" y="0"/>
                </a:moveTo>
                <a:lnTo>
                  <a:pt x="0" y="591127"/>
                </a:lnTo>
                <a:lnTo>
                  <a:pt x="295563" y="1200727"/>
                </a:ln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7" name="Rectangle 16"/>
              <p:cNvSpPr/>
              <p:nvPr/>
            </p:nvSpPr>
            <p:spPr>
              <a:xfrm rot="16200000">
                <a:off x="9261212" y="4301138"/>
                <a:ext cx="1097280" cy="256032"/>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𝒔</m:t>
                      </m:r>
                    </m:oMath>
                  </m:oMathPara>
                </a14:m>
                <a:endParaRPr lang="en-US" b="1">
                  <a:solidFill>
                    <a:schemeClr val="tx1"/>
                  </a:solidFill>
                </a:endParaRPr>
              </a:p>
            </p:txBody>
          </p:sp>
        </mc:Choice>
        <mc:Fallback>
          <p:sp>
            <p:nvSpPr>
              <p:cNvPr id="17" name="Rectangle 16"/>
              <p:cNvSpPr>
                <a:spLocks noRot="1" noChangeAspect="1" noMove="1" noResize="1" noEditPoints="1" noAdjustHandles="1" noChangeArrowheads="1" noChangeShapeType="1" noTextEdit="1"/>
              </p:cNvSpPr>
              <p:nvPr/>
            </p:nvSpPr>
            <p:spPr>
              <a:xfrm rot="16200000">
                <a:off x="9261212" y="4301138"/>
                <a:ext cx="1097280" cy="256032"/>
              </a:xfrm>
              <a:prstGeom prst="rect">
                <a:avLst/>
              </a:prstGeom>
              <a:blipFill rotWithShape="1">
                <a:blip r:embed="rId6"/>
                <a:stretch>
                  <a:fillRect l="37466" t="-166777" r="37534" b="-166755"/>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8" name="Rectangle 17"/>
              <p:cNvSpPr/>
              <p:nvPr/>
            </p:nvSpPr>
            <p:spPr>
              <a:xfrm rot="16200000">
                <a:off x="9818996" y="4301138"/>
                <a:ext cx="1097280" cy="256032"/>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𝒓</m:t>
                      </m:r>
                    </m:oMath>
                  </m:oMathPara>
                </a14:m>
                <a:endParaRPr lang="en-US" b="1">
                  <a:solidFill>
                    <a:schemeClr val="tx1"/>
                  </a:solidFill>
                </a:endParaRPr>
              </a:p>
            </p:txBody>
          </p:sp>
        </mc:Choice>
        <mc:Fallback>
          <p:sp>
            <p:nvSpPr>
              <p:cNvPr id="18" name="Rectangle 17"/>
              <p:cNvSpPr>
                <a:spLocks noRot="1" noChangeAspect="1" noMove="1" noResize="1" noEditPoints="1" noAdjustHandles="1" noChangeArrowheads="1" noChangeShapeType="1" noTextEdit="1"/>
              </p:cNvSpPr>
              <p:nvPr/>
            </p:nvSpPr>
            <p:spPr>
              <a:xfrm rot="16200000">
                <a:off x="9818996" y="4301138"/>
                <a:ext cx="1097280" cy="256032"/>
              </a:xfrm>
              <a:prstGeom prst="rect">
                <a:avLst/>
              </a:prstGeom>
              <a:blipFill rotWithShape="1">
                <a:blip r:embed="rId7"/>
                <a:stretch>
                  <a:fillRect l="37501" t="-166777" r="37499" b="-166755"/>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9" name="Rectangle 18"/>
              <p:cNvSpPr/>
              <p:nvPr/>
            </p:nvSpPr>
            <p:spPr>
              <a:xfrm rot="16200000">
                <a:off x="10376780" y="4301138"/>
                <a:ext cx="1097280" cy="25603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𝒐</m:t>
                      </m:r>
                    </m:oMath>
                  </m:oMathPara>
                </a14:m>
                <a:endParaRPr lang="en-US" b="1">
                  <a:solidFill>
                    <a:schemeClr val="tx1"/>
                  </a:solidFill>
                </a:endParaRPr>
              </a:p>
            </p:txBody>
          </p:sp>
        </mc:Choice>
        <mc:Fallback>
          <p:sp>
            <p:nvSpPr>
              <p:cNvPr id="19" name="Rectangle 18"/>
              <p:cNvSpPr>
                <a:spLocks noRot="1" noChangeAspect="1" noMove="1" noResize="1" noEditPoints="1" noAdjustHandles="1" noChangeArrowheads="1" noChangeShapeType="1" noTextEdit="1"/>
              </p:cNvSpPr>
              <p:nvPr/>
            </p:nvSpPr>
            <p:spPr>
              <a:xfrm rot="16200000">
                <a:off x="10376780" y="4301138"/>
                <a:ext cx="1097280" cy="256032"/>
              </a:xfrm>
              <a:prstGeom prst="rect">
                <a:avLst/>
              </a:prstGeom>
              <a:blipFill rotWithShape="1">
                <a:blip r:embed="rId8"/>
                <a:stretch>
                  <a:fillRect l="37478" t="-166777" r="37522" b="-166755"/>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20" name="Freeform: Shape 19"/>
          <p:cNvSpPr/>
          <p:nvPr/>
        </p:nvSpPr>
        <p:spPr>
          <a:xfrm>
            <a:off x="9236366" y="3832022"/>
            <a:ext cx="272475" cy="2311867"/>
          </a:xfrm>
          <a:custGeom>
            <a:avLst/>
            <a:gdLst>
              <a:gd name="connsiteX0" fmla="*/ 277090 w 295563"/>
              <a:gd name="connsiteY0" fmla="*/ 0 h 1200727"/>
              <a:gd name="connsiteX1" fmla="*/ 0 w 295563"/>
              <a:gd name="connsiteY1" fmla="*/ 591127 h 1200727"/>
              <a:gd name="connsiteX2" fmla="*/ 295563 w 295563"/>
              <a:gd name="connsiteY2" fmla="*/ 1200727 h 1200727"/>
            </a:gdLst>
            <a:ahLst/>
            <a:cxnLst>
              <a:cxn ang="0">
                <a:pos x="connsiteX0" y="connsiteY0"/>
              </a:cxn>
              <a:cxn ang="0">
                <a:pos x="connsiteX1" y="connsiteY1"/>
              </a:cxn>
              <a:cxn ang="0">
                <a:pos x="connsiteX2" y="connsiteY2"/>
              </a:cxn>
            </a:cxnLst>
            <a:rect l="l" t="t" r="r" b="b"/>
            <a:pathLst>
              <a:path w="295563" h="1200727">
                <a:moveTo>
                  <a:pt x="277090" y="0"/>
                </a:moveTo>
                <a:lnTo>
                  <a:pt x="0" y="591127"/>
                </a:lnTo>
                <a:lnTo>
                  <a:pt x="295563" y="1200727"/>
                </a:ln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21" name="Freeform: Shape 20"/>
          <p:cNvSpPr/>
          <p:nvPr/>
        </p:nvSpPr>
        <p:spPr>
          <a:xfrm flipH="1">
            <a:off x="11176007" y="3845882"/>
            <a:ext cx="295564" cy="2311867"/>
          </a:xfrm>
          <a:custGeom>
            <a:avLst/>
            <a:gdLst>
              <a:gd name="connsiteX0" fmla="*/ 277090 w 295563"/>
              <a:gd name="connsiteY0" fmla="*/ 0 h 1200727"/>
              <a:gd name="connsiteX1" fmla="*/ 0 w 295563"/>
              <a:gd name="connsiteY1" fmla="*/ 591127 h 1200727"/>
              <a:gd name="connsiteX2" fmla="*/ 295563 w 295563"/>
              <a:gd name="connsiteY2" fmla="*/ 1200727 h 1200727"/>
            </a:gdLst>
            <a:ahLst/>
            <a:cxnLst>
              <a:cxn ang="0">
                <a:pos x="connsiteX0" y="connsiteY0"/>
              </a:cxn>
              <a:cxn ang="0">
                <a:pos x="connsiteX1" y="connsiteY1"/>
              </a:cxn>
              <a:cxn ang="0">
                <a:pos x="connsiteX2" y="connsiteY2"/>
              </a:cxn>
            </a:cxnLst>
            <a:rect l="l" t="t" r="r" b="b"/>
            <a:pathLst>
              <a:path w="295563" h="1200727">
                <a:moveTo>
                  <a:pt x="277090" y="0"/>
                </a:moveTo>
                <a:lnTo>
                  <a:pt x="0" y="591127"/>
                </a:lnTo>
                <a:lnTo>
                  <a:pt x="295563" y="1200727"/>
                </a:ln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2" name="Rectangle 21"/>
              <p:cNvSpPr/>
              <p:nvPr/>
            </p:nvSpPr>
            <p:spPr>
              <a:xfrm rot="16200000">
                <a:off x="9261212" y="5467233"/>
                <a:ext cx="1097280" cy="256032"/>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𝒔</m:t>
                      </m:r>
                    </m:oMath>
                  </m:oMathPara>
                </a14:m>
                <a:endParaRPr lang="en-US" b="1">
                  <a:solidFill>
                    <a:schemeClr val="tx1"/>
                  </a:solidFill>
                </a:endParaRPr>
              </a:p>
            </p:txBody>
          </p:sp>
        </mc:Choice>
        <mc:Fallback>
          <p:sp>
            <p:nvSpPr>
              <p:cNvPr id="22" name="Rectangle 21"/>
              <p:cNvSpPr>
                <a:spLocks noRot="1" noChangeAspect="1" noMove="1" noResize="1" noEditPoints="1" noAdjustHandles="1" noChangeArrowheads="1" noChangeShapeType="1" noTextEdit="1"/>
              </p:cNvSpPr>
              <p:nvPr/>
            </p:nvSpPr>
            <p:spPr>
              <a:xfrm rot="16200000">
                <a:off x="9261212" y="5467233"/>
                <a:ext cx="1097280" cy="256032"/>
              </a:xfrm>
              <a:prstGeom prst="rect">
                <a:avLst/>
              </a:prstGeom>
              <a:blipFill rotWithShape="1">
                <a:blip r:embed="rId9"/>
                <a:stretch>
                  <a:fillRect l="37466" t="-166869" r="37534" b="-166663"/>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3" name="Rectangle 22"/>
              <p:cNvSpPr/>
              <p:nvPr/>
            </p:nvSpPr>
            <p:spPr>
              <a:xfrm rot="16200000">
                <a:off x="9818996" y="5467233"/>
                <a:ext cx="1097280" cy="256032"/>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𝒓</m:t>
                      </m:r>
                    </m:oMath>
                  </m:oMathPara>
                </a14:m>
                <a:endParaRPr lang="en-US" b="1">
                  <a:solidFill>
                    <a:schemeClr val="tx1"/>
                  </a:solidFill>
                </a:endParaRPr>
              </a:p>
            </p:txBody>
          </p:sp>
        </mc:Choice>
        <mc:Fallback>
          <p:sp>
            <p:nvSpPr>
              <p:cNvPr id="23" name="Rectangle 22"/>
              <p:cNvSpPr>
                <a:spLocks noRot="1" noChangeAspect="1" noMove="1" noResize="1" noEditPoints="1" noAdjustHandles="1" noChangeArrowheads="1" noChangeShapeType="1" noTextEdit="1"/>
              </p:cNvSpPr>
              <p:nvPr/>
            </p:nvSpPr>
            <p:spPr>
              <a:xfrm rot="16200000">
                <a:off x="9818996" y="5467233"/>
                <a:ext cx="1097280" cy="256032"/>
              </a:xfrm>
              <a:prstGeom prst="rect">
                <a:avLst/>
              </a:prstGeom>
              <a:blipFill rotWithShape="1">
                <a:blip r:embed="rId10"/>
                <a:stretch>
                  <a:fillRect l="37501" t="-166869" r="37499" b="-166663"/>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4" name="Rectangle 23"/>
              <p:cNvSpPr/>
              <p:nvPr/>
            </p:nvSpPr>
            <p:spPr>
              <a:xfrm rot="16200000">
                <a:off x="10376780" y="5467233"/>
                <a:ext cx="1097280" cy="256032"/>
              </a:xfrm>
              <a:prstGeom prst="rect">
                <a:avLst/>
              </a:prstGeom>
              <a:solidFill>
                <a:schemeClr val="accent4">
                  <a:lumMod val="60000"/>
                  <a:lumOff val="4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𝒐</m:t>
                      </m:r>
                    </m:oMath>
                  </m:oMathPara>
                </a14:m>
                <a:endParaRPr lang="en-US" b="1">
                  <a:solidFill>
                    <a:schemeClr val="tx1"/>
                  </a:solidFill>
                </a:endParaRPr>
              </a:p>
            </p:txBody>
          </p:sp>
        </mc:Choice>
        <mc:Fallback>
          <p:sp>
            <p:nvSpPr>
              <p:cNvPr id="24" name="Rectangle 23"/>
              <p:cNvSpPr>
                <a:spLocks noRot="1" noChangeAspect="1" noMove="1" noResize="1" noEditPoints="1" noAdjustHandles="1" noChangeArrowheads="1" noChangeShapeType="1" noTextEdit="1"/>
              </p:cNvSpPr>
              <p:nvPr/>
            </p:nvSpPr>
            <p:spPr>
              <a:xfrm rot="16200000">
                <a:off x="10376780" y="5467233"/>
                <a:ext cx="1097280" cy="256032"/>
              </a:xfrm>
              <a:prstGeom prst="rect">
                <a:avLst/>
              </a:prstGeom>
              <a:blipFill rotWithShape="1">
                <a:blip r:embed="rId11"/>
                <a:stretch>
                  <a:fillRect l="35684" t="-175550" r="35786" b="-175343"/>
                </a:stretch>
              </a:blip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25" name="Arrow: Down 24"/>
          <p:cNvSpPr/>
          <p:nvPr/>
        </p:nvSpPr>
        <p:spPr>
          <a:xfrm>
            <a:off x="10162864" y="3045080"/>
            <a:ext cx="409543" cy="5357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7" name="Rectangle 26"/>
              <p:cNvSpPr/>
              <p:nvPr/>
            </p:nvSpPr>
            <p:spPr>
              <a:xfrm>
                <a:off x="11487538" y="4100139"/>
                <a:ext cx="672465" cy="64516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ℜ</m:t>
                      </m:r>
                    </m:oMath>
                  </m:oMathPara>
                </a14:m>
                <a:endParaRPr lang="en-US" sz="3600"/>
              </a:p>
            </p:txBody>
          </p:sp>
        </mc:Choice>
        <mc:Fallback>
          <p:sp>
            <p:nvSpPr>
              <p:cNvPr id="27" name="Rectangle 26"/>
              <p:cNvSpPr>
                <a:spLocks noRot="1" noChangeAspect="1" noMove="1" noResize="1" noEditPoints="1" noAdjustHandles="1" noChangeArrowheads="1" noChangeShapeType="1" noTextEdit="1"/>
              </p:cNvSpPr>
              <p:nvPr/>
            </p:nvSpPr>
            <p:spPr>
              <a:xfrm>
                <a:off x="11487538" y="4100139"/>
                <a:ext cx="672465" cy="645160"/>
              </a:xfrm>
              <a:prstGeom prst="rect">
                <a:avLst/>
              </a:prstGeom>
              <a:blipFill rotWithShape="1">
                <a:blip r:embed="rId12"/>
                <a:stretch>
                  <a:fillRect l="-58" t="-90" r="-1925" b="90"/>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8" name="Rectangle 27"/>
              <p:cNvSpPr/>
              <p:nvPr/>
            </p:nvSpPr>
            <p:spPr>
              <a:xfrm>
                <a:off x="11501398" y="5203877"/>
                <a:ext cx="555625" cy="64516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ℑ</m:t>
                      </m:r>
                    </m:oMath>
                  </m:oMathPara>
                </a14:m>
                <a:endParaRPr lang="en-US" sz="3600"/>
              </a:p>
            </p:txBody>
          </p:sp>
        </mc:Choice>
        <mc:Fallback>
          <p:sp>
            <p:nvSpPr>
              <p:cNvPr id="28" name="Rectangle 27"/>
              <p:cNvSpPr>
                <a:spLocks noRot="1" noChangeAspect="1" noMove="1" noResize="1" noEditPoints="1" noAdjustHandles="1" noChangeArrowheads="1" noChangeShapeType="1" noTextEdit="1"/>
              </p:cNvSpPr>
              <p:nvPr/>
            </p:nvSpPr>
            <p:spPr>
              <a:xfrm>
                <a:off x="11501398" y="5203877"/>
                <a:ext cx="555625" cy="645160"/>
              </a:xfrm>
              <a:prstGeom prst="rect">
                <a:avLst/>
              </a:prstGeom>
              <a:blipFill rotWithShape="1">
                <a:blip r:embed="rId13"/>
                <a:stretch>
                  <a:fillRect l="-50" t="-8" r="50" b="8"/>
                </a:stretch>
              </a:blipFill>
            </p:spPr>
            <p:txBody>
              <a:bodyPr/>
              <a:lstStyle/>
              <a:p>
                <a:r>
                  <a:rPr lang="en-US" altLang="en-US">
                    <a:noFill/>
                  </a:rPr>
                  <a:t> </a:t>
                </a:r>
              </a:p>
            </p:txBody>
          </p:sp>
        </mc:Fallback>
      </mc:AlternateContent>
      <p:sp>
        <p:nvSpPr>
          <p:cNvPr id="31" name="TextBox 30"/>
          <p:cNvSpPr txBox="1"/>
          <p:nvPr/>
        </p:nvSpPr>
        <p:spPr>
          <a:xfrm>
            <a:off x="10683988" y="3391137"/>
            <a:ext cx="1485900" cy="521970"/>
          </a:xfrm>
          <a:prstGeom prst="rect">
            <a:avLst/>
          </a:prstGeom>
          <a:noFill/>
        </p:spPr>
        <p:txBody>
          <a:bodyPr wrap="none" rtlCol="0">
            <a:spAutoFit/>
          </a:bodyPr>
          <a:lstStyle/>
          <a:p>
            <a:r>
              <a:rPr lang="en-US" sz="2800"/>
              <a:t>Real part</a:t>
            </a:r>
            <a:endParaRPr lang="en-US" sz="2800"/>
          </a:p>
        </p:txBody>
      </p:sp>
      <p:sp>
        <p:nvSpPr>
          <p:cNvPr id="32" name="TextBox 31"/>
          <p:cNvSpPr txBox="1"/>
          <p:nvPr/>
        </p:nvSpPr>
        <p:spPr>
          <a:xfrm>
            <a:off x="9851699" y="6069196"/>
            <a:ext cx="2298065" cy="521970"/>
          </a:xfrm>
          <a:prstGeom prst="rect">
            <a:avLst/>
          </a:prstGeom>
          <a:noFill/>
        </p:spPr>
        <p:txBody>
          <a:bodyPr wrap="none" rtlCol="0">
            <a:spAutoFit/>
          </a:bodyPr>
          <a:lstStyle/>
          <a:p>
            <a:r>
              <a:rPr lang="en-US" sz="2800"/>
              <a:t>Imaginary part</a:t>
            </a:r>
            <a:endParaRPr lang="en-US" sz="2800"/>
          </a:p>
        </p:txBody>
      </p:sp>
      <p:sp>
        <p:nvSpPr>
          <p:cNvPr id="33" name="Speech Bubble: Rectangle with Corners Rounded 32"/>
          <p:cNvSpPr/>
          <p:nvPr/>
        </p:nvSpPr>
        <p:spPr>
          <a:xfrm>
            <a:off x="6968690" y="1347537"/>
            <a:ext cx="1686803" cy="423511"/>
          </a:xfrm>
          <a:prstGeom prst="wedgeRoundRectCallout">
            <a:avLst>
              <a:gd name="adj1" fmla="val -75324"/>
              <a:gd name="adj2" fmla="val 6363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Real part of</a:t>
            </a:r>
            <a:endParaRPr lang="en-US" sz="2400"/>
          </a:p>
        </p:txBody>
      </p:sp>
      <p:cxnSp>
        <p:nvCxnSpPr>
          <p:cNvPr id="35" name="Straight Connector 34"/>
          <p:cNvCxnSpPr>
            <a:stCxn id="17" idx="2"/>
            <a:endCxn id="18" idx="0"/>
          </p:cNvCxnSpPr>
          <p:nvPr/>
        </p:nvCxnSpPr>
        <p:spPr>
          <a:xfrm>
            <a:off x="9937868" y="4429154"/>
            <a:ext cx="301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2" idx="2"/>
            <a:endCxn id="23" idx="0"/>
          </p:cNvCxnSpPr>
          <p:nvPr/>
        </p:nvCxnSpPr>
        <p:spPr>
          <a:xfrm>
            <a:off x="9937868" y="5595249"/>
            <a:ext cx="301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18" idx="2"/>
            <a:endCxn id="19" idx="0"/>
          </p:cNvCxnSpPr>
          <p:nvPr/>
        </p:nvCxnSpPr>
        <p:spPr>
          <a:xfrm>
            <a:off x="10495652" y="4429154"/>
            <a:ext cx="301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23" idx="2"/>
            <a:endCxn id="24" idx="0"/>
          </p:cNvCxnSpPr>
          <p:nvPr/>
        </p:nvCxnSpPr>
        <p:spPr>
          <a:xfrm>
            <a:off x="10495652" y="5595249"/>
            <a:ext cx="301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a:endCxn id="23" idx="0"/>
          </p:cNvCxnSpPr>
          <p:nvPr/>
        </p:nvCxnSpPr>
        <p:spPr>
          <a:xfrm>
            <a:off x="9937868" y="4429154"/>
            <a:ext cx="301752" cy="1166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18" idx="2"/>
            <a:endCxn id="24" idx="0"/>
          </p:cNvCxnSpPr>
          <p:nvPr/>
        </p:nvCxnSpPr>
        <p:spPr>
          <a:xfrm>
            <a:off x="10495652" y="4429154"/>
            <a:ext cx="301752" cy="1166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18" idx="0"/>
            <a:endCxn id="22" idx="2"/>
          </p:cNvCxnSpPr>
          <p:nvPr/>
        </p:nvCxnSpPr>
        <p:spPr>
          <a:xfrm flipH="1">
            <a:off x="9937868" y="4429154"/>
            <a:ext cx="301752" cy="1166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19" idx="0"/>
            <a:endCxn id="23" idx="2"/>
          </p:cNvCxnSpPr>
          <p:nvPr/>
        </p:nvCxnSpPr>
        <p:spPr>
          <a:xfrm flipH="1">
            <a:off x="10495652" y="4429154"/>
            <a:ext cx="301752" cy="1166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 idx="2"/>
            <a:endCxn id="8" idx="0"/>
          </p:cNvCxnSpPr>
          <p:nvPr/>
        </p:nvCxnSpPr>
        <p:spPr>
          <a:xfrm>
            <a:off x="9937868" y="2123751"/>
            <a:ext cx="301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 idx="2"/>
            <a:endCxn id="9" idx="0"/>
          </p:cNvCxnSpPr>
          <p:nvPr/>
        </p:nvCxnSpPr>
        <p:spPr>
          <a:xfrm>
            <a:off x="10495652" y="2123751"/>
            <a:ext cx="301752"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r:id="rId14" p14:bwMode="auto">
            <p14:nvContentPartPr>
              <p14:cNvPr id="2" name="Ink 1"/>
              <p14:cNvContentPartPr/>
              <p14:nvPr/>
            </p14:nvContentPartPr>
            <p14:xfrm>
              <a:off x="9257040" y="1488960"/>
              <a:ext cx="2704680" cy="3436200"/>
            </p14:xfrm>
          </p:contentPart>
        </mc:Choice>
        <mc:Fallback xmlns="">
          <p:pic>
            <p:nvPicPr>
              <p:cNvPr id="2" name="Ink 1"/>
            </p:nvPicPr>
            <p:blipFill>
              <a:blip r:embed="rId15"/>
            </p:blipFill>
            <p:spPr>
              <a:xfrm>
                <a:off x="9257040" y="1488960"/>
                <a:ext cx="2704680" cy="343620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err="1"/>
              <a:t>ComplEx</a:t>
            </a:r>
            <a:r>
              <a:rPr lang="en-US"/>
              <a:t>, other notation</a:t>
            </a:r>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lstStyle/>
              <a:p>
                <a:r>
                  <a:rPr lang="en-US"/>
                  <a:t>Can also write as</a:t>
                </a:r>
                <a:br>
                  <a:rPr lang="en-US"/>
                </a:br>
                <a:r>
                  <a:rPr lang="en-US"/>
                  <a:t> </a:t>
                </a:r>
                <a14:m>
                  <m:oMath xmlns:m="http://schemas.openxmlformats.org/officeDocument/2006/math">
                    <m:r>
                      <a:rPr lang="en-US" b="1" i="0" smtClean="0">
                        <a:latin typeface="Cambria Math" panose="02040503050406030204" pitchFamily="18" charset="0"/>
                      </a:rPr>
                      <m:t>𝐗</m:t>
                    </m:r>
                    <m:r>
                      <a:rPr lang="en-US" b="0" i="1" smtClean="0">
                        <a:latin typeface="Cambria Math" panose="02040503050406030204" pitchFamily="18" charset="0"/>
                      </a:rPr>
                      <m:t>≈</m:t>
                    </m:r>
                    <m:r>
                      <a:rPr lang="en-US" b="0" i="1" smtClean="0">
                        <a:effectLst>
                          <a:glow rad="139700">
                            <a:schemeClr val="accent4">
                              <a:satMod val="175000"/>
                              <a:alpha val="40000"/>
                            </a:schemeClr>
                          </a:glow>
                        </a:effectLst>
                        <a:latin typeface="Cambria Math" panose="02040503050406030204" pitchFamily="18" charset="0"/>
                      </a:rPr>
                      <m:t>ℜ</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𝑑</m:t>
                        </m:r>
                      </m:sub>
                      <m:sup/>
                      <m:e>
                        <m:sSub>
                          <m:sSubPr>
                            <m:ctrlPr>
                              <a:rPr lang="en-US" b="0" i="1" smtClean="0">
                                <a:latin typeface="Cambria Math" panose="02040503050406030204" pitchFamily="18" charset="0"/>
                              </a:rPr>
                            </m:ctrlPr>
                          </m:sSubPr>
                          <m:e>
                            <m:r>
                              <a:rPr lang="en-US" b="1" i="1" smtClean="0">
                                <a:latin typeface="Cambria Math" panose="02040503050406030204" pitchFamily="18" charset="0"/>
                              </a:rPr>
                              <m:t>𝒂</m:t>
                            </m:r>
                          </m:e>
                          <m: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𝑑</m:t>
                            </m:r>
                          </m:sub>
                        </m:sSub>
                        <m:sSub>
                          <m:sSubPr>
                            <m:ctrlPr>
                              <a:rPr lang="en-US" b="0" i="1" smtClean="0">
                                <a:latin typeface="Cambria Math" panose="02040503050406030204" pitchFamily="18" charset="0"/>
                              </a:rPr>
                            </m:ctrlPr>
                          </m:sSubPr>
                          <m:e>
                            <m:r>
                              <a:rPr lang="en-US" b="1" i="1" smtClean="0">
                                <a:latin typeface="Cambria Math" panose="02040503050406030204" pitchFamily="18" charset="0"/>
                              </a:rPr>
                              <m:t>⊗</m:t>
                            </m:r>
                            <m:r>
                              <a:rPr lang="en-US" b="1" i="0" smtClean="0">
                                <a:latin typeface="Cambria Math" panose="02040503050406030204" pitchFamily="18" charset="0"/>
                              </a:rPr>
                              <m:t>𝐌</m:t>
                            </m:r>
                          </m:e>
                          <m:sub>
                            <m:r>
                              <a:rPr lang="en-US"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m:t>
                            </m:r>
                            <m:r>
                              <a:rPr lang="en-US" b="0" i="1" smtClean="0">
                                <a:latin typeface="Cambria Math" panose="02040503050406030204" pitchFamily="18" charset="0"/>
                              </a:rPr>
                              <m:t>𝑑</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m:t>
                            </m:r>
                            <m:r>
                              <a:rPr lang="en-US" b="1" i="1" smtClean="0">
                                <a:latin typeface="Cambria Math" panose="02040503050406030204" pitchFamily="18" charset="0"/>
                              </a:rPr>
                              <m:t>𝒂</m:t>
                            </m:r>
                          </m:e>
                          <m:sub>
                            <m:r>
                              <a:rPr lang="en-US" b="0" i="1" smtClean="0">
                                <a:latin typeface="Cambria Math" panose="02040503050406030204" pitchFamily="18" charset="0"/>
                              </a:rPr>
                              <m:t>∙,</m:t>
                            </m:r>
                            <m:r>
                              <a:rPr lang="en-US" b="0" i="1" smtClean="0">
                                <a:latin typeface="Cambria Math" panose="02040503050406030204" pitchFamily="18" charset="0"/>
                              </a:rPr>
                              <m:t>𝑑</m:t>
                            </m:r>
                          </m:sub>
                          <m:sup>
                            <m:r>
                              <a:rPr lang="en-US" b="0" i="1" smtClean="0">
                                <a:latin typeface="Cambria Math" panose="02040503050406030204" pitchFamily="18" charset="0"/>
                              </a:rPr>
                              <m:t>⋆</m:t>
                            </m:r>
                          </m:sup>
                        </m:sSubSup>
                      </m:e>
                    </m:nary>
                  </m:oMath>
                </a14:m>
                <a:endParaRPr lang="en-US"/>
              </a:p>
              <a:p>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𝒂</m:t>
                        </m:r>
                      </m:e>
                      <m: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𝑑</m:t>
                        </m:r>
                      </m:sub>
                    </m:sSub>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ℂ</m:t>
                        </m:r>
                      </m:e>
                      <m:sup>
                        <m:r>
                          <a:rPr lang="en-US" b="0" i="1" smtClean="0">
                            <a:latin typeface="Cambria Math" panose="02040503050406030204" pitchFamily="18" charset="0"/>
                            <a:ea typeface="Cambria Math" panose="02040503050406030204" pitchFamily="18" charset="0"/>
                          </a:rPr>
                          <m:t>𝐸</m:t>
                        </m:r>
                      </m:sup>
                    </m:sSup>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b="1">
                            <a:latin typeface="Cambria Math" panose="02040503050406030204" pitchFamily="18" charset="0"/>
                          </a:rPr>
                          <m:t>𝐌</m:t>
                        </m:r>
                      </m:e>
                      <m:sub>
                        <m:r>
                          <a:rPr lang="en-US" i="1">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𝑑</m:t>
                        </m:r>
                      </m:sub>
                    </m:sSub>
                    <m:r>
                      <a:rPr lang="en-US" b="0" i="1" smtClean="0">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ℂ</m:t>
                        </m:r>
                      </m:e>
                      <m:sup>
                        <m:r>
                          <a:rPr lang="en-US" b="0" i="1" smtClean="0">
                            <a:latin typeface="Cambria Math" panose="02040503050406030204" pitchFamily="18" charset="0"/>
                            <a:ea typeface="Cambria Math" panose="02040503050406030204" pitchFamily="18" charset="0"/>
                          </a:rPr>
                          <m:t>𝑅</m:t>
                        </m:r>
                      </m:sup>
                    </m:sSup>
                  </m:oMath>
                </a14:m>
                <a:endParaRPr lang="en-US"/>
              </a:p>
              <a:p>
                <a:r>
                  <a:rPr lang="en-US"/>
                  <a:t>Thus </a:t>
                </a:r>
                <a14:m>
                  <m:oMath xmlns:m="http://schemas.openxmlformats.org/officeDocument/2006/math">
                    <m:r>
                      <a:rPr lang="en-US" b="1">
                        <a:latin typeface="Cambria Math" panose="02040503050406030204" pitchFamily="18" charset="0"/>
                      </a:rPr>
                      <m:t>𝐗</m:t>
                    </m:r>
                    <m:r>
                      <a:rPr lang="en-US" b="1" i="1" smtClean="0">
                        <a:latin typeface="Cambria Math" panose="02040503050406030204" pitchFamily="18" charset="0"/>
                      </a:rPr>
                      <m:t>∈</m:t>
                    </m:r>
                    <m:sSup>
                      <m:sSupPr>
                        <m:ctrlPr>
                          <a:rPr lang="en-US" b="1" i="1" smtClean="0">
                            <a:latin typeface="Cambria Math" panose="02040503050406030204" pitchFamily="18" charset="0"/>
                            <a:ea typeface="Cambria Math" panose="02040503050406030204" pitchFamily="18" charset="0"/>
                          </a:rPr>
                        </m:ctrlPr>
                      </m:sSupPr>
                      <m:e>
                        <m:r>
                          <a:rPr lang="en-US" b="1"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𝐸</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sup>
                    </m:sSup>
                  </m:oMath>
                </a14:m>
                <a:endParaRPr lang="en-US"/>
              </a:p>
              <a:p>
                <a:r>
                  <a:rPr lang="en-US"/>
                  <a:t>Each </a:t>
                </a:r>
                <a:r>
                  <a:rPr lang="en-US" err="1"/>
                  <a:t>rhs</a:t>
                </a:r>
                <a:r>
                  <a:rPr lang="en-US"/>
                  <a:t> term is a rank-1 “fiber”</a:t>
                </a:r>
                <a:endParaRPr lang="en-US"/>
              </a:p>
              <a:p>
                <a:r>
                  <a:rPr lang="en-US"/>
                  <a:t>Expresses </a:t>
                </a:r>
                <a14:m>
                  <m:oMath xmlns:m="http://schemas.openxmlformats.org/officeDocument/2006/math">
                    <m:r>
                      <a:rPr lang="en-US" b="1">
                        <a:latin typeface="Cambria Math" panose="02040503050406030204" pitchFamily="18" charset="0"/>
                      </a:rPr>
                      <m:t>𝐗</m:t>
                    </m:r>
                  </m:oMath>
                </a14:m>
                <a:r>
                  <a:rPr lang="en-US"/>
                  <a:t> as sum of </a:t>
                </a:r>
                <a14:m>
                  <m:oMath xmlns:m="http://schemas.openxmlformats.org/officeDocument/2006/math">
                    <m:r>
                      <a:rPr lang="en-US" i="1" dirty="0" smtClean="0">
                        <a:latin typeface="Cambria Math" panose="02040503050406030204" pitchFamily="18" charset="0"/>
                      </a:rPr>
                      <m:t>𝐷</m:t>
                    </m:r>
                  </m:oMath>
                </a14:m>
                <a:r>
                  <a:rPr lang="en-US"/>
                  <a:t> rank-1 tensors</a:t>
                </a:r>
                <a:endParaRPr lang="en-US"/>
              </a:p>
              <a:p>
                <a:r>
                  <a:rPr lang="en-US"/>
                  <a:t>Thus, this is a rank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𝐷</m:t>
                    </m:r>
                  </m:oMath>
                </a14:m>
                <a:r>
                  <a:rPr lang="en-US"/>
                  <a:t> decomposition of </a:t>
                </a:r>
                <a14:m>
                  <m:oMath xmlns:m="http://schemas.openxmlformats.org/officeDocument/2006/math">
                    <m:r>
                      <a:rPr lang="en-US" b="1">
                        <a:latin typeface="Cambria Math" panose="02040503050406030204" pitchFamily="18" charset="0"/>
                      </a:rPr>
                      <m:t>𝐗</m:t>
                    </m:r>
                  </m:oMath>
                </a14:m>
                <a:endParaRPr lang="en-US"/>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p:sp>
        <p:nvSpPr>
          <p:cNvPr id="9" name="Cube 8"/>
          <p:cNvSpPr/>
          <p:nvPr/>
        </p:nvSpPr>
        <p:spPr>
          <a:xfrm>
            <a:off x="8174357" y="2030934"/>
            <a:ext cx="1084582" cy="761768"/>
          </a:xfrm>
          <a:prstGeom prst="cube">
            <a:avLst>
              <a:gd name="adj" fmla="val 9794"/>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be 5"/>
          <p:cNvSpPr/>
          <p:nvPr/>
        </p:nvSpPr>
        <p:spPr>
          <a:xfrm>
            <a:off x="8174357" y="2316292"/>
            <a:ext cx="1084582" cy="195206"/>
          </a:xfrm>
          <a:prstGeom prst="cub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be 9"/>
          <p:cNvSpPr/>
          <p:nvPr/>
        </p:nvSpPr>
        <p:spPr>
          <a:xfrm>
            <a:off x="9521812" y="1824514"/>
            <a:ext cx="1014293" cy="983556"/>
          </a:xfrm>
          <a:prstGeom prst="cub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be 6"/>
          <p:cNvSpPr/>
          <p:nvPr/>
        </p:nvSpPr>
        <p:spPr>
          <a:xfrm>
            <a:off x="9815385" y="2146434"/>
            <a:ext cx="343708" cy="365064"/>
          </a:xfrm>
          <a:prstGeom prst="cube">
            <a:avLst>
              <a:gd name="adj" fmla="val 72222"/>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ube 10"/>
          <p:cNvSpPr/>
          <p:nvPr/>
        </p:nvSpPr>
        <p:spPr>
          <a:xfrm>
            <a:off x="10857541" y="2014835"/>
            <a:ext cx="837884" cy="1167973"/>
          </a:xfrm>
          <a:prstGeom prst="cube">
            <a:avLst>
              <a:gd name="adj" fmla="val 9848"/>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be 7"/>
          <p:cNvSpPr/>
          <p:nvPr/>
        </p:nvSpPr>
        <p:spPr>
          <a:xfrm>
            <a:off x="11149533" y="2014834"/>
            <a:ext cx="173216" cy="1167973"/>
          </a:xfrm>
          <a:prstGeom prst="cub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2" name="TextBox 11"/>
              <p:cNvSpPr txBox="1"/>
              <p:nvPr/>
            </p:nvSpPr>
            <p:spPr>
              <a:xfrm>
                <a:off x="8521210" y="1661602"/>
                <a:ext cx="39087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oMath>
                  </m:oMathPara>
                </a14:m>
                <a:endParaRPr lang="en-US"/>
              </a:p>
            </p:txBody>
          </p:sp>
        </mc:Choice>
        <mc:Fallback>
          <p:sp>
            <p:nvSpPr>
              <p:cNvPr id="12" name="TextBox 11"/>
              <p:cNvSpPr txBox="1">
                <a:spLocks noRot="1" noChangeAspect="1" noMove="1" noResize="1" noEditPoints="1" noAdjustHandles="1" noChangeArrowheads="1" noChangeShapeType="1" noTextEdit="1"/>
              </p:cNvSpPr>
              <p:nvPr/>
            </p:nvSpPr>
            <p:spPr>
              <a:xfrm>
                <a:off x="8521210" y="1661602"/>
                <a:ext cx="390876" cy="369332"/>
              </a:xfrm>
              <a:prstGeom prst="rect">
                <a:avLst/>
              </a:prstGeom>
              <a:blipFill rotWithShape="1">
                <a:blip r:embed="rId2"/>
                <a:stretch>
                  <a:fillRect l="-37" t="-120" r="127" b="55"/>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11685900" y="2414154"/>
                <a:ext cx="39087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oMath>
                  </m:oMathPara>
                </a14:m>
                <a:endParaRPr lang="en-US"/>
              </a:p>
            </p:txBody>
          </p:sp>
        </mc:Choice>
        <mc:Fallback>
          <p:sp>
            <p:nvSpPr>
              <p:cNvPr id="13" name="TextBox 12"/>
              <p:cNvSpPr txBox="1">
                <a:spLocks noRot="1" noChangeAspect="1" noMove="1" noResize="1" noEditPoints="1" noAdjustHandles="1" noChangeArrowheads="1" noChangeShapeType="1" noTextEdit="1"/>
              </p:cNvSpPr>
              <p:nvPr/>
            </p:nvSpPr>
            <p:spPr>
              <a:xfrm>
                <a:off x="11685900" y="2414154"/>
                <a:ext cx="390876" cy="369332"/>
              </a:xfrm>
              <a:prstGeom prst="rect">
                <a:avLst/>
              </a:prstGeom>
              <a:blipFill rotWithShape="1">
                <a:blip r:embed="rId2"/>
                <a:stretch>
                  <a:fillRect l="-161" t="-141" r="89" b="76"/>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11064320" y="3206983"/>
                <a:ext cx="40459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m:t>
                      </m:r>
                    </m:oMath>
                  </m:oMathPara>
                </a14:m>
                <a:endParaRPr lang="en-US"/>
              </a:p>
            </p:txBody>
          </p:sp>
        </mc:Choice>
        <mc:Fallback>
          <p:sp>
            <p:nvSpPr>
              <p:cNvPr id="14" name="TextBox 13"/>
              <p:cNvSpPr txBox="1">
                <a:spLocks noRot="1" noChangeAspect="1" noMove="1" noResize="1" noEditPoints="1" noAdjustHandles="1" noChangeArrowheads="1" noChangeShapeType="1" noTextEdit="1"/>
              </p:cNvSpPr>
              <p:nvPr/>
            </p:nvSpPr>
            <p:spPr>
              <a:xfrm>
                <a:off x="11064320" y="3206983"/>
                <a:ext cx="404598" cy="369332"/>
              </a:xfrm>
              <a:prstGeom prst="rect">
                <a:avLst/>
              </a:prstGeom>
              <a:blipFill rotWithShape="1">
                <a:blip r:embed="rId3"/>
                <a:stretch>
                  <a:fillRect l="-20" t="-63" r="45" b="171"/>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5" name="TextBox 14"/>
              <p:cNvSpPr txBox="1"/>
              <p:nvPr/>
            </p:nvSpPr>
            <p:spPr>
              <a:xfrm>
                <a:off x="7819406" y="2266078"/>
                <a:ext cx="40459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m:t>
                      </m:r>
                    </m:oMath>
                  </m:oMathPara>
                </a14:m>
                <a:endParaRPr lang="en-US"/>
              </a:p>
            </p:txBody>
          </p:sp>
        </mc:Choice>
        <mc:Fallback>
          <p:sp>
            <p:nvSpPr>
              <p:cNvPr id="15" name="TextBox 14"/>
              <p:cNvSpPr txBox="1">
                <a:spLocks noRot="1" noChangeAspect="1" noMove="1" noResize="1" noEditPoints="1" noAdjustHandles="1" noChangeArrowheads="1" noChangeShapeType="1" noTextEdit="1"/>
              </p:cNvSpPr>
              <p:nvPr/>
            </p:nvSpPr>
            <p:spPr>
              <a:xfrm>
                <a:off x="7819406" y="2266078"/>
                <a:ext cx="404598" cy="369332"/>
              </a:xfrm>
              <a:prstGeom prst="rect">
                <a:avLst/>
              </a:prstGeom>
              <a:blipFill rotWithShape="1">
                <a:blip r:embed="rId3"/>
                <a:stretch>
                  <a:fillRect l="-4" t="-108" r="29" b="43"/>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6" name="TextBox 15"/>
              <p:cNvSpPr txBox="1"/>
              <p:nvPr/>
            </p:nvSpPr>
            <p:spPr>
              <a:xfrm>
                <a:off x="9754494" y="2810362"/>
                <a:ext cx="40459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m:t>
                      </m:r>
                    </m:oMath>
                  </m:oMathPara>
                </a14:m>
                <a:endParaRPr lang="en-US"/>
              </a:p>
            </p:txBody>
          </p:sp>
        </mc:Choice>
        <mc:Fallback>
          <p:sp>
            <p:nvSpPr>
              <p:cNvPr id="16" name="TextBox 15"/>
              <p:cNvSpPr txBox="1">
                <a:spLocks noRot="1" noChangeAspect="1" noMove="1" noResize="1" noEditPoints="1" noAdjustHandles="1" noChangeArrowheads="1" noChangeShapeType="1" noTextEdit="1"/>
              </p:cNvSpPr>
              <p:nvPr/>
            </p:nvSpPr>
            <p:spPr>
              <a:xfrm>
                <a:off x="9754494" y="2810362"/>
                <a:ext cx="404598" cy="369332"/>
              </a:xfrm>
              <a:prstGeom prst="rect">
                <a:avLst/>
              </a:prstGeom>
              <a:blipFill rotWithShape="1">
                <a:blip r:embed="rId3"/>
                <a:stretch>
                  <a:fillRect l="-64" t="-132" r="89" b="67"/>
                </a:stretch>
              </a:blipFill>
            </p:spPr>
            <p:txBody>
              <a:bodyPr/>
              <a:lstStyle/>
              <a:p>
                <a:r>
                  <a:rPr lang="en-US" altLang="en-US">
                    <a:noFill/>
                  </a:rPr>
                  <a:t> </a:t>
                </a:r>
              </a:p>
            </p:txBody>
          </p:sp>
        </mc:Fallback>
      </mc:AlternateContent>
      <p:cxnSp>
        <p:nvCxnSpPr>
          <p:cNvPr id="18" name="Straight Connector 17"/>
          <p:cNvCxnSpPr/>
          <p:nvPr/>
        </p:nvCxnSpPr>
        <p:spPr>
          <a:xfrm>
            <a:off x="9481775" y="2053986"/>
            <a:ext cx="837884" cy="752552"/>
          </a:xfrm>
          <a:prstGeom prst="line">
            <a:avLst/>
          </a:prstGeom>
          <a:ln w="76200">
            <a:solidFill>
              <a:schemeClr val="accent2">
                <a:lumMod val="75000"/>
                <a:alpha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 name="TextBox 18"/>
              <p:cNvSpPr txBox="1"/>
              <p:nvPr/>
            </p:nvSpPr>
            <p:spPr>
              <a:xfrm>
                <a:off x="10195648" y="2192744"/>
                <a:ext cx="40459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m:t>
                      </m:r>
                    </m:oMath>
                  </m:oMathPara>
                </a14:m>
                <a:endParaRPr lang="en-US"/>
              </a:p>
            </p:txBody>
          </p:sp>
        </mc:Choice>
        <mc:Fallback>
          <p:sp>
            <p:nvSpPr>
              <p:cNvPr id="19" name="TextBox 18"/>
              <p:cNvSpPr txBox="1">
                <a:spLocks noRot="1" noChangeAspect="1" noMove="1" noResize="1" noEditPoints="1" noAdjustHandles="1" noChangeArrowheads="1" noChangeShapeType="1" noTextEdit="1"/>
              </p:cNvSpPr>
              <p:nvPr/>
            </p:nvSpPr>
            <p:spPr>
              <a:xfrm>
                <a:off x="10195648" y="2192744"/>
                <a:ext cx="404598" cy="369332"/>
              </a:xfrm>
              <a:prstGeom prst="rect">
                <a:avLst/>
              </a:prstGeom>
              <a:blipFill rotWithShape="1">
                <a:blip r:embed="rId3"/>
                <a:stretch>
                  <a:fillRect l="-22" t="-24" r="47" b="132"/>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0" name="TextBox 19"/>
              <p:cNvSpPr txBox="1"/>
              <p:nvPr/>
            </p:nvSpPr>
            <p:spPr>
              <a:xfrm>
                <a:off x="9395140" y="1680998"/>
                <a:ext cx="40459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oMath>
                  </m:oMathPara>
                </a14:m>
                <a:endParaRPr lang="en-US"/>
              </a:p>
            </p:txBody>
          </p:sp>
        </mc:Choice>
        <mc:Fallback>
          <p:sp>
            <p:nvSpPr>
              <p:cNvPr id="20" name="TextBox 19"/>
              <p:cNvSpPr txBox="1">
                <a:spLocks noRot="1" noChangeAspect="1" noMove="1" noResize="1" noEditPoints="1" noAdjustHandles="1" noChangeArrowheads="1" noChangeShapeType="1" noTextEdit="1"/>
              </p:cNvSpPr>
              <p:nvPr/>
            </p:nvSpPr>
            <p:spPr>
              <a:xfrm>
                <a:off x="9395140" y="1680998"/>
                <a:ext cx="404598" cy="369332"/>
              </a:xfrm>
              <a:prstGeom prst="rect">
                <a:avLst/>
              </a:prstGeom>
              <a:blipFill rotWithShape="1">
                <a:blip r:embed="rId4"/>
                <a:stretch>
                  <a:fillRect l="-78" t="-41" r="103" b="149"/>
                </a:stretch>
              </a:blipFill>
            </p:spPr>
            <p:txBody>
              <a:bodyPr/>
              <a:lstStyle/>
              <a:p>
                <a:r>
                  <a:rPr lang="en-US" altLang="en-US">
                    <a:noFill/>
                  </a:rPr>
                  <a:t> </a:t>
                </a:r>
              </a:p>
            </p:txBody>
          </p:sp>
        </mc:Fallback>
      </mc:AlternateContent>
      <p:sp>
        <p:nvSpPr>
          <p:cNvPr id="21" name="TextBox 20"/>
          <p:cNvSpPr txBox="1"/>
          <p:nvPr/>
        </p:nvSpPr>
        <p:spPr>
          <a:xfrm>
            <a:off x="9490510" y="3599847"/>
            <a:ext cx="746551" cy="369332"/>
          </a:xfrm>
          <a:prstGeom prst="rect">
            <a:avLst/>
          </a:prstGeom>
          <a:noFill/>
        </p:spPr>
        <p:txBody>
          <a:bodyPr wrap="none" rtlCol="0">
            <a:spAutoFit/>
          </a:bodyPr>
          <a:lstStyle/>
          <a:p>
            <a:r>
              <a:rPr lang="en-US"/>
              <a:t>Fibers</a:t>
            </a:r>
            <a:endParaRPr lang="en-US"/>
          </a:p>
        </p:txBody>
      </p:sp>
      <p:cxnSp>
        <p:nvCxnSpPr>
          <p:cNvPr id="23" name="Straight Arrow Connector 22"/>
          <p:cNvCxnSpPr>
            <a:stCxn id="21" idx="0"/>
            <a:endCxn id="6" idx="4"/>
          </p:cNvCxnSpPr>
          <p:nvPr/>
        </p:nvCxnSpPr>
        <p:spPr>
          <a:xfrm flipH="1" flipV="1">
            <a:off x="9210138" y="2438296"/>
            <a:ext cx="653648" cy="11615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21" idx="0"/>
            <a:endCxn id="8" idx="3"/>
          </p:cNvCxnSpPr>
          <p:nvPr/>
        </p:nvCxnSpPr>
        <p:spPr>
          <a:xfrm flipV="1">
            <a:off x="9863786" y="3182807"/>
            <a:ext cx="1350703" cy="417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1" idx="0"/>
            <a:endCxn id="7" idx="4"/>
          </p:cNvCxnSpPr>
          <p:nvPr/>
        </p:nvCxnSpPr>
        <p:spPr>
          <a:xfrm flipV="1">
            <a:off x="9863786" y="2453082"/>
            <a:ext cx="47074" cy="1146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9700164" y="1819888"/>
            <a:ext cx="837884" cy="752552"/>
          </a:xfrm>
          <a:prstGeom prst="line">
            <a:avLst/>
          </a:prstGeom>
          <a:ln w="76200">
            <a:solidFill>
              <a:schemeClr val="accent2">
                <a:lumMod val="75000"/>
                <a:alpha val="3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Further </a:t>
            </a:r>
            <a:r>
              <a:rPr lang="en-US" err="1">
                <a:hlinkClick r:id="rId1"/>
              </a:rPr>
              <a:t>ComplEx</a:t>
            </a:r>
            <a:r>
              <a:rPr lang="en-US" err="1"/>
              <a:t>-ity</a:t>
            </a:r>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lstStyle/>
              <a:p>
                <a:r>
                  <a:rPr lang="en-US"/>
                  <a:t>Like </a:t>
                </a:r>
                <a:r>
                  <a:rPr lang="en-US" err="1"/>
                  <a:t>SimplE</a:t>
                </a:r>
                <a:r>
                  <a:rPr lang="en-US"/>
                  <a:t>, use </a:t>
                </a:r>
                <a14:m>
                  <m:oMath xmlns:m="http://schemas.openxmlformats.org/officeDocument/2006/math">
                    <m:acc>
                      <m:accPr>
                        <m:chr m:val="⃗"/>
                        <m:ctrlPr>
                          <a:rPr lang="en-US" i="1">
                            <a:latin typeface="Cambria Math" panose="02040503050406030204" pitchFamily="18" charset="0"/>
                          </a:rPr>
                        </m:ctrlPr>
                      </m:accPr>
                      <m:e>
                        <m:r>
                          <m:rPr>
                            <m:sty m:val="p"/>
                          </m:rPr>
                          <a:rPr lang="en-US">
                            <a:latin typeface="Cambria Math" panose="02040503050406030204" pitchFamily="18" charset="0"/>
                          </a:rPr>
                          <m:t>sub</m:t>
                        </m:r>
                      </m:e>
                    </m:acc>
                    <m:r>
                      <a:rPr lang="en-US" i="1" dirty="0">
                        <a:latin typeface="Cambria Math" panose="02040503050406030204" pitchFamily="18" charset="0"/>
                      </a:rPr>
                      <m:t>(</m:t>
                    </m:r>
                    <m:r>
                      <a:rPr lang="en-US" i="1" dirty="0">
                        <a:latin typeface="Cambria Math" panose="02040503050406030204" pitchFamily="18" charset="0"/>
                      </a:rPr>
                      <m:t>𝑒</m:t>
                    </m:r>
                    <m:r>
                      <a:rPr lang="en-US" i="1" dirty="0">
                        <a:latin typeface="Cambria Math" panose="02040503050406030204" pitchFamily="18" charset="0"/>
                      </a:rPr>
                      <m:t>)</m:t>
                    </m:r>
                  </m:oMath>
                </a14:m>
                <a:r>
                  <a:rPr lang="en-US"/>
                  <a:t> and </a:t>
                </a:r>
                <a14:m>
                  <m:oMath xmlns:m="http://schemas.openxmlformats.org/officeDocument/2006/math">
                    <m:acc>
                      <m:accPr>
                        <m:chr m:val="⃗"/>
                        <m:ctrlPr>
                          <a:rPr lang="en-US" i="1">
                            <a:latin typeface="Cambria Math" panose="02040503050406030204" pitchFamily="18" charset="0"/>
                          </a:rPr>
                        </m:ctrlPr>
                      </m:accPr>
                      <m:e>
                        <m:r>
                          <m:rPr>
                            <m:sty m:val="p"/>
                          </m:rPr>
                          <a:rPr lang="en-US">
                            <a:latin typeface="Cambria Math" panose="02040503050406030204" pitchFamily="18" charset="0"/>
                          </a:rPr>
                          <m:t>obj</m:t>
                        </m:r>
                      </m:e>
                    </m:acc>
                    <m:r>
                      <a:rPr lang="en-US" i="1" dirty="0">
                        <a:latin typeface="Cambria Math" panose="02040503050406030204" pitchFamily="18" charset="0"/>
                      </a:rPr>
                      <m:t>(</m:t>
                    </m:r>
                    <m:r>
                      <a:rPr lang="en-US" i="1" dirty="0">
                        <a:latin typeface="Cambria Math" panose="02040503050406030204" pitchFamily="18" charset="0"/>
                      </a:rPr>
                      <m:t>𝑒</m:t>
                    </m:r>
                    <m:r>
                      <a:rPr lang="en-US" i="1" dirty="0">
                        <a:latin typeface="Cambria Math" panose="02040503050406030204" pitchFamily="18" charset="0"/>
                      </a:rPr>
                      <m:t>)</m:t>
                    </m:r>
                  </m:oMath>
                </a14:m>
                <a:r>
                  <a:rPr lang="en-US"/>
                  <a:t> for entities, </a:t>
                </a:r>
                <a14:m>
                  <m:oMath xmlns:m="http://schemas.openxmlformats.org/officeDocument/2006/math">
                    <m:acc>
                      <m:accPr>
                        <m:chr m:val="⃗"/>
                        <m:ctrlPr>
                          <a:rPr lang="en-US" i="1">
                            <a:latin typeface="Cambria Math" panose="02040503050406030204" pitchFamily="18" charset="0"/>
                          </a:rPr>
                        </m:ctrlPr>
                      </m:accPr>
                      <m:e>
                        <m:r>
                          <m:rPr>
                            <m:sty m:val="p"/>
                          </m:rPr>
                          <a:rPr lang="en-US">
                            <a:latin typeface="Cambria Math" panose="02040503050406030204" pitchFamily="18" charset="0"/>
                          </a:rPr>
                          <m:t>rel</m:t>
                        </m:r>
                      </m:e>
                    </m:acc>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oMath>
                </a14:m>
                <a:r>
                  <a:rPr lang="en-US"/>
                  <a:t> and </a:t>
                </a:r>
                <a14:m>
                  <m:oMath xmlns:m="http://schemas.openxmlformats.org/officeDocument/2006/math">
                    <m:acc>
                      <m:accPr>
                        <m:chr m:val="⃗"/>
                        <m:ctrlPr>
                          <a:rPr lang="en-US" i="1">
                            <a:latin typeface="Cambria Math" panose="02040503050406030204" pitchFamily="18" charset="0"/>
                          </a:rPr>
                        </m:ctrlPr>
                      </m:accPr>
                      <m:e>
                        <m:r>
                          <m:rPr>
                            <m:sty m:val="p"/>
                          </m:rPr>
                          <a:rPr lang="en-US">
                            <a:latin typeface="Cambria Math" panose="02040503050406030204" pitchFamily="18" charset="0"/>
                          </a:rPr>
                          <m:t>rel</m:t>
                        </m:r>
                      </m:e>
                    </m:acc>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𝑟</m:t>
                        </m:r>
                      </m:e>
                      <m:sup>
                        <m:r>
                          <a:rPr lang="en-US" i="1">
                            <a:latin typeface="Cambria Math" panose="02040503050406030204" pitchFamily="18" charset="0"/>
                          </a:rPr>
                          <m:t>−</m:t>
                        </m:r>
                        <m:r>
                          <a:rPr lang="en-US" i="1">
                            <a:latin typeface="Cambria Math" panose="02040503050406030204" pitchFamily="18" charset="0"/>
                          </a:rPr>
                          <m:t>1</m:t>
                        </m:r>
                      </m:sup>
                    </m:sSup>
                    <m:r>
                      <a:rPr lang="en-US" i="1">
                        <a:latin typeface="Cambria Math" panose="02040503050406030204" pitchFamily="18" charset="0"/>
                      </a:rPr>
                      <m:t>)</m:t>
                    </m:r>
                  </m:oMath>
                </a14:m>
                <a:r>
                  <a:rPr lang="en-US"/>
                  <a:t> for relations and inverses</a:t>
                </a:r>
                <a:endParaRPr lang="en-US"/>
              </a:p>
              <a:p>
                <a:r>
                  <a:rPr lang="en-US"/>
                  <a:t>Except these are complex vectors</a:t>
                </a:r>
                <a:endParaRPr lang="en-US"/>
              </a:p>
              <a:p>
                <a:r>
                  <a:rPr lang="en-US"/>
                  <a:t>Regularize a </a:t>
                </a:r>
                <a:r>
                  <a:rPr lang="en-US">
                    <a:hlinkClick r:id="rId2"/>
                  </a:rPr>
                  <a:t>nuclear p-norm</a:t>
                </a:r>
                <a:endParaRPr lang="en-US"/>
              </a:p>
              <a:p>
                <a:r>
                  <a:rPr lang="en-US"/>
                  <a:t>We call this version </a:t>
                </a:r>
                <a:r>
                  <a:rPr lang="en-US">
                    <a:effectLst>
                      <a:glow rad="139700">
                        <a:schemeClr val="accent4">
                          <a:satMod val="175000"/>
                          <a:alpha val="40000"/>
                        </a:schemeClr>
                      </a:glow>
                    </a:effectLst>
                  </a:rPr>
                  <a:t>Complex-N3</a:t>
                </a:r>
                <a:endParaRPr lang="en-US"/>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3"/>
                <a:stretch>
                  <a:fillRect t="-8" b="6"/>
                </a:stretch>
              </a:blipFill>
            </p:spPr>
            <p:txBody>
              <a:bodyPr/>
              <a:lstStyle/>
              <a:p>
                <a:r>
                  <a:rPr lang="en-US" altLang="en-US">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Sample KG completion </a:t>
            </a:r>
            <a:r>
              <a:rPr lang="en-US">
                <a:hlinkClick r:id="rId1"/>
              </a:rPr>
              <a:t>performance</a:t>
            </a:r>
            <a:endParaRPr lang="en-US"/>
          </a:p>
        </p:txBody>
      </p:sp>
      <p:sp>
        <p:nvSpPr>
          <p:cNvPr id="2" name="Content Placeholder 1"/>
          <p:cNvSpPr>
            <a:spLocks noGrp="1"/>
          </p:cNvSpPr>
          <p:nvPr>
            <p:ph idx="1"/>
          </p:nvPr>
        </p:nvSpPr>
        <p:spPr/>
        <p:txBody>
          <a:bodyPr/>
          <a:lstStyle/>
          <a:p>
            <a:r>
              <a:rPr lang="en-US"/>
              <a:t>ComplEx-V2 uses large/full negative sampling</a:t>
            </a:r>
            <a:endParaRPr lang="en-US"/>
          </a:p>
          <a:p>
            <a:r>
              <a:rPr lang="en-US"/>
              <a:t>Almost as good as Complex-N3</a:t>
            </a:r>
            <a:endParaRPr lang="en-US"/>
          </a:p>
          <a:p>
            <a:r>
              <a:rPr lang="en-US"/>
              <a:t>Both generally</a:t>
            </a:r>
            <a:br>
              <a:rPr lang="en-US"/>
            </a:br>
            <a:r>
              <a:rPr lang="en-US"/>
              <a:t>better than</a:t>
            </a:r>
            <a:br>
              <a:rPr lang="en-US"/>
            </a:br>
            <a:r>
              <a:rPr lang="en-US"/>
              <a:t>others</a:t>
            </a:r>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397" y="4661647"/>
            <a:ext cx="11302603" cy="2182906"/>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7553" y="2506367"/>
            <a:ext cx="8014447" cy="2155279"/>
          </a:xfrm>
          <a:prstGeom prst="rect">
            <a:avLst/>
          </a:prstGeom>
        </p:spPr>
      </p:pic>
      <p:sp>
        <p:nvSpPr>
          <p:cNvPr id="3" name="Rectangle: Rounded Corners 2"/>
          <p:cNvSpPr/>
          <p:nvPr/>
        </p:nvSpPr>
        <p:spPr>
          <a:xfrm>
            <a:off x="4177553" y="3998259"/>
            <a:ext cx="7845114" cy="663387"/>
          </a:xfrm>
          <a:prstGeom prst="roundRect">
            <a:avLst/>
          </a:prstGeom>
          <a:solidFill>
            <a:srgbClr val="CCFFCC">
              <a:alpha val="30196"/>
            </a:srgbClr>
          </a:solidFill>
          <a:ln w="762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p:cNvSpPr/>
          <p:nvPr/>
        </p:nvSpPr>
        <p:spPr>
          <a:xfrm>
            <a:off x="889397" y="6153538"/>
            <a:ext cx="11133270" cy="663387"/>
          </a:xfrm>
          <a:prstGeom prst="roundRect">
            <a:avLst/>
          </a:prstGeom>
          <a:solidFill>
            <a:srgbClr val="CCFFCC">
              <a:alpha val="30196"/>
            </a:srgbClr>
          </a:solidFill>
          <a:ln w="762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r:id="rId4" p14:bwMode="auto">
            <p14:nvContentPartPr>
              <p14:cNvPr id="5" name="Ink 4"/>
              <p14:cNvContentPartPr/>
              <p14:nvPr/>
            </p14:nvContentPartPr>
            <p14:xfrm>
              <a:off x="9009000" y="1341000"/>
              <a:ext cx="2604240" cy="819360"/>
            </p14:xfrm>
          </p:contentPart>
        </mc:Choice>
        <mc:Fallback xmlns="">
          <p:pic>
            <p:nvPicPr>
              <p:cNvPr id="5" name="Ink 4"/>
            </p:nvPicPr>
            <p:blipFill>
              <a:blip r:embed="rId5"/>
            </p:blipFill>
            <p:spPr>
              <a:xfrm>
                <a:off x="9009000" y="1341000"/>
                <a:ext cx="2604240" cy="819360"/>
              </a:xfrm>
              <a:prstGeom prst="rect"/>
            </p:spPr>
          </p:pic>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itle 3"/>
              <p:cNvSpPr>
                <a:spLocks noGrp="1"/>
              </p:cNvSpPr>
              <p:nvPr>
                <p:ph type="title"/>
              </p:nvPr>
            </p:nvSpPr>
            <p:spPr/>
            <p:txBody>
              <a:bodyPr/>
              <a:lstStyle/>
              <a:p>
                <a:r>
                  <a:rPr lang="en-US"/>
                  <a:t>WN18</a:t>
                </a:r>
                <a14:m>
                  <m:oMath xmlns:m="http://schemas.openxmlformats.org/officeDocument/2006/math">
                    <m:r>
                      <a:rPr lang="en-US" b="1" i="1" smtClean="0">
                        <a:latin typeface="Cambria Math" panose="02040503050406030204" pitchFamily="18" charset="0"/>
                      </a:rPr>
                      <m:t>→</m:t>
                    </m:r>
                  </m:oMath>
                </a14:m>
                <a:r>
                  <a:rPr lang="en-US">
                    <a:hlinkClick r:id="rId1"/>
                  </a:rPr>
                  <a:t>WN18RR</a:t>
                </a:r>
                <a:r>
                  <a:rPr lang="en-US"/>
                  <a:t>, FB15k</a:t>
                </a:r>
                <a14:m>
                  <m:oMath xmlns:m="http://schemas.openxmlformats.org/officeDocument/2006/math">
                    <m:r>
                      <a:rPr lang="en-US" i="1">
                        <a:latin typeface="Cambria Math" panose="02040503050406030204" pitchFamily="18" charset="0"/>
                      </a:rPr>
                      <m:t>→</m:t>
                    </m:r>
                  </m:oMath>
                </a14:m>
                <a:r>
                  <a:rPr lang="en-US">
                    <a:hlinkClick r:id="rId2"/>
                  </a:rPr>
                  <a:t>FB15k-237</a:t>
                </a:r>
                <a:endParaRPr lang="en-US"/>
              </a:p>
            </p:txBody>
          </p:sp>
        </mc:Choice>
        <mc:Fallback>
          <p:sp>
            <p:nvSpPr>
              <p:cNvPr id="4" name="Title 3"/>
              <p:cNvSpPr>
                <a:spLocks noRot="1" noChangeAspect="1" noMove="1" noResize="1" noEditPoints="1" noAdjustHandles="1" noChangeArrowheads="1" noChangeShapeType="1" noTextEdit="1"/>
              </p:cNvSpPr>
              <p:nvPr>
                <p:ph type="title"/>
              </p:nvPr>
            </p:nvSpPr>
            <p:spPr>
              <a:blipFill rotWithShape="1">
                <a:blip r:embed="rId3"/>
                <a:stretch>
                  <a:fillRect b="72"/>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fontScale="92500" lnSpcReduction="10000"/>
              </a:bodyPr>
              <a:lstStyle/>
              <a:p>
                <a:r>
                  <a:rPr lang="en-US"/>
                  <a:t>WN18 KG was extracted from WordNet</a:t>
                </a:r>
                <a:endParaRPr lang="en-US"/>
              </a:p>
              <a:p>
                <a:pPr lvl="1"/>
                <a:r>
                  <a:rPr lang="en-US"/>
                  <a:t>18 relations and 40943 entities</a:t>
                </a:r>
                <a:endParaRPr lang="en-US"/>
              </a:p>
              <a:p>
                <a:pPr lvl="1"/>
                <a:r>
                  <a:rPr lang="en-US"/>
                  <a:t>Many test triples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𝑠</m:t>
                    </m:r>
                    <m:r>
                      <a:rPr lang="en-US" i="1" dirty="0" err="1" smtClean="0">
                        <a:latin typeface="Cambria Math" panose="02040503050406030204" pitchFamily="18" charset="0"/>
                      </a:rPr>
                      <m:t>,</m:t>
                    </m:r>
                    <m:r>
                      <a:rPr lang="en-US" i="1" dirty="0" err="1" smtClean="0">
                        <a:latin typeface="Cambria Math" panose="02040503050406030204" pitchFamily="18" charset="0"/>
                      </a:rPr>
                      <m:t>𝑟</m:t>
                    </m:r>
                    <m:r>
                      <a:rPr lang="en-US" i="1" dirty="0" err="1" smtClean="0">
                        <a:latin typeface="Cambria Math" panose="02040503050406030204" pitchFamily="18" charset="0"/>
                      </a:rPr>
                      <m:t>,</m:t>
                    </m:r>
                    <m:r>
                      <a:rPr lang="en-US" i="1" dirty="0" err="1" smtClean="0">
                        <a:latin typeface="Cambria Math" panose="02040503050406030204" pitchFamily="18" charset="0"/>
                      </a:rPr>
                      <m:t>𝑜</m:t>
                    </m:r>
                    <m:r>
                      <a:rPr lang="en-US" i="1" dirty="0" smtClean="0">
                        <a:latin typeface="Cambria Math" panose="02040503050406030204" pitchFamily="18" charset="0"/>
                      </a:rPr>
                      <m:t>)</m:t>
                    </m:r>
                  </m:oMath>
                </a14:m>
                <a:r>
                  <a:rPr lang="en-US"/>
                  <a:t> had corresponding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𝑜</m:t>
                    </m:r>
                    <m:r>
                      <a:rPr lang="en-US"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𝑟</m:t>
                        </m:r>
                      </m:e>
                      <m:sup>
                        <m:r>
                          <a:rPr lang="en-US" b="0" i="1" dirty="0" smtClean="0">
                            <a:latin typeface="Cambria Math" panose="02040503050406030204" pitchFamily="18" charset="0"/>
                          </a:rPr>
                          <m:t>−</m:t>
                        </m:r>
                        <m:r>
                          <a:rPr lang="en-US" b="0" i="1" dirty="0" smtClean="0">
                            <a:latin typeface="Cambria Math" panose="02040503050406030204" pitchFamily="18" charset="0"/>
                          </a:rPr>
                          <m:t>1</m:t>
                        </m:r>
                      </m:sup>
                    </m:sSup>
                    <m:r>
                      <a:rPr lang="en-US" b="0" i="1" dirty="0" smtClean="0">
                        <a:latin typeface="Cambria Math" panose="02040503050406030204" pitchFamily="18" charset="0"/>
                      </a:rPr>
                      <m:t>,</m:t>
                    </m:r>
                    <m:r>
                      <a:rPr lang="en-US" b="0" i="1" dirty="0" smtClean="0">
                        <a:latin typeface="Cambria Math" panose="02040503050406030204" pitchFamily="18" charset="0"/>
                      </a:rPr>
                      <m:t>𝑠</m:t>
                    </m:r>
                    <m:r>
                      <a:rPr lang="en-US" i="1" dirty="0" smtClean="0">
                        <a:latin typeface="Cambria Math" panose="02040503050406030204" pitchFamily="18" charset="0"/>
                      </a:rPr>
                      <m:t>)</m:t>
                    </m:r>
                    <m:r>
                      <a:rPr lang="en-US" i="1" dirty="0">
                        <a:latin typeface="Cambria Math" panose="02040503050406030204" pitchFamily="18" charset="0"/>
                      </a:rPr>
                      <m:t> </m:t>
                    </m:r>
                  </m:oMath>
                </a14:m>
                <a:r>
                  <a:rPr lang="en-US"/>
                  <a:t>in train fold</a:t>
                </a:r>
                <a:endParaRPr lang="en-US"/>
              </a:p>
              <a:p>
                <a:pPr lvl="1"/>
                <a:r>
                  <a:rPr lang="en-US"/>
                  <a:t>Removing them gave 93003 triples over 40943 entities and 11 relation types</a:t>
                </a:r>
                <a:endParaRPr lang="en-US"/>
              </a:p>
              <a:p>
                <a:pPr lvl="1"/>
                <a:r>
                  <a:rPr lang="en-US"/>
                  <a:t>Harder benchmark, less leakage</a:t>
                </a:r>
                <a:endParaRPr lang="en-US"/>
              </a:p>
              <a:p>
                <a:r>
                  <a:rPr lang="en-US"/>
                  <a:t>FB15k to FB15k-237: similar story</a:t>
                </a:r>
                <a:endParaRPr lang="en-US"/>
              </a:p>
              <a:p>
                <a:pPr lvl="1"/>
                <a:r>
                  <a:rPr lang="en-US"/>
                  <a:t>592213 triples, 14951 entities, 1345 relations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a:t> 310079 triples, 14505 entities, 237 relations</a:t>
                </a:r>
                <a:endParaRPr lang="en-US"/>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4"/>
                <a:stretch>
                  <a:fillRect t="-485" b="6"/>
                </a:stretch>
              </a:blipFill>
            </p:spPr>
            <p:txBody>
              <a:bodyPr/>
              <a:lstStyle/>
              <a:p>
                <a:r>
                  <a:rPr lang="en-US" alt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Embedding KG Hierarchies</a:t>
            </a:r>
            <a:endParaRPr lang="en-IN" dirty="0"/>
          </a:p>
        </p:txBody>
      </p:sp>
      <p:sp>
        <p:nvSpPr>
          <p:cNvPr id="3" name="Subtitle 2"/>
          <p:cNvSpPr>
            <a:spLocks noGrp="1"/>
          </p:cNvSpPr>
          <p:nvPr>
            <p:ph type="subTitle" idx="1"/>
          </p:nvPr>
        </p:nvSpPr>
        <p:spPr/>
        <p:txBody>
          <a:bodyPr/>
          <a:lstStyle/>
          <a:p>
            <a:r>
              <a:rPr lang="en-US" dirty="0"/>
              <a:t>CS728</a:t>
            </a:r>
            <a:endParaRPr lang="en-US" dirty="0"/>
          </a:p>
          <a:p>
            <a:r>
              <a:rPr lang="en-IN" dirty="0"/>
              <a:t>Soumen Chakrabarti</a:t>
            </a:r>
            <a:endParaRPr lang="en-I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itHub Logo"/>
          <p:cNvPicPr>
            <a:picLocks noGrp="1" noChangeAspect="1" noChangeArrowheads="1"/>
          </p:cNvPicPr>
          <p:nvPr>
            <p:ph idx="1"/>
          </p:nvPr>
        </p:nvPicPr>
        <p:blipFill rotWithShape="1">
          <a:blip r:embed="rId1">
            <a:extLst>
              <a:ext uri="{28A0092B-C50C-407E-A947-70E740481C1C}">
                <a14:useLocalDpi xmlns:a14="http://schemas.microsoft.com/office/drawing/2010/main" val="0"/>
              </a:ext>
            </a:extLst>
          </a:blip>
          <a:srcRect l="2018" t="-1" r="4486" b="1289"/>
          <a:stretch>
            <a:fillRect/>
          </a:stretch>
        </p:blipFill>
        <p:spPr bwMode="auto">
          <a:xfrm>
            <a:off x="4565650" y="1924685"/>
            <a:ext cx="7626350" cy="4933315"/>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p:cNvSpPr>
            <a:spLocks noGrp="1"/>
          </p:cNvSpPr>
          <p:nvPr>
            <p:ph type="title"/>
          </p:nvPr>
        </p:nvSpPr>
        <p:spPr/>
        <p:txBody>
          <a:bodyPr/>
          <a:lstStyle/>
          <a:p>
            <a:r>
              <a:rPr lang="en-US" dirty="0"/>
              <a:t>Hierarchies in KGs</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sz="half" idx="4294967295"/>
              </p:nvPr>
            </p:nvSpPr>
            <p:spPr>
              <a:xfrm>
                <a:off x="218440" y="1320800"/>
                <a:ext cx="9125585" cy="5160645"/>
              </a:xfrm>
            </p:spPr>
            <p:txBody>
              <a:bodyPr>
                <a:normAutofit/>
              </a:bodyPr>
              <a:lstStyle/>
              <a:p>
                <a:r>
                  <a:rPr lang="en-US" dirty="0"/>
                  <a:t>Anti/symmetry … how about transitivity?</a:t>
                </a:r>
                <a:endParaRPr lang="en-US" dirty="0"/>
              </a:p>
              <a:p>
                <a:r>
                  <a:rPr lang="en-US" dirty="0"/>
                  <a:t>(</a:t>
                </a:r>
                <a:r>
                  <a:rPr lang="en-US" dirty="0">
                    <a:effectLst>
                      <a:glow rad="139700">
                        <a:schemeClr val="accent6">
                          <a:satMod val="175000"/>
                          <a:alpha val="40000"/>
                        </a:schemeClr>
                      </a:glow>
                    </a:effectLst>
                  </a:rPr>
                  <a:t>camel</a:t>
                </a:r>
                <a:r>
                  <a:rPr lang="en-US" dirty="0"/>
                  <a:t>, is-a, mammal) and </a:t>
                </a:r>
                <a:br>
                  <a:rPr lang="en-US" dirty="0"/>
                </a:br>
                <a:r>
                  <a:rPr lang="en-US" dirty="0"/>
                  <a:t>(mammal, is-a, animal) </a:t>
                </a:r>
                <a14:m>
                  <m:oMath xmlns:m="http://schemas.openxmlformats.org/officeDocument/2006/math">
                    <m:r>
                      <a:rPr lang="en-US" b="0" i="1" smtClean="0">
                        <a:latin typeface="Cambria Math" panose="02040503050406030204" pitchFamily="18" charset="0"/>
                      </a:rPr>
                      <m:t>⇒</m:t>
                    </m:r>
                  </m:oMath>
                </a14:m>
                <a:br>
                  <a:rPr lang="en-US" dirty="0"/>
                </a:br>
                <a:r>
                  <a:rPr lang="en-US" dirty="0"/>
                  <a:t>(camel, is-a, </a:t>
                </a:r>
                <a:r>
                  <a:rPr lang="en-US" dirty="0">
                    <a:effectLst>
                      <a:glow rad="139700">
                        <a:schemeClr val="accent2">
                          <a:satMod val="175000"/>
                          <a:alpha val="40000"/>
                        </a:schemeClr>
                      </a:glow>
                    </a:effectLst>
                  </a:rPr>
                  <a:t>animal</a:t>
                </a:r>
                <a:r>
                  <a:rPr lang="en-US" dirty="0"/>
                  <a:t>)</a:t>
                </a:r>
                <a:endParaRPr lang="en-US" dirty="0"/>
              </a:p>
              <a:p>
                <a:r>
                  <a:rPr lang="en-US" dirty="0"/>
                  <a:t>Popular KG type systems:</a:t>
                </a:r>
                <a:br>
                  <a:rPr lang="en-US" dirty="0"/>
                </a:br>
                <a:r>
                  <a:rPr lang="en-US" dirty="0">
                    <a:hlinkClick r:id="rId2"/>
                  </a:rPr>
                  <a:t>FIGER</a:t>
                </a:r>
                <a:r>
                  <a:rPr lang="en-US" dirty="0"/>
                  <a:t>, </a:t>
                </a:r>
                <a:r>
                  <a:rPr lang="en-US" dirty="0">
                    <a:hlinkClick r:id="rId3"/>
                  </a:rPr>
                  <a:t>GFT</a:t>
                </a:r>
                <a:r>
                  <a:rPr lang="en-US" dirty="0"/>
                  <a:t>, </a:t>
                </a:r>
                <a:r>
                  <a:rPr lang="en-US" dirty="0" err="1">
                    <a:hlinkClick r:id="rId4"/>
                  </a:rPr>
                  <a:t>DbPedia</a:t>
                </a:r>
                <a:r>
                  <a:rPr lang="en-US" dirty="0"/>
                  <a:t>, </a:t>
                </a:r>
                <a:r>
                  <a:rPr lang="en-US" dirty="0" err="1">
                    <a:hlinkClick r:id="rId5"/>
                  </a:rPr>
                  <a:t>TypeNet</a:t>
                </a:r>
                <a:endParaRPr lang="en-US" dirty="0"/>
              </a:p>
              <a:p>
                <a:r>
                  <a:rPr lang="en-US" dirty="0"/>
                  <a:t>None of the KG</a:t>
                </a:r>
                <a:br>
                  <a:rPr lang="en-US" dirty="0"/>
                </a:br>
                <a:r>
                  <a:rPr lang="en-US" dirty="0"/>
                  <a:t>embedding methods</a:t>
                </a:r>
                <a:br>
                  <a:rPr lang="en-US" dirty="0"/>
                </a:br>
                <a:r>
                  <a:rPr lang="en-US" dirty="0"/>
                  <a:t>discussed thus</a:t>
                </a:r>
                <a:br>
                  <a:rPr lang="en-US" dirty="0"/>
                </a:br>
                <a:r>
                  <a:rPr lang="en-US" dirty="0"/>
                  <a:t>far handle</a:t>
                </a:r>
                <a:br>
                  <a:rPr lang="en-US" dirty="0"/>
                </a:br>
                <a:r>
                  <a:rPr lang="en-US" dirty="0"/>
                  <a:t>hierarchies</a:t>
                </a:r>
                <a:endParaRPr lang="en-US" dirty="0"/>
              </a:p>
            </p:txBody>
          </p:sp>
        </mc:Choice>
        <mc:Fallback>
          <p:sp>
            <p:nvSpPr>
              <p:cNvPr id="5" name="Content Placeholder 4"/>
              <p:cNvSpPr>
                <a:spLocks noRot="1" noChangeAspect="1" noMove="1" noResize="1" noEditPoints="1" noAdjustHandles="1" noChangeArrowheads="1" noChangeShapeType="1" noTextEdit="1"/>
              </p:cNvSpPr>
              <p:nvPr>
                <p:ph sz="half" idx="4294967295"/>
              </p:nvPr>
            </p:nvSpPr>
            <p:spPr>
              <a:xfrm>
                <a:off x="218440" y="1320800"/>
                <a:ext cx="9125585" cy="5160645"/>
              </a:xfrm>
              <a:blipFill rotWithShape="1">
                <a:blip r:embed="rId6"/>
                <a:stretch>
                  <a:fillRect/>
                </a:stretch>
              </a:blipFill>
            </p:spPr>
            <p:txBody>
              <a:bodyPr/>
              <a:lstStyle/>
              <a:p>
                <a:r>
                  <a:rPr lang="en-US" altLang="en-US">
                    <a:noFill/>
                  </a:rPr>
                  <a:t> </a:t>
                </a:r>
              </a:p>
            </p:txBody>
          </p:sp>
        </mc:Fallback>
      </mc:AlternateContent>
      <p:sp>
        <p:nvSpPr>
          <p:cNvPr id="2" name="Speech Bubble: Rectangle with Corners Rounded 1"/>
          <p:cNvSpPr/>
          <p:nvPr/>
        </p:nvSpPr>
        <p:spPr>
          <a:xfrm>
            <a:off x="9708778" y="1196783"/>
            <a:ext cx="2393577" cy="968188"/>
          </a:xfrm>
          <a:prstGeom prst="wedgeRoundRectCallout">
            <a:avLst>
              <a:gd name="adj1" fmla="val 51939"/>
              <a:gd name="adj2" fmla="val 78592"/>
              <a:gd name="adj3" fmla="val 16667"/>
            </a:avLst>
          </a:prstGeom>
          <a:solidFill>
            <a:schemeClr val="accent4">
              <a:lumMod val="20000"/>
              <a:lumOff val="8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Deserts are home to which </a:t>
            </a:r>
            <a:r>
              <a:rPr lang="en-US" sz="2000" dirty="0">
                <a:solidFill>
                  <a:schemeClr val="tx1"/>
                </a:solidFill>
                <a:effectLst>
                  <a:glow rad="139700">
                    <a:schemeClr val="accent2">
                      <a:satMod val="175000"/>
                      <a:alpha val="40000"/>
                    </a:schemeClr>
                  </a:glow>
                </a:effectLst>
              </a:rPr>
              <a:t>animals</a:t>
            </a:r>
            <a:r>
              <a:rPr lang="en-US" sz="2000" dirty="0">
                <a:solidFill>
                  <a:schemeClr val="tx1"/>
                </a:solidFill>
              </a:rPr>
              <a:t>?</a:t>
            </a:r>
            <a:endParaRPr lang="en-US" sz="2000" dirty="0">
              <a:solidFill>
                <a:schemeClr val="tx1"/>
              </a:solidFill>
            </a:endParaRPr>
          </a:p>
        </p:txBody>
      </p:sp>
      <mc:AlternateContent xmlns:mc="http://schemas.openxmlformats.org/markup-compatibility/2006" xmlns:p14="http://schemas.microsoft.com/office/powerpoint/2010/main">
        <mc:Choice Requires="p14">
          <p:contentPart r:id="rId7" p14:bwMode="auto">
            <p14:nvContentPartPr>
              <p14:cNvPr id="3" name="Ink 2"/>
              <p14:cNvContentPartPr/>
              <p14:nvPr/>
            </p14:nvContentPartPr>
            <p14:xfrm>
              <a:off x="540000" y="1977120"/>
              <a:ext cx="11473920" cy="4837680"/>
            </p14:xfrm>
          </p:contentPart>
        </mc:Choice>
        <mc:Fallback xmlns="">
          <p:pic>
            <p:nvPicPr>
              <p:cNvPr id="3" name="Ink 2"/>
            </p:nvPicPr>
            <p:blipFill>
              <a:blip r:embed="rId8"/>
            </p:blipFill>
            <p:spPr>
              <a:xfrm>
                <a:off x="540000" y="1977120"/>
                <a:ext cx="11473920" cy="483768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Two views of embedding hierarchies</a:t>
            </a:r>
            <a:endParaRPr lang="en-US" dirty="0"/>
          </a:p>
        </p:txBody>
      </p:sp>
      <mc:AlternateContent xmlns:mc="http://schemas.openxmlformats.org/markup-compatibility/2006">
        <mc:Choice xmlns:a14="http://schemas.microsoft.com/office/drawing/2010/main" Requires="a14">
          <p:sp>
            <p:nvSpPr>
              <p:cNvPr id="6" name="Content Placeholder 5"/>
              <p:cNvSpPr>
                <a:spLocks noGrp="1"/>
              </p:cNvSpPr>
              <p:nvPr>
                <p:ph idx="1"/>
              </p:nvPr>
            </p:nvSpPr>
            <p:spPr/>
            <p:txBody>
              <a:bodyPr>
                <a:normAutofit fontScale="92500"/>
              </a:bodyPr>
              <a:lstStyle/>
              <a:p>
                <a:r>
                  <a:rPr lang="en-US" dirty="0"/>
                  <a:t>Embed a hierarchy (DAG) in a space with a </a:t>
                </a:r>
                <a:r>
                  <a:rPr lang="en-US" dirty="0">
                    <a:effectLst>
                      <a:glow rad="139700">
                        <a:schemeClr val="accent4">
                          <a:satMod val="175000"/>
                          <a:alpha val="40000"/>
                        </a:schemeClr>
                      </a:glow>
                    </a:effectLst>
                  </a:rPr>
                  <a:t>distance</a:t>
                </a:r>
                <a:r>
                  <a:rPr lang="en-US" dirty="0"/>
                  <a:t> such that distances on DAG are approximately preserved by distance in the embedding space</a:t>
                </a:r>
                <a:endParaRPr lang="en-US" dirty="0"/>
              </a:p>
              <a:p>
                <a:pPr lvl="1"/>
                <a:r>
                  <a:rPr lang="en-US" dirty="0"/>
                  <a:t>Euclidean </a:t>
                </a:r>
                <a14:m>
                  <m:oMath xmlns:m="http://schemas.openxmlformats.org/officeDocument/2006/math">
                    <m:r>
                      <a:rPr lang="en-US" b="0" i="1" smtClean="0">
                        <a:latin typeface="Cambria Math" panose="02040503050406030204" pitchFamily="18" charset="0"/>
                      </a:rPr>
                      <m:t>→</m:t>
                    </m:r>
                  </m:oMath>
                </a14:m>
                <a:r>
                  <a:rPr lang="en-US" dirty="0"/>
                  <a:t> Poincaré balls, hyperbolic embeddings</a:t>
                </a:r>
                <a:endParaRPr lang="en-US" dirty="0"/>
              </a:p>
              <a:p>
                <a:r>
                  <a:rPr lang="en-US" dirty="0"/>
                  <a:t>Encode DAG nodes so that </a:t>
                </a:r>
                <a:r>
                  <a:rPr lang="en-US" dirty="0">
                    <a:effectLst>
                      <a:glow rad="139700">
                        <a:schemeClr val="accent4">
                          <a:satMod val="175000"/>
                          <a:alpha val="40000"/>
                        </a:schemeClr>
                      </a:glow>
                    </a:effectLst>
                  </a:rPr>
                  <a:t>ancestor-descendant queries</a:t>
                </a:r>
                <a:r>
                  <a:rPr lang="en-US" dirty="0"/>
                  <a:t> can be answered efficiently</a:t>
                </a:r>
                <a:endParaRPr lang="en-US" dirty="0"/>
              </a:p>
              <a:p>
                <a:pPr lvl="1"/>
                <a:r>
                  <a:rPr lang="en-US" dirty="0"/>
                  <a:t>Gaussian, order and box embeddings</a:t>
                </a:r>
                <a:endParaRPr lang="en-US" dirty="0"/>
              </a:p>
              <a:p>
                <a:r>
                  <a:rPr lang="en-US" dirty="0">
                    <a:solidFill>
                      <a:schemeClr val="bg2">
                        <a:lumMod val="75000"/>
                      </a:schemeClr>
                    </a:solidFill>
                  </a:rPr>
                  <a:t>Should work with incomplete supervision</a:t>
                </a:r>
                <a:endParaRPr lang="en-US" dirty="0">
                  <a:solidFill>
                    <a:schemeClr val="bg2">
                      <a:lumMod val="75000"/>
                    </a:schemeClr>
                  </a:solidFill>
                </a:endParaRPr>
              </a:p>
              <a:p>
                <a:r>
                  <a:rPr lang="en-US" dirty="0">
                    <a:solidFill>
                      <a:schemeClr val="bg2">
                        <a:lumMod val="75000"/>
                      </a:schemeClr>
                    </a:solidFill>
                  </a:rPr>
                  <a:t>Should play well with other embeddings</a:t>
                </a:r>
                <a:endParaRPr lang="en-US" dirty="0">
                  <a:solidFill>
                    <a:schemeClr val="bg2">
                      <a:lumMod val="75000"/>
                    </a:schemeClr>
                  </a:solidFill>
                </a:endParaRPr>
              </a:p>
            </p:txBody>
          </p:sp>
        </mc:Choice>
        <mc:Fallback>
          <p:sp>
            <p:nvSpPr>
              <p:cNvPr id="6" name="Content Placeholder 5"/>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2" p14:bwMode="auto">
            <p14:nvContentPartPr>
              <p14:cNvPr id="2" name="Ink 1"/>
              <p14:cNvContentPartPr/>
              <p14:nvPr/>
            </p14:nvContentPartPr>
            <p14:xfrm>
              <a:off x="6836760" y="3749040"/>
              <a:ext cx="352440" cy="736200"/>
            </p14:xfrm>
          </p:contentPart>
        </mc:Choice>
        <mc:Fallback xmlns="">
          <p:pic>
            <p:nvPicPr>
              <p:cNvPr id="2" name="Ink 1"/>
            </p:nvPicPr>
            <p:blipFill>
              <a:blip r:embed="rId3"/>
            </p:blipFill>
            <p:spPr>
              <a:xfrm>
                <a:off x="6836760" y="3749040"/>
                <a:ext cx="352440" cy="736200"/>
              </a:xfrm>
              <a:prstGeom prst="rect"/>
            </p:spPr>
          </p:pic>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Low-distortion graph embeddings</a:t>
            </a:r>
            <a:endParaRPr lang="en-US" dirty="0"/>
          </a:p>
        </p:txBody>
      </p:sp>
      <mc:AlternateContent xmlns:mc="http://schemas.openxmlformats.org/markup-compatibility/2006">
        <mc:Choice xmlns:a14="http://schemas.microsoft.com/office/drawing/2010/main" Requires="a14">
          <p:sp>
            <p:nvSpPr>
              <p:cNvPr id="8" name="Content Placeholder 7"/>
              <p:cNvSpPr>
                <a:spLocks noGrp="1"/>
              </p:cNvSpPr>
              <p:nvPr>
                <p:ph idx="1"/>
              </p:nvPr>
            </p:nvSpPr>
            <p:spPr/>
            <p:txBody>
              <a:bodyPr>
                <a:normAutofit/>
              </a:bodyPr>
              <a:lstStyle/>
              <a:p>
                <a:r>
                  <a:rPr lang="en-US" dirty="0"/>
                  <a:t>Each node </a:t>
                </a:r>
                <a14:m>
                  <m:oMath xmlns:m="http://schemas.openxmlformats.org/officeDocument/2006/math">
                    <m:r>
                      <a:rPr lang="en-US" i="1" dirty="0" smtClean="0">
                        <a:latin typeface="Cambria Math" panose="02040503050406030204" pitchFamily="18" charset="0"/>
                      </a:rPr>
                      <m:t>𝑣</m:t>
                    </m:r>
                  </m:oMath>
                </a14:m>
                <a:r>
                  <a:rPr lang="en-US" dirty="0"/>
                  <a:t> in graph </a:t>
                </a:r>
                <a14:m>
                  <m:oMath xmlns:m="http://schemas.openxmlformats.org/officeDocument/2006/math">
                    <m:r>
                      <a:rPr lang="en-US" i="1" dirty="0" smtClean="0">
                        <a:latin typeface="Cambria Math" panose="02040503050406030204" pitchFamily="18" charset="0"/>
                      </a:rPr>
                      <m:t>𝐺</m:t>
                    </m:r>
                    <m:r>
                      <a:rPr lang="en-US" i="1" dirty="0" smtClean="0">
                        <a:latin typeface="Cambria Math" panose="02040503050406030204" pitchFamily="18" charset="0"/>
                      </a:rPr>
                      <m:t>=(</m:t>
                    </m:r>
                    <m:r>
                      <a:rPr lang="en-US" i="1" dirty="0" smtClean="0">
                        <a:latin typeface="Cambria Math" panose="02040503050406030204" pitchFamily="18" charset="0"/>
                      </a:rPr>
                      <m:t>𝑉</m:t>
                    </m:r>
                    <m:r>
                      <a:rPr lang="en-US" i="1" dirty="0" smtClean="0">
                        <a:latin typeface="Cambria Math" panose="02040503050406030204" pitchFamily="18" charset="0"/>
                      </a:rPr>
                      <m:t>,</m:t>
                    </m:r>
                    <m:r>
                      <a:rPr lang="en-US" i="1" dirty="0" smtClean="0">
                        <a:latin typeface="Cambria Math" panose="02040503050406030204" pitchFamily="18" charset="0"/>
                      </a:rPr>
                      <m:t>𝐸</m:t>
                    </m:r>
                    <m:r>
                      <a:rPr lang="en-US" i="1" dirty="0" smtClean="0">
                        <a:latin typeface="Cambria Math" panose="02040503050406030204" pitchFamily="18" charset="0"/>
                      </a:rPr>
                      <m:t>)</m:t>
                    </m:r>
                  </m:oMath>
                </a14:m>
                <a:r>
                  <a:rPr lang="en-US" dirty="0"/>
                  <a:t> embedded to </a:t>
                </a:r>
                <a14:m>
                  <m:oMath xmlns:m="http://schemas.openxmlformats.org/officeDocument/2006/math">
                    <m:r>
                      <a:rPr lang="en-US" b="0" i="1" dirty="0" smtClean="0">
                        <a:latin typeface="Cambria Math" panose="02040503050406030204" pitchFamily="18" charset="0"/>
                      </a:rPr>
                      <m:t>𝑥</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𝑣</m:t>
                        </m:r>
                      </m:e>
                    </m:d>
                    <m:r>
                      <a:rPr lang="en-US" b="0" i="1" dirty="0" smtClean="0">
                        <a:latin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ℝ</m:t>
                        </m:r>
                      </m:e>
                      <m:sup>
                        <m:r>
                          <a:rPr lang="en-US" b="0" i="1" dirty="0" smtClean="0">
                            <a:latin typeface="Cambria Math" panose="02040503050406030204" pitchFamily="18" charset="0"/>
                            <a:ea typeface="Cambria Math" panose="02040503050406030204" pitchFamily="18" charset="0"/>
                          </a:rPr>
                          <m:t>𝐷</m:t>
                        </m:r>
                      </m:sup>
                    </m:sSup>
                  </m:oMath>
                </a14:m>
                <a:r>
                  <a:rPr lang="en-US" b="0" dirty="0">
                    <a:ea typeface="Cambria Math" panose="02040503050406030204" pitchFamily="18" charset="0"/>
                  </a:rPr>
                  <a:t> by embedding function </a:t>
                </a:r>
                <a14:m>
                  <m:oMath xmlns:m="http://schemas.openxmlformats.org/officeDocument/2006/math">
                    <m:r>
                      <a:rPr lang="en-US" b="0" i="1" smtClean="0">
                        <a:latin typeface="Cambria Math" panose="02040503050406030204" pitchFamily="18" charset="0"/>
                        <a:ea typeface="Cambria Math" panose="02040503050406030204" pitchFamily="18" charset="0"/>
                      </a:rPr>
                      <m:t>𝑥</m:t>
                    </m:r>
                  </m:oMath>
                </a14:m>
                <a:endParaRPr lang="en-US" b="0" dirty="0">
                  <a:ea typeface="Cambria Math" panose="02040503050406030204" pitchFamily="18" charset="0"/>
                </a:endParaRPr>
              </a:p>
              <a:p>
                <a:r>
                  <a:rPr lang="en-US" dirty="0"/>
                  <a:t>Graph distance between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𝑉</m:t>
                    </m:r>
                  </m:oMath>
                </a14:m>
                <a:r>
                  <a:rPr lang="en-US" dirty="0"/>
                  <a:t>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𝐺</m:t>
                        </m:r>
                      </m:sub>
                    </m:sSub>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oMath>
                </a14:m>
                <a:endParaRPr lang="en-US" dirty="0"/>
              </a:p>
              <a:p>
                <a:pPr>
                  <a:lnSpc>
                    <a:spcPct val="100000"/>
                  </a:lnSpc>
                </a:pPr>
                <a:r>
                  <a:rPr lang="en-US" dirty="0"/>
                  <a:t>Distortion of embedding function </a:t>
                </a:r>
                <a14:m>
                  <m:oMath xmlns:m="http://schemas.openxmlformats.org/officeDocument/2006/math">
                    <m:r>
                      <a:rPr lang="en-US" b="0" i="1" dirty="0" smtClean="0">
                        <a:latin typeface="Cambria Math" panose="02040503050406030204" pitchFamily="18" charset="0"/>
                      </a:rPr>
                      <m:t>𝑥</m:t>
                    </m:r>
                  </m:oMath>
                </a14:m>
                <a:r>
                  <a:rPr lang="en-US" dirty="0"/>
                  <a:t> is given by</a:t>
                </a:r>
                <a:br>
                  <a:rPr lang="en-US" dirty="0"/>
                </a:br>
                <a:r>
                  <a:rPr lang="en-US" dirty="0"/>
                  <a:t> </a:t>
                </a:r>
                <a14:m>
                  <m:oMath xmlns:m="http://schemas.openxmlformats.org/officeDocument/2006/math">
                    <m:r>
                      <m:rPr>
                        <m:sty m:val="p"/>
                      </m:rPr>
                      <a:rPr lang="en-US" b="0" i="0" smtClean="0">
                        <a:latin typeface="Cambria Math" panose="02040503050406030204" pitchFamily="18" charset="0"/>
                      </a:rPr>
                      <m:t>distor</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𝐺</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lim>
                            </m:limLow>
                          </m:fName>
                          <m:e>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𝑥</m:t>
                                    </m:r>
                                    <m:d>
                                      <m:dPr>
                                        <m:ctrlPr>
                                          <a:rPr lang="en-US" i="1">
                                            <a:latin typeface="Cambria Math" panose="02040503050406030204" pitchFamily="18" charset="0"/>
                                          </a:rPr>
                                        </m:ctrlPr>
                                      </m:dPr>
                                      <m:e>
                                        <m:r>
                                          <a:rPr lang="en-US" i="1">
                                            <a:latin typeface="Cambria Math" panose="02040503050406030204" pitchFamily="18" charset="0"/>
                                          </a:rPr>
                                          <m:t>𝑢</m:t>
                                        </m:r>
                                      </m:e>
                                    </m:d>
                                    <m:r>
                                      <a:rPr lang="en-US" i="1">
                                        <a:latin typeface="Cambria Math" panose="02040503050406030204" pitchFamily="18" charset="0"/>
                                      </a:rPr>
                                      <m:t>−</m:t>
                                    </m:r>
                                    <m:r>
                                      <a:rPr lang="en-US" b="0" i="1" smtClean="0">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𝑣</m:t>
                                    </m:r>
                                    <m:r>
                                      <a:rPr lang="en-US" i="1">
                                        <a:latin typeface="Cambria Math" panose="02040503050406030204" pitchFamily="18" charset="0"/>
                                      </a:rPr>
                                      <m:t>)</m:t>
                                    </m:r>
                                  </m:e>
                                </m:d>
                              </m:num>
                              <m:den>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𝐺</m:t>
                                    </m:r>
                                  </m:sub>
                                </m:sSub>
                                <m:r>
                                  <a:rPr lang="en-US" i="1">
                                    <a:latin typeface="Cambria Math" panose="02040503050406030204" pitchFamily="18" charset="0"/>
                                  </a:rPr>
                                  <m:t>(</m:t>
                                </m:r>
                                <m:r>
                                  <a:rPr lang="en-US" i="1">
                                    <a:latin typeface="Cambria Math" panose="02040503050406030204" pitchFamily="18" charset="0"/>
                                  </a:rPr>
                                  <m:t>𝑢</m:t>
                                </m:r>
                                <m:r>
                                  <a:rPr lang="en-US" i="1">
                                    <a:latin typeface="Cambria Math" panose="02040503050406030204" pitchFamily="18" charset="0"/>
                                  </a:rPr>
                                  <m:t>,</m:t>
                                </m:r>
                                <m:r>
                                  <a:rPr lang="en-US" i="1">
                                    <a:latin typeface="Cambria Math" panose="02040503050406030204" pitchFamily="18" charset="0"/>
                                  </a:rPr>
                                  <m:t>𝑣</m:t>
                                </m:r>
                                <m:r>
                                  <a:rPr lang="en-US" i="1">
                                    <a:latin typeface="Cambria Math" panose="02040503050406030204" pitchFamily="18" charset="0"/>
                                  </a:rPr>
                                  <m:t>)</m:t>
                                </m:r>
                              </m:den>
                            </m:f>
                          </m:e>
                        </m:func>
                      </m:num>
                      <m:den>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lim>
                            </m:limLow>
                          </m:fName>
                          <m:e>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𝑥</m:t>
                                    </m:r>
                                    <m:d>
                                      <m:dPr>
                                        <m:ctrlPr>
                                          <a:rPr lang="en-US" i="1">
                                            <a:latin typeface="Cambria Math" panose="02040503050406030204" pitchFamily="18" charset="0"/>
                                          </a:rPr>
                                        </m:ctrlPr>
                                      </m:dPr>
                                      <m:e>
                                        <m:r>
                                          <a:rPr lang="en-US" i="1">
                                            <a:latin typeface="Cambria Math" panose="02040503050406030204" pitchFamily="18" charset="0"/>
                                          </a:rPr>
                                          <m:t>𝑢</m:t>
                                        </m:r>
                                      </m:e>
                                    </m:d>
                                    <m:r>
                                      <a:rPr lang="en-US" i="1">
                                        <a:latin typeface="Cambria Math" panose="02040503050406030204" pitchFamily="18" charset="0"/>
                                      </a:rPr>
                                      <m:t>−</m:t>
                                    </m:r>
                                    <m:r>
                                      <a:rPr lang="en-US" b="0" i="1" smtClean="0">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𝑣</m:t>
                                    </m:r>
                                    <m:r>
                                      <a:rPr lang="en-US" i="1">
                                        <a:latin typeface="Cambria Math" panose="02040503050406030204" pitchFamily="18" charset="0"/>
                                      </a:rPr>
                                      <m:t>)</m:t>
                                    </m:r>
                                  </m:e>
                                </m:d>
                              </m:num>
                              <m:den>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𝐺</m:t>
                                    </m:r>
                                  </m:sub>
                                </m:sSub>
                                <m:r>
                                  <a:rPr lang="en-US" i="1">
                                    <a:latin typeface="Cambria Math" panose="02040503050406030204" pitchFamily="18" charset="0"/>
                                  </a:rPr>
                                  <m:t>(</m:t>
                                </m:r>
                                <m:r>
                                  <a:rPr lang="en-US" i="1">
                                    <a:latin typeface="Cambria Math" panose="02040503050406030204" pitchFamily="18" charset="0"/>
                                  </a:rPr>
                                  <m:t>𝑢</m:t>
                                </m:r>
                                <m:r>
                                  <a:rPr lang="en-US" i="1">
                                    <a:latin typeface="Cambria Math" panose="02040503050406030204" pitchFamily="18" charset="0"/>
                                  </a:rPr>
                                  <m:t>,</m:t>
                                </m:r>
                                <m:r>
                                  <a:rPr lang="en-US" i="1">
                                    <a:latin typeface="Cambria Math" panose="02040503050406030204" pitchFamily="18" charset="0"/>
                                  </a:rPr>
                                  <m:t>𝑣</m:t>
                                </m:r>
                                <m:r>
                                  <a:rPr lang="en-US" i="1">
                                    <a:latin typeface="Cambria Math" panose="02040503050406030204" pitchFamily="18" charset="0"/>
                                  </a:rPr>
                                  <m:t>)</m:t>
                                </m:r>
                              </m:den>
                            </m:f>
                          </m:e>
                        </m:func>
                      </m:den>
                    </m:f>
                  </m:oMath>
                </a14:m>
                <a:endParaRPr lang="en-US" dirty="0"/>
              </a:p>
              <a:p>
                <a:pPr>
                  <a:lnSpc>
                    <a:spcPct val="100000"/>
                  </a:lnSpc>
                </a:pPr>
                <a:r>
                  <a:rPr lang="en-US" dirty="0"/>
                  <a:t>Distortion of G is </a:t>
                </a:r>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inf</m:t>
                            </m:r>
                          </m:e>
                          <m:lim>
                            <m:r>
                              <a:rPr lang="en-US" b="0" i="1" smtClean="0">
                                <a:latin typeface="Cambria Math" panose="02040503050406030204" pitchFamily="18" charset="0"/>
                              </a:rPr>
                              <m:t>𝑥</m:t>
                            </m:r>
                          </m:lim>
                        </m:limLow>
                      </m:fName>
                      <m:e>
                        <m:r>
                          <m:rPr>
                            <m:sty m:val="p"/>
                          </m:rPr>
                          <a:rPr lang="en-US" b="0" i="0" smtClean="0">
                            <a:latin typeface="Cambria Math" panose="02040503050406030204" pitchFamily="18" charset="0"/>
                          </a:rPr>
                          <m:t>distor</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𝐺</m:t>
                        </m:r>
                        <m:r>
                          <a:rPr lang="en-US" b="0" i="1" smtClean="0">
                            <a:latin typeface="Cambria Math" panose="02040503050406030204" pitchFamily="18" charset="0"/>
                          </a:rPr>
                          <m:t>)</m:t>
                        </m:r>
                      </m:e>
                    </m:func>
                  </m:oMath>
                </a14:m>
                <a:endParaRPr lang="en-US" dirty="0"/>
              </a:p>
            </p:txBody>
          </p:sp>
        </mc:Choice>
        <mc:Fallback>
          <p:sp>
            <p:nvSpPr>
              <p:cNvPr id="8" name="Content Placeholder 7"/>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p:sp>
        <p:nvSpPr>
          <p:cNvPr id="9" name="Speech Bubble: Rectangle with Corners Rounded 8"/>
          <p:cNvSpPr/>
          <p:nvPr/>
        </p:nvSpPr>
        <p:spPr>
          <a:xfrm>
            <a:off x="7058777" y="3063704"/>
            <a:ext cx="2501153" cy="685800"/>
          </a:xfrm>
          <a:prstGeom prst="wedgeRoundRectCallout">
            <a:avLst>
              <a:gd name="adj1" fmla="val -95564"/>
              <a:gd name="adj2" fmla="val 563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Maximum stretch</a:t>
            </a:r>
            <a:endParaRPr lang="en-US" sz="2400" dirty="0"/>
          </a:p>
        </p:txBody>
      </p:sp>
      <p:sp>
        <p:nvSpPr>
          <p:cNvPr id="10" name="Speech Bubble: Rectangle with Corners Rounded 9"/>
          <p:cNvSpPr/>
          <p:nvPr/>
        </p:nvSpPr>
        <p:spPr>
          <a:xfrm>
            <a:off x="7058777" y="3901494"/>
            <a:ext cx="2501153" cy="685800"/>
          </a:xfrm>
          <a:prstGeom prst="wedgeRoundRectCallout">
            <a:avLst>
              <a:gd name="adj1" fmla="val -102863"/>
              <a:gd name="adj2" fmla="val -3334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Minimum stretch</a:t>
            </a:r>
            <a:endParaRPr lang="en-US" sz="2400" dirty="0"/>
          </a:p>
        </p:txBody>
      </p:sp>
      <mc:AlternateContent xmlns:mc="http://schemas.openxmlformats.org/markup-compatibility/2006">
        <mc:Choice xmlns:a14="http://schemas.microsoft.com/office/drawing/2010/main" Requires="a14">
          <p:sp>
            <p:nvSpPr>
              <p:cNvPr id="3" name="Speech Bubble: Rectangle with Corners Rounded 2"/>
              <p:cNvSpPr/>
              <p:nvPr/>
            </p:nvSpPr>
            <p:spPr>
              <a:xfrm>
                <a:off x="5085715" y="5140325"/>
                <a:ext cx="2725908" cy="1036691"/>
              </a:xfrm>
              <a:prstGeom prst="wedgeRoundRectCallout">
                <a:avLst>
                  <a:gd name="adj1" fmla="val -86643"/>
                  <a:gd name="adj2" fmla="val -7933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Lowest distortion achievable  by smartest possible embedding </a:t>
                </a:r>
                <a14:m>
                  <m:oMath xmlns:m="http://schemas.openxmlformats.org/officeDocument/2006/math">
                    <m:r>
                      <a:rPr lang="en-US" b="0" i="1" smtClean="0">
                        <a:latin typeface="Cambria Math" panose="02040503050406030204" pitchFamily="18" charset="0"/>
                      </a:rPr>
                      <m:t>𝑥</m:t>
                    </m:r>
                  </m:oMath>
                </a14:m>
                <a:endParaRPr lang="en-IN" dirty="0"/>
              </a:p>
            </p:txBody>
          </p:sp>
        </mc:Choice>
        <mc:Fallback>
          <p:sp>
            <p:nvSpPr>
              <p:cNvPr id="3" name="Speech Bubble: Rectangle with Corners Rounded 2"/>
              <p:cNvSpPr>
                <a:spLocks noRot="1" noChangeAspect="1" noMove="1" noResize="1" noEditPoints="1" noAdjustHandles="1" noChangeArrowheads="1" noChangeShapeType="1" noTextEdit="1"/>
              </p:cNvSpPr>
              <p:nvPr/>
            </p:nvSpPr>
            <p:spPr>
              <a:xfrm>
                <a:off x="5085715" y="5140325"/>
                <a:ext cx="2725908" cy="1036691"/>
              </a:xfrm>
              <a:prstGeom prst="wedgeRoundRectCallout">
                <a:avLst>
                  <a:gd name="adj1" fmla="val -86643"/>
                  <a:gd name="adj2" fmla="val -79339"/>
                  <a:gd name="adj3" fmla="val 16667"/>
                </a:avLst>
              </a:prstGeom>
              <a:blipFill rotWithShape="1">
                <a:blip r:embed="rId2"/>
                <a:stretch>
                  <a:fillRect l="-38274" t="-32035" r="-215" b="-577"/>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hlinkClick r:id="rId1"/>
              </a:rPr>
              <a:t>Euclidean distortion facts</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fontScale="87500" lnSpcReduction="10000"/>
              </a:bodyPr>
              <a:lstStyle/>
              <a:p>
                <a:pPr>
                  <a:lnSpc>
                    <a:spcPct val="110000"/>
                  </a:lnSpc>
                </a:pPr>
                <a:r>
                  <a:rPr lang="en-US" dirty="0"/>
                  <a:t>With large enough </a:t>
                </a:r>
                <a14:m>
                  <m:oMath xmlns:m="http://schemas.openxmlformats.org/officeDocument/2006/math">
                    <m:r>
                      <a:rPr lang="en-US" i="1" dirty="0" smtClean="0">
                        <a:latin typeface="Cambria Math" panose="02040503050406030204" pitchFamily="18" charset="0"/>
                      </a:rPr>
                      <m:t>𝐷</m:t>
                    </m:r>
                  </m:oMath>
                </a14:m>
                <a:r>
                  <a:rPr lang="en-US" dirty="0"/>
                  <a:t>, any graph with </a:t>
                </a:r>
                <a14:m>
                  <m:oMath xmlns:m="http://schemas.openxmlformats.org/officeDocument/2006/math">
                    <m:r>
                      <a:rPr lang="en-US" i="1" dirty="0" smtClean="0">
                        <a:latin typeface="Cambria Math" panose="02040503050406030204" pitchFamily="18" charset="0"/>
                      </a:rPr>
                      <m:t>𝑛</m:t>
                    </m:r>
                  </m:oMath>
                </a14:m>
                <a:r>
                  <a:rPr lang="en-US" dirty="0"/>
                  <a:t> nodes can be embedded in </a:t>
                </a:r>
                <a14:m>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𝐷</m:t>
                        </m:r>
                      </m:sup>
                    </m:sSup>
                  </m:oMath>
                </a14:m>
                <a:r>
                  <a:rPr lang="en-US" dirty="0"/>
                  <a:t> with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r>
                      <m:rPr>
                        <m:sty m:val="p"/>
                      </m:rPr>
                      <a:rPr lang="en-US" i="1" dirty="0" smtClean="0">
                        <a:latin typeface="Cambria Math" panose="02040503050406030204" pitchFamily="18" charset="0"/>
                      </a:rPr>
                      <m:t>log</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oMath>
                </a14:m>
                <a:r>
                  <a:rPr lang="en-US" dirty="0"/>
                  <a:t> distortion</a:t>
                </a:r>
                <a:endParaRPr lang="en-US" dirty="0"/>
              </a:p>
              <a:p>
                <a:pPr>
                  <a:lnSpc>
                    <a:spcPct val="110000"/>
                  </a:lnSpc>
                </a:pPr>
                <a:r>
                  <a:rPr lang="en-US" dirty="0"/>
                  <a:t>Any connected planar graph can be embedded in </a:t>
                </a: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2</m:t>
                        </m:r>
                      </m:sup>
                    </m:sSup>
                  </m:oMath>
                </a14:m>
                <a:r>
                  <a:rPr lang="en-US" dirty="0"/>
                  <a:t> with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oMath>
                </a14:m>
                <a:r>
                  <a:rPr lang="en-US" dirty="0"/>
                  <a:t> distortion; trees with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𝑛</m:t>
                        </m:r>
                      </m:e>
                    </m:rad>
                    <m:r>
                      <a:rPr lang="en-US" b="0" i="1" smtClean="0">
                        <a:latin typeface="Cambria Math" panose="02040503050406030204" pitchFamily="18" charset="0"/>
                      </a:rPr>
                      <m:t>)</m:t>
                    </m:r>
                  </m:oMath>
                </a14:m>
                <a:endParaRPr lang="en-US" dirty="0"/>
              </a:p>
              <a:p>
                <a:pPr>
                  <a:lnSpc>
                    <a:spcPct val="110000"/>
                  </a:lnSpc>
                </a:pPr>
                <a:r>
                  <a:rPr lang="en-US" dirty="0"/>
                  <a:t>With large enough </a:t>
                </a:r>
                <a14:m>
                  <m:oMath xmlns:m="http://schemas.openxmlformats.org/officeDocument/2006/math">
                    <m:r>
                      <a:rPr lang="en-US" i="1" dirty="0">
                        <a:latin typeface="Cambria Math" panose="02040503050406030204" pitchFamily="18" charset="0"/>
                      </a:rPr>
                      <m:t>𝐷</m:t>
                    </m:r>
                  </m:oMath>
                </a14:m>
                <a:r>
                  <a:rPr lang="en-US" dirty="0"/>
                  <a:t>, any tree can be embedded in </a:t>
                </a:r>
                <a14:m>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𝐷</m:t>
                        </m:r>
                      </m:sup>
                    </m:sSup>
                  </m:oMath>
                </a14:m>
                <a:r>
                  <a:rPr lang="en-US" dirty="0"/>
                  <a:t> with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r>
                              <a:rPr lang="en-US" b="0" i="1" smtClean="0">
                                <a:latin typeface="Cambria Math" panose="02040503050406030204" pitchFamily="18" charset="0"/>
                              </a:rPr>
                              <m:t>)</m:t>
                            </m:r>
                          </m:e>
                        </m:func>
                      </m:e>
                    </m:func>
                  </m:oMath>
                </a14:m>
                <a:r>
                  <a:rPr lang="en-US" dirty="0"/>
                  <a:t> distortion</a:t>
                </a:r>
                <a:endParaRPr lang="en-US" dirty="0"/>
              </a:p>
              <a:p>
                <a:pPr>
                  <a:lnSpc>
                    <a:spcPct val="110000"/>
                  </a:lnSpc>
                </a:pPr>
                <a:r>
                  <a:rPr lang="en-US" dirty="0"/>
                  <a:t>Binary trees can be embedded in a line with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den>
                            </m:f>
                          </m:e>
                        </m:box>
                      </m:e>
                    </m:d>
                  </m:oMath>
                </a14:m>
                <a:r>
                  <a:rPr lang="en-US" dirty="0"/>
                  <a:t> distortion</a:t>
                </a:r>
                <a:endParaRPr lang="en-US" dirty="0"/>
              </a:p>
              <a:p>
                <a:pPr>
                  <a:lnSpc>
                    <a:spcPct val="110000"/>
                  </a:lnSpc>
                </a:pPr>
                <a:r>
                  <a:rPr lang="en-US" dirty="0"/>
                  <a:t>Binary trees can be embedded in </a:t>
                </a:r>
                <a14:m>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𝐷</m:t>
                        </m:r>
                      </m:sup>
                    </m:sSup>
                  </m:oMath>
                </a14:m>
                <a:r>
                  <a:rPr lang="en-US" dirty="0"/>
                  <a:t> with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box>
                          <m:boxPr>
                            <m:ctrlPr>
                              <a:rPr lang="en-US" i="1">
                                <a:latin typeface="Cambria Math" panose="02040503050406030204" pitchFamily="18" charset="0"/>
                              </a:rPr>
                            </m:ctrlPr>
                          </m:boxPr>
                          <m:e>
                            <m:argPr>
                              <m:argSz m:val="-1"/>
                            </m:argPr>
                            <m:f>
                              <m:fPr>
                                <m:ctrlPr>
                                  <a:rPr lang="en-US" i="1">
                                    <a:latin typeface="Cambria Math" panose="02040503050406030204" pitchFamily="18" charset="0"/>
                                  </a:rPr>
                                </m:ctrlPr>
                              </m:fPr>
                              <m:num>
                                <m:sSup>
                                  <m:sSupPr>
                                    <m:ctrlPr>
                                      <a:rPr lang="en-US" b="0" i="1" smtClean="0">
                                        <a:latin typeface="Cambria Math" panose="02040503050406030204" pitchFamily="18" charset="0"/>
                                      </a:rPr>
                                    </m:ctrlPr>
                                  </m:sSupPr>
                                  <m:e>
                                    <m:r>
                                      <a:rPr lang="en-US" i="1">
                                        <a:latin typeface="Cambria Math" panose="02040503050406030204" pitchFamily="18" charset="0"/>
                                      </a:rPr>
                                      <m:t>𝑛</m:t>
                                    </m:r>
                                  </m:e>
                                  <m:sup>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𝐷</m:t>
                                    </m:r>
                                  </m:sup>
                                </m:sSup>
                              </m:num>
                              <m:den>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rPr>
                                      <m:t>𝑛</m:t>
                                    </m:r>
                                  </m:e>
                                </m:func>
                              </m:den>
                            </m:f>
                          </m:e>
                        </m:box>
                      </m:e>
                    </m:d>
                  </m:oMath>
                </a14:m>
                <a:r>
                  <a:rPr lang="en-US" dirty="0"/>
                  <a:t> distortion</a:t>
                </a:r>
                <a:endParaRPr lang="en-US" dirty="0"/>
              </a:p>
              <a:p>
                <a:pPr>
                  <a:lnSpc>
                    <a:spcPct val="110000"/>
                  </a:lnSpc>
                </a:pPr>
                <a:r>
                  <a:rPr lang="en-US" dirty="0"/>
                  <a:t>Distortion of </a:t>
                </a:r>
                <a14:m>
                  <m:oMath xmlns:m="http://schemas.openxmlformats.org/officeDocument/2006/math">
                    <m:d>
                      <m:dPr>
                        <m:ctrlPr>
                          <a:rPr lang="en-US"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𝜖</m:t>
                        </m:r>
                      </m:e>
                    </m:d>
                  </m:oMath>
                </a14:m>
                <a:r>
                  <a:rPr lang="en-US" dirty="0"/>
                  <a:t> is </a:t>
                </a:r>
                <a:r>
                  <a:rPr lang="en-US" dirty="0">
                    <a:hlinkClick r:id="rId2"/>
                  </a:rPr>
                  <a:t>possible</a:t>
                </a:r>
                <a:r>
                  <a:rPr lang="en-US" dirty="0"/>
                  <a:t> in hyperbolic space</a:t>
                </a:r>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3"/>
                <a:stretch>
                  <a:fillRect t="-8" b="6"/>
                </a:stretch>
              </a:blipFill>
            </p:spPr>
            <p:txBody>
              <a:bodyPr/>
              <a:lstStyle/>
              <a:p>
                <a:r>
                  <a:rPr lang="en-US" altLang="en-US">
                    <a:noFill/>
                  </a:rPr>
                  <a:t> </a:t>
                </a:r>
              </a:p>
            </p:txBody>
          </p:sp>
        </mc:Fallback>
      </mc:AlternateContent>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Poincaré</a:t>
            </a:r>
            <a:r>
              <a:rPr lang="en-US" dirty="0"/>
              <a:t> disk, </a:t>
            </a:r>
            <a:r>
              <a:rPr lang="en-US" dirty="0">
                <a:hlinkClick r:id="rId1"/>
              </a:rPr>
              <a:t>hyperbolic space</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arcosh</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1</m:t>
                                    </m:r>
                                  </m:e>
                                </m:rad>
                              </m:e>
                            </m:d>
                          </m:e>
                        </m:func>
                      </m:e>
                    </m:func>
                  </m:oMath>
                </a14:m>
                <a:endParaRPr lang="en-US" dirty="0"/>
              </a:p>
              <a:p>
                <a:r>
                  <a:rPr lang="en-US" dirty="0"/>
                  <a:t>Points </a:t>
                </a:r>
                <a14:m>
                  <m:oMath xmlns:m="http://schemas.openxmlformats.org/officeDocument/2006/math">
                    <m:r>
                      <a:rPr lang="en-US" b="0" i="1" dirty="0" smtClean="0">
                        <a:latin typeface="Cambria Math" panose="02040503050406030204" pitchFamily="18" charset="0"/>
                      </a:rPr>
                      <m:t>𝑥</m:t>
                    </m:r>
                    <m:r>
                      <a:rPr lang="en-US" i="1" dirty="0" smtClean="0">
                        <a:latin typeface="Cambria Math" panose="02040503050406030204" pitchFamily="18" charset="0"/>
                      </a:rPr>
                      <m:t>,</m:t>
                    </m:r>
                    <m:r>
                      <a:rPr lang="en-US" i="1" dirty="0">
                        <a:latin typeface="Cambria Math" panose="02040503050406030204" pitchFamily="18" charset="0"/>
                      </a:rPr>
                      <m:t> </m:t>
                    </m:r>
                    <m:r>
                      <a:rPr lang="en-US" b="0" i="1" dirty="0" smtClean="0">
                        <a:latin typeface="Cambria Math" panose="02040503050406030204" pitchFamily="18" charset="0"/>
                      </a:rPr>
                      <m:t>𝑦</m:t>
                    </m:r>
                  </m:oMath>
                </a14:m>
                <a:r>
                  <a:rPr lang="en-US" dirty="0"/>
                  <a:t> strictly inside unit circle</a:t>
                </a:r>
                <a:endParaRPr lang="en-US" dirty="0"/>
              </a:p>
              <a:p>
                <a:r>
                  <a:rPr lang="en-US" dirty="0"/>
                  <a:t>Hyperbolic distance</a:t>
                </a:r>
                <a:br>
                  <a:rPr lang="en-US" dirty="0"/>
                </a:br>
                <a:r>
                  <a:rPr lang="en-US" dirty="0"/>
                  <a:t>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𝐻</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m:rPr>
                            <m:sty m:val="p"/>
                          </m:rPr>
                          <a:rPr lang="en-US" b="0" i="0" smtClean="0">
                            <a:latin typeface="Cambria Math" panose="02040503050406030204" pitchFamily="18" charset="0"/>
                          </a:rPr>
                          <m:t>arcosh</m:t>
                        </m:r>
                      </m:fName>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2</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e>
                                  <m:sup>
                                    <m:r>
                                      <a:rPr lang="en-US" b="0" i="1" smtClean="0">
                                        <a:latin typeface="Cambria Math" panose="02040503050406030204" pitchFamily="18" charset="0"/>
                                      </a:rPr>
                                      <m:t>2</m:t>
                                    </m:r>
                                  </m:sup>
                                </m:sSup>
                              </m:num>
                              <m:den>
                                <m:d>
                                  <m:dPr>
                                    <m:ctrlPr>
                                      <a:rPr lang="en-US" b="0" i="1" smtClean="0">
                                        <a:effectLst>
                                          <a:glow rad="228600">
                                            <a:schemeClr val="accent2">
                                              <a:satMod val="175000"/>
                                              <a:alpha val="40000"/>
                                            </a:schemeClr>
                                          </a:glow>
                                        </a:effectLst>
                                        <a:latin typeface="Cambria Math" panose="02040503050406030204" pitchFamily="18" charset="0"/>
                                      </a:rPr>
                                    </m:ctrlPr>
                                  </m:dPr>
                                  <m:e>
                                    <m:r>
                                      <a:rPr lang="en-US" b="0" i="1" smtClean="0">
                                        <a:effectLst>
                                          <a:glow rad="228600">
                                            <a:schemeClr val="accent2">
                                              <a:satMod val="175000"/>
                                              <a:alpha val="40000"/>
                                            </a:schemeClr>
                                          </a:glow>
                                        </a:effectLst>
                                        <a:latin typeface="Cambria Math" panose="02040503050406030204" pitchFamily="18" charset="0"/>
                                      </a:rPr>
                                      <m:t>1</m:t>
                                    </m:r>
                                    <m:r>
                                      <a:rPr lang="en-US" b="0" i="1" smtClean="0">
                                        <a:effectLst>
                                          <a:glow rad="228600">
                                            <a:schemeClr val="accent2">
                                              <a:satMod val="175000"/>
                                              <a:alpha val="40000"/>
                                            </a:schemeClr>
                                          </a:glow>
                                        </a:effectLst>
                                        <a:latin typeface="Cambria Math" panose="02040503050406030204" pitchFamily="18" charset="0"/>
                                      </a:rPr>
                                      <m:t>−</m:t>
                                    </m:r>
                                    <m:sSup>
                                      <m:sSupPr>
                                        <m:ctrlPr>
                                          <a:rPr lang="en-US" b="0" i="1" smtClean="0">
                                            <a:effectLst>
                                              <a:glow rad="228600">
                                                <a:schemeClr val="accent2">
                                                  <a:satMod val="175000"/>
                                                  <a:alpha val="40000"/>
                                                </a:schemeClr>
                                              </a:glow>
                                            </a:effectLst>
                                            <a:latin typeface="Cambria Math" panose="02040503050406030204" pitchFamily="18" charset="0"/>
                                          </a:rPr>
                                        </m:ctrlPr>
                                      </m:sSupPr>
                                      <m:e>
                                        <m:d>
                                          <m:dPr>
                                            <m:begChr m:val="‖"/>
                                            <m:endChr m:val="‖"/>
                                            <m:ctrlPr>
                                              <a:rPr lang="en-US" b="0" i="1" smtClean="0">
                                                <a:effectLst>
                                                  <a:glow rad="228600">
                                                    <a:schemeClr val="accent2">
                                                      <a:satMod val="175000"/>
                                                      <a:alpha val="40000"/>
                                                    </a:schemeClr>
                                                  </a:glow>
                                                </a:effectLst>
                                                <a:latin typeface="Cambria Math" panose="02040503050406030204" pitchFamily="18" charset="0"/>
                                              </a:rPr>
                                            </m:ctrlPr>
                                          </m:dPr>
                                          <m:e>
                                            <m:r>
                                              <a:rPr lang="en-US" b="0" i="1" smtClean="0">
                                                <a:effectLst>
                                                  <a:glow rad="228600">
                                                    <a:schemeClr val="accent2">
                                                      <a:satMod val="175000"/>
                                                      <a:alpha val="40000"/>
                                                    </a:schemeClr>
                                                  </a:glow>
                                                </a:effectLst>
                                                <a:latin typeface="Cambria Math" panose="02040503050406030204" pitchFamily="18" charset="0"/>
                                              </a:rPr>
                                              <m:t>𝑥</m:t>
                                            </m:r>
                                          </m:e>
                                        </m:d>
                                      </m:e>
                                      <m:sup>
                                        <m:r>
                                          <a:rPr lang="en-US" b="0" i="1" smtClean="0">
                                            <a:effectLst>
                                              <a:glow rad="228600">
                                                <a:schemeClr val="accent2">
                                                  <a:satMod val="175000"/>
                                                  <a:alpha val="40000"/>
                                                </a:schemeClr>
                                              </a:glow>
                                            </a:effectLst>
                                            <a:latin typeface="Cambria Math" panose="02040503050406030204" pitchFamily="18" charset="0"/>
                                          </a:rPr>
                                          <m:t>2</m:t>
                                        </m:r>
                                      </m:sup>
                                    </m:sSup>
                                  </m:e>
                                </m:d>
                                <m:d>
                                  <m:dPr>
                                    <m:ctrlPr>
                                      <a:rPr lang="en-US" b="0" i="1" smtClean="0">
                                        <a:effectLst>
                                          <a:glow rad="228600">
                                            <a:schemeClr val="accent2">
                                              <a:satMod val="175000"/>
                                              <a:alpha val="40000"/>
                                            </a:schemeClr>
                                          </a:glow>
                                        </a:effectLst>
                                        <a:latin typeface="Cambria Math" panose="02040503050406030204" pitchFamily="18" charset="0"/>
                                      </a:rPr>
                                    </m:ctrlPr>
                                  </m:dPr>
                                  <m:e>
                                    <m:r>
                                      <a:rPr lang="en-US" b="0" i="1" smtClean="0">
                                        <a:effectLst>
                                          <a:glow rad="228600">
                                            <a:schemeClr val="accent2">
                                              <a:satMod val="175000"/>
                                              <a:alpha val="40000"/>
                                            </a:schemeClr>
                                          </a:glow>
                                        </a:effectLst>
                                        <a:latin typeface="Cambria Math" panose="02040503050406030204" pitchFamily="18" charset="0"/>
                                      </a:rPr>
                                      <m:t>1</m:t>
                                    </m:r>
                                    <m:r>
                                      <a:rPr lang="en-US" b="0" i="1" smtClean="0">
                                        <a:effectLst>
                                          <a:glow rad="228600">
                                            <a:schemeClr val="accent2">
                                              <a:satMod val="175000"/>
                                              <a:alpha val="40000"/>
                                            </a:schemeClr>
                                          </a:glow>
                                        </a:effectLst>
                                        <a:latin typeface="Cambria Math" panose="02040503050406030204" pitchFamily="18" charset="0"/>
                                      </a:rPr>
                                      <m:t>−</m:t>
                                    </m:r>
                                    <m:sSup>
                                      <m:sSupPr>
                                        <m:ctrlPr>
                                          <a:rPr lang="en-US" b="0" i="1" smtClean="0">
                                            <a:effectLst>
                                              <a:glow rad="228600">
                                                <a:schemeClr val="accent2">
                                                  <a:satMod val="175000"/>
                                                  <a:alpha val="40000"/>
                                                </a:schemeClr>
                                              </a:glow>
                                            </a:effectLst>
                                            <a:latin typeface="Cambria Math" panose="02040503050406030204" pitchFamily="18" charset="0"/>
                                          </a:rPr>
                                        </m:ctrlPr>
                                      </m:sSupPr>
                                      <m:e>
                                        <m:d>
                                          <m:dPr>
                                            <m:begChr m:val="‖"/>
                                            <m:endChr m:val="‖"/>
                                            <m:ctrlPr>
                                              <a:rPr lang="en-US" b="0" i="1" smtClean="0">
                                                <a:effectLst>
                                                  <a:glow rad="228600">
                                                    <a:schemeClr val="accent2">
                                                      <a:satMod val="175000"/>
                                                      <a:alpha val="40000"/>
                                                    </a:schemeClr>
                                                  </a:glow>
                                                </a:effectLst>
                                                <a:latin typeface="Cambria Math" panose="02040503050406030204" pitchFamily="18" charset="0"/>
                                              </a:rPr>
                                            </m:ctrlPr>
                                          </m:dPr>
                                          <m:e>
                                            <m:r>
                                              <a:rPr lang="en-US" b="0" i="1" smtClean="0">
                                                <a:effectLst>
                                                  <a:glow rad="228600">
                                                    <a:schemeClr val="accent2">
                                                      <a:satMod val="175000"/>
                                                      <a:alpha val="40000"/>
                                                    </a:schemeClr>
                                                  </a:glow>
                                                </a:effectLst>
                                                <a:latin typeface="Cambria Math" panose="02040503050406030204" pitchFamily="18" charset="0"/>
                                              </a:rPr>
                                              <m:t>𝑦</m:t>
                                            </m:r>
                                          </m:e>
                                        </m:d>
                                      </m:e>
                                      <m:sup>
                                        <m:r>
                                          <a:rPr lang="en-US" b="0" i="1" smtClean="0">
                                            <a:effectLst>
                                              <a:glow rad="228600">
                                                <a:schemeClr val="accent2">
                                                  <a:satMod val="175000"/>
                                                  <a:alpha val="40000"/>
                                                </a:schemeClr>
                                              </a:glow>
                                            </a:effectLst>
                                            <a:latin typeface="Cambria Math" panose="02040503050406030204" pitchFamily="18" charset="0"/>
                                          </a:rPr>
                                          <m:t>2</m:t>
                                        </m:r>
                                      </m:sup>
                                    </m:sSup>
                                  </m:e>
                                </m:d>
                              </m:den>
                            </m:f>
                          </m:e>
                        </m:d>
                      </m:e>
                    </m:func>
                  </m:oMath>
                </a14:m>
                <a:endParaRPr lang="en-US" b="0" dirty="0"/>
              </a:p>
              <a:p>
                <a:r>
                  <a:rPr lang="en-US" dirty="0"/>
                  <a:t>As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𝑦</m:t>
                    </m:r>
                  </m:oMath>
                </a14:m>
                <a:r>
                  <a:rPr lang="en-US" dirty="0"/>
                  <a:t> approach perimeter,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𝑑</m:t>
                        </m:r>
                      </m:e>
                      <m:sub>
                        <m:r>
                          <a:rPr lang="en-US" i="1" dirty="0" smtClean="0">
                            <a:latin typeface="Cambria Math" panose="02040503050406030204" pitchFamily="18" charset="0"/>
                          </a:rPr>
                          <m:t>𝐻</m:t>
                        </m:r>
                      </m:sub>
                    </m:sSub>
                    <m:r>
                      <a:rPr lang="en-US" b="0" i="1" dirty="0" smtClean="0">
                        <a:latin typeface="Cambria Math" panose="02040503050406030204" pitchFamily="18" charset="0"/>
                      </a:rPr>
                      <m:t>→∞</m:t>
                    </m:r>
                  </m:oMath>
                </a14:m>
                <a:endParaRPr lang="en-US" dirty="0"/>
              </a:p>
              <a:p>
                <a:r>
                  <a:rPr lang="en-US" dirty="0"/>
                  <a:t>Natural tree embedding</a:t>
                </a:r>
                <a:endParaRPr lang="en-US" dirty="0"/>
              </a:p>
              <a:p>
                <a:r>
                  <a:rPr lang="en-US" dirty="0"/>
                  <a:t>Precision bits not free!</a:t>
                </a: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t="-8" b="6"/>
                </a:stretch>
              </a:blipFill>
            </p:spPr>
            <p:txBody>
              <a:bodyPr/>
              <a:lstStyle/>
              <a:p>
                <a:r>
                  <a:rPr lang="en-US" altLang="en-US">
                    <a:noFill/>
                  </a:rPr>
                  <a:t> </a:t>
                </a:r>
              </a:p>
            </p:txBody>
          </p:sp>
        </mc:Fallback>
      </mc:AlternateContent>
      <p:pic>
        <p:nvPicPr>
          <p:cNvPr id="2050" name="Picture 2" descr="File:Inverse Hyperbolic Cosine.svg"/>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bwMode="auto">
          <a:xfrm>
            <a:off x="8668385" y="1238885"/>
            <a:ext cx="3441065" cy="180213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6579" y="3428607"/>
            <a:ext cx="2130035" cy="2164391"/>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16931" y="4809496"/>
            <a:ext cx="1960041" cy="1985832"/>
          </a:xfrm>
          <a:prstGeom prst="rect">
            <a:avLst/>
          </a:prstGeom>
        </p:spPr>
      </p:pic>
      <mc:AlternateContent xmlns:mc="http://schemas.openxmlformats.org/markup-compatibility/2006" xmlns:p14="http://schemas.microsoft.com/office/powerpoint/2010/main">
        <mc:Choice Requires="p14">
          <p:contentPart r:id="rId6" p14:bwMode="auto">
            <p14:nvContentPartPr>
              <p14:cNvPr id="4" name="Ink 3"/>
              <p14:cNvContentPartPr/>
              <p14:nvPr/>
            </p14:nvContentPartPr>
            <p14:xfrm>
              <a:off x="11438280" y="4036320"/>
              <a:ext cx="170640" cy="370080"/>
            </p14:xfrm>
          </p:contentPart>
        </mc:Choice>
        <mc:Fallback xmlns="">
          <p:pic>
            <p:nvPicPr>
              <p:cNvPr id="4" name="Ink 3"/>
            </p:nvPicPr>
            <p:blipFill>
              <a:blip r:embed="rId7"/>
            </p:blipFill>
            <p:spPr>
              <a:xfrm>
                <a:off x="11438280" y="4036320"/>
                <a:ext cx="170640" cy="370080"/>
              </a:xfrm>
              <a:prstGeom prst="rect"/>
            </p:spPr>
          </p:pic>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Training hyperbolic embeddings</a:t>
            </a:r>
            <a:endParaRPr lang="en-IN" dirty="0"/>
          </a:p>
        </p:txBody>
      </p:sp>
      <mc:AlternateContent xmlns:mc="http://schemas.openxmlformats.org/markup-compatibility/2006">
        <mc:Choice xmlns:a14="http://schemas.microsoft.com/office/drawing/2010/main" Requires="a14">
          <p:sp>
            <p:nvSpPr>
              <p:cNvPr id="6" name="Content Placeholder 5"/>
              <p:cNvSpPr>
                <a:spLocks noGrp="1"/>
              </p:cNvSpPr>
              <p:nvPr>
                <p:ph idx="1"/>
              </p:nvPr>
            </p:nvSpPr>
            <p:spPr/>
            <p:txBody>
              <a:bodyPr/>
              <a:lstStyle/>
              <a:p>
                <a:r>
                  <a:rPr lang="en-US" dirty="0"/>
                  <a:t>Given a graph, sample or enumerate</a:t>
                </a:r>
                <a:endParaRPr lang="en-US" dirty="0"/>
              </a:p>
              <a:p>
                <a:pPr lvl="1"/>
                <a:r>
                  <a:rPr lang="en-US" dirty="0"/>
                  <a:t>Neighbors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endParaRPr lang="en-IN" dirty="0"/>
              </a:p>
              <a:p>
                <a:pPr lvl="1"/>
                <a:r>
                  <a:rPr lang="en-IN" dirty="0"/>
                  <a:t>Non-</a:t>
                </a:r>
                <a:r>
                  <a:rPr lang="en-IN" dirty="0" err="1"/>
                  <a:t>neighbors</a:t>
                </a:r>
                <a:r>
                  <a:rPr lang="en-IN" dirty="0"/>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r>
                  <a:rPr lang="en-IN" dirty="0"/>
                  <a:t> and </a:t>
                </a:r>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endParaRPr lang="en-IN" dirty="0"/>
              </a:p>
              <a:p>
                <a:r>
                  <a:rPr lang="en-IN" dirty="0"/>
                  <a:t>For each pair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IN" dirty="0"/>
                  <a:t> and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r>
                  <a:rPr lang="en-IN" dirty="0"/>
                  <a:t>, want</a:t>
                </a:r>
                <a:br>
                  <a:rPr lang="en-IN" dirty="0"/>
                </a:b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𝐻</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m:rPr>
                          <m:sty m:val="p"/>
                        </m:rPr>
                        <a:rPr lang="en-US" b="0" i="0" smtClean="0">
                          <a:latin typeface="Cambria Math" panose="02040503050406030204" pitchFamily="18" charset="0"/>
                        </a:rPr>
                        <m:t>margin</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𝐻</m:t>
                          </m:r>
                        </m:sub>
                      </m:sSub>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m:oMathPara>
                </a14:m>
                <a:endParaRPr lang="en-IN" dirty="0"/>
              </a:p>
              <a:p>
                <a:r>
                  <a:rPr lang="en-IN" dirty="0"/>
                  <a:t>Likewise with </a:t>
                </a:r>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endParaRPr lang="en-IN" dirty="0"/>
              </a:p>
              <a:p>
                <a:r>
                  <a:rPr lang="en-IN" dirty="0"/>
                  <a:t>Turn into a hinge loss</a:t>
                </a:r>
                <a:endParaRPr lang="en-IN" dirty="0"/>
              </a:p>
              <a:p>
                <a:r>
                  <a:rPr lang="en-IN" dirty="0"/>
                  <a:t>Gradient descent on all node coordinates</a:t>
                </a:r>
                <a:endParaRPr lang="en-IN" dirty="0"/>
              </a:p>
            </p:txBody>
          </p:sp>
        </mc:Choice>
        <mc:Fallback>
          <p:sp>
            <p:nvSpPr>
              <p:cNvPr id="6" name="Content Placeholder 5"/>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WordNet nouns in </a:t>
            </a:r>
            <a:r>
              <a:rPr lang="en-US" dirty="0" err="1"/>
              <a:t>Poincaré</a:t>
            </a:r>
            <a:r>
              <a:rPr lang="en-US" dirty="0"/>
              <a:t> disk</a:t>
            </a:r>
            <a:endParaRPr lang="en-US" dirty="0"/>
          </a:p>
        </p:txBody>
      </p:sp>
      <p:sp>
        <p:nvSpPr>
          <p:cNvPr id="7" name="Content Placeholder 6"/>
          <p:cNvSpPr>
            <a:spLocks noGrp="1"/>
          </p:cNvSpPr>
          <p:nvPr>
            <p:ph idx="1"/>
          </p:nvPr>
        </p:nvSpPr>
        <p:spPr>
          <a:xfrm>
            <a:off x="838200" y="1243965"/>
            <a:ext cx="5234940" cy="4933315"/>
          </a:xfrm>
        </p:spPr>
        <p:txBody>
          <a:bodyPr>
            <a:normAutofit/>
          </a:bodyPr>
          <a:lstStyle/>
          <a:p>
            <a:r>
              <a:rPr lang="en-US" dirty="0"/>
              <a:t>As expected, generic </a:t>
            </a:r>
            <a:r>
              <a:rPr lang="en-US" dirty="0" err="1"/>
              <a:t>synsets</a:t>
            </a:r>
            <a:r>
              <a:rPr lang="en-US" dirty="0"/>
              <a:t> near disk center, specific near periphery</a:t>
            </a:r>
            <a:endParaRPr lang="en-US" dirty="0"/>
          </a:p>
          <a:p>
            <a:r>
              <a:rPr lang="en-US" dirty="0"/>
              <a:t>What do applications</a:t>
            </a:r>
            <a:br>
              <a:rPr lang="en-US" dirty="0"/>
            </a:br>
            <a:r>
              <a:rPr lang="en-US" dirty="0"/>
              <a:t>(e.g., QA) need?</a:t>
            </a:r>
            <a:endParaRPr lang="en-US" dirty="0"/>
          </a:p>
          <a:p>
            <a:pPr lvl="1"/>
            <a:r>
              <a:rPr lang="en-US" dirty="0"/>
              <a:t>“</a:t>
            </a:r>
            <a:r>
              <a:rPr lang="en-US" dirty="0">
                <a:effectLst>
                  <a:glow rad="139700">
                    <a:schemeClr val="accent1">
                      <a:satMod val="175000"/>
                      <a:alpha val="40000"/>
                    </a:schemeClr>
                  </a:glow>
                </a:effectLst>
              </a:rPr>
              <a:t>scientists</a:t>
            </a:r>
            <a:r>
              <a:rPr lang="en-US" dirty="0"/>
              <a:t> who </a:t>
            </a:r>
            <a:r>
              <a:rPr lang="en-US" dirty="0">
                <a:effectLst>
                  <a:glow rad="139700">
                    <a:schemeClr val="accent2">
                      <a:satMod val="175000"/>
                      <a:alpha val="40000"/>
                    </a:schemeClr>
                  </a:glow>
                </a:effectLst>
              </a:rPr>
              <a:t>played</a:t>
            </a:r>
            <a:r>
              <a:rPr lang="en-US" dirty="0"/>
              <a:t> </a:t>
            </a:r>
            <a:r>
              <a:rPr lang="en-US" dirty="0">
                <a:effectLst>
                  <a:glow rad="139700">
                    <a:schemeClr val="accent1">
                      <a:satMod val="175000"/>
                      <a:alpha val="40000"/>
                    </a:schemeClr>
                  </a:glow>
                </a:effectLst>
              </a:rPr>
              <a:t>musical instruments</a:t>
            </a:r>
            <a:r>
              <a:rPr lang="en-US" dirty="0"/>
              <a:t>”</a:t>
            </a:r>
            <a:endParaRPr lang="en-US" dirty="0"/>
          </a:p>
          <a:p>
            <a:pPr lvl="1"/>
            <a:r>
              <a:rPr lang="en-US" dirty="0"/>
              <a:t>“</a:t>
            </a:r>
            <a:r>
              <a:rPr lang="en-US" dirty="0">
                <a:effectLst>
                  <a:glow rad="139700">
                    <a:schemeClr val="accent1">
                      <a:satMod val="175000"/>
                      <a:alpha val="40000"/>
                    </a:schemeClr>
                  </a:glow>
                </a:effectLst>
              </a:rPr>
              <a:t>mammals</a:t>
            </a:r>
            <a:r>
              <a:rPr lang="en-US" dirty="0"/>
              <a:t> living in the desert”</a:t>
            </a:r>
            <a:endParaRPr lang="en-US" dirty="0"/>
          </a:p>
        </p:txBody>
      </p:sp>
      <p:pic>
        <p:nvPicPr>
          <p:cNvPr id="10" name="Picture 2" descr="Insight into Hierarchical Representations through Poincaré Embedding"/>
          <p:cNvPicPr>
            <a:picLocks noGrp="1" noChangeAspect="1" noChangeArrowheads="1"/>
          </p:cNvPicPr>
          <p:nvPr>
            <p:ph sz="half" idx="4294967295"/>
          </p:nvPr>
        </p:nvPicPr>
        <p:blipFill>
          <a:blip r:embed="rId1">
            <a:extLst>
              <a:ext uri="{28A0092B-C50C-407E-A947-70E740481C1C}">
                <a14:useLocalDpi xmlns:a14="http://schemas.microsoft.com/office/drawing/2010/main" val="0"/>
              </a:ext>
            </a:extLst>
          </a:blip>
          <a:srcRect/>
          <a:stretch>
            <a:fillRect/>
          </a:stretch>
        </p:blipFill>
        <p:spPr bwMode="auto">
          <a:xfrm>
            <a:off x="6415405" y="1210945"/>
            <a:ext cx="5776595" cy="56470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Toward </a:t>
            </a:r>
            <a:r>
              <a:rPr lang="en-US" dirty="0">
                <a:hlinkClick r:id="rId1"/>
              </a:rPr>
              <a:t>order embeddings</a:t>
            </a:r>
            <a:endParaRPr lang="en-US" dirty="0"/>
          </a:p>
        </p:txBody>
      </p:sp>
      <mc:AlternateContent xmlns:mc="http://schemas.openxmlformats.org/markup-compatibility/2006">
        <mc:Choice xmlns:a14="http://schemas.microsoft.com/office/drawing/2010/main" Requires="a14">
          <p:sp>
            <p:nvSpPr>
              <p:cNvPr id="6" name="Content Placeholder 5"/>
              <p:cNvSpPr>
                <a:spLocks noGrp="1"/>
              </p:cNvSpPr>
              <p:nvPr>
                <p:ph idx="1"/>
              </p:nvPr>
            </p:nvSpPr>
            <p:spPr/>
            <p:txBody>
              <a:bodyPr>
                <a:normAutofit/>
              </a:bodyPr>
              <a:lstStyle/>
              <a:p>
                <a:r>
                  <a:rPr lang="en-US" dirty="0"/>
                  <a:t>Computing Euclidean or hyperbolic distance between items not the only choice</a:t>
                </a:r>
                <a:endParaRPr lang="en-US" dirty="0"/>
              </a:p>
              <a:p>
                <a:r>
                  <a:rPr lang="en-US" dirty="0"/>
                  <a:t>Denote partial order by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r>
                  <a:rPr lang="en-US" dirty="0"/>
                  <a:t>” meaning </a:t>
                </a:r>
                <a14:m>
                  <m:oMath xmlns:m="http://schemas.openxmlformats.org/officeDocument/2006/math">
                    <m:r>
                      <a:rPr lang="en-US" i="1" dirty="0" smtClean="0">
                        <a:latin typeface="Cambria Math" panose="02040503050406030204" pitchFamily="18" charset="0"/>
                      </a:rPr>
                      <m:t>𝑥</m:t>
                    </m:r>
                  </m:oMath>
                </a14:m>
                <a:r>
                  <a:rPr lang="en-US" dirty="0"/>
                  <a:t> is a descendant of </a:t>
                </a:r>
                <a14:m>
                  <m:oMath xmlns:m="http://schemas.openxmlformats.org/officeDocument/2006/math">
                    <m:r>
                      <a:rPr lang="en-US" i="1" dirty="0" smtClean="0">
                        <a:latin typeface="Cambria Math" panose="02040503050406030204" pitchFamily="18" charset="0"/>
                      </a:rPr>
                      <m:t>𝑦</m:t>
                    </m:r>
                  </m:oMath>
                </a14:m>
                <a:endParaRPr lang="en-US" dirty="0"/>
              </a:p>
              <a:p>
                <a:r>
                  <a:rPr lang="en-US" dirty="0"/>
                  <a:t>In case of a tree, associate</a:t>
                </a:r>
                <a:br>
                  <a:rPr lang="en-US" dirty="0"/>
                </a:br>
                <a:r>
                  <a:rPr lang="en-US" dirty="0"/>
                  <a:t>with each item </a:t>
                </a:r>
                <a14:m>
                  <m:oMath xmlns:m="http://schemas.openxmlformats.org/officeDocument/2006/math">
                    <m:r>
                      <a:rPr lang="en-US" i="1" dirty="0" smtClean="0">
                        <a:latin typeface="Cambria Math" panose="02040503050406030204" pitchFamily="18" charset="0"/>
                      </a:rPr>
                      <m:t>𝑥</m:t>
                    </m:r>
                  </m:oMath>
                </a14:m>
                <a:r>
                  <a:rPr lang="en-US" dirty="0"/>
                  <a:t> the </a:t>
                </a:r>
                <a:r>
                  <a:rPr lang="en-US" dirty="0">
                    <a:effectLst>
                      <a:glow rad="139700">
                        <a:schemeClr val="accent4">
                          <a:satMod val="175000"/>
                          <a:alpha val="40000"/>
                        </a:schemeClr>
                      </a:glow>
                    </a:effectLst>
                  </a:rPr>
                  <a:t>in-order</a:t>
                </a:r>
                <a:br>
                  <a:rPr lang="en-US" dirty="0">
                    <a:effectLst>
                      <a:glow rad="139700">
                        <a:schemeClr val="accent4">
                          <a:satMod val="175000"/>
                          <a:alpha val="40000"/>
                        </a:schemeClr>
                      </a:glow>
                    </a:effectLst>
                  </a:rPr>
                </a:br>
                <a:r>
                  <a:rPr lang="en-US" dirty="0">
                    <a:effectLst>
                      <a:glow rad="139700">
                        <a:schemeClr val="accent4">
                          <a:satMod val="175000"/>
                          <a:alpha val="40000"/>
                        </a:schemeClr>
                      </a:glow>
                    </a:effectLst>
                  </a:rPr>
                  <a:t>traversal interval</a:t>
                </a:r>
                <a:r>
                  <a:rPr lang="en-US" dirty="0"/>
                  <a:t> </a:t>
                </a:r>
                <a14:m>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endParaRPr lang="en-US" dirty="0"/>
              </a:p>
              <a:p>
                <a:pPr lvl="1"/>
                <a14:m>
                  <m:oMath xmlns:m="http://schemas.openxmlformats.org/officeDocument/2006/math">
                    <m:r>
                      <a:rPr lang="en-US" b="0" i="1" smtClean="0">
                        <a:latin typeface="Cambria Math" panose="02040503050406030204" pitchFamily="18" charset="0"/>
                      </a:rPr>
                      <m:t>𝐼</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3</m:t>
                        </m:r>
                      </m:e>
                    </m:d>
                    <m:r>
                      <a:rPr lang="en-US" b="0" i="1" smtClean="0">
                        <a:latin typeface="Cambria Math" panose="02040503050406030204" pitchFamily="18" charset="0"/>
                      </a:rPr>
                      <m:t>, </m:t>
                    </m:r>
                    <m:r>
                      <a:rPr lang="en-US" b="0" i="1" smtClean="0">
                        <a:latin typeface="Cambria Math" panose="02040503050406030204" pitchFamily="18" charset="0"/>
                      </a:rPr>
                      <m:t>𝐼</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10</m:t>
                        </m:r>
                      </m:e>
                    </m:d>
                  </m:oMath>
                </a14:m>
                <a:r>
                  <a:rPr lang="en-US" b="0" i="1" dirty="0">
                    <a:latin typeface="Cambria Math" panose="02040503050406030204" pitchFamily="18" charset="0"/>
                  </a:rPr>
                  <a:t>,</a:t>
                </a:r>
                <a:br>
                  <a:rPr lang="en-US" b="0" i="1" dirty="0">
                    <a:latin typeface="Cambria Math" panose="02040503050406030204" pitchFamily="18" charset="0"/>
                  </a:rPr>
                </a:br>
                <a:r>
                  <a:rPr lang="en-US" b="0" i="1" dirty="0">
                    <a:latin typeface="Cambria Math" panose="02040503050406030204" pitchFamily="18" charset="0"/>
                  </a:rPr>
                  <a:t> </a:t>
                </a:r>
                <a14:m>
                  <m:oMath xmlns:m="http://schemas.openxmlformats.org/officeDocument/2006/math">
                    <m:r>
                      <a:rPr lang="en-US" b="0" i="1" smtClean="0">
                        <a:latin typeface="Cambria Math" panose="02040503050406030204" pitchFamily="18" charset="0"/>
                      </a:rPr>
                      <m:t>𝐼</m:t>
                    </m:r>
                    <m:d>
                      <m:dPr>
                        <m:ctrlPr>
                          <a:rPr lang="en-US" b="0" i="1" smtClean="0">
                            <a:latin typeface="Cambria Math" panose="02040503050406030204" pitchFamily="18" charset="0"/>
                          </a:rPr>
                        </m:ctrlPr>
                      </m:dPr>
                      <m:e>
                        <m:r>
                          <a:rPr lang="en-US" b="0" i="1" smtClean="0">
                            <a:latin typeface="Cambria Math" panose="02040503050406030204" pitchFamily="18" charset="0"/>
                          </a:rPr>
                          <m:t>𝐷</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5</m:t>
                        </m:r>
                        <m:r>
                          <a:rPr lang="en-US" b="0" i="1" smtClean="0">
                            <a:latin typeface="Cambria Math" panose="02040503050406030204" pitchFamily="18" charset="0"/>
                          </a:rPr>
                          <m:t>,</m:t>
                        </m:r>
                        <m:r>
                          <a:rPr lang="en-US" b="0" i="1" smtClean="0">
                            <a:latin typeface="Cambria Math" panose="02040503050406030204" pitchFamily="18" charset="0"/>
                          </a:rPr>
                          <m:t>6</m:t>
                        </m:r>
                      </m:e>
                    </m:d>
                  </m:oMath>
                </a14:m>
                <a:endParaRPr lang="en-US" b="0" i="1"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𝐼</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𝐼</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endParaRPr lang="en-US" dirty="0"/>
              </a:p>
            </p:txBody>
          </p:sp>
        </mc:Choice>
        <mc:Fallback>
          <p:sp>
            <p:nvSpPr>
              <p:cNvPr id="6" name="Content Placeholder 5"/>
              <p:cNvSpPr>
                <a:spLocks noRot="1" noChangeAspect="1" noMove="1" noResize="1" noEditPoints="1" noAdjustHandles="1" noChangeArrowheads="1" noChangeShapeType="1" noTextEdit="1"/>
              </p:cNvSpPr>
              <p:nvPr>
                <p:ph idx="1"/>
              </p:nvPr>
            </p:nvSpPr>
            <p:spPr>
              <a:blipFill rotWithShape="1">
                <a:blip r:embed="rId2"/>
                <a:stretch>
                  <a:fillRect t="-8" b="6"/>
                </a:stretch>
              </a:blipFill>
            </p:spPr>
            <p:txBody>
              <a:bodyPr/>
              <a:lstStyle/>
              <a:p>
                <a:r>
                  <a:rPr lang="en-US" altLang="en-US">
                    <a:noFill/>
                  </a:rPr>
                  <a:t> </a:t>
                </a:r>
              </a:p>
            </p:txBody>
          </p:sp>
        </mc:Fallback>
      </mc:AlternateContent>
      <p:sp>
        <p:nvSpPr>
          <p:cNvPr id="7" name="Oval 6"/>
          <p:cNvSpPr/>
          <p:nvPr/>
        </p:nvSpPr>
        <p:spPr>
          <a:xfrm>
            <a:off x="9129373" y="2899949"/>
            <a:ext cx="438912" cy="4242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endParaRPr lang="en-US" dirty="0"/>
          </a:p>
        </p:txBody>
      </p:sp>
      <p:sp>
        <p:nvSpPr>
          <p:cNvPr id="8" name="Oval 7"/>
          <p:cNvSpPr/>
          <p:nvPr/>
        </p:nvSpPr>
        <p:spPr>
          <a:xfrm>
            <a:off x="8001612" y="3864338"/>
            <a:ext cx="438912" cy="4242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endParaRPr lang="en-US" dirty="0"/>
          </a:p>
        </p:txBody>
      </p:sp>
      <p:sp>
        <p:nvSpPr>
          <p:cNvPr id="9" name="Oval 8"/>
          <p:cNvSpPr/>
          <p:nvPr/>
        </p:nvSpPr>
        <p:spPr>
          <a:xfrm>
            <a:off x="10370518" y="3885068"/>
            <a:ext cx="438912" cy="4242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endParaRPr lang="en-US" dirty="0"/>
          </a:p>
        </p:txBody>
      </p:sp>
      <p:sp>
        <p:nvSpPr>
          <p:cNvPr id="10" name="Oval 9"/>
          <p:cNvSpPr/>
          <p:nvPr/>
        </p:nvSpPr>
        <p:spPr>
          <a:xfrm>
            <a:off x="9191560" y="4871399"/>
            <a:ext cx="438912" cy="4242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endParaRPr lang="en-US" dirty="0"/>
          </a:p>
        </p:txBody>
      </p:sp>
      <p:sp>
        <p:nvSpPr>
          <p:cNvPr id="11" name="Oval 10"/>
          <p:cNvSpPr/>
          <p:nvPr/>
        </p:nvSpPr>
        <p:spPr>
          <a:xfrm>
            <a:off x="10909411" y="4899444"/>
            <a:ext cx="438912" cy="4242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US" dirty="0"/>
          </a:p>
        </p:txBody>
      </p:sp>
      <p:cxnSp>
        <p:nvCxnSpPr>
          <p:cNvPr id="13" name="Straight Connector 12"/>
          <p:cNvCxnSpPr>
            <a:stCxn id="7" idx="3"/>
            <a:endCxn id="8" idx="7"/>
          </p:cNvCxnSpPr>
          <p:nvPr/>
        </p:nvCxnSpPr>
        <p:spPr>
          <a:xfrm flipH="1">
            <a:off x="8376247" y="3262095"/>
            <a:ext cx="817403" cy="66437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7" idx="5"/>
            <a:endCxn id="9" idx="1"/>
          </p:cNvCxnSpPr>
          <p:nvPr/>
        </p:nvCxnSpPr>
        <p:spPr>
          <a:xfrm>
            <a:off x="9504008" y="3262095"/>
            <a:ext cx="930787" cy="685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9" idx="3"/>
            <a:endCxn id="10" idx="0"/>
          </p:cNvCxnSpPr>
          <p:nvPr/>
        </p:nvCxnSpPr>
        <p:spPr>
          <a:xfrm flipH="1">
            <a:off x="9411016" y="4247214"/>
            <a:ext cx="1023779" cy="62418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9" idx="5"/>
            <a:endCxn id="11" idx="0"/>
          </p:cNvCxnSpPr>
          <p:nvPr/>
        </p:nvCxnSpPr>
        <p:spPr>
          <a:xfrm>
            <a:off x="10745153" y="4247214"/>
            <a:ext cx="383714" cy="65223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1" name="TextBox 20"/>
              <p:cNvSpPr txBox="1"/>
              <p:nvPr/>
            </p:nvSpPr>
            <p:spPr>
              <a:xfrm>
                <a:off x="8449065" y="2841432"/>
                <a:ext cx="721360" cy="52197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1</m:t>
                      </m:r>
                    </m:oMath>
                  </m:oMathPara>
                </a14:m>
                <a:endParaRPr lang="en-US" sz="2800" b="0" dirty="0"/>
              </a:p>
            </p:txBody>
          </p:sp>
        </mc:Choice>
        <mc:Fallback>
          <p:sp>
            <p:nvSpPr>
              <p:cNvPr id="21" name="TextBox 20"/>
              <p:cNvSpPr txBox="1">
                <a:spLocks noRot="1" noChangeAspect="1" noMove="1" noResize="1" noEditPoints="1" noAdjustHandles="1" noChangeArrowheads="1" noChangeShapeType="1" noTextEdit="1"/>
              </p:cNvSpPr>
              <p:nvPr/>
            </p:nvSpPr>
            <p:spPr>
              <a:xfrm>
                <a:off x="8449065" y="2841432"/>
                <a:ext cx="721360" cy="521970"/>
              </a:xfrm>
              <a:prstGeom prst="rect">
                <a:avLst/>
              </a:prstGeom>
              <a:blipFill rotWithShape="1">
                <a:blip r:embed="rId3"/>
                <a:stretch>
                  <a:fillRect l="-54" t="-85" r="54" b="85"/>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2" name="TextBox 21"/>
              <p:cNvSpPr txBox="1"/>
              <p:nvPr/>
            </p:nvSpPr>
            <p:spPr>
              <a:xfrm>
                <a:off x="7226209" y="3842393"/>
                <a:ext cx="721360" cy="52197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2</m:t>
                      </m:r>
                    </m:oMath>
                  </m:oMathPara>
                </a14:m>
                <a:endParaRPr lang="en-US" sz="2800" b="0" dirty="0"/>
              </a:p>
            </p:txBody>
          </p:sp>
        </mc:Choice>
        <mc:Fallback>
          <p:sp>
            <p:nvSpPr>
              <p:cNvPr id="22" name="TextBox 21"/>
              <p:cNvSpPr txBox="1">
                <a:spLocks noRot="1" noChangeAspect="1" noMove="1" noResize="1" noEditPoints="1" noAdjustHandles="1" noChangeArrowheads="1" noChangeShapeType="1" noTextEdit="1"/>
              </p:cNvSpPr>
              <p:nvPr/>
            </p:nvSpPr>
            <p:spPr>
              <a:xfrm>
                <a:off x="7226209" y="3842393"/>
                <a:ext cx="721360" cy="521970"/>
              </a:xfrm>
              <a:prstGeom prst="rect">
                <a:avLst/>
              </a:prstGeom>
              <a:blipFill rotWithShape="1">
                <a:blip r:embed="rId4"/>
                <a:stretch>
                  <a:fillRect l="-75" t="-2" r="75" b="2"/>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3" name="TextBox 22"/>
              <p:cNvSpPr txBox="1"/>
              <p:nvPr/>
            </p:nvSpPr>
            <p:spPr>
              <a:xfrm>
                <a:off x="8373472" y="3848493"/>
                <a:ext cx="721360" cy="52197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3</m:t>
                      </m:r>
                    </m:oMath>
                  </m:oMathPara>
                </a14:m>
                <a:endParaRPr lang="en-US" sz="2800" b="0" dirty="0"/>
              </a:p>
            </p:txBody>
          </p:sp>
        </mc:Choice>
        <mc:Fallback>
          <p:sp>
            <p:nvSpPr>
              <p:cNvPr id="23" name="TextBox 22"/>
              <p:cNvSpPr txBox="1">
                <a:spLocks noRot="1" noChangeAspect="1" noMove="1" noResize="1" noEditPoints="1" noAdjustHandles="1" noChangeArrowheads="1" noChangeShapeType="1" noTextEdit="1"/>
              </p:cNvSpPr>
              <p:nvPr/>
            </p:nvSpPr>
            <p:spPr>
              <a:xfrm>
                <a:off x="8373472" y="3848493"/>
                <a:ext cx="721360" cy="521970"/>
              </a:xfrm>
              <a:prstGeom prst="rect">
                <a:avLst/>
              </a:prstGeom>
              <a:blipFill rotWithShape="1">
                <a:blip r:embed="rId5"/>
                <a:stretch>
                  <a:fillRect l="-50" t="-75" r="50" b="75"/>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4" name="TextBox 23"/>
              <p:cNvSpPr txBox="1"/>
              <p:nvPr/>
            </p:nvSpPr>
            <p:spPr>
              <a:xfrm>
                <a:off x="9609743" y="3848490"/>
                <a:ext cx="721360" cy="52197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4</m:t>
                      </m:r>
                    </m:oMath>
                  </m:oMathPara>
                </a14:m>
                <a:endParaRPr lang="en-US" sz="2800" b="0" dirty="0"/>
              </a:p>
            </p:txBody>
          </p:sp>
        </mc:Choice>
        <mc:Fallback>
          <p:sp>
            <p:nvSpPr>
              <p:cNvPr id="24" name="TextBox 23"/>
              <p:cNvSpPr txBox="1">
                <a:spLocks noRot="1" noChangeAspect="1" noMove="1" noResize="1" noEditPoints="1" noAdjustHandles="1" noChangeArrowheads="1" noChangeShapeType="1" noTextEdit="1"/>
              </p:cNvSpPr>
              <p:nvPr/>
            </p:nvSpPr>
            <p:spPr>
              <a:xfrm>
                <a:off x="9609743" y="3848490"/>
                <a:ext cx="721360" cy="521970"/>
              </a:xfrm>
              <a:prstGeom prst="rect">
                <a:avLst/>
              </a:prstGeom>
              <a:blipFill rotWithShape="1">
                <a:blip r:embed="rId6"/>
                <a:stretch>
                  <a:fillRect l="-40" t="-75" r="40" b="75"/>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5" name="TextBox 24"/>
              <p:cNvSpPr txBox="1"/>
              <p:nvPr/>
            </p:nvSpPr>
            <p:spPr>
              <a:xfrm>
                <a:off x="8474671" y="4827503"/>
                <a:ext cx="721360" cy="52197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5</m:t>
                      </m:r>
                    </m:oMath>
                  </m:oMathPara>
                </a14:m>
                <a:endParaRPr lang="en-US" sz="2800" b="0" dirty="0"/>
              </a:p>
            </p:txBody>
          </p:sp>
        </mc:Choice>
        <mc:Fallback>
          <p:sp>
            <p:nvSpPr>
              <p:cNvPr id="25" name="TextBox 24"/>
              <p:cNvSpPr txBox="1">
                <a:spLocks noRot="1" noChangeAspect="1" noMove="1" noResize="1" noEditPoints="1" noAdjustHandles="1" noChangeArrowheads="1" noChangeShapeType="1" noTextEdit="1"/>
              </p:cNvSpPr>
              <p:nvPr/>
            </p:nvSpPr>
            <p:spPr>
              <a:xfrm>
                <a:off x="8474671" y="4827503"/>
                <a:ext cx="721360" cy="521970"/>
              </a:xfrm>
              <a:prstGeom prst="rect">
                <a:avLst/>
              </a:prstGeom>
              <a:blipFill rotWithShape="1">
                <a:blip r:embed="rId7"/>
                <a:stretch>
                  <a:fillRect l="-83" t="-45" r="83" b="45"/>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6" name="TextBox 25"/>
              <p:cNvSpPr txBox="1"/>
              <p:nvPr/>
            </p:nvSpPr>
            <p:spPr>
              <a:xfrm>
                <a:off x="9563416" y="4840918"/>
                <a:ext cx="721360" cy="52197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6</m:t>
                      </m:r>
                    </m:oMath>
                  </m:oMathPara>
                </a14:m>
                <a:endParaRPr lang="en-US" sz="2800" b="0" dirty="0"/>
              </a:p>
            </p:txBody>
          </p:sp>
        </mc:Choice>
        <mc:Fallback>
          <p:sp>
            <p:nvSpPr>
              <p:cNvPr id="26" name="TextBox 25"/>
              <p:cNvSpPr txBox="1">
                <a:spLocks noRot="1" noChangeAspect="1" noMove="1" noResize="1" noEditPoints="1" noAdjustHandles="1" noChangeArrowheads="1" noChangeShapeType="1" noTextEdit="1"/>
              </p:cNvSpPr>
              <p:nvPr/>
            </p:nvSpPr>
            <p:spPr>
              <a:xfrm>
                <a:off x="9563416" y="4840918"/>
                <a:ext cx="721360" cy="521970"/>
              </a:xfrm>
              <a:prstGeom prst="rect">
                <a:avLst/>
              </a:prstGeom>
              <a:blipFill rotWithShape="1">
                <a:blip r:embed="rId8"/>
                <a:stretch>
                  <a:fillRect l="-44" t="-60" r="44" b="60"/>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7" name="TextBox 26"/>
              <p:cNvSpPr txBox="1"/>
              <p:nvPr/>
            </p:nvSpPr>
            <p:spPr>
              <a:xfrm>
                <a:off x="10259575" y="4849448"/>
                <a:ext cx="721360" cy="52197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7</m:t>
                      </m:r>
                    </m:oMath>
                  </m:oMathPara>
                </a14:m>
                <a:endParaRPr lang="en-US" sz="2800" b="0" dirty="0"/>
              </a:p>
            </p:txBody>
          </p:sp>
        </mc:Choice>
        <mc:Fallback>
          <p:sp>
            <p:nvSpPr>
              <p:cNvPr id="27" name="TextBox 26"/>
              <p:cNvSpPr txBox="1">
                <a:spLocks noRot="1" noChangeAspect="1" noMove="1" noResize="1" noEditPoints="1" noAdjustHandles="1" noChangeArrowheads="1" noChangeShapeType="1" noTextEdit="1"/>
              </p:cNvSpPr>
              <p:nvPr/>
            </p:nvSpPr>
            <p:spPr>
              <a:xfrm>
                <a:off x="10259575" y="4849448"/>
                <a:ext cx="721360" cy="521970"/>
              </a:xfrm>
              <a:prstGeom prst="rect">
                <a:avLst/>
              </a:prstGeom>
              <a:blipFill rotWithShape="1">
                <a:blip r:embed="rId9"/>
                <a:stretch>
                  <a:fillRect l="-71" t="-113" r="71" b="113"/>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8" name="TextBox 27"/>
              <p:cNvSpPr txBox="1"/>
              <p:nvPr/>
            </p:nvSpPr>
            <p:spPr>
              <a:xfrm>
                <a:off x="11259322" y="4854328"/>
                <a:ext cx="721360" cy="52197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8</m:t>
                      </m:r>
                    </m:oMath>
                  </m:oMathPara>
                </a14:m>
                <a:endParaRPr lang="en-US" sz="2800" b="0" dirty="0"/>
              </a:p>
            </p:txBody>
          </p:sp>
        </mc:Choice>
        <mc:Fallback>
          <p:sp>
            <p:nvSpPr>
              <p:cNvPr id="28" name="TextBox 27"/>
              <p:cNvSpPr txBox="1">
                <a:spLocks noRot="1" noChangeAspect="1" noMove="1" noResize="1" noEditPoints="1" noAdjustHandles="1" noChangeArrowheads="1" noChangeShapeType="1" noTextEdit="1"/>
              </p:cNvSpPr>
              <p:nvPr/>
            </p:nvSpPr>
            <p:spPr>
              <a:xfrm>
                <a:off x="11259322" y="4854328"/>
                <a:ext cx="721360" cy="521970"/>
              </a:xfrm>
              <a:prstGeom prst="rect">
                <a:avLst/>
              </a:prstGeom>
              <a:blipFill rotWithShape="1">
                <a:blip r:embed="rId10"/>
                <a:stretch>
                  <a:fillRect l="-19" t="-74" r="19" b="74"/>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9" name="TextBox 28"/>
              <p:cNvSpPr txBox="1"/>
              <p:nvPr/>
            </p:nvSpPr>
            <p:spPr>
              <a:xfrm>
                <a:off x="10760677" y="3843617"/>
                <a:ext cx="721360" cy="52197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9</m:t>
                      </m:r>
                    </m:oMath>
                  </m:oMathPara>
                </a14:m>
                <a:endParaRPr lang="en-US" sz="2800" b="0" dirty="0"/>
              </a:p>
            </p:txBody>
          </p:sp>
        </mc:Choice>
        <mc:Fallback>
          <p:sp>
            <p:nvSpPr>
              <p:cNvPr id="29" name="TextBox 28"/>
              <p:cNvSpPr txBox="1">
                <a:spLocks noRot="1" noChangeAspect="1" noMove="1" noResize="1" noEditPoints="1" noAdjustHandles="1" noChangeArrowheads="1" noChangeShapeType="1" noTextEdit="1"/>
              </p:cNvSpPr>
              <p:nvPr/>
            </p:nvSpPr>
            <p:spPr>
              <a:xfrm>
                <a:off x="10760677" y="3843617"/>
                <a:ext cx="721360" cy="521970"/>
              </a:xfrm>
              <a:prstGeom prst="rect">
                <a:avLst/>
              </a:prstGeom>
              <a:blipFill rotWithShape="1">
                <a:blip r:embed="rId11"/>
                <a:stretch>
                  <a:fillRect l="-83" t="-114" r="83" b="114"/>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0" name="TextBox 29"/>
              <p:cNvSpPr txBox="1"/>
              <p:nvPr/>
            </p:nvSpPr>
            <p:spPr>
              <a:xfrm>
                <a:off x="9523189" y="2854850"/>
                <a:ext cx="935990" cy="52197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10</m:t>
                      </m:r>
                    </m:oMath>
                  </m:oMathPara>
                </a14:m>
                <a:endParaRPr lang="en-US" sz="2800" b="0" dirty="0"/>
              </a:p>
            </p:txBody>
          </p:sp>
        </mc:Choice>
        <mc:Fallback>
          <p:sp>
            <p:nvSpPr>
              <p:cNvPr id="30" name="TextBox 29"/>
              <p:cNvSpPr txBox="1">
                <a:spLocks noRot="1" noChangeAspect="1" noMove="1" noResize="1" noEditPoints="1" noAdjustHandles="1" noChangeArrowheads="1" noChangeShapeType="1" noTextEdit="1"/>
              </p:cNvSpPr>
              <p:nvPr/>
            </p:nvSpPr>
            <p:spPr>
              <a:xfrm>
                <a:off x="9523189" y="2854850"/>
                <a:ext cx="935990" cy="521970"/>
              </a:xfrm>
              <a:prstGeom prst="rect">
                <a:avLst/>
              </a:prstGeom>
              <a:blipFill rotWithShape="1">
                <a:blip r:embed="rId12"/>
                <a:stretch>
                  <a:fillRect l="-10" t="-101" r="10" b="101"/>
                </a:stretch>
              </a:blipFill>
            </p:spPr>
            <p:txBody>
              <a:bodyPr/>
              <a:lstStyle/>
              <a:p>
                <a:r>
                  <a:rPr lang="en-US" altLang="en-US">
                    <a:noFill/>
                  </a:rPr>
                  <a:t> </a:t>
                </a:r>
              </a:p>
            </p:txBody>
          </p:sp>
        </mc:Fallback>
      </mc:AlternateContent>
      <p:sp>
        <p:nvSpPr>
          <p:cNvPr id="31" name="TextBox 30"/>
          <p:cNvSpPr txBox="1"/>
          <p:nvPr/>
        </p:nvSpPr>
        <p:spPr>
          <a:xfrm>
            <a:off x="6601105" y="5474788"/>
            <a:ext cx="5580831" cy="1383665"/>
          </a:xfrm>
          <a:prstGeom prst="rect">
            <a:avLst/>
          </a:prstGeom>
          <a:solidFill>
            <a:schemeClr val="accent4">
              <a:lumMod val="20000"/>
              <a:lumOff val="80000"/>
            </a:schemeClr>
          </a:solidFill>
        </p:spPr>
        <p:txBody>
          <a:bodyPr wrap="square" rtlCol="0">
            <a:spAutoFit/>
          </a:bodyPr>
          <a:lstStyle/>
          <a:p>
            <a:pPr algn="r"/>
            <a:r>
              <a:rPr lang="en-US" sz="2800" dirty="0"/>
              <a:t>Nodes of a tree can be embedded in one dimension to answer ancestor- descendant queries in constant time.</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22"/>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1000"/>
                                  </p:stCondLst>
                                  <p:childTnLst>
                                    <p:set>
                                      <p:cBhvr>
                                        <p:cTn id="12" dur="1" fill="hold">
                                          <p:stCondLst>
                                            <p:cond delay="0"/>
                                          </p:stCondLst>
                                        </p:cTn>
                                        <p:tgtEl>
                                          <p:spTgt spid="23"/>
                                        </p:tgtEl>
                                        <p:attrNameLst>
                                          <p:attrName>style.visibility</p:attrName>
                                        </p:attrNameLst>
                                      </p:cBhvr>
                                      <p:to>
                                        <p:strVal val="visible"/>
                                      </p:to>
                                    </p:set>
                                  </p:childTnLst>
                                </p:cTn>
                              </p:par>
                            </p:childTnLst>
                          </p:cTn>
                        </p:par>
                        <p:par>
                          <p:cTn id="13" fill="hold">
                            <p:stCondLst>
                              <p:cond delay="2000"/>
                            </p:stCondLst>
                            <p:childTnLst>
                              <p:par>
                                <p:cTn id="14" presetID="1" presetClass="entr" presetSubtype="0" fill="hold" grpId="0" nodeType="afterEffect">
                                  <p:stCondLst>
                                    <p:cond delay="1000"/>
                                  </p:stCondLst>
                                  <p:childTnLst>
                                    <p:set>
                                      <p:cBhvr>
                                        <p:cTn id="15" dur="1" fill="hold">
                                          <p:stCondLst>
                                            <p:cond delay="0"/>
                                          </p:stCondLst>
                                        </p:cTn>
                                        <p:tgtEl>
                                          <p:spTgt spid="24"/>
                                        </p:tgtEl>
                                        <p:attrNameLst>
                                          <p:attrName>style.visibility</p:attrName>
                                        </p:attrNameLst>
                                      </p:cBhvr>
                                      <p:to>
                                        <p:strVal val="visible"/>
                                      </p:to>
                                    </p:set>
                                  </p:childTnLst>
                                </p:cTn>
                              </p:par>
                            </p:childTnLst>
                          </p:cTn>
                        </p:par>
                        <p:par>
                          <p:cTn id="16" fill="hold">
                            <p:stCondLst>
                              <p:cond delay="3000"/>
                            </p:stCondLst>
                            <p:childTnLst>
                              <p:par>
                                <p:cTn id="17" presetID="1" presetClass="entr" presetSubtype="0" fill="hold" grpId="0" nodeType="afterEffect">
                                  <p:stCondLst>
                                    <p:cond delay="1000"/>
                                  </p:stCondLst>
                                  <p:childTnLst>
                                    <p:set>
                                      <p:cBhvr>
                                        <p:cTn id="18" dur="1" fill="hold">
                                          <p:stCondLst>
                                            <p:cond delay="0"/>
                                          </p:stCondLst>
                                        </p:cTn>
                                        <p:tgtEl>
                                          <p:spTgt spid="25"/>
                                        </p:tgtEl>
                                        <p:attrNameLst>
                                          <p:attrName>style.visibility</p:attrName>
                                        </p:attrNameLst>
                                      </p:cBhvr>
                                      <p:to>
                                        <p:strVal val="visible"/>
                                      </p:to>
                                    </p:set>
                                  </p:childTnLst>
                                </p:cTn>
                              </p:par>
                            </p:childTnLst>
                          </p:cTn>
                        </p:par>
                        <p:par>
                          <p:cTn id="19" fill="hold">
                            <p:stCondLst>
                              <p:cond delay="4000"/>
                            </p:stCondLst>
                            <p:childTnLst>
                              <p:par>
                                <p:cTn id="20" presetID="1" presetClass="entr" presetSubtype="0" fill="hold" grpId="0" nodeType="afterEffect">
                                  <p:stCondLst>
                                    <p:cond delay="1000"/>
                                  </p:stCondLst>
                                  <p:childTnLst>
                                    <p:set>
                                      <p:cBhvr>
                                        <p:cTn id="21" dur="1" fill="hold">
                                          <p:stCondLst>
                                            <p:cond delay="0"/>
                                          </p:stCondLst>
                                        </p:cTn>
                                        <p:tgtEl>
                                          <p:spTgt spid="26"/>
                                        </p:tgtEl>
                                        <p:attrNameLst>
                                          <p:attrName>style.visibility</p:attrName>
                                        </p:attrNameLst>
                                      </p:cBhvr>
                                      <p:to>
                                        <p:strVal val="visible"/>
                                      </p:to>
                                    </p:set>
                                  </p:childTnLst>
                                </p:cTn>
                              </p:par>
                            </p:childTnLst>
                          </p:cTn>
                        </p:par>
                        <p:par>
                          <p:cTn id="22" fill="hold">
                            <p:stCondLst>
                              <p:cond delay="5000"/>
                            </p:stCondLst>
                            <p:childTnLst>
                              <p:par>
                                <p:cTn id="23" presetID="1" presetClass="entr" presetSubtype="0" fill="hold" grpId="0" nodeType="afterEffect">
                                  <p:stCondLst>
                                    <p:cond delay="1000"/>
                                  </p:stCondLst>
                                  <p:childTnLst>
                                    <p:set>
                                      <p:cBhvr>
                                        <p:cTn id="24" dur="1" fill="hold">
                                          <p:stCondLst>
                                            <p:cond delay="0"/>
                                          </p:stCondLst>
                                        </p:cTn>
                                        <p:tgtEl>
                                          <p:spTgt spid="27"/>
                                        </p:tgtEl>
                                        <p:attrNameLst>
                                          <p:attrName>style.visibility</p:attrName>
                                        </p:attrNameLst>
                                      </p:cBhvr>
                                      <p:to>
                                        <p:strVal val="visible"/>
                                      </p:to>
                                    </p:set>
                                  </p:childTnLst>
                                </p:cTn>
                              </p:par>
                            </p:childTnLst>
                          </p:cTn>
                        </p:par>
                        <p:par>
                          <p:cTn id="25" fill="hold">
                            <p:stCondLst>
                              <p:cond delay="6000"/>
                            </p:stCondLst>
                            <p:childTnLst>
                              <p:par>
                                <p:cTn id="26" presetID="1" presetClass="entr" presetSubtype="0" fill="hold" grpId="0" nodeType="afterEffect">
                                  <p:stCondLst>
                                    <p:cond delay="1000"/>
                                  </p:stCondLst>
                                  <p:childTnLst>
                                    <p:set>
                                      <p:cBhvr>
                                        <p:cTn id="27" dur="1" fill="hold">
                                          <p:stCondLst>
                                            <p:cond delay="0"/>
                                          </p:stCondLst>
                                        </p:cTn>
                                        <p:tgtEl>
                                          <p:spTgt spid="28"/>
                                        </p:tgtEl>
                                        <p:attrNameLst>
                                          <p:attrName>style.visibility</p:attrName>
                                        </p:attrNameLst>
                                      </p:cBhvr>
                                      <p:to>
                                        <p:strVal val="visible"/>
                                      </p:to>
                                    </p:set>
                                  </p:childTnLst>
                                </p:cTn>
                              </p:par>
                            </p:childTnLst>
                          </p:cTn>
                        </p:par>
                        <p:par>
                          <p:cTn id="28" fill="hold">
                            <p:stCondLst>
                              <p:cond delay="7000"/>
                            </p:stCondLst>
                            <p:childTnLst>
                              <p:par>
                                <p:cTn id="29" presetID="1" presetClass="entr" presetSubtype="0" fill="hold" grpId="0" nodeType="afterEffect">
                                  <p:stCondLst>
                                    <p:cond delay="1000"/>
                                  </p:stCondLst>
                                  <p:childTnLst>
                                    <p:set>
                                      <p:cBhvr>
                                        <p:cTn id="30" dur="1" fill="hold">
                                          <p:stCondLst>
                                            <p:cond delay="0"/>
                                          </p:stCondLst>
                                        </p:cTn>
                                        <p:tgtEl>
                                          <p:spTgt spid="29"/>
                                        </p:tgtEl>
                                        <p:attrNameLst>
                                          <p:attrName>style.visibility</p:attrName>
                                        </p:attrNameLst>
                                      </p:cBhvr>
                                      <p:to>
                                        <p:strVal val="visible"/>
                                      </p:to>
                                    </p:set>
                                  </p:childTnLst>
                                </p:cTn>
                              </p:par>
                            </p:childTnLst>
                          </p:cTn>
                        </p:par>
                        <p:par>
                          <p:cTn id="31" fill="hold">
                            <p:stCondLst>
                              <p:cond delay="8000"/>
                            </p:stCondLst>
                            <p:childTnLst>
                              <p:par>
                                <p:cTn id="32" presetID="1" presetClass="entr" presetSubtype="0" fill="hold" grpId="0" nodeType="afterEffect">
                                  <p:stCondLst>
                                    <p:cond delay="1000"/>
                                  </p:stCondLst>
                                  <p:childTnLst>
                                    <p:set>
                                      <p:cBhvr>
                                        <p:cTn id="33" dur="1" fill="hold">
                                          <p:stCondLst>
                                            <p:cond delay="0"/>
                                          </p:stCondLst>
                                        </p:cTn>
                                        <p:tgtEl>
                                          <p:spTgt spid="3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5" grpId="0"/>
      <p:bldP spid="26" grpId="0"/>
      <p:bldP spid="27" grpId="0"/>
      <p:bldP spid="28" grpId="0"/>
      <p:bldP spid="29" grpId="0"/>
      <p:bldP spid="30" grpId="0"/>
      <p:bldP spid="31"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Apex of axis-aligned open cones</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a:xfrm>
                <a:off x="838200" y="1243965"/>
                <a:ext cx="7203440" cy="4933315"/>
              </a:xfrm>
            </p:spPr>
            <p:txBody>
              <a:bodyPr>
                <a:normAutofit lnSpcReduction="10000"/>
              </a:bodyPr>
              <a:lstStyle/>
              <a:p>
                <a:pPr>
                  <a:lnSpc>
                    <a:spcPct val="100000"/>
                  </a:lnSpc>
                </a:pPr>
                <a:r>
                  <a:rPr lang="en-US" dirty="0"/>
                  <a:t>Item </a:t>
                </a:r>
                <a14:m>
                  <m:oMath xmlns:m="http://schemas.openxmlformats.org/officeDocument/2006/math">
                    <m:r>
                      <a:rPr lang="en-US" i="1" dirty="0" smtClean="0">
                        <a:latin typeface="Cambria Math" panose="02040503050406030204" pitchFamily="18" charset="0"/>
                      </a:rPr>
                      <m:t>𝑥</m:t>
                    </m:r>
                  </m:oMath>
                </a14:m>
                <a:r>
                  <a:rPr lang="en-US" dirty="0"/>
                  <a:t> represented by </a:t>
                </a:r>
                <a14:m>
                  <m:oMath xmlns:m="http://schemas.openxmlformats.org/officeDocument/2006/math">
                    <m:sSub>
                      <m:sSubPr>
                        <m:ctrlPr>
                          <a:rPr lang="en-US" i="1" dirty="0" smtClean="0">
                            <a:latin typeface="Cambria Math" panose="02040503050406030204" pitchFamily="18" charset="0"/>
                          </a:rPr>
                        </m:ctrlPr>
                      </m:sSubPr>
                      <m:e>
                        <m:r>
                          <a:rPr lang="en-US" b="1" i="1" dirty="0" smtClean="0">
                            <a:latin typeface="Cambria Math" panose="02040503050406030204" pitchFamily="18" charset="0"/>
                          </a:rPr>
                          <m:t>𝒖</m:t>
                        </m:r>
                      </m:e>
                      <m:sub>
                        <m:r>
                          <a:rPr lang="en-US" i="1" dirty="0" smtClean="0">
                            <a:latin typeface="Cambria Math" panose="02040503050406030204" pitchFamily="18" charset="0"/>
                          </a:rPr>
                          <m:t>𝑥</m:t>
                        </m:r>
                      </m:sub>
                    </m:sSub>
                    <m:r>
                      <a:rPr lang="en-US" b="0" i="1" dirty="0" smtClean="0">
                        <a:latin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ℝ</m:t>
                        </m:r>
                      </m:e>
                      <m:sup>
                        <m:r>
                          <a:rPr lang="en-US" b="0" i="1" dirty="0" smtClean="0">
                            <a:latin typeface="Cambria Math" panose="02040503050406030204" pitchFamily="18" charset="0"/>
                            <a:ea typeface="Cambria Math" panose="02040503050406030204" pitchFamily="18" charset="0"/>
                          </a:rPr>
                          <m:t>𝐷</m:t>
                        </m:r>
                      </m:sup>
                    </m:sSup>
                  </m:oMath>
                </a14:m>
                <a:endParaRPr lang="en-US" dirty="0"/>
              </a:p>
              <a:p>
                <a:pPr>
                  <a:lnSpc>
                    <a:spcPct val="100000"/>
                  </a:lnSpc>
                </a:pPr>
                <a14:m>
                  <m:oMath xmlns:m="http://schemas.openxmlformats.org/officeDocument/2006/math">
                    <m:sSub>
                      <m:sSubPr>
                        <m:ctrlPr>
                          <a:rPr lang="en-US" i="1" dirty="0">
                            <a:latin typeface="Cambria Math" panose="02040503050406030204" pitchFamily="18" charset="0"/>
                          </a:rPr>
                        </m:ctrlPr>
                      </m:sSubPr>
                      <m:e>
                        <m:r>
                          <a:rPr lang="en-US" b="1" i="1" dirty="0" smtClean="0">
                            <a:latin typeface="Cambria Math" panose="02040503050406030204" pitchFamily="18" charset="0"/>
                          </a:rPr>
                          <m:t>𝒖</m:t>
                        </m:r>
                      </m:e>
                      <m:sub>
                        <m:r>
                          <a:rPr lang="en-US" i="1" dirty="0">
                            <a:latin typeface="Cambria Math" panose="02040503050406030204" pitchFamily="18" charset="0"/>
                          </a:rPr>
                          <m:t>𝑥</m:t>
                        </m:r>
                      </m:sub>
                    </m:sSub>
                  </m:oMath>
                </a14:m>
                <a:r>
                  <a:rPr lang="en-US" dirty="0"/>
                  <a:t> is the apex of an open cone</a:t>
                </a:r>
                <a:endParaRPr lang="en-US" dirty="0"/>
              </a:p>
              <a:p>
                <a:pPr>
                  <a:lnSpc>
                    <a:spcPct val="100000"/>
                  </a:lnSpc>
                </a:pPr>
                <a14:m>
                  <m:oMath xmlns:m="http://schemas.openxmlformats.org/officeDocument/2006/math">
                    <m:r>
                      <a:rPr lang="en-US" b="0" i="1" smtClean="0">
                        <a:latin typeface="Cambria Math" panose="02040503050406030204" pitchFamily="18" charset="0"/>
                      </a:rPr>
                      <m:t>𝑥</m:t>
                    </m:r>
                    <m:r>
                      <a:rPr lang="en-US" b="0" i="1" smtClean="0">
                        <a:effectLst>
                          <a:glow rad="139700">
                            <a:schemeClr val="accent4">
                              <a:satMod val="175000"/>
                              <a:alpha val="40000"/>
                            </a:schemeClr>
                          </a:glow>
                        </a:effectLst>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𝒖</m:t>
                        </m:r>
                      </m:e>
                      <m:sub>
                        <m:r>
                          <a:rPr lang="en-US" b="0" i="1" smtClean="0">
                            <a:latin typeface="Cambria Math" panose="02040503050406030204" pitchFamily="18" charset="0"/>
                          </a:rPr>
                          <m:t>𝑥</m:t>
                        </m:r>
                      </m:sub>
                    </m:sSub>
                    <m:r>
                      <a:rPr lang="en-US" b="0" i="1" smtClean="0">
                        <a:effectLst>
                          <a:glow rad="139700">
                            <a:schemeClr val="accent4">
                              <a:satMod val="175000"/>
                              <a:alpha val="40000"/>
                            </a:schemeClr>
                          </a:glow>
                        </a:effectLst>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𝒖</m:t>
                        </m:r>
                      </m:e>
                      <m:sub>
                        <m:r>
                          <a:rPr lang="en-US" b="0" i="1" smtClean="0">
                            <a:latin typeface="Cambria Math" panose="02040503050406030204" pitchFamily="18" charset="0"/>
                          </a:rPr>
                          <m:t>𝑦</m:t>
                        </m:r>
                      </m:sub>
                    </m:sSub>
                  </m:oMath>
                </a14:m>
                <a:r>
                  <a:rPr lang="en-US" dirty="0"/>
                  <a:t>, elementwise</a:t>
                </a:r>
                <a:endParaRPr lang="en-US" dirty="0"/>
              </a:p>
              <a:p>
                <a:pPr>
                  <a:lnSpc>
                    <a:spcPct val="100000"/>
                  </a:lnSpc>
                </a:pPr>
                <a:r>
                  <a:rPr lang="en-US" dirty="0"/>
                  <a:t>Design training loss function</a:t>
                </a:r>
                <a:endParaRPr lang="en-US" dirty="0"/>
              </a:p>
              <a:p>
                <a:pPr lvl="1">
                  <a:lnSpc>
                    <a:spcPct val="100000"/>
                  </a:lnSpc>
                </a:pPr>
                <a:r>
                  <a:rPr lang="en-US" dirty="0"/>
                  <a:t>Notation: </a:t>
                </a:r>
                <a14:m>
                  <m:oMath xmlns:m="http://schemas.openxmlformats.org/officeDocument/2006/math">
                    <m:r>
                      <m:rPr>
                        <m:sty m:val="p"/>
                      </m:rPr>
                      <a:rPr lang="en-US">
                        <a:effectLst>
                          <a:glow rad="139700">
                            <a:schemeClr val="accent4">
                              <a:satMod val="175000"/>
                              <a:alpha val="40000"/>
                            </a:schemeClr>
                          </a:glow>
                        </a:effectLst>
                        <a:latin typeface="Cambria Math" panose="02040503050406030204" pitchFamily="18" charset="0"/>
                      </a:rPr>
                      <m:t>ReLU</m:t>
                    </m:r>
                    <m:d>
                      <m:dPr>
                        <m:ctrlPr>
                          <a:rPr lang="en-US" i="1">
                            <a:effectLst>
                              <a:glow rad="139700">
                                <a:schemeClr val="accent4">
                                  <a:satMod val="175000"/>
                                  <a:alpha val="40000"/>
                                </a:schemeClr>
                              </a:glow>
                            </a:effectLst>
                            <a:latin typeface="Cambria Math" panose="02040503050406030204" pitchFamily="18" charset="0"/>
                          </a:rPr>
                        </m:ctrlPr>
                      </m:dPr>
                      <m:e>
                        <m:r>
                          <a:rPr lang="en-US" i="1">
                            <a:effectLst>
                              <a:glow rad="139700">
                                <a:schemeClr val="accent4">
                                  <a:satMod val="175000"/>
                                  <a:alpha val="40000"/>
                                </a:schemeClr>
                              </a:glow>
                            </a:effectLst>
                            <a:latin typeface="Cambria Math" panose="02040503050406030204" pitchFamily="18" charset="0"/>
                          </a:rPr>
                          <m:t>𝑎</m:t>
                        </m:r>
                      </m:e>
                    </m:d>
                    <m:r>
                      <a:rPr lang="en-US" i="1">
                        <a:effectLst>
                          <a:glow rad="139700">
                            <a:schemeClr val="accent4">
                              <a:satMod val="175000"/>
                              <a:alpha val="40000"/>
                            </a:schemeClr>
                          </a:glow>
                        </a:effectLst>
                        <a:latin typeface="Cambria Math" panose="02040503050406030204" pitchFamily="18" charset="0"/>
                      </a:rPr>
                      <m:t>=</m:t>
                    </m:r>
                    <m:func>
                      <m:funcPr>
                        <m:ctrlPr>
                          <a:rPr lang="en-US" i="1">
                            <a:effectLst>
                              <a:glow rad="139700">
                                <a:schemeClr val="accent4">
                                  <a:satMod val="175000"/>
                                  <a:alpha val="40000"/>
                                </a:schemeClr>
                              </a:glow>
                            </a:effectLst>
                            <a:latin typeface="Cambria Math" panose="02040503050406030204" pitchFamily="18" charset="0"/>
                          </a:rPr>
                        </m:ctrlPr>
                      </m:funcPr>
                      <m:fName>
                        <m:sSub>
                          <m:sSubPr>
                            <m:ctrlPr>
                              <a:rPr lang="en-US" i="1">
                                <a:effectLst>
                                  <a:glow rad="139700">
                                    <a:schemeClr val="accent4">
                                      <a:satMod val="175000"/>
                                      <a:alpha val="40000"/>
                                    </a:schemeClr>
                                  </a:glow>
                                </a:effectLst>
                                <a:latin typeface="Cambria Math" panose="02040503050406030204" pitchFamily="18" charset="0"/>
                              </a:rPr>
                            </m:ctrlPr>
                          </m:sSubPr>
                          <m:e>
                            <m:d>
                              <m:dPr>
                                <m:begChr m:val="["/>
                                <m:endChr m:val="]"/>
                                <m:ctrlPr>
                                  <a:rPr lang="en-US" i="1">
                                    <a:effectLst>
                                      <a:glow rad="139700">
                                        <a:schemeClr val="accent4">
                                          <a:satMod val="175000"/>
                                          <a:alpha val="40000"/>
                                        </a:schemeClr>
                                      </a:glow>
                                    </a:effectLst>
                                    <a:latin typeface="Cambria Math" panose="02040503050406030204" pitchFamily="18" charset="0"/>
                                  </a:rPr>
                                </m:ctrlPr>
                              </m:dPr>
                              <m:e>
                                <m:r>
                                  <m:rPr>
                                    <m:sty m:val="p"/>
                                  </m:rPr>
                                  <a:rPr lang="en-US">
                                    <a:effectLst>
                                      <a:glow rad="139700">
                                        <a:schemeClr val="accent4">
                                          <a:satMod val="175000"/>
                                          <a:alpha val="40000"/>
                                        </a:schemeClr>
                                      </a:glow>
                                    </a:effectLst>
                                    <a:latin typeface="Cambria Math" panose="02040503050406030204" pitchFamily="18" charset="0"/>
                                  </a:rPr>
                                  <m:t>a</m:t>
                                </m:r>
                              </m:e>
                            </m:d>
                          </m:e>
                          <m:sub>
                            <m:r>
                              <a:rPr lang="en-US">
                                <a:effectLst>
                                  <a:glow rad="139700">
                                    <a:schemeClr val="accent4">
                                      <a:satMod val="175000"/>
                                      <a:alpha val="40000"/>
                                    </a:schemeClr>
                                  </a:glow>
                                </a:effectLst>
                                <a:latin typeface="Cambria Math" panose="02040503050406030204" pitchFamily="18" charset="0"/>
                              </a:rPr>
                              <m:t>+</m:t>
                            </m:r>
                          </m:sub>
                        </m:sSub>
                        <m:r>
                          <a:rPr lang="en-US">
                            <a:effectLst>
                              <a:glow rad="139700">
                                <a:schemeClr val="accent4">
                                  <a:satMod val="175000"/>
                                  <a:alpha val="40000"/>
                                </a:schemeClr>
                              </a:glow>
                            </a:effectLst>
                            <a:latin typeface="Cambria Math" panose="02040503050406030204" pitchFamily="18" charset="0"/>
                          </a:rPr>
                          <m:t>=</m:t>
                        </m:r>
                        <m:r>
                          <m:rPr>
                            <m:sty m:val="p"/>
                          </m:rPr>
                          <a:rPr lang="en-US">
                            <a:effectLst>
                              <a:glow rad="139700">
                                <a:schemeClr val="accent4">
                                  <a:satMod val="175000"/>
                                  <a:alpha val="40000"/>
                                </a:schemeClr>
                              </a:glow>
                            </a:effectLst>
                            <a:latin typeface="Cambria Math" panose="02040503050406030204" pitchFamily="18" charset="0"/>
                          </a:rPr>
                          <m:t>max</m:t>
                        </m:r>
                      </m:fName>
                      <m:e>
                        <m:d>
                          <m:dPr>
                            <m:begChr m:val="{"/>
                            <m:endChr m:val="}"/>
                            <m:ctrlPr>
                              <a:rPr lang="en-US" i="1">
                                <a:effectLst>
                                  <a:glow rad="139700">
                                    <a:schemeClr val="accent4">
                                      <a:satMod val="175000"/>
                                      <a:alpha val="40000"/>
                                    </a:schemeClr>
                                  </a:glow>
                                </a:effectLst>
                                <a:latin typeface="Cambria Math" panose="02040503050406030204" pitchFamily="18" charset="0"/>
                              </a:rPr>
                            </m:ctrlPr>
                          </m:dPr>
                          <m:e>
                            <m:r>
                              <a:rPr lang="en-US" i="1">
                                <a:effectLst>
                                  <a:glow rad="139700">
                                    <a:schemeClr val="accent4">
                                      <a:satMod val="175000"/>
                                      <a:alpha val="40000"/>
                                    </a:schemeClr>
                                  </a:glow>
                                </a:effectLst>
                                <a:latin typeface="Cambria Math" panose="02040503050406030204" pitchFamily="18" charset="0"/>
                              </a:rPr>
                              <m:t>0</m:t>
                            </m:r>
                            <m:r>
                              <a:rPr lang="en-US" i="1">
                                <a:effectLst>
                                  <a:glow rad="139700">
                                    <a:schemeClr val="accent4">
                                      <a:satMod val="175000"/>
                                      <a:alpha val="40000"/>
                                    </a:schemeClr>
                                  </a:glow>
                                </a:effectLst>
                                <a:latin typeface="Cambria Math" panose="02040503050406030204" pitchFamily="18" charset="0"/>
                              </a:rPr>
                              <m:t>,</m:t>
                            </m:r>
                            <m:r>
                              <a:rPr lang="en-US" i="1">
                                <a:effectLst>
                                  <a:glow rad="139700">
                                    <a:schemeClr val="accent4">
                                      <a:satMod val="175000"/>
                                      <a:alpha val="40000"/>
                                    </a:schemeClr>
                                  </a:glow>
                                </a:effectLst>
                                <a:latin typeface="Cambria Math" panose="02040503050406030204" pitchFamily="18" charset="0"/>
                              </a:rPr>
                              <m:t>𝑎</m:t>
                            </m:r>
                          </m:e>
                        </m:d>
                      </m:e>
                    </m:func>
                  </m:oMath>
                </a14:m>
                <a:endParaRPr lang="en-US" dirty="0"/>
              </a:p>
              <a:p>
                <a:pPr lvl="1">
                  <a:lnSpc>
                    <a:spcPct val="100000"/>
                  </a:lnSpc>
                </a:pPr>
                <a:r>
                  <a:rPr lang="en-US" dirty="0"/>
                  <a:t>If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oMath>
                </a14:m>
                <a:r>
                  <a:rPr lang="en-US" dirty="0"/>
                  <a:t>, </a:t>
                </a:r>
                <a14:m>
                  <m:oMath xmlns:m="http://schemas.openxmlformats.org/officeDocument/2006/math">
                    <m:d>
                      <m:dPr>
                        <m:begChr m:val="‖"/>
                        <m:endChr m:val="‖"/>
                        <m:ctrlPr>
                          <a:rPr lang="en-US" i="1">
                            <a:effectLst>
                              <a:glow rad="101600">
                                <a:schemeClr val="accent2">
                                  <a:satMod val="175000"/>
                                  <a:alpha val="40000"/>
                                </a:schemeClr>
                              </a:glow>
                            </a:effectLst>
                            <a:latin typeface="Cambria Math" panose="02040503050406030204" pitchFamily="18" charset="0"/>
                          </a:rPr>
                        </m:ctrlPr>
                      </m:dPr>
                      <m:e>
                        <m:r>
                          <m:rPr>
                            <m:sty m:val="p"/>
                          </m:rPr>
                          <a:rPr lang="en-US">
                            <a:effectLst>
                              <a:glow rad="101600">
                                <a:schemeClr val="accent2">
                                  <a:satMod val="175000"/>
                                  <a:alpha val="40000"/>
                                </a:schemeClr>
                              </a:glow>
                            </a:effectLst>
                            <a:latin typeface="Cambria Math" panose="02040503050406030204" pitchFamily="18" charset="0"/>
                          </a:rPr>
                          <m:t>ReLU</m:t>
                        </m:r>
                        <m:d>
                          <m:dPr>
                            <m:ctrlPr>
                              <a:rPr lang="en-US" i="1">
                                <a:effectLst>
                                  <a:glow rad="101600">
                                    <a:schemeClr val="accent2">
                                      <a:satMod val="175000"/>
                                      <a:alpha val="40000"/>
                                    </a:schemeClr>
                                  </a:glow>
                                </a:effectLst>
                                <a:latin typeface="Cambria Math" panose="02040503050406030204" pitchFamily="18" charset="0"/>
                              </a:rPr>
                            </m:ctrlPr>
                          </m:dPr>
                          <m:e>
                            <m:sSub>
                              <m:sSubPr>
                                <m:ctrlPr>
                                  <a:rPr lang="en-US" i="1">
                                    <a:effectLst>
                                      <a:glow rad="101600">
                                        <a:schemeClr val="accent2">
                                          <a:satMod val="175000"/>
                                          <a:alpha val="40000"/>
                                        </a:schemeClr>
                                      </a:glow>
                                    </a:effectLst>
                                    <a:latin typeface="Cambria Math" panose="02040503050406030204" pitchFamily="18" charset="0"/>
                                  </a:rPr>
                                </m:ctrlPr>
                              </m:sSubPr>
                              <m:e>
                                <m:r>
                                  <a:rPr lang="en-US" b="1" i="1">
                                    <a:effectLst>
                                      <a:glow rad="101600">
                                        <a:schemeClr val="accent2">
                                          <a:satMod val="175000"/>
                                          <a:alpha val="40000"/>
                                        </a:schemeClr>
                                      </a:glow>
                                    </a:effectLst>
                                    <a:latin typeface="Cambria Math" panose="02040503050406030204" pitchFamily="18" charset="0"/>
                                  </a:rPr>
                                  <m:t>𝒖</m:t>
                                </m:r>
                              </m:e>
                              <m:sub>
                                <m:r>
                                  <a:rPr lang="en-US" i="1">
                                    <a:effectLst>
                                      <a:glow rad="101600">
                                        <a:schemeClr val="accent2">
                                          <a:satMod val="175000"/>
                                          <a:alpha val="40000"/>
                                        </a:schemeClr>
                                      </a:glow>
                                    </a:effectLst>
                                    <a:latin typeface="Cambria Math" panose="02040503050406030204" pitchFamily="18" charset="0"/>
                                  </a:rPr>
                                  <m:t>𝑦</m:t>
                                </m:r>
                              </m:sub>
                            </m:sSub>
                            <m:r>
                              <a:rPr lang="en-US" i="1">
                                <a:effectLst>
                                  <a:glow rad="101600">
                                    <a:schemeClr val="accent2">
                                      <a:satMod val="175000"/>
                                      <a:alpha val="40000"/>
                                    </a:schemeClr>
                                  </a:glow>
                                </a:effectLst>
                                <a:latin typeface="Cambria Math" panose="02040503050406030204" pitchFamily="18" charset="0"/>
                              </a:rPr>
                              <m:t>−</m:t>
                            </m:r>
                            <m:sSub>
                              <m:sSubPr>
                                <m:ctrlPr>
                                  <a:rPr lang="en-US" i="1">
                                    <a:effectLst>
                                      <a:glow rad="101600">
                                        <a:schemeClr val="accent2">
                                          <a:satMod val="175000"/>
                                          <a:alpha val="40000"/>
                                        </a:schemeClr>
                                      </a:glow>
                                    </a:effectLst>
                                    <a:latin typeface="Cambria Math" panose="02040503050406030204" pitchFamily="18" charset="0"/>
                                  </a:rPr>
                                </m:ctrlPr>
                              </m:sSubPr>
                              <m:e>
                                <m:r>
                                  <a:rPr lang="en-US" b="1" i="1">
                                    <a:effectLst>
                                      <a:glow rad="101600">
                                        <a:schemeClr val="accent2">
                                          <a:satMod val="175000"/>
                                          <a:alpha val="40000"/>
                                        </a:schemeClr>
                                      </a:glow>
                                    </a:effectLst>
                                    <a:latin typeface="Cambria Math" panose="02040503050406030204" pitchFamily="18" charset="0"/>
                                  </a:rPr>
                                  <m:t>𝒖</m:t>
                                </m:r>
                              </m:e>
                              <m:sub>
                                <m:r>
                                  <a:rPr lang="en-US" i="1">
                                    <a:effectLst>
                                      <a:glow rad="101600">
                                        <a:schemeClr val="accent2">
                                          <a:satMod val="175000"/>
                                          <a:alpha val="40000"/>
                                        </a:schemeClr>
                                      </a:glow>
                                    </a:effectLst>
                                    <a:latin typeface="Cambria Math" panose="02040503050406030204" pitchFamily="18" charset="0"/>
                                  </a:rPr>
                                  <m:t>𝑥</m:t>
                                </m:r>
                              </m:sub>
                            </m:sSub>
                          </m:e>
                        </m:d>
                      </m:e>
                    </m:d>
                  </m:oMath>
                </a14:m>
                <a:r>
                  <a:rPr lang="en-US" b="0" dirty="0"/>
                  <a:t>, i.e.</a:t>
                </a:r>
                <a:br>
                  <a:rPr lang="en-US" b="0" dirty="0"/>
                </a:br>
                <a:r>
                  <a:rPr lang="en-US" b="0" dirty="0"/>
                  <a:t>all </a:t>
                </a:r>
                <a14:m>
                  <m:oMath xmlns:m="http://schemas.openxmlformats.org/officeDocument/2006/math">
                    <m:r>
                      <a:rPr lang="en-US" b="0" i="1" dirty="0" smtClean="0">
                        <a:latin typeface="Cambria Math" panose="02040503050406030204" pitchFamily="18" charset="0"/>
                      </a:rPr>
                      <m:t>𝐷</m:t>
                    </m:r>
                  </m:oMath>
                </a14:m>
                <a:r>
                  <a:rPr lang="en-US" b="0" dirty="0"/>
                  <a:t> dims must satisfy constraint</a:t>
                </a:r>
                <a:endParaRPr lang="en-US" b="0" dirty="0"/>
              </a:p>
              <a:p>
                <a:pPr lvl="1">
                  <a:lnSpc>
                    <a:spcPct val="100000"/>
                  </a:lnSpc>
                </a:pPr>
                <a:r>
                  <a:rPr lang="en-US" dirty="0"/>
                  <a:t>If </a:t>
                </a:r>
                <a14:m>
                  <m:oMath xmlns:m="http://schemas.openxmlformats.org/officeDocument/2006/math">
                    <m:r>
                      <a:rPr lang="en-US" b="0" i="1" smtClean="0">
                        <a:latin typeface="Cambria Math" panose="02040503050406030204" pitchFamily="18" charset="0"/>
                      </a:rPr>
                      <m:t>𝑥</m:t>
                    </m:r>
                    <m:r>
                      <m:rPr>
                        <m:nor/>
                      </m:rPr>
                      <a:rPr lang="en-US">
                        <a:latin typeface="DejaVu Math TeX Gyre" panose="02000503000000000000" charset="0"/>
                      </a:rPr>
                      <m:t>⊀</m:t>
                    </m:r>
                    <m:r>
                      <a:rPr lang="en-US" b="0" i="1" smtClean="0">
                        <a:latin typeface="Cambria Math" panose="02040503050406030204" pitchFamily="18" charset="0"/>
                      </a:rPr>
                      <m:t>𝑦</m:t>
                    </m:r>
                  </m:oMath>
                </a14:m>
                <a:r>
                  <a:rPr lang="en-US" dirty="0"/>
                  <a:t>, </a:t>
                </a:r>
                <a14:m>
                  <m:oMath xmlns:m="http://schemas.openxmlformats.org/officeDocument/2006/math">
                    <m:r>
                      <m:rPr>
                        <m:sty m:val="p"/>
                      </m:rPr>
                      <a:rPr lang="en-US" b="0" i="0" smtClean="0">
                        <a:latin typeface="Cambria Math" panose="02040503050406030204" pitchFamily="18" charset="0"/>
                      </a:rPr>
                      <m:t>ReLU</m:t>
                    </m:r>
                    <m:d>
                      <m:dPr>
                        <m:begChr m:val="["/>
                        <m:endChr m:val="]"/>
                        <m:ctrlPr>
                          <a:rPr lang="en-US" b="0" i="1" smtClean="0">
                            <a:latin typeface="Cambria Math" panose="02040503050406030204" pitchFamily="18" charset="0"/>
                          </a:rPr>
                        </m:ctrlPr>
                      </m:dPr>
                      <m:e>
                        <m:r>
                          <a:rPr lang="en-US" b="0" i="1" smtClean="0">
                            <a:highlight>
                              <a:srgbClr val="00FFFF"/>
                            </a:highlight>
                            <a:latin typeface="Cambria Math" panose="02040503050406030204" pitchFamily="18" charset="0"/>
                          </a:rPr>
                          <m:t>𝛼</m:t>
                        </m:r>
                        <m:r>
                          <a:rPr lang="en-US" b="0" i="1" smtClean="0">
                            <a:latin typeface="Cambria Math" panose="02040503050406030204" pitchFamily="18" charset="0"/>
                          </a:rPr>
                          <m:t>−</m:t>
                        </m:r>
                        <m:d>
                          <m:dPr>
                            <m:begChr m:val="‖"/>
                            <m:endChr m:val="‖"/>
                            <m:ctrlPr>
                              <a:rPr lang="en-US" i="1" smtClean="0">
                                <a:effectLst>
                                  <a:glow rad="101600">
                                    <a:schemeClr val="accent2">
                                      <a:satMod val="175000"/>
                                      <a:alpha val="40000"/>
                                    </a:schemeClr>
                                  </a:glow>
                                </a:effectLst>
                                <a:latin typeface="Cambria Math" panose="02040503050406030204" pitchFamily="18" charset="0"/>
                              </a:rPr>
                            </m:ctrlPr>
                          </m:dPr>
                          <m:e>
                            <m:r>
                              <m:rPr>
                                <m:sty m:val="p"/>
                              </m:rPr>
                              <a:rPr lang="en-US">
                                <a:effectLst>
                                  <a:glow rad="101600">
                                    <a:schemeClr val="accent2">
                                      <a:satMod val="175000"/>
                                      <a:alpha val="40000"/>
                                    </a:schemeClr>
                                  </a:glow>
                                </a:effectLst>
                                <a:latin typeface="Cambria Math" panose="02040503050406030204" pitchFamily="18" charset="0"/>
                              </a:rPr>
                              <m:t>ReLU</m:t>
                            </m:r>
                            <m:d>
                              <m:dPr>
                                <m:ctrlPr>
                                  <a:rPr lang="en-US" i="1">
                                    <a:effectLst>
                                      <a:glow rad="101600">
                                        <a:schemeClr val="accent2">
                                          <a:satMod val="175000"/>
                                          <a:alpha val="40000"/>
                                        </a:schemeClr>
                                      </a:glow>
                                    </a:effectLst>
                                    <a:latin typeface="Cambria Math" panose="02040503050406030204" pitchFamily="18" charset="0"/>
                                  </a:rPr>
                                </m:ctrlPr>
                              </m:dPr>
                              <m:e>
                                <m:sSub>
                                  <m:sSubPr>
                                    <m:ctrlPr>
                                      <a:rPr lang="en-US" i="1">
                                        <a:effectLst>
                                          <a:glow rad="101600">
                                            <a:schemeClr val="accent2">
                                              <a:satMod val="175000"/>
                                              <a:alpha val="40000"/>
                                            </a:schemeClr>
                                          </a:glow>
                                        </a:effectLst>
                                        <a:latin typeface="Cambria Math" panose="02040503050406030204" pitchFamily="18" charset="0"/>
                                      </a:rPr>
                                    </m:ctrlPr>
                                  </m:sSubPr>
                                  <m:e>
                                    <m:r>
                                      <a:rPr lang="en-US" b="1" i="1" smtClean="0">
                                        <a:effectLst>
                                          <a:glow rad="101600">
                                            <a:schemeClr val="accent2">
                                              <a:satMod val="175000"/>
                                              <a:alpha val="40000"/>
                                            </a:schemeClr>
                                          </a:glow>
                                        </a:effectLst>
                                        <a:latin typeface="Cambria Math" panose="02040503050406030204" pitchFamily="18" charset="0"/>
                                      </a:rPr>
                                      <m:t>𝒖</m:t>
                                    </m:r>
                                  </m:e>
                                  <m:sub>
                                    <m:r>
                                      <a:rPr lang="en-US" i="1">
                                        <a:effectLst>
                                          <a:glow rad="101600">
                                            <a:schemeClr val="accent2">
                                              <a:satMod val="175000"/>
                                              <a:alpha val="40000"/>
                                            </a:schemeClr>
                                          </a:glow>
                                        </a:effectLst>
                                        <a:latin typeface="Cambria Math" panose="02040503050406030204" pitchFamily="18" charset="0"/>
                                      </a:rPr>
                                      <m:t>𝑦</m:t>
                                    </m:r>
                                  </m:sub>
                                </m:sSub>
                                <m:r>
                                  <a:rPr lang="en-US" i="1">
                                    <a:effectLst>
                                      <a:glow rad="101600">
                                        <a:schemeClr val="accent2">
                                          <a:satMod val="175000"/>
                                          <a:alpha val="40000"/>
                                        </a:schemeClr>
                                      </a:glow>
                                    </a:effectLst>
                                    <a:latin typeface="Cambria Math" panose="02040503050406030204" pitchFamily="18" charset="0"/>
                                  </a:rPr>
                                  <m:t>−</m:t>
                                </m:r>
                                <m:sSub>
                                  <m:sSubPr>
                                    <m:ctrlPr>
                                      <a:rPr lang="en-US" i="1">
                                        <a:effectLst>
                                          <a:glow rad="101600">
                                            <a:schemeClr val="accent2">
                                              <a:satMod val="175000"/>
                                              <a:alpha val="40000"/>
                                            </a:schemeClr>
                                          </a:glow>
                                        </a:effectLst>
                                        <a:latin typeface="Cambria Math" panose="02040503050406030204" pitchFamily="18" charset="0"/>
                                      </a:rPr>
                                    </m:ctrlPr>
                                  </m:sSubPr>
                                  <m:e>
                                    <m:r>
                                      <a:rPr lang="en-US" b="1" i="1" smtClean="0">
                                        <a:effectLst>
                                          <a:glow rad="101600">
                                            <a:schemeClr val="accent2">
                                              <a:satMod val="175000"/>
                                              <a:alpha val="40000"/>
                                            </a:schemeClr>
                                          </a:glow>
                                        </a:effectLst>
                                        <a:latin typeface="Cambria Math" panose="02040503050406030204" pitchFamily="18" charset="0"/>
                                      </a:rPr>
                                      <m:t>𝒖</m:t>
                                    </m:r>
                                  </m:e>
                                  <m:sub>
                                    <m:r>
                                      <a:rPr lang="en-US" i="1">
                                        <a:effectLst>
                                          <a:glow rad="101600">
                                            <a:schemeClr val="accent2">
                                              <a:satMod val="175000"/>
                                              <a:alpha val="40000"/>
                                            </a:schemeClr>
                                          </a:glow>
                                        </a:effectLst>
                                        <a:latin typeface="Cambria Math" panose="02040503050406030204" pitchFamily="18" charset="0"/>
                                      </a:rPr>
                                      <m:t>𝑥</m:t>
                                    </m:r>
                                  </m:sub>
                                </m:sSub>
                              </m:e>
                            </m:d>
                          </m:e>
                        </m:d>
                      </m:e>
                    </m:d>
                  </m:oMath>
                </a14:m>
                <a:endParaRPr lang="en-US" i="1">
                  <a:effectLst>
                    <a:glow rad="101600">
                      <a:schemeClr val="accent2">
                        <a:satMod val="175000"/>
                        <a:alpha val="40000"/>
                      </a:schemeClr>
                    </a:glow>
                  </a:effectLst>
                  <a:latin typeface="Cambria Math" panose="02040503050406030204" pitchFamily="18" charset="0"/>
                </a:endParaRPr>
              </a:p>
              <a:p>
                <a:pPr lvl="1">
                  <a:lnSpc>
                    <a:spcPct val="100000"/>
                  </a:lnSpc>
                </a:pPr>
                <a14:m>
                  <m:oMath xmlns:m="http://schemas.openxmlformats.org/officeDocument/2006/math">
                    <m:r>
                      <a:rPr lang="en-US" b="0" i="1" smtClean="0">
                        <a:highlight>
                          <a:srgbClr val="00FFFF"/>
                        </a:highlight>
                        <a:latin typeface="Cambria Math" panose="02040503050406030204" pitchFamily="18" charset="0"/>
                      </a:rPr>
                      <m:t>𝛼</m:t>
                    </m:r>
                  </m:oMath>
                </a14:m>
                <a:r>
                  <a:rPr lang="en-US"/>
                  <a:t> is the margin</a:t>
                </a:r>
                <a:endParaRPr lang="en-US" dirty="0"/>
              </a:p>
              <a:p>
                <a:pPr>
                  <a:lnSpc>
                    <a:spcPct val="100000"/>
                  </a:lnSpc>
                </a:pPr>
                <a:r>
                  <a:rPr lang="en-US" altLang="en-US" dirty="0"/>
                  <a:t>Does not recognize asymmetry in losses</a:t>
                </a:r>
                <a:endParaRPr lang="en-US" alt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xfrm>
                <a:off x="838200" y="1243965"/>
                <a:ext cx="7203440" cy="4933315"/>
              </a:xfrm>
              <a:blipFill rotWithShape="1">
                <a:blip r:embed="rId1"/>
                <a:stretch>
                  <a:fillRect/>
                </a:stretch>
              </a:blipFill>
            </p:spPr>
            <p:txBody>
              <a:bodyPr/>
              <a:lstStyle/>
              <a:p>
                <a:r>
                  <a:rPr lang="en-US" altLang="en-US">
                    <a:noFill/>
                  </a:rPr>
                  <a:t> </a:t>
                </a:r>
              </a:p>
            </p:txBody>
          </p:sp>
        </mc:Fallback>
      </mc:AlternateContent>
      <p:sp>
        <p:nvSpPr>
          <p:cNvPr id="6" name="Rectangle 4"/>
          <p:cNvSpPr>
            <a:spLocks noChangeArrowheads="1"/>
          </p:cNvSpPr>
          <p:nvPr/>
        </p:nvSpPr>
        <p:spPr bwMode="auto">
          <a:xfrm>
            <a:off x="9601200" y="952062"/>
            <a:ext cx="2590800" cy="2667000"/>
          </a:xfrm>
          <a:prstGeom prst="rect">
            <a:avLst/>
          </a:prstGeom>
          <a:gradFill rotWithShape="1">
            <a:gsLst>
              <a:gs pos="0">
                <a:srgbClr val="3399FF">
                  <a:alpha val="50000"/>
                </a:srgbClr>
              </a:gs>
              <a:gs pos="100000">
                <a:schemeClr val="bg1"/>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7" name="Text Box 5"/>
          <p:cNvSpPr txBox="1">
            <a:spLocks noChangeArrowheads="1"/>
          </p:cNvSpPr>
          <p:nvPr/>
        </p:nvSpPr>
        <p:spPr bwMode="auto">
          <a:xfrm>
            <a:off x="8682448" y="3791695"/>
            <a:ext cx="950913" cy="327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dirty="0">
                <a:latin typeface="Helvetica" panose="020B0604020202020204" pitchFamily="34" charset="0"/>
              </a:rPr>
              <a:t>People</a:t>
            </a:r>
            <a:endParaRPr lang="en-US" altLang="en-US" sz="2130" dirty="0">
              <a:latin typeface="Helvetica" panose="020B0604020202020204" pitchFamily="34" charset="0"/>
            </a:endParaRPr>
          </a:p>
        </p:txBody>
      </p:sp>
      <p:sp>
        <p:nvSpPr>
          <p:cNvPr id="8" name="Line 7"/>
          <p:cNvSpPr>
            <a:spLocks noChangeShapeType="1"/>
          </p:cNvSpPr>
          <p:nvPr/>
        </p:nvSpPr>
        <p:spPr bwMode="auto">
          <a:xfrm flipV="1">
            <a:off x="9220200" y="3619062"/>
            <a:ext cx="381000" cy="152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9" name="Rectangle 8"/>
          <p:cNvSpPr>
            <a:spLocks noChangeArrowheads="1"/>
          </p:cNvSpPr>
          <p:nvPr/>
        </p:nvSpPr>
        <p:spPr bwMode="auto">
          <a:xfrm>
            <a:off x="10058400" y="952062"/>
            <a:ext cx="2133600" cy="1676400"/>
          </a:xfrm>
          <a:prstGeom prst="rect">
            <a:avLst/>
          </a:prstGeom>
          <a:gradFill rotWithShape="1">
            <a:gsLst>
              <a:gs pos="0">
                <a:srgbClr val="FF3300">
                  <a:alpha val="50000"/>
                </a:srgbClr>
              </a:gs>
              <a:gs pos="100000">
                <a:schemeClr val="bg1"/>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10" name="Text Box 9"/>
          <p:cNvSpPr txBox="1">
            <a:spLocks noChangeArrowheads="1"/>
          </p:cNvSpPr>
          <p:nvPr/>
        </p:nvSpPr>
        <p:spPr bwMode="auto">
          <a:xfrm>
            <a:off x="8499571" y="2217615"/>
            <a:ext cx="711200" cy="327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dirty="0">
                <a:latin typeface="Helvetica" panose="020B0604020202020204" pitchFamily="34" charset="0"/>
              </a:rPr>
              <a:t>Actor</a:t>
            </a:r>
            <a:endParaRPr lang="en-US" altLang="en-US" sz="2130" dirty="0">
              <a:latin typeface="Helvetica" panose="020B0604020202020204" pitchFamily="34" charset="0"/>
            </a:endParaRPr>
          </a:p>
        </p:txBody>
      </p:sp>
      <p:sp>
        <p:nvSpPr>
          <p:cNvPr id="11" name="Line 10"/>
          <p:cNvSpPr>
            <a:spLocks noChangeShapeType="1"/>
          </p:cNvSpPr>
          <p:nvPr/>
        </p:nvSpPr>
        <p:spPr bwMode="auto">
          <a:xfrm>
            <a:off x="9180514" y="2476063"/>
            <a:ext cx="801686" cy="152399"/>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12" name="Rectangle 17"/>
          <p:cNvSpPr>
            <a:spLocks noChangeArrowheads="1"/>
          </p:cNvSpPr>
          <p:nvPr/>
        </p:nvSpPr>
        <p:spPr bwMode="auto">
          <a:xfrm>
            <a:off x="10668000" y="952062"/>
            <a:ext cx="1524000" cy="2133600"/>
          </a:xfrm>
          <a:prstGeom prst="rect">
            <a:avLst/>
          </a:prstGeom>
          <a:gradFill rotWithShape="1">
            <a:gsLst>
              <a:gs pos="0">
                <a:srgbClr val="33CC33">
                  <a:alpha val="50000"/>
                </a:srgbClr>
              </a:gs>
              <a:gs pos="100000">
                <a:schemeClr val="bg1"/>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13" name="Text Box 18"/>
          <p:cNvSpPr txBox="1">
            <a:spLocks noChangeArrowheads="1"/>
          </p:cNvSpPr>
          <p:nvPr/>
        </p:nvSpPr>
        <p:spPr bwMode="auto">
          <a:xfrm>
            <a:off x="10588626" y="3863538"/>
            <a:ext cx="1222375" cy="327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a:latin typeface="Helvetica" panose="020B0604020202020204" pitchFamily="34" charset="0"/>
              </a:rPr>
              <a:t>Politician</a:t>
            </a:r>
            <a:endParaRPr lang="en-US" altLang="en-US" sz="2130">
              <a:latin typeface="Helvetica" panose="020B0604020202020204" pitchFamily="34" charset="0"/>
            </a:endParaRPr>
          </a:p>
        </p:txBody>
      </p:sp>
      <p:sp>
        <p:nvSpPr>
          <p:cNvPr id="14" name="Line 19"/>
          <p:cNvSpPr>
            <a:spLocks noChangeShapeType="1"/>
          </p:cNvSpPr>
          <p:nvPr/>
        </p:nvSpPr>
        <p:spPr bwMode="auto">
          <a:xfrm flipH="1" flipV="1">
            <a:off x="10744200" y="3161862"/>
            <a:ext cx="152400" cy="685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pic>
        <p:nvPicPr>
          <p:cNvPr id="21" name="Picture 32" descr="Terminator_1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4400" y="1282262"/>
            <a:ext cx="736600" cy="736600"/>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p:cNvGrpSpPr/>
          <p:nvPr/>
        </p:nvGrpSpPr>
        <p:grpSpPr>
          <a:xfrm>
            <a:off x="9170014" y="4283076"/>
            <a:ext cx="3021986" cy="2509662"/>
            <a:chOff x="9170014" y="4283076"/>
            <a:chExt cx="3021986" cy="2509662"/>
          </a:xfrm>
        </p:grpSpPr>
        <p:sp>
          <p:nvSpPr>
            <p:cNvPr id="16" name="Rectangle 11"/>
            <p:cNvSpPr>
              <a:spLocks noChangeArrowheads="1"/>
            </p:cNvSpPr>
            <p:nvPr/>
          </p:nvSpPr>
          <p:spPr bwMode="auto">
            <a:xfrm>
              <a:off x="10104676" y="4283076"/>
              <a:ext cx="2087324" cy="2370667"/>
            </a:xfrm>
            <a:prstGeom prst="rect">
              <a:avLst/>
            </a:prstGeom>
            <a:solidFill>
              <a:schemeClr val="accent1">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17" name="Rectangle 14"/>
            <p:cNvSpPr>
              <a:spLocks noChangeArrowheads="1"/>
            </p:cNvSpPr>
            <p:nvPr/>
          </p:nvSpPr>
          <p:spPr bwMode="auto">
            <a:xfrm>
              <a:off x="9736325" y="4283076"/>
              <a:ext cx="2455675" cy="1490133"/>
            </a:xfrm>
            <a:prstGeom prst="rect">
              <a:avLst/>
            </a:prstGeom>
            <a:gradFill rotWithShape="1">
              <a:gsLst>
                <a:gs pos="0">
                  <a:srgbClr val="FF3300">
                    <a:alpha val="50000"/>
                  </a:srgbClr>
                </a:gs>
                <a:gs pos="100000">
                  <a:schemeClr val="bg1"/>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24" name="Text Box 20"/>
            <p:cNvSpPr txBox="1">
              <a:spLocks noChangeArrowheads="1"/>
            </p:cNvSpPr>
            <p:nvPr/>
          </p:nvSpPr>
          <p:spPr bwMode="auto">
            <a:xfrm rot="16200000">
              <a:off x="9655841" y="4980784"/>
              <a:ext cx="519273" cy="324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dirty="0">
                  <a:latin typeface="Helvetica" panose="020B0604020202020204" pitchFamily="34" charset="0"/>
                </a:rPr>
                <a:t>Loss</a:t>
              </a:r>
              <a:endParaRPr lang="en-US" altLang="en-US" sz="2130" dirty="0">
                <a:latin typeface="Helvetica" panose="020B0604020202020204" pitchFamily="34" charset="0"/>
              </a:endParaRPr>
            </a:p>
          </p:txBody>
        </p:sp>
        <p:sp>
          <p:nvSpPr>
            <p:cNvPr id="25" name="Text Box 5"/>
            <p:cNvSpPr txBox="1">
              <a:spLocks noChangeArrowheads="1"/>
            </p:cNvSpPr>
            <p:nvPr/>
          </p:nvSpPr>
          <p:spPr bwMode="auto">
            <a:xfrm>
              <a:off x="9170014" y="6465276"/>
              <a:ext cx="950913" cy="327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dirty="0">
                  <a:latin typeface="Helvetica" panose="020B0604020202020204" pitchFamily="34" charset="0"/>
                </a:rPr>
                <a:t>People</a:t>
              </a:r>
              <a:endParaRPr lang="en-US" altLang="en-US" sz="2130" dirty="0">
                <a:latin typeface="Helvetica" panose="020B0604020202020204" pitchFamily="34" charset="0"/>
              </a:endParaRPr>
            </a:p>
          </p:txBody>
        </p:sp>
        <p:sp>
          <p:nvSpPr>
            <p:cNvPr id="26" name="Text Box 5"/>
            <p:cNvSpPr txBox="1">
              <a:spLocks noChangeArrowheads="1"/>
            </p:cNvSpPr>
            <p:nvPr/>
          </p:nvSpPr>
          <p:spPr bwMode="auto">
            <a:xfrm>
              <a:off x="9246784" y="5717029"/>
              <a:ext cx="950913" cy="327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dirty="0">
                  <a:latin typeface="Helvetica" panose="020B0604020202020204" pitchFamily="34" charset="0"/>
                </a:rPr>
                <a:t>Actor</a:t>
              </a:r>
              <a:endParaRPr lang="en-US" altLang="en-US" sz="2130" dirty="0">
                <a:latin typeface="Helvetica"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10" grpId="0" bldLvl="0" animBg="1"/>
      <p:bldP spid="13"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Addressing loss asymmetry</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a:bodyPr>
              <a:lstStyle/>
              <a:p>
                <a:r>
                  <a:rPr lang="en-US" dirty="0"/>
                  <a:t>If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r>
                  <a:rPr lang="en-US" dirty="0"/>
                  <a:t>, then for </a:t>
                </a:r>
                <a:r>
                  <a:rPr lang="en-US" dirty="0">
                    <a:effectLst>
                      <a:glow rad="139700">
                        <a:schemeClr val="accent1">
                          <a:satMod val="175000"/>
                          <a:alpha val="40000"/>
                        </a:schemeClr>
                      </a:glow>
                    </a:effectLst>
                  </a:rPr>
                  <a:t>all</a:t>
                </a:r>
                <a:r>
                  <a:rPr lang="en-US" dirty="0"/>
                  <a:t> dim </a:t>
                </a:r>
                <a14:m>
                  <m:oMath xmlns:m="http://schemas.openxmlformats.org/officeDocument/2006/math">
                    <m:r>
                      <a:rPr lang="en-US" i="1" dirty="0" smtClean="0">
                        <a:latin typeface="Cambria Math" panose="02040503050406030204" pitchFamily="18" charset="0"/>
                      </a:rPr>
                      <m:t>𝑑</m:t>
                    </m:r>
                  </m:oMath>
                </a14:m>
                <a:r>
                  <a:rPr lang="en-US" dirty="0"/>
                  <a:t>, want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𝑥</m:t>
                        </m:r>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𝑑</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𝑦</m:t>
                        </m:r>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𝑑</m:t>
                        </m:r>
                      </m:e>
                    </m:d>
                  </m:oMath>
                </a14:m>
                <a:endParaRPr lang="en-US" b="0" dirty="0"/>
              </a:p>
              <a:p>
                <a:pPr lvl="1"/>
                <a:r>
                  <a:rPr lang="en-US" dirty="0"/>
                  <a:t>E.g., </a:t>
                </a:r>
                <a14:m>
                  <m:oMath xmlns:m="http://schemas.openxmlformats.org/officeDocument/2006/math">
                    <m:sSub>
                      <m:sSubPr>
                        <m:ctrlPr>
                          <a:rPr lang="en-US" b="0" i="1" smtClean="0">
                            <a:effectLst>
                              <a:glow rad="228600">
                                <a:schemeClr val="accent2">
                                  <a:satMod val="175000"/>
                                  <a:alpha val="40000"/>
                                </a:schemeClr>
                              </a:glow>
                            </a:effectLst>
                            <a:latin typeface="Cambria Math" panose="02040503050406030204" pitchFamily="18" charset="0"/>
                            <a:ea typeface="Cambria Math" panose="02040503050406030204" pitchFamily="18" charset="0"/>
                          </a:rPr>
                        </m:ctrlPr>
                      </m:sSubPr>
                      <m:e>
                        <m:r>
                          <a:rPr lang="en-US" b="0" i="1" smtClean="0">
                            <a:effectLst>
                              <a:glow rad="228600">
                                <a:schemeClr val="accent2">
                                  <a:satMod val="175000"/>
                                  <a:alpha val="40000"/>
                                </a:schemeClr>
                              </a:glow>
                            </a:effectLst>
                            <a:latin typeface="Cambria Math" panose="02040503050406030204" pitchFamily="18" charset="0"/>
                            <a:ea typeface="Cambria Math" panose="02040503050406030204" pitchFamily="18" charset="0"/>
                          </a:rPr>
                          <m:t>ℓ</m:t>
                        </m:r>
                      </m:e>
                      <m:sub>
                        <m:r>
                          <a:rPr lang="en-US" b="0" i="1" smtClean="0">
                            <a:effectLst>
                              <a:glow rad="228600">
                                <a:schemeClr val="accent2">
                                  <a:satMod val="175000"/>
                                  <a:alpha val="40000"/>
                                </a:schemeClr>
                              </a:glow>
                            </a:effectLst>
                            <a:latin typeface="Cambria Math" panose="02040503050406030204" pitchFamily="18" charset="0"/>
                            <a:ea typeface="Cambria Math" panose="02040503050406030204" pitchFamily="18" charset="0"/>
                          </a:rPr>
                          <m:t>+</m:t>
                        </m:r>
                      </m:sub>
                    </m:sSub>
                    <m:d>
                      <m:dPr>
                        <m:ctrlPr>
                          <a:rPr lang="en-US" b="0" i="1" smtClean="0">
                            <a:effectLst>
                              <a:glow rad="228600">
                                <a:schemeClr val="accent2">
                                  <a:satMod val="175000"/>
                                  <a:alpha val="40000"/>
                                </a:schemeClr>
                              </a:glow>
                            </a:effectLst>
                            <a:latin typeface="Cambria Math" panose="02040503050406030204" pitchFamily="18" charset="0"/>
                          </a:rPr>
                        </m:ctrlPr>
                      </m:dPr>
                      <m:e>
                        <m:r>
                          <a:rPr lang="en-US" b="0" i="1" smtClean="0">
                            <a:effectLst>
                              <a:glow rad="228600">
                                <a:schemeClr val="accent2">
                                  <a:satMod val="175000"/>
                                  <a:alpha val="40000"/>
                                </a:schemeClr>
                              </a:glow>
                            </a:effectLst>
                            <a:latin typeface="Cambria Math" panose="02040503050406030204" pitchFamily="18" charset="0"/>
                          </a:rPr>
                          <m:t>𝑥</m:t>
                        </m:r>
                        <m:r>
                          <a:rPr lang="en-US" b="0" i="1" smtClean="0">
                            <a:effectLst>
                              <a:glow rad="228600">
                                <a:schemeClr val="accent2">
                                  <a:satMod val="175000"/>
                                  <a:alpha val="40000"/>
                                </a:schemeClr>
                              </a:glow>
                            </a:effectLst>
                            <a:latin typeface="Cambria Math" panose="02040503050406030204" pitchFamily="18" charset="0"/>
                          </a:rPr>
                          <m:t>,</m:t>
                        </m:r>
                        <m:r>
                          <a:rPr lang="en-US" b="0" i="1" smtClean="0">
                            <a:effectLst>
                              <a:glow rad="228600">
                                <a:schemeClr val="accent2">
                                  <a:satMod val="175000"/>
                                  <a:alpha val="40000"/>
                                </a:schemeClr>
                              </a:glow>
                            </a:effectLst>
                            <a:latin typeface="Cambria Math" panose="02040503050406030204" pitchFamily="18" charset="0"/>
                          </a:rPr>
                          <m:t>𝑦</m:t>
                        </m:r>
                      </m:e>
                    </m:d>
                    <m:r>
                      <a:rPr lang="en-US" b="0" i="1" smtClean="0">
                        <a:latin typeface="Cambria Math" panose="02040503050406030204" pitchFamily="18" charset="0"/>
                      </a:rPr>
                      <m:t>=</m:t>
                    </m:r>
                    <m:limLow>
                      <m:limLowPr>
                        <m:ctrlPr>
                          <a:rPr lang="en-US" b="0" i="1" smtClean="0">
                            <a:latin typeface="Cambria Math" panose="02040503050406030204" pitchFamily="18" charset="0"/>
                          </a:rPr>
                        </m:ctrlPr>
                      </m:limLowPr>
                      <m:e>
                        <m:r>
                          <m:rPr>
                            <m:sty m:val="p"/>
                          </m:rPr>
                          <a:rPr lang="en-US" b="0" i="0" smtClean="0">
                            <a:effectLst>
                              <a:glow rad="139700">
                                <a:schemeClr val="accent1">
                                  <a:satMod val="175000"/>
                                  <a:alpha val="40000"/>
                                </a:schemeClr>
                              </a:glow>
                            </a:effectLst>
                            <a:latin typeface="Cambria Math" panose="02040503050406030204" pitchFamily="18" charset="0"/>
                          </a:rPr>
                          <m:t>max</m:t>
                        </m:r>
                      </m:e>
                      <m:lim>
                        <m:r>
                          <a:rPr lang="en-US" b="0" i="1" smtClean="0">
                            <a:latin typeface="Cambria Math" panose="02040503050406030204" pitchFamily="18" charset="0"/>
                          </a:rPr>
                          <m:t>𝑑</m:t>
                        </m:r>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lim>
                    </m:limLow>
                    <m:r>
                      <m:rPr>
                        <m:sty m:val="p"/>
                      </m:rPr>
                      <a:rPr lang="en-US" b="0" i="0" smtClean="0">
                        <a:latin typeface="Cambria Math" panose="02040503050406030204" pitchFamily="18" charset="0"/>
                      </a:rPr>
                      <m:t>ReLU</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𝑦</m:t>
                            </m:r>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𝑑</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m:t>
                        </m:r>
                      </m:e>
                    </m:d>
                  </m:oMath>
                </a14:m>
                <a:endParaRPr lang="en-US" dirty="0"/>
              </a:p>
              <a:p>
                <a:r>
                  <a:rPr lang="en-US" dirty="0"/>
                  <a:t>If </a:t>
                </a:r>
                <a14:m>
                  <m:oMath xmlns:m="http://schemas.openxmlformats.org/officeDocument/2006/math">
                    <m:r>
                      <a:rPr lang="en-US" i="1">
                        <a:latin typeface="Cambria Math" panose="02040503050406030204" pitchFamily="18" charset="0"/>
                      </a:rPr>
                      <m:t>𝑥</m:t>
                    </m:r>
                    <m:r>
                      <m:rPr>
                        <m:nor/>
                      </m:rPr>
                      <a:rPr lang="en-US">
                        <a:latin typeface="DejaVu Math TeX Gyre" panose="02000503000000000000" charset="0"/>
                      </a:rPr>
                      <m:t>⊀</m:t>
                    </m:r>
                    <m:r>
                      <a:rPr lang="en-US" i="1">
                        <a:latin typeface="Cambria Math" panose="02040503050406030204" pitchFamily="18" charset="0"/>
                      </a:rPr>
                      <m:t>𝑦</m:t>
                    </m:r>
                  </m:oMath>
                </a14:m>
                <a:r>
                  <a:rPr lang="en-US" dirty="0"/>
                  <a:t>, then for </a:t>
                </a:r>
                <a:r>
                  <a:rPr lang="en-US" dirty="0">
                    <a:effectLst>
                      <a:glow rad="139700">
                        <a:schemeClr val="accent6">
                          <a:satMod val="175000"/>
                          <a:alpha val="40000"/>
                        </a:schemeClr>
                      </a:glow>
                    </a:effectLst>
                  </a:rPr>
                  <a:t>some</a:t>
                </a:r>
                <a:r>
                  <a:rPr lang="en-US" dirty="0"/>
                  <a:t> d, want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𝑥</m:t>
                        </m:r>
                      </m:sub>
                    </m:sSub>
                    <m:d>
                      <m:dPr>
                        <m:begChr m:val="["/>
                        <m:endChr m:val="]"/>
                        <m:ctrlPr>
                          <a:rPr lang="en-US" i="1">
                            <a:latin typeface="Cambria Math" panose="02040503050406030204" pitchFamily="18" charset="0"/>
                          </a:rPr>
                        </m:ctrlPr>
                      </m:dPr>
                      <m:e>
                        <m:r>
                          <a:rPr lang="en-US" i="1">
                            <a:latin typeface="Cambria Math" panose="02040503050406030204" pitchFamily="18" charset="0"/>
                          </a:rPr>
                          <m:t>𝑑</m:t>
                        </m:r>
                      </m:e>
                    </m:d>
                    <m:r>
                      <a:rPr lang="en-US" b="0" i="1" smtClean="0">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𝑦</m:t>
                        </m:r>
                      </m:sub>
                    </m:sSub>
                    <m:r>
                      <a:rPr lang="en-US" i="1">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oMath>
                </a14:m>
                <a:endParaRPr lang="en-US" dirty="0"/>
              </a:p>
              <a:p>
                <a:pPr lvl="1"/>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ℓ</m:t>
                        </m:r>
                      </m:e>
                      <m:sub>
                        <m:r>
                          <a:rPr lang="en-US" b="0" i="1" smtClean="0">
                            <a:latin typeface="Cambria Math" panose="02040503050406030204" pitchFamily="18" charset="0"/>
                            <a:ea typeface="Cambria Math" panose="02040503050406030204" pitchFamily="18" charset="0"/>
                          </a:rPr>
                          <m:t>−</m:t>
                        </m:r>
                      </m:sub>
                    </m:sSub>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limLow>
                      <m:limLowPr>
                        <m:ctrlPr>
                          <a:rPr lang="en-US" i="1">
                            <a:latin typeface="Cambria Math" panose="02040503050406030204" pitchFamily="18" charset="0"/>
                          </a:rPr>
                        </m:ctrlPr>
                      </m:limLowPr>
                      <m:e>
                        <m:r>
                          <m:rPr>
                            <m:sty m:val="p"/>
                          </m:rPr>
                          <a:rPr lang="en-US" smtClean="0">
                            <a:effectLst>
                              <a:glow rad="139700">
                                <a:schemeClr val="accent6">
                                  <a:satMod val="175000"/>
                                  <a:alpha val="40000"/>
                                </a:schemeClr>
                              </a:glow>
                            </a:effectLst>
                            <a:latin typeface="Cambria Math" panose="02040503050406030204" pitchFamily="18" charset="0"/>
                          </a:rPr>
                          <m:t>m</m:t>
                        </m:r>
                        <m:r>
                          <m:rPr>
                            <m:sty m:val="p"/>
                          </m:rPr>
                          <a:rPr lang="en-US" b="0" i="0" smtClean="0">
                            <a:effectLst>
                              <a:glow rad="139700">
                                <a:schemeClr val="accent6">
                                  <a:satMod val="175000"/>
                                  <a:alpha val="40000"/>
                                </a:schemeClr>
                              </a:glow>
                            </a:effectLst>
                            <a:latin typeface="Cambria Math" panose="02040503050406030204" pitchFamily="18" charset="0"/>
                          </a:rPr>
                          <m:t>in</m:t>
                        </m:r>
                      </m:e>
                      <m:lim>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𝐷</m:t>
                        </m:r>
                        <m:r>
                          <a:rPr lang="en-US" i="1">
                            <a:latin typeface="Cambria Math" panose="02040503050406030204" pitchFamily="18" charset="0"/>
                          </a:rPr>
                          <m:t>]</m:t>
                        </m:r>
                      </m:lim>
                    </m:limLow>
                    <m:r>
                      <m:rPr>
                        <m:sty m:val="p"/>
                      </m:rPr>
                      <a:rPr lang="en-US">
                        <a:latin typeface="Cambria Math" panose="02040503050406030204" pitchFamily="18" charset="0"/>
                      </a:rPr>
                      <m:t>ReLU</m:t>
                    </m:r>
                    <m:d>
                      <m:dPr>
                        <m:ctrlPr>
                          <a:rPr lang="en-US" i="1" smtClean="0">
                            <a:latin typeface="Cambria Math" panose="02040503050406030204" pitchFamily="18" charset="0"/>
                          </a:rPr>
                        </m:ctrlPr>
                      </m:dPr>
                      <m:e>
                        <m:r>
                          <a:rPr lang="en-US" b="0" i="1" smtClean="0">
                            <a:highlight>
                              <a:srgbClr val="00FFFF"/>
                            </a:highlight>
                            <a:latin typeface="Cambria Math" panose="02040503050406030204" pitchFamily="18" charset="0"/>
                          </a:rPr>
                          <m:t>𝛼</m:t>
                        </m:r>
                        <m:r>
                          <a:rPr lang="en-US" b="0" i="1" smtClean="0">
                            <a:latin typeface="Cambria Math" panose="02040503050406030204" pitchFamily="18" charset="0"/>
                          </a:rPr>
                          <m:t>−</m:t>
                        </m:r>
                        <m:r>
                          <m:rPr>
                            <m:sty m:val="p"/>
                          </m:rPr>
                          <a:rPr lang="en-US" b="0" i="0" smtClean="0">
                            <a:effectLst>
                              <a:glow rad="228600">
                                <a:schemeClr val="accent2">
                                  <a:satMod val="175000"/>
                                  <a:alpha val="40000"/>
                                </a:schemeClr>
                              </a:glow>
                            </a:effectLst>
                            <a:latin typeface="Cambria Math" panose="02040503050406030204" pitchFamily="18" charset="0"/>
                          </a:rPr>
                          <m:t>ReLU</m:t>
                        </m:r>
                        <m:d>
                          <m:dPr>
                            <m:ctrlPr>
                              <a:rPr lang="en-US" b="0" i="1" smtClean="0">
                                <a:effectLst>
                                  <a:glow rad="228600">
                                    <a:schemeClr val="accent2">
                                      <a:satMod val="175000"/>
                                      <a:alpha val="40000"/>
                                    </a:schemeClr>
                                  </a:glow>
                                </a:effectLst>
                                <a:latin typeface="Cambria Math" panose="02040503050406030204" pitchFamily="18" charset="0"/>
                              </a:rPr>
                            </m:ctrlPr>
                          </m:dPr>
                          <m:e>
                            <m:sSub>
                              <m:sSubPr>
                                <m:ctrlPr>
                                  <a:rPr lang="en-US" b="0" i="1" smtClean="0">
                                    <a:effectLst>
                                      <a:glow rad="228600">
                                        <a:schemeClr val="accent2">
                                          <a:satMod val="175000"/>
                                          <a:alpha val="40000"/>
                                        </a:schemeClr>
                                      </a:glow>
                                    </a:effectLst>
                                    <a:latin typeface="Cambria Math" panose="02040503050406030204" pitchFamily="18" charset="0"/>
                                  </a:rPr>
                                </m:ctrlPr>
                              </m:sSubPr>
                              <m:e>
                                <m:r>
                                  <a:rPr lang="en-US" b="0" i="1" smtClean="0">
                                    <a:effectLst>
                                      <a:glow rad="228600">
                                        <a:schemeClr val="accent2">
                                          <a:satMod val="175000"/>
                                          <a:alpha val="40000"/>
                                        </a:schemeClr>
                                      </a:glow>
                                    </a:effectLst>
                                    <a:latin typeface="Cambria Math" panose="02040503050406030204" pitchFamily="18" charset="0"/>
                                  </a:rPr>
                                  <m:t>𝑢</m:t>
                                </m:r>
                              </m:e>
                              <m:sub>
                                <m:r>
                                  <a:rPr lang="en-US" b="0" i="1" smtClean="0">
                                    <a:effectLst>
                                      <a:glow rad="228600">
                                        <a:schemeClr val="accent2">
                                          <a:satMod val="175000"/>
                                          <a:alpha val="40000"/>
                                        </a:schemeClr>
                                      </a:glow>
                                    </a:effectLst>
                                    <a:latin typeface="Cambria Math" panose="02040503050406030204" pitchFamily="18" charset="0"/>
                                  </a:rPr>
                                  <m:t>𝑦</m:t>
                                </m:r>
                              </m:sub>
                            </m:sSub>
                            <m:d>
                              <m:dPr>
                                <m:begChr m:val="["/>
                                <m:endChr m:val="]"/>
                                <m:ctrlPr>
                                  <a:rPr lang="en-US" i="1">
                                    <a:effectLst>
                                      <a:glow rad="228600">
                                        <a:schemeClr val="accent2">
                                          <a:satMod val="175000"/>
                                          <a:alpha val="40000"/>
                                        </a:schemeClr>
                                      </a:glow>
                                    </a:effectLst>
                                    <a:latin typeface="Cambria Math" panose="02040503050406030204" pitchFamily="18" charset="0"/>
                                  </a:rPr>
                                </m:ctrlPr>
                              </m:dPr>
                              <m:e>
                                <m:r>
                                  <a:rPr lang="en-US" i="1">
                                    <a:effectLst>
                                      <a:glow rad="228600">
                                        <a:schemeClr val="accent2">
                                          <a:satMod val="175000"/>
                                          <a:alpha val="40000"/>
                                        </a:schemeClr>
                                      </a:glow>
                                    </a:effectLst>
                                    <a:latin typeface="Cambria Math" panose="02040503050406030204" pitchFamily="18" charset="0"/>
                                  </a:rPr>
                                  <m:t>𝑑</m:t>
                                </m:r>
                              </m:e>
                            </m:d>
                            <m:r>
                              <a:rPr lang="en-US" i="1">
                                <a:effectLst>
                                  <a:glow rad="228600">
                                    <a:schemeClr val="accent2">
                                      <a:satMod val="175000"/>
                                      <a:alpha val="40000"/>
                                    </a:schemeClr>
                                  </a:glow>
                                </a:effectLst>
                                <a:latin typeface="Cambria Math" panose="02040503050406030204" pitchFamily="18" charset="0"/>
                              </a:rPr>
                              <m:t>−</m:t>
                            </m:r>
                            <m:sSub>
                              <m:sSubPr>
                                <m:ctrlPr>
                                  <a:rPr lang="en-US" i="1">
                                    <a:effectLst>
                                      <a:glow rad="228600">
                                        <a:schemeClr val="accent2">
                                          <a:satMod val="175000"/>
                                          <a:alpha val="40000"/>
                                        </a:schemeClr>
                                      </a:glow>
                                    </a:effectLst>
                                    <a:latin typeface="Cambria Math" panose="02040503050406030204" pitchFamily="18" charset="0"/>
                                  </a:rPr>
                                </m:ctrlPr>
                              </m:sSubPr>
                              <m:e>
                                <m:r>
                                  <a:rPr lang="en-US" i="1">
                                    <a:effectLst>
                                      <a:glow rad="228600">
                                        <a:schemeClr val="accent2">
                                          <a:satMod val="175000"/>
                                          <a:alpha val="40000"/>
                                        </a:schemeClr>
                                      </a:glow>
                                    </a:effectLst>
                                    <a:latin typeface="Cambria Math" panose="02040503050406030204" pitchFamily="18" charset="0"/>
                                  </a:rPr>
                                  <m:t>𝑢</m:t>
                                </m:r>
                              </m:e>
                              <m:sub>
                                <m:r>
                                  <a:rPr lang="en-US" b="0" i="1" smtClean="0">
                                    <a:effectLst>
                                      <a:glow rad="228600">
                                        <a:schemeClr val="accent2">
                                          <a:satMod val="175000"/>
                                          <a:alpha val="40000"/>
                                        </a:schemeClr>
                                      </a:glow>
                                    </a:effectLst>
                                    <a:latin typeface="Cambria Math" panose="02040503050406030204" pitchFamily="18" charset="0"/>
                                  </a:rPr>
                                  <m:t>𝑥</m:t>
                                </m:r>
                              </m:sub>
                            </m:sSub>
                            <m:r>
                              <a:rPr lang="en-US" i="1">
                                <a:effectLst>
                                  <a:glow rad="228600">
                                    <a:schemeClr val="accent2">
                                      <a:satMod val="175000"/>
                                      <a:alpha val="40000"/>
                                    </a:schemeClr>
                                  </a:glow>
                                </a:effectLst>
                                <a:latin typeface="Cambria Math" panose="02040503050406030204" pitchFamily="18" charset="0"/>
                              </a:rPr>
                              <m:t>[</m:t>
                            </m:r>
                            <m:r>
                              <a:rPr lang="en-US" i="1">
                                <a:effectLst>
                                  <a:glow rad="228600">
                                    <a:schemeClr val="accent2">
                                      <a:satMod val="175000"/>
                                      <a:alpha val="40000"/>
                                    </a:schemeClr>
                                  </a:glow>
                                </a:effectLst>
                                <a:latin typeface="Cambria Math" panose="02040503050406030204" pitchFamily="18" charset="0"/>
                              </a:rPr>
                              <m:t>𝑑</m:t>
                            </m:r>
                            <m:r>
                              <a:rPr lang="en-US" i="1">
                                <a:effectLst>
                                  <a:glow rad="228600">
                                    <a:schemeClr val="accent2">
                                      <a:satMod val="175000"/>
                                      <a:alpha val="40000"/>
                                    </a:schemeClr>
                                  </a:glow>
                                </a:effectLst>
                                <a:latin typeface="Cambria Math" panose="02040503050406030204" pitchFamily="18" charset="0"/>
                              </a:rPr>
                              <m:t>]</m:t>
                            </m:r>
                          </m:e>
                        </m:d>
                      </m:e>
                    </m:d>
                  </m:oMath>
                </a14:m>
                <a:endParaRPr lang="en-US" dirty="0"/>
              </a:p>
              <a:p>
                <a:r>
                  <a:rPr lang="en-US" dirty="0"/>
                  <a:t>All open cones and their intersections have same measure of volume (unlike in-order intervals)</a:t>
                </a:r>
                <a:endParaRPr lang="en-US" dirty="0"/>
              </a:p>
              <a:p>
                <a:pPr lvl="1"/>
                <a:r>
                  <a:rPr lang="en-US" dirty="0"/>
                  <a:t>… even though Politicians </a:t>
                </a:r>
                <a:r>
                  <a:rPr lang="en-US" dirty="0">
                    <a:effectLst>
                      <a:glow rad="139700">
                        <a:schemeClr val="accent2">
                          <a:satMod val="175000"/>
                          <a:alpha val="40000"/>
                        </a:schemeClr>
                      </a:glow>
                    </a:effectLst>
                  </a:rPr>
                  <a:t>⊊</a:t>
                </a:r>
                <a:r>
                  <a:rPr lang="en-US" dirty="0"/>
                  <a:t> People</a:t>
                </a:r>
                <a:endParaRPr lang="en-US" dirty="0"/>
              </a:p>
              <a:p>
                <a:r>
                  <a:rPr lang="en-US" dirty="0"/>
                  <a:t>Hard to model negative correlation</a:t>
                </a:r>
                <a:endParaRPr lang="en-US" dirty="0"/>
              </a:p>
              <a:p>
                <a:pPr lvl="1"/>
                <a:r>
                  <a:rPr lang="en-US" altLang="en-US" dirty="0"/>
                  <a:t>X is-a fruit </a:t>
                </a:r>
                <a:r>
                  <a:rPr lang="en-US" altLang="en-US" dirty="0">
                    <a:sym typeface="Symbol" panose="05050102010706020507" pitchFamily="18" charset="2"/>
                  </a:rPr>
                  <a:t> </a:t>
                </a:r>
                <a:r>
                  <a:rPr lang="en-US" altLang="en-US" dirty="0"/>
                  <a:t>X is-not-a scientist</a:t>
                </a:r>
                <a:endParaRPr lang="en-US" alt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p:sp>
        <p:nvSpPr>
          <p:cNvPr id="3" name="Speech Bubble: Rectangle with Corners Rounded 2"/>
          <p:cNvSpPr/>
          <p:nvPr/>
        </p:nvSpPr>
        <p:spPr>
          <a:xfrm>
            <a:off x="9037301" y="1747649"/>
            <a:ext cx="1498791" cy="426262"/>
          </a:xfrm>
          <a:prstGeom prst="wedgeRoundRectCallout">
            <a:avLst>
              <a:gd name="adj1" fmla="val -120833"/>
              <a:gd name="adj2" fmla="val -201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Want small</a:t>
            </a:r>
            <a:endParaRPr lang="en-US" dirty="0"/>
          </a:p>
        </p:txBody>
      </p:sp>
      <p:sp>
        <p:nvSpPr>
          <p:cNvPr id="7" name="Speech Bubble: Rectangle with Corners Rounded 6"/>
          <p:cNvSpPr/>
          <p:nvPr/>
        </p:nvSpPr>
        <p:spPr>
          <a:xfrm>
            <a:off x="10609561" y="2173709"/>
            <a:ext cx="1498791" cy="426262"/>
          </a:xfrm>
          <a:prstGeom prst="wedgeRoundRectCallout">
            <a:avLst>
              <a:gd name="adj1" fmla="val -160916"/>
              <a:gd name="adj2" fmla="val 17938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Want large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7"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(Hyper)rectangle/</a:t>
            </a:r>
            <a:r>
              <a:rPr lang="en-US" dirty="0">
                <a:hlinkClick r:id="rId1"/>
              </a:rPr>
              <a:t>box embeddings</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a:xfrm>
                <a:off x="838200" y="1243965"/>
                <a:ext cx="10515600" cy="2762885"/>
              </a:xfrm>
            </p:spPr>
            <p:txBody>
              <a:bodyPr>
                <a:normAutofit/>
              </a:bodyPr>
              <a:lstStyle/>
              <a:p>
                <a:r>
                  <a:rPr lang="en-US" altLang="en-US" dirty="0"/>
                  <a:t>Each type/item </a:t>
                </a:r>
                <a14:m>
                  <m:oMath xmlns:m="http://schemas.openxmlformats.org/officeDocument/2006/math">
                    <m:r>
                      <a:rPr lang="en-US" altLang="en-US" i="1" dirty="0" smtClean="0">
                        <a:latin typeface="Cambria Math" panose="02040503050406030204" pitchFamily="18" charset="0"/>
                      </a:rPr>
                      <m:t>𝑥</m:t>
                    </m:r>
                  </m:oMath>
                </a14:m>
                <a:r>
                  <a:rPr lang="en-US" altLang="en-US" dirty="0"/>
                  <a:t> characterized by </a:t>
                </a:r>
                <a:r>
                  <a:rPr lang="en-US" altLang="en-US" dirty="0">
                    <a:effectLst>
                      <a:glow rad="139700">
                        <a:schemeClr val="accent4">
                          <a:satMod val="175000"/>
                          <a:alpha val="40000"/>
                        </a:schemeClr>
                      </a:glow>
                    </a:effectLst>
                  </a:rPr>
                  <a:t>interval</a:t>
                </a:r>
                <a:r>
                  <a:rPr lang="en-US" altLang="en-US" dirty="0"/>
                  <a:t>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𝐼</m:t>
                        </m:r>
                      </m:e>
                      <m:sub>
                        <m:r>
                          <a:rPr lang="en-US" altLang="en-US" b="0" i="1" smtClean="0">
                            <a:latin typeface="Cambria Math" panose="02040503050406030204" pitchFamily="18" charset="0"/>
                          </a:rPr>
                          <m:t>𝑥</m:t>
                        </m:r>
                      </m:sub>
                    </m:sSub>
                    <m:d>
                      <m:dPr>
                        <m:begChr m:val="["/>
                        <m:endChr m:val="]"/>
                        <m:ctrlPr>
                          <a:rPr lang="en-US" altLang="en-US" b="0" i="1" smtClean="0">
                            <a:latin typeface="Cambria Math" panose="02040503050406030204" pitchFamily="18" charset="0"/>
                          </a:rPr>
                        </m:ctrlPr>
                      </m:dPr>
                      <m:e>
                        <m:r>
                          <a:rPr lang="en-US" altLang="en-US" b="0" i="1" smtClean="0">
                            <a:latin typeface="Cambria Math" panose="02040503050406030204" pitchFamily="18" charset="0"/>
                          </a:rPr>
                          <m:t>𝑑</m:t>
                        </m:r>
                      </m:e>
                    </m:d>
                    <m:r>
                      <a:rPr lang="en-US" altLang="en-US" b="0" i="1" smtClean="0">
                        <a:latin typeface="Cambria Math" panose="02040503050406030204" pitchFamily="18" charset="0"/>
                      </a:rPr>
                      <m:t>=</m:t>
                    </m:r>
                    <m:d>
                      <m:dPr>
                        <m:begChr m:val="["/>
                        <m:endChr m:val="]"/>
                        <m:ctrlPr>
                          <a:rPr lang="en-US" altLang="en-US" b="0" i="1" smtClean="0">
                            <a:latin typeface="Cambria Math" panose="02040503050406030204" pitchFamily="18" charset="0"/>
                          </a:rPr>
                        </m:ctrlPr>
                      </m:dPr>
                      <m:e>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𝑏</m:t>
                            </m:r>
                          </m:e>
                          <m:sub>
                            <m:r>
                              <a:rPr lang="en-US" altLang="en-US" b="0" i="1" smtClean="0">
                                <a:latin typeface="Cambria Math" panose="02040503050406030204" pitchFamily="18" charset="0"/>
                              </a:rPr>
                              <m:t>𝑥</m:t>
                            </m:r>
                            <m:r>
                              <a:rPr lang="en-US" altLang="en-US" b="0" i="1" smtClean="0">
                                <a:latin typeface="Cambria Math" panose="02040503050406030204" pitchFamily="18" charset="0"/>
                              </a:rPr>
                              <m:t>,</m:t>
                            </m:r>
                            <m:r>
                              <a:rPr lang="en-US" altLang="en-US" b="0" i="1" smtClean="0">
                                <a:latin typeface="Cambria Math" panose="02040503050406030204" pitchFamily="18" charset="0"/>
                              </a:rPr>
                              <m:t>𝑑</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ℎ</m:t>
                            </m:r>
                          </m:e>
                          <m:sub>
                            <m:r>
                              <a:rPr lang="en-US" altLang="en-US" b="0" i="1" smtClean="0">
                                <a:latin typeface="Cambria Math" panose="02040503050406030204" pitchFamily="18" charset="0"/>
                              </a:rPr>
                              <m:t>𝑥</m:t>
                            </m:r>
                            <m:r>
                              <a:rPr lang="en-US" altLang="en-US" b="0" i="1" smtClean="0">
                                <a:latin typeface="Cambria Math" panose="02040503050406030204" pitchFamily="18" charset="0"/>
                              </a:rPr>
                              <m:t>,</m:t>
                            </m:r>
                            <m:r>
                              <a:rPr lang="en-US" altLang="en-US" b="0" i="1" smtClean="0">
                                <a:latin typeface="Cambria Math" panose="02040503050406030204" pitchFamily="18" charset="0"/>
                              </a:rPr>
                              <m:t>𝑑</m:t>
                            </m:r>
                          </m:sub>
                        </m:sSub>
                      </m:e>
                    </m:d>
                  </m:oMath>
                </a14:m>
                <a:r>
                  <a:rPr lang="en-US" altLang="en-US" dirty="0"/>
                  <a:t> for each dimension </a:t>
                </a:r>
                <a14:m>
                  <m:oMath xmlns:m="http://schemas.openxmlformats.org/officeDocument/2006/math">
                    <m:r>
                      <a:rPr lang="en-US" altLang="en-US" i="1" dirty="0" smtClean="0">
                        <a:latin typeface="Cambria Math" panose="02040503050406030204" pitchFamily="18" charset="0"/>
                      </a:rPr>
                      <m:t>𝑑</m:t>
                    </m:r>
                  </m:oMath>
                </a14:m>
                <a:endParaRPr lang="en-US" altLang="en-US" dirty="0"/>
              </a:p>
              <a:p>
                <a:r>
                  <a:rPr lang="en-US" altLang="en-US" dirty="0"/>
                  <a:t>Want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𝐼</m:t>
                        </m:r>
                      </m:e>
                      <m:sub>
                        <m:r>
                          <a:rPr lang="en-US" altLang="en-US" b="0" i="1" smtClean="0">
                            <a:latin typeface="Cambria Math" panose="02040503050406030204" pitchFamily="18" charset="0"/>
                          </a:rPr>
                          <m:t>𝑥</m:t>
                        </m:r>
                      </m:sub>
                    </m:sSub>
                    <m:d>
                      <m:dPr>
                        <m:begChr m:val="["/>
                        <m:endChr m:val="]"/>
                        <m:ctrlPr>
                          <a:rPr lang="en-US" altLang="en-US" b="0" i="1" smtClean="0">
                            <a:latin typeface="Cambria Math" panose="02040503050406030204" pitchFamily="18" charset="0"/>
                          </a:rPr>
                        </m:ctrlPr>
                      </m:dPr>
                      <m:e>
                        <m:r>
                          <a:rPr lang="en-US" altLang="en-US" b="0" i="1" smtClean="0">
                            <a:latin typeface="Cambria Math" panose="02040503050406030204" pitchFamily="18" charset="0"/>
                          </a:rPr>
                          <m:t>𝑑</m:t>
                        </m:r>
                      </m:e>
                    </m:d>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𝐼</m:t>
                        </m:r>
                      </m:e>
                      <m:sub>
                        <m:r>
                          <a:rPr lang="en-US" altLang="en-US" b="0" i="1" smtClean="0">
                            <a:latin typeface="Cambria Math" panose="02040503050406030204" pitchFamily="18" charset="0"/>
                          </a:rPr>
                          <m:t>𝑦</m:t>
                        </m:r>
                      </m:sub>
                    </m:sSub>
                    <m:d>
                      <m:dPr>
                        <m:begChr m:val="["/>
                        <m:endChr m:val="]"/>
                        <m:ctrlPr>
                          <a:rPr lang="en-US" altLang="en-US" b="0" i="1" smtClean="0">
                            <a:latin typeface="Cambria Math" panose="02040503050406030204" pitchFamily="18" charset="0"/>
                          </a:rPr>
                        </m:ctrlPr>
                      </m:dPr>
                      <m:e>
                        <m:r>
                          <a:rPr lang="en-US" altLang="en-US" b="0" i="1" smtClean="0">
                            <a:latin typeface="Cambria Math" panose="02040503050406030204" pitchFamily="18" charset="0"/>
                          </a:rPr>
                          <m:t>𝑑</m:t>
                        </m:r>
                      </m:e>
                    </m:d>
                    <m:r>
                      <a:rPr lang="en-US" altLang="en-US" b="0" i="1" smtClean="0">
                        <a:latin typeface="Cambria Math" panose="02040503050406030204" pitchFamily="18" charset="0"/>
                      </a:rPr>
                      <m:t> ∀</m:t>
                    </m:r>
                    <m:r>
                      <a:rPr lang="en-US" altLang="en-US" b="0" i="1" smtClean="0">
                        <a:latin typeface="Cambria Math" panose="02040503050406030204" pitchFamily="18" charset="0"/>
                      </a:rPr>
                      <m:t>𝑑</m:t>
                    </m:r>
                  </m:oMath>
                </a14:m>
                <a:r>
                  <a:rPr lang="en-US" altLang="en-US" dirty="0"/>
                  <a:t>, </a:t>
                </a:r>
                <a:r>
                  <a:rPr lang="en-US" altLang="en-US" dirty="0" err="1"/>
                  <a:t>iff</a:t>
                </a:r>
                <a:r>
                  <a:rPr lang="en-US" altLang="en-US" dirty="0"/>
                  <a:t> </a:t>
                </a:r>
                <a14:m>
                  <m:oMath xmlns:m="http://schemas.openxmlformats.org/officeDocument/2006/math">
                    <m:r>
                      <a:rPr lang="en-US" altLang="en-US" b="0" i="1" smtClean="0">
                        <a:latin typeface="Cambria Math" panose="02040503050406030204" pitchFamily="18" charset="0"/>
                      </a:rPr>
                      <m:t>𝑥</m:t>
                    </m:r>
                    <m:r>
                      <a:rPr lang="en-US" altLang="en-US" b="0" i="1" smtClean="0">
                        <a:latin typeface="Cambria Math" panose="02040503050406030204" pitchFamily="18" charset="0"/>
                      </a:rPr>
                      <m:t>≺</m:t>
                    </m:r>
                    <m:r>
                      <a:rPr lang="en-US" altLang="en-US" b="0" i="1" smtClean="0">
                        <a:latin typeface="Cambria Math" panose="02040503050406030204" pitchFamily="18" charset="0"/>
                      </a:rPr>
                      <m:t>𝑦</m:t>
                    </m:r>
                  </m:oMath>
                </a14:m>
                <a:endParaRPr lang="en-US" altLang="en-US" dirty="0"/>
              </a:p>
              <a:p>
                <a:r>
                  <a:rPr lang="en-US" altLang="en-US" dirty="0"/>
                  <a:t>Learning to lay out Venn diagrams</a:t>
                </a:r>
                <a:endParaRPr lang="en-US" altLang="en-US" dirty="0"/>
              </a:p>
              <a:p>
                <a:r>
                  <a:rPr lang="en-US" altLang="en-US" dirty="0"/>
                  <a:t>Set </a:t>
                </a:r>
                <a14:m>
                  <m:oMath xmlns:m="http://schemas.openxmlformats.org/officeDocument/2006/math">
                    <m:r>
                      <a:rPr lang="en-US" altLang="en-US" i="1" dirty="0">
                        <a:latin typeface="Cambria Math" panose="02040503050406030204" pitchFamily="18" charset="0"/>
                        <a:cs typeface="DejaVu Math TeX Gyre" panose="02000503000000000000" charset="0"/>
                      </a:rPr>
                      <m:t>↔</m:t>
                    </m:r>
                  </m:oMath>
                </a14:m>
                <a:r>
                  <a:rPr lang="en-US" altLang="en-US" dirty="0"/>
                  <a:t> rectangle (in large number of dimensions)</a:t>
                </a:r>
                <a:endParaRPr lang="en-US" alt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xfrm>
                <a:off x="838200" y="1243965"/>
                <a:ext cx="10515600" cy="2762885"/>
              </a:xfrm>
              <a:blipFill rotWithShape="1">
                <a:blip r:embed="rId2"/>
                <a:stretch>
                  <a:fillRect/>
                </a:stretch>
              </a:blipFill>
            </p:spPr>
            <p:txBody>
              <a:bodyPr/>
              <a:lstStyle/>
              <a:p>
                <a:r>
                  <a:rPr lang="en-US" altLang="en-US">
                    <a:noFill/>
                  </a:rPr>
                  <a:t> </a:t>
                </a:r>
              </a:p>
            </p:txBody>
          </p:sp>
        </mc:Fallback>
      </mc:AlternateContent>
      <p:sp>
        <p:nvSpPr>
          <p:cNvPr id="6" name="Rectangle 4"/>
          <p:cNvSpPr>
            <a:spLocks noChangeArrowheads="1"/>
          </p:cNvSpPr>
          <p:nvPr/>
        </p:nvSpPr>
        <p:spPr bwMode="auto">
          <a:xfrm>
            <a:off x="3581400" y="4369910"/>
            <a:ext cx="3886200" cy="19050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pPr algn="ctr"/>
            <a:endParaRPr lang="en-US" altLang="en-US" sz="2130">
              <a:latin typeface="Helvetica" panose="020B0604020202020204" pitchFamily="34" charset="0"/>
            </a:endParaRPr>
          </a:p>
        </p:txBody>
      </p:sp>
      <p:sp>
        <p:nvSpPr>
          <p:cNvPr id="7" name="Text Box 5"/>
          <p:cNvSpPr txBox="1">
            <a:spLocks noChangeArrowheads="1"/>
          </p:cNvSpPr>
          <p:nvPr/>
        </p:nvSpPr>
        <p:spPr bwMode="auto">
          <a:xfrm>
            <a:off x="17466" y="4693412"/>
            <a:ext cx="1336675"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dirty="0">
                <a:latin typeface="Helvetica" panose="020B0604020202020204" pitchFamily="34" charset="0"/>
              </a:rPr>
              <a:t>Scientist</a:t>
            </a:r>
            <a:endParaRPr lang="en-US" altLang="en-US" sz="2130" dirty="0">
              <a:latin typeface="Helvetica" panose="020B0604020202020204" pitchFamily="34" charset="0"/>
            </a:endParaRPr>
          </a:p>
        </p:txBody>
      </p:sp>
      <p:cxnSp>
        <p:nvCxnSpPr>
          <p:cNvPr id="8" name="AutoShape 6"/>
          <p:cNvCxnSpPr>
            <a:cxnSpLocks noChangeShapeType="1"/>
            <a:stCxn id="7" idx="3"/>
            <a:endCxn id="6" idx="1"/>
          </p:cNvCxnSpPr>
          <p:nvPr/>
        </p:nvCxnSpPr>
        <p:spPr bwMode="auto">
          <a:xfrm>
            <a:off x="1354141" y="4902675"/>
            <a:ext cx="2226945" cy="419735"/>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Rectangle 10"/>
          <p:cNvSpPr>
            <a:spLocks noChangeArrowheads="1"/>
          </p:cNvSpPr>
          <p:nvPr/>
        </p:nvSpPr>
        <p:spPr bwMode="auto">
          <a:xfrm>
            <a:off x="3905703" y="4827110"/>
            <a:ext cx="3200491" cy="1295400"/>
          </a:xfrm>
          <a:prstGeom prst="rect">
            <a:avLst/>
          </a:prstGeom>
          <a:solidFill>
            <a:srgbClr val="99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pPr algn="ctr"/>
            <a:endParaRPr lang="en-US" altLang="en-US" sz="2130">
              <a:latin typeface="Helvetica" panose="020B0604020202020204" pitchFamily="34" charset="0"/>
            </a:endParaRPr>
          </a:p>
        </p:txBody>
      </p:sp>
      <p:sp>
        <p:nvSpPr>
          <p:cNvPr id="10" name="Text Box 9"/>
          <p:cNvSpPr txBox="1">
            <a:spLocks noChangeArrowheads="1"/>
          </p:cNvSpPr>
          <p:nvPr/>
        </p:nvSpPr>
        <p:spPr bwMode="auto">
          <a:xfrm>
            <a:off x="4074838" y="5019533"/>
            <a:ext cx="1164088" cy="41910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dirty="0">
                <a:latin typeface="Helvetica" panose="020B0604020202020204" pitchFamily="34" charset="0"/>
              </a:rPr>
              <a:t>Einstein</a:t>
            </a:r>
            <a:endParaRPr lang="en-US" altLang="en-US" sz="2130" dirty="0">
              <a:latin typeface="Helvetica" panose="020B0604020202020204" pitchFamily="34" charset="0"/>
            </a:endParaRPr>
          </a:p>
        </p:txBody>
      </p:sp>
      <p:sp>
        <p:nvSpPr>
          <p:cNvPr id="12" name="Text Box 12"/>
          <p:cNvSpPr txBox="1">
            <a:spLocks noChangeArrowheads="1"/>
          </p:cNvSpPr>
          <p:nvPr/>
        </p:nvSpPr>
        <p:spPr bwMode="auto">
          <a:xfrm>
            <a:off x="660403" y="5645912"/>
            <a:ext cx="1387475"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dirty="0">
                <a:latin typeface="Helvetica" panose="020B0604020202020204" pitchFamily="34" charset="0"/>
              </a:rPr>
              <a:t>Physicist</a:t>
            </a:r>
            <a:endParaRPr lang="en-US" altLang="en-US" sz="2130" dirty="0">
              <a:latin typeface="Helvetica" panose="020B0604020202020204" pitchFamily="34" charset="0"/>
            </a:endParaRPr>
          </a:p>
        </p:txBody>
      </p:sp>
      <p:cxnSp>
        <p:nvCxnSpPr>
          <p:cNvPr id="13" name="AutoShape 13"/>
          <p:cNvCxnSpPr>
            <a:cxnSpLocks noChangeShapeType="1"/>
            <a:stCxn id="12" idx="3"/>
            <a:endCxn id="9" idx="1"/>
          </p:cNvCxnSpPr>
          <p:nvPr/>
        </p:nvCxnSpPr>
        <p:spPr bwMode="auto">
          <a:xfrm flipV="1">
            <a:off x="2047878" y="5474810"/>
            <a:ext cx="1858010" cy="380365"/>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ectangle 14"/>
          <p:cNvSpPr>
            <a:spLocks noChangeArrowheads="1"/>
          </p:cNvSpPr>
          <p:nvPr/>
        </p:nvSpPr>
        <p:spPr bwMode="auto">
          <a:xfrm>
            <a:off x="7924800" y="4369910"/>
            <a:ext cx="2286000" cy="1066800"/>
          </a:xfrm>
          <a:prstGeom prst="rect">
            <a:avLst/>
          </a:prstGeom>
          <a:solidFill>
            <a:srgbClr val="FFCC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pPr algn="ctr"/>
            <a:endParaRPr lang="en-US" altLang="en-US" sz="2130">
              <a:latin typeface="Helvetica" panose="020B0604020202020204" pitchFamily="34" charset="0"/>
            </a:endParaRPr>
          </a:p>
        </p:txBody>
      </p:sp>
      <p:sp>
        <p:nvSpPr>
          <p:cNvPr id="15" name="Text Box 8"/>
          <p:cNvSpPr txBox="1">
            <a:spLocks noChangeArrowheads="1"/>
          </p:cNvSpPr>
          <p:nvPr/>
        </p:nvSpPr>
        <p:spPr bwMode="auto">
          <a:xfrm>
            <a:off x="8389938" y="4750910"/>
            <a:ext cx="1154656" cy="41910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dirty="0">
                <a:latin typeface="Helvetica" panose="020B0604020202020204" pitchFamily="34" charset="0"/>
              </a:rPr>
              <a:t>Banana</a:t>
            </a:r>
            <a:endParaRPr lang="en-US" altLang="en-US" sz="2130" dirty="0">
              <a:latin typeface="Helvetica" panose="020B0604020202020204" pitchFamily="34" charset="0"/>
            </a:endParaRPr>
          </a:p>
        </p:txBody>
      </p:sp>
      <p:sp>
        <p:nvSpPr>
          <p:cNvPr id="16" name="Text Box 15"/>
          <p:cNvSpPr txBox="1">
            <a:spLocks noChangeArrowheads="1"/>
          </p:cNvSpPr>
          <p:nvPr/>
        </p:nvSpPr>
        <p:spPr bwMode="auto">
          <a:xfrm>
            <a:off x="10675938" y="4681971"/>
            <a:ext cx="784542"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dirty="0">
                <a:latin typeface="Helvetica" panose="020B0604020202020204" pitchFamily="34" charset="0"/>
              </a:rPr>
              <a:t>Fruit</a:t>
            </a:r>
            <a:endParaRPr lang="en-US" altLang="en-US" sz="2130" dirty="0">
              <a:latin typeface="Helvetica" panose="020B0604020202020204" pitchFamily="34" charset="0"/>
            </a:endParaRPr>
          </a:p>
        </p:txBody>
      </p:sp>
      <p:cxnSp>
        <p:nvCxnSpPr>
          <p:cNvPr id="17" name="AutoShape 16"/>
          <p:cNvCxnSpPr>
            <a:cxnSpLocks noChangeShapeType="1"/>
            <a:stCxn id="16" idx="1"/>
            <a:endCxn id="14" idx="3"/>
          </p:cNvCxnSpPr>
          <p:nvPr/>
        </p:nvCxnSpPr>
        <p:spPr bwMode="auto">
          <a:xfrm flipH="1">
            <a:off x="10210483" y="4891234"/>
            <a:ext cx="465455" cy="12065"/>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Rectangle 22"/>
          <p:cNvSpPr/>
          <p:nvPr/>
        </p:nvSpPr>
        <p:spPr>
          <a:xfrm>
            <a:off x="5524501" y="5551705"/>
            <a:ext cx="3543300" cy="1028005"/>
          </a:xfrm>
          <a:prstGeom prst="rect">
            <a:avLst/>
          </a:prstGeom>
          <a:solidFill>
            <a:srgbClr val="E2F0D9">
              <a:alpha val="6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 Box 15"/>
          <p:cNvSpPr txBox="1">
            <a:spLocks noChangeArrowheads="1"/>
          </p:cNvSpPr>
          <p:nvPr/>
        </p:nvSpPr>
        <p:spPr bwMode="auto">
          <a:xfrm>
            <a:off x="10479991" y="5705227"/>
            <a:ext cx="1404938"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dirty="0">
                <a:latin typeface="Helvetica" panose="020B0604020202020204" pitchFamily="34" charset="0"/>
              </a:rPr>
              <a:t>Politician</a:t>
            </a:r>
            <a:endParaRPr lang="en-US" altLang="en-US" sz="2130" dirty="0">
              <a:latin typeface="Helvetica" panose="020B0604020202020204" pitchFamily="34" charset="0"/>
            </a:endParaRPr>
          </a:p>
        </p:txBody>
      </p:sp>
      <p:cxnSp>
        <p:nvCxnSpPr>
          <p:cNvPr id="28" name="Straight Arrow Connector 27"/>
          <p:cNvCxnSpPr>
            <a:stCxn id="26" idx="1"/>
            <a:endCxn id="23" idx="3"/>
          </p:cNvCxnSpPr>
          <p:nvPr/>
        </p:nvCxnSpPr>
        <p:spPr>
          <a:xfrm flipH="1">
            <a:off x="9067751" y="5915125"/>
            <a:ext cx="1412240" cy="1511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 Box 9"/>
          <p:cNvSpPr txBox="1">
            <a:spLocks noChangeArrowheads="1"/>
          </p:cNvSpPr>
          <p:nvPr/>
        </p:nvSpPr>
        <p:spPr bwMode="auto">
          <a:xfrm>
            <a:off x="5725112" y="5645218"/>
            <a:ext cx="1164088" cy="41910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dirty="0">
                <a:latin typeface="Helvetica" panose="020B0604020202020204" pitchFamily="34" charset="0"/>
              </a:rPr>
              <a:t>Merkel</a:t>
            </a:r>
            <a:endParaRPr lang="en-US" altLang="en-US" sz="2130" dirty="0">
              <a:latin typeface="Helvetica" panose="020B0604020202020204" pitchFamily="34" charset="0"/>
            </a:endParaRPr>
          </a:p>
        </p:txBody>
      </p:sp>
      <p:sp>
        <p:nvSpPr>
          <p:cNvPr id="33" name="Text Box 8"/>
          <p:cNvSpPr txBox="1">
            <a:spLocks noChangeArrowheads="1"/>
          </p:cNvSpPr>
          <p:nvPr/>
        </p:nvSpPr>
        <p:spPr bwMode="auto">
          <a:xfrm>
            <a:off x="7775982" y="5965759"/>
            <a:ext cx="810669" cy="41910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dirty="0">
                <a:latin typeface="Helvetica" panose="020B0604020202020204" pitchFamily="34" charset="0"/>
              </a:rPr>
              <a:t>Bush</a:t>
            </a:r>
            <a:endParaRPr lang="en-US" altLang="en-US" sz="2130" dirty="0">
              <a:latin typeface="Helvetica" panose="020B060402020202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     Hinge loss for boxes</a:t>
            </a:r>
            <a:endParaRPr lang="en-US" dirty="0"/>
          </a:p>
        </p:txBody>
      </p:sp>
      <p:pic>
        <p:nvPicPr>
          <p:cNvPr id="1028" name="Picture 4" descr="Custom Made Wooden Trinket Box With Hinge Lid And Inlay"/>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 y="0"/>
            <a:ext cx="1124678" cy="84406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10"/>
          <p:cNvSpPr>
            <a:spLocks noChangeArrowheads="1"/>
          </p:cNvSpPr>
          <p:nvPr/>
        </p:nvSpPr>
        <p:spPr bwMode="auto">
          <a:xfrm>
            <a:off x="457200" y="1592262"/>
            <a:ext cx="3276600" cy="1524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9" name="Rectangle 11"/>
          <p:cNvSpPr>
            <a:spLocks noChangeArrowheads="1"/>
          </p:cNvSpPr>
          <p:nvPr/>
        </p:nvSpPr>
        <p:spPr bwMode="auto">
          <a:xfrm>
            <a:off x="1295400" y="1744662"/>
            <a:ext cx="1371600" cy="152400"/>
          </a:xfrm>
          <a:prstGeom prst="rect">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10" name="Rectangle 14"/>
          <p:cNvSpPr>
            <a:spLocks noChangeArrowheads="1"/>
          </p:cNvSpPr>
          <p:nvPr/>
        </p:nvSpPr>
        <p:spPr bwMode="auto">
          <a:xfrm>
            <a:off x="1028700" y="4876800"/>
            <a:ext cx="2209800" cy="1524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11" name="Rectangle 15"/>
          <p:cNvSpPr>
            <a:spLocks noChangeArrowheads="1"/>
          </p:cNvSpPr>
          <p:nvPr/>
        </p:nvSpPr>
        <p:spPr bwMode="auto">
          <a:xfrm>
            <a:off x="2286000" y="5029200"/>
            <a:ext cx="1371600" cy="152400"/>
          </a:xfrm>
          <a:prstGeom prst="rect">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12" name="Rectangle 16"/>
          <p:cNvSpPr>
            <a:spLocks noChangeArrowheads="1"/>
          </p:cNvSpPr>
          <p:nvPr/>
        </p:nvSpPr>
        <p:spPr bwMode="auto">
          <a:xfrm>
            <a:off x="1028700" y="5410200"/>
            <a:ext cx="2209800" cy="1524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13" name="Rectangle 17"/>
          <p:cNvSpPr>
            <a:spLocks noChangeArrowheads="1"/>
          </p:cNvSpPr>
          <p:nvPr/>
        </p:nvSpPr>
        <p:spPr bwMode="auto">
          <a:xfrm>
            <a:off x="304800" y="5562600"/>
            <a:ext cx="1371600" cy="152400"/>
          </a:xfrm>
          <a:prstGeom prst="rect">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14" name="Rectangle 18"/>
          <p:cNvSpPr>
            <a:spLocks noChangeArrowheads="1"/>
          </p:cNvSpPr>
          <p:nvPr/>
        </p:nvSpPr>
        <p:spPr bwMode="auto">
          <a:xfrm>
            <a:off x="1028700" y="5943600"/>
            <a:ext cx="2209800" cy="1524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15" name="Rectangle 19"/>
          <p:cNvSpPr>
            <a:spLocks noChangeArrowheads="1"/>
          </p:cNvSpPr>
          <p:nvPr/>
        </p:nvSpPr>
        <p:spPr bwMode="auto">
          <a:xfrm>
            <a:off x="457200" y="6096000"/>
            <a:ext cx="3276600" cy="152400"/>
          </a:xfrm>
          <a:prstGeom prst="rect">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16" name="Rectangle 20"/>
          <p:cNvSpPr>
            <a:spLocks noChangeArrowheads="1"/>
          </p:cNvSpPr>
          <p:nvPr/>
        </p:nvSpPr>
        <p:spPr bwMode="auto">
          <a:xfrm>
            <a:off x="1066800" y="6477000"/>
            <a:ext cx="2209800" cy="1524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17" name="Rectangle 21"/>
          <p:cNvSpPr>
            <a:spLocks noChangeArrowheads="1"/>
          </p:cNvSpPr>
          <p:nvPr/>
        </p:nvSpPr>
        <p:spPr bwMode="auto">
          <a:xfrm>
            <a:off x="152400" y="6629400"/>
            <a:ext cx="762000" cy="152400"/>
          </a:xfrm>
          <a:prstGeom prst="rect">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cxnSp>
        <p:nvCxnSpPr>
          <p:cNvPr id="19" name="AutoShape 23"/>
          <p:cNvCxnSpPr>
            <a:cxnSpLocks noChangeShapeType="1"/>
            <a:endCxn id="9" idx="1"/>
          </p:cNvCxnSpPr>
          <p:nvPr/>
        </p:nvCxnSpPr>
        <p:spPr bwMode="auto">
          <a:xfrm flipV="1">
            <a:off x="1293814" y="1820862"/>
            <a:ext cx="1587" cy="246062"/>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25"/>
          <p:cNvCxnSpPr>
            <a:cxnSpLocks noChangeShapeType="1"/>
            <a:endCxn id="9" idx="3"/>
          </p:cNvCxnSpPr>
          <p:nvPr/>
        </p:nvCxnSpPr>
        <p:spPr bwMode="auto">
          <a:xfrm flipV="1">
            <a:off x="2663826" y="1820862"/>
            <a:ext cx="3175" cy="22860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27"/>
          <p:cNvCxnSpPr>
            <a:cxnSpLocks noChangeShapeType="1"/>
            <a:endCxn id="8" idx="3"/>
          </p:cNvCxnSpPr>
          <p:nvPr/>
        </p:nvCxnSpPr>
        <p:spPr bwMode="auto">
          <a:xfrm flipH="1">
            <a:off x="3733801" y="1439862"/>
            <a:ext cx="3175" cy="22860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AutoShape 29"/>
          <p:cNvCxnSpPr>
            <a:cxnSpLocks noChangeShapeType="1"/>
            <a:endCxn id="8" idx="1"/>
          </p:cNvCxnSpPr>
          <p:nvPr/>
        </p:nvCxnSpPr>
        <p:spPr bwMode="auto">
          <a:xfrm flipH="1">
            <a:off x="457200" y="1438274"/>
            <a:ext cx="6350" cy="230188"/>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AutoShape 9"/>
          <p:cNvSpPr>
            <a:spLocks noChangeArrowheads="1"/>
          </p:cNvSpPr>
          <p:nvPr/>
        </p:nvSpPr>
        <p:spPr bwMode="auto">
          <a:xfrm>
            <a:off x="4267199" y="1016190"/>
            <a:ext cx="7915275" cy="1143000"/>
          </a:xfrm>
          <a:prstGeom prst="wedgeRoundRectCallout">
            <a:avLst>
              <a:gd name="adj1" fmla="val -52079"/>
              <a:gd name="adj2" fmla="val 105167"/>
              <a:gd name="adj3" fmla="val 16667"/>
            </a:avLst>
          </a:prstGeom>
          <a:solidFill>
            <a:srgbClr val="FF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3200" dirty="0"/>
              <a:t>If </a:t>
            </a:r>
            <a:r>
              <a:rPr lang="en-US" altLang="en-US" sz="3200" i="1" dirty="0"/>
              <a:t>x</a:t>
            </a:r>
            <a:r>
              <a:rPr lang="en-US" altLang="en-US" sz="3200" dirty="0"/>
              <a:t> </a:t>
            </a:r>
            <a:r>
              <a:rPr lang="en-US" altLang="en-US" sz="3200" dirty="0">
                <a:latin typeface="MathJax_Main" pitchFamily="50" charset="0"/>
              </a:rPr>
              <a:t>≺ </a:t>
            </a:r>
            <a:r>
              <a:rPr lang="en-US" altLang="en-US" sz="3200" i="1" dirty="0"/>
              <a:t>y,</a:t>
            </a:r>
            <a:r>
              <a:rPr lang="en-US" altLang="en-US" sz="3200" dirty="0"/>
              <a:t> then, for </a:t>
            </a:r>
            <a:r>
              <a:rPr lang="en-US" altLang="en-US" sz="3200" i="1" dirty="0"/>
              <a:t>all</a:t>
            </a:r>
            <a:r>
              <a:rPr lang="en-US" altLang="en-US" sz="3200" dirty="0"/>
              <a:t> dimensions, interval of </a:t>
            </a:r>
            <a:r>
              <a:rPr lang="en-US" altLang="en-US" sz="3200" i="1" dirty="0"/>
              <a:t>x</a:t>
            </a:r>
            <a:r>
              <a:rPr lang="en-US" altLang="en-US" sz="3200" dirty="0"/>
              <a:t> must be contained in interval of </a:t>
            </a:r>
            <a:r>
              <a:rPr lang="en-US" altLang="en-US" sz="3200" i="1" dirty="0"/>
              <a:t>y</a:t>
            </a:r>
            <a:endParaRPr lang="en-US" altLang="en-US" sz="3200" i="1" baseline="-25000" dirty="0"/>
          </a:p>
        </p:txBody>
      </p:sp>
      <mc:AlternateContent xmlns:mc="http://schemas.openxmlformats.org/markup-compatibility/2006">
        <mc:Choice xmlns:a14="http://schemas.microsoft.com/office/drawing/2010/main" Requires="a14">
          <p:sp>
            <p:nvSpPr>
              <p:cNvPr id="7" name="TextBox 6"/>
              <p:cNvSpPr txBox="1"/>
              <p:nvPr/>
            </p:nvSpPr>
            <p:spPr>
              <a:xfrm>
                <a:off x="1817508" y="2508062"/>
                <a:ext cx="10301987" cy="924548"/>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ℓ</m:t>
                          </m:r>
                        </m:e>
                        <m:sub>
                          <m:r>
                            <a:rPr lang="en-US" sz="3200" b="0" i="1" smtClean="0">
                              <a:latin typeface="Cambria Math" panose="02040503050406030204" pitchFamily="18" charset="0"/>
                            </a:rPr>
                            <m:t>+</m:t>
                          </m:r>
                        </m:sub>
                      </m:sSub>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𝑥</m:t>
                          </m:r>
                          <m:r>
                            <a:rPr lang="en-US" sz="3200" b="0" i="1" smtClean="0">
                              <a:latin typeface="Cambria Math" panose="02040503050406030204" pitchFamily="18" charset="0"/>
                            </a:rPr>
                            <m:t>,</m:t>
                          </m:r>
                          <m:r>
                            <a:rPr lang="en-US" sz="3200" b="0" i="1" smtClean="0">
                              <a:latin typeface="Cambria Math" panose="02040503050406030204" pitchFamily="18" charset="0"/>
                            </a:rPr>
                            <m:t>𝑦</m:t>
                          </m:r>
                        </m:e>
                      </m:d>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limLow>
                            <m:limLowPr>
                              <m:ctrlPr>
                                <a:rPr lang="en-US" sz="3200" b="0" i="1" smtClean="0">
                                  <a:latin typeface="Cambria Math" panose="02040503050406030204" pitchFamily="18" charset="0"/>
                                </a:rPr>
                              </m:ctrlPr>
                            </m:limLowPr>
                            <m:e>
                              <m:r>
                                <m:rPr>
                                  <m:sty m:val="p"/>
                                </m:rPr>
                                <a:rPr lang="en-US" sz="3200" b="0" i="0" smtClean="0">
                                  <a:effectLst>
                                    <a:glow rad="139700">
                                      <a:schemeClr val="accent4">
                                        <a:satMod val="175000"/>
                                        <a:alpha val="40000"/>
                                      </a:schemeClr>
                                    </a:glow>
                                  </a:effectLst>
                                  <a:latin typeface="Cambria Math" panose="02040503050406030204" pitchFamily="18" charset="0"/>
                                </a:rPr>
                                <m:t>max</m:t>
                              </m:r>
                            </m:e>
                            <m:lim>
                              <m:r>
                                <a:rPr lang="en-US" sz="3200" b="0" i="1" smtClean="0">
                                  <a:latin typeface="Cambria Math" panose="02040503050406030204" pitchFamily="18" charset="0"/>
                                </a:rPr>
                                <m:t>𝑑</m:t>
                              </m:r>
                              <m:r>
                                <a:rPr lang="en-US" sz="3200" b="0" i="1" smtClean="0">
                                  <a:latin typeface="Cambria Math" panose="02040503050406030204" pitchFamily="18" charset="0"/>
                                </a:rPr>
                                <m:t>∈[</m:t>
                              </m:r>
                              <m:r>
                                <a:rPr lang="en-US" sz="3200" b="0" i="1" smtClean="0">
                                  <a:latin typeface="Cambria Math" panose="02040503050406030204" pitchFamily="18" charset="0"/>
                                </a:rPr>
                                <m:t>𝐷</m:t>
                              </m:r>
                              <m:r>
                                <a:rPr lang="en-US" sz="3200" b="0" i="1" smtClean="0">
                                  <a:latin typeface="Cambria Math" panose="02040503050406030204" pitchFamily="18" charset="0"/>
                                </a:rPr>
                                <m:t>]</m:t>
                              </m:r>
                            </m:lim>
                          </m:limLow>
                        </m:fName>
                        <m:e>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max</m:t>
                              </m:r>
                            </m:fName>
                            <m:e>
                              <m:d>
                                <m:dPr>
                                  <m:begChr m:val="{"/>
                                  <m:endChr m:val="}"/>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d>
                                        <m:dPr>
                                          <m:begChr m:val="["/>
                                          <m:endChr m:val="]"/>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𝑏</m:t>
                                              </m:r>
                                            </m:e>
                                            <m:sub>
                                              <m:r>
                                                <a:rPr lang="en-US" sz="3200" b="0" i="1" smtClean="0">
                                                  <a:solidFill>
                                                    <a:schemeClr val="bg1"/>
                                                  </a:solidFill>
                                                  <a:highlight>
                                                    <a:srgbClr val="0000FF"/>
                                                  </a:highlight>
                                                  <a:latin typeface="Cambria Math" panose="02040503050406030204" pitchFamily="18" charset="0"/>
                                                </a:rPr>
                                                <m:t>𝑦</m:t>
                                              </m:r>
                                            </m:sub>
                                          </m:sSub>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𝑑</m:t>
                                              </m:r>
                                            </m:e>
                                          </m:d>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𝑏</m:t>
                                              </m:r>
                                            </m:e>
                                            <m:sub>
                                              <m:r>
                                                <a:rPr lang="en-US" sz="3200" b="0" i="1" smtClean="0">
                                                  <a:solidFill>
                                                    <a:schemeClr val="bg1"/>
                                                  </a:solidFill>
                                                  <a:highlight>
                                                    <a:srgbClr val="FF0000"/>
                                                  </a:highlight>
                                                  <a:latin typeface="Cambria Math" panose="02040503050406030204" pitchFamily="18" charset="0"/>
                                                </a:rPr>
                                                <m:t>𝑥</m:t>
                                              </m:r>
                                            </m:sub>
                                          </m:sSub>
                                          <m:r>
                                            <a:rPr lang="en-US" sz="3200" b="0" i="1" smtClean="0">
                                              <a:latin typeface="Cambria Math" panose="02040503050406030204" pitchFamily="18" charset="0"/>
                                            </a:rPr>
                                            <m:t>[</m:t>
                                          </m:r>
                                          <m:r>
                                            <a:rPr lang="en-US" sz="3200" b="0" i="1" smtClean="0">
                                              <a:latin typeface="Cambria Math" panose="02040503050406030204" pitchFamily="18" charset="0"/>
                                            </a:rPr>
                                            <m:t>𝑑</m:t>
                                          </m:r>
                                          <m:r>
                                            <a:rPr lang="en-US" sz="3200" b="0" i="1" smtClean="0">
                                              <a:latin typeface="Cambria Math" panose="02040503050406030204" pitchFamily="18" charset="0"/>
                                            </a:rPr>
                                            <m:t>]</m:t>
                                          </m:r>
                                        </m:e>
                                      </m:d>
                                    </m:e>
                                    <m:sub>
                                      <m:r>
                                        <a:rPr lang="en-US" sz="3200" b="0" i="1" smtClean="0">
                                          <a:latin typeface="Cambria Math" panose="02040503050406030204" pitchFamily="18" charset="0"/>
                                        </a:rPr>
                                        <m:t>+</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d>
                                        <m:dPr>
                                          <m:begChr m:val="["/>
                                          <m:endChr m:val="]"/>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ℎ</m:t>
                                              </m:r>
                                            </m:e>
                                            <m:sub>
                                              <m:r>
                                                <a:rPr lang="en-US" sz="3200" b="0" i="1" smtClean="0">
                                                  <a:solidFill>
                                                    <a:schemeClr val="bg1"/>
                                                  </a:solidFill>
                                                  <a:highlight>
                                                    <a:srgbClr val="FF0000"/>
                                                  </a:highlight>
                                                  <a:latin typeface="Cambria Math" panose="02040503050406030204" pitchFamily="18" charset="0"/>
                                                </a:rPr>
                                                <m:t>𝑥</m:t>
                                              </m:r>
                                            </m:sub>
                                          </m:sSub>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𝑑</m:t>
                                              </m:r>
                                            </m:e>
                                          </m:d>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ℎ</m:t>
                                              </m:r>
                                            </m:e>
                                            <m:sub>
                                              <m:r>
                                                <a:rPr lang="en-US" sz="3200" b="0" i="1" smtClean="0">
                                                  <a:solidFill>
                                                    <a:schemeClr val="bg1"/>
                                                  </a:solidFill>
                                                  <a:highlight>
                                                    <a:srgbClr val="0000FF"/>
                                                  </a:highlight>
                                                  <a:latin typeface="Cambria Math" panose="02040503050406030204" pitchFamily="18" charset="0"/>
                                                </a:rPr>
                                                <m:t>𝑦</m:t>
                                              </m:r>
                                            </m:sub>
                                          </m:sSub>
                                          <m:r>
                                            <a:rPr lang="en-US" sz="3200" b="0" i="1" smtClean="0">
                                              <a:latin typeface="Cambria Math" panose="02040503050406030204" pitchFamily="18" charset="0"/>
                                            </a:rPr>
                                            <m:t>[</m:t>
                                          </m:r>
                                          <m:r>
                                            <a:rPr lang="en-US" sz="3200" b="0" i="1" smtClean="0">
                                              <a:latin typeface="Cambria Math" panose="02040503050406030204" pitchFamily="18" charset="0"/>
                                            </a:rPr>
                                            <m:t>𝑑</m:t>
                                          </m:r>
                                          <m:r>
                                            <a:rPr lang="en-US" sz="3200" b="0" i="1" smtClean="0">
                                              <a:latin typeface="Cambria Math" panose="02040503050406030204" pitchFamily="18" charset="0"/>
                                            </a:rPr>
                                            <m:t>]</m:t>
                                          </m:r>
                                        </m:e>
                                      </m:d>
                                    </m:e>
                                    <m:sub>
                                      <m:r>
                                        <a:rPr lang="en-US" sz="3200" b="0" i="1" smtClean="0">
                                          <a:latin typeface="Cambria Math" panose="02040503050406030204" pitchFamily="18" charset="0"/>
                                        </a:rPr>
                                        <m:t>+</m:t>
                                      </m:r>
                                    </m:sub>
                                  </m:sSub>
                                </m:e>
                              </m:d>
                            </m:e>
                          </m:func>
                        </m:e>
                      </m:func>
                    </m:oMath>
                  </m:oMathPara>
                </a14:m>
                <a:endParaRPr lang="en-US" sz="3200" dirty="0"/>
              </a:p>
            </p:txBody>
          </p:sp>
        </mc:Choice>
        <mc:Fallback>
          <p:sp>
            <p:nvSpPr>
              <p:cNvPr id="7" name="TextBox 6"/>
              <p:cNvSpPr txBox="1">
                <a:spLocks noRot="1" noChangeAspect="1" noMove="1" noResize="1" noEditPoints="1" noAdjustHandles="1" noChangeArrowheads="1" noChangeShapeType="1" noTextEdit="1"/>
              </p:cNvSpPr>
              <p:nvPr/>
            </p:nvSpPr>
            <p:spPr>
              <a:xfrm>
                <a:off x="1817508" y="2508062"/>
                <a:ext cx="10301987" cy="924548"/>
              </a:xfrm>
              <a:prstGeom prst="rect">
                <a:avLst/>
              </a:prstGeom>
              <a:blipFill rotWithShape="1">
                <a:blip r:embed="rId2"/>
                <a:stretch>
                  <a:fillRect l="-1" t="-48" r="-14172" b="47"/>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9" name="TextBox 28"/>
              <p:cNvSpPr txBox="1"/>
              <p:nvPr/>
            </p:nvSpPr>
            <p:spPr>
              <a:xfrm>
                <a:off x="703809" y="3783868"/>
                <a:ext cx="11648638" cy="10508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ℓ</m:t>
                          </m:r>
                        </m:e>
                        <m:sub>
                          <m:r>
                            <a:rPr lang="en-US" sz="3200" b="0" i="1" smtClean="0">
                              <a:latin typeface="Cambria Math" panose="02040503050406030204" pitchFamily="18" charset="0"/>
                            </a:rPr>
                            <m:t>−</m:t>
                          </m:r>
                        </m:sub>
                      </m:sSub>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𝑥</m:t>
                          </m:r>
                          <m:r>
                            <a:rPr lang="en-US" sz="3200" b="0" i="1" smtClean="0">
                              <a:latin typeface="Cambria Math" panose="02040503050406030204" pitchFamily="18" charset="0"/>
                            </a:rPr>
                            <m:t>,</m:t>
                          </m:r>
                          <m:r>
                            <a:rPr lang="en-US" sz="3200" b="0" i="1" smtClean="0">
                              <a:latin typeface="Cambria Math" panose="02040503050406030204" pitchFamily="18" charset="0"/>
                            </a:rPr>
                            <m:t>𝑦</m:t>
                          </m:r>
                        </m:e>
                      </m:d>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limLow>
                            <m:limLowPr>
                              <m:ctrlPr>
                                <a:rPr lang="en-US" sz="3200" i="1">
                                  <a:latin typeface="Cambria Math" panose="02040503050406030204" pitchFamily="18" charset="0"/>
                                </a:rPr>
                              </m:ctrlPr>
                            </m:limLowPr>
                            <m:e>
                              <m:r>
                                <m:rPr>
                                  <m:sty m:val="p"/>
                                </m:rPr>
                                <a:rPr lang="en-US" sz="3200">
                                  <a:effectLst>
                                    <a:glow rad="139700">
                                      <a:schemeClr val="accent4">
                                        <a:satMod val="175000"/>
                                        <a:alpha val="40000"/>
                                      </a:schemeClr>
                                    </a:glow>
                                  </a:effectLst>
                                  <a:latin typeface="Cambria Math" panose="02040503050406030204" pitchFamily="18" charset="0"/>
                                </a:rPr>
                                <m:t>min</m:t>
                              </m:r>
                            </m:e>
                            <m:lim>
                              <m:r>
                                <a:rPr lang="en-US" sz="3200" i="1">
                                  <a:latin typeface="Cambria Math" panose="02040503050406030204" pitchFamily="18" charset="0"/>
                                </a:rPr>
                                <m:t>𝑑</m:t>
                              </m:r>
                              <m:r>
                                <a:rPr lang="en-US" sz="3200" i="1">
                                  <a:latin typeface="Cambria Math" panose="02040503050406030204" pitchFamily="18" charset="0"/>
                                </a:rPr>
                                <m:t>∈</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𝐷</m:t>
                                  </m:r>
                                </m:e>
                              </m:d>
                            </m:lim>
                          </m:limLow>
                          <m:d>
                            <m:dPr>
                              <m:begChr m:val="["/>
                              <m:endChr m:val="]"/>
                              <m:ctrlPr>
                                <a:rPr lang="en-US" sz="3200" b="0" i="1" smtClean="0">
                                  <a:latin typeface="Cambria Math" panose="02040503050406030204" pitchFamily="18" charset="0"/>
                                </a:rPr>
                              </m:ctrlPr>
                            </m:dPr>
                            <m:e>
                              <m:r>
                                <a:rPr lang="en-US" sz="3200" b="0" i="1" smtClean="0">
                                  <a:highlight>
                                    <a:srgbClr val="00FFFF"/>
                                  </a:highlight>
                                  <a:latin typeface="Cambria Math" panose="02040503050406030204" pitchFamily="18" charset="0"/>
                                </a:rPr>
                                <m:t>𝛼</m:t>
                              </m:r>
                              <m:r>
                                <a:rPr lang="en-US" sz="3200" b="0" i="1" smtClean="0">
                                  <a:latin typeface="Cambria Math" panose="02040503050406030204" pitchFamily="18" charset="0"/>
                                </a:rPr>
                                <m:t>−</m:t>
                              </m:r>
                              <m:func>
                                <m:funcPr>
                                  <m:ctrlPr>
                                    <a:rPr lang="en-US" sz="3200" i="1">
                                      <a:latin typeface="Cambria Math" panose="02040503050406030204" pitchFamily="18" charset="0"/>
                                    </a:rPr>
                                  </m:ctrlPr>
                                </m:funcPr>
                                <m:fName>
                                  <m:r>
                                    <m:rPr>
                                      <m:sty m:val="p"/>
                                    </m:rPr>
                                    <a:rPr lang="en-US" sz="3200">
                                      <a:latin typeface="Cambria Math" panose="02040503050406030204" pitchFamily="18" charset="0"/>
                                    </a:rPr>
                                    <m:t>max</m:t>
                                  </m:r>
                                </m:fName>
                                <m:e>
                                  <m:d>
                                    <m:dPr>
                                      <m:begChr m:val="{"/>
                                      <m:endChr m:val="}"/>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d>
                                            <m:dPr>
                                              <m:begChr m:val="["/>
                                              <m:endChr m:val="]"/>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𝑏</m:t>
                                                  </m:r>
                                                </m:e>
                                                <m:sub>
                                                  <m:r>
                                                    <a:rPr lang="en-US" sz="3200" i="1">
                                                      <a:solidFill>
                                                        <a:schemeClr val="bg1"/>
                                                      </a:solidFill>
                                                      <a:highlight>
                                                        <a:srgbClr val="FF0000"/>
                                                      </a:highlight>
                                                      <a:latin typeface="Cambria Math" panose="02040503050406030204" pitchFamily="18" charset="0"/>
                                                    </a:rPr>
                                                    <m:t>𝑥</m:t>
                                                  </m:r>
                                                </m:sub>
                                              </m:sSub>
                                              <m:d>
                                                <m:dPr>
                                                  <m:begChr m:val="["/>
                                                  <m:endChr m:val="]"/>
                                                  <m:ctrlPr>
                                                    <a:rPr lang="en-US" sz="3200" i="1">
                                                      <a:latin typeface="Cambria Math" panose="02040503050406030204" pitchFamily="18" charset="0"/>
                                                    </a:rPr>
                                                  </m:ctrlPr>
                                                </m:dPr>
                                                <m:e>
                                                  <m:r>
                                                    <a:rPr lang="en-US" sz="3200" i="1">
                                                      <a:latin typeface="Cambria Math" panose="02040503050406030204" pitchFamily="18" charset="0"/>
                                                    </a:rPr>
                                                    <m:t>𝑑</m:t>
                                                  </m:r>
                                                </m:e>
                                              </m:d>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𝑏</m:t>
                                                  </m:r>
                                                </m:e>
                                                <m:sub>
                                                  <m:r>
                                                    <a:rPr lang="en-US" sz="3200" i="1">
                                                      <a:solidFill>
                                                        <a:schemeClr val="bg1"/>
                                                      </a:solidFill>
                                                      <a:highlight>
                                                        <a:srgbClr val="0000FF"/>
                                                      </a:highlight>
                                                      <a:latin typeface="Cambria Math" panose="02040503050406030204" pitchFamily="18" charset="0"/>
                                                    </a:rPr>
                                                    <m:t>𝑦</m:t>
                                                  </m:r>
                                                </m:sub>
                                              </m:sSub>
                                              <m:d>
                                                <m:dPr>
                                                  <m:begChr m:val="["/>
                                                  <m:endChr m:val="]"/>
                                                  <m:ctrlPr>
                                                    <a:rPr lang="en-US" sz="3200" i="1">
                                                      <a:solidFill>
                                                        <a:schemeClr val="bg1"/>
                                                      </a:solidFill>
                                                      <a:highlight>
                                                        <a:srgbClr val="0000FF"/>
                                                      </a:highlight>
                                                      <a:latin typeface="Cambria Math" panose="02040503050406030204" pitchFamily="18" charset="0"/>
                                                    </a:rPr>
                                                  </m:ctrlPr>
                                                </m:dPr>
                                                <m:e>
                                                  <m:r>
                                                    <a:rPr lang="en-US" sz="3200" i="1">
                                                      <a:latin typeface="Cambria Math" panose="02040503050406030204" pitchFamily="18" charset="0"/>
                                                    </a:rPr>
                                                    <m:t>𝑑</m:t>
                                                  </m:r>
                                                </m:e>
                                              </m:d>
                                            </m:e>
                                          </m:d>
                                        </m:e>
                                        <m:sub>
                                          <m:r>
                                            <a:rPr lang="en-US" sz="3200" i="1">
                                              <a:latin typeface="Cambria Math" panose="02040503050406030204" pitchFamily="18" charset="0"/>
                                            </a:rPr>
                                            <m:t>+</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d>
                                            <m:dPr>
                                              <m:begChr m:val="["/>
                                              <m:endChr m:val="]"/>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ℎ</m:t>
                                                  </m:r>
                                                </m:e>
                                                <m:sub>
                                                  <m:r>
                                                    <a:rPr lang="en-US" sz="3200" i="1">
                                                      <a:solidFill>
                                                        <a:schemeClr val="bg1"/>
                                                      </a:solidFill>
                                                      <a:highlight>
                                                        <a:srgbClr val="0000FF"/>
                                                      </a:highlight>
                                                      <a:latin typeface="Cambria Math" panose="02040503050406030204" pitchFamily="18" charset="0"/>
                                                    </a:rPr>
                                                    <m:t>𝑦</m:t>
                                                  </m:r>
                                                </m:sub>
                                              </m:sSub>
                                              <m:d>
                                                <m:dPr>
                                                  <m:begChr m:val="["/>
                                                  <m:endChr m:val="]"/>
                                                  <m:ctrlPr>
                                                    <a:rPr lang="en-US" sz="3200" i="1">
                                                      <a:latin typeface="Cambria Math" panose="02040503050406030204" pitchFamily="18" charset="0"/>
                                                    </a:rPr>
                                                  </m:ctrlPr>
                                                </m:dPr>
                                                <m:e>
                                                  <m:r>
                                                    <a:rPr lang="en-US" sz="3200" i="1">
                                                      <a:latin typeface="Cambria Math" panose="02040503050406030204" pitchFamily="18" charset="0"/>
                                                    </a:rPr>
                                                    <m:t>𝑑</m:t>
                                                  </m:r>
                                                </m:e>
                                              </m:d>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ℎ</m:t>
                                                  </m:r>
                                                </m:e>
                                                <m:sub>
                                                  <m:r>
                                                    <a:rPr lang="en-US" sz="3200" i="1">
                                                      <a:solidFill>
                                                        <a:schemeClr val="bg1"/>
                                                      </a:solidFill>
                                                      <a:highlight>
                                                        <a:srgbClr val="FF0000"/>
                                                      </a:highlight>
                                                      <a:latin typeface="Cambria Math" panose="02040503050406030204" pitchFamily="18" charset="0"/>
                                                    </a:rPr>
                                                    <m:t>𝑥</m:t>
                                                  </m:r>
                                                </m:sub>
                                              </m:sSub>
                                              <m:d>
                                                <m:dPr>
                                                  <m:begChr m:val="["/>
                                                  <m:endChr m:val="]"/>
                                                  <m:ctrlPr>
                                                    <a:rPr lang="en-US" sz="3200" i="1">
                                                      <a:solidFill>
                                                        <a:schemeClr val="bg1"/>
                                                      </a:solidFill>
                                                      <a:highlight>
                                                        <a:srgbClr val="FF0000"/>
                                                      </a:highlight>
                                                      <a:latin typeface="Cambria Math" panose="02040503050406030204" pitchFamily="18" charset="0"/>
                                                    </a:rPr>
                                                  </m:ctrlPr>
                                                </m:dPr>
                                                <m:e>
                                                  <m:r>
                                                    <a:rPr lang="en-US" sz="3200" i="1">
                                                      <a:latin typeface="Cambria Math" panose="02040503050406030204" pitchFamily="18" charset="0"/>
                                                    </a:rPr>
                                                    <m:t>𝑑</m:t>
                                                  </m:r>
                                                </m:e>
                                              </m:d>
                                            </m:e>
                                          </m:d>
                                        </m:e>
                                        <m:sub>
                                          <m:r>
                                            <a:rPr lang="en-US" sz="3200" i="1">
                                              <a:latin typeface="Cambria Math" panose="02040503050406030204" pitchFamily="18" charset="0"/>
                                            </a:rPr>
                                            <m:t>+</m:t>
                                          </m:r>
                                        </m:sub>
                                      </m:sSub>
                                    </m:e>
                                  </m:d>
                                </m:e>
                              </m:func>
                            </m:e>
                          </m:d>
                        </m:e>
                        <m:sub>
                          <m:r>
                            <a:rPr lang="en-US" sz="3200" b="0" i="1" smtClean="0">
                              <a:latin typeface="Cambria Math" panose="02040503050406030204" pitchFamily="18" charset="0"/>
                            </a:rPr>
                            <m:t>+</m:t>
                          </m:r>
                        </m:sub>
                      </m:sSub>
                    </m:oMath>
                  </m:oMathPara>
                </a14:m>
                <a:endParaRPr lang="en-US" sz="3200" dirty="0"/>
              </a:p>
            </p:txBody>
          </p:sp>
        </mc:Choice>
        <mc:Fallback>
          <p:sp>
            <p:nvSpPr>
              <p:cNvPr id="29" name="TextBox 28"/>
              <p:cNvSpPr txBox="1">
                <a:spLocks noRot="1" noChangeAspect="1" noMove="1" noResize="1" noEditPoints="1" noAdjustHandles="1" noChangeArrowheads="1" noChangeShapeType="1" noTextEdit="1"/>
              </p:cNvSpPr>
              <p:nvPr/>
            </p:nvSpPr>
            <p:spPr>
              <a:xfrm>
                <a:off x="703809" y="3783868"/>
                <a:ext cx="11648638" cy="1050865"/>
              </a:xfrm>
              <a:prstGeom prst="rect">
                <a:avLst/>
              </a:prstGeom>
              <a:blipFill rotWithShape="1">
                <a:blip r:embed="rId3"/>
                <a:stretch>
                  <a:fillRect l="-2" t="-51" r="-13766" b="45"/>
                </a:stretch>
              </a:blipFill>
            </p:spPr>
            <p:txBody>
              <a:bodyPr/>
              <a:lstStyle/>
              <a:p>
                <a:r>
                  <a:rPr lang="en-US" altLang="en-US">
                    <a:noFill/>
                  </a:rPr>
                  <a:t> </a:t>
                </a:r>
              </a:p>
            </p:txBody>
          </p:sp>
        </mc:Fallback>
      </mc:AlternateContent>
      <p:sp>
        <p:nvSpPr>
          <p:cNvPr id="30" name="AutoShape 13"/>
          <p:cNvSpPr>
            <a:spLocks noChangeArrowheads="1"/>
          </p:cNvSpPr>
          <p:nvPr/>
        </p:nvSpPr>
        <p:spPr bwMode="auto">
          <a:xfrm>
            <a:off x="3991490" y="5486400"/>
            <a:ext cx="8200510" cy="1371600"/>
          </a:xfrm>
          <a:prstGeom prst="wedgeRoundRectCallout">
            <a:avLst>
              <a:gd name="adj1" fmla="val -42497"/>
              <a:gd name="adj2" fmla="val -100040"/>
              <a:gd name="adj3" fmla="val 16667"/>
            </a:avLst>
          </a:prstGeom>
          <a:solidFill>
            <a:srgbClr val="FF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3200" dirty="0"/>
              <a:t>If </a:t>
            </a:r>
            <a:r>
              <a:rPr lang="en-US" altLang="en-US" sz="3200" i="1" dirty="0"/>
              <a:t>x</a:t>
            </a:r>
            <a:r>
              <a:rPr lang="en-US" altLang="en-US" sz="3200" dirty="0"/>
              <a:t> </a:t>
            </a:r>
            <a:r>
              <a:rPr lang="en-US" altLang="en-US" sz="3200" dirty="0">
                <a:latin typeface="MathJax_AMS" pitchFamily="50" charset="0"/>
              </a:rPr>
              <a:t>⊀ </a:t>
            </a:r>
            <a:r>
              <a:rPr lang="en-US" altLang="en-US" sz="3200" i="1" dirty="0"/>
              <a:t>y,</a:t>
            </a:r>
            <a:r>
              <a:rPr lang="en-US" altLang="en-US" sz="3200" dirty="0"/>
              <a:t> then, for </a:t>
            </a:r>
            <a:r>
              <a:rPr lang="en-US" altLang="en-US" sz="3200" i="1" dirty="0"/>
              <a:t>some</a:t>
            </a:r>
            <a:r>
              <a:rPr lang="en-US" altLang="en-US" sz="3200" dirty="0"/>
              <a:t> dimension, interval of </a:t>
            </a:r>
            <a:r>
              <a:rPr lang="en-US" altLang="en-US" sz="3200" i="1" dirty="0"/>
              <a:t>x</a:t>
            </a:r>
            <a:r>
              <a:rPr lang="en-US" altLang="en-US" sz="3200" dirty="0"/>
              <a:t> must stray outside the interval of </a:t>
            </a:r>
            <a:r>
              <a:rPr lang="en-US" altLang="en-US" sz="3200" i="1" dirty="0"/>
              <a:t>y</a:t>
            </a:r>
            <a:endParaRPr lang="en-US" altLang="en-US" sz="3200" i="1" baseline="-25000" dirty="0"/>
          </a:p>
        </p:txBody>
      </p:sp>
      <mc:AlternateContent xmlns:mc="http://schemas.openxmlformats.org/markup-compatibility/2006">
        <mc:Choice xmlns:a14="http://schemas.microsoft.com/office/drawing/2010/main" Requires="a14">
          <p:sp>
            <p:nvSpPr>
              <p:cNvPr id="31" name="TextBox 30"/>
              <p:cNvSpPr txBox="1"/>
              <p:nvPr/>
            </p:nvSpPr>
            <p:spPr>
              <a:xfrm>
                <a:off x="177831" y="980341"/>
                <a:ext cx="571438" cy="49084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𝑏</m:t>
                          </m:r>
                        </m:e>
                        <m:sub>
                          <m:r>
                            <a:rPr lang="en-US" sz="2400" i="1" dirty="0" smtClean="0">
                              <a:latin typeface="Cambria Math" panose="02040503050406030204" pitchFamily="18" charset="0"/>
                            </a:rPr>
                            <m:t>𝑦</m:t>
                          </m:r>
                        </m:sub>
                      </m:sSub>
                    </m:oMath>
                  </m:oMathPara>
                </a14:m>
                <a:endParaRPr lang="en-US" sz="2400" dirty="0"/>
              </a:p>
            </p:txBody>
          </p:sp>
        </mc:Choice>
        <mc:Fallback>
          <p:sp>
            <p:nvSpPr>
              <p:cNvPr id="31" name="TextBox 30"/>
              <p:cNvSpPr txBox="1">
                <a:spLocks noRot="1" noChangeAspect="1" noMove="1" noResize="1" noEditPoints="1" noAdjustHandles="1" noChangeArrowheads="1" noChangeShapeType="1" noTextEdit="1"/>
              </p:cNvSpPr>
              <p:nvPr/>
            </p:nvSpPr>
            <p:spPr>
              <a:xfrm>
                <a:off x="177831" y="980341"/>
                <a:ext cx="571438" cy="490840"/>
              </a:xfrm>
              <a:prstGeom prst="rect">
                <a:avLst/>
              </a:prstGeom>
              <a:blipFill rotWithShape="1">
                <a:blip r:embed="rId4"/>
                <a:stretch>
                  <a:fillRect l="-5" t="-109" r="-1117" b="106"/>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2" name="TextBox 31"/>
              <p:cNvSpPr txBox="1"/>
              <p:nvPr/>
            </p:nvSpPr>
            <p:spPr>
              <a:xfrm>
                <a:off x="3395486" y="1016190"/>
                <a:ext cx="585994" cy="49084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ℎ</m:t>
                          </m:r>
                        </m:e>
                        <m:sub>
                          <m:r>
                            <a:rPr lang="en-US" sz="2400" i="1" dirty="0" smtClean="0">
                              <a:latin typeface="Cambria Math" panose="02040503050406030204" pitchFamily="18" charset="0"/>
                            </a:rPr>
                            <m:t>𝑦</m:t>
                          </m:r>
                        </m:sub>
                      </m:sSub>
                    </m:oMath>
                  </m:oMathPara>
                </a14:m>
                <a:endParaRPr lang="en-US" sz="2400" dirty="0"/>
              </a:p>
            </p:txBody>
          </p:sp>
        </mc:Choice>
        <mc:Fallback>
          <p:sp>
            <p:nvSpPr>
              <p:cNvPr id="32" name="TextBox 31"/>
              <p:cNvSpPr txBox="1">
                <a:spLocks noRot="1" noChangeAspect="1" noMove="1" noResize="1" noEditPoints="1" noAdjustHandles="1" noChangeArrowheads="1" noChangeShapeType="1" noTextEdit="1"/>
              </p:cNvSpPr>
              <p:nvPr/>
            </p:nvSpPr>
            <p:spPr>
              <a:xfrm>
                <a:off x="3395486" y="1016190"/>
                <a:ext cx="585994" cy="490840"/>
              </a:xfrm>
              <a:prstGeom prst="rect">
                <a:avLst/>
              </a:prstGeom>
              <a:blipFill rotWithShape="1">
                <a:blip r:embed="rId5"/>
                <a:stretch>
                  <a:fillRect l="-24" t="-39" r="5" b="36"/>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3" name="TextBox 32"/>
              <p:cNvSpPr txBox="1"/>
              <p:nvPr/>
            </p:nvSpPr>
            <p:spPr>
              <a:xfrm>
                <a:off x="1006570" y="2012004"/>
                <a:ext cx="562398"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𝑏</m:t>
                          </m:r>
                        </m:e>
                        <m:sub>
                          <m:r>
                            <a:rPr lang="en-US" sz="2400" b="0" i="1" dirty="0" smtClean="0">
                              <a:latin typeface="Cambria Math" panose="02040503050406030204" pitchFamily="18" charset="0"/>
                            </a:rPr>
                            <m:t>𝑥</m:t>
                          </m:r>
                        </m:sub>
                      </m:sSub>
                    </m:oMath>
                  </m:oMathPara>
                </a14:m>
                <a:endParaRPr lang="en-US" sz="2400" dirty="0"/>
              </a:p>
            </p:txBody>
          </p:sp>
        </mc:Choice>
        <mc:Fallback>
          <p:sp>
            <p:nvSpPr>
              <p:cNvPr id="33" name="TextBox 32"/>
              <p:cNvSpPr txBox="1">
                <a:spLocks noRot="1" noChangeAspect="1" noMove="1" noResize="1" noEditPoints="1" noAdjustHandles="1" noChangeArrowheads="1" noChangeShapeType="1" noTextEdit="1"/>
              </p:cNvSpPr>
              <p:nvPr/>
            </p:nvSpPr>
            <p:spPr>
              <a:xfrm>
                <a:off x="1006570" y="2012004"/>
                <a:ext cx="562398" cy="461665"/>
              </a:xfrm>
              <a:prstGeom prst="rect">
                <a:avLst/>
              </a:prstGeom>
              <a:blipFill rotWithShape="1">
                <a:blip r:embed="rId6"/>
                <a:stretch>
                  <a:fillRect l="-17" t="-70" r="92" b="75"/>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4" name="TextBox 33"/>
              <p:cNvSpPr txBox="1"/>
              <p:nvPr/>
            </p:nvSpPr>
            <p:spPr>
              <a:xfrm>
                <a:off x="2370829" y="2016770"/>
                <a:ext cx="576953"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ℎ</m:t>
                          </m:r>
                        </m:e>
                        <m:sub>
                          <m:r>
                            <a:rPr lang="en-US" sz="2400" b="0" i="1" dirty="0" smtClean="0">
                              <a:latin typeface="Cambria Math" panose="02040503050406030204" pitchFamily="18" charset="0"/>
                            </a:rPr>
                            <m:t>𝑥</m:t>
                          </m:r>
                        </m:sub>
                      </m:sSub>
                    </m:oMath>
                  </m:oMathPara>
                </a14:m>
                <a:endParaRPr lang="en-US" sz="2400" dirty="0"/>
              </a:p>
            </p:txBody>
          </p:sp>
        </mc:Choice>
        <mc:Fallback>
          <p:sp>
            <p:nvSpPr>
              <p:cNvPr id="34" name="TextBox 33"/>
              <p:cNvSpPr txBox="1">
                <a:spLocks noRot="1" noChangeAspect="1" noMove="1" noResize="1" noEditPoints="1" noAdjustHandles="1" noChangeArrowheads="1" noChangeShapeType="1" noTextEdit="1"/>
              </p:cNvSpPr>
              <p:nvPr/>
            </p:nvSpPr>
            <p:spPr>
              <a:xfrm>
                <a:off x="2370829" y="2016770"/>
                <a:ext cx="576953" cy="461665"/>
              </a:xfrm>
              <a:prstGeom prst="rect">
                <a:avLst/>
              </a:prstGeom>
              <a:blipFill rotWithShape="1">
                <a:blip r:embed="rId7"/>
                <a:stretch>
                  <a:fillRect l="-65" t="-2" r="19" b="6"/>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P spid="30"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normAutofit/>
              </a:bodyPr>
              <a:lstStyle/>
              <a:p>
                <a:r>
                  <a:rPr lang="en-US" dirty="0"/>
                  <a:t>Hinge vs. “escaped volume”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endParaRPr lang="en-US" b="0"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b="72"/>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243965"/>
                <a:ext cx="7232015" cy="4933315"/>
              </a:xfrm>
            </p:spPr>
            <p:txBody>
              <a:bodyPr>
                <a:normAutofit fontScale="87500"/>
              </a:bodyPr>
              <a:lstStyle/>
              <a:p>
                <a:r>
                  <a:rPr lang="en-US" dirty="0"/>
                  <a:t>For simplicity just one dimension</a:t>
                </a:r>
                <a:endParaRPr lang="en-US" dirty="0"/>
              </a:p>
              <a:p>
                <a14:m>
                  <m:oMath xmlns:m="http://schemas.openxmlformats.org/officeDocument/2006/math">
                    <m:func>
                      <m:funcPr>
                        <m:ctrlPr>
                          <a:rPr lang="en-US" sz="4100" i="1">
                            <a:latin typeface="Cambria Math" panose="02040503050406030204" pitchFamily="18" charset="0"/>
                          </a:rPr>
                        </m:ctrlPr>
                      </m:funcPr>
                      <m:fName>
                        <m:r>
                          <m:rPr>
                            <m:sty m:val="p"/>
                          </m:rPr>
                          <a:rPr lang="en-US" sz="4100">
                            <a:latin typeface="Cambria Math" panose="02040503050406030204" pitchFamily="18" charset="0"/>
                          </a:rPr>
                          <m:t>max</m:t>
                        </m:r>
                      </m:fName>
                      <m:e>
                        <m:d>
                          <m:dPr>
                            <m:begChr m:val="{"/>
                            <m:endChr m:val="}"/>
                            <m:ctrlPr>
                              <a:rPr lang="en-US" sz="4100" i="1">
                                <a:latin typeface="Cambria Math" panose="02040503050406030204" pitchFamily="18" charset="0"/>
                              </a:rPr>
                            </m:ctrlPr>
                          </m:dPr>
                          <m:e>
                            <m:sSub>
                              <m:sSubPr>
                                <m:ctrlPr>
                                  <a:rPr lang="en-US" sz="4100" i="1">
                                    <a:latin typeface="Cambria Math" panose="02040503050406030204" pitchFamily="18" charset="0"/>
                                  </a:rPr>
                                </m:ctrlPr>
                              </m:sSubPr>
                              <m:e>
                                <m:d>
                                  <m:dPr>
                                    <m:begChr m:val="["/>
                                    <m:endChr m:val="]"/>
                                    <m:ctrlPr>
                                      <a:rPr lang="en-US" sz="4100" i="1">
                                        <a:latin typeface="Cambria Math" panose="02040503050406030204" pitchFamily="18" charset="0"/>
                                      </a:rPr>
                                    </m:ctrlPr>
                                  </m:dPr>
                                  <m:e>
                                    <m:sSub>
                                      <m:sSubPr>
                                        <m:ctrlPr>
                                          <a:rPr lang="en-US" sz="4100" i="1">
                                            <a:latin typeface="Cambria Math" panose="02040503050406030204" pitchFamily="18" charset="0"/>
                                          </a:rPr>
                                        </m:ctrlPr>
                                      </m:sSubPr>
                                      <m:e>
                                        <m:r>
                                          <a:rPr lang="en-US" sz="4100" i="1">
                                            <a:latin typeface="Cambria Math" panose="02040503050406030204" pitchFamily="18" charset="0"/>
                                          </a:rPr>
                                          <m:t>𝑏</m:t>
                                        </m:r>
                                      </m:e>
                                      <m:sub>
                                        <m:r>
                                          <a:rPr lang="en-US" sz="4100" i="1">
                                            <a:solidFill>
                                              <a:schemeClr val="bg1"/>
                                            </a:solidFill>
                                            <a:highlight>
                                              <a:srgbClr val="0000FF"/>
                                            </a:highlight>
                                            <a:latin typeface="Cambria Math" panose="02040503050406030204" pitchFamily="18" charset="0"/>
                                          </a:rPr>
                                          <m:t>𝑦</m:t>
                                        </m:r>
                                      </m:sub>
                                    </m:sSub>
                                    <m:r>
                                      <a:rPr lang="en-US" sz="4100" i="1">
                                        <a:latin typeface="Cambria Math" panose="02040503050406030204" pitchFamily="18" charset="0"/>
                                      </a:rPr>
                                      <m:t>−</m:t>
                                    </m:r>
                                    <m:sSub>
                                      <m:sSubPr>
                                        <m:ctrlPr>
                                          <a:rPr lang="en-US" sz="4100" i="1">
                                            <a:latin typeface="Cambria Math" panose="02040503050406030204" pitchFamily="18" charset="0"/>
                                          </a:rPr>
                                        </m:ctrlPr>
                                      </m:sSubPr>
                                      <m:e>
                                        <m:r>
                                          <a:rPr lang="en-US" sz="4100" i="1">
                                            <a:latin typeface="Cambria Math" panose="02040503050406030204" pitchFamily="18" charset="0"/>
                                          </a:rPr>
                                          <m:t>𝑏</m:t>
                                        </m:r>
                                      </m:e>
                                      <m:sub>
                                        <m:r>
                                          <a:rPr lang="en-US" sz="4100" i="1">
                                            <a:solidFill>
                                              <a:schemeClr val="bg1"/>
                                            </a:solidFill>
                                            <a:highlight>
                                              <a:srgbClr val="FF0000"/>
                                            </a:highlight>
                                            <a:latin typeface="Cambria Math" panose="02040503050406030204" pitchFamily="18" charset="0"/>
                                          </a:rPr>
                                          <m:t>𝑥</m:t>
                                        </m:r>
                                      </m:sub>
                                    </m:sSub>
                                  </m:e>
                                </m:d>
                              </m:e>
                              <m:sub>
                                <m:r>
                                  <a:rPr lang="en-US" sz="4100" i="1">
                                    <a:latin typeface="Cambria Math" panose="02040503050406030204" pitchFamily="18" charset="0"/>
                                  </a:rPr>
                                  <m:t>+</m:t>
                                </m:r>
                              </m:sub>
                            </m:sSub>
                            <m:r>
                              <a:rPr lang="en-US" sz="4100" i="1">
                                <a:latin typeface="Cambria Math" panose="02040503050406030204" pitchFamily="18" charset="0"/>
                              </a:rPr>
                              <m:t>,</m:t>
                            </m:r>
                            <m:sSub>
                              <m:sSubPr>
                                <m:ctrlPr>
                                  <a:rPr lang="en-US" sz="4100" i="1">
                                    <a:latin typeface="Cambria Math" panose="02040503050406030204" pitchFamily="18" charset="0"/>
                                  </a:rPr>
                                </m:ctrlPr>
                              </m:sSubPr>
                              <m:e>
                                <m:d>
                                  <m:dPr>
                                    <m:begChr m:val="["/>
                                    <m:endChr m:val="]"/>
                                    <m:ctrlPr>
                                      <a:rPr lang="en-US" sz="4100" i="1">
                                        <a:latin typeface="Cambria Math" panose="02040503050406030204" pitchFamily="18" charset="0"/>
                                      </a:rPr>
                                    </m:ctrlPr>
                                  </m:dPr>
                                  <m:e>
                                    <m:sSub>
                                      <m:sSubPr>
                                        <m:ctrlPr>
                                          <a:rPr lang="en-US" sz="4100" i="1">
                                            <a:latin typeface="Cambria Math" panose="02040503050406030204" pitchFamily="18" charset="0"/>
                                          </a:rPr>
                                        </m:ctrlPr>
                                      </m:sSubPr>
                                      <m:e>
                                        <m:r>
                                          <a:rPr lang="en-US" sz="4100" i="1">
                                            <a:latin typeface="Cambria Math" panose="02040503050406030204" pitchFamily="18" charset="0"/>
                                          </a:rPr>
                                          <m:t>ℎ</m:t>
                                        </m:r>
                                      </m:e>
                                      <m:sub>
                                        <m:r>
                                          <a:rPr lang="en-US" sz="4100" i="1">
                                            <a:solidFill>
                                              <a:schemeClr val="bg1"/>
                                            </a:solidFill>
                                            <a:highlight>
                                              <a:srgbClr val="FF0000"/>
                                            </a:highlight>
                                            <a:latin typeface="Cambria Math" panose="02040503050406030204" pitchFamily="18" charset="0"/>
                                          </a:rPr>
                                          <m:t>𝑥</m:t>
                                        </m:r>
                                      </m:sub>
                                    </m:sSub>
                                    <m:r>
                                      <a:rPr lang="en-US" sz="4100" i="1">
                                        <a:latin typeface="Cambria Math" panose="02040503050406030204" pitchFamily="18" charset="0"/>
                                      </a:rPr>
                                      <m:t>−</m:t>
                                    </m:r>
                                    <m:sSub>
                                      <m:sSubPr>
                                        <m:ctrlPr>
                                          <a:rPr lang="en-US" sz="4100" i="1">
                                            <a:latin typeface="Cambria Math" panose="02040503050406030204" pitchFamily="18" charset="0"/>
                                          </a:rPr>
                                        </m:ctrlPr>
                                      </m:sSubPr>
                                      <m:e>
                                        <m:r>
                                          <a:rPr lang="en-US" sz="4100" i="1">
                                            <a:latin typeface="Cambria Math" panose="02040503050406030204" pitchFamily="18" charset="0"/>
                                          </a:rPr>
                                          <m:t>ℎ</m:t>
                                        </m:r>
                                      </m:e>
                                      <m:sub>
                                        <m:r>
                                          <a:rPr lang="en-US" sz="4100" i="1">
                                            <a:solidFill>
                                              <a:schemeClr val="bg1"/>
                                            </a:solidFill>
                                            <a:highlight>
                                              <a:srgbClr val="0000FF"/>
                                            </a:highlight>
                                            <a:latin typeface="Cambria Math" panose="02040503050406030204" pitchFamily="18" charset="0"/>
                                          </a:rPr>
                                          <m:t>𝑦</m:t>
                                        </m:r>
                                      </m:sub>
                                    </m:sSub>
                                  </m:e>
                                </m:d>
                              </m:e>
                              <m:sub>
                                <m:r>
                                  <a:rPr lang="en-US" sz="4100" i="1">
                                    <a:latin typeface="Cambria Math" panose="02040503050406030204" pitchFamily="18" charset="0"/>
                                  </a:rPr>
                                  <m:t>+</m:t>
                                </m:r>
                              </m:sub>
                            </m:sSub>
                          </m:e>
                        </m:d>
                      </m:e>
                    </m:func>
                  </m:oMath>
                </a14:m>
                <a:endParaRPr lang="en-US" dirty="0"/>
              </a:p>
              <a:p>
                <a:pPr lvl="1"/>
                <a:r>
                  <a:rPr lang="en-US" dirty="0"/>
                  <a:t>Grows indefinitely </a:t>
                </a:r>
                <a:r>
                  <a:rPr lang="en-US"/>
                  <a:t>as </a:t>
                </a:r>
                <a14:m>
                  <m:oMath xmlns:m="http://schemas.openxmlformats.org/officeDocument/2006/math">
                    <m:r>
                      <a:rPr lang="en-US" i="1" dirty="0" smtClean="0">
                        <a:latin typeface="Cambria Math" panose="02040503050406030204" pitchFamily="18" charset="0"/>
                      </a:rPr>
                      <m:t>𝑥</m:t>
                    </m:r>
                  </m:oMath>
                </a14:m>
                <a:r>
                  <a:rPr lang="en-US" dirty="0"/>
                  <a:t> moves outside and away from </a:t>
                </a:r>
                <a14:m>
                  <m:oMath xmlns:m="http://schemas.openxmlformats.org/officeDocument/2006/math">
                    <m:r>
                      <a:rPr lang="en-US" i="1" dirty="0" smtClean="0">
                        <a:latin typeface="Cambria Math" panose="02040503050406030204" pitchFamily="18" charset="0"/>
                      </a:rPr>
                      <m:t>𝑦</m:t>
                    </m:r>
                  </m:oMath>
                </a14:m>
                <a:r>
                  <a:rPr lang="en-US" dirty="0"/>
                  <a:t> — gives gradient guidance</a:t>
                </a:r>
                <a:br>
                  <a:rPr lang="en-US" dirty="0"/>
                </a:br>
                <a:endParaRPr lang="en-US" dirty="0"/>
              </a:p>
              <a:p>
                <a14:m>
                  <m:oMath xmlns:m="http://schemas.openxmlformats.org/officeDocument/2006/math">
                    <m:func>
                      <m:funcPr>
                        <m:ctrlPr>
                          <a:rPr lang="en-US" sz="3400" b="0" i="1" smtClean="0">
                            <a:latin typeface="Cambria Math" panose="02040503050406030204" pitchFamily="18" charset="0"/>
                          </a:rPr>
                        </m:ctrlPr>
                      </m:funcPr>
                      <m:fName>
                        <m:r>
                          <m:rPr>
                            <m:sty m:val="p"/>
                          </m:rPr>
                          <a:rPr lang="en-US" sz="3400" b="0" i="0" smtClean="0">
                            <a:latin typeface="Cambria Math" panose="02040503050406030204" pitchFamily="18" charset="0"/>
                          </a:rPr>
                          <m:t>min</m:t>
                        </m:r>
                      </m:fName>
                      <m:e>
                        <m:d>
                          <m:dPr>
                            <m:begChr m:val="{"/>
                            <m:endChr m:val="}"/>
                            <m:ctrlPr>
                              <a:rPr lang="en-US" sz="3400" b="0" i="1" smtClean="0">
                                <a:latin typeface="Cambria Math" panose="02040503050406030204" pitchFamily="18" charset="0"/>
                              </a:rPr>
                            </m:ctrlPr>
                          </m:dPr>
                          <m:e>
                            <m:sSub>
                              <m:sSubPr>
                                <m:ctrlPr>
                                  <a:rPr lang="en-US" sz="3400" b="0" i="1" smtClean="0">
                                    <a:latin typeface="Cambria Math" panose="02040503050406030204" pitchFamily="18" charset="0"/>
                                  </a:rPr>
                                </m:ctrlPr>
                              </m:sSubPr>
                              <m:e>
                                <m:d>
                                  <m:dPr>
                                    <m:begChr m:val="["/>
                                    <m:endChr m:val="]"/>
                                    <m:ctrlPr>
                                      <a:rPr lang="en-US" sz="3400" b="0" i="1" smtClean="0">
                                        <a:latin typeface="Cambria Math" panose="02040503050406030204" pitchFamily="18" charset="0"/>
                                      </a:rPr>
                                    </m:ctrlPr>
                                  </m:dPr>
                                  <m:e>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𝑏</m:t>
                                        </m:r>
                                      </m:e>
                                      <m:sub>
                                        <m:r>
                                          <a:rPr lang="en-US" sz="3400" b="0" i="1" smtClean="0">
                                            <a:latin typeface="Cambria Math" panose="02040503050406030204" pitchFamily="18" charset="0"/>
                                          </a:rPr>
                                          <m:t>𝑦</m:t>
                                        </m:r>
                                      </m:sub>
                                    </m:sSub>
                                    <m:r>
                                      <a:rPr lang="en-US" sz="3400" b="0" i="1" smtClean="0">
                                        <a:latin typeface="Cambria Math" panose="02040503050406030204" pitchFamily="18" charset="0"/>
                                      </a:rPr>
                                      <m:t>−</m:t>
                                    </m:r>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𝑏</m:t>
                                        </m:r>
                                      </m:e>
                                      <m:sub>
                                        <m:r>
                                          <a:rPr lang="en-US" sz="3400" b="0" i="1" smtClean="0">
                                            <a:latin typeface="Cambria Math" panose="02040503050406030204" pitchFamily="18" charset="0"/>
                                          </a:rPr>
                                          <m:t>𝑥</m:t>
                                        </m:r>
                                      </m:sub>
                                    </m:sSub>
                                  </m:e>
                                </m:d>
                              </m:e>
                              <m:sub>
                                <m:r>
                                  <a:rPr lang="en-US" sz="3400" b="0" i="1" smtClean="0">
                                    <a:latin typeface="Cambria Math" panose="02040503050406030204" pitchFamily="18" charset="0"/>
                                  </a:rPr>
                                  <m:t>+</m:t>
                                </m:r>
                              </m:sub>
                            </m:sSub>
                            <m:r>
                              <a:rPr lang="en-US" sz="3400" b="0" i="1" smtClean="0">
                                <a:latin typeface="Cambria Math" panose="02040503050406030204" pitchFamily="18" charset="0"/>
                              </a:rPr>
                              <m:t>,</m:t>
                            </m:r>
                            <m:sSub>
                              <m:sSubPr>
                                <m:ctrlPr>
                                  <a:rPr lang="en-US" sz="3400" b="0" i="1" smtClean="0">
                                    <a:effectLst>
                                      <a:glow rad="139700">
                                        <a:schemeClr val="accent4">
                                          <a:satMod val="175000"/>
                                          <a:alpha val="40000"/>
                                        </a:schemeClr>
                                      </a:glow>
                                    </a:effectLst>
                                    <a:latin typeface="Cambria Math" panose="02040503050406030204" pitchFamily="18" charset="0"/>
                                  </a:rPr>
                                </m:ctrlPr>
                              </m:sSubPr>
                              <m:e>
                                <m:r>
                                  <a:rPr lang="en-US" sz="3400" b="0" i="1" smtClean="0">
                                    <a:effectLst>
                                      <a:glow rad="139700">
                                        <a:schemeClr val="accent4">
                                          <a:satMod val="175000"/>
                                          <a:alpha val="40000"/>
                                        </a:schemeClr>
                                      </a:glow>
                                    </a:effectLst>
                                    <a:latin typeface="Cambria Math" panose="02040503050406030204" pitchFamily="18" charset="0"/>
                                  </a:rPr>
                                  <m:t>ℎ</m:t>
                                </m:r>
                              </m:e>
                              <m:sub>
                                <m:r>
                                  <a:rPr lang="en-US" sz="3400" b="0" i="1" smtClean="0">
                                    <a:effectLst>
                                      <a:glow rad="139700">
                                        <a:schemeClr val="accent4">
                                          <a:satMod val="175000"/>
                                          <a:alpha val="40000"/>
                                        </a:schemeClr>
                                      </a:glow>
                                    </a:effectLst>
                                    <a:latin typeface="Cambria Math" panose="02040503050406030204" pitchFamily="18" charset="0"/>
                                  </a:rPr>
                                  <m:t>𝑥</m:t>
                                </m:r>
                              </m:sub>
                            </m:sSub>
                            <m:r>
                              <a:rPr lang="en-US" sz="3400" b="0" i="1" smtClean="0">
                                <a:effectLst>
                                  <a:glow rad="139700">
                                    <a:schemeClr val="accent4">
                                      <a:satMod val="175000"/>
                                      <a:alpha val="40000"/>
                                    </a:schemeClr>
                                  </a:glow>
                                </a:effectLst>
                                <a:latin typeface="Cambria Math" panose="02040503050406030204" pitchFamily="18" charset="0"/>
                              </a:rPr>
                              <m:t>−</m:t>
                            </m:r>
                            <m:sSub>
                              <m:sSubPr>
                                <m:ctrlPr>
                                  <a:rPr lang="en-US" sz="3400" b="0" i="1" smtClean="0">
                                    <a:effectLst>
                                      <a:glow rad="139700">
                                        <a:schemeClr val="accent4">
                                          <a:satMod val="175000"/>
                                          <a:alpha val="40000"/>
                                        </a:schemeClr>
                                      </a:glow>
                                    </a:effectLst>
                                    <a:latin typeface="Cambria Math" panose="02040503050406030204" pitchFamily="18" charset="0"/>
                                  </a:rPr>
                                </m:ctrlPr>
                              </m:sSubPr>
                              <m:e>
                                <m:r>
                                  <a:rPr lang="en-US" sz="3400" b="0" i="1" smtClean="0">
                                    <a:effectLst>
                                      <a:glow rad="139700">
                                        <a:schemeClr val="accent4">
                                          <a:satMod val="175000"/>
                                          <a:alpha val="40000"/>
                                        </a:schemeClr>
                                      </a:glow>
                                    </a:effectLst>
                                    <a:latin typeface="Cambria Math" panose="02040503050406030204" pitchFamily="18" charset="0"/>
                                  </a:rPr>
                                  <m:t>𝑏</m:t>
                                </m:r>
                              </m:e>
                              <m:sub>
                                <m:r>
                                  <a:rPr lang="en-US" sz="3400" b="0" i="1" smtClean="0">
                                    <a:effectLst>
                                      <a:glow rad="139700">
                                        <a:schemeClr val="accent4">
                                          <a:satMod val="175000"/>
                                          <a:alpha val="40000"/>
                                        </a:schemeClr>
                                      </a:glow>
                                    </a:effectLst>
                                    <a:latin typeface="Cambria Math" panose="02040503050406030204" pitchFamily="18" charset="0"/>
                                  </a:rPr>
                                  <m:t>𝑥</m:t>
                                </m:r>
                              </m:sub>
                            </m:sSub>
                          </m:e>
                        </m:d>
                      </m:e>
                    </m:func>
                    <m:r>
                      <a:rPr lang="en-US" sz="3400" b="0" i="1" smtClean="0">
                        <a:effectLst>
                          <a:glow rad="139700">
                            <a:schemeClr val="accent4">
                              <a:satMod val="175000"/>
                              <a:alpha val="40000"/>
                            </a:schemeClr>
                          </a:glow>
                        </a:effectLst>
                        <a:latin typeface="Cambria Math" panose="02040503050406030204" pitchFamily="18" charset="0"/>
                      </a:rPr>
                      <m:t> </m:t>
                    </m:r>
                  </m:oMath>
                </a14:m>
                <a:br>
                  <a:rPr lang="en-US" sz="3400" b="0" i="1">
                    <a:effectLst>
                      <a:glow rad="139700">
                        <a:schemeClr val="accent4">
                          <a:satMod val="175000"/>
                          <a:alpha val="40000"/>
                        </a:schemeClr>
                      </a:glow>
                    </a:effectLst>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min</m:t>
                          </m:r>
                        </m:fName>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𝑦</m:t>
                                          </m:r>
                                        </m:sub>
                                      </m:sSub>
                                    </m:e>
                                  </m:d>
                                </m:e>
                                <m:sub>
                                  <m:r>
                                    <a:rPr lang="en-US" b="0" i="1" smtClean="0">
                                      <a:latin typeface="Cambria Math" panose="02040503050406030204" pitchFamily="18" charset="0"/>
                                    </a:rPr>
                                    <m:t>+</m:t>
                                  </m:r>
                                </m:sub>
                              </m:sSub>
                              <m:r>
                                <a:rPr lang="en-US" b="0" i="1" smtClean="0">
                                  <a:latin typeface="Cambria Math" panose="02040503050406030204" pitchFamily="18" charset="0"/>
                                </a:rPr>
                                <m:t>,</m:t>
                              </m:r>
                              <m:sSub>
                                <m:sSubPr>
                                  <m:ctrlPr>
                                    <a:rPr lang="en-US" b="0" i="1" smtClean="0">
                                      <a:effectLst>
                                        <a:glow rad="139700">
                                          <a:schemeClr val="accent4">
                                            <a:satMod val="175000"/>
                                            <a:alpha val="40000"/>
                                          </a:schemeClr>
                                        </a:glow>
                                      </a:effectLst>
                                      <a:latin typeface="Cambria Math" panose="02040503050406030204" pitchFamily="18" charset="0"/>
                                    </a:rPr>
                                  </m:ctrlPr>
                                </m:sSubPr>
                                <m:e>
                                  <m:r>
                                    <a:rPr lang="en-US" b="0" i="1" smtClean="0">
                                      <a:effectLst>
                                        <a:glow rad="139700">
                                          <a:schemeClr val="accent4">
                                            <a:satMod val="175000"/>
                                            <a:alpha val="40000"/>
                                          </a:schemeClr>
                                        </a:glow>
                                      </a:effectLst>
                                      <a:latin typeface="Cambria Math" panose="02040503050406030204" pitchFamily="18" charset="0"/>
                                    </a:rPr>
                                    <m:t>ℎ</m:t>
                                  </m:r>
                                </m:e>
                                <m:sub>
                                  <m:r>
                                    <a:rPr lang="en-US" b="0" i="1" smtClean="0">
                                      <a:effectLst>
                                        <a:glow rad="139700">
                                          <a:schemeClr val="accent4">
                                            <a:satMod val="175000"/>
                                            <a:alpha val="40000"/>
                                          </a:schemeClr>
                                        </a:glow>
                                      </a:effectLst>
                                      <a:latin typeface="Cambria Math" panose="02040503050406030204" pitchFamily="18" charset="0"/>
                                    </a:rPr>
                                    <m:t>𝑥</m:t>
                                  </m:r>
                                </m:sub>
                              </m:sSub>
                              <m:r>
                                <a:rPr lang="en-US" b="0" i="1" smtClean="0">
                                  <a:effectLst>
                                    <a:glow rad="139700">
                                      <a:schemeClr val="accent4">
                                        <a:satMod val="175000"/>
                                        <a:alpha val="40000"/>
                                      </a:schemeClr>
                                    </a:glow>
                                  </a:effectLst>
                                  <a:latin typeface="Cambria Math" panose="02040503050406030204" pitchFamily="18" charset="0"/>
                                </a:rPr>
                                <m:t>−</m:t>
                              </m:r>
                              <m:sSub>
                                <m:sSubPr>
                                  <m:ctrlPr>
                                    <a:rPr lang="en-US" b="0" i="1" smtClean="0">
                                      <a:effectLst>
                                        <a:glow rad="139700">
                                          <a:schemeClr val="accent4">
                                            <a:satMod val="175000"/>
                                            <a:alpha val="40000"/>
                                          </a:schemeClr>
                                        </a:glow>
                                      </a:effectLst>
                                      <a:latin typeface="Cambria Math" panose="02040503050406030204" pitchFamily="18" charset="0"/>
                                    </a:rPr>
                                  </m:ctrlPr>
                                </m:sSubPr>
                                <m:e>
                                  <m:r>
                                    <a:rPr lang="en-US" b="0" i="1" smtClean="0">
                                      <a:effectLst>
                                        <a:glow rad="139700">
                                          <a:schemeClr val="accent4">
                                            <a:satMod val="175000"/>
                                            <a:alpha val="40000"/>
                                          </a:schemeClr>
                                        </a:glow>
                                      </a:effectLst>
                                      <a:latin typeface="Cambria Math" panose="02040503050406030204" pitchFamily="18" charset="0"/>
                                    </a:rPr>
                                    <m:t>𝑏</m:t>
                                  </m:r>
                                </m:e>
                                <m:sub>
                                  <m:r>
                                    <a:rPr lang="en-US" b="0" i="1" smtClean="0">
                                      <a:effectLst>
                                        <a:glow rad="139700">
                                          <a:schemeClr val="accent4">
                                            <a:satMod val="175000"/>
                                            <a:alpha val="40000"/>
                                          </a:schemeClr>
                                        </a:glow>
                                      </a:effectLst>
                                      <a:latin typeface="Cambria Math" panose="02040503050406030204" pitchFamily="18" charset="0"/>
                                    </a:rPr>
                                    <m:t>𝑥</m:t>
                                  </m:r>
                                </m:sub>
                              </m:sSub>
                            </m:e>
                          </m:d>
                        </m:e>
                      </m:func>
                    </m:oMath>
                  </m:oMathPara>
                </a14:m>
                <a:endParaRPr lang="en-US" b="0" dirty="0"/>
              </a:p>
              <a:p>
                <a:pPr lvl="1"/>
                <a:r>
                  <a:rPr lang="en-US" dirty="0"/>
                  <a:t>Volume (=length) of </a:t>
                </a:r>
                <a14:m>
                  <m:oMath xmlns:m="http://schemas.openxmlformats.org/officeDocument/2006/math">
                    <m:r>
                      <a:rPr lang="en-US" i="1" dirty="0" smtClean="0">
                        <a:latin typeface="Cambria Math" panose="02040503050406030204" pitchFamily="18" charset="0"/>
                      </a:rPr>
                      <m:t>𝑥</m:t>
                    </m:r>
                  </m:oMath>
                </a14:m>
                <a:r>
                  <a:rPr lang="en-US" dirty="0"/>
                  <a:t> that lies outside </a:t>
                </a:r>
                <a14:m>
                  <m:oMath xmlns:m="http://schemas.openxmlformats.org/officeDocument/2006/math">
                    <m:r>
                      <a:rPr lang="en-US" i="1" dirty="0" smtClean="0">
                        <a:latin typeface="Cambria Math" panose="02040503050406030204" pitchFamily="18" charset="0"/>
                      </a:rPr>
                      <m:t>𝑦</m:t>
                    </m:r>
                  </m:oMath>
                </a14:m>
                <a:endParaRPr lang="en-US" dirty="0"/>
              </a:p>
              <a:p>
                <a:pPr lvl="1"/>
                <a:r>
                  <a:rPr lang="en-US" dirty="0"/>
                  <a:t>At most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ℎ</m:t>
                        </m:r>
                      </m:e>
                      <m:sub>
                        <m:r>
                          <a:rPr lang="en-US" i="1">
                            <a:latin typeface="Cambria Math" panose="02040503050406030204" pitchFamily="18" charset="0"/>
                          </a:rPr>
                          <m:t>𝑥</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𝑥</m:t>
                        </m:r>
                      </m:sub>
                    </m:sSub>
                  </m:oMath>
                </a14:m>
                <a:r>
                  <a:rPr lang="en-US" dirty="0"/>
                  <a:t>, i.e., bounded loss from one instance</a:t>
                </a:r>
                <a:endParaRPr lang="en-US" dirty="0"/>
              </a:p>
              <a:p>
                <a:pPr lvl="1"/>
                <a:r>
                  <a:rPr lang="en-US" dirty="0"/>
                  <a:t>No gradient guidance once </a:t>
                </a:r>
                <a14:m>
                  <m:oMath xmlns:m="http://schemas.openxmlformats.org/officeDocument/2006/math">
                    <m:r>
                      <a:rPr lang="en-US" i="1" dirty="0" smtClean="0">
                        <a:latin typeface="Cambria Math" panose="02040503050406030204" pitchFamily="18" charset="0"/>
                      </a:rPr>
                      <m:t>𝑥</m:t>
                    </m:r>
                  </m:oMath>
                </a14:m>
                <a:r>
                  <a:rPr lang="en-US" dirty="0"/>
                  <a:t> has moved completely outside </a:t>
                </a:r>
                <a14:m>
                  <m:oMath xmlns:m="http://schemas.openxmlformats.org/officeDocument/2006/math">
                    <m:r>
                      <a:rPr lang="en-US" i="1" dirty="0" smtClean="0">
                        <a:latin typeface="Cambria Math" panose="02040503050406030204" pitchFamily="18" charset="0"/>
                      </a:rPr>
                      <m:t>𝑦</m:t>
                    </m:r>
                  </m:oMath>
                </a14:m>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838200" y="1243965"/>
                <a:ext cx="7232015" cy="4933315"/>
              </a:xfrm>
              <a:blipFill rotWithShape="1">
                <a:blip r:embed="rId2"/>
                <a:stretch>
                  <a:fillRect/>
                </a:stretch>
              </a:blipFill>
            </p:spPr>
            <p:txBody>
              <a:bodyPr/>
              <a:lstStyle/>
              <a:p>
                <a:r>
                  <a:rPr lang="en-US" altLang="en-US">
                    <a:noFill/>
                  </a:rPr>
                  <a:t> </a:t>
                </a:r>
              </a:p>
            </p:txBody>
          </p:sp>
        </mc:Fallback>
      </mc:AlternateContent>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7549" y="3668224"/>
            <a:ext cx="3634159" cy="3073182"/>
          </a:xfrm>
          <a:prstGeom prst="rect">
            <a:avLst/>
          </a:prstGeom>
        </p:spPr>
      </p:pic>
      <p:sp>
        <p:nvSpPr>
          <p:cNvPr id="10" name="Rectangle 10"/>
          <p:cNvSpPr>
            <a:spLocks noChangeArrowheads="1"/>
          </p:cNvSpPr>
          <p:nvPr/>
        </p:nvSpPr>
        <p:spPr bwMode="auto">
          <a:xfrm>
            <a:off x="8591700" y="2097009"/>
            <a:ext cx="3276600" cy="1524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11" name="Rectangle 11"/>
          <p:cNvSpPr>
            <a:spLocks noChangeArrowheads="1"/>
          </p:cNvSpPr>
          <p:nvPr/>
        </p:nvSpPr>
        <p:spPr bwMode="auto">
          <a:xfrm>
            <a:off x="9429900" y="2249409"/>
            <a:ext cx="1371600" cy="152400"/>
          </a:xfrm>
          <a:prstGeom prst="rect">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cxnSp>
        <p:nvCxnSpPr>
          <p:cNvPr id="12" name="AutoShape 23"/>
          <p:cNvCxnSpPr>
            <a:cxnSpLocks noChangeShapeType="1"/>
            <a:endCxn id="11" idx="1"/>
          </p:cNvCxnSpPr>
          <p:nvPr/>
        </p:nvCxnSpPr>
        <p:spPr bwMode="auto">
          <a:xfrm flipV="1">
            <a:off x="9428314" y="2325609"/>
            <a:ext cx="1587" cy="246062"/>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25"/>
          <p:cNvCxnSpPr>
            <a:cxnSpLocks noChangeShapeType="1"/>
            <a:endCxn id="11" idx="3"/>
          </p:cNvCxnSpPr>
          <p:nvPr/>
        </p:nvCxnSpPr>
        <p:spPr bwMode="auto">
          <a:xfrm flipV="1">
            <a:off x="10798326" y="2325609"/>
            <a:ext cx="3175" cy="22860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27"/>
          <p:cNvCxnSpPr>
            <a:cxnSpLocks noChangeShapeType="1"/>
            <a:endCxn id="10" idx="3"/>
          </p:cNvCxnSpPr>
          <p:nvPr/>
        </p:nvCxnSpPr>
        <p:spPr bwMode="auto">
          <a:xfrm flipH="1">
            <a:off x="11868301" y="1944609"/>
            <a:ext cx="3175" cy="22860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29"/>
          <p:cNvCxnSpPr>
            <a:cxnSpLocks noChangeShapeType="1"/>
            <a:endCxn id="10" idx="1"/>
          </p:cNvCxnSpPr>
          <p:nvPr/>
        </p:nvCxnSpPr>
        <p:spPr bwMode="auto">
          <a:xfrm flipH="1">
            <a:off x="8591700" y="1943021"/>
            <a:ext cx="6350" cy="230188"/>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16" name="TextBox 15"/>
              <p:cNvSpPr txBox="1"/>
              <p:nvPr/>
            </p:nvSpPr>
            <p:spPr>
              <a:xfrm>
                <a:off x="8312331" y="1452181"/>
                <a:ext cx="1203325" cy="47625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𝑏</m:t>
                          </m:r>
                        </m:e>
                        <m:sub>
                          <m:r>
                            <a:rPr lang="en-US" sz="2400" i="1" dirty="0" smtClean="0">
                              <a:latin typeface="Cambria Math" panose="02040503050406030204" pitchFamily="18" charset="0"/>
                            </a:rPr>
                            <m:t>𝑦</m:t>
                          </m:r>
                        </m:sub>
                      </m:sSub>
                      <m:r>
                        <a:rPr lang="en-US" sz="2400" b="0" i="1" dirty="0" smtClean="0">
                          <a:latin typeface="Cambria Math" panose="02040503050406030204" pitchFamily="18" charset="0"/>
                        </a:rPr>
                        <m:t>=</m:t>
                      </m:r>
                      <m:r>
                        <a:rPr lang="en-US" sz="2400" b="0" i="1" dirty="0" smtClean="0">
                          <a:latin typeface="Cambria Math" panose="02040503050406030204" pitchFamily="18" charset="0"/>
                        </a:rPr>
                        <m:t>3</m:t>
                      </m:r>
                    </m:oMath>
                  </m:oMathPara>
                </a14:m>
                <a:endParaRPr lang="en-US" sz="2400" dirty="0"/>
              </a:p>
            </p:txBody>
          </p:sp>
        </mc:Choice>
        <mc:Fallback>
          <p:sp>
            <p:nvSpPr>
              <p:cNvPr id="16" name="TextBox 15"/>
              <p:cNvSpPr txBox="1">
                <a:spLocks noRot="1" noChangeAspect="1" noMove="1" noResize="1" noEditPoints="1" noAdjustHandles="1" noChangeArrowheads="1" noChangeShapeType="1" noTextEdit="1"/>
              </p:cNvSpPr>
              <p:nvPr/>
            </p:nvSpPr>
            <p:spPr>
              <a:xfrm>
                <a:off x="8312331" y="1452181"/>
                <a:ext cx="1203325" cy="476250"/>
              </a:xfrm>
              <a:prstGeom prst="rect">
                <a:avLst/>
              </a:prstGeom>
              <a:blipFill rotWithShape="1">
                <a:blip r:embed="rId4"/>
                <a:stretch>
                  <a:fillRect l="-15" t="-120" r="15" b="120"/>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7" name="TextBox 16"/>
              <p:cNvSpPr txBox="1"/>
              <p:nvPr/>
            </p:nvSpPr>
            <p:spPr>
              <a:xfrm>
                <a:off x="11114410" y="1449005"/>
                <a:ext cx="1194435" cy="47561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ℎ</m:t>
                          </m:r>
                        </m:e>
                        <m:sub>
                          <m:r>
                            <a:rPr lang="en-US" sz="2400" i="1" dirty="0" smtClean="0">
                              <a:latin typeface="Cambria Math" panose="02040503050406030204" pitchFamily="18" charset="0"/>
                            </a:rPr>
                            <m:t>𝑦</m:t>
                          </m:r>
                        </m:sub>
                      </m:sSub>
                      <m:r>
                        <a:rPr lang="en-US" sz="2400" b="0" i="1" dirty="0" smtClean="0">
                          <a:latin typeface="Cambria Math" panose="02040503050406030204" pitchFamily="18" charset="0"/>
                        </a:rPr>
                        <m:t>=</m:t>
                      </m:r>
                      <m:r>
                        <a:rPr lang="en-US" sz="2400" b="0" i="1" dirty="0" smtClean="0">
                          <a:latin typeface="Cambria Math" panose="02040503050406030204" pitchFamily="18" charset="0"/>
                        </a:rPr>
                        <m:t>5</m:t>
                      </m:r>
                    </m:oMath>
                  </m:oMathPara>
                </a14:m>
                <a:endParaRPr lang="en-US" sz="2400" dirty="0"/>
              </a:p>
            </p:txBody>
          </p:sp>
        </mc:Choice>
        <mc:Fallback>
          <p:sp>
            <p:nvSpPr>
              <p:cNvPr id="17" name="TextBox 16"/>
              <p:cNvSpPr txBox="1">
                <a:spLocks noRot="1" noChangeAspect="1" noMove="1" noResize="1" noEditPoints="1" noAdjustHandles="1" noChangeArrowheads="1" noChangeShapeType="1" noTextEdit="1"/>
              </p:cNvSpPr>
              <p:nvPr/>
            </p:nvSpPr>
            <p:spPr>
              <a:xfrm>
                <a:off x="11114410" y="1449005"/>
                <a:ext cx="1194435" cy="475615"/>
              </a:xfrm>
              <a:prstGeom prst="rect">
                <a:avLst/>
              </a:prstGeom>
              <a:blipFill rotWithShape="1">
                <a:blip r:embed="rId5"/>
                <a:stretch>
                  <a:fillRect t="-120" b="120"/>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9142595" y="2553802"/>
                <a:ext cx="583565" cy="46037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𝑏</m:t>
                          </m:r>
                        </m:e>
                        <m:sub>
                          <m:r>
                            <a:rPr lang="en-US" sz="2400" b="0" i="1" dirty="0" smtClean="0">
                              <a:latin typeface="Cambria Math" panose="02040503050406030204" pitchFamily="18" charset="0"/>
                            </a:rPr>
                            <m:t>𝑥</m:t>
                          </m:r>
                        </m:sub>
                      </m:sSub>
                    </m:oMath>
                  </m:oMathPara>
                </a14:m>
                <a:endParaRPr lang="en-US" sz="2400" dirty="0"/>
              </a:p>
            </p:txBody>
          </p:sp>
        </mc:Choice>
        <mc:Fallback>
          <p:sp>
            <p:nvSpPr>
              <p:cNvPr id="18" name="TextBox 17"/>
              <p:cNvSpPr txBox="1">
                <a:spLocks noRot="1" noChangeAspect="1" noMove="1" noResize="1" noEditPoints="1" noAdjustHandles="1" noChangeArrowheads="1" noChangeShapeType="1" noTextEdit="1"/>
              </p:cNvSpPr>
              <p:nvPr/>
            </p:nvSpPr>
            <p:spPr>
              <a:xfrm>
                <a:off x="9142595" y="2553802"/>
                <a:ext cx="583565" cy="460375"/>
              </a:xfrm>
              <a:prstGeom prst="rect">
                <a:avLst/>
              </a:prstGeom>
              <a:blipFill rotWithShape="1">
                <a:blip r:embed="rId6"/>
                <a:stretch>
                  <a:fillRect l="-86" t="-101" r="86" b="101"/>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10517127" y="2553801"/>
                <a:ext cx="575310" cy="46037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ℎ</m:t>
                          </m:r>
                        </m:e>
                        <m:sub>
                          <m:r>
                            <a:rPr lang="en-US" sz="2400" b="0" i="1" dirty="0" smtClean="0">
                              <a:latin typeface="Cambria Math" panose="02040503050406030204" pitchFamily="18" charset="0"/>
                            </a:rPr>
                            <m:t>𝑥</m:t>
                          </m:r>
                        </m:sub>
                      </m:sSub>
                    </m:oMath>
                  </m:oMathPara>
                </a14:m>
                <a:endParaRPr lang="en-US" sz="2400" dirty="0"/>
              </a:p>
            </p:txBody>
          </p:sp>
        </mc:Choice>
        <mc:Fallback>
          <p:sp>
            <p:nvSpPr>
              <p:cNvPr id="19" name="TextBox 18"/>
              <p:cNvSpPr txBox="1">
                <a:spLocks noRot="1" noChangeAspect="1" noMove="1" noResize="1" noEditPoints="1" noAdjustHandles="1" noChangeArrowheads="1" noChangeShapeType="1" noTextEdit="1"/>
              </p:cNvSpPr>
              <p:nvPr/>
            </p:nvSpPr>
            <p:spPr>
              <a:xfrm>
                <a:off x="10517127" y="2553801"/>
                <a:ext cx="575310" cy="460375"/>
              </a:xfrm>
              <a:prstGeom prst="rect">
                <a:avLst/>
              </a:prstGeom>
              <a:blipFill rotWithShape="1">
                <a:blip r:embed="rId7"/>
                <a:stretch>
                  <a:fillRect l="-45" t="-101" r="45" b="101"/>
                </a:stretch>
              </a:blipFill>
            </p:spPr>
            <p:txBody>
              <a:bodyPr/>
              <a:lstStyle/>
              <a:p>
                <a:r>
                  <a:rPr lang="en-US" altLang="en-US">
                    <a:noFill/>
                  </a:rPr>
                  <a:t> </a:t>
                </a:r>
              </a:p>
            </p:txBody>
          </p:sp>
        </mc:Fallback>
      </mc:AlternateContent>
      <p:cxnSp>
        <p:nvCxnSpPr>
          <p:cNvPr id="21" name="Straight Arrow Connector 20"/>
          <p:cNvCxnSpPr/>
          <p:nvPr/>
        </p:nvCxnSpPr>
        <p:spPr>
          <a:xfrm>
            <a:off x="9423794" y="3218688"/>
            <a:ext cx="1374532" cy="0"/>
          </a:xfrm>
          <a:prstGeom prst="straightConnector1">
            <a:avLst/>
          </a:prstGeom>
          <a:ln>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9992563" y="3160166"/>
            <a:ext cx="298450" cy="368300"/>
          </a:xfrm>
          <a:prstGeom prst="rect">
            <a:avLst/>
          </a:prstGeom>
          <a:noFill/>
        </p:spPr>
        <p:txBody>
          <a:bodyPr wrap="none" rtlCol="0">
            <a:spAutoFit/>
          </a:bodyPr>
          <a:lstStyle/>
          <a:p>
            <a:r>
              <a:rPr lang="en-US" dirty="0"/>
              <a:t>1</a:t>
            </a:r>
            <a:endParaRPr lang="en-US" dirty="0"/>
          </a:p>
        </p:txBody>
      </p:sp>
      <p:cxnSp>
        <p:nvCxnSpPr>
          <p:cNvPr id="24" name="Straight Arrow Connector 23"/>
          <p:cNvCxnSpPr/>
          <p:nvPr/>
        </p:nvCxnSpPr>
        <p:spPr>
          <a:xfrm>
            <a:off x="6612941" y="4447642"/>
            <a:ext cx="2810853" cy="526694"/>
          </a:xfrm>
          <a:prstGeom prst="straightConnector1">
            <a:avLst/>
          </a:prstGeom>
          <a:ln w="57150">
            <a:solidFill>
              <a:srgbClr val="B4C7E7">
                <a:alpha val="50196"/>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3496666" y="2325609"/>
            <a:ext cx="5852160" cy="1961099"/>
          </a:xfrm>
          <a:prstGeom prst="straightConnector1">
            <a:avLst/>
          </a:prstGeom>
          <a:ln w="57150">
            <a:solidFill>
              <a:srgbClr val="B4C7E7">
                <a:alpha val="50196"/>
              </a:srgb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Smooth boxes</a:t>
            </a:r>
            <a:endParaRPr lang="en-US" dirty="0"/>
          </a:p>
        </p:txBody>
      </p:sp>
      <mc:AlternateContent xmlns:mc="http://schemas.openxmlformats.org/markup-compatibility/2006">
        <mc:Choice xmlns:a14="http://schemas.microsoft.com/office/drawing/2010/main" Requires="a14">
          <p:sp>
            <p:nvSpPr>
              <p:cNvPr id="23" name="Content Placeholder 22"/>
              <p:cNvSpPr>
                <a:spLocks noGrp="1"/>
              </p:cNvSpPr>
              <p:nvPr>
                <p:ph idx="1"/>
              </p:nvPr>
            </p:nvSpPr>
            <p:spPr/>
            <p:txBody>
              <a:bodyPr>
                <a:normAutofit lnSpcReduction="10000"/>
              </a:bodyPr>
              <a:lstStyle/>
              <a:p>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effectLst>
                              <a:glow rad="139700">
                                <a:schemeClr val="accent6">
                                  <a:satMod val="175000"/>
                                  <a:alpha val="40000"/>
                                </a:schemeClr>
                              </a:glow>
                            </a:effectLst>
                            <a:latin typeface="Cambria Math" panose="02040503050406030204" pitchFamily="18" charset="0"/>
                          </a:rPr>
                          <m:t>tanh</m:t>
                        </m:r>
                      </m:fName>
                      <m:e>
                        <m:d>
                          <m:dPr>
                            <m:begChr m:val="["/>
                            <m:endChr m:val="]"/>
                            <m:ctrlPr>
                              <a:rPr lang="en-US" b="0" i="1" smtClean="0">
                                <a:latin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max</m:t>
                                </m:r>
                              </m:fName>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solidFill>
                                                      <a:schemeClr val="bg1"/>
                                                    </a:solidFill>
                                                    <a:highlight>
                                                      <a:srgbClr val="0000FF"/>
                                                    </a:highlight>
                                                    <a:latin typeface="Cambria Math" panose="02040503050406030204" pitchFamily="18" charset="0"/>
                                                  </a:rPr>
                                                  <m:t>𝑦</m:t>
                                                </m:r>
                                              </m:sub>
                                            </m:sSub>
                                            <m:d>
                                              <m:dPr>
                                                <m:begChr m:val="["/>
                                                <m:endChr m:val="]"/>
                                                <m:ctrlPr>
                                                  <a:rPr lang="en-US" i="1">
                                                    <a:latin typeface="Cambria Math" panose="02040503050406030204" pitchFamily="18" charset="0"/>
                                                  </a:rPr>
                                                </m:ctrlPr>
                                              </m:dPr>
                                              <m:e>
                                                <m:r>
                                                  <a:rPr lang="en-US" i="1">
                                                    <a:latin typeface="Cambria Math" panose="02040503050406030204" pitchFamily="18" charset="0"/>
                                                  </a:rPr>
                                                  <m:t>𝑑</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solidFill>
                                                      <a:schemeClr val="bg1"/>
                                                    </a:solidFill>
                                                    <a:highlight>
                                                      <a:srgbClr val="FF0000"/>
                                                    </a:highlight>
                                                    <a:latin typeface="Cambria Math" panose="02040503050406030204" pitchFamily="18" charset="0"/>
                                                  </a:rPr>
                                                  <m:t>𝑥</m:t>
                                                </m:r>
                                              </m:sub>
                                            </m:sSub>
                                            <m:r>
                                              <a:rPr lang="en-US" i="1">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e>
                                        </m:d>
                                      </m:e>
                                      <m:sub>
                                        <m:r>
                                          <a:rPr lang="en-US" i="1">
                                            <a:latin typeface="Cambria Math" panose="02040503050406030204" pitchFamily="18" charset="0"/>
                                          </a:rPr>
                                          <m:t>+</m:t>
                                        </m:r>
                                      </m:sub>
                                    </m:sSub>
                                    <m:r>
                                      <a:rPr lang="en-US" i="1">
                                        <a:latin typeface="Cambria Math" panose="02040503050406030204" pitchFamily="18" charset="0"/>
                                      </a:rPr>
                                      <m:t>,</m:t>
                                    </m:r>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ℎ</m:t>
                                                </m:r>
                                              </m:e>
                                              <m:sub>
                                                <m:r>
                                                  <a:rPr lang="en-US" i="1">
                                                    <a:solidFill>
                                                      <a:schemeClr val="bg1"/>
                                                    </a:solidFill>
                                                    <a:highlight>
                                                      <a:srgbClr val="FF0000"/>
                                                    </a:highlight>
                                                    <a:latin typeface="Cambria Math" panose="02040503050406030204" pitchFamily="18" charset="0"/>
                                                  </a:rPr>
                                                  <m:t>𝑥</m:t>
                                                </m:r>
                                              </m:sub>
                                            </m:sSub>
                                            <m:d>
                                              <m:dPr>
                                                <m:begChr m:val="["/>
                                                <m:endChr m:val="]"/>
                                                <m:ctrlPr>
                                                  <a:rPr lang="en-US" i="1">
                                                    <a:latin typeface="Cambria Math" panose="02040503050406030204" pitchFamily="18" charset="0"/>
                                                  </a:rPr>
                                                </m:ctrlPr>
                                              </m:dPr>
                                              <m:e>
                                                <m:r>
                                                  <a:rPr lang="en-US" i="1">
                                                    <a:latin typeface="Cambria Math" panose="02040503050406030204" pitchFamily="18" charset="0"/>
                                                  </a:rPr>
                                                  <m:t>𝑑</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ℎ</m:t>
                                                </m:r>
                                              </m:e>
                                              <m:sub>
                                                <m:r>
                                                  <a:rPr lang="en-US" i="1">
                                                    <a:solidFill>
                                                      <a:schemeClr val="bg1"/>
                                                    </a:solidFill>
                                                    <a:highlight>
                                                      <a:srgbClr val="0000FF"/>
                                                    </a:highlight>
                                                    <a:latin typeface="Cambria Math" panose="02040503050406030204" pitchFamily="18" charset="0"/>
                                                  </a:rPr>
                                                  <m:t>𝑦</m:t>
                                                </m:r>
                                              </m:sub>
                                            </m:sSub>
                                            <m:r>
                                              <a:rPr lang="en-US" i="1">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e>
                                        </m:d>
                                      </m:e>
                                      <m:sub>
                                        <m:r>
                                          <a:rPr lang="en-US" i="1">
                                            <a:latin typeface="Cambria Math" panose="02040503050406030204" pitchFamily="18" charset="0"/>
                                          </a:rPr>
                                          <m:t>+</m:t>
                                        </m:r>
                                      </m:sub>
                                    </m:sSub>
                                  </m:e>
                                </m:d>
                              </m:e>
                            </m:func>
                          </m:e>
                        </m:d>
                      </m:e>
                    </m:func>
                  </m:oMath>
                </a14:m>
                <a:endParaRPr lang="en-US" dirty="0"/>
              </a:p>
              <a:p>
                <a:r>
                  <a:rPr lang="en-US" dirty="0"/>
                  <a:t>May need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𝑥</m:t>
                        </m:r>
                      </m:sub>
                    </m:sSub>
                  </m:oMath>
                </a14:m>
                <a:r>
                  <a:rPr lang="en-US" dirty="0"/>
                  <a:t> scale factor</a:t>
                </a:r>
                <a:endParaRPr lang="en-US" dirty="0"/>
              </a:p>
              <a:p>
                <a:r>
                  <a:rPr lang="en-US" dirty="0"/>
                  <a:t>Can use </a:t>
                </a:r>
                <a:r>
                  <a:rPr lang="en-US" dirty="0">
                    <a:hlinkClick r:id="rId1"/>
                  </a:rPr>
                  <a:t>differentiable</a:t>
                </a:r>
                <a:br>
                  <a:rPr lang="en-US" dirty="0">
                    <a:hlinkClick r:id="rId1"/>
                  </a:rPr>
                </a:br>
                <a:r>
                  <a:rPr lang="en-US" dirty="0">
                    <a:hlinkClick r:id="rId1"/>
                  </a:rPr>
                  <a:t>surrogates of max and min</a:t>
                </a:r>
                <a:br>
                  <a:rPr lang="en-US" dirty="0">
                    <a:hlinkClick r:id="rId1"/>
                  </a:rPr>
                </a:br>
                <a:r>
                  <a:rPr lang="en-US" dirty="0">
                    <a:hlinkClick r:id="rId1"/>
                  </a:rPr>
                  <a:t>over dimensions</a:t>
                </a:r>
                <a:endParaRPr lang="en-US" dirty="0"/>
              </a:p>
              <a:p>
                <a:r>
                  <a:rPr lang="en-US" dirty="0"/>
                  <a:t>More </a:t>
                </a:r>
                <a:r>
                  <a:rPr lang="en-US" dirty="0">
                    <a:hlinkClick r:id="rId1"/>
                  </a:rPr>
                  <a:t>principled probabilistic</a:t>
                </a:r>
                <a:br>
                  <a:rPr lang="en-US" dirty="0">
                    <a:hlinkClick r:id="rId1"/>
                  </a:rPr>
                </a:br>
                <a:r>
                  <a:rPr lang="en-US" dirty="0">
                    <a:hlinkClick r:id="rId1"/>
                  </a:rPr>
                  <a:t>formulations</a:t>
                </a:r>
                <a:r>
                  <a:rPr lang="en-US" dirty="0"/>
                  <a:t> also exist</a:t>
                </a:r>
                <a:endParaRPr lang="en-US" dirty="0"/>
              </a:p>
              <a:p>
                <a:r>
                  <a:rPr lang="en-US" dirty="0"/>
                  <a:t>Whatever helps the optimizer</a:t>
                </a:r>
                <a:br>
                  <a:rPr lang="en-US" dirty="0"/>
                </a:br>
                <a:r>
                  <a:rPr lang="en-US" dirty="0"/>
                  <a:t>fit good </a:t>
                </a:r>
                <a14:m>
                  <m:oMath xmlns:m="http://schemas.openxmlformats.org/officeDocument/2006/math">
                    <m:r>
                      <a:rPr lang="en-US" b="1" i="0" dirty="0" smtClean="0">
                        <a:latin typeface="Cambria Math" panose="02040503050406030204" pitchFamily="18" charset="0"/>
                      </a:rPr>
                      <m:t>𝐁</m:t>
                    </m:r>
                  </m:oMath>
                </a14:m>
                <a:r>
                  <a:rPr lang="en-US" dirty="0"/>
                  <a:t> and </a:t>
                </a:r>
                <a14:m>
                  <m:oMath xmlns:m="http://schemas.openxmlformats.org/officeDocument/2006/math">
                    <m:r>
                      <a:rPr lang="en-US" b="1" i="0" dirty="0" smtClean="0">
                        <a:latin typeface="Cambria Math" panose="02040503050406030204" pitchFamily="18" charset="0"/>
                      </a:rPr>
                      <m:t>𝐇</m:t>
                    </m:r>
                  </m:oMath>
                </a14:m>
                <a:r>
                  <a:rPr lang="en-US" dirty="0"/>
                  <a:t> </a:t>
                </a:r>
                <a:endParaRPr lang="en-US" dirty="0"/>
              </a:p>
            </p:txBody>
          </p:sp>
        </mc:Choice>
        <mc:Fallback>
          <p:sp>
            <p:nvSpPr>
              <p:cNvPr id="23" name="Content Placeholder 22"/>
              <p:cNvSpPr>
                <a:spLocks noRot="1" noChangeAspect="1" noMove="1" noResize="1" noEditPoints="1" noAdjustHandles="1" noChangeArrowheads="1" noChangeShapeType="1" noTextEdit="1"/>
              </p:cNvSpPr>
              <p:nvPr>
                <p:ph idx="1"/>
              </p:nvPr>
            </p:nvSpPr>
            <p:spPr>
              <a:blipFill rotWithShape="1">
                <a:blip r:embed="rId2"/>
                <a:stretch>
                  <a:fillRect t="-8" b="6"/>
                </a:stretch>
              </a:blipFill>
            </p:spPr>
            <p:txBody>
              <a:bodyPr/>
              <a:lstStyle/>
              <a:p>
                <a:r>
                  <a:rPr lang="en-US" altLang="en-US">
                    <a:noFill/>
                  </a:rPr>
                  <a:t> </a:t>
                </a:r>
              </a:p>
            </p:txBody>
          </p:sp>
        </mc:Fallback>
      </mc:AlternateContent>
      <p:pic>
        <p:nvPicPr>
          <p:cNvPr id="26" name="Content Placeholder 25"/>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7071360" y="2261235"/>
            <a:ext cx="5120640" cy="4271645"/>
          </a:xfrm>
        </p:spPr>
      </p:pic>
      <p:pic>
        <p:nvPicPr>
          <p:cNvPr id="22" name="Content Placeholder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804672" cy="831367"/>
          </a:xfrm>
          <a:prstGeom prst="rect">
            <a:avLst/>
          </a:prstGeom>
        </p:spPr>
      </p:pic>
      <mc:AlternateContent xmlns:mc="http://schemas.openxmlformats.org/markup-compatibility/2006" xmlns:p14="http://schemas.microsoft.com/office/powerpoint/2010/main">
        <mc:Choice Requires="p14">
          <p:contentPart r:id="rId5" p14:bwMode="auto">
            <p14:nvContentPartPr>
              <p14:cNvPr id="3" name="Ink 2"/>
              <p14:cNvContentPartPr/>
              <p14:nvPr/>
            </p14:nvContentPartPr>
            <p14:xfrm>
              <a:off x="452520" y="4541760"/>
              <a:ext cx="8273880" cy="2190600"/>
            </p14:xfrm>
          </p:contentPart>
        </mc:Choice>
        <mc:Fallback xmlns="">
          <p:pic>
            <p:nvPicPr>
              <p:cNvPr id="3" name="Ink 2"/>
            </p:nvPicPr>
            <p:blipFill>
              <a:blip r:embed="rId6"/>
            </p:blipFill>
            <p:spPr>
              <a:xfrm>
                <a:off x="452520" y="4541760"/>
                <a:ext cx="8273880" cy="2190600"/>
              </a:xfrm>
              <a:prstGeom prst="rect"/>
            </p:spPr>
          </p:pic>
        </mc:Fallback>
      </mc:AlternateContent>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normAutofit/>
          </a:bodyPr>
          <a:lstStyle/>
          <a:p>
            <a:r>
              <a:rPr lang="en-US" altLang="en-US" sz="4400" dirty="0"/>
              <a:t>“Leaky” evaluation protocol</a:t>
            </a:r>
            <a:endParaRPr lang="en-US" altLang="en-US" sz="4400" dirty="0"/>
          </a:p>
        </p:txBody>
      </p:sp>
      <p:sp>
        <p:nvSpPr>
          <p:cNvPr id="72707" name="Rectangle 3"/>
          <p:cNvSpPr>
            <a:spLocks noGrp="1" noChangeArrowheads="1"/>
          </p:cNvSpPr>
          <p:nvPr>
            <p:ph idx="1"/>
          </p:nvPr>
        </p:nvSpPr>
        <p:spPr/>
        <p:txBody>
          <a:bodyPr>
            <a:normAutofit/>
          </a:bodyPr>
          <a:lstStyle/>
          <a:p>
            <a:r>
              <a:rPr lang="en-US" altLang="en-US" i="1"/>
              <a:t>T</a:t>
            </a:r>
            <a:r>
              <a:rPr lang="en-US" altLang="en-US"/>
              <a:t> = available partial order, clo(</a:t>
            </a:r>
            <a:r>
              <a:rPr lang="en-US" altLang="en-US" i="1"/>
              <a:t>T</a:t>
            </a:r>
            <a:r>
              <a:rPr lang="en-US" altLang="en-US"/>
              <a:t>) transitive closure</a:t>
            </a:r>
            <a:endParaRPr lang="en-US" altLang="en-US"/>
          </a:p>
          <a:p>
            <a:pPr lvl="1"/>
            <a:r>
              <a:rPr lang="en-US" altLang="en-US">
                <a:solidFill>
                  <a:srgbClr val="969696"/>
                </a:solidFill>
              </a:rPr>
              <a:t>WordNet has |</a:t>
            </a:r>
            <a:r>
              <a:rPr lang="en-US" altLang="en-US" i="1">
                <a:solidFill>
                  <a:srgbClr val="969696"/>
                </a:solidFill>
              </a:rPr>
              <a:t>T</a:t>
            </a:r>
            <a:r>
              <a:rPr lang="en-US" altLang="en-US">
                <a:solidFill>
                  <a:srgbClr val="969696"/>
                </a:solidFill>
              </a:rPr>
              <a:t>|=82115, |clo(</a:t>
            </a:r>
            <a:r>
              <a:rPr lang="en-US" altLang="en-US" i="1">
                <a:solidFill>
                  <a:srgbClr val="969696"/>
                </a:solidFill>
              </a:rPr>
              <a:t>T</a:t>
            </a:r>
            <a:r>
              <a:rPr lang="en-US" altLang="en-US">
                <a:solidFill>
                  <a:srgbClr val="969696"/>
                </a:solidFill>
              </a:rPr>
              <a:t>)|=838073</a:t>
            </a:r>
            <a:endParaRPr lang="en-US" altLang="en-US">
              <a:solidFill>
                <a:srgbClr val="969696"/>
              </a:solidFill>
            </a:endParaRPr>
          </a:p>
          <a:p>
            <a:r>
              <a:rPr lang="en-US" altLang="en-US"/>
              <a:t>Sample positive test/eval fold   </a:t>
            </a:r>
            <a:r>
              <a:rPr lang="en-US" altLang="en-US">
                <a:solidFill>
                  <a:srgbClr val="969696"/>
                </a:solidFill>
              </a:rPr>
              <a:t>…4000</a:t>
            </a:r>
            <a:endParaRPr lang="en-US" altLang="en-US">
              <a:solidFill>
                <a:srgbClr val="969696"/>
              </a:solidFill>
            </a:endParaRPr>
          </a:p>
          <a:p>
            <a:r>
              <a:rPr lang="en-US" altLang="en-US"/>
              <a:t>Sample positive valid/dev fold   </a:t>
            </a:r>
            <a:r>
              <a:rPr lang="en-US" altLang="en-US">
                <a:solidFill>
                  <a:srgbClr val="969696"/>
                </a:solidFill>
              </a:rPr>
              <a:t>…4000</a:t>
            </a:r>
            <a:r>
              <a:rPr lang="en-US" altLang="en-US"/>
              <a:t> </a:t>
            </a:r>
            <a:endParaRPr lang="en-US" altLang="en-US"/>
          </a:p>
          <a:p>
            <a:r>
              <a:rPr lang="en-US" altLang="en-US"/>
              <a:t>Rest train/learn fold   </a:t>
            </a:r>
            <a:r>
              <a:rPr lang="en-US" altLang="en-US">
                <a:solidFill>
                  <a:srgbClr val="FF0000"/>
                </a:solidFill>
              </a:rPr>
              <a:t>…830k(!)</a:t>
            </a:r>
            <a:endParaRPr lang="en-US" altLang="en-US">
              <a:solidFill>
                <a:schemeClr val="bg2"/>
              </a:solidFill>
            </a:endParaRPr>
          </a:p>
          <a:p>
            <a:r>
              <a:rPr lang="en-US" altLang="en-US"/>
              <a:t>Plus negative samples </a:t>
            </a:r>
            <a:r>
              <a:rPr lang="en-US" altLang="en-US" i="1"/>
              <a:t>L</a:t>
            </a:r>
            <a:r>
              <a:rPr lang="en-US" altLang="en-US" baseline="-25000"/>
              <a:t>–</a:t>
            </a:r>
            <a:r>
              <a:rPr lang="en-US" altLang="en-US"/>
              <a:t>, </a:t>
            </a:r>
            <a:r>
              <a:rPr lang="en-US" altLang="en-US" i="1"/>
              <a:t>D</a:t>
            </a:r>
            <a:r>
              <a:rPr lang="en-US" altLang="en-US" baseline="-25000"/>
              <a:t>–</a:t>
            </a:r>
            <a:r>
              <a:rPr lang="en-US" altLang="en-US"/>
              <a:t>, </a:t>
            </a:r>
            <a:r>
              <a:rPr lang="en-US" altLang="en-US" i="1"/>
              <a:t>E</a:t>
            </a:r>
            <a:r>
              <a:rPr lang="en-US" altLang="en-US" baseline="-25000"/>
              <a:t>–</a:t>
            </a:r>
            <a:r>
              <a:rPr lang="en-US" altLang="en-US"/>
              <a:t>, typically 1:1</a:t>
            </a:r>
            <a:endParaRPr lang="en-US" altLang="en-US"/>
          </a:p>
          <a:p>
            <a:pPr lvl="1"/>
            <a:r>
              <a:rPr lang="en-US" altLang="en-US"/>
              <a:t>Local closed world assumption</a:t>
            </a:r>
            <a:endParaRPr lang="en-US" altLang="en-US"/>
          </a:p>
          <a:p>
            <a:r>
              <a:rPr lang="en-US" altLang="en-US"/>
              <a:t>With 830k of 838k known, what’s left to discover?</a:t>
            </a:r>
            <a:endParaRPr lang="en-US" altLang="en-US"/>
          </a:p>
        </p:txBody>
      </p:sp>
      <p:sp>
        <p:nvSpPr>
          <p:cNvPr id="72709" name="AutoShape 5" descr="Image result for schwarzenegger"/>
          <p:cNvSpPr>
            <a:spLocks noChangeAspect="1" noChangeArrowheads="1"/>
          </p:cNvSpPr>
          <p:nvPr/>
        </p:nvSpPr>
        <p:spPr bwMode="auto">
          <a:xfrm>
            <a:off x="5961530" y="3294530"/>
            <a:ext cx="268941" cy="268941"/>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en-IN" sz="1590"/>
          </a:p>
        </p:txBody>
      </p:sp>
      <p:sp>
        <p:nvSpPr>
          <p:cNvPr id="72711" name="AutoShape 7" descr="Image result for schwarzenegger"/>
          <p:cNvSpPr>
            <a:spLocks noChangeAspect="1" noChangeArrowheads="1"/>
          </p:cNvSpPr>
          <p:nvPr/>
        </p:nvSpPr>
        <p:spPr bwMode="auto">
          <a:xfrm>
            <a:off x="193302" y="40622"/>
            <a:ext cx="268941" cy="268941"/>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en-IN" sz="1590"/>
          </a:p>
        </p:txBody>
      </p:sp>
      <p:pic>
        <p:nvPicPr>
          <p:cNvPr id="72712"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388886" y="4709403"/>
            <a:ext cx="2526926" cy="474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1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34605" y="5349801"/>
            <a:ext cx="3681132" cy="47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16"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8077" y="6057209"/>
            <a:ext cx="5216338" cy="474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p:txBody>
          <a:bodyPr>
            <a:normAutofit/>
          </a:bodyPr>
          <a:lstStyle/>
          <a:p>
            <a:r>
              <a:rPr lang="en-US" altLang="en-US" sz="4400" dirty="0"/>
              <a:t>OE with leaky protocol</a:t>
            </a:r>
            <a:endParaRPr lang="en-US" altLang="en-US" sz="4400" dirty="0"/>
          </a:p>
        </p:txBody>
      </p:sp>
      <p:pic>
        <p:nvPicPr>
          <p:cNvPr id="89095" name="Picture 7"/>
          <p:cNvPicPr>
            <a:picLocks noGrp="1" noChangeAspect="1" noChangeArrowheads="1"/>
          </p:cNvPicPr>
          <p:nvPr>
            <p:ph sz="half" idx="1"/>
          </p:nvPr>
        </p:nvPicPr>
        <p:blipFill>
          <a:blip r:embed="rId1">
            <a:extLst>
              <a:ext uri="{28A0092B-C50C-407E-A947-70E740481C1C}">
                <a14:useLocalDpi xmlns:a14="http://schemas.microsoft.com/office/drawing/2010/main" val="0"/>
              </a:ext>
            </a:extLst>
          </a:blip>
          <a:stretch>
            <a:fillRect/>
          </a:stretch>
        </p:blipFill>
        <p:spPr>
          <a:xfrm>
            <a:off x="680037" y="1770108"/>
            <a:ext cx="4884592" cy="381916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9093" name="Rectangle 5"/>
          <p:cNvSpPr>
            <a:spLocks noGrp="1" noChangeArrowheads="1"/>
          </p:cNvSpPr>
          <p:nvPr>
            <p:ph sz="half" idx="2"/>
          </p:nvPr>
        </p:nvSpPr>
        <p:spPr/>
        <p:txBody>
          <a:bodyPr/>
          <a:lstStyle/>
          <a:p>
            <a:r>
              <a:rPr lang="en-US" altLang="en-US" sz="3355" dirty="0"/>
              <a:t>TC = transitive closure on </a:t>
            </a:r>
            <a:r>
              <a:rPr lang="en-US" altLang="en-US" sz="3355" i="1" dirty="0"/>
              <a:t>L</a:t>
            </a:r>
            <a:r>
              <a:rPr lang="en-US" altLang="en-US" sz="3355" baseline="-25000" dirty="0"/>
              <a:t>+</a:t>
            </a:r>
            <a:r>
              <a:rPr lang="en-US" altLang="en-US" sz="3355" dirty="0"/>
              <a:t> gave 0/1 acc = 88.6%</a:t>
            </a:r>
            <a:endParaRPr lang="en-US" altLang="en-US" sz="3355" dirty="0"/>
          </a:p>
          <a:p>
            <a:pPr lvl="1"/>
            <a:r>
              <a:rPr lang="en-US" altLang="en-US" sz="2825" dirty="0"/>
              <a:t>Gaussian embedding worse, 86.6%; OE at 90.6%</a:t>
            </a:r>
            <a:endParaRPr lang="en-US" altLang="en-US" sz="2825" dirty="0"/>
          </a:p>
          <a:p>
            <a:r>
              <a:rPr lang="en-US" altLang="en-US" sz="3355" dirty="0"/>
              <a:t>OE was actually undersold, gains more when training fold shrunk</a:t>
            </a:r>
            <a:endParaRPr lang="en-US" altLang="en-US" sz="3355" dirty="0"/>
          </a:p>
          <a:p>
            <a:r>
              <a:rPr lang="en-US" altLang="en-US" sz="3355" dirty="0"/>
              <a:t>Still, both TC and OE rewarded for computing transitive closure</a:t>
            </a:r>
            <a:endParaRPr lang="en-US" altLang="en-US" sz="3355"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normAutofit/>
          </a:bodyPr>
          <a:lstStyle/>
          <a:p>
            <a:r>
              <a:rPr lang="en-US" altLang="en-US" sz="4800" dirty="0"/>
              <a:t>Sanitized evaluation protocol</a:t>
            </a:r>
            <a:endParaRPr lang="en-US" altLang="en-US" sz="4800" dirty="0"/>
          </a:p>
        </p:txBody>
      </p:sp>
      <mc:AlternateContent xmlns:mc="http://schemas.openxmlformats.org/markup-compatibility/2006">
        <mc:Choice xmlns:a14="http://schemas.microsoft.com/office/drawing/2010/main" Requires="a14">
          <p:sp>
            <p:nvSpPr>
              <p:cNvPr id="87043" name="Rectangle 3"/>
              <p:cNvSpPr>
                <a:spLocks noGrp="1" noChangeArrowheads="1"/>
              </p:cNvSpPr>
              <p:nvPr>
                <p:ph type="body" idx="1"/>
              </p:nvPr>
            </p:nvSpPr>
            <p:spPr/>
            <p:txBody>
              <a:bodyPr>
                <a:normAutofit lnSpcReduction="10000"/>
              </a:bodyPr>
              <a:lstStyle/>
              <a:p>
                <a:r>
                  <a:rPr lang="en-US" altLang="en-US"/>
                  <a:t>Give no credit for computing transitive closure</a:t>
                </a:r>
                <a:endParaRPr lang="en-US" altLang="en-US"/>
              </a:p>
              <a:p>
                <a:r>
                  <a:rPr lang="en-US" altLang="en-US"/>
                  <a:t>Sample </a:t>
                </a:r>
                <a14:m>
                  <m:oMath xmlns:m="http://schemas.openxmlformats.org/officeDocument/2006/math">
                    <m:sSub>
                      <m:sSubPr>
                        <m:ctrlPr>
                          <a:rPr lang="en-US" altLang="en-US" i="1">
                            <a:latin typeface="Cambria Math" panose="02040503050406030204" pitchFamily="18" charset="0"/>
                            <a:cs typeface="DejaVu Math TeX Gyre" panose="02000503000000000000" charset="0"/>
                          </a:rPr>
                        </m:ctrlPr>
                      </m:sSubPr>
                      <m:e>
                        <m:r>
                          <a:rPr lang="en-US" altLang="en-US" i="1">
                            <a:latin typeface="Cambria Math" panose="02040503050406030204" pitchFamily="18" charset="0"/>
                            <a:cs typeface="DejaVu Math TeX Gyre" panose="02000503000000000000" charset="0"/>
                          </a:rPr>
                          <m:t>𝐿</m:t>
                        </m:r>
                      </m:e>
                      <m:sub>
                        <m:r>
                          <a:rPr lang="en-US" altLang="en-US" i="1">
                            <a:latin typeface="Cambria Math" panose="02040503050406030204" pitchFamily="18" charset="0"/>
                            <a:cs typeface="DejaVu Math TeX Gyre" panose="02000503000000000000" charset="0"/>
                          </a:rPr>
                          <m:t>+</m:t>
                        </m:r>
                      </m:sub>
                    </m:sSub>
                    <m:r>
                      <a:rPr lang="en-US" altLang="en-US" i="1">
                        <a:latin typeface="Cambria Math" panose="02040503050406030204" pitchFamily="18" charset="0"/>
                        <a:cs typeface="DejaVu Math TeX Gyre" panose="02000503000000000000" charset="0"/>
                      </a:rPr>
                      <m:t>∈</m:t>
                    </m:r>
                    <m:r>
                      <m:rPr>
                        <m:sty m:val="p"/>
                      </m:rPr>
                      <a:rPr lang="en-US" altLang="en-US">
                        <a:latin typeface="Cambria Math" panose="02040503050406030204" pitchFamily="18" charset="0"/>
                        <a:cs typeface="DejaVu Math TeX Gyre" panose="02000503000000000000" charset="0"/>
                      </a:rPr>
                      <m:t>clo</m:t>
                    </m:r>
                    <m:d>
                      <m:dPr>
                        <m:ctrlPr>
                          <a:rPr lang="en-US" altLang="en-US" i="1">
                            <a:latin typeface="Cambria Math" panose="02040503050406030204" pitchFamily="18" charset="0"/>
                            <a:cs typeface="DejaVu Math TeX Gyre" panose="02000503000000000000" charset="0"/>
                          </a:rPr>
                        </m:ctrlPr>
                      </m:dPr>
                      <m:e>
                        <m:r>
                          <a:rPr lang="en-US" altLang="en-US" i="1">
                            <a:latin typeface="Cambria Math" panose="02040503050406030204" pitchFamily="18" charset="0"/>
                            <a:cs typeface="DejaVu Math TeX Gyre" panose="02000503000000000000" charset="0"/>
                          </a:rPr>
                          <m:t>𝑇</m:t>
                        </m:r>
                      </m:e>
                    </m:d>
                  </m:oMath>
                </a14:m>
                <a:endParaRPr lang="en-US" altLang="en-US"/>
              </a:p>
              <a:p>
                <a:r>
                  <a:rPr lang="en-US" altLang="en-US"/>
                  <a:t>Perturb each </a:t>
                </a:r>
                <a14:m>
                  <m:oMath xmlns:m="http://schemas.openxmlformats.org/officeDocument/2006/math">
                    <m:d>
                      <m:dPr>
                        <m:ctrlPr>
                          <a:rPr lang="en-US" altLang="en-US" i="1">
                            <a:latin typeface="Cambria Math" panose="02040503050406030204" pitchFamily="18" charset="0"/>
                            <a:cs typeface="DejaVu Math TeX Gyre" panose="02000503000000000000" charset="0"/>
                          </a:rPr>
                        </m:ctrlPr>
                      </m:dPr>
                      <m:e>
                        <m:r>
                          <a:rPr lang="en-US" altLang="en-US" i="1">
                            <a:latin typeface="Cambria Math" panose="02040503050406030204" pitchFamily="18" charset="0"/>
                            <a:cs typeface="DejaVu Math TeX Gyre" panose="02000503000000000000" charset="0"/>
                          </a:rPr>
                          <m:t>𝑥</m:t>
                        </m:r>
                        <m:r>
                          <a:rPr lang="en-US" altLang="en-US" i="1">
                            <a:latin typeface="Cambria Math" panose="02040503050406030204" pitchFamily="18" charset="0"/>
                            <a:cs typeface="DejaVu Math TeX Gyre" panose="02000503000000000000" charset="0"/>
                          </a:rPr>
                          <m:t>,</m:t>
                        </m:r>
                        <m:r>
                          <a:rPr lang="en-US" altLang="en-US" i="1">
                            <a:latin typeface="Cambria Math" panose="02040503050406030204" pitchFamily="18" charset="0"/>
                            <a:cs typeface="DejaVu Math TeX Gyre" panose="02000503000000000000" charset="0"/>
                          </a:rPr>
                          <m:t>𝑦</m:t>
                        </m:r>
                      </m:e>
                    </m:d>
                    <m:r>
                      <a:rPr lang="en-US" altLang="en-US" i="1">
                        <a:latin typeface="Cambria Math" panose="02040503050406030204" pitchFamily="18" charset="0"/>
                        <a:cs typeface="DejaVu Math TeX Gyre" panose="02000503000000000000" charset="0"/>
                      </a:rPr>
                      <m:t>∈</m:t>
                    </m:r>
                    <m:sSub>
                      <m:sSubPr>
                        <m:ctrlPr>
                          <a:rPr lang="en-US" altLang="en-US" i="1">
                            <a:latin typeface="Cambria Math" panose="02040503050406030204" pitchFamily="18" charset="0"/>
                            <a:cs typeface="DejaVu Math TeX Gyre" panose="02000503000000000000" charset="0"/>
                          </a:rPr>
                        </m:ctrlPr>
                      </m:sSubPr>
                      <m:e>
                        <m:r>
                          <a:rPr lang="en-US" altLang="en-US" i="1">
                            <a:latin typeface="Cambria Math" panose="02040503050406030204" pitchFamily="18" charset="0"/>
                            <a:cs typeface="DejaVu Math TeX Gyre" panose="02000503000000000000" charset="0"/>
                          </a:rPr>
                          <m:t>𝐿</m:t>
                        </m:r>
                      </m:e>
                      <m:sub>
                        <m:r>
                          <a:rPr lang="en-US" altLang="en-US" i="1">
                            <a:latin typeface="Cambria Math" panose="02040503050406030204" pitchFamily="18" charset="0"/>
                            <a:cs typeface="DejaVu Math TeX Gyre" panose="02000503000000000000" charset="0"/>
                          </a:rPr>
                          <m:t>+</m:t>
                        </m:r>
                      </m:sub>
                    </m:sSub>
                  </m:oMath>
                </a14:m>
                <a:r>
                  <a:rPr lang="en-US" altLang="en-US"/>
                  <a:t> to negative sample </a:t>
                </a:r>
                <a14:m>
                  <m:oMath xmlns:m="http://schemas.openxmlformats.org/officeDocument/2006/math">
                    <m:d>
                      <m:dPr>
                        <m:ctrlPr>
                          <a:rPr lang="en-US" altLang="en-US" i="1">
                            <a:latin typeface="Cambria Math" panose="02040503050406030204" pitchFamily="18" charset="0"/>
                            <a:cs typeface="DejaVu Math TeX Gyre" panose="02000503000000000000" charset="0"/>
                          </a:rPr>
                        </m:ctrlPr>
                      </m:dPr>
                      <m:e>
                        <m:r>
                          <a:rPr lang="en-US" altLang="en-US" i="1">
                            <a:latin typeface="Cambria Math" panose="02040503050406030204" pitchFamily="18" charset="0"/>
                            <a:cs typeface="DejaVu Math TeX Gyre" panose="02000503000000000000" charset="0"/>
                          </a:rPr>
                          <m:t>𝑥</m:t>
                        </m:r>
                        <m:r>
                          <a:rPr lang="en-US" altLang="en-US" i="1">
                            <a:latin typeface="Cambria Math" panose="02040503050406030204" pitchFamily="18" charset="0"/>
                            <a:cs typeface="DejaVu Math TeX Gyre" panose="02000503000000000000" charset="0"/>
                          </a:rPr>
                          <m:t>’,</m:t>
                        </m:r>
                        <m:r>
                          <a:rPr lang="en-US" altLang="en-US" i="1">
                            <a:latin typeface="Cambria Math" panose="02040503050406030204" pitchFamily="18" charset="0"/>
                            <a:cs typeface="DejaVu Math TeX Gyre" panose="02000503000000000000" charset="0"/>
                          </a:rPr>
                          <m:t>𝑦</m:t>
                        </m:r>
                        <m:r>
                          <a:rPr lang="en-US" altLang="en-US" i="1">
                            <a:latin typeface="Cambria Math" panose="02040503050406030204" pitchFamily="18" charset="0"/>
                            <a:cs typeface="DejaVu Math TeX Gyre" panose="02000503000000000000" charset="0"/>
                          </a:rPr>
                          <m:t>’</m:t>
                        </m:r>
                      </m:e>
                    </m:d>
                  </m:oMath>
                </a14:m>
                <a:endParaRPr lang="en-US" altLang="en-US"/>
              </a:p>
              <a:p>
                <a:r>
                  <a:rPr lang="en-US" altLang="en-US"/>
                  <a:t>Discard if </a:t>
                </a:r>
                <a14:m>
                  <m:oMath xmlns:m="http://schemas.openxmlformats.org/officeDocument/2006/math">
                    <m:d>
                      <m:dPr>
                        <m:ctrlPr>
                          <a:rPr lang="en-US" altLang="en-US" i="1">
                            <a:latin typeface="Cambria Math" panose="02040503050406030204" pitchFamily="18" charset="0"/>
                            <a:cs typeface="DejaVu Math TeX Gyre" panose="02000503000000000000" charset="0"/>
                          </a:rPr>
                        </m:ctrlPr>
                      </m:dPr>
                      <m:e>
                        <m:r>
                          <a:rPr lang="en-US" altLang="en-US" i="1">
                            <a:latin typeface="Cambria Math" panose="02040503050406030204" pitchFamily="18" charset="0"/>
                            <a:cs typeface="DejaVu Math TeX Gyre" panose="02000503000000000000" charset="0"/>
                          </a:rPr>
                          <m:t>𝑥</m:t>
                        </m:r>
                        <m:r>
                          <a:rPr lang="en-US" altLang="en-US" i="1">
                            <a:latin typeface="Cambria Math" panose="02040503050406030204" pitchFamily="18" charset="0"/>
                            <a:cs typeface="DejaVu Math TeX Gyre" panose="02000503000000000000" charset="0"/>
                          </a:rPr>
                          <m:t>’,</m:t>
                        </m:r>
                        <m:r>
                          <a:rPr lang="en-US" altLang="en-US" i="1">
                            <a:latin typeface="Cambria Math" panose="02040503050406030204" pitchFamily="18" charset="0"/>
                            <a:cs typeface="DejaVu Math TeX Gyre" panose="02000503000000000000" charset="0"/>
                          </a:rPr>
                          <m:t>𝑦</m:t>
                        </m:r>
                        <m:r>
                          <a:rPr lang="en-US" altLang="en-US" i="1">
                            <a:latin typeface="Cambria Math" panose="02040503050406030204" pitchFamily="18" charset="0"/>
                            <a:cs typeface="DejaVu Math TeX Gyre" panose="02000503000000000000" charset="0"/>
                          </a:rPr>
                          <m:t>’</m:t>
                        </m:r>
                      </m:e>
                    </m:d>
                    <m:r>
                      <a:rPr lang="en-US" altLang="en-US" i="1">
                        <a:latin typeface="Cambria Math" panose="02040503050406030204" pitchFamily="18" charset="0"/>
                        <a:cs typeface="DejaVu Math TeX Gyre" panose="02000503000000000000" charset="0"/>
                      </a:rPr>
                      <m:t>∈</m:t>
                    </m:r>
                    <m:r>
                      <m:rPr>
                        <m:sty m:val="p"/>
                      </m:rPr>
                      <a:rPr lang="en-US" altLang="en-US">
                        <a:latin typeface="Cambria Math" panose="02040503050406030204" pitchFamily="18" charset="0"/>
                        <a:cs typeface="DejaVu Math TeX Gyre" panose="02000503000000000000" charset="0"/>
                      </a:rPr>
                      <m:t>clo</m:t>
                    </m:r>
                    <m:d>
                      <m:dPr>
                        <m:ctrlPr>
                          <a:rPr lang="en-US" altLang="en-US" i="1">
                            <a:latin typeface="Cambria Math" panose="02040503050406030204" pitchFamily="18" charset="0"/>
                            <a:cs typeface="DejaVu Math TeX Gyre" panose="02000503000000000000" charset="0"/>
                          </a:rPr>
                        </m:ctrlPr>
                      </m:dPr>
                      <m:e>
                        <m:r>
                          <a:rPr lang="en-US" altLang="en-US" i="1">
                            <a:latin typeface="Cambria Math" panose="02040503050406030204" pitchFamily="18" charset="0"/>
                            <a:cs typeface="DejaVu Math TeX Gyre" panose="02000503000000000000" charset="0"/>
                          </a:rPr>
                          <m:t>𝑇</m:t>
                        </m:r>
                      </m:e>
                    </m:d>
                  </m:oMath>
                </a14:m>
                <a:endParaRPr lang="en-US" altLang="en-US"/>
              </a:p>
              <a:p>
                <a:r>
                  <a:rPr lang="en-US" altLang="en-US"/>
                  <a:t>Sample pos dev </a:t>
                </a:r>
                <a14:m>
                  <m:oMath xmlns:m="http://schemas.openxmlformats.org/officeDocument/2006/math">
                    <m:d>
                      <m:dPr>
                        <m:ctrlPr>
                          <a:rPr lang="en-US" altLang="en-US" i="1">
                            <a:latin typeface="Cambria Math" panose="02040503050406030204" pitchFamily="18" charset="0"/>
                            <a:cs typeface="DejaVu Math TeX Gyre" panose="02000503000000000000" charset="0"/>
                          </a:rPr>
                        </m:ctrlPr>
                      </m:dPr>
                      <m:e>
                        <m:r>
                          <a:rPr lang="en-US" altLang="en-US" i="1">
                            <a:latin typeface="Cambria Math" panose="02040503050406030204" pitchFamily="18" charset="0"/>
                            <a:cs typeface="DejaVu Math TeX Gyre" panose="02000503000000000000" charset="0"/>
                          </a:rPr>
                          <m:t>𝑥</m:t>
                        </m:r>
                        <m:r>
                          <a:rPr lang="en-US" altLang="en-US" i="1">
                            <a:latin typeface="Cambria Math" panose="02040503050406030204" pitchFamily="18" charset="0"/>
                            <a:cs typeface="DejaVu Math TeX Gyre" panose="02000503000000000000" charset="0"/>
                          </a:rPr>
                          <m:t>,</m:t>
                        </m:r>
                        <m:r>
                          <a:rPr lang="en-US" altLang="en-US" i="1">
                            <a:latin typeface="Cambria Math" panose="02040503050406030204" pitchFamily="18" charset="0"/>
                            <a:cs typeface="DejaVu Math TeX Gyre" panose="02000503000000000000" charset="0"/>
                          </a:rPr>
                          <m:t>𝑦</m:t>
                        </m:r>
                      </m:e>
                    </m:d>
                    <m:r>
                      <a:rPr lang="en-US" altLang="en-US" i="1">
                        <a:latin typeface="Cambria Math" panose="02040503050406030204" pitchFamily="18" charset="0"/>
                        <a:cs typeface="DejaVu Math TeX Gyre" panose="02000503000000000000" charset="0"/>
                      </a:rPr>
                      <m:t>∈</m:t>
                    </m:r>
                    <m:sSub>
                      <m:sSubPr>
                        <m:ctrlPr>
                          <a:rPr lang="en-US" altLang="en-US" i="1">
                            <a:latin typeface="Cambria Math" panose="02040503050406030204" pitchFamily="18" charset="0"/>
                            <a:cs typeface="DejaVu Math TeX Gyre" panose="02000503000000000000" charset="0"/>
                          </a:rPr>
                        </m:ctrlPr>
                      </m:sSubPr>
                      <m:e>
                        <m:r>
                          <a:rPr lang="en-US" altLang="en-US" i="1">
                            <a:latin typeface="Cambria Math" panose="02040503050406030204" pitchFamily="18" charset="0"/>
                            <a:cs typeface="DejaVu Math TeX Gyre" panose="02000503000000000000" charset="0"/>
                          </a:rPr>
                          <m:t>𝐷</m:t>
                        </m:r>
                      </m:e>
                      <m:sub>
                        <m:r>
                          <a:rPr lang="en-US" altLang="en-US" i="1">
                            <a:latin typeface="Cambria Math" panose="02040503050406030204" pitchFamily="18" charset="0"/>
                            <a:cs typeface="DejaVu Math TeX Gyre" panose="02000503000000000000" charset="0"/>
                          </a:rPr>
                          <m:t>+</m:t>
                        </m:r>
                      </m:sub>
                    </m:sSub>
                    <m:r>
                      <a:rPr lang="en-US" altLang="en-US" i="1">
                        <a:latin typeface="Cambria Math" panose="02040503050406030204" pitchFamily="18" charset="0"/>
                        <a:cs typeface="DejaVu Math TeX Gyre" panose="02000503000000000000" charset="0"/>
                      </a:rPr>
                      <m:t>⊂</m:t>
                    </m:r>
                    <m:r>
                      <m:rPr>
                        <m:sty m:val="p"/>
                      </m:rPr>
                      <a:rPr lang="en-US" altLang="en-US">
                        <a:latin typeface="Cambria Math" panose="02040503050406030204" pitchFamily="18" charset="0"/>
                        <a:cs typeface="DejaVu Math TeX Gyre" panose="02000503000000000000" charset="0"/>
                      </a:rPr>
                      <m:t>clo</m:t>
                    </m:r>
                    <m:d>
                      <m:dPr>
                        <m:ctrlPr>
                          <a:rPr lang="en-US" altLang="en-US" i="1">
                            <a:latin typeface="Cambria Math" panose="02040503050406030204" pitchFamily="18" charset="0"/>
                            <a:cs typeface="DejaVu Math TeX Gyre" panose="02000503000000000000" charset="0"/>
                          </a:rPr>
                        </m:ctrlPr>
                      </m:dPr>
                      <m:e>
                        <m:r>
                          <a:rPr lang="en-US" altLang="en-US" i="1">
                            <a:latin typeface="Cambria Math" panose="02040503050406030204" pitchFamily="18" charset="0"/>
                            <a:cs typeface="DejaVu Math TeX Gyre" panose="02000503000000000000" charset="0"/>
                          </a:rPr>
                          <m:t>𝑇</m:t>
                        </m:r>
                      </m:e>
                    </m:d>
                    <m:r>
                      <a:rPr lang="en-US" altLang="en-US" i="1">
                        <a:latin typeface="Cambria Math" panose="02040503050406030204" pitchFamily="18" charset="0"/>
                        <a:cs typeface="DejaVu Math TeX Gyre" panose="02000503000000000000" charset="0"/>
                      </a:rPr>
                      <m:t>\</m:t>
                    </m:r>
                    <m:r>
                      <m:rPr>
                        <m:sty m:val="p"/>
                      </m:rPr>
                      <a:rPr lang="en-US" altLang="en-US">
                        <a:latin typeface="Cambria Math" panose="02040503050406030204" pitchFamily="18" charset="0"/>
                        <a:cs typeface="DejaVu Math TeX Gyre" panose="02000503000000000000" charset="0"/>
                      </a:rPr>
                      <m:t>clo</m:t>
                    </m:r>
                    <m:d>
                      <m:dPr>
                        <m:ctrlPr>
                          <a:rPr lang="en-US" altLang="en-US" i="1">
                            <a:latin typeface="Cambria Math" panose="02040503050406030204" pitchFamily="18" charset="0"/>
                            <a:cs typeface="DejaVu Math TeX Gyre" panose="02000503000000000000" charset="0"/>
                          </a:rPr>
                        </m:ctrlPr>
                      </m:dPr>
                      <m:e>
                        <m:sSub>
                          <m:sSubPr>
                            <m:ctrlPr>
                              <a:rPr lang="en-US" altLang="en-US" i="1">
                                <a:latin typeface="Cambria Math" panose="02040503050406030204" pitchFamily="18" charset="0"/>
                                <a:cs typeface="DejaVu Math TeX Gyre" panose="02000503000000000000" charset="0"/>
                              </a:rPr>
                            </m:ctrlPr>
                          </m:sSubPr>
                          <m:e>
                            <m:r>
                              <a:rPr lang="en-US" altLang="en-US" i="1">
                                <a:latin typeface="Cambria Math" panose="02040503050406030204" pitchFamily="18" charset="0"/>
                                <a:cs typeface="DejaVu Math TeX Gyre" panose="02000503000000000000" charset="0"/>
                              </a:rPr>
                              <m:t>𝐿</m:t>
                            </m:r>
                          </m:e>
                          <m:sub>
                            <m:r>
                              <a:rPr lang="en-US" altLang="en-US" i="1">
                                <a:latin typeface="Cambria Math" panose="02040503050406030204" pitchFamily="18" charset="0"/>
                                <a:cs typeface="DejaVu Math TeX Gyre" panose="02000503000000000000" charset="0"/>
                              </a:rPr>
                              <m:t>+</m:t>
                            </m:r>
                          </m:sub>
                        </m:sSub>
                      </m:e>
                    </m:d>
                  </m:oMath>
                </a14:m>
                <a:endParaRPr lang="en-US" altLang="en-US"/>
              </a:p>
              <a:p>
                <a:pPr lvl="1"/>
                <a:r>
                  <a:rPr lang="en-US" altLang="en-US"/>
                  <a:t>Discard  </a:t>
                </a:r>
                <a14:m>
                  <m:oMath xmlns:m="http://schemas.openxmlformats.org/officeDocument/2006/math">
                    <m:d>
                      <m:dPr>
                        <m:ctrlPr>
                          <a:rPr lang="en-US" altLang="en-US" i="1">
                            <a:latin typeface="Cambria Math" panose="02040503050406030204" pitchFamily="18" charset="0"/>
                            <a:cs typeface="DejaVu Math TeX Gyre" panose="02000503000000000000" charset="0"/>
                          </a:rPr>
                        </m:ctrlPr>
                      </m:dPr>
                      <m:e>
                        <m:r>
                          <a:rPr lang="en-US" altLang="en-US" i="1">
                            <a:latin typeface="Cambria Math" panose="02040503050406030204" pitchFamily="18" charset="0"/>
                            <a:cs typeface="DejaVu Math TeX Gyre" panose="02000503000000000000" charset="0"/>
                          </a:rPr>
                          <m:t>𝑥</m:t>
                        </m:r>
                        <m:r>
                          <a:rPr lang="en-US" altLang="en-US" i="1">
                            <a:latin typeface="Cambria Math" panose="02040503050406030204" pitchFamily="18" charset="0"/>
                            <a:cs typeface="DejaVu Math TeX Gyre" panose="02000503000000000000" charset="0"/>
                          </a:rPr>
                          <m:t>,</m:t>
                        </m:r>
                        <m:r>
                          <a:rPr lang="en-US" altLang="en-US" i="1">
                            <a:latin typeface="Cambria Math" panose="02040503050406030204" pitchFamily="18" charset="0"/>
                            <a:cs typeface="DejaVu Math TeX Gyre" panose="02000503000000000000" charset="0"/>
                          </a:rPr>
                          <m:t>𝑦</m:t>
                        </m:r>
                      </m:e>
                    </m:d>
                  </m:oMath>
                </a14:m>
                <a:r>
                  <a:rPr lang="en-US" altLang="en-US"/>
                  <a:t> from </a:t>
                </a:r>
                <a:r>
                  <a:rPr lang="en-US" altLang="en-US" i="1"/>
                  <a:t>D</a:t>
                </a:r>
                <a:r>
                  <a:rPr lang="en-US" altLang="en-US" baseline="-25000"/>
                  <a:t>+</a:t>
                </a:r>
                <a:r>
                  <a:rPr lang="en-US" altLang="en-US"/>
                  <a:t> if </a:t>
                </a:r>
                <a:r>
                  <a:rPr lang="en-US" altLang="en-US" i="1"/>
                  <a:t>x</a:t>
                </a:r>
                <a:r>
                  <a:rPr lang="en-US" altLang="en-US"/>
                  <a:t> or </a:t>
                </a:r>
                <a:r>
                  <a:rPr lang="en-US" altLang="en-US" i="1"/>
                  <a:t>y</a:t>
                </a:r>
                <a:r>
                  <a:rPr lang="en-US" altLang="en-US"/>
                  <a:t> is o.o.v. from </a:t>
                </a:r>
                <a14:m>
                  <m:oMath xmlns:m="http://schemas.openxmlformats.org/officeDocument/2006/math">
                    <m:sSub>
                      <m:sSubPr>
                        <m:ctrlPr>
                          <a:rPr lang="en-US" altLang="en-US" i="1">
                            <a:latin typeface="Cambria Math" panose="02040503050406030204" pitchFamily="18" charset="0"/>
                            <a:cs typeface="DejaVu Math TeX Gyre" panose="02000503000000000000" charset="0"/>
                          </a:rPr>
                        </m:ctrlPr>
                      </m:sSubPr>
                      <m:e>
                        <m:r>
                          <a:rPr lang="en-US" altLang="en-US" i="1">
                            <a:latin typeface="Cambria Math" panose="02040503050406030204" pitchFamily="18" charset="0"/>
                            <a:cs typeface="DejaVu Math TeX Gyre" panose="02000503000000000000" charset="0"/>
                          </a:rPr>
                          <m:t>𝐿</m:t>
                        </m:r>
                      </m:e>
                      <m:sub>
                        <m:r>
                          <a:rPr lang="en-US" altLang="en-US" i="1">
                            <a:latin typeface="Cambria Math" panose="02040503050406030204" pitchFamily="18" charset="0"/>
                            <a:cs typeface="DejaVu Math TeX Gyre" panose="02000503000000000000" charset="0"/>
                          </a:rPr>
                          <m:t>+</m:t>
                        </m:r>
                      </m:sub>
                    </m:sSub>
                    <m:r>
                      <a:rPr lang="en-US" altLang="en-US" i="1">
                        <a:latin typeface="Cambria Math" panose="02040503050406030204" pitchFamily="18" charset="0"/>
                        <a:cs typeface="DejaVu Math TeX Gyre" panose="02000503000000000000" charset="0"/>
                      </a:rPr>
                      <m:t>∪</m:t>
                    </m:r>
                    <m:sSub>
                      <m:sSubPr>
                        <m:ctrlPr>
                          <a:rPr lang="en-US" altLang="en-US" i="1">
                            <a:latin typeface="Cambria Math" panose="02040503050406030204" pitchFamily="18" charset="0"/>
                            <a:cs typeface="DejaVu Math TeX Gyre" panose="02000503000000000000" charset="0"/>
                          </a:rPr>
                        </m:ctrlPr>
                      </m:sSubPr>
                      <m:e>
                        <m:r>
                          <a:rPr lang="en-US" altLang="en-US" i="1">
                            <a:latin typeface="Cambria Math" panose="02040503050406030204" pitchFamily="18" charset="0"/>
                            <a:cs typeface="DejaVu Math TeX Gyre" panose="02000503000000000000" charset="0"/>
                          </a:rPr>
                          <m:t>𝐿</m:t>
                        </m:r>
                      </m:e>
                      <m:sub>
                        <m:r>
                          <a:rPr lang="en-US" altLang="en-US" i="1">
                            <a:latin typeface="Cambria Math" panose="02040503050406030204" pitchFamily="18" charset="0"/>
                            <a:cs typeface="DejaVu Math TeX Gyre" panose="02000503000000000000" charset="0"/>
                          </a:rPr>
                          <m:t>−</m:t>
                        </m:r>
                      </m:sub>
                    </m:sSub>
                  </m:oMath>
                </a14:m>
                <a:endParaRPr lang="en-US" altLang="en-US"/>
              </a:p>
              <a:p>
                <a:r>
                  <a:rPr lang="en-US" altLang="en-US"/>
                  <a:t>Sample pos eval </a:t>
                </a:r>
                <a14:m>
                  <m:oMath xmlns:m="http://schemas.openxmlformats.org/officeDocument/2006/math">
                    <m:d>
                      <m:dPr>
                        <m:ctrlPr>
                          <a:rPr lang="en-US" altLang="en-US" i="1">
                            <a:latin typeface="Cambria Math" panose="02040503050406030204" pitchFamily="18" charset="0"/>
                            <a:cs typeface="DejaVu Math TeX Gyre" panose="02000503000000000000" charset="0"/>
                          </a:rPr>
                        </m:ctrlPr>
                      </m:dPr>
                      <m:e>
                        <m:r>
                          <a:rPr lang="en-US" altLang="en-US" i="1">
                            <a:latin typeface="Cambria Math" panose="02040503050406030204" pitchFamily="18" charset="0"/>
                            <a:cs typeface="DejaVu Math TeX Gyre" panose="02000503000000000000" charset="0"/>
                          </a:rPr>
                          <m:t>𝑥</m:t>
                        </m:r>
                        <m:r>
                          <a:rPr lang="en-US" altLang="en-US" i="1">
                            <a:latin typeface="Cambria Math" panose="02040503050406030204" pitchFamily="18" charset="0"/>
                            <a:cs typeface="DejaVu Math TeX Gyre" panose="02000503000000000000" charset="0"/>
                          </a:rPr>
                          <m:t>,</m:t>
                        </m:r>
                        <m:r>
                          <a:rPr lang="en-US" altLang="en-US" i="1">
                            <a:latin typeface="Cambria Math" panose="02040503050406030204" pitchFamily="18" charset="0"/>
                            <a:cs typeface="DejaVu Math TeX Gyre" panose="02000503000000000000" charset="0"/>
                          </a:rPr>
                          <m:t>𝑦</m:t>
                        </m:r>
                      </m:e>
                    </m:d>
                    <m:r>
                      <a:rPr lang="en-US" altLang="en-US" i="1">
                        <a:latin typeface="Cambria Math" panose="02040503050406030204" pitchFamily="18" charset="0"/>
                        <a:cs typeface="DejaVu Math TeX Gyre" panose="02000503000000000000" charset="0"/>
                      </a:rPr>
                      <m:t>∈</m:t>
                    </m:r>
                    <m:sSub>
                      <m:sSubPr>
                        <m:ctrlPr>
                          <a:rPr lang="en-US" altLang="en-US" i="1">
                            <a:latin typeface="Cambria Math" panose="02040503050406030204" pitchFamily="18" charset="0"/>
                            <a:cs typeface="DejaVu Math TeX Gyre" panose="02000503000000000000" charset="0"/>
                          </a:rPr>
                        </m:ctrlPr>
                      </m:sSubPr>
                      <m:e>
                        <m:r>
                          <a:rPr lang="en-US" altLang="en-US" i="1">
                            <a:latin typeface="Cambria Math" panose="02040503050406030204" pitchFamily="18" charset="0"/>
                            <a:cs typeface="DejaVu Math TeX Gyre" panose="02000503000000000000" charset="0"/>
                          </a:rPr>
                          <m:t>𝐸</m:t>
                        </m:r>
                      </m:e>
                      <m:sub>
                        <m:r>
                          <a:rPr lang="en-US" altLang="en-US" i="1">
                            <a:latin typeface="Cambria Math" panose="02040503050406030204" pitchFamily="18" charset="0"/>
                            <a:cs typeface="DejaVu Math TeX Gyre" panose="02000503000000000000" charset="0"/>
                          </a:rPr>
                          <m:t>+</m:t>
                        </m:r>
                      </m:sub>
                    </m:sSub>
                    <m:r>
                      <a:rPr lang="en-US" altLang="en-US" i="1">
                        <a:latin typeface="Cambria Math" panose="02040503050406030204" pitchFamily="18" charset="0"/>
                        <a:cs typeface="DejaVu Math TeX Gyre" panose="02000503000000000000" charset="0"/>
                      </a:rPr>
                      <m:t>⊂</m:t>
                    </m:r>
                    <m:r>
                      <m:rPr>
                        <m:sty m:val="p"/>
                      </m:rPr>
                      <a:rPr lang="en-US" altLang="en-US">
                        <a:latin typeface="Cambria Math" panose="02040503050406030204" pitchFamily="18" charset="0"/>
                        <a:cs typeface="DejaVu Math TeX Gyre" panose="02000503000000000000" charset="0"/>
                      </a:rPr>
                      <m:t>clo</m:t>
                    </m:r>
                    <m:d>
                      <m:dPr>
                        <m:ctrlPr>
                          <a:rPr lang="en-US" altLang="en-US" i="1">
                            <a:latin typeface="Cambria Math" panose="02040503050406030204" pitchFamily="18" charset="0"/>
                            <a:cs typeface="DejaVu Math TeX Gyre" panose="02000503000000000000" charset="0"/>
                          </a:rPr>
                        </m:ctrlPr>
                      </m:dPr>
                      <m:e>
                        <m:r>
                          <a:rPr lang="en-US" altLang="en-US" i="1">
                            <a:latin typeface="Cambria Math" panose="02040503050406030204" pitchFamily="18" charset="0"/>
                            <a:cs typeface="DejaVu Math TeX Gyre" panose="02000503000000000000" charset="0"/>
                          </a:rPr>
                          <m:t>𝑇</m:t>
                        </m:r>
                      </m:e>
                    </m:d>
                    <m:r>
                      <a:rPr lang="en-US" altLang="en-US" i="1">
                        <a:latin typeface="Cambria Math" panose="02040503050406030204" pitchFamily="18" charset="0"/>
                        <a:cs typeface="DejaVu Math TeX Gyre" panose="02000503000000000000" charset="0"/>
                      </a:rPr>
                      <m:t>\</m:t>
                    </m:r>
                    <m:d>
                      <m:dPr>
                        <m:ctrlPr>
                          <a:rPr lang="en-US" altLang="en-US" i="1">
                            <a:latin typeface="Cambria Math" panose="02040503050406030204" pitchFamily="18" charset="0"/>
                            <a:cs typeface="DejaVu Math TeX Gyre" panose="02000503000000000000" charset="0"/>
                          </a:rPr>
                        </m:ctrlPr>
                      </m:dPr>
                      <m:e>
                        <m:r>
                          <m:rPr>
                            <m:sty m:val="p"/>
                          </m:rPr>
                          <a:rPr lang="en-US" altLang="en-US">
                            <a:latin typeface="Cambria Math" panose="02040503050406030204" pitchFamily="18" charset="0"/>
                            <a:cs typeface="DejaVu Math TeX Gyre" panose="02000503000000000000" charset="0"/>
                          </a:rPr>
                          <m:t>clo</m:t>
                        </m:r>
                        <m:d>
                          <m:dPr>
                            <m:ctrlPr>
                              <a:rPr lang="en-US" altLang="en-US" i="1">
                                <a:latin typeface="Cambria Math" panose="02040503050406030204" pitchFamily="18" charset="0"/>
                                <a:cs typeface="DejaVu Math TeX Gyre" panose="02000503000000000000" charset="0"/>
                              </a:rPr>
                            </m:ctrlPr>
                          </m:dPr>
                          <m:e>
                            <m:sSub>
                              <m:sSubPr>
                                <m:ctrlPr>
                                  <a:rPr lang="en-US" altLang="en-US" i="1">
                                    <a:latin typeface="Cambria Math" panose="02040503050406030204" pitchFamily="18" charset="0"/>
                                    <a:cs typeface="DejaVu Math TeX Gyre" panose="02000503000000000000" charset="0"/>
                                  </a:rPr>
                                </m:ctrlPr>
                              </m:sSubPr>
                              <m:e>
                                <m:r>
                                  <a:rPr lang="en-US" altLang="en-US" i="1">
                                    <a:latin typeface="Cambria Math" panose="02040503050406030204" pitchFamily="18" charset="0"/>
                                    <a:cs typeface="DejaVu Math TeX Gyre" panose="02000503000000000000" charset="0"/>
                                  </a:rPr>
                                  <m:t>𝐿</m:t>
                                </m:r>
                              </m:e>
                              <m:sub>
                                <m:r>
                                  <a:rPr lang="en-US" altLang="en-US" i="1">
                                    <a:latin typeface="Cambria Math" panose="02040503050406030204" pitchFamily="18" charset="0"/>
                                    <a:cs typeface="DejaVu Math TeX Gyre" panose="02000503000000000000" charset="0"/>
                                  </a:rPr>
                                  <m:t>+</m:t>
                                </m:r>
                              </m:sub>
                            </m:sSub>
                          </m:e>
                        </m:d>
                        <m:r>
                          <a:rPr lang="en-US" altLang="en-US" i="1">
                            <a:latin typeface="Cambria Math" panose="02040503050406030204" pitchFamily="18" charset="0"/>
                            <a:cs typeface="DejaVu Math TeX Gyre" panose="02000503000000000000" charset="0"/>
                          </a:rPr>
                          <m:t>∪</m:t>
                        </m:r>
                        <m:r>
                          <m:rPr>
                            <m:sty m:val="p"/>
                          </m:rPr>
                          <a:rPr lang="en-US" altLang="en-US">
                            <a:latin typeface="Cambria Math" panose="02040503050406030204" pitchFamily="18" charset="0"/>
                            <a:cs typeface="DejaVu Math TeX Gyre" panose="02000503000000000000" charset="0"/>
                          </a:rPr>
                          <m:t>clo</m:t>
                        </m:r>
                        <m:d>
                          <m:dPr>
                            <m:ctrlPr>
                              <a:rPr lang="en-US" altLang="en-US" i="1">
                                <a:latin typeface="Cambria Math" panose="02040503050406030204" pitchFamily="18" charset="0"/>
                                <a:cs typeface="DejaVu Math TeX Gyre" panose="02000503000000000000" charset="0"/>
                              </a:rPr>
                            </m:ctrlPr>
                          </m:dPr>
                          <m:e>
                            <m:sSub>
                              <m:sSubPr>
                                <m:ctrlPr>
                                  <a:rPr lang="en-US" altLang="en-US" i="1">
                                    <a:latin typeface="Cambria Math" panose="02040503050406030204" pitchFamily="18" charset="0"/>
                                    <a:cs typeface="DejaVu Math TeX Gyre" panose="02000503000000000000" charset="0"/>
                                  </a:rPr>
                                </m:ctrlPr>
                              </m:sSubPr>
                              <m:e>
                                <m:r>
                                  <a:rPr lang="en-US" altLang="en-US" i="1">
                                    <a:latin typeface="Cambria Math" panose="02040503050406030204" pitchFamily="18" charset="0"/>
                                    <a:cs typeface="DejaVu Math TeX Gyre" panose="02000503000000000000" charset="0"/>
                                  </a:rPr>
                                  <m:t>𝐷</m:t>
                                </m:r>
                              </m:e>
                              <m:sub>
                                <m:r>
                                  <a:rPr lang="en-US" altLang="en-US" i="1">
                                    <a:latin typeface="Cambria Math" panose="02040503050406030204" pitchFamily="18" charset="0"/>
                                    <a:cs typeface="DejaVu Math TeX Gyre" panose="02000503000000000000" charset="0"/>
                                  </a:rPr>
                                  <m:t>+</m:t>
                                </m:r>
                              </m:sub>
                            </m:sSub>
                          </m:e>
                        </m:d>
                      </m:e>
                    </m:d>
                  </m:oMath>
                </a14:m>
                <a:endParaRPr lang="en-US" altLang="en-US"/>
              </a:p>
              <a:p>
                <a:r>
                  <a:rPr lang="en-US" altLang="en-US"/>
                  <a:t>Perturb and discard as before  </a:t>
                </a:r>
                <a:endParaRPr lang="en-US" altLang="en-US"/>
              </a:p>
            </p:txBody>
          </p:sp>
        </mc:Choice>
        <mc:Fallback>
          <p:sp>
            <p:nvSpPr>
              <p:cNvPr id="87043" name="Rectangle 3"/>
              <p:cNvSpPr>
                <a:spLocks noRot="1" noChangeAspect="1" noMove="1" noResize="1" noEditPoints="1" noAdjustHandles="1" noChangeArrowheads="1" noChangeShapeType="1" noTextEdit="1"/>
              </p:cNvSpPr>
              <p:nvPr>
                <p:ph type="body" idx="1"/>
              </p:nvPr>
            </p:nvSpPr>
            <p:spPr>
              <a:blipFill rotWithShape="1">
                <a:blip r:embed="rId1"/>
                <a:stretch>
                  <a:fillRect t="-588" b="6"/>
                </a:stretch>
              </a:blipFill>
            </p:spPr>
            <p:txBody>
              <a:bodyPr/>
              <a:lstStyle/>
              <a:p>
                <a:r>
                  <a:rPr lang="en-US" altLang="en-US">
                    <a:noFill/>
                  </a:rPr>
                  <a:t> </a:t>
                </a:r>
              </a:p>
            </p:txBody>
          </p:sp>
        </mc:Fallback>
      </mc:AlternateContent>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normAutofit fontScale="90000"/>
          </a:bodyPr>
          <a:lstStyle/>
          <a:p>
            <a:r>
              <a:rPr lang="en-US" altLang="en-US" sz="4800" dirty="0"/>
              <a:t>Results: leaky and sanitized protocols</a:t>
            </a:r>
            <a:endParaRPr lang="en-US" altLang="en-US" sz="4800" dirty="0"/>
          </a:p>
        </p:txBody>
      </p:sp>
      <p:graphicFrame>
        <p:nvGraphicFramePr>
          <p:cNvPr id="91228" name="Group 92"/>
          <p:cNvGraphicFramePr>
            <a:graphicFrameLocks noGrp="1"/>
          </p:cNvGraphicFramePr>
          <p:nvPr>
            <p:ph idx="1"/>
          </p:nvPr>
        </p:nvGraphicFramePr>
        <p:xfrm>
          <a:off x="838200" y="1243965"/>
          <a:ext cx="10224770" cy="3267075"/>
        </p:xfrm>
        <a:graphic>
          <a:graphicData uri="http://schemas.openxmlformats.org/drawingml/2006/table">
            <a:tbl>
              <a:tblPr/>
              <a:tblGrid>
                <a:gridCol w="1461770"/>
                <a:gridCol w="1459230"/>
                <a:gridCol w="1461770"/>
                <a:gridCol w="1459230"/>
                <a:gridCol w="1461770"/>
                <a:gridCol w="1459230"/>
                <a:gridCol w="1461770"/>
              </a:tblGrid>
              <a:tr h="466725">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Leaky protocol</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gridSpan="3">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Sanitized protocol</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r>
              <a:tr h="466725">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OE</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l-GR" altLang="en-US" sz="2400" b="0" i="0" u="none" strike="noStrike" cap="none" normalizeH="0" baseline="0">
                          <a:ln>
                            <a:noFill/>
                          </a:ln>
                          <a:solidFill>
                            <a:schemeClr val="tx1"/>
                          </a:solidFill>
                          <a:effectLst/>
                          <a:latin typeface="MathJax_Math" pitchFamily="50" charset="0"/>
                          <a:cs typeface="Times New Roman" panose="02020603050405020304" pitchFamily="18" charset="0"/>
                        </a:rPr>
                        <a:t>σ</a:t>
                      </a: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OE</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Rect</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OE</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l-GR" altLang="en-US" sz="2400" b="0" i="0" u="none" strike="noStrike" cap="none" normalizeH="0" baseline="0">
                          <a:ln>
                            <a:noFill/>
                          </a:ln>
                          <a:solidFill>
                            <a:schemeClr val="tx1"/>
                          </a:solidFill>
                          <a:effectLst/>
                          <a:latin typeface="MathJax_Math" pitchFamily="50" charset="0"/>
                          <a:cs typeface="Times New Roman" panose="02020603050405020304" pitchFamily="18" charset="0"/>
                        </a:rPr>
                        <a:t>σ</a:t>
                      </a: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OE</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Rect</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5">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Acc</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0.922</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0.921</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0.926</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0.574</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0.742</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0.767</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99"/>
                    </a:solidFill>
                  </a:tcPr>
                </a:tc>
              </a:tr>
              <a:tr h="466725">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rPr>
                        <a:t>AP</a:t>
                      </a:r>
                      <a:endPar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endParaRPr>
                    </a:p>
                  </a:txBody>
                  <a:tcPr marL="80682" marR="80682" marT="40341" marB="403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rPr>
                        <a:t>1</a:t>
                      </a:r>
                      <a:endPar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rPr>
                        <a:t>1</a:t>
                      </a:r>
                      <a:endPar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rPr>
                        <a:t>1</a:t>
                      </a:r>
                      <a:endPar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rPr>
                        <a:t>0.977</a:t>
                      </a:r>
                      <a:endPar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rPr>
                        <a:t>0.969</a:t>
                      </a:r>
                      <a:endPar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rPr>
                        <a:t>0.986</a:t>
                      </a:r>
                      <a:endPar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5">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rPr>
                        <a:t>P</a:t>
                      </a:r>
                      <a:endPar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endParaRPr>
                    </a:p>
                  </a:txBody>
                  <a:tcPr marL="80682" marR="80682" marT="40341" marB="403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rPr>
                        <a:t>0.994</a:t>
                      </a:r>
                      <a:endPar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rPr>
                        <a:t>0.915</a:t>
                      </a:r>
                      <a:endPar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rPr>
                        <a:t>0.973</a:t>
                      </a:r>
                      <a:endPar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rPr>
                        <a:t>0.987</a:t>
                      </a:r>
                      <a:endPar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rPr>
                        <a:t>0.925</a:t>
                      </a:r>
                      <a:endPar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rPr>
                        <a:t>0.983</a:t>
                      </a:r>
                      <a:endParaRPr kumimoji="0" lang="en-US" altLang="en-US" sz="2400" b="0" i="0" u="none" strike="noStrike" cap="none" normalizeH="0" baseline="0">
                        <a:ln>
                          <a:noFill/>
                        </a:ln>
                        <a:solidFill>
                          <a:schemeClr val="bg2"/>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5">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R</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0.850</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0.929</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0.877</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0.151</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0.527</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0.544</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99"/>
                    </a:solidFill>
                  </a:tcPr>
                </a:tc>
              </a:tr>
              <a:tr h="466725">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F1</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0.916</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0.922</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0.923</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0.262</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0.671</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defTabSz="1227455">
                        <a:spcBef>
                          <a:spcPct val="20000"/>
                        </a:spcBef>
                        <a:buClr>
                          <a:srgbClr val="FF0000"/>
                        </a:buClr>
                        <a:buFont typeface="Wingdings" panose="05000000000000000000" pitchFamily="2" charset="2"/>
                        <a:defRPr sz="39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defRPr sz="34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defRPr sz="28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defRPr sz="23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defRPr sz="23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defRPr sz="23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0.722</a:t>
                      </a:r>
                      <a:endParaRPr kumimoji="0" lang="en-US" altLang="en-US" sz="24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0682" marR="80682" marT="40341" marB="403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99"/>
                    </a:solidFill>
                  </a:tcPr>
                </a:tc>
              </a:tr>
            </a:tbl>
          </a:graphicData>
        </a:graphic>
      </p:graphicFrame>
      <p:sp>
        <p:nvSpPr>
          <p:cNvPr id="91141" name="Rectangle 5"/>
          <p:cNvSpPr>
            <a:spLocks noGrp="1" noChangeArrowheads="1"/>
          </p:cNvSpPr>
          <p:nvPr>
            <p:ph sz="half" idx="4294967295"/>
          </p:nvPr>
        </p:nvSpPr>
        <p:spPr>
          <a:xfrm>
            <a:off x="0" y="4577080"/>
            <a:ext cx="11649710" cy="2152015"/>
          </a:xfrm>
        </p:spPr>
        <p:txBody>
          <a:bodyPr>
            <a:normAutofit/>
          </a:bodyPr>
          <a:lstStyle/>
          <a:p>
            <a:r>
              <a:rPr lang="en-US" altLang="en-US" sz="3355" dirty="0"/>
              <a:t>Sanitized protocol destroys recall and F1 of OE</a:t>
            </a:r>
            <a:endParaRPr lang="en-US" altLang="en-US" sz="3355" dirty="0"/>
          </a:p>
          <a:p>
            <a:r>
              <a:rPr lang="en-US" altLang="en-US" sz="3355" dirty="0"/>
              <a:t>Rectangle is better than </a:t>
            </a:r>
            <a:r>
              <a:rPr lang="el-GR" altLang="en-US" sz="3355" dirty="0">
                <a:latin typeface="MathJax_Math" pitchFamily="50" charset="0"/>
              </a:rPr>
              <a:t>σ</a:t>
            </a:r>
            <a:r>
              <a:rPr lang="en-US" altLang="en-US" sz="3355" dirty="0"/>
              <a:t>OE is (much) better than OE</a:t>
            </a:r>
            <a:endParaRPr lang="en-US" altLang="en-US" sz="3355" dirty="0"/>
          </a:p>
          <a:p>
            <a:r>
              <a:rPr lang="el-GR" altLang="en-US" sz="3355" dirty="0">
                <a:latin typeface="MathJax_Math" pitchFamily="50" charset="0"/>
              </a:rPr>
              <a:t>σ</a:t>
            </a:r>
            <a:r>
              <a:rPr lang="en-US" altLang="en-US" sz="3355" dirty="0"/>
              <a:t>OE and rectangle better even with leaky protocol</a:t>
            </a:r>
            <a:endParaRPr lang="en-US" altLang="en-US" sz="3355"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4" name="Rectangle 4"/>
          <p:cNvSpPr>
            <a:spLocks noGrp="1" noChangeArrowheads="1"/>
          </p:cNvSpPr>
          <p:nvPr>
            <p:ph type="title"/>
          </p:nvPr>
        </p:nvSpPr>
        <p:spPr/>
        <p:txBody>
          <a:bodyPr>
            <a:normAutofit fontScale="90000"/>
          </a:bodyPr>
          <a:lstStyle/>
          <a:p>
            <a:r>
              <a:rPr lang="en-US" altLang="en-US" sz="3885"/>
              <a:t>Precision vs. recall for ranking</a:t>
            </a:r>
            <a:endParaRPr lang="en-US" altLang="en-US" sz="3885"/>
          </a:p>
        </p:txBody>
      </p:sp>
      <p:sp>
        <p:nvSpPr>
          <p:cNvPr id="122885" name="Rectangle 5"/>
          <p:cNvSpPr>
            <a:spLocks noGrp="1" noChangeArrowheads="1"/>
          </p:cNvSpPr>
          <p:nvPr>
            <p:ph type="body" sz="half" idx="1"/>
          </p:nvPr>
        </p:nvSpPr>
        <p:spPr>
          <a:xfrm>
            <a:off x="347383" y="837640"/>
            <a:ext cx="11497235" cy="5280772"/>
          </a:xfrm>
        </p:spPr>
        <p:txBody>
          <a:bodyPr/>
          <a:lstStyle/>
          <a:p>
            <a:r>
              <a:rPr lang="en-US" altLang="en-US" sz="3355"/>
              <a:t>Sort (</a:t>
            </a:r>
            <a:r>
              <a:rPr lang="en-US" altLang="en-US" sz="3355" i="1"/>
              <a:t>x</a:t>
            </a:r>
            <a:r>
              <a:rPr lang="en-US" altLang="en-US" sz="3355"/>
              <a:t>,</a:t>
            </a:r>
            <a:r>
              <a:rPr lang="en-US" altLang="en-US" sz="3355" i="1"/>
              <a:t>y</a:t>
            </a:r>
            <a:r>
              <a:rPr lang="en-US" altLang="en-US" sz="3355"/>
              <a:t>) by increasing containment violation</a:t>
            </a:r>
            <a:endParaRPr lang="en-US" altLang="en-US" sz="3355"/>
          </a:p>
          <a:p>
            <a:endParaRPr lang="en-US" altLang="en-US" sz="3355"/>
          </a:p>
          <a:p>
            <a:r>
              <a:rPr lang="en-US" altLang="en-US" sz="3355" i="1"/>
              <a:t>x</a:t>
            </a:r>
            <a:r>
              <a:rPr lang="en-US" altLang="en-US" sz="3355"/>
              <a:t> ≺ </a:t>
            </a:r>
            <a:r>
              <a:rPr lang="en-US" altLang="en-US" sz="3355" i="1"/>
              <a:t>y</a:t>
            </a:r>
            <a:r>
              <a:rPr lang="en-US" altLang="en-US" sz="3355"/>
              <a:t> = “relevant”</a:t>
            </a:r>
            <a:endParaRPr lang="en-US" altLang="en-US" sz="3355"/>
          </a:p>
          <a:p>
            <a:r>
              <a:rPr lang="en-US" altLang="en-US" sz="3355" i="1"/>
              <a:t>x</a:t>
            </a:r>
            <a:r>
              <a:rPr lang="en-US" altLang="en-US" sz="3355"/>
              <a:t> ⊀ </a:t>
            </a:r>
            <a:r>
              <a:rPr lang="en-US" altLang="en-US" sz="3355" i="1"/>
              <a:t>y</a:t>
            </a:r>
            <a:r>
              <a:rPr lang="en-US" altLang="en-US" sz="3355"/>
              <a:t> = “irrelevant”</a:t>
            </a:r>
            <a:endParaRPr lang="en-US" altLang="en-US" sz="3355"/>
          </a:p>
          <a:p>
            <a:r>
              <a:rPr lang="en-US" altLang="en-US" sz="3355"/>
              <a:t>Recall-precision plot,</a:t>
            </a:r>
            <a:br>
              <a:rPr lang="en-US" altLang="en-US" sz="3355"/>
            </a:br>
            <a:r>
              <a:rPr lang="en-US" altLang="en-US" sz="3355"/>
              <a:t>AUC, MAP, NDCG etc.</a:t>
            </a:r>
            <a:endParaRPr lang="en-US" altLang="en-US" sz="3355"/>
          </a:p>
          <a:p>
            <a:r>
              <a:rPr lang="en-US" altLang="en-US" sz="3355"/>
              <a:t>Rectangle has higher</a:t>
            </a:r>
            <a:br>
              <a:rPr lang="en-US" altLang="en-US" sz="3355"/>
            </a:br>
            <a:r>
              <a:rPr lang="en-US" altLang="en-US" sz="3355"/>
              <a:t>precision at lower recall</a:t>
            </a:r>
            <a:br>
              <a:rPr lang="en-US" altLang="en-US" sz="3355"/>
            </a:br>
            <a:r>
              <a:rPr lang="en-US" altLang="en-US" sz="3355"/>
              <a:t>than OE</a:t>
            </a:r>
            <a:endParaRPr lang="en-US" altLang="en-US" sz="3355"/>
          </a:p>
          <a:p>
            <a:pPr>
              <a:buFont typeface="Wingdings" panose="05000000000000000000" pitchFamily="2" charset="2"/>
              <a:buNone/>
            </a:pPr>
            <a:endParaRPr lang="en-US" altLang="en-US" sz="3355"/>
          </a:p>
        </p:txBody>
      </p:sp>
      <p:pic>
        <p:nvPicPr>
          <p:cNvPr id="122886"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7483" y="1519798"/>
            <a:ext cx="8943694" cy="52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887" name="Rectangle 7"/>
          <p:cNvSpPr>
            <a:spLocks noChangeArrowheads="1"/>
          </p:cNvSpPr>
          <p:nvPr/>
        </p:nvSpPr>
        <p:spPr bwMode="auto">
          <a:xfrm>
            <a:off x="5490882" y="2487706"/>
            <a:ext cx="2891118" cy="13447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590"/>
          </a:p>
        </p:txBody>
      </p:sp>
      <p:sp>
        <p:nvSpPr>
          <p:cNvPr id="122888" name="Rectangle 8"/>
          <p:cNvSpPr>
            <a:spLocks noChangeArrowheads="1"/>
          </p:cNvSpPr>
          <p:nvPr/>
        </p:nvSpPr>
        <p:spPr bwMode="auto">
          <a:xfrm>
            <a:off x="6230471" y="2622176"/>
            <a:ext cx="1210235" cy="134471"/>
          </a:xfrm>
          <a:prstGeom prst="rect">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590"/>
          </a:p>
        </p:txBody>
      </p:sp>
      <p:pic>
        <p:nvPicPr>
          <p:cNvPr id="122889"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6743" y="2906527"/>
            <a:ext cx="483254" cy="320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2890" name="AutoShape 10"/>
          <p:cNvCxnSpPr>
            <a:cxnSpLocks noChangeShapeType="1"/>
            <a:stCxn id="122889" idx="0"/>
            <a:endCxn id="122888" idx="1"/>
          </p:cNvCxnSpPr>
          <p:nvPr/>
        </p:nvCxnSpPr>
        <p:spPr bwMode="auto">
          <a:xfrm flipV="1">
            <a:off x="6229071" y="2689412"/>
            <a:ext cx="1400" cy="217114"/>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22891"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1765" y="2891118"/>
            <a:ext cx="532279" cy="323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2892" name="AutoShape 12"/>
          <p:cNvCxnSpPr>
            <a:cxnSpLocks noChangeShapeType="1"/>
            <a:stCxn id="122891" idx="0"/>
            <a:endCxn id="122888" idx="3"/>
          </p:cNvCxnSpPr>
          <p:nvPr/>
        </p:nvCxnSpPr>
        <p:spPr bwMode="auto">
          <a:xfrm flipV="1">
            <a:off x="7437905" y="2689412"/>
            <a:ext cx="2801" cy="201706"/>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22893"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8662" y="2024063"/>
            <a:ext cx="532279" cy="329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2894" name="AutoShape 14"/>
          <p:cNvCxnSpPr>
            <a:cxnSpLocks noChangeShapeType="1"/>
            <a:stCxn id="122893" idx="2"/>
            <a:endCxn id="122887" idx="3"/>
          </p:cNvCxnSpPr>
          <p:nvPr/>
        </p:nvCxnSpPr>
        <p:spPr bwMode="auto">
          <a:xfrm flipH="1">
            <a:off x="8382001" y="2353235"/>
            <a:ext cx="2801" cy="201706"/>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22895"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4159" y="2024063"/>
            <a:ext cx="483253" cy="327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2896" name="AutoShape 16"/>
          <p:cNvCxnSpPr>
            <a:cxnSpLocks noChangeShapeType="1"/>
            <a:stCxn id="122895" idx="2"/>
            <a:endCxn id="122887" idx="1"/>
          </p:cNvCxnSpPr>
          <p:nvPr/>
        </p:nvCxnSpPr>
        <p:spPr bwMode="auto">
          <a:xfrm flipH="1">
            <a:off x="5490882" y="2351836"/>
            <a:ext cx="5603" cy="203106"/>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22902" name="Picture 22"/>
          <p:cNvPicPr>
            <a:picLocks noGrp="1" noChangeAspect="1" noChangeArrowheads="1"/>
          </p:cNvPicPr>
          <p:nvPr>
            <p:ph sz="half" idx="2"/>
          </p:nvPr>
        </p:nvPicPr>
        <p:blipFill>
          <a:blip r:embed="rId6">
            <a:extLst>
              <a:ext uri="{28A0092B-C50C-407E-A947-70E740481C1C}">
                <a14:useLocalDpi xmlns:a14="http://schemas.microsoft.com/office/drawing/2010/main" val="0"/>
              </a:ext>
            </a:extLst>
          </a:blip>
          <a:srcRect t="4491" b="4491"/>
          <a:stretch>
            <a:fillRect/>
          </a:stretch>
        </p:blipFill>
        <p:spPr>
          <a:xfrm>
            <a:off x="6566647" y="3445809"/>
            <a:ext cx="5378824" cy="336876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2903" name="Text Box 23"/>
          <p:cNvSpPr txBox="1">
            <a:spLocks noChangeArrowheads="1"/>
          </p:cNvSpPr>
          <p:nvPr/>
        </p:nvSpPr>
        <p:spPr bwMode="auto">
          <a:xfrm>
            <a:off x="179294" y="6320118"/>
            <a:ext cx="5070619" cy="418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1227455">
              <a:defRPr sz="2400">
                <a:solidFill>
                  <a:schemeClr val="tx1"/>
                </a:solidFill>
                <a:latin typeface="Times New Roman" panose="02020603050405020304" pitchFamily="18" charset="0"/>
                <a:cs typeface="Times New Roman" panose="02020603050405020304" pitchFamily="18" charset="0"/>
              </a:defRPr>
            </a:lvl1pPr>
            <a:lvl2pPr defTabSz="1227455">
              <a:defRPr sz="2400">
                <a:solidFill>
                  <a:schemeClr val="tx1"/>
                </a:solidFill>
                <a:latin typeface="Times New Roman" panose="02020603050405020304" pitchFamily="18" charset="0"/>
                <a:cs typeface="Times New Roman" panose="02020603050405020304" pitchFamily="18" charset="0"/>
              </a:defRPr>
            </a:lvl2pPr>
            <a:lvl3pPr defTabSz="1227455">
              <a:defRPr sz="2400">
                <a:solidFill>
                  <a:schemeClr val="tx1"/>
                </a:solidFill>
                <a:latin typeface="Times New Roman" panose="02020603050405020304" pitchFamily="18" charset="0"/>
                <a:cs typeface="Times New Roman" panose="02020603050405020304" pitchFamily="18" charset="0"/>
              </a:defRPr>
            </a:lvl3pPr>
            <a:lvl4pPr defTabSz="1227455">
              <a:defRPr sz="2400">
                <a:solidFill>
                  <a:schemeClr val="tx1"/>
                </a:solidFill>
                <a:latin typeface="Times New Roman" panose="02020603050405020304" pitchFamily="18" charset="0"/>
                <a:cs typeface="Times New Roman" panose="02020603050405020304" pitchFamily="18" charset="0"/>
              </a:defRPr>
            </a:lvl4pPr>
            <a:lvl5pPr defTabSz="1227455">
              <a:defRPr sz="2400">
                <a:solidFill>
                  <a:schemeClr val="tx1"/>
                </a:solidFill>
                <a:latin typeface="Times New Roman" panose="02020603050405020304" pitchFamily="18" charset="0"/>
                <a:cs typeface="Times New Roman" panose="02020603050405020304" pitchFamily="18" charset="0"/>
              </a:defRPr>
            </a:lvl5pPr>
            <a:lvl6pPr defTabSz="122745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6pPr>
            <a:lvl7pPr defTabSz="122745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7pPr>
            <a:lvl8pPr defTabSz="122745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8pPr>
            <a:lvl9pPr defTabSz="1227455" fontAlgn="base">
              <a:spcBef>
                <a:spcPct val="0"/>
              </a:spcBef>
              <a:spcAft>
                <a:spcPct val="0"/>
              </a:spcAft>
              <a:defRPr sz="2400">
                <a:solidFill>
                  <a:schemeClr val="tx1"/>
                </a:solidFill>
                <a:latin typeface="Times New Roman" panose="02020603050405020304" pitchFamily="18" charset="0"/>
                <a:cs typeface="Times New Roman" panose="02020603050405020304" pitchFamily="18" charset="0"/>
              </a:defRPr>
            </a:lvl9pPr>
          </a:lstStyle>
          <a:p>
            <a:r>
              <a:rPr lang="en-US" altLang="en-US" sz="2120">
                <a:latin typeface="Helvetica" panose="020B0604020202020204" pitchFamily="34" charset="0"/>
                <a:hlinkClick r:id="rId7"/>
              </a:rPr>
              <a:t>gitlab.com/soumen.chakrabarti/rectangle</a:t>
            </a:r>
            <a:endParaRPr lang="en-US" altLang="en-US" sz="2120">
              <a:latin typeface="Helvetica" panose="020B060402020202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Thinking outside the </a:t>
            </a:r>
            <a:r>
              <a:rPr lang="en-US" dirty="0" err="1">
                <a:hlinkClick r:id="rId1"/>
              </a:rPr>
              <a:t>BoxE</a:t>
            </a:r>
            <a:endParaRPr lang="en-US" dirty="0"/>
          </a:p>
        </p:txBody>
      </p:sp>
      <mc:AlternateContent xmlns:mc="http://schemas.openxmlformats.org/markup-compatibility/2006">
        <mc:Choice xmlns:a14="http://schemas.microsoft.com/office/drawing/2010/main" Requires="a14">
          <p:sp>
            <p:nvSpPr>
              <p:cNvPr id="6" name="Content Placeholder 5"/>
              <p:cNvSpPr>
                <a:spLocks noGrp="1"/>
              </p:cNvSpPr>
              <p:nvPr>
                <p:ph idx="1"/>
              </p:nvPr>
            </p:nvSpPr>
            <p:spPr/>
            <p:txBody>
              <a:bodyPr/>
              <a:lstStyle/>
              <a:p>
                <a:r>
                  <a:rPr lang="en-US" dirty="0"/>
                  <a:t>Large KG has diverse relations, some reflexive,  some a/anti/symmetric, some transitive, etc.</a:t>
                </a:r>
                <a:endParaRPr lang="en-US" dirty="0"/>
              </a:p>
              <a:p>
                <a:r>
                  <a:rPr lang="en-US" dirty="0"/>
                  <a:t>Can a single general score function cover all these variations? Yes — enter the </a:t>
                </a:r>
                <a:r>
                  <a:rPr lang="en-US" dirty="0" err="1"/>
                  <a:t>BoxE</a:t>
                </a:r>
                <a:endParaRPr lang="en-US" dirty="0"/>
              </a:p>
              <a:p>
                <a:r>
                  <a:rPr lang="en-US" dirty="0"/>
                  <a:t>Bonus: supports arbitrary </a:t>
                </a:r>
                <a14:m>
                  <m:oMath xmlns:m="http://schemas.openxmlformats.org/officeDocument/2006/math">
                    <m:r>
                      <a:rPr lang="en-US" i="1" dirty="0" smtClean="0">
                        <a:latin typeface="Cambria Math" panose="02040503050406030204" pitchFamily="18" charset="0"/>
                      </a:rPr>
                      <m:t>𝐾</m:t>
                    </m:r>
                  </m:oMath>
                </a14:m>
                <a:r>
                  <a:rPr lang="en-US" dirty="0"/>
                  <a:t>-</a:t>
                </a:r>
                <a:r>
                  <a:rPr lang="en-US" dirty="0" err="1"/>
                  <a:t>ary</a:t>
                </a:r>
                <a:r>
                  <a:rPr lang="en-US" dirty="0"/>
                  <a:t> relations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sSub>
                          <m:sSubPr>
                            <m:ctrlPr>
                              <a:rPr lang="en-US" b="0" i="1" smtClean="0">
                                <a:effectLst>
                                  <a:glow rad="139700">
                                    <a:schemeClr val="accent4">
                                      <a:satMod val="175000"/>
                                      <a:alpha val="40000"/>
                                    </a:schemeClr>
                                  </a:glow>
                                </a:effectLst>
                                <a:latin typeface="Cambria Math" panose="02040503050406030204" pitchFamily="18" charset="0"/>
                              </a:rPr>
                            </m:ctrlPr>
                          </m:sSubPr>
                          <m:e>
                            <m:r>
                              <a:rPr lang="en-US" b="0" i="1" smtClean="0">
                                <a:effectLst>
                                  <a:glow rad="139700">
                                    <a:schemeClr val="accent4">
                                      <a:satMod val="175000"/>
                                      <a:alpha val="40000"/>
                                    </a:schemeClr>
                                  </a:glow>
                                </a:effectLst>
                                <a:latin typeface="Cambria Math" panose="02040503050406030204" pitchFamily="18" charset="0"/>
                              </a:rPr>
                              <m:t>𝑒</m:t>
                            </m:r>
                          </m:e>
                          <m:sub>
                            <m:r>
                              <a:rPr lang="en-US" b="0" i="1" smtClean="0">
                                <a:effectLst>
                                  <a:glow rad="139700">
                                    <a:schemeClr val="accent4">
                                      <a:satMod val="175000"/>
                                      <a:alpha val="40000"/>
                                    </a:schemeClr>
                                  </a:glow>
                                </a:effectLst>
                                <a:latin typeface="Cambria Math" panose="02040503050406030204" pitchFamily="18" charset="0"/>
                              </a:rPr>
                              <m:t>𝑘</m:t>
                            </m:r>
                          </m:sub>
                        </m:sSub>
                        <m:r>
                          <a:rPr lang="en-US" b="0" i="1" smtClean="0">
                            <a:latin typeface="Cambria Math" panose="02040503050406030204" pitchFamily="18" charset="0"/>
                          </a:rPr>
                          <m:t>, …, </m:t>
                        </m:r>
                        <m:r>
                          <a:rPr lang="en-US" b="0" i="1" smtClean="0">
                            <a:latin typeface="Cambria Math" panose="02040503050406030204" pitchFamily="18" charset="0"/>
                          </a:rPr>
                          <m:t>𝑒</m:t>
                        </m:r>
                      </m:e>
                      <m:sub>
                        <m:r>
                          <a:rPr lang="en-US" b="0" i="1" smtClean="0">
                            <a:latin typeface="Cambria Math" panose="02040503050406030204" pitchFamily="18" charset="0"/>
                          </a:rPr>
                          <m:t>𝐾</m:t>
                        </m:r>
                      </m:sub>
                    </m:sSub>
                    <m:r>
                      <a:rPr lang="en-US" b="0" i="1" smtClean="0">
                        <a:latin typeface="Cambria Math" panose="02040503050406030204" pitchFamily="18" charset="0"/>
                      </a:rPr>
                      <m:t>)</m:t>
                    </m:r>
                  </m:oMath>
                </a14:m>
                <a:r>
                  <a:rPr lang="en-US" dirty="0"/>
                  <a:t> beyond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oMath>
                </a14:m>
                <a:endParaRPr lang="en-US" dirty="0"/>
              </a:p>
              <a:p>
                <a:r>
                  <a:rPr lang="en-US" dirty="0"/>
                  <a:t>Key idea: build </a:t>
                </a:r>
                <a:r>
                  <a:rPr lang="en-US" dirty="0">
                    <a:effectLst>
                      <a:glow rad="139700">
                        <a:schemeClr val="accent4">
                          <a:satMod val="175000"/>
                          <a:alpha val="40000"/>
                        </a:schemeClr>
                      </a:glow>
                    </a:effectLst>
                  </a:rPr>
                  <a:t>contextual embedding</a:t>
                </a:r>
                <a:r>
                  <a:rPr lang="en-US" dirty="0"/>
                  <a:t>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𝑘</m:t>
                        </m:r>
                      </m:sub>
                    </m:sSub>
                  </m:oMath>
                </a14:m>
                <a:r>
                  <a:rPr lang="en-US" dirty="0"/>
                  <a:t>, influenced by all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m:t>
                        </m:r>
                        <m:r>
                          <a:rPr lang="en-US" b="0" i="1" smtClean="0">
                            <a:latin typeface="Cambria Math" panose="02040503050406030204" pitchFamily="18" charset="0"/>
                          </a:rPr>
                          <m:t>𝑘</m:t>
                        </m:r>
                      </m:sub>
                    </m:sSub>
                  </m:oMath>
                </a14:m>
                <a:endParaRPr lang="en-US" dirty="0"/>
              </a:p>
            </p:txBody>
          </p:sp>
        </mc:Choice>
        <mc:Fallback>
          <p:sp>
            <p:nvSpPr>
              <p:cNvPr id="6" name="Content Placeholder 5"/>
              <p:cNvSpPr>
                <a:spLocks noRot="1" noChangeAspect="1" noMove="1" noResize="1" noEditPoints="1" noAdjustHandles="1" noChangeArrowheads="1" noChangeShapeType="1" noTextEdit="1"/>
              </p:cNvSpPr>
              <p:nvPr>
                <p:ph idx="1"/>
              </p:nvPr>
            </p:nvSpPr>
            <p:spPr>
              <a:blipFill rotWithShape="1">
                <a:blip r:embed="rId2"/>
                <a:stretch>
                  <a:fillRect t="-8" b="6"/>
                </a:stretch>
              </a:blipFill>
            </p:spPr>
            <p:txBody>
              <a:bodyPr/>
              <a:lstStyle/>
              <a:p>
                <a:r>
                  <a:rPr lang="en-US" altLang="en-US">
                    <a:noFill/>
                  </a:rPr>
                  <a:t> </a:t>
                </a:r>
              </a:p>
            </p:txBody>
          </p:sp>
        </mc:Fallback>
      </mc:AlternateContent>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BoxE</a:t>
            </a:r>
            <a:r>
              <a:rPr lang="en-US" dirty="0"/>
              <a:t> formulation</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a:xfrm>
                <a:off x="838200" y="1243965"/>
                <a:ext cx="10515600" cy="3338830"/>
              </a:xfrm>
            </p:spPr>
            <p:txBody>
              <a:bodyPr/>
              <a:lstStyle/>
              <a:p>
                <a:r>
                  <a:rPr lang="en-US" sz="3200" dirty="0"/>
                  <a:t>Entity </a:t>
                </a:r>
                <a14:m>
                  <m:oMath xmlns:m="http://schemas.openxmlformats.org/officeDocument/2006/math">
                    <m:r>
                      <a:rPr lang="en-US" sz="3200" i="1" dirty="0" smtClean="0">
                        <a:latin typeface="Cambria Math" panose="02040503050406030204" pitchFamily="18" charset="0"/>
                      </a:rPr>
                      <m:t>𝑒</m:t>
                    </m:r>
                  </m:oMath>
                </a14:m>
                <a:r>
                  <a:rPr lang="en-US" sz="3200" dirty="0"/>
                  <a:t> associated with </a:t>
                </a:r>
                <a:r>
                  <a:rPr lang="en-US" sz="3200" dirty="0">
                    <a:effectLst>
                      <a:glow rad="139700">
                        <a:schemeClr val="accent4">
                          <a:satMod val="175000"/>
                          <a:alpha val="40000"/>
                        </a:schemeClr>
                      </a:glow>
                    </a:effectLst>
                  </a:rPr>
                  <a:t>two</a:t>
                </a:r>
                <a:r>
                  <a:rPr lang="en-US" sz="3200" dirty="0"/>
                  <a:t> embeddings</a:t>
                </a:r>
                <a:endParaRPr lang="en-US" sz="3200" dirty="0"/>
              </a:p>
              <a:p>
                <a:pPr lvl="1"/>
                <a:r>
                  <a:rPr lang="en-US" sz="2800" dirty="0"/>
                  <a:t>Center </a:t>
                </a:r>
                <a14:m>
                  <m:oMath xmlns:m="http://schemas.openxmlformats.org/officeDocument/2006/math">
                    <m:sSub>
                      <m:sSubPr>
                        <m:ctrlPr>
                          <a:rPr lang="en-US" sz="2800" i="1" dirty="0" smtClean="0">
                            <a:latin typeface="Cambria Math" panose="02040503050406030204" pitchFamily="18" charset="0"/>
                          </a:rPr>
                        </m:ctrlPr>
                      </m:sSubPr>
                      <m:e>
                        <m:r>
                          <a:rPr lang="en-US" sz="2800" b="1" i="1" dirty="0" smtClean="0">
                            <a:latin typeface="Cambria Math" panose="02040503050406030204" pitchFamily="18" charset="0"/>
                          </a:rPr>
                          <m:t>𝒄</m:t>
                        </m:r>
                      </m:e>
                      <m:sub>
                        <m:r>
                          <a:rPr lang="en-US" sz="2800" i="1" dirty="0" smtClean="0">
                            <a:latin typeface="Cambria Math" panose="02040503050406030204" pitchFamily="18" charset="0"/>
                          </a:rPr>
                          <m:t>𝑒</m:t>
                        </m:r>
                      </m:sub>
                    </m:sSub>
                    <m:r>
                      <a:rPr lang="en-US" sz="2800" b="0" i="1" dirty="0" smtClean="0">
                        <a:latin typeface="Cambria Math" panose="02040503050406030204" pitchFamily="18" charset="0"/>
                      </a:rPr>
                      <m:t>∈</m:t>
                    </m:r>
                    <m:sSup>
                      <m:sSupPr>
                        <m:ctrlPr>
                          <a:rPr lang="en-US" sz="2800" b="0" i="1" dirty="0" smtClean="0">
                            <a:latin typeface="Cambria Math" panose="02040503050406030204" pitchFamily="18" charset="0"/>
                            <a:ea typeface="Cambria Math" panose="02040503050406030204" pitchFamily="18" charset="0"/>
                          </a:rPr>
                        </m:ctrlPr>
                      </m:sSupPr>
                      <m:e>
                        <m:r>
                          <a:rPr lang="en-US" sz="2800" b="0" i="1" dirty="0" smtClean="0">
                            <a:latin typeface="Cambria Math" panose="02040503050406030204" pitchFamily="18" charset="0"/>
                            <a:ea typeface="Cambria Math" panose="02040503050406030204" pitchFamily="18" charset="0"/>
                          </a:rPr>
                          <m:t>ℝ</m:t>
                        </m:r>
                      </m:e>
                      <m:sup>
                        <m:r>
                          <a:rPr lang="en-US" sz="2800" b="0" i="1" dirty="0" smtClean="0">
                            <a:latin typeface="Cambria Math" panose="02040503050406030204" pitchFamily="18" charset="0"/>
                            <a:ea typeface="Cambria Math" panose="02040503050406030204" pitchFamily="18" charset="0"/>
                          </a:rPr>
                          <m:t>𝐷</m:t>
                        </m:r>
                      </m:sup>
                    </m:sSup>
                  </m:oMath>
                </a14:m>
                <a:r>
                  <a:rPr lang="en-US" sz="2800" dirty="0"/>
                  <a:t>, ‘bump’ </a:t>
                </a:r>
                <a14:m>
                  <m:oMath xmlns:m="http://schemas.openxmlformats.org/officeDocument/2006/math">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𝒃</m:t>
                        </m:r>
                      </m:e>
                      <m:sub>
                        <m:r>
                          <a:rPr lang="en-US" sz="2800" b="0" i="1" smtClean="0">
                            <a:latin typeface="Cambria Math" panose="02040503050406030204" pitchFamily="18" charset="0"/>
                          </a:rPr>
                          <m:t>𝑒</m:t>
                        </m:r>
                      </m:sub>
                    </m:sSub>
                    <m:r>
                      <a:rPr lang="en-US" sz="2800" b="0" i="1" smtClean="0">
                        <a:latin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ℝ</m:t>
                        </m:r>
                      </m:e>
                      <m:sup>
                        <m:r>
                          <a:rPr lang="en-US" sz="2800" b="0" i="1" smtClean="0">
                            <a:latin typeface="Cambria Math" panose="02040503050406030204" pitchFamily="18" charset="0"/>
                            <a:ea typeface="Cambria Math" panose="02040503050406030204" pitchFamily="18" charset="0"/>
                          </a:rPr>
                          <m:t>𝐷</m:t>
                        </m:r>
                      </m:sup>
                    </m:sSup>
                  </m:oMath>
                </a14:m>
                <a:endParaRPr lang="en-US" sz="2800" dirty="0"/>
              </a:p>
              <a:p>
                <a:r>
                  <a:rPr lang="en-US" sz="3200" dirty="0"/>
                  <a:t>Every entity ‘bumps’ the center of all other entities participating with it in a relation</a:t>
                </a:r>
                <a:endParaRPr lang="en-US" sz="3200" dirty="0"/>
              </a:p>
              <a:p>
                <a:pPr lvl="1"/>
                <a:r>
                  <a:rPr lang="en-US" sz="2800" b="0" dirty="0"/>
                  <a:t>Contextual </a:t>
                </a:r>
                <a14:m>
                  <m:oMath xmlns:m="http://schemas.openxmlformats.org/officeDocument/2006/math">
                    <m:sSubSup>
                      <m:sSubSupPr>
                        <m:ctrlPr>
                          <a:rPr lang="en-US" sz="2800" b="0" i="1" smtClean="0">
                            <a:latin typeface="Cambria Math" panose="02040503050406030204" pitchFamily="18" charset="0"/>
                          </a:rPr>
                        </m:ctrlPr>
                      </m:sSubSupPr>
                      <m:e>
                        <m:r>
                          <a:rPr lang="en-US" sz="2800" b="1" i="1" smtClean="0">
                            <a:latin typeface="Cambria Math" panose="02040503050406030204" pitchFamily="18" charset="0"/>
                          </a:rPr>
                          <m:t>𝒆</m:t>
                        </m:r>
                      </m:e>
                      <m:sub>
                        <m:r>
                          <a:rPr lang="en-US" sz="2800" b="0" i="1" smtClean="0">
                            <a:latin typeface="Cambria Math" panose="02040503050406030204" pitchFamily="18" charset="0"/>
                          </a:rPr>
                          <m:t>𝑘</m:t>
                        </m:r>
                      </m:sub>
                      <m:sup>
                        <m:r>
                          <a:rPr lang="en-US" sz="2800" b="0" i="1" smtClean="0">
                            <a:latin typeface="Cambria Math" panose="02040503050406030204" pitchFamily="18" charset="0"/>
                          </a:rPr>
                          <m:t>𝑟</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𝑒</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𝑒</m:t>
                            </m:r>
                          </m:e>
                          <m:sub>
                            <m:r>
                              <a:rPr lang="en-US" sz="2800" b="0" i="1" smtClean="0">
                                <a:latin typeface="Cambria Math" panose="02040503050406030204" pitchFamily="18" charset="0"/>
                              </a:rPr>
                              <m:t>𝐾</m:t>
                            </m:r>
                          </m:sub>
                        </m:sSub>
                        <m:r>
                          <a:rPr lang="en-US" sz="2800" b="0" i="1" smtClean="0">
                            <a:latin typeface="Cambria Math" panose="02040503050406030204" pitchFamily="18" charset="0"/>
                          </a:rPr>
                          <m:t>) </m:t>
                        </m:r>
                      </m:sup>
                    </m:sSubSup>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𝒄</m:t>
                        </m:r>
                      </m:e>
                      <m: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𝑒</m:t>
                            </m:r>
                          </m:e>
                          <m:sub>
                            <m:r>
                              <a:rPr lang="en-US" sz="2800" b="0" i="1" smtClean="0">
                                <a:latin typeface="Cambria Math" panose="02040503050406030204" pitchFamily="18" charset="0"/>
                              </a:rPr>
                              <m:t>𝑘</m:t>
                            </m:r>
                          </m:sub>
                        </m:sSub>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b="1" i="1" smtClean="0">
                            <a:latin typeface="Cambria Math" panose="02040503050406030204" pitchFamily="18" charset="0"/>
                          </a:rPr>
                          <m:t>𝒃</m:t>
                        </m:r>
                      </m:e>
                      <m:sub>
                        <m:sSub>
                          <m:sSubPr>
                            <m:ctrlPr>
                              <a:rPr lang="en-US" sz="2800" i="1">
                                <a:latin typeface="Cambria Math" panose="02040503050406030204" pitchFamily="18" charset="0"/>
                              </a:rPr>
                            </m:ctrlPr>
                          </m:sSubPr>
                          <m:e>
                            <m:r>
                              <a:rPr lang="en-US" sz="2800" i="1">
                                <a:latin typeface="Cambria Math" panose="02040503050406030204" pitchFamily="18" charset="0"/>
                              </a:rPr>
                              <m:t>𝑒</m:t>
                            </m:r>
                          </m:e>
                          <m:sub>
                            <m:r>
                              <a:rPr lang="en-US" sz="2800" i="1">
                                <a:latin typeface="Cambria Math" panose="02040503050406030204" pitchFamily="18" charset="0"/>
                              </a:rPr>
                              <m:t>𝑘</m:t>
                            </m:r>
                          </m:sub>
                        </m:sSub>
                      </m:sub>
                    </m:sSub>
                    <m:r>
                      <a:rPr lang="en-US" sz="2800" b="0" i="1" smtClean="0">
                        <a:latin typeface="Cambria Math" panose="02040503050406030204" pitchFamily="18" charset="0"/>
                      </a:rPr>
                      <m:t>+</m:t>
                    </m:r>
                    <m:nary>
                      <m:naryPr>
                        <m:chr m:val="∑"/>
                        <m:supHide m:val="on"/>
                        <m:ctrlPr>
                          <a:rPr lang="en-US" sz="2800" b="0" i="1" smtClean="0">
                            <a:latin typeface="Cambria Math" panose="02040503050406030204" pitchFamily="18" charset="0"/>
                          </a:rPr>
                        </m:ctrlPr>
                      </m:naryPr>
                      <m:sub>
                        <m:sSup>
                          <m:sSupPr>
                            <m:ctrlPr>
                              <a:rPr lang="en-US" sz="2800" b="0" i="1" smtClean="0">
                                <a:latin typeface="Cambria Math" panose="02040503050406030204" pitchFamily="18" charset="0"/>
                              </a:rPr>
                            </m:ctrlPr>
                          </m:sSupPr>
                          <m:e>
                            <m:r>
                              <m:rPr>
                                <m:brk m:alnAt="7"/>
                              </m:rPr>
                              <a:rPr lang="en-US" sz="2800" b="0" i="1" smtClean="0">
                                <a:latin typeface="Cambria Math" panose="02040503050406030204" pitchFamily="18" charset="0"/>
                              </a:rPr>
                              <m:t>𝑘</m:t>
                            </m:r>
                          </m:e>
                          <m:sup>
                            <m:r>
                              <m:rPr>
                                <m:brk m:alnAt="7"/>
                              </m:rPr>
                              <a:rPr lang="en-US" sz="2800" b="0" i="1" smtClean="0">
                                <a:latin typeface="Cambria Math" panose="02040503050406030204" pitchFamily="18" charset="0"/>
                              </a:rPr>
                              <m:t>′</m:t>
                            </m:r>
                          </m:sup>
                        </m:sSup>
                        <m:r>
                          <a:rPr lang="en-US" sz="2800" b="0" i="1" smtClean="0">
                            <a:latin typeface="Cambria Math" panose="02040503050406030204" pitchFamily="18" charset="0"/>
                          </a:rPr>
                          <m:t>∈</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𝐾</m:t>
                            </m:r>
                          </m:e>
                        </m:d>
                      </m:sub>
                      <m:sup/>
                      <m:e>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𝒃</m:t>
                            </m:r>
                          </m:e>
                          <m: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𝑒</m:t>
                                </m:r>
                              </m:e>
                              <m:sub>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𝑘</m:t>
                                    </m:r>
                                  </m:e>
                                  <m:sup>
                                    <m:r>
                                      <a:rPr lang="en-US" sz="2800" b="0" i="1" smtClean="0">
                                        <a:latin typeface="Cambria Math" panose="02040503050406030204" pitchFamily="18" charset="0"/>
                                      </a:rPr>
                                      <m:t>′</m:t>
                                    </m:r>
                                  </m:sup>
                                </m:sSup>
                              </m:sub>
                            </m:sSub>
                          </m:sub>
                        </m:sSub>
                      </m:e>
                    </m:nary>
                    <m:r>
                      <a:rPr lang="en-US" sz="2800" b="0" i="1" smtClean="0">
                        <a:latin typeface="Cambria Math" panose="02040503050406030204" pitchFamily="18" charset="0"/>
                      </a:rPr>
                      <m:t> </m:t>
                    </m:r>
                  </m:oMath>
                </a14:m>
                <a:r>
                  <a:rPr lang="en-US" sz="2800" dirty="0"/>
                  <a:t> or </a:t>
                </a:r>
                <a14:m>
                  <m:oMath xmlns:m="http://schemas.openxmlformats.org/officeDocument/2006/math">
                    <m:sSubSup>
                      <m:sSubSupPr>
                        <m:ctrlPr>
                          <a:rPr lang="en-US" sz="2800" i="1">
                            <a:latin typeface="Cambria Math" panose="02040503050406030204" pitchFamily="18" charset="0"/>
                          </a:rPr>
                        </m:ctrlPr>
                      </m:sSubSupPr>
                      <m:e>
                        <m:r>
                          <a:rPr lang="en-US" sz="2800" b="1" i="1">
                            <a:latin typeface="Cambria Math" panose="02040503050406030204" pitchFamily="18" charset="0"/>
                          </a:rPr>
                          <m:t>𝒆</m:t>
                        </m:r>
                      </m:e>
                      <m:sub>
                        <m:r>
                          <a:rPr lang="en-US" sz="2800" i="1">
                            <a:latin typeface="Cambria Math" panose="02040503050406030204" pitchFamily="18" charset="0"/>
                          </a:rPr>
                          <m:t>𝑘</m:t>
                        </m:r>
                      </m:sub>
                      <m:sup>
                        <m:r>
                          <a:rPr lang="en-US" sz="2800" i="1">
                            <a:latin typeface="Cambria Math" panose="02040503050406030204" pitchFamily="18" charset="0"/>
                          </a:rPr>
                          <m:t>𝑟</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𝑒</m:t>
                            </m:r>
                          </m:e>
                          <m:sub>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𝑒</m:t>
                            </m:r>
                          </m:e>
                          <m:sub>
                            <m:r>
                              <a:rPr lang="en-US" sz="2800" i="1">
                                <a:latin typeface="Cambria Math" panose="02040503050406030204" pitchFamily="18" charset="0"/>
                              </a:rPr>
                              <m:t>𝐾</m:t>
                            </m:r>
                          </m:sub>
                        </m:sSub>
                        <m:r>
                          <a:rPr lang="en-US" sz="2800" i="1">
                            <a:latin typeface="Cambria Math" panose="02040503050406030204" pitchFamily="18" charset="0"/>
                          </a:rPr>
                          <m:t>) </m:t>
                        </m:r>
                      </m:sup>
                    </m:sSubSup>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b="1" i="1">
                            <a:latin typeface="Cambria Math" panose="02040503050406030204" pitchFamily="18" charset="0"/>
                          </a:rPr>
                          <m:t>𝒄</m:t>
                        </m:r>
                      </m:e>
                      <m:sub>
                        <m:sSub>
                          <m:sSubPr>
                            <m:ctrlPr>
                              <a:rPr lang="en-US" sz="2800" i="1">
                                <a:latin typeface="Cambria Math" panose="02040503050406030204" pitchFamily="18" charset="0"/>
                              </a:rPr>
                            </m:ctrlPr>
                          </m:sSubPr>
                          <m:e>
                            <m:r>
                              <a:rPr lang="en-US" sz="2800" i="1">
                                <a:latin typeface="Cambria Math" panose="02040503050406030204" pitchFamily="18" charset="0"/>
                              </a:rPr>
                              <m:t>𝑒</m:t>
                            </m:r>
                          </m:e>
                          <m:sub>
                            <m:r>
                              <a:rPr lang="en-US" sz="2800" i="1">
                                <a:latin typeface="Cambria Math" panose="02040503050406030204" pitchFamily="18" charset="0"/>
                              </a:rPr>
                              <m:t>𝑘</m:t>
                            </m:r>
                          </m:sub>
                        </m:sSub>
                      </m:sub>
                    </m:sSub>
                    <m:r>
                      <a:rPr lang="en-US" sz="2800" i="1">
                        <a:latin typeface="Cambria Math" panose="02040503050406030204" pitchFamily="18" charset="0"/>
                      </a:rPr>
                      <m:t>+</m:t>
                    </m:r>
                    <m:nary>
                      <m:naryPr>
                        <m:chr m:val="∑"/>
                        <m:supHide m:val="on"/>
                        <m:ctrlPr>
                          <a:rPr lang="en-US" sz="2800" i="1">
                            <a:latin typeface="Cambria Math" panose="02040503050406030204" pitchFamily="18" charset="0"/>
                          </a:rPr>
                        </m:ctrlPr>
                      </m:naryPr>
                      <m:sub>
                        <m:sSup>
                          <m:sSupPr>
                            <m:ctrlPr>
                              <a:rPr lang="en-US" sz="2800" i="1">
                                <a:latin typeface="Cambria Math" panose="02040503050406030204" pitchFamily="18" charset="0"/>
                              </a:rPr>
                            </m:ctrlPr>
                          </m:sSupPr>
                          <m:e>
                            <m:r>
                              <m:rPr>
                                <m:brk m:alnAt="7"/>
                              </m:rPr>
                              <a:rPr lang="en-US" sz="2800" i="1">
                                <a:latin typeface="Cambria Math" panose="02040503050406030204" pitchFamily="18" charset="0"/>
                              </a:rPr>
                              <m:t>𝑘</m:t>
                            </m:r>
                          </m:e>
                          <m:sup>
                            <m:r>
                              <m:rPr>
                                <m:brk m:alnAt="7"/>
                              </m:rPr>
                              <a:rPr lang="en-US" sz="2800" i="1">
                                <a:latin typeface="Cambria Math" panose="02040503050406030204" pitchFamily="18" charset="0"/>
                              </a:rPr>
                              <m:t>′</m:t>
                            </m:r>
                          </m:sup>
                        </m:sSup>
                        <m:r>
                          <a:rPr lang="en-US" sz="2800" i="1">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𝐾</m:t>
                            </m:r>
                          </m:e>
                        </m:d>
                        <m:r>
                          <a:rPr lang="en-US" sz="2800" b="0" i="1" smtClean="0">
                            <a:latin typeface="Cambria Math" panose="02040503050406030204" pitchFamily="18" charset="0"/>
                          </a:rPr>
                          <m:t>,</m:t>
                        </m:r>
                        <m:sSup>
                          <m:sSupPr>
                            <m:ctrlPr>
                              <a:rPr lang="en-US" sz="2800" b="0" i="1" smtClean="0">
                                <a:effectLst>
                                  <a:glow rad="139700">
                                    <a:schemeClr val="accent2">
                                      <a:satMod val="175000"/>
                                      <a:alpha val="40000"/>
                                    </a:schemeClr>
                                  </a:glow>
                                </a:effectLst>
                                <a:latin typeface="Cambria Math" panose="02040503050406030204" pitchFamily="18" charset="0"/>
                              </a:rPr>
                            </m:ctrlPr>
                          </m:sSupPr>
                          <m:e>
                            <m:r>
                              <a:rPr lang="en-US" sz="2800" b="0" i="1" smtClean="0">
                                <a:effectLst>
                                  <a:glow rad="139700">
                                    <a:schemeClr val="accent2">
                                      <a:satMod val="175000"/>
                                      <a:alpha val="40000"/>
                                    </a:schemeClr>
                                  </a:glow>
                                </a:effectLst>
                                <a:latin typeface="Cambria Math" panose="02040503050406030204" pitchFamily="18" charset="0"/>
                              </a:rPr>
                              <m:t>𝑘</m:t>
                            </m:r>
                          </m:e>
                          <m:sup>
                            <m:r>
                              <a:rPr lang="en-US" sz="2800" b="0" i="1" smtClean="0">
                                <a:effectLst>
                                  <a:glow rad="139700">
                                    <a:schemeClr val="accent2">
                                      <a:satMod val="175000"/>
                                      <a:alpha val="40000"/>
                                    </a:schemeClr>
                                  </a:glow>
                                </a:effectLst>
                                <a:latin typeface="Cambria Math" panose="02040503050406030204" pitchFamily="18" charset="0"/>
                              </a:rPr>
                              <m:t>′</m:t>
                            </m:r>
                          </m:sup>
                        </m:sSup>
                        <m:r>
                          <a:rPr lang="en-US" sz="2800" b="0" i="1" smtClean="0">
                            <a:effectLst>
                              <a:glow rad="139700">
                                <a:schemeClr val="accent2">
                                  <a:satMod val="175000"/>
                                  <a:alpha val="40000"/>
                                </a:schemeClr>
                              </a:glow>
                            </a:effectLst>
                            <a:latin typeface="Cambria Math" panose="02040503050406030204" pitchFamily="18" charset="0"/>
                          </a:rPr>
                          <m:t>≠</m:t>
                        </m:r>
                        <m:r>
                          <a:rPr lang="en-US" sz="2800" b="0" i="1" smtClean="0">
                            <a:effectLst>
                              <a:glow rad="139700">
                                <a:schemeClr val="accent2">
                                  <a:satMod val="175000"/>
                                  <a:alpha val="40000"/>
                                </a:schemeClr>
                              </a:glow>
                            </a:effectLst>
                            <a:latin typeface="Cambria Math" panose="02040503050406030204" pitchFamily="18" charset="0"/>
                          </a:rPr>
                          <m:t>𝑘</m:t>
                        </m:r>
                      </m:sub>
                      <m:sup/>
                      <m:e>
                        <m:sSub>
                          <m:sSubPr>
                            <m:ctrlPr>
                              <a:rPr lang="en-US" sz="2800" i="1">
                                <a:latin typeface="Cambria Math" panose="02040503050406030204" pitchFamily="18" charset="0"/>
                              </a:rPr>
                            </m:ctrlPr>
                          </m:sSubPr>
                          <m:e>
                            <m:r>
                              <a:rPr lang="en-US" sz="2800" b="1" i="1">
                                <a:latin typeface="Cambria Math" panose="02040503050406030204" pitchFamily="18" charset="0"/>
                              </a:rPr>
                              <m:t>𝒃</m:t>
                            </m:r>
                          </m:e>
                          <m:sub>
                            <m:sSub>
                              <m:sSubPr>
                                <m:ctrlPr>
                                  <a:rPr lang="en-US" sz="2800" i="1">
                                    <a:latin typeface="Cambria Math" panose="02040503050406030204" pitchFamily="18" charset="0"/>
                                  </a:rPr>
                                </m:ctrlPr>
                              </m:sSubPr>
                              <m:e>
                                <m:r>
                                  <a:rPr lang="en-US" sz="2800" i="1">
                                    <a:latin typeface="Cambria Math" panose="02040503050406030204" pitchFamily="18" charset="0"/>
                                  </a:rPr>
                                  <m:t>𝑒</m:t>
                                </m:r>
                              </m:e>
                              <m:sub>
                                <m:sSup>
                                  <m:sSupPr>
                                    <m:ctrlPr>
                                      <a:rPr lang="en-US" sz="2800" i="1">
                                        <a:latin typeface="Cambria Math" panose="02040503050406030204" pitchFamily="18" charset="0"/>
                                      </a:rPr>
                                    </m:ctrlPr>
                                  </m:sSupPr>
                                  <m:e>
                                    <m:r>
                                      <a:rPr lang="en-US" sz="2800" i="1">
                                        <a:latin typeface="Cambria Math" panose="02040503050406030204" pitchFamily="18" charset="0"/>
                                      </a:rPr>
                                      <m:t>𝑘</m:t>
                                    </m:r>
                                  </m:e>
                                  <m:sup>
                                    <m:r>
                                      <a:rPr lang="en-US" sz="2800" i="1">
                                        <a:latin typeface="Cambria Math" panose="02040503050406030204" pitchFamily="18" charset="0"/>
                                      </a:rPr>
                                      <m:t>′</m:t>
                                    </m:r>
                                  </m:sup>
                                </m:sSup>
                              </m:sub>
                            </m:sSub>
                          </m:sub>
                        </m:sSub>
                      </m:e>
                    </m:nary>
                  </m:oMath>
                </a14:m>
                <a:endParaRPr lang="en-US" sz="2800" i="1" dirty="0">
                  <a:latin typeface="Cambria Math" panose="02040503050406030204" pitchFamily="18" charset="0"/>
                </a:endParaRPr>
              </a:p>
            </p:txBody>
          </p:sp>
        </mc:Choice>
        <mc:Fallback>
          <p:sp>
            <p:nvSpPr>
              <p:cNvPr id="5" name="Content Placeholder 4"/>
              <p:cNvSpPr>
                <a:spLocks noRot="1" noChangeAspect="1" noMove="1" noResize="1" noEditPoints="1" noAdjustHandles="1" noChangeArrowheads="1" noChangeShapeType="1" noTextEdit="1"/>
              </p:cNvSpPr>
              <p:nvPr>
                <p:ph idx="1"/>
              </p:nvPr>
            </p:nvSpPr>
            <p:spPr>
              <a:xfrm>
                <a:off x="838200" y="1243965"/>
                <a:ext cx="10515600" cy="3338830"/>
              </a:xfrm>
              <a:blipFill rotWithShape="1">
                <a:blip r:embed="rId1"/>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6" name="Speech Bubble: Rectangle with Corners Rounded 5"/>
              <p:cNvSpPr/>
              <p:nvPr/>
            </p:nvSpPr>
            <p:spPr>
              <a:xfrm>
                <a:off x="336433" y="5469142"/>
                <a:ext cx="4244196" cy="1187141"/>
              </a:xfrm>
              <a:prstGeom prst="wedgeRoundRectCallout">
                <a:avLst>
                  <a:gd name="adj1" fmla="val -15181"/>
                  <a:gd name="adj2" fmla="val -138516"/>
                  <a:gd name="adj3"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Contextual embedding of </a:t>
                </a:r>
                <a14:m>
                  <m:oMath xmlns:m="http://schemas.openxmlformats.org/officeDocument/2006/math">
                    <m:r>
                      <a:rPr lang="en-US" sz="2800" i="1" dirty="0" smtClean="0">
                        <a:solidFill>
                          <a:schemeClr val="tx1"/>
                        </a:solidFill>
                        <a:latin typeface="Cambria Math" panose="02040503050406030204" pitchFamily="18" charset="0"/>
                      </a:rPr>
                      <m:t>𝑘</m:t>
                    </m:r>
                  </m:oMath>
                </a14:m>
                <a:r>
                  <a:rPr lang="en-US" sz="2800" dirty="0">
                    <a:solidFill>
                      <a:schemeClr val="tx1"/>
                    </a:solidFill>
                  </a:rPr>
                  <a:t>th argument to relation</a:t>
                </a:r>
                <a:endParaRPr lang="en-US" sz="2800" dirty="0">
                  <a:solidFill>
                    <a:schemeClr val="tx1"/>
                  </a:solidFill>
                </a:endParaRPr>
              </a:p>
            </p:txBody>
          </p:sp>
        </mc:Choice>
        <mc:Fallback>
          <p:sp>
            <p:nvSpPr>
              <p:cNvPr id="6" name="Speech Bubble: Rectangle with Corners Rounded 5"/>
              <p:cNvSpPr>
                <a:spLocks noRot="1" noChangeAspect="1" noMove="1" noResize="1" noEditPoints="1" noAdjustHandles="1" noChangeArrowheads="1" noChangeShapeType="1" noTextEdit="1"/>
              </p:cNvSpPr>
              <p:nvPr/>
            </p:nvSpPr>
            <p:spPr>
              <a:xfrm>
                <a:off x="336433" y="5469142"/>
                <a:ext cx="4244196" cy="1187141"/>
              </a:xfrm>
              <a:prstGeom prst="wedgeRoundRectCallout">
                <a:avLst>
                  <a:gd name="adj1" fmla="val -15181"/>
                  <a:gd name="adj2" fmla="val -138516"/>
                  <a:gd name="adj3" fmla="val 16667"/>
                </a:avLst>
              </a:prstGeom>
              <a:blipFill rotWithShape="1">
                <a:blip r:embed="rId2"/>
                <a:stretch>
                  <a:fillRect l="-162" t="-89746" r="-141" b="-517"/>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7" name="Speech Bubble: Rectangle with Corners Rounded 6"/>
          <p:cNvSpPr/>
          <p:nvPr/>
        </p:nvSpPr>
        <p:spPr>
          <a:xfrm>
            <a:off x="4698524" y="5469141"/>
            <a:ext cx="3936518" cy="1187141"/>
          </a:xfrm>
          <a:prstGeom prst="wedgeRoundRectCallout">
            <a:avLst>
              <a:gd name="adj1" fmla="val -53585"/>
              <a:gd name="adj2" fmla="val -134183"/>
              <a:gd name="adj3"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Start with context-independent embedding</a:t>
            </a:r>
            <a:endParaRPr lang="en-US" sz="2800" dirty="0">
              <a:solidFill>
                <a:schemeClr val="tx1"/>
              </a:solidFill>
            </a:endParaRPr>
          </a:p>
        </p:txBody>
      </p:sp>
      <p:sp>
        <p:nvSpPr>
          <p:cNvPr id="8" name="Speech Bubble: Rectangle with Corners Rounded 7"/>
          <p:cNvSpPr/>
          <p:nvPr/>
        </p:nvSpPr>
        <p:spPr>
          <a:xfrm>
            <a:off x="8752937" y="5469140"/>
            <a:ext cx="3246296" cy="1187141"/>
          </a:xfrm>
          <a:prstGeom prst="wedgeRoundRectCallout">
            <a:avLst>
              <a:gd name="adj1" fmla="val -96166"/>
              <a:gd name="adj2" fmla="val -136269"/>
              <a:gd name="adj3"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Add bumps from all </a:t>
            </a:r>
            <a:r>
              <a:rPr lang="en-US" sz="2800" i="1" dirty="0">
                <a:solidFill>
                  <a:schemeClr val="tx1"/>
                </a:solidFill>
              </a:rPr>
              <a:t>other</a:t>
            </a:r>
            <a:r>
              <a:rPr lang="en-US" sz="2800" dirty="0">
                <a:solidFill>
                  <a:schemeClr val="tx1"/>
                </a:solidFill>
              </a:rPr>
              <a:t> arguments</a:t>
            </a:r>
            <a:endParaRPr lang="en-US" sz="28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BoxE</a:t>
            </a:r>
            <a:r>
              <a:rPr lang="en-US" dirty="0"/>
              <a:t> formulation, continued</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a:xfrm>
                <a:off x="838200" y="1243965"/>
                <a:ext cx="10515600" cy="2083435"/>
              </a:xfrm>
            </p:spPr>
            <p:txBody>
              <a:bodyPr>
                <a:normAutofit lnSpcReduction="10000"/>
              </a:bodyPr>
              <a:lstStyle/>
              <a:p>
                <a14:m>
                  <m:oMath xmlns:m="http://schemas.openxmlformats.org/officeDocument/2006/math">
                    <m:r>
                      <a:rPr lang="en-US" i="1" dirty="0" smtClean="0">
                        <a:latin typeface="Cambria Math" panose="02040503050406030204" pitchFamily="18" charset="0"/>
                      </a:rPr>
                      <m:t>𝐾</m:t>
                    </m:r>
                  </m:oMath>
                </a14:m>
                <a:r>
                  <a:rPr lang="en-US" dirty="0"/>
                  <a:t>-</a:t>
                </a:r>
                <a:r>
                  <a:rPr lang="en-US" dirty="0" err="1"/>
                  <a:t>ary</a:t>
                </a:r>
                <a:r>
                  <a:rPr lang="en-US" dirty="0"/>
                  <a:t> relation </a:t>
                </a:r>
                <a14:m>
                  <m:oMath xmlns:m="http://schemas.openxmlformats.org/officeDocument/2006/math">
                    <m:r>
                      <a:rPr lang="en-US" i="1" dirty="0" smtClean="0">
                        <a:latin typeface="Cambria Math" panose="02040503050406030204" pitchFamily="18" charset="0"/>
                      </a:rPr>
                      <m:t>𝑟</m:t>
                    </m:r>
                  </m:oMath>
                </a14:m>
                <a:r>
                  <a:rPr lang="en-US" dirty="0"/>
                  <a:t> represented by </a:t>
                </a:r>
                <a14:m>
                  <m:oMath xmlns:m="http://schemas.openxmlformats.org/officeDocument/2006/math">
                    <m:r>
                      <a:rPr lang="en-US" i="1" dirty="0" smtClean="0">
                        <a:latin typeface="Cambria Math" panose="02040503050406030204" pitchFamily="18" charset="0"/>
                      </a:rPr>
                      <m:t>𝐾</m:t>
                    </m:r>
                  </m:oMath>
                </a14:m>
                <a:r>
                  <a:rPr lang="en-US" dirty="0"/>
                  <a:t> boxes </a:t>
                </a:r>
                <a14:m>
                  <m:oMath xmlns:m="http://schemas.openxmlformats.org/officeDocument/2006/math">
                    <m:sSup>
                      <m:sSupPr>
                        <m:ctrlPr>
                          <a:rPr lang="en-US" b="0" i="1" smtClean="0">
                            <a:latin typeface="Cambria Math" panose="02040503050406030204" pitchFamily="18" charset="0"/>
                          </a:rPr>
                        </m:ctrlPr>
                      </m:sSupPr>
                      <m:e>
                        <m:r>
                          <a:rPr lang="en-US" b="1" i="1" smtClean="0">
                            <a:latin typeface="Cambria Math" panose="02040503050406030204" pitchFamily="18" charset="0"/>
                          </a:rPr>
                          <m:t>𝒓</m:t>
                        </m:r>
                      </m:e>
                      <m:sup>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sup>
                    </m:sSup>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1" i="1" smtClean="0">
                            <a:latin typeface="Cambria Math" panose="02040503050406030204" pitchFamily="18" charset="0"/>
                          </a:rPr>
                          <m:t>𝒓</m:t>
                        </m:r>
                      </m:e>
                      <m:sup>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up>
                    </m:sSup>
                  </m:oMath>
                </a14:m>
                <a:endParaRPr lang="en-US" dirty="0"/>
              </a:p>
              <a:p>
                <a:r>
                  <a:rPr lang="en-US" dirty="0"/>
                  <a:t>If fact </a:t>
                </a:r>
                <a14:m>
                  <m:oMath xmlns:m="http://schemas.openxmlformats.org/officeDocument/2006/math">
                    <m:r>
                      <a:rPr lang="en-US" i="1">
                        <a:latin typeface="Cambria Math" panose="02040503050406030204" pitchFamily="18" charset="0"/>
                      </a:rPr>
                      <m:t>𝑟</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2</m:t>
                        </m:r>
                      </m:sub>
                    </m:sSub>
                    <m:r>
                      <a:rPr lang="en-US" i="1">
                        <a:latin typeface="Cambria Math" panose="02040503050406030204" pitchFamily="18" charset="0"/>
                      </a:rPr>
                      <m:t>,…, </m:t>
                    </m:r>
                    <m:sSub>
                      <m:sSubPr>
                        <m:ctrlPr>
                          <a:rPr lang="en-US" i="1">
                            <a:latin typeface="Cambria Math" panose="02040503050406030204" pitchFamily="18" charset="0"/>
                          </a:rPr>
                        </m:ctrlPr>
                      </m:sSubPr>
                      <m:e>
                        <m:sSub>
                          <m:sSubPr>
                            <m:ctrlPr>
                              <a:rPr lang="en-US" i="1">
                                <a:effectLst>
                                  <a:glow rad="139700">
                                    <a:schemeClr val="accent4">
                                      <a:satMod val="175000"/>
                                      <a:alpha val="40000"/>
                                    </a:schemeClr>
                                  </a:glow>
                                </a:effectLst>
                                <a:latin typeface="Cambria Math" panose="02040503050406030204" pitchFamily="18" charset="0"/>
                              </a:rPr>
                            </m:ctrlPr>
                          </m:sSubPr>
                          <m:e>
                            <m:r>
                              <a:rPr lang="en-US" i="1">
                                <a:effectLst>
                                  <a:glow rad="139700">
                                    <a:schemeClr val="accent4">
                                      <a:satMod val="175000"/>
                                      <a:alpha val="40000"/>
                                    </a:schemeClr>
                                  </a:glow>
                                </a:effectLst>
                                <a:latin typeface="Cambria Math" panose="02040503050406030204" pitchFamily="18" charset="0"/>
                              </a:rPr>
                              <m:t>𝑒</m:t>
                            </m:r>
                          </m:e>
                          <m:sub>
                            <m:r>
                              <a:rPr lang="en-US" i="1">
                                <a:effectLst>
                                  <a:glow rad="139700">
                                    <a:schemeClr val="accent4">
                                      <a:satMod val="175000"/>
                                      <a:alpha val="40000"/>
                                    </a:schemeClr>
                                  </a:glow>
                                </a:effectLst>
                                <a:latin typeface="Cambria Math" panose="02040503050406030204" pitchFamily="18" charset="0"/>
                              </a:rPr>
                              <m:t>𝑘</m:t>
                            </m:r>
                          </m:sub>
                        </m:sSub>
                        <m:r>
                          <a:rPr lang="en-US" i="1">
                            <a:latin typeface="Cambria Math" panose="02040503050406030204" pitchFamily="18" charset="0"/>
                          </a:rPr>
                          <m:t>, …, </m:t>
                        </m:r>
                        <m:r>
                          <a:rPr lang="en-US" i="1">
                            <a:latin typeface="Cambria Math" panose="02040503050406030204" pitchFamily="18" charset="0"/>
                          </a:rPr>
                          <m:t>𝑒</m:t>
                        </m:r>
                      </m:e>
                      <m:sub>
                        <m:r>
                          <a:rPr lang="en-US" i="1">
                            <a:latin typeface="Cambria Math" panose="02040503050406030204" pitchFamily="18" charset="0"/>
                          </a:rPr>
                          <m:t>𝐾</m:t>
                        </m:r>
                      </m:sub>
                    </m:sSub>
                    <m:r>
                      <a:rPr lang="en-US" i="1">
                        <a:latin typeface="Cambria Math" panose="02040503050406030204" pitchFamily="18" charset="0"/>
                      </a:rPr>
                      <m:t>)</m:t>
                    </m:r>
                  </m:oMath>
                </a14:m>
                <a:r>
                  <a:rPr lang="en-US" dirty="0"/>
                  <a:t> holds, then for each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oMath>
                </a14:m>
                <a:r>
                  <a:rPr lang="en-US" dirty="0"/>
                  <a:t>, we want </a:t>
                </a:r>
                <a14:m>
                  <m:oMath xmlns:m="http://schemas.openxmlformats.org/officeDocument/2006/math">
                    <m:sSubSup>
                      <m:sSubSupPr>
                        <m:ctrlPr>
                          <a:rPr lang="en-US" i="1">
                            <a:latin typeface="Cambria Math" panose="02040503050406030204" pitchFamily="18" charset="0"/>
                          </a:rPr>
                        </m:ctrlPr>
                      </m:sSubSupPr>
                      <m:e>
                        <m:r>
                          <a:rPr lang="en-US" b="1" i="1">
                            <a:latin typeface="Cambria Math" panose="02040503050406030204" pitchFamily="18" charset="0"/>
                          </a:rPr>
                          <m:t>𝒆</m:t>
                        </m:r>
                      </m:e>
                      <m:sub>
                        <m:r>
                          <a:rPr lang="en-US" i="1">
                            <a:latin typeface="Cambria Math" panose="02040503050406030204" pitchFamily="18" charset="0"/>
                          </a:rPr>
                          <m:t>𝑘</m:t>
                        </m:r>
                      </m:sub>
                      <m:sup>
                        <m:r>
                          <a:rPr lang="en-US" i="1">
                            <a:latin typeface="Cambria Math" panose="02040503050406030204" pitchFamily="18" charset="0"/>
                          </a:rPr>
                          <m:t>𝑟</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𝐾</m:t>
                            </m:r>
                          </m:sub>
                        </m:sSub>
                        <m:r>
                          <a:rPr lang="en-US" i="1">
                            <a:latin typeface="Cambria Math" panose="02040503050406030204" pitchFamily="18" charset="0"/>
                          </a:rPr>
                          <m:t>) </m:t>
                        </m:r>
                      </m:sup>
                    </m:sSub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1" i="1" smtClean="0">
                            <a:latin typeface="Cambria Math" panose="02040503050406030204" pitchFamily="18" charset="0"/>
                          </a:rPr>
                          <m:t>𝒓</m:t>
                        </m:r>
                      </m:e>
                      <m:sup>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sup>
                    </m:sSup>
                  </m:oMath>
                </a14:m>
                <a:endParaRPr lang="en-US" dirty="0"/>
              </a:p>
              <a:p>
                <a:r>
                  <a:rPr lang="en-US" dirty="0"/>
                  <a:t>I.e., contextual embedding of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𝑒</m:t>
                        </m:r>
                      </m:e>
                      <m:sub>
                        <m:r>
                          <a:rPr lang="en-US" i="1" dirty="0" smtClean="0">
                            <a:latin typeface="Cambria Math" panose="02040503050406030204" pitchFamily="18" charset="0"/>
                          </a:rPr>
                          <m:t>𝑘</m:t>
                        </m:r>
                      </m:sub>
                    </m:sSub>
                  </m:oMath>
                </a14:m>
                <a:r>
                  <a:rPr lang="en-US" dirty="0"/>
                  <a:t> must fit inside </a:t>
                </a:r>
                <a14:m>
                  <m:oMath xmlns:m="http://schemas.openxmlformats.org/officeDocument/2006/math">
                    <m:sSup>
                      <m:sSupPr>
                        <m:ctrlPr>
                          <a:rPr lang="en-US" i="1" dirty="0" smtClean="0">
                            <a:latin typeface="Cambria Math" panose="02040503050406030204" pitchFamily="18" charset="0"/>
                          </a:rPr>
                        </m:ctrlPr>
                      </m:sSupPr>
                      <m:e>
                        <m:r>
                          <a:rPr lang="en-US" b="1" i="1" dirty="0" smtClean="0">
                            <a:latin typeface="Cambria Math" panose="02040503050406030204" pitchFamily="18" charset="0"/>
                          </a:rPr>
                          <m:t>𝒓</m:t>
                        </m:r>
                      </m:e>
                      <m:sup>
                        <m:r>
                          <a:rPr lang="en-US" b="0" i="1" dirty="0" smtClean="0">
                            <a:latin typeface="Cambria Math" panose="02040503050406030204" pitchFamily="18" charset="0"/>
                          </a:rPr>
                          <m:t>(</m:t>
                        </m:r>
                        <m:r>
                          <a:rPr lang="en-US" i="1" dirty="0" smtClean="0">
                            <a:latin typeface="Cambria Math" panose="02040503050406030204" pitchFamily="18" charset="0"/>
                          </a:rPr>
                          <m:t>𝑘</m:t>
                        </m:r>
                        <m:r>
                          <a:rPr lang="en-US" b="0" i="1" dirty="0" smtClean="0">
                            <a:latin typeface="Cambria Math" panose="02040503050406030204" pitchFamily="18" charset="0"/>
                          </a:rPr>
                          <m:t>)</m:t>
                        </m:r>
                      </m:sup>
                    </m:sSup>
                  </m:oMath>
                </a14:m>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xfrm>
                <a:off x="838200" y="1243965"/>
                <a:ext cx="10515600" cy="2083435"/>
              </a:xfrm>
              <a:blipFill rotWithShape="1">
                <a:blip r:embed="rId1"/>
                <a:stretch>
                  <a:fillRect t="-1158"/>
                </a:stretch>
              </a:blipFill>
            </p:spPr>
            <p:txBody>
              <a:bodyPr/>
              <a:lstStyle/>
              <a:p>
                <a:r>
                  <a:rPr lang="en-US" altLang="en-US">
                    <a:noFill/>
                  </a:rPr>
                  <a:t> </a:t>
                </a:r>
              </a:p>
            </p:txBody>
          </p:sp>
        </mc:Fallback>
      </mc:AlternateContent>
      <p:pic>
        <p:nvPicPr>
          <p:cNvPr id="8" name="Content Placeholder 7"/>
          <p:cNvPicPr>
            <a:picLocks noGrp="1" noChangeAspect="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2921635" y="3562350"/>
            <a:ext cx="9270365" cy="3295650"/>
          </a:xfr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BoxE</a:t>
            </a:r>
            <a:r>
              <a:rPr lang="en-US" dirty="0"/>
              <a:t> properties</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lstStyle/>
              <a:p>
                <a:r>
                  <a:rPr lang="en-US" dirty="0"/>
                  <a:t>Can represent any KG given enough dimensions</a:t>
                </a:r>
                <a:endParaRPr lang="en-US" dirty="0"/>
              </a:p>
              <a:p>
                <a:pPr lvl="1"/>
                <a:r>
                  <a:rPr lang="en-US" dirty="0"/>
                  <a:t>Nontrivial proof via induction </a:t>
                </a:r>
                <a:endParaRPr lang="en-US" dirty="0"/>
              </a:p>
              <a:p>
                <a:r>
                  <a:rPr lang="en-US" dirty="0"/>
                  <a:t>Type hierarchy: special case with </a:t>
                </a:r>
                <a14:m>
                  <m:oMath xmlns:m="http://schemas.openxmlformats.org/officeDocument/2006/math">
                    <m:r>
                      <a:rPr lang="en-US" i="1" dirty="0">
                        <a:latin typeface="Cambria Math" panose="02040503050406030204" pitchFamily="18" charset="0"/>
                      </a:rPr>
                      <m:t>𝐾</m:t>
                    </m:r>
                    <m:r>
                      <a:rPr lang="en-US" i="1" dirty="0">
                        <a:latin typeface="Cambria Math" panose="02040503050406030204" pitchFamily="18" charset="0"/>
                      </a:rPr>
                      <m:t>=</m:t>
                    </m:r>
                    <m:r>
                      <a:rPr lang="en-US" i="1" dirty="0">
                        <a:latin typeface="Cambria Math" panose="02040503050406030204" pitchFamily="18" charset="0"/>
                      </a:rPr>
                      <m:t>1</m:t>
                    </m:r>
                  </m:oMath>
                </a14:m>
                <a:r>
                  <a:rPr lang="en-US" dirty="0"/>
                  <a:t> (no bump)</a:t>
                </a:r>
                <a:endParaRPr lang="en-US" dirty="0"/>
              </a:p>
              <a:p>
                <a:r>
                  <a:rPr lang="en-US" dirty="0"/>
                  <a:t>A/Anti/Symmetry, inversion, hierarchy, intersection, mutual exclusion</a:t>
                </a:r>
                <a:endParaRPr lang="en-US" dirty="0"/>
              </a:p>
              <a:p>
                <a:r>
                  <a:rPr lang="en-US" dirty="0"/>
                  <a:t>Elegant; performance good but not quite as good as best </a:t>
                </a:r>
                <a:r>
                  <a:rPr lang="en-US" dirty="0" err="1"/>
                  <a:t>ComplEx</a:t>
                </a:r>
                <a:r>
                  <a:rPr lang="en-US" dirty="0"/>
                  <a:t> variations</a:t>
                </a:r>
                <a:endParaRPr lang="en-US"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1"/>
                <a:stretch>
                  <a:fillRect t="-8" b="6"/>
                </a:stretch>
              </a:blipFill>
            </p:spPr>
            <p:txBody>
              <a:bodyPr/>
              <a:lstStyle/>
              <a:p>
                <a:r>
                  <a:rPr lang="en-US" altLang="en-US">
                    <a:noFill/>
                  </a:rPr>
                  <a:t> </a:t>
                </a:r>
              </a:p>
            </p:txBody>
          </p:sp>
        </mc:Fallback>
      </mc:AlternateContent>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Unsupervised type embeddings</a:t>
            </a:r>
            <a:endParaRPr lang="en-US" dirty="0"/>
          </a:p>
        </p:txBody>
      </p:sp>
      <mc:AlternateContent xmlns:mc="http://schemas.openxmlformats.org/markup-compatibility/2006">
        <mc:Choice xmlns:a14="http://schemas.microsoft.com/office/drawing/2010/main" Requires="a14">
          <p:sp>
            <p:nvSpPr>
              <p:cNvPr id="5" name="Content Placeholder 4"/>
              <p:cNvSpPr>
                <a:spLocks noGrp="1"/>
              </p:cNvSpPr>
              <p:nvPr>
                <p:ph idx="1"/>
              </p:nvPr>
            </p:nvSpPr>
            <p:spPr/>
            <p:txBody>
              <a:bodyPr>
                <a:normAutofit lnSpcReduction="20000"/>
              </a:bodyPr>
              <a:lstStyle/>
              <a:p>
                <a:r>
                  <a:rPr lang="en-US" altLang="en-US" sz="3600" dirty="0"/>
                  <a:t>Symbolic supervision of types tedious and tricky</a:t>
                </a:r>
                <a:endParaRPr lang="en-US" altLang="en-US" sz="3600" dirty="0"/>
              </a:p>
              <a:p>
                <a:pPr lvl="2"/>
                <a:r>
                  <a:rPr lang="en-US" altLang="en-US" dirty="0">
                    <a:hlinkClick r:id="rId1"/>
                  </a:rPr>
                  <a:t>Pal/Lassie</a:t>
                </a:r>
                <a:r>
                  <a:rPr lang="en-US" altLang="en-US" dirty="0"/>
                  <a:t>, </a:t>
                </a:r>
                <a:r>
                  <a:rPr lang="en-US" altLang="en-US" dirty="0">
                    <a:hlinkClick r:id="rId2"/>
                  </a:rPr>
                  <a:t>Flipper</a:t>
                </a:r>
                <a:r>
                  <a:rPr lang="en-US" altLang="en-US" dirty="0"/>
                  <a:t>, </a:t>
                </a:r>
                <a:r>
                  <a:rPr lang="en-US" altLang="en-US" dirty="0">
                    <a:hlinkClick r:id="rId3"/>
                  </a:rPr>
                  <a:t>Air Bud</a:t>
                </a:r>
                <a:r>
                  <a:rPr lang="en-US" altLang="en-US" dirty="0"/>
                  <a:t> are actors but not people</a:t>
                </a:r>
                <a:endParaRPr lang="en-US" altLang="en-US" dirty="0"/>
              </a:p>
              <a:p>
                <a:r>
                  <a:rPr lang="en-US" altLang="en-US" sz="3600" dirty="0"/>
                  <a:t>Type of an entity as noisy shorthand for</a:t>
                </a:r>
                <a:endParaRPr lang="en-US" altLang="en-US" sz="3600" dirty="0"/>
              </a:p>
              <a:p>
                <a:pPr lvl="2"/>
                <a:r>
                  <a:rPr lang="en-US" altLang="en-US" dirty="0"/>
                  <a:t>Relations in which entity can participate</a:t>
                </a:r>
                <a:endParaRPr lang="en-US" altLang="en-US" dirty="0"/>
              </a:p>
              <a:p>
                <a:pPr lvl="2"/>
                <a:r>
                  <a:rPr lang="en-US" altLang="en-US" dirty="0"/>
                  <a:t>Attributes that entity can have</a:t>
                </a:r>
                <a:endParaRPr lang="en-US" altLang="en-US" dirty="0"/>
              </a:p>
              <a:p>
                <a:r>
                  <a:rPr lang="en-US" altLang="en-US" sz="3600" dirty="0"/>
                  <a:t>“</a:t>
                </a:r>
                <a:r>
                  <a:rPr lang="en-US" altLang="en-US" sz="3600" dirty="0">
                    <a:hlinkClick r:id="rId4"/>
                  </a:rPr>
                  <a:t>Entity (E) model</a:t>
                </a:r>
                <a:r>
                  <a:rPr lang="en-US" altLang="en-US" sz="3600" dirty="0"/>
                  <a:t>” included a form of </a:t>
                </a:r>
                <a:r>
                  <a:rPr lang="en-US" altLang="en-US" sz="3600" dirty="0" err="1"/>
                  <a:t>arg</a:t>
                </a:r>
                <a:r>
                  <a:rPr lang="en-US" altLang="en-US" sz="3600" dirty="0"/>
                  <a:t> type checking</a:t>
                </a:r>
                <a:endParaRPr lang="en-US" altLang="en-US" sz="3600" dirty="0"/>
              </a:p>
              <a:p>
                <a:pPr lvl="1"/>
                <a:r>
                  <a:rPr lang="en-US" altLang="en-US" sz="3600" dirty="0"/>
                  <a:t>Each entity </a:t>
                </a:r>
                <a14:m>
                  <m:oMath xmlns:m="http://schemas.openxmlformats.org/officeDocument/2006/math">
                    <m:r>
                      <a:rPr lang="en-US" altLang="en-US" sz="3600" i="1" dirty="0" smtClean="0">
                        <a:latin typeface="Cambria Math" panose="02040503050406030204" pitchFamily="18" charset="0"/>
                      </a:rPr>
                      <m:t>𝑒</m:t>
                    </m:r>
                  </m:oMath>
                </a14:m>
                <a:r>
                  <a:rPr lang="en-US" altLang="en-US" sz="3600" dirty="0"/>
                  <a:t> embedded to vector </a:t>
                </a:r>
                <a14:m>
                  <m:oMath xmlns:m="http://schemas.openxmlformats.org/officeDocument/2006/math">
                    <m:r>
                      <a:rPr lang="en-US" altLang="en-US" sz="3600" b="1" i="1" dirty="0" smtClean="0">
                        <a:latin typeface="Cambria Math" panose="02040503050406030204" pitchFamily="18" charset="0"/>
                      </a:rPr>
                      <m:t>𝒂</m:t>
                    </m:r>
                    <m:r>
                      <a:rPr lang="en-US" altLang="en-US" sz="3600" i="1" baseline="-25000" dirty="0" smtClean="0">
                        <a:latin typeface="Cambria Math" panose="02040503050406030204" pitchFamily="18" charset="0"/>
                      </a:rPr>
                      <m:t>𝑒</m:t>
                    </m:r>
                  </m:oMath>
                </a14:m>
                <a:endParaRPr lang="en-US" altLang="en-US" sz="3600" i="1" baseline="-25000" dirty="0"/>
              </a:p>
              <a:p>
                <a:pPr lvl="1"/>
                <a:r>
                  <a:rPr lang="en-US" altLang="en-US" sz="3600" dirty="0"/>
                  <a:t>Each relation </a:t>
                </a:r>
                <a14:m>
                  <m:oMath xmlns:m="http://schemas.openxmlformats.org/officeDocument/2006/math">
                    <m:r>
                      <a:rPr lang="en-US" altLang="en-US" sz="3600" i="1" dirty="0" smtClean="0">
                        <a:latin typeface="Cambria Math" panose="02040503050406030204" pitchFamily="18" charset="0"/>
                      </a:rPr>
                      <m:t>𝑟</m:t>
                    </m:r>
                  </m:oMath>
                </a14:m>
                <a:r>
                  <a:rPr lang="en-US" altLang="en-US" sz="3600" dirty="0"/>
                  <a:t> embedded to </a:t>
                </a:r>
                <a:r>
                  <a:rPr lang="en-US" altLang="en-US" sz="3600" i="1" dirty="0"/>
                  <a:t>two</a:t>
                </a:r>
                <a:r>
                  <a:rPr lang="en-US" altLang="en-US" sz="3600" dirty="0"/>
                  <a:t> vectors </a:t>
                </a:r>
                <a14:m>
                  <m:oMath xmlns:m="http://schemas.openxmlformats.org/officeDocument/2006/math">
                    <m:sSub>
                      <m:sSubPr>
                        <m:ctrlPr>
                          <a:rPr lang="en-US" altLang="en-US" sz="3600" b="0" i="1" smtClean="0">
                            <a:latin typeface="Cambria Math" panose="02040503050406030204" pitchFamily="18" charset="0"/>
                          </a:rPr>
                        </m:ctrlPr>
                      </m:sSubPr>
                      <m:e>
                        <m:r>
                          <a:rPr lang="en-US" altLang="en-US" sz="3600" b="1" i="1" smtClean="0">
                            <a:latin typeface="Cambria Math" panose="02040503050406030204" pitchFamily="18" charset="0"/>
                          </a:rPr>
                          <m:t>𝒓</m:t>
                        </m:r>
                      </m:e>
                      <m:sub>
                        <m:r>
                          <m:rPr>
                            <m:sty m:val="p"/>
                          </m:rPr>
                          <a:rPr lang="en-US" altLang="en-US" sz="3600" b="0" i="0" smtClean="0">
                            <a:latin typeface="Cambria Math" panose="02040503050406030204" pitchFamily="18" charset="0"/>
                          </a:rPr>
                          <m:t>sub</m:t>
                        </m:r>
                      </m:sub>
                    </m:sSub>
                    <m:r>
                      <a:rPr lang="en-US" altLang="en-US" sz="3600" b="0" i="1" smtClean="0">
                        <a:latin typeface="Cambria Math" panose="02040503050406030204" pitchFamily="18" charset="0"/>
                      </a:rPr>
                      <m:t>,</m:t>
                    </m:r>
                    <m:sSub>
                      <m:sSubPr>
                        <m:ctrlPr>
                          <a:rPr lang="en-US" altLang="en-US" sz="3600" b="0" i="1" smtClean="0">
                            <a:latin typeface="Cambria Math" panose="02040503050406030204" pitchFamily="18" charset="0"/>
                          </a:rPr>
                        </m:ctrlPr>
                      </m:sSubPr>
                      <m:e>
                        <m:r>
                          <a:rPr lang="en-US" altLang="en-US" sz="3600" b="1" i="1" smtClean="0">
                            <a:latin typeface="Cambria Math" panose="02040503050406030204" pitchFamily="18" charset="0"/>
                          </a:rPr>
                          <m:t>𝒓</m:t>
                        </m:r>
                      </m:e>
                      <m:sub>
                        <m:r>
                          <m:rPr>
                            <m:sty m:val="p"/>
                          </m:rPr>
                          <a:rPr lang="en-US" altLang="en-US" sz="3600" b="0" i="0" smtClean="0">
                            <a:latin typeface="Cambria Math" panose="02040503050406030204" pitchFamily="18" charset="0"/>
                          </a:rPr>
                          <m:t>obj</m:t>
                        </m:r>
                      </m:sub>
                    </m:sSub>
                  </m:oMath>
                </a14:m>
                <a:endParaRPr lang="en-US" altLang="en-US" sz="3600" dirty="0"/>
              </a:p>
              <a:p>
                <a:pPr lvl="1"/>
                <a:r>
                  <a:rPr lang="en-US" altLang="en-US" sz="3600" dirty="0"/>
                  <a:t>Fact score </a:t>
                </a:r>
                <a14:m>
                  <m:oMath xmlns:m="http://schemas.openxmlformats.org/officeDocument/2006/math">
                    <m:sSub>
                      <m:sSubPr>
                        <m:ctrlPr>
                          <a:rPr lang="en-US" altLang="en-US" sz="3600" b="0" i="1" smtClean="0">
                            <a:latin typeface="Cambria Math" panose="02040503050406030204" pitchFamily="18" charset="0"/>
                          </a:rPr>
                        </m:ctrlPr>
                      </m:sSubPr>
                      <m:e>
                        <m:r>
                          <a:rPr lang="en-US" altLang="en-US" sz="3600" b="0" i="1" smtClean="0">
                            <a:latin typeface="Cambria Math" panose="02040503050406030204" pitchFamily="18" charset="0"/>
                          </a:rPr>
                          <m:t>𝑓</m:t>
                        </m:r>
                      </m:e>
                      <m:sub>
                        <m:r>
                          <m:rPr>
                            <m:sty m:val="p"/>
                          </m:rPr>
                          <a:rPr lang="en-US" altLang="en-US" sz="3600" b="0" i="0" smtClean="0">
                            <a:latin typeface="Cambria Math" panose="02040503050406030204" pitchFamily="18" charset="0"/>
                          </a:rPr>
                          <m:t>E</m:t>
                        </m:r>
                      </m:sub>
                    </m:sSub>
                    <m:d>
                      <m:dPr>
                        <m:ctrlPr>
                          <a:rPr lang="en-US" altLang="en-US" sz="3600" b="0" i="1" smtClean="0">
                            <a:latin typeface="Cambria Math" panose="02040503050406030204" pitchFamily="18" charset="0"/>
                          </a:rPr>
                        </m:ctrlPr>
                      </m:dPr>
                      <m:e>
                        <m:r>
                          <a:rPr lang="en-US" altLang="en-US" sz="3600" b="0" i="1" smtClean="0">
                            <a:latin typeface="Cambria Math" panose="02040503050406030204" pitchFamily="18" charset="0"/>
                          </a:rPr>
                          <m:t>𝑠</m:t>
                        </m:r>
                        <m:r>
                          <a:rPr lang="en-US" altLang="en-US" sz="3600" b="0" i="1" smtClean="0">
                            <a:latin typeface="Cambria Math" panose="02040503050406030204" pitchFamily="18" charset="0"/>
                          </a:rPr>
                          <m:t>,</m:t>
                        </m:r>
                        <m:r>
                          <a:rPr lang="en-US" altLang="en-US" sz="3600" b="0" i="1" smtClean="0">
                            <a:latin typeface="Cambria Math" panose="02040503050406030204" pitchFamily="18" charset="0"/>
                          </a:rPr>
                          <m:t>𝑟</m:t>
                        </m:r>
                        <m:r>
                          <a:rPr lang="en-US" altLang="en-US" sz="3600" b="0" i="1" smtClean="0">
                            <a:latin typeface="Cambria Math" panose="02040503050406030204" pitchFamily="18" charset="0"/>
                          </a:rPr>
                          <m:t>,</m:t>
                        </m:r>
                        <m:r>
                          <a:rPr lang="en-US" altLang="en-US" sz="3600" b="0" i="1" smtClean="0">
                            <a:latin typeface="Cambria Math" panose="02040503050406030204" pitchFamily="18" charset="0"/>
                          </a:rPr>
                          <m:t>𝑜</m:t>
                        </m:r>
                      </m:e>
                    </m:d>
                    <m:r>
                      <a:rPr lang="en-US" altLang="en-US" sz="3600" b="0" i="1" smtClean="0">
                        <a:latin typeface="Cambria Math" panose="02040503050406030204" pitchFamily="18" charset="0"/>
                      </a:rPr>
                      <m:t>=</m:t>
                    </m:r>
                    <m:sSub>
                      <m:sSubPr>
                        <m:ctrlPr>
                          <a:rPr lang="en-US" altLang="en-US" sz="3600" b="0" i="1" smtClean="0">
                            <a:latin typeface="Cambria Math" panose="02040503050406030204" pitchFamily="18" charset="0"/>
                          </a:rPr>
                        </m:ctrlPr>
                      </m:sSubPr>
                      <m:e>
                        <m:r>
                          <a:rPr lang="en-US" altLang="en-US" sz="3600" b="1" i="1" smtClean="0">
                            <a:latin typeface="Cambria Math" panose="02040503050406030204" pitchFamily="18" charset="0"/>
                          </a:rPr>
                          <m:t>𝒂</m:t>
                        </m:r>
                      </m:e>
                      <m:sub>
                        <m:r>
                          <a:rPr lang="en-US" altLang="en-US" sz="3600" b="0" i="1" smtClean="0">
                            <a:latin typeface="Cambria Math" panose="02040503050406030204" pitchFamily="18" charset="0"/>
                          </a:rPr>
                          <m:t>𝑠</m:t>
                        </m:r>
                      </m:sub>
                    </m:sSub>
                    <m:r>
                      <a:rPr lang="en-US" altLang="en-US" sz="3600" b="0" i="1" smtClean="0">
                        <a:latin typeface="Cambria Math" panose="02040503050406030204" pitchFamily="18" charset="0"/>
                      </a:rPr>
                      <m:t>⋅</m:t>
                    </m:r>
                    <m:sSub>
                      <m:sSubPr>
                        <m:ctrlPr>
                          <a:rPr lang="en-US" altLang="en-US" sz="3600" b="0" i="1" smtClean="0">
                            <a:latin typeface="Cambria Math" panose="02040503050406030204" pitchFamily="18" charset="0"/>
                          </a:rPr>
                        </m:ctrlPr>
                      </m:sSubPr>
                      <m:e>
                        <m:r>
                          <a:rPr lang="en-US" altLang="en-US" sz="3600" b="1" i="1" smtClean="0">
                            <a:latin typeface="Cambria Math" panose="02040503050406030204" pitchFamily="18" charset="0"/>
                          </a:rPr>
                          <m:t>𝒓</m:t>
                        </m:r>
                      </m:e>
                      <m:sub>
                        <m:r>
                          <m:rPr>
                            <m:sty m:val="p"/>
                          </m:rPr>
                          <a:rPr lang="en-US" altLang="en-US" sz="3600" b="0" i="0" smtClean="0">
                            <a:latin typeface="Cambria Math" panose="02040503050406030204" pitchFamily="18" charset="0"/>
                          </a:rPr>
                          <m:t>sub</m:t>
                        </m:r>
                      </m:sub>
                    </m:sSub>
                    <m:r>
                      <a:rPr lang="en-US" altLang="en-US" sz="3600" b="0" i="1" smtClean="0">
                        <a:latin typeface="Cambria Math" panose="02040503050406030204" pitchFamily="18" charset="0"/>
                      </a:rPr>
                      <m:t>+</m:t>
                    </m:r>
                    <m:sSub>
                      <m:sSubPr>
                        <m:ctrlPr>
                          <a:rPr lang="en-US" altLang="en-US" sz="3600" b="0" i="1" smtClean="0">
                            <a:latin typeface="Cambria Math" panose="02040503050406030204" pitchFamily="18" charset="0"/>
                          </a:rPr>
                        </m:ctrlPr>
                      </m:sSubPr>
                      <m:e>
                        <m:r>
                          <a:rPr lang="en-US" altLang="en-US" sz="3600" b="1" i="1" smtClean="0">
                            <a:latin typeface="Cambria Math" panose="02040503050406030204" pitchFamily="18" charset="0"/>
                          </a:rPr>
                          <m:t>𝒂</m:t>
                        </m:r>
                      </m:e>
                      <m:sub>
                        <m:r>
                          <a:rPr lang="en-US" altLang="en-US" sz="3600" b="0" i="1" smtClean="0">
                            <a:latin typeface="Cambria Math" panose="02040503050406030204" pitchFamily="18" charset="0"/>
                          </a:rPr>
                          <m:t>𝑜</m:t>
                        </m:r>
                      </m:sub>
                    </m:sSub>
                    <m:r>
                      <a:rPr lang="en-US" altLang="en-US" sz="3600" b="0" i="1" smtClean="0">
                        <a:latin typeface="Cambria Math" panose="02040503050406030204" pitchFamily="18" charset="0"/>
                      </a:rPr>
                      <m:t>⋅</m:t>
                    </m:r>
                    <m:sSub>
                      <m:sSubPr>
                        <m:ctrlPr>
                          <a:rPr lang="en-US" altLang="en-US" sz="3600" b="0" i="1" smtClean="0">
                            <a:latin typeface="Cambria Math" panose="02040503050406030204" pitchFamily="18" charset="0"/>
                          </a:rPr>
                        </m:ctrlPr>
                      </m:sSubPr>
                      <m:e>
                        <m:r>
                          <a:rPr lang="en-US" altLang="en-US" sz="3600" b="1" i="1" smtClean="0">
                            <a:latin typeface="Cambria Math" panose="02040503050406030204" pitchFamily="18" charset="0"/>
                          </a:rPr>
                          <m:t>𝒓</m:t>
                        </m:r>
                      </m:e>
                      <m:sub>
                        <m:r>
                          <m:rPr>
                            <m:sty m:val="p"/>
                          </m:rPr>
                          <a:rPr lang="en-US" altLang="en-US" sz="3600" b="0" i="0" smtClean="0">
                            <a:latin typeface="Cambria Math" panose="02040503050406030204" pitchFamily="18" charset="0"/>
                          </a:rPr>
                          <m:t>obj</m:t>
                        </m:r>
                      </m:sub>
                    </m:sSub>
                  </m:oMath>
                </a14:m>
                <a:endParaRPr lang="en-US" altLang="en-US" sz="3600" dirty="0"/>
              </a:p>
            </p:txBody>
          </p:sp>
        </mc:Choice>
        <mc:Fallback>
          <p:sp>
            <p:nvSpPr>
              <p:cNvPr id="5" name="Content Placeholder 4"/>
              <p:cNvSpPr>
                <a:spLocks noRot="1" noChangeAspect="1" noMove="1" noResize="1" noEditPoints="1" noAdjustHandles="1" noChangeArrowheads="1" noChangeShapeType="1" noTextEdit="1"/>
              </p:cNvSpPr>
              <p:nvPr>
                <p:ph idx="1"/>
              </p:nvPr>
            </p:nvSpPr>
            <p:spPr>
              <a:blipFill rotWithShape="1">
                <a:blip r:embed="rId5"/>
                <a:stretch>
                  <a:fillRect t="-1965" b="6"/>
                </a:stretch>
              </a:blipFill>
            </p:spPr>
            <p:txBody>
              <a:bodyPr/>
              <a:lstStyle/>
              <a:p>
                <a:r>
                  <a:rPr lang="en-US" altLang="en-US">
                    <a:noFill/>
                  </a:rPr>
                  <a:t> </a:t>
                </a:r>
              </a:p>
            </p:txBody>
          </p:sp>
        </mc:Fallback>
      </mc:AlternateContent>
      <mc:AlternateContent xmlns:mc="http://schemas.openxmlformats.org/markup-compatibility/2006" xmlns:p14="http://schemas.microsoft.com/office/powerpoint/2010/main">
        <mc:Choice Requires="p14">
          <p:contentPart r:id="rId6" p14:bwMode="auto">
            <p14:nvContentPartPr>
              <p14:cNvPr id="2" name="Ink 1"/>
              <p14:cNvContentPartPr/>
              <p14:nvPr/>
            </p14:nvContentPartPr>
            <p14:xfrm>
              <a:off x="1811520" y="6139800"/>
              <a:ext cx="8334360" cy="566280"/>
            </p14:xfrm>
          </p:contentPart>
        </mc:Choice>
        <mc:Fallback xmlns="">
          <p:pic>
            <p:nvPicPr>
              <p:cNvPr id="2" name="Ink 1"/>
            </p:nvPicPr>
            <p:blipFill>
              <a:blip r:embed="rId7"/>
            </p:blipFill>
            <p:spPr>
              <a:xfrm>
                <a:off x="1811520" y="6139800"/>
                <a:ext cx="8334360" cy="566280"/>
              </a:xfrm>
              <a:prstGeom prst="rect"/>
            </p:spPr>
          </p:pic>
        </mc:Fallback>
      </mc:AlternateContent>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Does KGC model types?</a:t>
            </a:r>
            <a:endParaRPr lang="en-US" dirty="0"/>
          </a:p>
        </p:txBody>
      </p:sp>
      <p:sp>
        <p:nvSpPr>
          <p:cNvPr id="7" name="Content Placeholder 6"/>
          <p:cNvSpPr>
            <a:spLocks noGrp="1"/>
          </p:cNvSpPr>
          <p:nvPr>
            <p:ph idx="1"/>
          </p:nvPr>
        </p:nvSpPr>
        <p:spPr/>
        <p:txBody>
          <a:bodyPr>
            <a:normAutofit/>
          </a:bodyPr>
          <a:lstStyle/>
          <a:p>
            <a:r>
              <a:rPr lang="en-US" dirty="0"/>
              <a:t>When best KG completion methods fail, they often highly rank entities of absurdly incorrect types</a:t>
            </a:r>
            <a:endParaRPr lang="en-US" dirty="0"/>
          </a:p>
          <a:p>
            <a:r>
              <a:rPr lang="en-US"/>
              <a:t>OTOH, every </a:t>
            </a:r>
            <a:r>
              <a:rPr lang="en-US" dirty="0"/>
              <a:t>column in a relational table constrains acceptable types </a:t>
            </a:r>
            <a:r>
              <a:rPr lang="en-US" dirty="0">
                <a:sym typeface="Symbol" panose="05050102010706020507" pitchFamily="18" charset="2"/>
              </a:rPr>
              <a:t> may also help here</a:t>
            </a:r>
            <a:endParaRPr lang="en-US" dirty="0"/>
          </a:p>
        </p:txBody>
      </p:sp>
      <p:graphicFrame>
        <p:nvGraphicFramePr>
          <p:cNvPr id="9" name="Group 165"/>
          <p:cNvGraphicFramePr>
            <a:graphicFrameLocks noGrp="1"/>
          </p:cNvGraphicFramePr>
          <p:nvPr>
            <p:ph sz="half" idx="4294967295"/>
          </p:nvPr>
        </p:nvGraphicFramePr>
        <p:xfrm>
          <a:off x="0" y="3231515"/>
          <a:ext cx="11582400" cy="3275330"/>
        </p:xfrm>
        <a:graphic>
          <a:graphicData uri="http://schemas.openxmlformats.org/drawingml/2006/table">
            <a:tbl>
              <a:tblPr/>
              <a:tblGrid>
                <a:gridCol w="2607733"/>
                <a:gridCol w="1761067"/>
                <a:gridCol w="1964267"/>
                <a:gridCol w="2302933"/>
                <a:gridCol w="2946400"/>
              </a:tblGrid>
              <a:tr h="527050">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1"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Subject s</a:t>
                      </a:r>
                      <a:endParaRPr kumimoji="0" lang="en-US" altLang="en-US" sz="1800" b="1"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Relation r</a:t>
                      </a:r>
                      <a:endParaRPr kumimoji="0" lang="en-US" altLang="en-US" sz="18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1"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Gold object o</a:t>
                      </a:r>
                      <a:endParaRPr kumimoji="0" lang="en-US" altLang="en-US" sz="1800" b="1"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Prediction o1</a:t>
                      </a:r>
                      <a:endParaRPr kumimoji="0" lang="en-US" altLang="en-US" sz="18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Prediction o2</a:t>
                      </a:r>
                      <a:endParaRPr kumimoji="0" lang="en-US" altLang="en-US" sz="18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7050">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Howard Leslie Shore</a:t>
                      </a:r>
                      <a:endPar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Follows-religion</a:t>
                      </a:r>
                      <a:endPar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Jewism</a:t>
                      </a:r>
                      <a:endPar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Walk Hard (film)</a:t>
                      </a:r>
                      <a:endPar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21 Jump St (film)</a:t>
                      </a:r>
                      <a:endPar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527050">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Spyglass Entertainment</a:t>
                      </a:r>
                      <a:endPar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HQ-located-in</a:t>
                      </a:r>
                      <a:endPar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El Lay (location)</a:t>
                      </a:r>
                      <a:endPar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The Real World (TV)</a:t>
                      </a:r>
                      <a:endPar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Contraband (film)</a:t>
                      </a:r>
                      <a:endPar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527050">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Les </a:t>
                      </a:r>
                      <a:r>
                        <a:rPr kumimoji="0" lang="en-US" altLang="en-US" sz="1800" b="0" i="0" u="none" strike="noStrike" cap="none" normalizeH="0" baseline="0" dirty="0" err="1">
                          <a:ln>
                            <a:noFill/>
                          </a:ln>
                          <a:solidFill>
                            <a:schemeClr val="tx1"/>
                          </a:solidFill>
                          <a:effectLst/>
                          <a:latin typeface="Helvetica" panose="020B0604020202020204" pitchFamily="34" charset="0"/>
                          <a:cs typeface="Times New Roman" panose="02020603050405020304" pitchFamily="18" charset="0"/>
                        </a:rPr>
                        <a:t>Fradkin</a:t>
                      </a:r>
                      <a:endPar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Born-in-location</a:t>
                      </a:r>
                      <a:endPar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New York</a:t>
                      </a:r>
                      <a:endPar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Federico Fellini</a:t>
                      </a:r>
                      <a:endPar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Louie de Palma</a:t>
                      </a:r>
                      <a:endPar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527050">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Gene Hackman</a:t>
                      </a:r>
                      <a:endPar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Studied-topic</a:t>
                      </a:r>
                      <a:endPar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Rural Journalism</a:t>
                      </a:r>
                      <a:endPar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Loudon Wainwright</a:t>
                      </a:r>
                      <a:endPar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Bourne Legacy (film)</a:t>
                      </a:r>
                      <a:endPar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527050">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Chief Phillips (film)</a:t>
                      </a:r>
                      <a:endPar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Released-in-loc</a:t>
                      </a:r>
                      <a:endPar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Yankee land (loc)</a:t>
                      </a:r>
                      <a:endPar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Akira Isida (person)</a:t>
                      </a:r>
                      <a:endParaRPr kumimoji="0" lang="en-US" altLang="en-US" sz="18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Medal of Freedom (award)</a:t>
                      </a:r>
                      <a:endParaRPr kumimoji="0" lang="en-US" altLang="en-US" sz="18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80" marR="812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CC"/>
                    </a:solidFill>
                  </a:tcPr>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Disentangling </a:t>
            </a:r>
            <a:r>
              <a:rPr lang="en-US" dirty="0">
                <a:hlinkClick r:id="rId1"/>
              </a:rPr>
              <a:t>type check</a:t>
            </a:r>
            <a:r>
              <a:rPr lang="en-US" dirty="0"/>
              <a:t> info</a:t>
            </a:r>
            <a:endParaRPr lang="en-US" dirty="0"/>
          </a:p>
        </p:txBody>
      </p:sp>
      <mc:AlternateContent xmlns:mc="http://schemas.openxmlformats.org/markup-compatibility/2006">
        <mc:Choice xmlns:a14="http://schemas.microsoft.com/office/drawing/2010/main" Requires="a14">
          <p:sp>
            <p:nvSpPr>
              <p:cNvPr id="28" name="Content Placeholder 27"/>
              <p:cNvSpPr>
                <a:spLocks noGrp="1"/>
              </p:cNvSpPr>
              <p:nvPr>
                <p:ph sz="half" idx="1"/>
              </p:nvPr>
            </p:nvSpPr>
            <p:spPr/>
            <p:txBody>
              <a:bodyPr>
                <a:normAutofit/>
              </a:bodyPr>
              <a:lstStyle/>
              <a:p>
                <a:r>
                  <a:rPr lang="en-US" dirty="0"/>
                  <a:t>Each relation has two type-checking sub-vectors and regular vector</a:t>
                </a:r>
                <a:endParaRPr lang="en-US" dirty="0"/>
              </a:p>
              <a:p>
                <a:r>
                  <a:rPr lang="en-US" dirty="0"/>
                  <a:t>Each entity has a type-checking sub-vector and a “residual” vector</a:t>
                </a:r>
                <a:endParaRPr lang="en-US" dirty="0"/>
              </a:p>
              <a:p>
                <a:r>
                  <a:rPr lang="en-US" dirty="0"/>
                  <a:t>Overall fact score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𝑜</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𝒂</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1" i="1" smtClean="0">
                            <a:latin typeface="Cambria Math" panose="02040503050406030204" pitchFamily="18" charset="0"/>
                          </a:rPr>
                          <m:t>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𝒂</m:t>
                            </m:r>
                          </m:e>
                          <m:sub>
                            <m:r>
                              <a:rPr lang="en-US" b="0" i="1" smtClean="0">
                                <a:latin typeface="Cambria Math" panose="02040503050406030204" pitchFamily="18" charset="0"/>
                              </a:rPr>
                              <m:t>𝑜</m:t>
                            </m:r>
                          </m:sub>
                        </m:sSub>
                      </m:e>
                    </m:d>
                  </m:oMath>
                </a14:m>
                <a:br>
                  <a:rPr lang="en-US"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m:rPr>
                          <m:sty m:val="p"/>
                        </m:rPr>
                        <a:rPr lang="en-US" b="0" i="0" smtClean="0">
                          <a:effectLst>
                            <a:glow rad="139700">
                              <a:schemeClr val="accent1">
                                <a:satMod val="175000"/>
                                <a:alpha val="40000"/>
                              </a:schemeClr>
                            </a:glow>
                          </a:effectLst>
                          <a:latin typeface="Cambria Math" panose="02040503050406030204" pitchFamily="18" charset="0"/>
                        </a:rPr>
                        <m:t>TS</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𝒓</m:t>
                              </m:r>
                            </m:e>
                            <m:sub>
                              <m:r>
                                <m:rPr>
                                  <m:sty m:val="p"/>
                                </m:rPr>
                                <a:rPr lang="en-US" b="0" i="0" smtClean="0">
                                  <a:latin typeface="Cambria Math" panose="02040503050406030204" pitchFamily="18" charset="0"/>
                                </a:rPr>
                                <m:t>sub</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𝒖</m:t>
                              </m:r>
                            </m:e>
                            <m:sub>
                              <m:r>
                                <a:rPr lang="en-US" b="0" i="1" smtClean="0">
                                  <a:latin typeface="Cambria Math" panose="02040503050406030204" pitchFamily="18" charset="0"/>
                                </a:rPr>
                                <m:t>𝑠</m:t>
                              </m:r>
                            </m:sub>
                          </m:sSub>
                        </m:e>
                      </m:d>
                      <m:r>
                        <a:rPr lang="en-US" b="0" i="1" smtClean="0">
                          <a:latin typeface="Cambria Math" panose="02040503050406030204" pitchFamily="18" charset="0"/>
                        </a:rPr>
                        <m:t> </m:t>
                      </m:r>
                      <m:r>
                        <m:rPr>
                          <m:sty m:val="p"/>
                        </m:rPr>
                        <a:rPr lang="en-US" b="0" i="0" smtClean="0">
                          <a:effectLst>
                            <a:glow rad="139700">
                              <a:schemeClr val="accent1">
                                <a:satMod val="175000"/>
                                <a:alpha val="40000"/>
                              </a:schemeClr>
                            </a:glow>
                          </a:effectLst>
                          <a:latin typeface="Cambria Math" panose="02040503050406030204" pitchFamily="18" charset="0"/>
                        </a:rPr>
                        <m:t>TO</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𝒓</m:t>
                          </m:r>
                        </m:e>
                        <m:sub>
                          <m:r>
                            <m:rPr>
                              <m:sty m:val="p"/>
                            </m:rPr>
                            <a:rPr lang="en-US" b="0" i="0" smtClean="0">
                              <a:latin typeface="Cambria Math" panose="02040503050406030204" pitchFamily="18" charset="0"/>
                            </a:rPr>
                            <m:t>obj</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𝒖</m:t>
                          </m:r>
                        </m:e>
                        <m:sub>
                          <m:r>
                            <a:rPr lang="en-US" b="0" i="1" smtClean="0">
                              <a:latin typeface="Cambria Math" panose="02040503050406030204" pitchFamily="18" charset="0"/>
                            </a:rPr>
                            <m:t>𝑜</m:t>
                          </m:r>
                        </m:sub>
                      </m:sSub>
                      <m:r>
                        <a:rPr lang="en-US" b="0" i="1" smtClean="0">
                          <a:latin typeface="Cambria Math" panose="02040503050406030204" pitchFamily="18" charset="0"/>
                        </a:rPr>
                        <m:t>)</m:t>
                      </m:r>
                    </m:oMath>
                  </m:oMathPara>
                </a14:m>
                <a:endParaRPr lang="en-US" dirty="0"/>
              </a:p>
            </p:txBody>
          </p:sp>
        </mc:Choice>
        <mc:Fallback>
          <p:sp>
            <p:nvSpPr>
              <p:cNvPr id="28" name="Content Placeholder 27"/>
              <p:cNvSpPr>
                <a:spLocks noRot="1" noChangeAspect="1" noMove="1" noResize="1" noEditPoints="1" noAdjustHandles="1" noChangeArrowheads="1" noChangeShapeType="1" noTextEdit="1"/>
              </p:cNvSpPr>
              <p:nvPr>
                <p:ph sz="half" idx="1"/>
              </p:nvPr>
            </p:nvSpPr>
            <p:spPr>
              <a:blipFill rotWithShape="1">
                <a:blip r:embed="rId2"/>
                <a:stretch>
                  <a:fillRect t="-11" b="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graphicFrame>
            <p:nvGraphicFramePr>
              <p:cNvPr id="6" name="Group 7"/>
              <p:cNvGraphicFramePr>
                <a:graphicFrameLocks noGrp="1"/>
              </p:cNvGraphicFramePr>
              <p:nvPr/>
            </p:nvGraphicFramePr>
            <p:xfrm>
              <a:off x="6096000" y="1981200"/>
              <a:ext cx="838200" cy="3352800"/>
            </p:xfrm>
            <a:graphic>
              <a:graphicData uri="http://schemas.openxmlformats.org/drawingml/2006/table">
                <a:tbl>
                  <a:tblPr/>
                  <a:tblGrid>
                    <a:gridCol w="838200"/>
                  </a:tblGrid>
                  <a:tr h="762000">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14:m>
                            <m:oMathPara xmlns:m="http://schemas.openxmlformats.org/officeDocument/2006/math">
                              <m:oMathParaPr>
                                <m:jc m:val="centerGroup"/>
                              </m:oMathParaPr>
                              <m:oMath xmlns:m="http://schemas.openxmlformats.org/officeDocument/2006/math">
                                <m:sSub>
                                  <m:sSubPr>
                                    <m:ctrlPr>
                                      <a:rPr kumimoji="0" lang="en-US" altLang="en-US" sz="2800" b="1"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ctrlPr>
                                  </m:sSubPr>
                                  <m:e>
                                    <m:r>
                                      <a:rPr kumimoji="0" lang="en-US" altLang="en-US" sz="2800" b="1"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𝒓</m:t>
                                    </m:r>
                                  </m:e>
                                  <m:sub>
                                    <m:r>
                                      <m:rPr>
                                        <m:sty m:val="p"/>
                                      </m:rPr>
                                      <a:rPr kumimoji="0" lang="en-US" altLang="en-US" sz="2800" b="0" i="0"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sub</m:t>
                                    </m:r>
                                  </m:sub>
                                </m:sSub>
                              </m:oMath>
                            </m:oMathPara>
                          </a14:m>
                          <a:endParaRPr kumimoji="0" lang="en-US" altLang="en-US" sz="2800" b="0" i="1" u="none" strike="noStrike" cap="none" normalizeH="0" baseline="-25000" dirty="0">
                            <a:ln>
                              <a:noFill/>
                            </a:ln>
                            <a:solidFill>
                              <a:schemeClr val="tx1"/>
                            </a:solidFill>
                            <a:effectLst/>
                            <a:latin typeface="Helvetica" panose="020B0604020202020204" pitchFamily="34" charset="0"/>
                            <a:cs typeface="Times New Roman" panose="02020603050405020304" pitchFamily="18" charset="0"/>
                          </a:endParaRP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99"/>
                        </a:solidFill>
                      </a:tcPr>
                    </a:tc>
                  </a:tr>
                  <a:tr h="1905000">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kumimoji="0" lang="en-US" altLang="en-US" sz="2800" b="1"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𝒓</m:t>
                                </m:r>
                              </m:oMath>
                            </m:oMathPara>
                          </a14:m>
                          <a:endParaRPr kumimoji="0" lang="en-US" altLang="en-US" sz="2800" b="0" i="1" u="none" strike="noStrike" cap="none" normalizeH="0" baseline="-25000" dirty="0">
                            <a:ln>
                              <a:noFill/>
                            </a:ln>
                            <a:solidFill>
                              <a:schemeClr val="tx1"/>
                            </a:solidFill>
                            <a:effectLst/>
                            <a:latin typeface="Helvetica" panose="020B0604020202020204" pitchFamily="34" charset="0"/>
                            <a:cs typeface="Times New Roman" panose="02020603050405020304" pitchFamily="18" charset="0"/>
                          </a:endParaRP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5800">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14:m>
                            <m:oMathPara xmlns:m="http://schemas.openxmlformats.org/officeDocument/2006/math">
                              <m:oMathParaPr>
                                <m:jc m:val="centerGroup"/>
                              </m:oMathParaPr>
                              <m:oMath xmlns:m="http://schemas.openxmlformats.org/officeDocument/2006/math">
                                <m:sSub>
                                  <m:sSubPr>
                                    <m:ctrlPr>
                                      <a:rPr kumimoji="0" lang="en-US" altLang="en-US" sz="2800" b="1"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ctrlPr>
                                  </m:sSubPr>
                                  <m:e>
                                    <m:r>
                                      <a:rPr kumimoji="0" lang="en-US" altLang="en-US" sz="2800" b="1"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𝒓</m:t>
                                    </m:r>
                                  </m:e>
                                  <m:sub>
                                    <m:r>
                                      <m:rPr>
                                        <m:sty m:val="p"/>
                                      </m:rPr>
                                      <a:rPr kumimoji="0" lang="en-US" altLang="en-US" sz="2800" b="0" i="0"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obj</m:t>
                                    </m:r>
                                  </m:sub>
                                </m:sSub>
                              </m:oMath>
                            </m:oMathPara>
                          </a14:m>
                          <a:endParaRPr kumimoji="0" lang="en-US" altLang="en-US" sz="2800" b="0" i="1" u="none" strike="noStrike" cap="none" normalizeH="0" baseline="-25000" dirty="0">
                            <a:ln>
                              <a:noFill/>
                            </a:ln>
                            <a:solidFill>
                              <a:schemeClr val="tx1"/>
                            </a:solidFill>
                            <a:effectLst/>
                            <a:latin typeface="Helvetica" panose="020B0604020202020204" pitchFamily="34" charset="0"/>
                            <a:cs typeface="Times New Roman" panose="02020603050405020304" pitchFamily="18" charset="0"/>
                          </a:endParaRP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99"/>
                        </a:solidFill>
                      </a:tcPr>
                    </a:tc>
                  </a:tr>
                </a:tbl>
              </a:graphicData>
            </a:graphic>
          </p:graphicFrame>
        </mc:Choice>
        <mc:Fallback xmlns="">
          <p:graphicFrame>
            <p:nvGraphicFramePr>
              <p:cNvPr id="6" name="Group 7"/>
              <p:cNvGraphicFramePr>
                <a:graphicFrameLocks noGrp="1"/>
              </p:cNvGraphicFramePr>
              <p:nvPr/>
            </p:nvGraphicFramePr>
            <p:xfrm>
              <a:off x="6096000" y="1981200"/>
              <a:ext cx="838200" cy="3352800"/>
            </p:xfrm>
            <a:graphic>
              <a:graphicData uri="http://schemas.openxmlformats.org/drawingml/2006/table">
                <a:tbl>
                  <a:tblPr/>
                  <a:tblGrid>
                    <a:gridCol w="838200"/>
                  </a:tblGrid>
                  <a:tr h="762000">
                    <a:tc>
                      <a:txBody>
                        <a:bodyPr/>
                        <a:lstStyle/>
                        <a:p>
                          <a:endParaRPr lang="en-US"/>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blipFill>
                      </a:tcPr>
                    </a:tc>
                  </a:tr>
                  <a:tr h="1905000">
                    <a:tc>
                      <a:txBody>
                        <a:bodyPr/>
                        <a:lstStyle/>
                        <a:p>
                          <a:endParaRPr lang="en-US"/>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blipFill>
                      </a:tcPr>
                    </a:tc>
                  </a:tr>
                  <a:tr h="685800">
                    <a:tc>
                      <a:txBody>
                        <a:bodyPr/>
                        <a:lstStyle/>
                        <a:p>
                          <a:endParaRPr lang="en-US"/>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3"/>
                        </a:blip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7" name="Group 17"/>
              <p:cNvGraphicFramePr/>
              <p:nvPr/>
            </p:nvGraphicFramePr>
            <p:xfrm>
              <a:off x="7543800" y="2362201"/>
              <a:ext cx="2743200" cy="727075"/>
            </p:xfrm>
            <a:graphic>
              <a:graphicData uri="http://schemas.openxmlformats.org/drawingml/2006/table">
                <a:tbl>
                  <a:tblPr/>
                  <a:tblGrid>
                    <a:gridCol w="838200"/>
                    <a:gridCol w="1905000"/>
                  </a:tblGrid>
                  <a:tr h="727075">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kumimoji="0" lang="en-US" altLang="en-US" sz="2800" b="1"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𝒖</m:t>
                                </m:r>
                                <m:r>
                                  <a:rPr kumimoji="0" lang="en-US" altLang="en-US" sz="2800" b="0" i="1" u="none" strike="noStrike" cap="none" normalizeH="0" baseline="-25000" dirty="0">
                                    <a:ln>
                                      <a:noFill/>
                                    </a:ln>
                                    <a:solidFill>
                                      <a:schemeClr val="tx1"/>
                                    </a:solidFill>
                                    <a:effectLst/>
                                    <a:latin typeface="Cambria Math" panose="02040503050406030204" pitchFamily="18" charset="0"/>
                                    <a:cs typeface="Times New Roman" panose="02020603050405020304" pitchFamily="18" charset="0"/>
                                  </a:rPr>
                                  <m:t>𝑠</m:t>
                                </m:r>
                              </m:oMath>
                            </m:oMathPara>
                          </a14:m>
                          <a:endParaRPr kumimoji="0" lang="en-US" altLang="en-US" sz="2800" b="0" i="1" u="none" strike="noStrike" cap="none" normalizeH="0" baseline="-25000" dirty="0">
                            <a:ln>
                              <a:noFill/>
                            </a:ln>
                            <a:solidFill>
                              <a:schemeClr val="tx1"/>
                            </a:solidFill>
                            <a:effectLst/>
                            <a:latin typeface="Helvetica" panose="020B0604020202020204" pitchFamily="34" charset="0"/>
                            <a:cs typeface="Times New Roman" panose="02020603050405020304" pitchFamily="18"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99"/>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kumimoji="0" lang="en-US" altLang="en-US" sz="2800" b="1"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𝒂</m:t>
                                </m:r>
                                <m:r>
                                  <a:rPr kumimoji="0" lang="en-US" altLang="en-US" sz="2800" b="0" i="1" u="none" strike="noStrike" cap="none" normalizeH="0" baseline="-25000" dirty="0">
                                    <a:ln>
                                      <a:noFill/>
                                    </a:ln>
                                    <a:solidFill>
                                      <a:schemeClr val="tx1"/>
                                    </a:solidFill>
                                    <a:effectLst/>
                                    <a:latin typeface="Cambria Math" panose="02040503050406030204" pitchFamily="18" charset="0"/>
                                    <a:cs typeface="Times New Roman" panose="02020603050405020304" pitchFamily="18" charset="0"/>
                                  </a:rPr>
                                  <m:t>𝑠</m:t>
                                </m:r>
                              </m:oMath>
                            </m:oMathPara>
                          </a14:m>
                          <a:endParaRPr kumimoji="0" lang="en-US" altLang="en-US" sz="2800" b="0" i="1" u="none" strike="noStrike" cap="none" normalizeH="0" baseline="-25000" dirty="0">
                            <a:ln>
                              <a:noFill/>
                            </a:ln>
                            <a:solidFill>
                              <a:schemeClr val="tx1"/>
                            </a:solidFill>
                            <a:effectLst/>
                            <a:latin typeface="Helvetica" panose="020B0604020202020204" pitchFamily="34" charset="0"/>
                            <a:cs typeface="Times New Roman" panose="02020603050405020304" pitchFamily="18"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7" name="Group 17"/>
              <p:cNvGraphicFramePr/>
              <p:nvPr/>
            </p:nvGraphicFramePr>
            <p:xfrm>
              <a:off x="7543800" y="2362201"/>
              <a:ext cx="2743200" cy="727075"/>
            </p:xfrm>
            <a:graphic>
              <a:graphicData uri="http://schemas.openxmlformats.org/drawingml/2006/table">
                <a:tbl>
                  <a:tblPr/>
                  <a:tblGrid>
                    <a:gridCol w="838200"/>
                    <a:gridCol w="1905000"/>
                  </a:tblGrid>
                  <a:tr h="727075">
                    <a:tc>
                      <a:txBody>
                        <a:bodyPr/>
                        <a:lstStyle/>
                        <a:p>
                          <a:endParaRPr lang="en-US"/>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4"/>
                        </a:blipFill>
                      </a:tcPr>
                    </a:tc>
                    <a:tc>
                      <a:txBody>
                        <a:bodyPr/>
                        <a:lstStyle/>
                        <a:p>
                          <a:endParaRPr lang="en-US"/>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4"/>
                        </a:blip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8" name="Group 25"/>
              <p:cNvGraphicFramePr>
                <a:graphicFrameLocks noGrp="1"/>
              </p:cNvGraphicFramePr>
              <p:nvPr/>
            </p:nvGraphicFramePr>
            <p:xfrm>
              <a:off x="7543800" y="4302126"/>
              <a:ext cx="2743200" cy="727075"/>
            </p:xfrm>
            <a:graphic>
              <a:graphicData uri="http://schemas.openxmlformats.org/drawingml/2006/table">
                <a:tbl>
                  <a:tblPr/>
                  <a:tblGrid>
                    <a:gridCol w="838200"/>
                    <a:gridCol w="1905000"/>
                  </a:tblGrid>
                  <a:tr h="727075">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kumimoji="0" lang="en-US" altLang="en-US" sz="2800" b="1"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𝒖</m:t>
                                </m:r>
                                <m:r>
                                  <a:rPr kumimoji="0" lang="en-US" altLang="en-US" sz="2800" b="0" i="1" u="none" strike="noStrike" cap="none" normalizeH="0" baseline="-25000" dirty="0" err="1">
                                    <a:ln>
                                      <a:noFill/>
                                    </a:ln>
                                    <a:solidFill>
                                      <a:schemeClr val="tx1"/>
                                    </a:solidFill>
                                    <a:effectLst/>
                                    <a:latin typeface="Cambria Math" panose="02040503050406030204" pitchFamily="18" charset="0"/>
                                    <a:cs typeface="Times New Roman" panose="02020603050405020304" pitchFamily="18" charset="0"/>
                                  </a:rPr>
                                  <m:t>𝑜</m:t>
                                </m:r>
                              </m:oMath>
                            </m:oMathPara>
                          </a14:m>
                          <a:endParaRPr kumimoji="0" lang="en-US" altLang="en-US" sz="2800" b="0" i="1" u="none" strike="noStrike" cap="none" normalizeH="0" baseline="-25000" dirty="0">
                            <a:ln>
                              <a:noFill/>
                            </a:ln>
                            <a:solidFill>
                              <a:schemeClr val="tx1"/>
                            </a:solidFill>
                            <a:effectLst/>
                            <a:latin typeface="Helvetica" panose="020B0604020202020204" pitchFamily="34" charset="0"/>
                            <a:cs typeface="Times New Roman" panose="02020603050405020304" pitchFamily="18"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99"/>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kumimoji="0" lang="en-US" altLang="en-US" sz="2800" b="1"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𝒂</m:t>
                                </m:r>
                                <m:r>
                                  <a:rPr kumimoji="0" lang="en-US" altLang="en-US" sz="2800" b="0" i="1" u="none" strike="noStrike" cap="none" normalizeH="0" baseline="-25000" dirty="0" err="1">
                                    <a:ln>
                                      <a:noFill/>
                                    </a:ln>
                                    <a:solidFill>
                                      <a:schemeClr val="tx1"/>
                                    </a:solidFill>
                                    <a:effectLst/>
                                    <a:latin typeface="Cambria Math" panose="02040503050406030204" pitchFamily="18" charset="0"/>
                                    <a:cs typeface="Times New Roman" panose="02020603050405020304" pitchFamily="18" charset="0"/>
                                  </a:rPr>
                                  <m:t>𝑜</m:t>
                                </m:r>
                              </m:oMath>
                            </m:oMathPara>
                          </a14:m>
                          <a:endParaRPr kumimoji="0" lang="en-US" altLang="en-US" sz="2800" b="0" i="1" u="none" strike="noStrike" cap="none" normalizeH="0" baseline="-25000" dirty="0">
                            <a:ln>
                              <a:noFill/>
                            </a:ln>
                            <a:solidFill>
                              <a:schemeClr val="tx1"/>
                            </a:solidFill>
                            <a:effectLst/>
                            <a:latin typeface="Helvetica" panose="020B0604020202020204" pitchFamily="34" charset="0"/>
                            <a:cs typeface="Times New Roman" panose="02020603050405020304" pitchFamily="18"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8" name="Group 25"/>
              <p:cNvGraphicFramePr>
                <a:graphicFrameLocks noGrp="1"/>
              </p:cNvGraphicFramePr>
              <p:nvPr/>
            </p:nvGraphicFramePr>
            <p:xfrm>
              <a:off x="7543800" y="4302126"/>
              <a:ext cx="2743200" cy="727075"/>
            </p:xfrm>
            <a:graphic>
              <a:graphicData uri="http://schemas.openxmlformats.org/drawingml/2006/table">
                <a:tbl>
                  <a:tblPr/>
                  <a:tblGrid>
                    <a:gridCol w="838200"/>
                    <a:gridCol w="1905000"/>
                  </a:tblGrid>
                  <a:tr h="727075">
                    <a:tc>
                      <a:txBody>
                        <a:bodyPr/>
                        <a:lstStyle/>
                        <a:p>
                          <a:endParaRPr lang="en-US"/>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5"/>
                        </a:blipFill>
                      </a:tcPr>
                    </a:tc>
                    <a:tc>
                      <a:txBody>
                        <a:bodyPr/>
                        <a:lstStyle/>
                        <a:p>
                          <a:endParaRPr lang="en-US"/>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5"/>
                        </a:blipFill>
                      </a:tcPr>
                    </a:tc>
                  </a:tr>
                </a:tbl>
              </a:graphicData>
            </a:graphic>
          </p:graphicFrame>
        </mc:Fallback>
      </mc:AlternateContent>
      <mc:AlternateContent xmlns:mc="http://schemas.openxmlformats.org/markup-compatibility/2006">
        <mc:Choice xmlns:a14="http://schemas.microsoft.com/office/drawing/2010/main" Requires="a14">
          <p:sp>
            <p:nvSpPr>
              <p:cNvPr id="9" name="Rectangle 33"/>
              <p:cNvSpPr>
                <a:spLocks noChangeArrowheads="1"/>
              </p:cNvSpPr>
              <p:nvPr/>
            </p:nvSpPr>
            <p:spPr bwMode="auto">
              <a:xfrm>
                <a:off x="10058400" y="3352800"/>
                <a:ext cx="685800" cy="685800"/>
              </a:xfrm>
              <a:prstGeom prst="rect">
                <a:avLst/>
              </a:prstGeom>
              <a:noFill/>
              <a:ln w="38100">
                <a:solidFill>
                  <a:schemeClr val="tx1"/>
                </a:solidFill>
                <a:miter lim="800000"/>
              </a:ln>
              <a:effec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pPr algn="ctr"/>
                <a14:m>
                  <m:oMathPara xmlns:m="http://schemas.openxmlformats.org/officeDocument/2006/math">
                    <m:oMathParaPr>
                      <m:jc m:val="centerGroup"/>
                    </m:oMathParaPr>
                    <m:oMath xmlns:m="http://schemas.openxmlformats.org/officeDocument/2006/math">
                      <m:r>
                        <a:rPr lang="en-US" altLang="en-US" sz="2800" i="1" dirty="0" smtClean="0">
                          <a:latin typeface="Cambria Math" panose="02040503050406030204" pitchFamily="18" charset="0"/>
                        </a:rPr>
                        <m:t>𝑓</m:t>
                      </m:r>
                    </m:oMath>
                  </m:oMathPara>
                </a14:m>
                <a:endParaRPr lang="en-US" altLang="en-US" sz="2800" baseline="-25000" dirty="0"/>
              </a:p>
            </p:txBody>
          </p:sp>
        </mc:Choice>
        <mc:Fallback>
          <p:sp>
            <p:nvSpPr>
              <p:cNvPr id="9" name="Rectangle 33"/>
              <p:cNvSpPr>
                <a:spLocks noRot="1" noChangeAspect="1" noMove="1" noResize="1" noEditPoints="1" noAdjustHandles="1" noChangeArrowheads="1" noChangeShapeType="1" noTextEdit="1"/>
              </p:cNvSpPr>
              <p:nvPr/>
            </p:nvSpPr>
            <p:spPr bwMode="auto">
              <a:xfrm>
                <a:off x="10058400" y="3352800"/>
                <a:ext cx="685800" cy="685800"/>
              </a:xfrm>
              <a:prstGeom prst="rect">
                <a:avLst/>
              </a:prstGeom>
              <a:blipFill rotWithShape="1">
                <a:blip r:embed="rId6"/>
                <a:stretch>
                  <a:fillRect l="-2778" t="-2778" r="-2778" b="-2778"/>
                </a:stretch>
              </a:blipFill>
              <a:ln w="38100">
                <a:solidFill>
                  <a:schemeClr val="tx1"/>
                </a:solidFill>
                <a:miter lim="800000"/>
              </a:ln>
              <a:effectLst/>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0" name="Rectangle 34"/>
              <p:cNvSpPr>
                <a:spLocks noChangeArrowheads="1"/>
              </p:cNvSpPr>
              <p:nvPr/>
            </p:nvSpPr>
            <p:spPr bwMode="auto">
              <a:xfrm>
                <a:off x="11201400" y="3352800"/>
                <a:ext cx="685800" cy="6858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pPr algn="ctr"/>
                <a14:m>
                  <m:oMathPara xmlns:m="http://schemas.openxmlformats.org/officeDocument/2006/math">
                    <m:oMathParaPr>
                      <m:jc m:val="centerGroup"/>
                    </m:oMathParaPr>
                    <m:oMath xmlns:m="http://schemas.openxmlformats.org/officeDocument/2006/math">
                      <m:r>
                        <a:rPr lang="en-US" altLang="en-US" sz="2800" i="1" dirty="0" smtClean="0">
                          <a:latin typeface="Cambria Math" panose="02040503050406030204" pitchFamily="18" charset="0"/>
                        </a:rPr>
                        <m:t>𝑓</m:t>
                      </m:r>
                      <m:r>
                        <a:rPr lang="en-US" altLang="en-US" sz="2800" b="0" i="1" dirty="0" smtClean="0">
                          <a:latin typeface="Cambria Math" panose="02040503050406030204" pitchFamily="18" charset="0"/>
                        </a:rPr>
                        <m:t>′</m:t>
                      </m:r>
                    </m:oMath>
                  </m:oMathPara>
                </a14:m>
                <a:endParaRPr lang="en-US" altLang="en-US" sz="2800" i="1" dirty="0">
                  <a:latin typeface="Helvetica" panose="020B0604020202020204" pitchFamily="34" charset="0"/>
                </a:endParaRPr>
              </a:p>
            </p:txBody>
          </p:sp>
        </mc:Choice>
        <mc:Fallback>
          <p:sp>
            <p:nvSpPr>
              <p:cNvPr id="10" name="Rectangle 34"/>
              <p:cNvSpPr>
                <a:spLocks noRot="1" noChangeAspect="1" noMove="1" noResize="1" noEditPoints="1" noAdjustHandles="1" noChangeArrowheads="1" noChangeShapeType="1" noTextEdit="1"/>
              </p:cNvSpPr>
              <p:nvPr/>
            </p:nvSpPr>
            <p:spPr bwMode="auto">
              <a:xfrm>
                <a:off x="11201400" y="3352800"/>
                <a:ext cx="685800" cy="685800"/>
              </a:xfrm>
              <a:prstGeom prst="rect">
                <a:avLst/>
              </a:prstGeom>
              <a:blipFill rotWithShape="1">
                <a:blip r:embed="rId7"/>
                <a:stretch>
                  <a:fillRect l="-741" t="-741" r="-648" b="-648"/>
                </a:stretch>
              </a:bli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noFill/>
                  </a:rPr>
                  <a:t> </a:t>
                </a:r>
              </a:p>
            </p:txBody>
          </p:sp>
        </mc:Fallback>
      </mc:AlternateContent>
      <p:sp>
        <p:nvSpPr>
          <p:cNvPr id="11" name="Rectangle 35"/>
          <p:cNvSpPr>
            <a:spLocks noChangeArrowheads="1"/>
          </p:cNvSpPr>
          <p:nvPr/>
        </p:nvSpPr>
        <p:spPr bwMode="auto">
          <a:xfrm>
            <a:off x="8382000" y="1219200"/>
            <a:ext cx="685800" cy="6858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pPr algn="ctr"/>
            <a:r>
              <a:rPr lang="en-US" altLang="en-US" sz="2800">
                <a:latin typeface="Helvetica" panose="020B0604020202020204" pitchFamily="34" charset="0"/>
              </a:rPr>
              <a:t>TS</a:t>
            </a:r>
            <a:endParaRPr lang="en-US" altLang="en-US" sz="2800">
              <a:latin typeface="Helvetica" panose="020B0604020202020204" pitchFamily="34" charset="0"/>
            </a:endParaRPr>
          </a:p>
        </p:txBody>
      </p:sp>
      <p:sp>
        <p:nvSpPr>
          <p:cNvPr id="12" name="Rectangle 36"/>
          <p:cNvSpPr>
            <a:spLocks noChangeArrowheads="1"/>
          </p:cNvSpPr>
          <p:nvPr/>
        </p:nvSpPr>
        <p:spPr bwMode="auto">
          <a:xfrm>
            <a:off x="8382000" y="5562600"/>
            <a:ext cx="685800" cy="68580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pPr algn="ctr"/>
            <a:r>
              <a:rPr lang="en-US" altLang="en-US" sz="2800">
                <a:latin typeface="Helvetica" panose="020B0604020202020204" pitchFamily="34" charset="0"/>
              </a:rPr>
              <a:t>TO</a:t>
            </a:r>
            <a:endParaRPr lang="en-US" altLang="en-US" sz="2800">
              <a:latin typeface="Helvetica" panose="020B0604020202020204" pitchFamily="34" charset="0"/>
            </a:endParaRPr>
          </a:p>
        </p:txBody>
      </p:sp>
      <p:cxnSp>
        <p:nvCxnSpPr>
          <p:cNvPr id="13" name="AutoShape 37"/>
          <p:cNvCxnSpPr>
            <a:cxnSpLocks noChangeShapeType="1"/>
            <a:endCxn id="11" idx="1"/>
          </p:cNvCxnSpPr>
          <p:nvPr/>
        </p:nvCxnSpPr>
        <p:spPr bwMode="auto">
          <a:xfrm rot="16200000">
            <a:off x="7772400" y="1752600"/>
            <a:ext cx="800100" cy="419100"/>
          </a:xfrm>
          <a:prstGeom prst="curvedConnector2">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38"/>
          <p:cNvCxnSpPr>
            <a:cxnSpLocks noChangeShapeType="1"/>
            <a:endCxn id="11" idx="1"/>
          </p:cNvCxnSpPr>
          <p:nvPr/>
        </p:nvCxnSpPr>
        <p:spPr bwMode="auto">
          <a:xfrm flipV="1">
            <a:off x="6934200" y="1562100"/>
            <a:ext cx="1447800" cy="800100"/>
          </a:xfrm>
          <a:prstGeom prst="curvedConnector3">
            <a:avLst>
              <a:gd name="adj1" fmla="val 50000"/>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40"/>
          <p:cNvCxnSpPr>
            <a:cxnSpLocks noChangeShapeType="1"/>
            <a:stCxn id="12" idx="3"/>
            <a:endCxn id="10" idx="2"/>
          </p:cNvCxnSpPr>
          <p:nvPr/>
        </p:nvCxnSpPr>
        <p:spPr bwMode="auto">
          <a:xfrm flipV="1">
            <a:off x="9067800" y="4038600"/>
            <a:ext cx="2476500" cy="1866900"/>
          </a:xfrm>
          <a:prstGeom prst="curvedConnector2">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41"/>
          <p:cNvCxnSpPr>
            <a:cxnSpLocks noChangeShapeType="1"/>
            <a:endCxn id="12" idx="1"/>
          </p:cNvCxnSpPr>
          <p:nvPr/>
        </p:nvCxnSpPr>
        <p:spPr bwMode="auto">
          <a:xfrm>
            <a:off x="6934200" y="4991100"/>
            <a:ext cx="1447800" cy="914400"/>
          </a:xfrm>
          <a:prstGeom prst="curvedConnector3">
            <a:avLst>
              <a:gd name="adj1" fmla="val 50000"/>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AutoShape 42"/>
          <p:cNvCxnSpPr>
            <a:cxnSpLocks noChangeShapeType="1"/>
            <a:endCxn id="12" idx="1"/>
          </p:cNvCxnSpPr>
          <p:nvPr/>
        </p:nvCxnSpPr>
        <p:spPr bwMode="auto">
          <a:xfrm rot="16200000" flipH="1">
            <a:off x="7734300" y="5257800"/>
            <a:ext cx="876300" cy="419100"/>
          </a:xfrm>
          <a:prstGeom prst="curvedConnector2">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43"/>
          <p:cNvCxnSpPr>
            <a:cxnSpLocks noChangeShapeType="1"/>
            <a:endCxn id="9" idx="1"/>
          </p:cNvCxnSpPr>
          <p:nvPr/>
        </p:nvCxnSpPr>
        <p:spPr bwMode="auto">
          <a:xfrm>
            <a:off x="6934200" y="3695700"/>
            <a:ext cx="3124200"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44"/>
          <p:cNvCxnSpPr>
            <a:cxnSpLocks noChangeShapeType="1"/>
            <a:endCxn id="9" idx="1"/>
          </p:cNvCxnSpPr>
          <p:nvPr/>
        </p:nvCxnSpPr>
        <p:spPr bwMode="auto">
          <a:xfrm rot="16200000" flipH="1">
            <a:off x="9393238" y="3030538"/>
            <a:ext cx="606425" cy="723900"/>
          </a:xfrm>
          <a:prstGeom prst="curvedConnector2">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45"/>
          <p:cNvCxnSpPr>
            <a:cxnSpLocks noChangeShapeType="1"/>
            <a:endCxn id="9" idx="1"/>
          </p:cNvCxnSpPr>
          <p:nvPr/>
        </p:nvCxnSpPr>
        <p:spPr bwMode="auto">
          <a:xfrm rot="16200000">
            <a:off x="9393238" y="3636963"/>
            <a:ext cx="606425" cy="723900"/>
          </a:xfrm>
          <a:prstGeom prst="curvedConnector2">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AutoShape 46"/>
          <p:cNvCxnSpPr>
            <a:cxnSpLocks noChangeShapeType="1"/>
            <a:stCxn id="9" idx="3"/>
            <a:endCxn id="10" idx="1"/>
          </p:cNvCxnSpPr>
          <p:nvPr/>
        </p:nvCxnSpPr>
        <p:spPr bwMode="auto">
          <a:xfrm>
            <a:off x="10744200" y="3695700"/>
            <a:ext cx="457200"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Line 47"/>
          <p:cNvSpPr>
            <a:spLocks noChangeShapeType="1"/>
          </p:cNvSpPr>
          <p:nvPr/>
        </p:nvSpPr>
        <p:spPr bwMode="auto">
          <a:xfrm>
            <a:off x="11887200" y="3660775"/>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endParaRPr lang="en-US" sz="2130"/>
          </a:p>
        </p:txBody>
      </p:sp>
      <p:sp>
        <p:nvSpPr>
          <p:cNvPr id="24" name="Text Box 48"/>
          <p:cNvSpPr txBox="1">
            <a:spLocks noChangeArrowheads="1"/>
          </p:cNvSpPr>
          <p:nvPr/>
        </p:nvSpPr>
        <p:spPr bwMode="auto">
          <a:xfrm>
            <a:off x="10203967" y="1300860"/>
            <a:ext cx="1862137" cy="826751"/>
          </a:xfrm>
          <a:prstGeom prst="wedgeRoundRectCallout">
            <a:avLst>
              <a:gd name="adj1" fmla="val -106883"/>
              <a:gd name="adj2" fmla="val -701"/>
              <a:gd name="adj3" fmla="val 16667"/>
            </a:avLst>
          </a:prstGeom>
          <a:solidFill>
            <a:schemeClr val="accent4">
              <a:lumMod val="20000"/>
              <a:lumOff val="80000"/>
            </a:schemeClr>
          </a:solidFill>
          <a:ln>
            <a:noFill/>
          </a:ln>
          <a:effectLst/>
        </p:spPr>
        <p:txBody>
          <a:bodyPr wrap="square">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pPr algn="r"/>
            <a:r>
              <a:rPr lang="en-US" altLang="en-US" sz="2130" dirty="0">
                <a:latin typeface="Helvetica" panose="020B0604020202020204" pitchFamily="34" charset="0"/>
              </a:rPr>
              <a:t>Subject type</a:t>
            </a:r>
            <a:br>
              <a:rPr lang="en-US" altLang="en-US" sz="2130" dirty="0">
                <a:latin typeface="Helvetica" panose="020B0604020202020204" pitchFamily="34" charset="0"/>
              </a:rPr>
            </a:br>
            <a:r>
              <a:rPr lang="en-US" altLang="en-US" sz="2130" dirty="0">
                <a:latin typeface="Helvetica" panose="020B0604020202020204" pitchFamily="34" charset="0"/>
              </a:rPr>
              <a:t>checker</a:t>
            </a:r>
            <a:endParaRPr lang="en-US" altLang="en-US" sz="2130" dirty="0">
              <a:latin typeface="Helvetica" panose="020B0604020202020204" pitchFamily="34" charset="0"/>
            </a:endParaRPr>
          </a:p>
        </p:txBody>
      </p:sp>
      <p:sp>
        <p:nvSpPr>
          <p:cNvPr id="26" name="Text Box 50"/>
          <p:cNvSpPr txBox="1">
            <a:spLocks noChangeArrowheads="1"/>
          </p:cNvSpPr>
          <p:nvPr/>
        </p:nvSpPr>
        <p:spPr bwMode="auto">
          <a:xfrm>
            <a:off x="9982200" y="5943601"/>
            <a:ext cx="1912938" cy="826751"/>
          </a:xfrm>
          <a:prstGeom prst="wedgeRoundRectCallout">
            <a:avLst>
              <a:gd name="adj1" fmla="val -87299"/>
              <a:gd name="adj2" fmla="val -30195"/>
              <a:gd name="adj3" fmla="val 16667"/>
            </a:avLst>
          </a:prstGeom>
          <a:solidFill>
            <a:schemeClr val="accent4">
              <a:lumMod val="20000"/>
              <a:lumOff val="80000"/>
            </a:schemeClr>
          </a:solidFill>
          <a:ln>
            <a:noFill/>
          </a:ln>
          <a:effectLst/>
        </p:spPr>
        <p:txBody>
          <a:bodyPr wrap="square">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pPr algn="r"/>
            <a:r>
              <a:rPr lang="en-US" altLang="en-US" sz="2130" dirty="0">
                <a:latin typeface="Helvetica" panose="020B0604020202020204" pitchFamily="34" charset="0"/>
              </a:rPr>
              <a:t>Object</a:t>
            </a:r>
            <a:br>
              <a:rPr lang="en-US" altLang="en-US" sz="2130" dirty="0">
                <a:latin typeface="Helvetica" panose="020B0604020202020204" pitchFamily="34" charset="0"/>
              </a:rPr>
            </a:br>
            <a:r>
              <a:rPr lang="en-US" altLang="en-US" sz="2130" dirty="0">
                <a:latin typeface="Helvetica" panose="020B0604020202020204" pitchFamily="34" charset="0"/>
              </a:rPr>
              <a:t>type checker</a:t>
            </a:r>
            <a:endParaRPr lang="en-US" altLang="en-US" sz="2130" dirty="0">
              <a:latin typeface="Helvetica" panose="020B0604020202020204" pitchFamily="34" charset="0"/>
            </a:endParaRPr>
          </a:p>
        </p:txBody>
      </p:sp>
      <p:cxnSp>
        <p:nvCxnSpPr>
          <p:cNvPr id="15" name="AutoShape 39"/>
          <p:cNvCxnSpPr>
            <a:cxnSpLocks noChangeShapeType="1"/>
            <a:stCxn id="11" idx="3"/>
            <a:endCxn id="10" idx="0"/>
          </p:cNvCxnSpPr>
          <p:nvPr/>
        </p:nvCxnSpPr>
        <p:spPr bwMode="auto">
          <a:xfrm>
            <a:off x="9067800" y="1562100"/>
            <a:ext cx="2476500" cy="1790700"/>
          </a:xfrm>
          <a:prstGeom prst="curvedConnector2">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p14="http://schemas.microsoft.com/office/powerpoint/2010/main">
        <mc:Choice Requires="p14">
          <p:contentPart r:id="rId8" p14:bwMode="auto">
            <p14:nvContentPartPr>
              <p14:cNvPr id="2" name="Ink 1"/>
              <p14:cNvContentPartPr/>
              <p14:nvPr/>
            </p14:nvContentPartPr>
            <p14:xfrm>
              <a:off x="7598160" y="2085840"/>
              <a:ext cx="2560680" cy="3292200"/>
            </p14:xfrm>
          </p:contentPart>
        </mc:Choice>
        <mc:Fallback xmlns="">
          <p:pic>
            <p:nvPicPr>
              <p:cNvPr id="2" name="Ink 1"/>
            </p:nvPicPr>
            <p:blipFill>
              <a:blip r:embed="rId9"/>
            </p:blipFill>
            <p:spPr>
              <a:xfrm>
                <a:off x="7598160" y="2085840"/>
                <a:ext cx="2560680" cy="329220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1" grpId="0" bldLvl="0" animBg="1"/>
      <p:bldP spid="12" grpId="0" bldLvl="0" animBg="1"/>
      <p:bldP spid="24" grpId="0" bldLvl="0" animBg="1"/>
      <p:bldP spid="26"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4" name="Rectangle 4"/>
          <p:cNvSpPr>
            <a:spLocks noGrp="1" noChangeArrowheads="1"/>
          </p:cNvSpPr>
          <p:nvPr>
            <p:ph type="title"/>
          </p:nvPr>
        </p:nvSpPr>
        <p:spPr/>
        <p:txBody>
          <a:bodyPr>
            <a:norm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5400" dirty="0">
                <a:solidFill>
                  <a:schemeClr val="accent1"/>
                </a:solidFill>
                <a:latin typeface="+mj-lt"/>
              </a:rPr>
              <a:t>KB completion results</a:t>
            </a:r>
            <a:endParaRPr lang="en-US" altLang="en-US" sz="5400" dirty="0">
              <a:solidFill>
                <a:schemeClr val="accent1"/>
              </a:solidFill>
              <a:latin typeface="+mj-lt"/>
            </a:endParaRPr>
          </a:p>
        </p:txBody>
      </p:sp>
      <p:graphicFrame>
        <p:nvGraphicFramePr>
          <p:cNvPr id="102547" name="Group 147"/>
          <p:cNvGraphicFramePr>
            <a:graphicFrameLocks noGrp="1"/>
          </p:cNvGraphicFramePr>
          <p:nvPr>
            <p:ph sz="half" idx="1"/>
          </p:nvPr>
        </p:nvGraphicFramePr>
        <p:xfrm>
          <a:off x="271463" y="947165"/>
          <a:ext cx="11649078" cy="2377440"/>
        </p:xfrm>
        <a:graphic>
          <a:graphicData uri="http://schemas.openxmlformats.org/drawingml/2006/table">
            <a:tbl>
              <a:tblPr/>
              <a:tblGrid>
                <a:gridCol w="1165192"/>
                <a:gridCol w="1057329"/>
                <a:gridCol w="1149580"/>
                <a:gridCol w="1287247"/>
                <a:gridCol w="1011913"/>
                <a:gridCol w="1149580"/>
                <a:gridCol w="1334082"/>
                <a:gridCol w="965078"/>
                <a:gridCol w="1226218"/>
                <a:gridCol w="1302859"/>
              </a:tblGrid>
              <a:tr h="395288">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Model</a:t>
                      </a:r>
                      <a:endParaRPr kumimoji="0" lang="en-US" altLang="en-US" sz="2000" b="1"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FB15k</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gridSpan="3">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FB15k237</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gridSpan="3">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YAGO3-10</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r>
              <a:tr h="395288">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MathJax_Main" pitchFamily="50" charset="0"/>
                          <a:cs typeface="Times New Roman" panose="02020603050405020304" pitchFamily="18" charset="0"/>
                        </a:rPr>
                        <a:t>↓</a:t>
                      </a:r>
                      <a:endParaRPr kumimoji="0" lang="en-US" altLang="en-US" sz="2000" b="0" i="0" u="none" strike="noStrike" cap="none" normalizeH="0" baseline="0">
                        <a:ln>
                          <a:noFill/>
                        </a:ln>
                        <a:solidFill>
                          <a:schemeClr val="tx1"/>
                        </a:solidFill>
                        <a:effectLst/>
                        <a:latin typeface="MathJax_Main" pitchFamily="50" charset="0"/>
                        <a:cs typeface="Times New Roman" panose="02020603050405020304" pitchFamily="18" charset="0"/>
                      </a:endParaRPr>
                    </a:p>
                  </a:txBody>
                  <a:tcPr marL="81748" marR="817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MRR</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HITS@1</a:t>
                      </a:r>
                      <a:endParaRPr kumimoji="0" lang="en-US" altLang="en-US" sz="2000" b="1"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HITS@10</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MRR</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HITS@1</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HITS@10</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MRR</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HITS@1</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HITS@10</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5288">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DM</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67.47</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56.52</a:t>
                      </a:r>
                      <a:endParaRPr kumimoji="0" lang="en-US" altLang="en-US" sz="20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84.86</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37.21</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27.43</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56.12</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55.31</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46.80</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70.76</a:t>
                      </a:r>
                      <a:endParaRPr kumimoji="0" lang="en-US" altLang="en-US" sz="20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395288">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TypeDM</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75.01</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66.07</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87.92</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38.70</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29.30</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57.36</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58.16</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51.36</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70.08</a:t>
                      </a:r>
                      <a:endParaRPr kumimoji="0" lang="en-US" altLang="en-US" sz="20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395288">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CX</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70.50</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61.00</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86.09</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37.58</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26.97</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55.98</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54.86</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46.90</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69.08</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395288">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TypeCX</a:t>
                      </a:r>
                      <a:endParaRPr kumimoji="0" lang="en-US" altLang="en-US" sz="20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99"/>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75.44</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99"/>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66.32</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99"/>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88.51</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99"/>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38.93</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99"/>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29.57</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99"/>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57.50</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99"/>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58.65</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99"/>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51.62</a:t>
                      </a:r>
                      <a:endParaRPr kumimoji="0" lang="en-US" altLang="en-US" sz="20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99"/>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0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70.42</a:t>
                      </a:r>
                      <a:endParaRPr kumimoji="0" lang="en-US" altLang="en-US" sz="20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748" marR="8174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99"/>
                    </a:solidFill>
                  </a:tcPr>
                </a:tc>
              </a:tr>
            </a:tbl>
          </a:graphicData>
        </a:graphic>
      </p:graphicFrame>
      <p:sp>
        <p:nvSpPr>
          <p:cNvPr id="102406" name="Rectangle 6"/>
          <p:cNvSpPr>
            <a:spLocks noGrp="1" noChangeArrowheads="1"/>
          </p:cNvSpPr>
          <p:nvPr>
            <p:ph sz="half" idx="2"/>
          </p:nvPr>
        </p:nvSpPr>
        <p:spPr>
          <a:xfrm>
            <a:off x="924560" y="3619500"/>
            <a:ext cx="10429240" cy="2557780"/>
          </a:xfrm>
        </p:spPr>
        <p:txBody>
          <a:bodyPr>
            <a:normAutofit fontScale="90000"/>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4400" dirty="0">
                <a:latin typeface="+mn-lt"/>
              </a:rPr>
              <a:t>Balanced number of parameters 3M real, 6M complex</a:t>
            </a:r>
            <a:endParaRPr lang="en-US" altLang="en-US" sz="4400" dirty="0">
              <a:latin typeface="+mn-lt"/>
            </a:endParaRPr>
          </a:p>
          <a:p>
            <a:r>
              <a:rPr lang="en-US" altLang="en-US" sz="4400" dirty="0">
                <a:latin typeface="+mn-lt"/>
              </a:rPr>
              <a:t>Broadly DM &lt; </a:t>
            </a:r>
            <a:r>
              <a:rPr lang="en-US" altLang="en-US" sz="4400" dirty="0" err="1">
                <a:latin typeface="+mn-lt"/>
              </a:rPr>
              <a:t>TypeDM</a:t>
            </a:r>
            <a:r>
              <a:rPr lang="en-US" altLang="en-US" sz="4400" dirty="0">
                <a:latin typeface="+mn-lt"/>
              </a:rPr>
              <a:t>, CX &lt; </a:t>
            </a:r>
            <a:r>
              <a:rPr lang="en-US" altLang="en-US" sz="4400" dirty="0" err="1">
                <a:latin typeface="+mn-lt"/>
              </a:rPr>
              <a:t>TypeCX</a:t>
            </a:r>
            <a:endParaRPr lang="en-US" altLang="en-US" sz="4400" dirty="0">
              <a:latin typeface="+mn-lt"/>
            </a:endParaRPr>
          </a:p>
          <a:p>
            <a:r>
              <a:rPr lang="en-US" altLang="en-US" sz="4400" i="1" dirty="0">
                <a:latin typeface="+mn-lt"/>
              </a:rPr>
              <a:t>Are typed variants learning to abstract type info?</a:t>
            </a:r>
            <a:endParaRPr lang="en-US" altLang="en-US" sz="4400" i="1" dirty="0">
              <a:latin typeface="+mn-lt"/>
            </a:endParaRPr>
          </a:p>
        </p:txBody>
      </p:sp>
      <p:sp>
        <p:nvSpPr>
          <p:cNvPr id="2" name="Slide Number Placeholder 1"/>
          <p:cNvSpPr>
            <a:spLocks noGrp="1"/>
          </p:cNvSpPr>
          <p:nvPr>
            <p:ph type="sldNum" sz="quarter" idx="12"/>
          </p:nvPr>
        </p:nvSpPr>
        <p:spPr/>
        <p:txBody>
          <a:bodyPr/>
          <a:lstStyle/>
          <a:p>
            <a:fld id="{8D32F96E-7AFE-4058-94CB-A02B52DD60B1}" type="slidenum">
              <a:rPr lang="en-US" altLang="en-US" smtClean="0"/>
            </a:fld>
            <a:endParaRPr lang="en-US"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8" name="Rectangle 4"/>
          <p:cNvSpPr>
            <a:spLocks noGrp="1" noChangeArrowheads="1"/>
          </p:cNvSpPr>
          <p:nvPr>
            <p:ph type="title"/>
          </p:nvPr>
        </p:nvSpPr>
        <p:spPr/>
        <p:txBody>
          <a:bodyPr>
            <a:no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4800" b="1" dirty="0">
                <a:solidFill>
                  <a:schemeClr val="accent1"/>
                </a:solidFill>
                <a:latin typeface="+mj-lt"/>
              </a:rPr>
              <a:t>Clustering parts of entity embeddings</a:t>
            </a:r>
            <a:endParaRPr lang="en-US" altLang="en-US" sz="4800" b="1" dirty="0">
              <a:solidFill>
                <a:schemeClr val="accent1"/>
              </a:solidFill>
              <a:latin typeface="+mj-lt"/>
            </a:endParaRPr>
          </a:p>
        </p:txBody>
      </p:sp>
      <p:sp>
        <p:nvSpPr>
          <p:cNvPr id="113669" name="Rectangle 5"/>
          <p:cNvSpPr>
            <a:spLocks noGrp="1" noChangeArrowheads="1"/>
          </p:cNvSpPr>
          <p:nvPr>
            <p:ph type="body" sz="half" idx="1"/>
          </p:nvPr>
        </p:nvSpPr>
        <p:spPr>
          <a:xfrm>
            <a:off x="304799" y="914400"/>
            <a:ext cx="5513390" cy="5715001"/>
          </a:xfrm>
        </p:spPr>
        <p:txBody>
          <a:bodyPr>
            <a:norm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pPr>
              <a:lnSpc>
                <a:spcPct val="90000"/>
              </a:lnSpc>
            </a:pPr>
            <a:r>
              <a:rPr lang="en-US" altLang="en-US" sz="3600" dirty="0">
                <a:solidFill>
                  <a:schemeClr val="accent2"/>
                </a:solidFill>
                <a:latin typeface="+mn-lt"/>
              </a:rPr>
              <a:t>Per</a:t>
            </a:r>
            <a:r>
              <a:rPr lang="en-US" altLang="en-US" sz="3600" dirty="0">
                <a:latin typeface="+mn-lt"/>
              </a:rPr>
              <a:t>, </a:t>
            </a:r>
            <a:r>
              <a:rPr lang="en-US" altLang="en-US" sz="3600" dirty="0" err="1">
                <a:solidFill>
                  <a:srgbClr val="008000"/>
                </a:solidFill>
                <a:latin typeface="+mn-lt"/>
              </a:rPr>
              <a:t>loc</a:t>
            </a:r>
            <a:r>
              <a:rPr lang="en-US" altLang="en-US" sz="3600" dirty="0">
                <a:latin typeface="+mn-lt"/>
              </a:rPr>
              <a:t>, </a:t>
            </a:r>
            <a:r>
              <a:rPr lang="en-US" altLang="en-US" sz="3600" dirty="0">
                <a:solidFill>
                  <a:srgbClr val="FF0000"/>
                </a:solidFill>
                <a:latin typeface="+mn-lt"/>
              </a:rPr>
              <a:t>org</a:t>
            </a:r>
            <a:r>
              <a:rPr lang="en-US" altLang="en-US" sz="3600" dirty="0">
                <a:latin typeface="+mn-lt"/>
              </a:rPr>
              <a:t>, </a:t>
            </a:r>
            <a:r>
              <a:rPr lang="en-US" altLang="en-US" sz="3600" dirty="0">
                <a:solidFill>
                  <a:srgbClr val="FF9900"/>
                </a:solidFill>
                <a:latin typeface="+mn-lt"/>
              </a:rPr>
              <a:t>film</a:t>
            </a:r>
            <a:r>
              <a:rPr lang="en-US" altLang="en-US" sz="3600" dirty="0">
                <a:latin typeface="+mn-lt"/>
              </a:rPr>
              <a:t>, sports</a:t>
            </a:r>
            <a:endParaRPr lang="en-US" altLang="en-US" sz="3600" dirty="0">
              <a:latin typeface="+mn-lt"/>
            </a:endParaRPr>
          </a:p>
          <a:p>
            <a:pPr lvl="2">
              <a:lnSpc>
                <a:spcPct val="90000"/>
              </a:lnSpc>
            </a:pPr>
            <a:r>
              <a:rPr lang="en-US" altLang="en-US" sz="2800" dirty="0">
                <a:latin typeface="+mn-lt"/>
              </a:rPr>
              <a:t>85% of FB15k entities</a:t>
            </a:r>
            <a:endParaRPr lang="en-US" altLang="en-US" sz="2800" dirty="0">
              <a:latin typeface="+mn-lt"/>
            </a:endParaRPr>
          </a:p>
          <a:p>
            <a:pPr>
              <a:lnSpc>
                <a:spcPct val="90000"/>
              </a:lnSpc>
            </a:pPr>
            <a:r>
              <a:rPr lang="en-US" altLang="en-US" sz="3600" dirty="0">
                <a:latin typeface="+mn-lt"/>
              </a:rPr>
              <a:t>2d PCA projections</a:t>
            </a:r>
            <a:endParaRPr lang="en-US" altLang="en-US" sz="3600" dirty="0">
              <a:latin typeface="+mn-lt"/>
            </a:endParaRPr>
          </a:p>
          <a:p>
            <a:pPr>
              <a:lnSpc>
                <a:spcPct val="90000"/>
              </a:lnSpc>
            </a:pPr>
            <a:r>
              <a:rPr lang="en-US" altLang="en-US" sz="3600" dirty="0">
                <a:latin typeface="+mn-lt"/>
              </a:rPr>
              <a:t>Type not revealed when </a:t>
            </a:r>
            <a:r>
              <a:rPr lang="en-US" altLang="en-US" sz="3200" dirty="0">
                <a:latin typeface="+mn-lt"/>
              </a:rPr>
              <a:t>training</a:t>
            </a:r>
            <a:r>
              <a:rPr lang="en-US" altLang="en-US" sz="3600" dirty="0">
                <a:latin typeface="+mn-lt"/>
              </a:rPr>
              <a:t> </a:t>
            </a:r>
            <a:r>
              <a:rPr lang="en-US" altLang="en-US" sz="3600" dirty="0" err="1">
                <a:latin typeface="+mn-lt"/>
              </a:rPr>
              <a:t>TypeDM</a:t>
            </a:r>
            <a:r>
              <a:rPr lang="en-US" altLang="en-US" sz="3600" dirty="0">
                <a:latin typeface="+mn-lt"/>
              </a:rPr>
              <a:t>, </a:t>
            </a:r>
            <a:r>
              <a:rPr lang="en-US" altLang="en-US" sz="3600" dirty="0" err="1">
                <a:latin typeface="+mn-lt"/>
              </a:rPr>
              <a:t>TypeCX</a:t>
            </a:r>
            <a:endParaRPr lang="en-US" altLang="en-US" sz="3600" dirty="0">
              <a:latin typeface="+mn-lt"/>
            </a:endParaRPr>
          </a:p>
          <a:p>
            <a:pPr>
              <a:lnSpc>
                <a:spcPct val="90000"/>
              </a:lnSpc>
            </a:pPr>
            <a:r>
              <a:rPr lang="en-US" altLang="en-US" sz="3600" dirty="0">
                <a:latin typeface="+mn-lt"/>
              </a:rPr>
              <a:t>DM </a:t>
            </a:r>
            <a:r>
              <a:rPr lang="en-US" altLang="en-US" sz="3600" b="1" i="1" dirty="0">
                <a:latin typeface="+mn-lt"/>
              </a:rPr>
              <a:t>a</a:t>
            </a:r>
            <a:r>
              <a:rPr lang="en-US" altLang="en-US" sz="3600" i="1" baseline="-25000" dirty="0">
                <a:latin typeface="+mn-lt"/>
              </a:rPr>
              <a:t>e</a:t>
            </a:r>
            <a:r>
              <a:rPr lang="en-US" altLang="en-US" sz="3600" dirty="0">
                <a:latin typeface="+mn-lt"/>
              </a:rPr>
              <a:t> show diffused types</a:t>
            </a:r>
            <a:endParaRPr lang="en-US" altLang="en-US" sz="3600" dirty="0">
              <a:latin typeface="+mn-lt"/>
            </a:endParaRPr>
          </a:p>
          <a:p>
            <a:pPr>
              <a:lnSpc>
                <a:spcPct val="90000"/>
              </a:lnSpc>
            </a:pPr>
            <a:r>
              <a:rPr lang="en-US" altLang="en-US" sz="3600" dirty="0" err="1">
                <a:latin typeface="+mn-lt"/>
              </a:rPr>
              <a:t>TypeDM</a:t>
            </a:r>
            <a:r>
              <a:rPr lang="en-US" altLang="en-US" sz="3600" dirty="0">
                <a:latin typeface="+mn-lt"/>
              </a:rPr>
              <a:t> </a:t>
            </a:r>
            <a:r>
              <a:rPr lang="en-US" altLang="en-US" sz="3600" b="1" i="1" dirty="0">
                <a:latin typeface="+mn-lt"/>
              </a:rPr>
              <a:t>a</a:t>
            </a:r>
            <a:r>
              <a:rPr lang="en-US" altLang="en-US" sz="3600" i="1" baseline="-25000" dirty="0">
                <a:latin typeface="+mn-lt"/>
              </a:rPr>
              <a:t>e</a:t>
            </a:r>
            <a:r>
              <a:rPr lang="en-US" altLang="en-US" sz="3600" dirty="0">
                <a:latin typeface="+mn-lt"/>
              </a:rPr>
              <a:t> has no better type info than DM </a:t>
            </a:r>
            <a:r>
              <a:rPr lang="en-US" altLang="en-US" sz="3600" b="1" i="1" dirty="0">
                <a:latin typeface="+mn-lt"/>
              </a:rPr>
              <a:t>a</a:t>
            </a:r>
            <a:r>
              <a:rPr lang="en-US" altLang="en-US" sz="3600" i="1" baseline="-25000" dirty="0">
                <a:latin typeface="+mn-lt"/>
              </a:rPr>
              <a:t>e</a:t>
            </a:r>
            <a:endParaRPr lang="en-US" altLang="en-US" sz="3600" dirty="0">
              <a:latin typeface="+mn-lt"/>
            </a:endParaRPr>
          </a:p>
          <a:p>
            <a:pPr>
              <a:lnSpc>
                <a:spcPct val="90000"/>
              </a:lnSpc>
            </a:pPr>
            <a:r>
              <a:rPr lang="en-US" altLang="en-US" sz="3600" dirty="0" err="1">
                <a:latin typeface="+mn-lt"/>
              </a:rPr>
              <a:t>TypeDM</a:t>
            </a:r>
            <a:r>
              <a:rPr lang="en-US" altLang="en-US" sz="3600" dirty="0">
                <a:latin typeface="+mn-lt"/>
              </a:rPr>
              <a:t> </a:t>
            </a:r>
            <a:r>
              <a:rPr lang="en-US" altLang="en-US" sz="3600" b="1" i="1" dirty="0" err="1">
                <a:latin typeface="+mn-lt"/>
              </a:rPr>
              <a:t>u</a:t>
            </a:r>
            <a:r>
              <a:rPr lang="en-US" altLang="en-US" sz="3600" i="1" baseline="-25000" dirty="0" err="1">
                <a:latin typeface="+mn-lt"/>
              </a:rPr>
              <a:t>e</a:t>
            </a:r>
            <a:r>
              <a:rPr lang="en-US" altLang="en-US" sz="3600" dirty="0">
                <a:latin typeface="+mn-lt"/>
              </a:rPr>
              <a:t> &gt;&gt; </a:t>
            </a:r>
            <a:r>
              <a:rPr lang="en-US" altLang="en-US" sz="3600" dirty="0" err="1">
                <a:latin typeface="+mn-lt"/>
              </a:rPr>
              <a:t>TypeDM</a:t>
            </a:r>
            <a:r>
              <a:rPr lang="en-US" altLang="en-US" sz="3600" dirty="0">
                <a:latin typeface="+mn-lt"/>
              </a:rPr>
              <a:t> </a:t>
            </a:r>
            <a:r>
              <a:rPr lang="en-US" altLang="en-US" sz="3600" b="1" i="1" dirty="0">
                <a:latin typeface="+mn-lt"/>
              </a:rPr>
              <a:t>a</a:t>
            </a:r>
            <a:r>
              <a:rPr lang="en-US" altLang="en-US" sz="3600" i="1" baseline="-25000" dirty="0">
                <a:latin typeface="+mn-lt"/>
              </a:rPr>
              <a:t>e</a:t>
            </a:r>
            <a:endParaRPr lang="en-US" altLang="en-US" sz="3600" i="1" baseline="-25000" dirty="0">
              <a:latin typeface="+mn-lt"/>
            </a:endParaRPr>
          </a:p>
          <a:p>
            <a:pPr>
              <a:lnSpc>
                <a:spcPct val="90000"/>
              </a:lnSpc>
            </a:pPr>
            <a:r>
              <a:rPr lang="en-US" altLang="en-US" sz="3600" dirty="0" err="1">
                <a:latin typeface="+mn-lt"/>
              </a:rPr>
              <a:t>TypeCX</a:t>
            </a:r>
            <a:r>
              <a:rPr lang="en-US" altLang="en-US" sz="3600" dirty="0">
                <a:latin typeface="+mn-lt"/>
              </a:rPr>
              <a:t> </a:t>
            </a:r>
            <a:r>
              <a:rPr lang="en-US" altLang="en-US" sz="3600" b="1" i="1" dirty="0" err="1">
                <a:latin typeface="+mn-lt"/>
              </a:rPr>
              <a:t>u</a:t>
            </a:r>
            <a:r>
              <a:rPr lang="en-US" altLang="en-US" sz="3600" i="1" baseline="-25000" dirty="0" err="1">
                <a:latin typeface="+mn-lt"/>
              </a:rPr>
              <a:t>e</a:t>
            </a:r>
            <a:r>
              <a:rPr lang="en-US" altLang="en-US" sz="3600" dirty="0">
                <a:latin typeface="+mn-lt"/>
              </a:rPr>
              <a:t> also good</a:t>
            </a:r>
            <a:endParaRPr lang="en-US" altLang="en-US" sz="3600" dirty="0">
              <a:latin typeface="+mn-lt"/>
            </a:endParaRPr>
          </a:p>
        </p:txBody>
      </p:sp>
      <p:pic>
        <p:nvPicPr>
          <p:cNvPr id="113672" name="Picture 8" descr="tdm_t_1"/>
          <p:cNvPicPr>
            <a:picLocks noChangeAspect="1" noChangeArrowheads="1"/>
          </p:cNvPicPr>
          <p:nvPr/>
        </p:nvPicPr>
        <p:blipFill>
          <a:blip r:embed="rId1">
            <a:extLst>
              <a:ext uri="{28A0092B-C50C-407E-A947-70E740481C1C}">
                <a14:useLocalDpi xmlns:a14="http://schemas.microsoft.com/office/drawing/2010/main" val="0"/>
              </a:ext>
            </a:extLst>
          </a:blip>
          <a:srcRect l="9219" t="12291" r="6094" b="31250"/>
          <a:stretch>
            <a:fillRect/>
          </a:stretch>
        </p:blipFill>
        <p:spPr bwMode="auto">
          <a:xfrm>
            <a:off x="5943600" y="1066800"/>
            <a:ext cx="3092824" cy="22860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113673" name="Picture 9" descr="tdm_dm"/>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l="15625" t="16667" r="15625" b="20833"/>
          <a:stretch>
            <a:fillRect/>
          </a:stretch>
        </p:blipFill>
        <p:spPr>
          <a:xfrm>
            <a:off x="9067800" y="1060450"/>
            <a:ext cx="3092824" cy="2291603"/>
          </a:xfrm>
          <a:noFill/>
          <a:ln>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3674" name="Picture 10" descr="tcx_t"/>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l="12500" t="16667" r="12500" b="16667"/>
          <a:stretch>
            <a:fillRect/>
          </a:stretch>
        </p:blipFill>
        <p:spPr>
          <a:xfrm>
            <a:off x="5943600" y="4014644"/>
            <a:ext cx="3092824" cy="2286001"/>
          </a:xfrm>
          <a:noFill/>
          <a:ln>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3675" name="Picture 11" descr="dm"/>
          <p:cNvPicPr>
            <a:picLocks noChangeAspect="1" noChangeArrowheads="1"/>
          </p:cNvPicPr>
          <p:nvPr/>
        </p:nvPicPr>
        <p:blipFill>
          <a:blip r:embed="rId4">
            <a:extLst>
              <a:ext uri="{28A0092B-C50C-407E-A947-70E740481C1C}">
                <a14:useLocalDpi xmlns:a14="http://schemas.microsoft.com/office/drawing/2010/main" val="0"/>
              </a:ext>
            </a:extLst>
          </a:blip>
          <a:srcRect l="15625" t="16667" r="15625" b="16667"/>
          <a:stretch>
            <a:fillRect/>
          </a:stretch>
        </p:blipFill>
        <p:spPr bwMode="auto">
          <a:xfrm>
            <a:off x="9067800" y="4014644"/>
            <a:ext cx="3092824" cy="2286001"/>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113676" name="Text Box 12"/>
          <p:cNvSpPr txBox="1">
            <a:spLocks noChangeArrowheads="1"/>
          </p:cNvSpPr>
          <p:nvPr/>
        </p:nvSpPr>
        <p:spPr bwMode="auto">
          <a:xfrm>
            <a:off x="10310813" y="6285805"/>
            <a:ext cx="1652587" cy="419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a:latin typeface="+mj-lt"/>
              </a:rPr>
              <a:t>DistMult </a:t>
            </a:r>
            <a:r>
              <a:rPr lang="en-US" altLang="en-US" sz="2130" b="1" i="1">
                <a:latin typeface="+mj-lt"/>
              </a:rPr>
              <a:t>a</a:t>
            </a:r>
            <a:r>
              <a:rPr lang="en-US" altLang="en-US" sz="2130" i="1" baseline="-25000">
                <a:latin typeface="+mj-lt"/>
              </a:rPr>
              <a:t>e</a:t>
            </a:r>
            <a:endParaRPr lang="en-US" altLang="en-US" sz="2130" i="1" baseline="-25000">
              <a:latin typeface="+mj-lt"/>
            </a:endParaRPr>
          </a:p>
        </p:txBody>
      </p:sp>
      <p:sp>
        <p:nvSpPr>
          <p:cNvPr id="113677" name="Text Box 13"/>
          <p:cNvSpPr txBox="1">
            <a:spLocks noChangeArrowheads="1"/>
          </p:cNvSpPr>
          <p:nvPr/>
        </p:nvSpPr>
        <p:spPr bwMode="auto">
          <a:xfrm>
            <a:off x="6562725" y="6285805"/>
            <a:ext cx="1666875" cy="419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dirty="0" err="1">
                <a:latin typeface="+mj-lt"/>
              </a:rPr>
              <a:t>TypeCX</a:t>
            </a:r>
            <a:r>
              <a:rPr lang="en-US" altLang="en-US" sz="2130" dirty="0">
                <a:latin typeface="+mj-lt"/>
              </a:rPr>
              <a:t> </a:t>
            </a:r>
            <a:r>
              <a:rPr lang="en-US" altLang="en-US" sz="2130" b="1" i="1" dirty="0" err="1">
                <a:latin typeface="+mj-lt"/>
              </a:rPr>
              <a:t>u</a:t>
            </a:r>
            <a:r>
              <a:rPr lang="en-US" altLang="en-US" sz="2130" i="1" baseline="-25000" dirty="0" err="1">
                <a:latin typeface="+mj-lt"/>
              </a:rPr>
              <a:t>e</a:t>
            </a:r>
            <a:endParaRPr lang="en-US" altLang="en-US" sz="2130" dirty="0">
              <a:latin typeface="+mj-lt"/>
            </a:endParaRPr>
          </a:p>
        </p:txBody>
      </p:sp>
      <p:sp>
        <p:nvSpPr>
          <p:cNvPr id="113678" name="Text Box 14"/>
          <p:cNvSpPr txBox="1">
            <a:spLocks noChangeArrowheads="1"/>
          </p:cNvSpPr>
          <p:nvPr/>
        </p:nvSpPr>
        <p:spPr bwMode="auto">
          <a:xfrm>
            <a:off x="10363200" y="3352800"/>
            <a:ext cx="1703388" cy="419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a:latin typeface="+mj-lt"/>
              </a:rPr>
              <a:t>TypeDM </a:t>
            </a:r>
            <a:r>
              <a:rPr lang="en-US" altLang="en-US" sz="2130" b="1" i="1">
                <a:latin typeface="+mj-lt"/>
              </a:rPr>
              <a:t>a</a:t>
            </a:r>
            <a:r>
              <a:rPr lang="en-US" altLang="en-US" sz="2130" i="1" baseline="-25000">
                <a:latin typeface="+mj-lt"/>
              </a:rPr>
              <a:t>e</a:t>
            </a:r>
            <a:endParaRPr lang="en-US" altLang="en-US" sz="2130" i="1" baseline="-25000">
              <a:latin typeface="+mj-lt"/>
            </a:endParaRPr>
          </a:p>
        </p:txBody>
      </p:sp>
      <p:sp>
        <p:nvSpPr>
          <p:cNvPr id="113679" name="Text Box 15"/>
          <p:cNvSpPr txBox="1">
            <a:spLocks noChangeArrowheads="1"/>
          </p:cNvSpPr>
          <p:nvPr/>
        </p:nvSpPr>
        <p:spPr bwMode="auto">
          <a:xfrm>
            <a:off x="6629401" y="3352800"/>
            <a:ext cx="1719263" cy="419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2130" dirty="0" err="1">
                <a:latin typeface="+mj-lt"/>
              </a:rPr>
              <a:t>TypeDM</a:t>
            </a:r>
            <a:r>
              <a:rPr lang="en-US" altLang="en-US" sz="2130" dirty="0">
                <a:latin typeface="+mj-lt"/>
              </a:rPr>
              <a:t> </a:t>
            </a:r>
            <a:r>
              <a:rPr lang="en-US" altLang="en-US" sz="2130" b="1" i="1" dirty="0" err="1">
                <a:latin typeface="+mj-lt"/>
              </a:rPr>
              <a:t>u</a:t>
            </a:r>
            <a:r>
              <a:rPr lang="en-US" altLang="en-US" sz="2130" i="1" baseline="-25000" dirty="0" err="1">
                <a:latin typeface="+mj-lt"/>
              </a:rPr>
              <a:t>e</a:t>
            </a:r>
            <a:endParaRPr lang="en-US" altLang="en-US" sz="2130" dirty="0">
              <a:latin typeface="+mj-lt"/>
            </a:endParaRPr>
          </a:p>
        </p:txBody>
      </p:sp>
      <p:sp>
        <p:nvSpPr>
          <p:cNvPr id="2" name="Slide Number Placeholder 1"/>
          <p:cNvSpPr>
            <a:spLocks noGrp="1"/>
          </p:cNvSpPr>
          <p:nvPr>
            <p:ph type="sldNum" sz="quarter" idx="12"/>
          </p:nvPr>
        </p:nvSpPr>
        <p:spPr/>
        <p:txBody>
          <a:bodyPr/>
          <a:lstStyle/>
          <a:p>
            <a:fld id="{A89B549E-0445-4D26-A732-9BC22DF559DF}" type="slidenum">
              <a:rPr lang="en-US" altLang="en-US" smtClean="0">
                <a:latin typeface="+mj-lt"/>
              </a:rPr>
            </a:fld>
            <a:endParaRPr lang="en-US" altLang="en-US">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6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367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366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367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367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366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3669">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367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36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9" grpId="0" uiExpand="1" build="p"/>
      <p:bldP spid="113677" grpId="0" bldLvl="0" animBg="1"/>
      <p:bldP spid="113678" grpId="0" bldLvl="0" animBg="1"/>
      <p:bldP spid="113679" grpId="0" bldLvl="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no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4800" b="1" dirty="0">
                <a:solidFill>
                  <a:schemeClr val="accent1"/>
                </a:solidFill>
                <a:latin typeface="+mj-lt"/>
              </a:rPr>
              <a:t>Predict embeddings to types </a:t>
            </a:r>
            <a:endParaRPr lang="en-US" altLang="en-US" sz="4800" b="1" dirty="0">
              <a:solidFill>
                <a:schemeClr val="accent1"/>
              </a:solidFill>
              <a:latin typeface="+mj-lt"/>
            </a:endParaRPr>
          </a:p>
        </p:txBody>
      </p:sp>
      <mc:AlternateContent xmlns:mc="http://schemas.openxmlformats.org/markup-compatibility/2006">
        <mc:Choice xmlns:a14="http://schemas.microsoft.com/office/drawing/2010/main" Requires="a14">
          <p:sp>
            <p:nvSpPr>
              <p:cNvPr id="107524" name="Rectangle 4"/>
              <p:cNvSpPr>
                <a:spLocks noGrp="1" noChangeArrowheads="1"/>
              </p:cNvSpPr>
              <p:nvPr>
                <p:ph type="body" sz="half" idx="1"/>
              </p:nvPr>
            </p:nvSpPr>
            <p:spPr/>
            <p:txBody>
              <a:bodyPr>
                <a:normAutofit/>
              </a:bodyPr>
              <a:lstStyle>
                <a:defPPr>
                  <a:defRPr lang="en-US"/>
                </a:defPPr>
                <a:lvl1pPr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1pPr>
                <a:lvl2pPr marL="405130"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2pPr>
                <a:lvl3pPr marL="81089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3pPr>
                <a:lvl4pPr marL="121602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4pPr>
                <a:lvl5pPr marL="1621155" algn="l" rtl="0" fontAlgn="base">
                  <a:spcBef>
                    <a:spcPct val="0"/>
                  </a:spcBef>
                  <a:spcAft>
                    <a:spcPct val="0"/>
                  </a:spcAft>
                  <a:defRPr sz="2130" kern="1200">
                    <a:solidFill>
                      <a:schemeClr val="tx1"/>
                    </a:solidFill>
                    <a:latin typeface="Helvetica" panose="020B0604020202020204" pitchFamily="34" charset="0"/>
                    <a:ea typeface="+mn-ea"/>
                    <a:cs typeface="Times New Roman" panose="02020603050405020304" pitchFamily="18" charset="0"/>
                  </a:defRPr>
                </a:lvl5pPr>
                <a:lvl6pPr marL="2026285"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6pPr>
                <a:lvl7pPr marL="243205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7pPr>
                <a:lvl8pPr marL="283718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8pPr>
                <a:lvl9pPr marL="3242310" algn="l" defTabSz="810895" rtl="0" eaLnBrk="1" latinLnBrk="0" hangingPunct="1">
                  <a:defRPr sz="2130" kern="1200">
                    <a:solidFill>
                      <a:schemeClr val="tx1"/>
                    </a:solidFill>
                    <a:latin typeface="Helvetica" panose="020B0604020202020204" pitchFamily="34" charset="0"/>
                    <a:ea typeface="+mn-ea"/>
                    <a:cs typeface="Times New Roman" panose="02020603050405020304" pitchFamily="18" charset="0"/>
                  </a:defRPr>
                </a:lvl9pPr>
              </a:lstStyle>
              <a:p>
                <a:r>
                  <a:rPr lang="en-US" altLang="en-US" sz="4000" dirty="0">
                    <a:latin typeface="+mn-lt"/>
                  </a:rPr>
                  <a:t>Only 19 dims of type part competes favorably with 180 or even 360 dims</a:t>
                </a:r>
                <a:endParaRPr lang="en-US" altLang="en-US" sz="4000" dirty="0">
                  <a:latin typeface="+mn-lt"/>
                </a:endParaRPr>
              </a:p>
              <a:p>
                <a:r>
                  <a:rPr lang="en-US" altLang="en-US" sz="4000" dirty="0">
                    <a:latin typeface="+mn-lt"/>
                  </a:rPr>
                  <a:t>No explicit attempt yet to </a:t>
                </a:r>
                <a:r>
                  <a:rPr lang="en-US" altLang="en-US" sz="4000" dirty="0" err="1">
                    <a:latin typeface="+mn-lt"/>
                  </a:rPr>
                  <a:t>decorrelate</a:t>
                </a:r>
                <a:r>
                  <a:rPr lang="en-US" altLang="en-US" sz="4000" dirty="0">
                    <a:latin typeface="+mn-lt"/>
                  </a:rPr>
                  <a:t> </a:t>
                </a:r>
                <a14:m>
                  <m:oMath xmlns:m="http://schemas.openxmlformats.org/officeDocument/2006/math">
                    <m:r>
                      <a:rPr lang="en-US" altLang="en-US" sz="4000" b="1" i="1" dirty="0" smtClean="0">
                        <a:latin typeface="Cambria Math" panose="02040503050406030204" pitchFamily="18" charset="0"/>
                      </a:rPr>
                      <m:t>𝒂</m:t>
                    </m:r>
                    <m:r>
                      <a:rPr lang="en-US" altLang="en-US" sz="4000" i="1" baseline="-25000" dirty="0">
                        <a:latin typeface="Cambria Math" panose="02040503050406030204" pitchFamily="18" charset="0"/>
                      </a:rPr>
                      <m:t>𝑒</m:t>
                    </m:r>
                  </m:oMath>
                </a14:m>
                <a:r>
                  <a:rPr lang="en-US" altLang="en-US" sz="4000" dirty="0">
                    <a:latin typeface="+mn-lt"/>
                  </a:rPr>
                  <a:t> and </a:t>
                </a:r>
                <a14:m>
                  <m:oMath xmlns:m="http://schemas.openxmlformats.org/officeDocument/2006/math">
                    <m:r>
                      <a:rPr lang="en-US" altLang="en-US" sz="4000" b="1" i="1" dirty="0" smtClean="0">
                        <a:latin typeface="Cambria Math" panose="02040503050406030204" pitchFamily="18" charset="0"/>
                      </a:rPr>
                      <m:t>𝒖</m:t>
                    </m:r>
                    <m:r>
                      <a:rPr lang="en-US" altLang="en-US" sz="4000" i="1" baseline="-25000" dirty="0" err="1">
                        <a:latin typeface="Cambria Math" panose="02040503050406030204" pitchFamily="18" charset="0"/>
                      </a:rPr>
                      <m:t>𝑒</m:t>
                    </m:r>
                  </m:oMath>
                </a14:m>
                <a:endParaRPr lang="en-US" altLang="en-US" sz="4000" i="1" baseline="-25000" dirty="0">
                  <a:latin typeface="+mn-lt"/>
                </a:endParaRPr>
              </a:p>
              <a:p>
                <a:r>
                  <a:rPr lang="en-US" altLang="en-US" sz="4000" dirty="0">
                    <a:latin typeface="+mn-lt"/>
                  </a:rPr>
                  <a:t>Some type info persists in </a:t>
                </a:r>
                <a14:m>
                  <m:oMath xmlns:m="http://schemas.openxmlformats.org/officeDocument/2006/math">
                    <m:r>
                      <a:rPr lang="en-US" altLang="en-US" sz="4000" b="1" i="1" dirty="0" smtClean="0">
                        <a:latin typeface="Cambria Math" panose="02040503050406030204" pitchFamily="18" charset="0"/>
                      </a:rPr>
                      <m:t>𝒂</m:t>
                    </m:r>
                    <m:r>
                      <a:rPr lang="en-US" altLang="en-US" sz="4000" i="1" baseline="-25000" dirty="0">
                        <a:latin typeface="Cambria Math" panose="02040503050406030204" pitchFamily="18" charset="0"/>
                      </a:rPr>
                      <m:t>𝑒</m:t>
                    </m:r>
                  </m:oMath>
                </a14:m>
                <a:r>
                  <a:rPr lang="en-US" altLang="en-US" sz="4000" dirty="0">
                    <a:latin typeface="+mn-lt"/>
                  </a:rPr>
                  <a:t> in </a:t>
                </a:r>
                <a:r>
                  <a:rPr lang="en-US" altLang="en-US" sz="4000" dirty="0" err="1">
                    <a:latin typeface="+mn-lt"/>
                  </a:rPr>
                  <a:t>TypeDM</a:t>
                </a:r>
                <a:r>
                  <a:rPr lang="en-US" altLang="en-US" sz="4000" dirty="0">
                    <a:latin typeface="+mn-lt"/>
                  </a:rPr>
                  <a:t>, </a:t>
                </a:r>
                <a:r>
                  <a:rPr lang="en-US" altLang="en-US" sz="4000" dirty="0" err="1">
                    <a:latin typeface="+mn-lt"/>
                  </a:rPr>
                  <a:t>TypeCX</a:t>
                </a:r>
                <a:endParaRPr lang="en-US" altLang="en-US" sz="4000" dirty="0">
                  <a:latin typeface="+mn-lt"/>
                </a:endParaRPr>
              </a:p>
              <a:p>
                <a:r>
                  <a:rPr lang="en-US" altLang="en-US" sz="4000" dirty="0">
                    <a:latin typeface="+mn-lt"/>
                  </a:rPr>
                  <a:t>But </a:t>
                </a:r>
                <a14:m>
                  <m:oMath xmlns:m="http://schemas.openxmlformats.org/officeDocument/2006/math">
                    <m:sSub>
                      <m:sSubPr>
                        <m:ctrlPr>
                          <a:rPr lang="en-US" altLang="en-US" sz="4000" i="1" dirty="0" smtClean="0">
                            <a:latin typeface="Cambria Math" panose="02040503050406030204" pitchFamily="18" charset="0"/>
                          </a:rPr>
                        </m:ctrlPr>
                      </m:sSubPr>
                      <m:e>
                        <m:r>
                          <a:rPr lang="en-US" altLang="en-US" sz="4000" b="1" i="1" dirty="0" smtClean="0">
                            <a:latin typeface="Cambria Math" panose="02040503050406030204" pitchFamily="18" charset="0"/>
                          </a:rPr>
                          <m:t>𝒖</m:t>
                        </m:r>
                      </m:e>
                      <m:sub>
                        <m:r>
                          <a:rPr lang="en-US" altLang="en-US" sz="4000" i="1" dirty="0" smtClean="0">
                            <a:latin typeface="Cambria Math" panose="02040503050406030204" pitchFamily="18" charset="0"/>
                          </a:rPr>
                          <m:t>𝑒</m:t>
                        </m:r>
                      </m:sub>
                    </m:sSub>
                  </m:oMath>
                </a14:m>
                <a:r>
                  <a:rPr lang="en-US" altLang="en-US" sz="4000" dirty="0">
                    <a:latin typeface="+mn-lt"/>
                  </a:rPr>
                  <a:t> are clearly better symbolic type predictors</a:t>
                </a:r>
                <a:endParaRPr lang="en-US" altLang="en-US" sz="4000" dirty="0">
                  <a:latin typeface="+mn-lt"/>
                </a:endParaRPr>
              </a:p>
            </p:txBody>
          </p:sp>
        </mc:Choice>
        <mc:Fallback>
          <p:sp>
            <p:nvSpPr>
              <p:cNvPr id="107524" name="Rectangle 4"/>
              <p:cNvSpPr>
                <a:spLocks noRot="1" noChangeAspect="1" noMove="1" noResize="1" noEditPoints="1" noAdjustHandles="1" noChangeArrowheads="1" noChangeShapeType="1" noTextEdit="1"/>
              </p:cNvSpPr>
              <p:nvPr>
                <p:ph type="body" sz="half" idx="1"/>
              </p:nvPr>
            </p:nvSpPr>
            <p:spPr>
              <a:blipFill rotWithShape="1">
                <a:blip r:embed="rId1"/>
                <a:stretch>
                  <a:fillRect t="-190" r="4" b="1"/>
                </a:stretch>
              </a:blipFill>
            </p:spPr>
            <p:txBody>
              <a:bodyPr/>
              <a:lstStyle/>
              <a:p>
                <a:r>
                  <a:rPr lang="en-US" altLang="en-US">
                    <a:noFill/>
                  </a:rPr>
                  <a:t> </a:t>
                </a:r>
              </a:p>
            </p:txBody>
          </p:sp>
        </mc:Fallback>
      </mc:AlternateContent>
      <p:graphicFrame>
        <p:nvGraphicFramePr>
          <p:cNvPr id="107634" name="Group 114"/>
          <p:cNvGraphicFramePr>
            <a:graphicFrameLocks noGrp="1"/>
          </p:cNvGraphicFramePr>
          <p:nvPr>
            <p:ph sz="half" idx="2"/>
          </p:nvPr>
        </p:nvGraphicFramePr>
        <p:xfrm>
          <a:off x="6164263" y="1925128"/>
          <a:ext cx="5722936" cy="4114800"/>
        </p:xfrm>
        <a:graphic>
          <a:graphicData uri="http://schemas.openxmlformats.org/drawingml/2006/table">
            <a:tbl>
              <a:tblPr/>
              <a:tblGrid>
                <a:gridCol w="1430734"/>
                <a:gridCol w="1430734"/>
                <a:gridCol w="1430734"/>
                <a:gridCol w="1430734"/>
              </a:tblGrid>
              <a:tr h="439788">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1"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Method</a:t>
                      </a:r>
                      <a:endParaRPr kumimoji="0" lang="en-US" altLang="en-US" sz="2400" b="1"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Vector/s</a:t>
                      </a:r>
                      <a:endParaRPr kumimoji="0" lang="en-US" altLang="en-US" sz="24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Sizes</a:t>
                      </a:r>
                      <a:endParaRPr kumimoji="0" lang="en-US" altLang="en-US" sz="24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Type F1</a:t>
                      </a:r>
                      <a:endParaRPr kumimoji="0" lang="en-US" altLang="en-US" sz="2400" b="1"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9788">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DM</a:t>
                      </a:r>
                      <a:endParaRPr kumimoji="0" lang="en-US" altLang="en-US" sz="24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1" i="1" u="none" strike="noStrike" cap="none" normalizeH="0" baseline="0">
                          <a:ln>
                            <a:noFill/>
                          </a:ln>
                          <a:solidFill>
                            <a:schemeClr val="tx1"/>
                          </a:solidFill>
                          <a:effectLst/>
                          <a:latin typeface="Helvetica" panose="020B0604020202020204" pitchFamily="34" charset="0"/>
                          <a:cs typeface="Times New Roman" panose="02020603050405020304" pitchFamily="18" charset="0"/>
                        </a:rPr>
                        <a:t>a</a:t>
                      </a:r>
                      <a:r>
                        <a:rPr kumimoji="0" lang="en-US" altLang="en-US" sz="2400" b="0" i="1" u="none" strike="noStrike" cap="none" normalizeH="0" baseline="-25000">
                          <a:ln>
                            <a:noFill/>
                          </a:ln>
                          <a:solidFill>
                            <a:schemeClr val="tx1"/>
                          </a:solidFill>
                          <a:effectLst/>
                          <a:latin typeface="Helvetica" panose="020B0604020202020204" pitchFamily="34" charset="0"/>
                          <a:cs typeface="Times New Roman" panose="02020603050405020304" pitchFamily="18" charset="0"/>
                        </a:rPr>
                        <a:t>e</a:t>
                      </a:r>
                      <a:endParaRPr kumimoji="0" lang="en-US" altLang="en-US" sz="2400" b="0" i="1" u="none" strike="noStrike" cap="none" normalizeH="0" baseline="-2500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200</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81.34</a:t>
                      </a:r>
                      <a:endParaRPr kumimoji="0" lang="en-US" altLang="en-US" sz="24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r>
              <a:tr h="439788">
                <a:tc rowSpan="3">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dirty="0" err="1">
                          <a:ln>
                            <a:noFill/>
                          </a:ln>
                          <a:solidFill>
                            <a:schemeClr val="tx1"/>
                          </a:solidFill>
                          <a:effectLst/>
                          <a:latin typeface="Helvetica" panose="020B0604020202020204" pitchFamily="34" charset="0"/>
                          <a:cs typeface="Times New Roman" panose="02020603050405020304" pitchFamily="18" charset="0"/>
                        </a:rPr>
                        <a:t>TypeDM</a:t>
                      </a:r>
                      <a:endParaRPr kumimoji="0" lang="en-US" altLang="en-US" sz="24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1" i="1" u="none" strike="noStrike" cap="none" normalizeH="0" baseline="0">
                          <a:ln>
                            <a:noFill/>
                          </a:ln>
                          <a:solidFill>
                            <a:schemeClr val="tx1"/>
                          </a:solidFill>
                          <a:effectLst/>
                          <a:latin typeface="Helvetica" panose="020B0604020202020204" pitchFamily="34" charset="0"/>
                          <a:cs typeface="Times New Roman" panose="02020603050405020304" pitchFamily="18" charset="0"/>
                        </a:rPr>
                        <a:t>u</a:t>
                      </a:r>
                      <a:r>
                        <a:rPr kumimoji="0" lang="en-US" altLang="en-US" sz="2400" b="1" i="1" u="none" strike="noStrike" cap="none" normalizeH="0" baseline="-25000">
                          <a:ln>
                            <a:noFill/>
                          </a:ln>
                          <a:solidFill>
                            <a:schemeClr val="tx1"/>
                          </a:solidFill>
                          <a:effectLst/>
                          <a:latin typeface="Helvetica" panose="020B0604020202020204" pitchFamily="34" charset="0"/>
                          <a:cs typeface="Times New Roman" panose="02020603050405020304" pitchFamily="18" charset="0"/>
                        </a:rPr>
                        <a:t>e</a:t>
                      </a:r>
                      <a:endParaRPr kumimoji="0" lang="en-US" altLang="en-US" sz="2400" b="0" i="0" u="none" strike="noStrike" cap="none" normalizeH="0" baseline="-2500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19</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81.77</a:t>
                      </a:r>
                      <a:endParaRPr kumimoji="0" lang="en-US" altLang="en-US" sz="24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439788">
                <a:tc vMerge="1">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1" i="1"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a</a:t>
                      </a:r>
                      <a:r>
                        <a:rPr kumimoji="0" lang="en-US" altLang="en-US" sz="2400" b="0" i="1" u="none" strike="noStrike" cap="none" normalizeH="0" baseline="-25000" dirty="0">
                          <a:ln>
                            <a:noFill/>
                          </a:ln>
                          <a:solidFill>
                            <a:schemeClr val="tx1"/>
                          </a:solidFill>
                          <a:effectLst/>
                          <a:latin typeface="Helvetica" panose="020B0604020202020204" pitchFamily="34" charset="0"/>
                          <a:cs typeface="Times New Roman" panose="02020603050405020304" pitchFamily="18" charset="0"/>
                        </a:rPr>
                        <a:t>e</a:t>
                      </a:r>
                      <a:endParaRPr kumimoji="0" lang="en-US" altLang="en-US" sz="2400" b="0" i="1" u="none" strike="noStrike" cap="none" normalizeH="0" baseline="-25000" dirty="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180</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75.96</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439788">
                <a:tc vMerge="1">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Both</a:t>
                      </a:r>
                      <a:endParaRPr kumimoji="0" lang="en-US" altLang="en-US" sz="24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199</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82.57</a:t>
                      </a:r>
                      <a:endParaRPr kumimoji="0" lang="en-US" altLang="en-US" sz="24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438388">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CX</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1" i="1" u="none" strike="noStrike" cap="none" normalizeH="0" baseline="0">
                          <a:ln>
                            <a:noFill/>
                          </a:ln>
                          <a:solidFill>
                            <a:schemeClr val="tx1"/>
                          </a:solidFill>
                          <a:effectLst/>
                          <a:latin typeface="Helvetica" panose="020B0604020202020204" pitchFamily="34" charset="0"/>
                          <a:cs typeface="Times New Roman" panose="02020603050405020304" pitchFamily="18" charset="0"/>
                        </a:rPr>
                        <a:t>a</a:t>
                      </a:r>
                      <a:r>
                        <a:rPr kumimoji="0" lang="en-US" altLang="en-US" sz="2400" b="0" i="1" u="none" strike="noStrike" cap="none" normalizeH="0" baseline="-25000">
                          <a:ln>
                            <a:noFill/>
                          </a:ln>
                          <a:solidFill>
                            <a:schemeClr val="tx1"/>
                          </a:solidFill>
                          <a:effectLst/>
                          <a:latin typeface="Helvetica" panose="020B0604020202020204" pitchFamily="34" charset="0"/>
                          <a:cs typeface="Times New Roman" panose="02020603050405020304" pitchFamily="18" charset="0"/>
                        </a:rPr>
                        <a:t>e</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200(x2)</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81.58</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9788">
                <a:tc rowSpan="3">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l"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TypeCX</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Re(</a:t>
                      </a:r>
                      <a:r>
                        <a:rPr kumimoji="0" lang="en-US" altLang="en-US" sz="2400" b="1" i="1" u="none" strike="noStrike" cap="none" normalizeH="0" baseline="0">
                          <a:ln>
                            <a:noFill/>
                          </a:ln>
                          <a:solidFill>
                            <a:schemeClr val="tx1"/>
                          </a:solidFill>
                          <a:effectLst/>
                          <a:latin typeface="Helvetica" panose="020B0604020202020204" pitchFamily="34" charset="0"/>
                          <a:cs typeface="Times New Roman" panose="02020603050405020304" pitchFamily="18" charset="0"/>
                        </a:rPr>
                        <a:t>u</a:t>
                      </a:r>
                      <a:r>
                        <a:rPr kumimoji="0" lang="en-US" altLang="en-US" sz="2400" b="1" i="1" u="none" strike="noStrike" cap="none" normalizeH="0" baseline="-25000">
                          <a:ln>
                            <a:noFill/>
                          </a:ln>
                          <a:solidFill>
                            <a:schemeClr val="tx1"/>
                          </a:solidFill>
                          <a:effectLst/>
                          <a:latin typeface="Helvetica" panose="020B0604020202020204" pitchFamily="34" charset="0"/>
                          <a:cs typeface="Times New Roman" panose="02020603050405020304" pitchFamily="18" charset="0"/>
                        </a:rPr>
                        <a:t>e</a:t>
                      </a: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19</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99"/>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82.70</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FF99"/>
                    </a:solidFill>
                  </a:tcPr>
                </a:tc>
              </a:tr>
              <a:tr h="439788">
                <a:tc vMerge="1">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1" i="1" u="none" strike="noStrike" cap="none" normalizeH="0" baseline="0">
                          <a:ln>
                            <a:noFill/>
                          </a:ln>
                          <a:solidFill>
                            <a:schemeClr val="tx1"/>
                          </a:solidFill>
                          <a:effectLst/>
                          <a:latin typeface="Helvetica" panose="020B0604020202020204" pitchFamily="34" charset="0"/>
                          <a:cs typeface="Times New Roman" panose="02020603050405020304" pitchFamily="18" charset="0"/>
                        </a:rPr>
                        <a:t>a</a:t>
                      </a:r>
                      <a:r>
                        <a:rPr kumimoji="0" lang="en-US" altLang="en-US" sz="2400" b="0" i="1" u="none" strike="noStrike" cap="none" normalizeH="0" baseline="-25000">
                          <a:ln>
                            <a:noFill/>
                          </a:ln>
                          <a:solidFill>
                            <a:schemeClr val="tx1"/>
                          </a:solidFill>
                          <a:effectLst/>
                          <a:latin typeface="Helvetica" panose="020B0604020202020204" pitchFamily="34" charset="0"/>
                          <a:cs typeface="Times New Roman" panose="02020603050405020304" pitchFamily="18" charset="0"/>
                        </a:rPr>
                        <a:t>e</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180(x2)</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74.75</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439788">
                <a:tc vMerge="1">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ct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Both</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rPr>
                        <a:t>379</a:t>
                      </a:r>
                      <a:endParaRPr kumimoji="0" lang="en-US" altLang="en-US" sz="2400" b="0" i="0" u="none" strike="noStrike" cap="none" normalizeH="0" baseline="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1227455">
                        <a:spcBef>
                          <a:spcPct val="20000"/>
                        </a:spcBef>
                        <a:buClr>
                          <a:srgbClr val="FF0000"/>
                        </a:buClr>
                        <a:buFont typeface="Wingdings" panose="05000000000000000000" pitchFamily="2" charset="2"/>
                        <a:buChar char="§"/>
                        <a:defRPr sz="3800">
                          <a:solidFill>
                            <a:schemeClr val="tx1"/>
                          </a:solidFill>
                          <a:latin typeface="Helvetica" panose="020B0604020202020204" pitchFamily="34" charset="0"/>
                          <a:cs typeface="Times New Roman" panose="02020603050405020304" pitchFamily="18" charset="0"/>
                        </a:defRPr>
                      </a:lvl1pPr>
                      <a:lvl2pPr marL="614680" defTabSz="1227455">
                        <a:spcBef>
                          <a:spcPct val="20000"/>
                        </a:spcBef>
                        <a:buClr>
                          <a:schemeClr val="accent1"/>
                        </a:buClr>
                        <a:buChar char="•"/>
                        <a:defRPr sz="3200">
                          <a:solidFill>
                            <a:schemeClr val="tx1"/>
                          </a:solidFill>
                          <a:latin typeface="Helvetica" panose="020B0604020202020204" pitchFamily="34" charset="0"/>
                          <a:cs typeface="Times New Roman" panose="02020603050405020304" pitchFamily="18" charset="0"/>
                        </a:defRPr>
                      </a:lvl2pPr>
                      <a:lvl3pPr marL="1227455" defTabSz="1227455">
                        <a:spcBef>
                          <a:spcPct val="20000"/>
                        </a:spcBef>
                        <a:buChar char="•"/>
                        <a:defRPr sz="2700">
                          <a:solidFill>
                            <a:schemeClr val="tx1"/>
                          </a:solidFill>
                          <a:latin typeface="Helvetica" panose="020B0604020202020204" pitchFamily="34" charset="0"/>
                          <a:cs typeface="Times New Roman" panose="02020603050405020304" pitchFamily="18" charset="0"/>
                        </a:defRPr>
                      </a:lvl3pPr>
                      <a:lvl4pPr marL="184150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4pPr>
                      <a:lvl5pPr marL="2456180" defTabSz="1227455">
                        <a:spcBef>
                          <a:spcPct val="20000"/>
                        </a:spcBef>
                        <a:buChar char="»"/>
                        <a:defRPr sz="2400">
                          <a:solidFill>
                            <a:schemeClr val="tx1"/>
                          </a:solidFill>
                          <a:latin typeface="Helvetica" panose="020B0604020202020204" pitchFamily="34" charset="0"/>
                          <a:cs typeface="Times New Roman" panose="02020603050405020304" pitchFamily="18" charset="0"/>
                        </a:defRPr>
                      </a:lvl5pPr>
                      <a:lvl6pPr marL="29133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6pPr>
                      <a:lvl7pPr marL="33705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7pPr>
                      <a:lvl8pPr marL="38277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8pPr>
                      <a:lvl9pPr marL="4284980" defTabSz="1227455" fontAlgn="base">
                        <a:spcBef>
                          <a:spcPct val="20000"/>
                        </a:spcBef>
                        <a:spcAft>
                          <a:spcPct val="0"/>
                        </a:spcAft>
                        <a:buChar char="»"/>
                        <a:defRPr sz="2400">
                          <a:solidFill>
                            <a:schemeClr val="tx1"/>
                          </a:solidFill>
                          <a:latin typeface="Helvetica" panose="020B0604020202020204" pitchFamily="34" charset="0"/>
                          <a:cs typeface="Times New Roman" panose="02020603050405020304" pitchFamily="18" charset="0"/>
                        </a:defRPr>
                      </a:lvl9pPr>
                    </a:lstStyle>
                    <a:p>
                      <a:pPr marL="0" marR="0" lvl="0" indent="0" algn="r" defTabSz="1227455" rtl="0" eaLnBrk="1" fontAlgn="base" latinLnBrk="0" hangingPunct="1">
                        <a:lnSpc>
                          <a:spcPct val="100000"/>
                        </a:lnSpc>
                        <a:spcBef>
                          <a:spcPct val="20000"/>
                        </a:spcBef>
                        <a:spcAft>
                          <a:spcPct val="0"/>
                        </a:spcAft>
                        <a:buClr>
                          <a:srgbClr val="FF0000"/>
                        </a:buClr>
                        <a:buSzTx/>
                        <a:buFont typeface="Wingdings" panose="05000000000000000000" pitchFamily="2" charset="2"/>
                        <a:buNone/>
                      </a:pPr>
                      <a:r>
                        <a:rPr kumimoji="0" lang="en-US" altLang="en-US" sz="24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rPr>
                        <a:t>84.14</a:t>
                      </a:r>
                      <a:endParaRPr kumimoji="0" lang="en-US" altLang="en-US" sz="2400" b="0" i="0" u="none" strike="noStrike" cap="none" normalizeH="0" baseline="0" dirty="0">
                        <a:ln>
                          <a:noFill/>
                        </a:ln>
                        <a:solidFill>
                          <a:schemeClr val="tx1"/>
                        </a:solidFill>
                        <a:effectLst/>
                        <a:latin typeface="Helvetica" panose="020B0604020202020204" pitchFamily="34" charset="0"/>
                        <a:cs typeface="Times New Roman" panose="02020603050405020304" pitchFamily="18" charset="0"/>
                      </a:endParaRPr>
                    </a:p>
                  </a:txBody>
                  <a:tcPr marL="81272" marR="8127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sp>
        <p:nvSpPr>
          <p:cNvPr id="2" name="Slide Number Placeholder 1"/>
          <p:cNvSpPr>
            <a:spLocks noGrp="1"/>
          </p:cNvSpPr>
          <p:nvPr>
            <p:ph type="sldNum" sz="quarter" idx="12"/>
          </p:nvPr>
        </p:nvSpPr>
        <p:spPr/>
        <p:txBody>
          <a:bodyPr/>
          <a:lstStyle/>
          <a:p>
            <a:fld id="{51811087-1D68-4788-89E4-F152D4A85DC1}" type="slidenum">
              <a:rPr lang="en-US" altLang="en-US" smtClean="0"/>
            </a:fld>
            <a:endParaRPr lang="en-US"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r>
              <a:rPr lang="en-US"/>
              <a:t>Summary and outlook</a:t>
            </a:r>
            <a:endParaRPr lang="en-US"/>
          </a:p>
        </p:txBody>
      </p:sp>
      <p:sp>
        <p:nvSpPr>
          <p:cNvPr id="6" name="Content Placeholder 5"/>
          <p:cNvSpPr>
            <a:spLocks noGrp="1"/>
          </p:cNvSpPr>
          <p:nvPr>
            <p:ph idx="1"/>
          </p:nvPr>
        </p:nvSpPr>
        <p:spPr/>
        <p:txBody>
          <a:bodyPr/>
          <a:p>
            <a:r>
              <a:rPr lang="en-US"/>
              <a:t>Variety of methods to embed KG entities and relations</a:t>
            </a:r>
            <a:endParaRPr lang="en-US"/>
          </a:p>
          <a:p>
            <a:r>
              <a:rPr lang="en-US"/>
              <a:t>Early methods used only graph topology</a:t>
            </a:r>
            <a:endParaRPr lang="en-US"/>
          </a:p>
          <a:p>
            <a:r>
              <a:rPr lang="en-US"/>
              <a:t>Later methods incorporated text associated with KG</a:t>
            </a:r>
            <a:endParaRPr lang="en-US"/>
          </a:p>
          <a:p>
            <a:r>
              <a:rPr lang="en-US"/>
              <a:t>Will next study integrations between KG and LLM</a:t>
            </a:r>
            <a:endParaRPr lang="en-US"/>
          </a:p>
          <a:p>
            <a:r>
              <a:rPr lang="en-US"/>
              <a:t>String token sequence as only ‘datatype’ in LLM is a problem</a:t>
            </a:r>
            <a:endParaRPr lang="en-US"/>
          </a:p>
          <a:p>
            <a:r>
              <a:rPr lang="en-US"/>
              <a:t>Any use of canonical entity and relation IDs? Desirable?</a:t>
            </a:r>
            <a:endParaRPr lang="en-US"/>
          </a:p>
          <a:p>
            <a:r>
              <a:rPr lang="en-US"/>
              <a:t>Some level of discontent remains</a:t>
            </a:r>
            <a:endParaRPr lang="en-US"/>
          </a:p>
          <a:p>
            <a:r>
              <a:rPr lang="en-US"/>
              <a:t>May not show up in popular benchmarks</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26996</Words>
  <Application>WPS Presentation</Application>
  <PresentationFormat>Widescreen</PresentationFormat>
  <Paragraphs>1481</Paragraphs>
  <Slides>82</Slides>
  <Notes>69</Notes>
  <HiddenSlides>1</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82</vt:i4>
      </vt:variant>
    </vt:vector>
  </HeadingPairs>
  <TitlesOfParts>
    <vt:vector size="104" baseType="lpstr">
      <vt:lpstr>Arial</vt:lpstr>
      <vt:lpstr>SimSun</vt:lpstr>
      <vt:lpstr>Wingdings</vt:lpstr>
      <vt:lpstr>Calibri</vt:lpstr>
      <vt:lpstr>Calibri Light</vt:lpstr>
      <vt:lpstr>Microsoft YaHei</vt:lpstr>
      <vt:lpstr>Droid Sans Fallback</vt:lpstr>
      <vt:lpstr>Arial Unicode MS</vt:lpstr>
      <vt:lpstr>Cambria Math</vt:lpstr>
      <vt:lpstr>DejaVu Math TeX Gyre</vt:lpstr>
      <vt:lpstr>OpenSymbol</vt:lpstr>
      <vt:lpstr>Symbol</vt:lpstr>
      <vt:lpstr>Standard Symbols PS</vt:lpstr>
      <vt:lpstr>Helvetica</vt:lpstr>
      <vt:lpstr>Times New Roman</vt:lpstr>
      <vt:lpstr>MathJax_Main</vt:lpstr>
      <vt:lpstr>Comfortaa Light</vt:lpstr>
      <vt:lpstr>MathJax_AMS</vt:lpstr>
      <vt:lpstr>MathJax_Math</vt:lpstr>
      <vt:lpstr>FreeSerif</vt:lpstr>
      <vt:lpstr>Calibri</vt:lpstr>
      <vt:lpstr>Office Theme</vt:lpstr>
      <vt:lpstr>Knowledge Graphs (Preliminaries) </vt:lpstr>
      <vt:lpstr>Knowledge base (KB) / graph (KG)</vt:lpstr>
      <vt:lpstr>Beyond binary relations</vt:lpstr>
      <vt:lpstr>Slices of WordNet (‘light’)</vt:lpstr>
      <vt:lpstr>Relations between synsets in WordNet</vt:lpstr>
      <vt:lpstr>Glimpse of Wikidata: Entities (“topics”)</vt:lpstr>
      <vt:lpstr>Glimpse of Wikidata: Relations (“statements”)</vt:lpstr>
      <vt:lpstr>Knowledge graphs: Useful but incomplete</vt:lpstr>
      <vt:lpstr>Remedy: KG completion</vt:lpstr>
      <vt:lpstr>Remedy: KG alignment</vt:lpstr>
      <vt:lpstr>Application: KG-based question answering (KGQA)</vt:lpstr>
      <vt:lpstr>Application: Semantic interpretation</vt:lpstr>
      <vt:lpstr>Application: “Differentiable KG”</vt:lpstr>
      <vt:lpstr>Knowledge Graphs (Fact Scoring)</vt:lpstr>
      <vt:lpstr>Knowledge graph completion (KGC)</vt:lpstr>
      <vt:lpstr>Initial notation</vt:lpstr>
      <vt:lpstr>From score to probability</vt:lpstr>
      <vt:lpstr>Probability to loss function </vt:lpstr>
      <vt:lpstr>Negative sampling</vt:lpstr>
      <vt:lpstr>Uniform negative sampling</vt:lpstr>
      <vt:lpstr>Discriminative training (à la SVM)</vt:lpstr>
      <vt:lpstr>Sampling for discriminative training</vt:lpstr>
      <vt:lpstr>Score polarity</vt:lpstr>
      <vt:lpstr>Testing embedding and score quality</vt:lpstr>
      <vt:lpstr>Filtered evaluation</vt:lpstr>
      <vt:lpstr>KG Completion: Translation and Rotation</vt:lpstr>
      <vt:lpstr>Design of scoring function </vt:lpstr>
      <vt:lpstr>Quick review of word2vec and GloVE</vt:lpstr>
      <vt:lpstr>TransE</vt:lpstr>
      <vt:lpstr>TransE benefits and limitations</vt:lpstr>
      <vt:lpstr>TransH: Early fix to TransE</vt:lpstr>
      <vt:lpstr>Relation as translation  rotation</vt:lpstr>
      <vt:lpstr>RotatE</vt:lpstr>
      <vt:lpstr>KG properties supported by RotatE</vt:lpstr>
      <vt:lpstr>RotatE properties, continued</vt:lpstr>
      <vt:lpstr>Implementation details</vt:lpstr>
      <vt:lpstr>Multiplicative/Factoring KG Models</vt:lpstr>
      <vt:lpstr>Latent semantic indexing review</vt:lpstr>
      <vt:lpstr>KG as a third order (3-axis) tensor</vt:lpstr>
      <vt:lpstr>Factoring the KG tensor</vt:lpstr>
      <vt:lpstr>Factoring, continued</vt:lpstr>
      <vt:lpstr>Reshape to matrix factorization</vt:lpstr>
      <vt:lpstr>“Universal schema”</vt:lpstr>
      <vt:lpstr>Simplify relation tensor </vt:lpstr>
      <vt:lpstr>Has DistMult been stress-tested?</vt:lpstr>
      <vt:lpstr>A SimplE extension</vt:lpstr>
      <vt:lpstr>ComplEx extension of DistMult</vt:lpstr>
      <vt:lpstr>ComplEx, other notation</vt:lpstr>
      <vt:lpstr>Further ComplEx-ity</vt:lpstr>
      <vt:lpstr>Sample KG completion performance</vt:lpstr>
      <vt:lpstr>WN18WN18RR, FB15kFB15k-237</vt:lpstr>
      <vt:lpstr>Embedding KG Hierarchies</vt:lpstr>
      <vt:lpstr>Hierarchies in KGs</vt:lpstr>
      <vt:lpstr>Two views of embedding hierarchies</vt:lpstr>
      <vt:lpstr>Low-distortion graph embeddings</vt:lpstr>
      <vt:lpstr>Euclidean distortion facts</vt:lpstr>
      <vt:lpstr>Poincaré disk, hyperbolic space</vt:lpstr>
      <vt:lpstr>Training hyperbolic embeddings</vt:lpstr>
      <vt:lpstr>WordNet nouns in Poincaré disk</vt:lpstr>
      <vt:lpstr>Toward order embeddings</vt:lpstr>
      <vt:lpstr>Apex of axis-aligned open cones</vt:lpstr>
      <vt:lpstr>Addressing loss asymmetry</vt:lpstr>
      <vt:lpstr>(Hyper)rectangle/box embeddings</vt:lpstr>
      <vt:lpstr>     Hinge loss for boxes</vt:lpstr>
      <vt:lpstr>Hinge vs. “escaped volume” </vt:lpstr>
      <vt:lpstr>    Smooth boxes</vt:lpstr>
      <vt:lpstr>“Leaky” evaluation protocol</vt:lpstr>
      <vt:lpstr>OE with leaky protocol</vt:lpstr>
      <vt:lpstr>Sanitized evaluation protocol</vt:lpstr>
      <vt:lpstr>Results: leaky and sanitized protocols</vt:lpstr>
      <vt:lpstr>Precision vs. recall for ranking</vt:lpstr>
      <vt:lpstr>Thinking outside the BoxE</vt:lpstr>
      <vt:lpstr>BoxE formulation</vt:lpstr>
      <vt:lpstr>BoxE formulation, continued</vt:lpstr>
      <vt:lpstr>BoxE properties</vt:lpstr>
      <vt:lpstr>Unsupervised type embeddings</vt:lpstr>
      <vt:lpstr>Does KGC model types?</vt:lpstr>
      <vt:lpstr>Disentangling type check info</vt:lpstr>
      <vt:lpstr>KB completion results</vt:lpstr>
      <vt:lpstr>Clustering parts of entity embeddings</vt:lpstr>
      <vt:lpstr>Predict embeddings to types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Organizing Web Information (CS728, Spring 2021)</dc:title>
  <dc:creator>Soumen Chakrabarti</dc:creator>
  <cp:lastModifiedBy>soumen</cp:lastModifiedBy>
  <cp:revision>11</cp:revision>
  <dcterms:created xsi:type="dcterms:W3CDTF">2026-04-10T07:29:11Z</dcterms:created>
  <dcterms:modified xsi:type="dcterms:W3CDTF">2026-04-10T07:29:11Z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