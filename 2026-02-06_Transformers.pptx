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7" r:id="rId3"/>
    <p:sldId id="338" r:id="rId4"/>
    <p:sldId id="339" r:id="rId5"/>
    <p:sldId id="306" r:id="rId6"/>
    <p:sldId id="307" r:id="rId8"/>
    <p:sldId id="395" r:id="rId9"/>
    <p:sldId id="308" r:id="rId10"/>
    <p:sldId id="309" r:id="rId11"/>
    <p:sldId id="310" r:id="rId12"/>
    <p:sldId id="397" r:id="rId13"/>
    <p:sldId id="398" r:id="rId14"/>
    <p:sldId id="399" r:id="rId15"/>
    <p:sldId id="311" r:id="rId16"/>
    <p:sldId id="313" r:id="rId17"/>
    <p:sldId id="341" r:id="rId18"/>
    <p:sldId id="400" r:id="rId19"/>
    <p:sldId id="401" r:id="rId20"/>
    <p:sldId id="402" r:id="rId21"/>
    <p:sldId id="403" r:id="rId22"/>
    <p:sldId id="404" r:id="rId23"/>
    <p:sldId id="405" r:id="rId24"/>
    <p:sldId id="406" r:id="rId25"/>
    <p:sldId id="407" r:id="rId26"/>
    <p:sldId id="408" r:id="rId27"/>
    <p:sldId id="409" r:id="rId28"/>
    <p:sldId id="410" r:id="rId29"/>
    <p:sldId id="411" r:id="rId30"/>
    <p:sldId id="412" r:id="rId31"/>
    <p:sldId id="413" r:id="rId32"/>
    <p:sldId id="414" r:id="rId33"/>
    <p:sldId id="415" r:id="rId34"/>
    <p:sldId id="416" r:id="rId35"/>
    <p:sldId id="417" r:id="rId36"/>
    <p:sldId id="418" r:id="rId37"/>
    <p:sldId id="419" r:id="rId38"/>
    <p:sldId id="420" r:id="rId39"/>
    <p:sldId id="421" r:id="rId40"/>
    <p:sldId id="314" r:id="rId41"/>
    <p:sldId id="316" r:id="rId42"/>
    <p:sldId id="365" r:id="rId43"/>
    <p:sldId id="367" r:id="rId44"/>
    <p:sldId id="318" r:id="rId45"/>
    <p:sldId id="463" r:id="rId46"/>
    <p:sldId id="368" r:id="rId47"/>
    <p:sldId id="319" r:id="rId48"/>
    <p:sldId id="383" r:id="rId49"/>
    <p:sldId id="322" r:id="rId50"/>
    <p:sldId id="321" r:id="rId51"/>
    <p:sldId id="317" r:id="rId52"/>
    <p:sldId id="261" r:id="rId53"/>
    <p:sldId id="287" r:id="rId54"/>
    <p:sldId id="315" r:id="rId55"/>
    <p:sldId id="447" r:id="rId56"/>
    <p:sldId id="448" r:id="rId57"/>
    <p:sldId id="449" r:id="rId58"/>
    <p:sldId id="450" r:id="rId59"/>
    <p:sldId id="451" r:id="rId60"/>
    <p:sldId id="452" r:id="rId61"/>
    <p:sldId id="453" r:id="rId62"/>
    <p:sldId id="454" r:id="rId63"/>
    <p:sldId id="455" r:id="rId64"/>
    <p:sldId id="456" r:id="rId65"/>
    <p:sldId id="464" r:id="rId66"/>
    <p:sldId id="323" r:id="rId67"/>
    <p:sldId id="333" r:id="rId68"/>
    <p:sldId id="259" r:id="rId69"/>
    <p:sldId id="324"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oumen" initials="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4" Type="http://schemas.openxmlformats.org/officeDocument/2006/relationships/commentAuthors" Target="commentAuthors.xml"/><Relationship Id="rId73" Type="http://schemas.openxmlformats.org/officeDocument/2006/relationships/tableStyles" Target="tableStyles.xml"/><Relationship Id="rId72" Type="http://schemas.openxmlformats.org/officeDocument/2006/relationships/viewProps" Target="viewProps.xml"/><Relationship Id="rId71" Type="http://schemas.openxmlformats.org/officeDocument/2006/relationships/presProps" Target="presProps.xml"/><Relationship Id="rId70" Type="http://schemas.openxmlformats.org/officeDocument/2006/relationships/slide" Target="slides/slide67.xml"/><Relationship Id="rId7" Type="http://schemas.openxmlformats.org/officeDocument/2006/relationships/notesMaster" Target="notesMasters/notesMaster1.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2-10T13:23:07"/>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16087 12397 68 0,'0'0'19'0,"0"-24"-3"0,0 0-2 0,0 13 1 0,0-2 2 0,0 26 4 0,0 11-17 0,12 24 0 0,0-12 1 0,0 25 0 0,12-2 0 0,0 15-1 0,-24 23-2 0,0 132 2 0,0-95-3 0,0 11-1 0,-11-12 0 0,11-24 0 0,0-1 0 0,11-12 1 0,0-11 0 0,3 0 0 0,-14 0 0 0,0 0 0 0,0 0 0 0,-14-1-1 0,14-12 0 0,0 50-1 0,-11-74 2 0,11-12-1 0,0 0 0 0,0-11 0 0,0-1 0 0,-11-12 0 0,11 0 0 0,0-1-2 0,0-11-70 0,0-35 29 0,0-1-17 0,0 36 32 0</inkml:trace>
  <inkml:trace contextRef="#ctx0" brushRef="#br0">16062 14405 25 0,'-24'-11'25'0,"-12"-26"17"0,36 13-25 0,0 0-3 0,0 11-5 0,12 13 1 0,-12 0 2 0,12 13-2 0,0 22-3 0,0 2-1 0,13 0-1 0,-13-1 0 0,-12 0-3 0,12-12-1 0,0-11 0 0,0-13 1 0,12 0 0 0,0-37 0 0,61-83 1 0,-49 70-2 0,2 2 0 0,-3 0 1 0,-23 11-2 0,12 14-1 0,-12-1-5 0,-12 0-33 0,0-1-76 0</inkml:trace>
  <inkml:trace contextRef="#ctx0" brushRef="#br0">13656 10693 49 0,'0'-13'11'0,"0"13"-1"0,0 0-4 0,0 25 9 0,11 22-2 0,2 2-7 0,-13 72 1 0,12-60-4 0,-12-25 0 0,0-12 3 0,0 1 2 0,0-25 12 0,0-14-12 0,0-9-6 0,0-25 0 0,0-13 0 0,0 0-1 0,12-24 0 0,-12-24 0 0,0 50-1 0,24-26 1 0,-12 49-1 0,12-12 0 0,1 23 1 0,11 25-1 0,-24-12 1 0,24 24-1 0,-12 0 0 0,1 25 1 0,-13 11-1 0,-12 1 1 0,0-1-1 0,-24 11 0 0,-2-21 0 0,-9-2 0 0,-1-25 1 0,0 2-1 0,11-13 0 0,1 0 0 0,12-13 1 0,0 2-1 0,12 11-1 0,0 0 1 0,24 11 0 0,-12 13 0 0,12 13 0 0,13 0 0 0,-13-1 0 0,0 0 0 0,0 1-1 0,0-1-3 0,1-12-9 0,11 11-11 0,0-35-13 0,-12 14-6 0,1-14 7 0,-1-14 23 0</inkml:trace>
  <inkml:trace contextRef="#ctx0" brushRef="#br0">14139 10983 15 0,'0'-12'10'0,"12"-13"22"0,1-11-2 0,-1 24-7 0,12-25-5 0,0 13-6 0,-12 0-5 0,23 0-3 0,-22 0-1 0,0 11 0 0,-13 2-1 0,0-2 2 0,-13 13-1 0,-11 0-1 0,-12 0-1 0,-12 24 0 0,11 13 0 0,-11 0 0 0,24 11 0 0,24 0-1 0,0 1 0 0,36-13 0 0,12-12 0 0,13-1 0 0,-2-23 1 0,15 0-1 0,-14-11 1 0,1-13-1 0,-13-12 1 0,-24-1 0 0,-11 1 0 0,-13-13 0 0,0 14 1 0,-25-15 1 0,1 26 1 0,12 13 0 0,0-2-1 0,0 13-1 0,0 0-2 0,12 37 0 0,0-1 0 0,12 24 0 0,0 13 0 0,0 12 1 0,0 12-2 0,0-12 1 0,0-1 1 0,0-12-1 0,1-11 0 0,-13-13 0 0,0-11 0 0,0-25-1 0,-13 0 2 0,13-24-2 0,-24-24 1 0,12-1-1 0,0-24-1 0,0-11-2 0,0-24-1 0,0-1 0 0,48-193 2 0,12 229 3 0,1 24 1 0,0 26 0 0,-1-1 2 0,0 24-2 0,-12 23 0 0,-12 2 1 0,-12 11-1 0,-12 1 0 0,0-1 0 0,-132 61 1 0,71-98-8 0,13 3-11 0,11-28-16 0,25-9-35 0,0 23 19 0</inkml:trace>
  <inkml:trace contextRef="#ctx0" brushRef="#br0">14938 10789 82 0,'0'24'20'0,"0"13"-9"0,0-13 2 0,0 12-3 0,0 37-2 0,0-37-5 0,12-24 1 0,-12-12 4 0,0 0 4 0,0-24-5 0,0 0-3 0,12-13-2 0,-12-11-2 0,12 0 0 0,0 11-4 0,1 13-7 0,11 11-2 0,-2 2-2 0,4 11 1 0,9 11 2 0,-11 14 4 0,1 0 1 0,0 10 2 0,-14-10 3 0,2 11 3 0,-2-12 2 0,2-11 4 0,-1-13 4 0,12 0 1 0,-12 0-2 0,0-13-2 0,13-23-2 0,-1 0-3 0,0 12 0 0,-12-50 0 0,-12 63 1 0,0-2 0 0,-24 2-2 0,0 11 0 0,0 24-1 0,-13 12 0 0,25 0 0 0,-12 49-1 0,24-48-1 0,24-1 1 0,49-12 0 0,-37-24 1 0,11-12-1 0,16-36 2 0,-17-1-1 0,-9 13-1 0,-24 12 0 0,11-37 2 0,-24 48 0 0,0 2 1 0,0 11-1 0,48 36-2 0,-12 0 0 0,1-12 0 0,-13 1 0 0,-12-1 0 0,-12 0 0 0,-12 1 2 0,-24-13-1 0,-13 12 0 0,1-24 1 0,12 12-1 0,-1-12 0 0,37 0-1 0,24 0 0 0,25-12-1 0,23-12 1 0,26 12-1 0,-13-13 0 0,-14 13 0 0,-10-24 0 0,-13 24 1 0,-36-12 1 0,-12 11 0 0,0-11-1 0,-24 0 1 0,-12 0 0 0,0 24 0 0,-13-13 0 0,24 13 0 0,-10 13 0 0,23 35-1 0,37 25 0 0,10-37-1 0,-23 1 1 0,26-1 0 0,-27-12 0 0,25-12 0 0,-24-12 0 0,12 0 2 0,0-12-1 0,1-24 0 0,-1 12 0 0,-12-13 1 0,24-11-1 0,-23 11-1 0,-2 13 1 0,0 12-1 0,-11 12-1 0,14 0 1 0,-2 25 0 0,-12 10 0 0,12 14 0 0,13-13 1 0,-14 1-1 0,13-13 0 0,0 0 0 0,2-24 0 0,-15 0 1 0,0-12 0 0,2-12 0 0,23-12-1 0,-24-1 0 0,12 1 0 0,1 0 0 0,-13 12 1 0,0-1-2 0,12 13 1 0,-12 12 0 0,0 0-1 0,1 12 1 0,-2 13 0 0,0 10 0 0,15-10 0 0,-14 11 0 0,13-12 0 0,-3 1 0 0,15-1 0 0,0-24-1 0,-26 0 2 0,14-12-1 0,-1-12 0 0,0-13 0 0,-12-11 0 0,1 0 1 0,-1-13-1 0,-12-11 0 0,0-1 0 0,0 0 1 0,-12 25-1 0,12 24 0 0,-13 12 1 0,13 12-2 0,0 12 0 0,0 12 2 0,0 11-1 0,0 27 0 0,0-2 0 0,25 1-1 0,-13 11 1 0,0-24 0 0,0 1 0 0,0-25-1 0,-12-12 2 0,-12-12-1 0,0 0 1 0,-12-24-1 0,-1 0 0 0,1-13 0 0,24 13 0 0,0-13 0 0,12 13-1 0,25 13 1 0,23-13 0 0,1 24 0 0,10 0 0 0,3 0 0 0,-2 0 0 0,-23 0 0 0,-25 0 0 0,-24 0 0 0,0 11 0 0,-24-11 1 0,-13 13-1 0,13 11 0 0,-12 0 0 0,12 13 0 0,0-13 0 0,24 12-1 0,0-12 1 0,35 0 0 0,-10 1 0 0,11-13 0 0,1-12 0 0,-13 0 1 0,0-12-1 0,1-13 0 0,-14-11 0 0,2 12 1 0,-2-13-1 0,-11 1 0 0,0 24 0 0,13-1 0 0,-13 13-1 0,0 0 1 0,12 0 1 0,-12 25-1 0,12 0-1 0,12-1 1 0,-11 12 0 0,9-12 0 0,3 0-1 0,0-12-1 0,-14 1-4 0,26-1-10 0,-13-24-3 0,-12-1-13 0,12-11-20 0,-11 0-15 0</inkml:trace>
  <inkml:trace contextRef="#ctx0" brushRef="#br0">17756 10426 51 0,'0'-48'44'0,"-12"11"-9"0,12 26-7 0,-12 11-10 0,0 0-10 0,12 11-4 0,-12 62 3 0,12-24-6 0,12 11 1 0,-12 13-1 0,24 120 0 0,-12-145-1 0,-12-11-1 0,13-1 0 0,-13-12-4 0,-13-12-6 0,13 1-5 0,0-13-8 0,-12 0-14 0,12 0-50 0</inkml:trace>
  <inkml:trace contextRef="#ctx0" brushRef="#br0">17671 10752 63 0,'0'0'22'0,"0"-11"-5"0,24-2-3 0,1-10 7 0,11 23-5 0,12 0-6 0,2 0-4 0,-3 0-2 0,-11 23-3 0,-24 1 1 0,0 13 0 0,1 0-1 0,-13-26 0 0,0 26-2 0,-13-25-4 0,13 0-13 0,-12 0-11 0,12-12-24 0,0 0-10 0</inkml:trace>
  <inkml:trace contextRef="#ctx0" brushRef="#br0">18058 10523 53 0,'0'0'0'0,"0"-24"19"0,61 24-26 0,-37 24-36 0,-11-24 23 0</inkml:trace>
  <inkml:trace contextRef="#ctx0" brushRef="#br0">18241 10717 45 0,'0'0'42'0,"11"0"-19"0,-11 0-2 0,0 11-8 0,0 13-7 0,0 13-4 0,-11 0 0 0,11-2 0 0,0 2-1 0,11-1-1 0,0-11 2 0,2-13 0 0,-13 0 2 0,12-12 1 0,12-12 2 0,-12-13-5 0,0-11-1 0,-12 0 0 0,12-12 0 0,1 11-1 0,47-59 1 0,-36 83-1 0,0 0 0 0,-11 13 0 0,-1 13 1 0,0 12 1 0,-12 11 0 0,12-1-1 0,0 75 3 0,1-86-2 0,22-12 3 0,-11-24-3 0,13-12-1 0,-13-12 0 0,12 12-1 0,0-13 0 0,-11 13 0 0,-13 24 0 0,0-13-1 0,-12 26 0 0,12 83 2 0,0-47 0 0,25-25-1 0,-1 1 0 0,13-13 1 0,36-24-5 0,-50-25-25 0,-11-11-108 0</inkml:trace>
  <inkml:trace contextRef="#ctx0" brushRef="#br0">15155 11333 109 0,'-12'-11'22'0,"-1"-2"-17"0,13 26-3 0,-11-2 10 0,-13 26-1 0,13 11-4 0,-2 25-4 0,13-14 0 0,-12 15 0 0,12-15-1 0,0 2-1 0,0-13 0 0,12-11 0 0,-12-24 0 0,0-2 1 0,0-11 1 0,13-11 1 0,-2-14-3 0,13-11-1 0,12-1 0 0,0 2-1 0,1 22 0 0,11 0 0 0,-11 13 2 0,-1 0-1 0,-24 26 0 0,24-2 0 0,-25 11-1 0,-11-22 2 0,0 23 0 0,-11-24 2 0,-25 12 1 0,-37-11-2 0,25-13-1 0,12 0-4 0,12-13-7 0,11-11-13 0,1 12-20 0,37-24-59 0</inkml:trace>
  <inkml:trace contextRef="#ctx0" brushRef="#br0">15651 11600 74 0,'-12'0'22'0,"-12"0"-8"0,12 24 2 0,0 0 4 0,-12 24-5 0,24-11-11 0,24-2-2 0,-12-11 0 0,24 1 1 0,0 0 0 0,13-14-2 0,-13-11 1 0,-1 0-1 0,-9-11 0 0,11-14 0 0,-15-35-1 0,-9 24-1 0,-1-2 0 0,-12 3 1 0,12-1 0 0,-12 24 1 0,0 12-1 0,12 0 1 0,-12 12 0 0,0 12 0 0,0-1-1 0,14 14 1 0,-3 0-2 0,0-2-1 0,2-11-8 0,-13 1-15 0,12 11-31 0,12-36-26 0</inkml:trace>
  <inkml:trace contextRef="#ctx0" brushRef="#br0">16160 11636 102 0,'0'-12'10'0,"11"12"-3"0,-11 0-3 0,11 0 8 0,3 12-2 0,-2 24-5 0,0 1-2 0,0-2 0 0,-12 2 1 0,13-1 0 0,-2-24-2 0,-11 1 2 0,0-2 2 0,0-35 10 0,-11 12-14 0,11-24 0 0,0-1-1 0,0-11-1 0,11 11 0 0,0 14 0 0,14-13-5 0,-1 36-5 0,1-12-10 0,11 12-15 0,0 12-65 0</inkml:trace>
  <inkml:trace contextRef="#ctx0" brushRef="#br0">16788 11370 55 0,'0'-24'22'0,"12"-13"13"0,0 24-7 0,-12 13-4 0,-12 0-12 0,12 0-7 0,-12 26 0 0,0 9-2 0,0 38 1 0,0 0-2 0,12-37 0 0,0 49-1 0,12-37-1 0,-12 13 1 0,0-13-1 0,-12-12 0 0,12-24 1 0,0 1-1 0,0-2 1 0,-13-11 1 0,13-11 1 0,13-39-2 0,-13 15-3 0,12-13 0 0,-48-37-5 0,12 73 7 0,-1 0-1 0,-11 12 2 0,12 12-1 0,0 12 0 0,12-1 0 0,12 14 0 0,36 35-1 0,-1-59 0 0,2-2-14 0,11-11-25 0,13 13-73 0</inkml:trace>
  <inkml:trace contextRef="#ctx0" brushRef="#br0">17054 11792 103 0,'0'0'10'0,"0"0"27"0,12-11-18 0,0-2-13 0,25 13-4 0,-26-24 0 0,14 1-1 0,-1 11 0 0,-12-25 0 0,-12 13 0 0,0-12 0 0,0 12 0 0,-24-1 1 0,12 12-1 0,-13 13 1 0,3 0-1 0,-4 26 0 0,2-14 0 0,11 24 0 0,2-1 0 0,0 2-1 0,11 0 0 0,11-2 0 0,13-11 1 0,13 1-1 0,-2-13 0 0,-10 1 1 0,48-38 1 0,-49 13-1 0,0-25 0 0,36-22 0 0,-35 22 0 0,-13 13-1 0,12 0 0 0,-11 12 0 0,9 12 0 0,-22 0 1 0,25 47-1 0,-25-10 1 0,14-12-1 0,-14 11 0 0,11-1 0 0,0-22 0 0,-11-1 0 0,13-12 1 0,-2 0 0 0,2 0 0 0,23-25 0 0,-12-10-1 0,13 11 0 0,-1-13 0 0,0 0-1 0,1 2 1 0,-13 23 0 0,11 0 0 0,-11 12 0 0,-11 0 1 0,-1 24-1 0,2 0 1 0,-14 0 0 0,11 0-1 0,0 1 0 0,2-13 1 0,11-1-1 0,0-22 0 0,0-1 0 0,1-37-11 0,11 13-97 0,-36 24 39 0</inkml:trace>
  <inkml:trace contextRef="#ctx0" brushRef="#br0">25678 15251 26 0,'12'-11'15'0,"0"-2"-3"0,13 2 2 0,-13 11-2 0,0 0-1 0,-12 0-2 0,12 0 0 0,-12 11 2 0,12 13-2 0,0 2-1 0,-12-2-3 0,24 11 1 0,0 15-1 0,1-15-2 0,96 123 4 0,-86-123-5 0,2 15-1 0,-13-26 0 0,0 11 0 0,-11-22 0 0,-13-2 1 0,0 2 0 0,0-26 8 0,12 2-10 0,-12-13 0 0,24-85-7 0,-12 73 5 0,-12-12 3 0,0 23-1 0,12 13 0 0,-12 12 1 0,0 12 0 0,12 49 2 0,0-13-1 0,-12 49 3 0,-12-74-3 0,0-10 1 0,-12-2-1 0,0 2-1 0,-1 0 0 0,1-13-1 0,0 0-8 0,12 0-42 0,12 12-56 0</inkml:trace>
  <inkml:trace contextRef="#ctx0" brushRef="#br0">25220 16087 58 0,'-14'0'13'0,"-10"-12"10"0,-1 0-2 0,3 12-3 0,-3 0-3 0,25 0-13 0,0 24 0 0,12-12 0 0,12 12 1 0,0 13 0 0,26-13 0 0,-15 0 0 0,-11 11 0 0,12-11-1 0,-36 13 1 0,12-24 3 0,-24-2 2 0,-24 13-1 0,-1-24-4 0,-23 0-1 0,13 0-1 0,10 0 0 0,0-11-6 0,26-2-14 0,-2 2-25 0,26-2-70 0</inkml:trace>
  <inkml:trace contextRef="#ctx0" brushRef="#br0">25412 15941 71 0,'0'-24'17'0,"-12"0"3"0,12 12 0 0,12 12-7 0,-12 0-7 0,12 36 0 0,1 13 1 0,-13 11-2 0,11 1-1 0,-11 12 0 0,0-14-2 0,11 3-1 0,-11-15-1 0,14 1 1 0,-14-22-1 0,0-26 0 0,0 11 2 0,0-11 1 0,12-11 3 0,-12-15-6 0,12 2-1 0,13-11-2 0,-3 11-2 0,-9-13 0 0,24 13 1 0,-13 11 2 0,0 2 1 0,-12 11 0 0,12 0 0 0,-12 0 2 0,-12 24 1 0,0 0 0 0,0 1-1 0,0-2 0 0,0 1-1 0,0 0 1 0,0-11-1 0,49-13 2 0,-25-13-1 0,12-11-1 0,-11 0 1 0,-1 13-1 0,0-26 0 0,0 24 1 0,-11 2-1 0,-13 11 0 0,11 0 0 0,-22 0 0 0,11 35 0 0,-13-9 0 0,13-2 0 0,13 0 0 0,-2 11 0 0,13-35 0 0,-12 13 1 0,73 0 0 0,-85-13-1 0,12-13 1 0,-12 0 1 0,0 2-1 0,-12-26 0 0,-13 26 0 0,3-13-1 0,-4 12 0 0,14-13 1 0,12 25-1 0,-12-13 0 0,24 2 0 0,13-2 0 0,47 13-1 0,-36 0 1 0,1 0-1 0,11 37 0 0,-24 0-1 0,0-13 2 0,-24 0 0 0,13-13-1 0,-13 2 2 0,0-13 1 0,-13-13-1 0,2-11 0 0,11 0-1 0,-13 13 1 0,13-15-1 0,24 2-1 0,-11 24 0 0,24-11-2 0,-2 11-3 0,15 0 0 0,-15 0 0 0,13 0 2 0,-12-24 4 0,-11 0 0 0,-13-12 0 0,-12-1 2 0,0 1 1 0,-37-37 9 0,25 49-6 0,-12 0-2 0,12 11 0 0,0 26-5 0,12 11 1 0,0 12-1 0,12 13 0 0,0-1 1 0,0 13-1 0,0-25 1 0,-12-12-1 0,0-13 2 0,-12 2-1 0,12-13 2 0,0-13 0 0,61-58-1 0,0 47-6 0,11 10-33 0,0 3-99 0</inkml:trace>
  <inkml:trace contextRef="#ctx0" brushRef="#br0">25267 16656 50 0,'0'0'0'0,"-12"-13"17"0,12 13-7 0,12 0 22 0,-12 25-21 0,24 11-6 0,-12-1-2 0,0 2-1 0,0 0 0 0,-12-13 0 0,0-13 3 0,0 2 8 0,0-13 2 0,-12 0-8 0,0-24-1 0,0 0-2 0,0-50 1 0,24 51-5 0,0-13 0 0,12-1 0 0,108 24-49 0,-82 26 15 0,-15 12-13 0,15-1-9 0</inkml:trace>
  <inkml:trace contextRef="#ctx0" brushRef="#br0">25714 16728 14 0,'0'0'0'0,"0"0"38"0,-12-24-6 0,12 0-4 0,-12 12-5 0,-24-13 6 0,24 25-21 0,-12 0-4 0,13 25-2 0,-15-13-2 0,14 24 0 0,12 0 0 0,0-12-1 0,0 1 1 0,12-13 1 0,1-1-2 0,0-11 1 0,-2 0 1 0,0-23-1 0,2 11 1 0,-1-14-1 0,0-9 1 0,0 23-1 0,-12 0 0 0,12 12 0 0,-12 0 0 0,12 12 0 0,13 11-1 0,-13 1 1 0,12 2 0 0,0 9-8 0,0-11-15 0,0 13-72 0,-24-50 72 0,13-11 11 0,-13 13 11 0,12-25 7 0,-12 11 13 0,12-12 6 0,12 14-1 0,-11-1-2 0,-2 0-5 0,13 12 1 0,-12 12-12 0,-12 12 0 0,0 12-1 0,0 0-2 0,0 12-2 0,0 1 0 0,0-13-1 0,12 0 0 0,-12-13 1 0,0-11 0 0,13-11 1 0,0-13-1 0,-2 0 0 0,0-13 0 0,14 1 0 0,-13 12-1 0,0-12 1 0,12 10-1 0,-12 15 0 0,1 11-1 0,-1 0 1 0,0 0-1 0,0 37 2 0,-12-13-2 0,24 12 1 0,-24 0 0 0,12-12-1 0,0 1 1 0,1-2 0 0,-2-10-1 0,14-13 0 0,0 0 0 0,21-13-3 0,-21-10 4 0,13-2 0 0,-3-12 1 0,-11 14-1 0,-12-1 1 0,-12 0 0 0,0-1 3 0,-24 12-1 0,-1 13-1 0,-21 0 0 0,20 13-1 0,-9 36-1 0,35-25-1 0,0-1 1 0,22 14-1 0,3 0 1 0,0-2-1 0,-12 2 1 0,-2-13 1 0,0 13-2 0,-11-1 1 0,-11 0 0 0,-13-12 0 0,-13 1 1 0,2-13 0 0,-2 0 0 0,-11 0 0 0,23-12 0 0,13-12 0 0,0 0-1 0,24-12 0 0,12-13 0 0,37 1-1 0,23-24-2 0,37-1 0 0,-24 13 1 0,108-73 3 0,-181 97 0 0,-24 12 1 0,0-14 1 0,-24 15-1 0,-48 11-1 0,37 24-1 0,10 1 0 0,1 11-1 0,12-1 1 0,12 2 0 0,24-12-1 0,0 11 1 0,13-25 0 0,-2 2 0 0,2-26-2 0,-13 2-24 0,0-2-107 0</inkml:trace>
  <inkml:trace contextRef="#ctx0" brushRef="#br0">26525 16256 17 0,'0'0'14'0,"-12"-13"5"0,0 2 6 0,-1-2 7 0,1 13-15 0,0 0-8 0,12 13-2 0,0 11 1 0,0 1-2 0,12-2-3 0,25 14 2 0,11-2-1 0,-11-35-2 0,-13 0-2 0,0-11-19 0,0-2-102 0</inkml:trace>
  <inkml:trace contextRef="#ctx0" brushRef="#br0">27565 14598 7 0,'0'0'15'0,"-12"0"3"0,12 0 3 0,-13 0 0 0,13 0-2 0,0 0-5 0,0 0 45 0,0 0-55 0,25 0-2 0,-13 0-1 0,12 13 0 0,25-13 0 0,-1 0 0 0,0 0-1 0,-11 0 0 0,60 13 0 0,-13-1 0 0,-11-12 0 0,12 12 0 0,0-12 0 0,0 12-1 0,-26-12 0 0,2 0 2 0,-13 0-1 0,-12 0 0 0,-23 0 1 0,-13 0-1 0,0-12 3 0,0 12-2 0,-13-12 0 0,13 12 0 0,-12-12-1 0,-12 12 0 0,24 0 0 0,-24-13 1 0,12 0-1 0,-13 13 0 0,14-23 0 0,-14 11 1 0,-11 0-1 0,1-12 0 0,10 11 1 0,-13 2-1 0,16-2 1 0,-3 13-2 0,13-12 2 0,0 12-1 0,12 0 1 0,0 0-2 0,0 0 2 0,12 0-1 0,-12 0 0 0,24 0 0 0,0 12 0 0,0 1 0 0,13-13 0 0,-2 11-1 0,2 2 2 0,11-1-2 0,1 0 2 0,-13-12-1 0,-11 12 0 0,-1 0 0 0,-24-12 0 0,0 0 0 0,0 0 0 0,0 12 1 0,0-12-1 0,0 0 1 0,0 0-1 0,0 11 0 0,0-11 0 0,-12 13 0 0,0 12 0 0,-1-13 0 0,-11 24 1 0,0-13-1 0,-12 14 0 0,12-12 0 0,-13-2 0 0,13-10 1 0,0-2-1 0,0 2 2 0,12-13-1 0,-1 0-2 0,13 0 2 0,0 0-1 0,13 0 2 0,-1-13-2 0,1 2 0 0,-2-2-1 0,13 2 1 0,-12-1 0 0,12-13 1 0,1 1-1 0,-25 0 0 0,11 0 0 0,-11-12 1 0,13 24-1 0,-26-14 0 0,13 26 0 0,0-11 0 0,0 11 0 0,0 0 1 0,-11 0-2 0,11 0 1 0,-13 0 0 0,1 0 0 0,0 0 0 0,-25 0 0 0,2 0 1 0,-15 11-1 0,-9-11 0 0,-2 13 0 0,-11-13 1 0,11 13-1 0,-10-13 0 0,-3 0 1 0,14 0-1 0,24 0 0 0,-1 0 0 0,13-13 0 0,0 13 0 0,12 0 0 0,-1 0 0 0,13 0 0 0,0 0 0 0,0 0 0 0,-12 0 0 0,24 0 0 0,1 0 0 0,23 0 0 0,12 0 0 0,25 0 0 0,12 0 0 0,35 0 0 0,2 0-1 0,-2 0 1 0,-23 0-1 0,-12 0 1 0,-37 0 0 0,-36 0 1 0,-12 0 0 0,-12 0 0 0,-12-13-2 0,0 13 2 0,-1 0-1 0,14-11 0 0,-2 11 0 0,13 0 0 0,0-12 0 0,-12 0 1 0,0 0-1 0,-12-12 0 0,-11 0 0 0,-3-1 0 0,2 13 1 0,-12 0-2 0,24 0 2 0,12 12-2 0,0 0 1 0,24 0-1 0,24 0 1 0,1 0 0 0,10 12 0 0,-9-12 0 0,9 12-1 0,2-12 1 0,-1 24 0 0,-12-11 0 0,-12-2-1 0,-11 2 1 0,-13-1 0 0,0-12 0 0,0 24 1 0,0 0-2 0,-13-13 1 0,1 27 0 0,0-14 0 0,-12 12 0 0,0-1 0 0,-12 3 0 0,-1-2 0 0,-47-1 1 0,59-22-1 0,12-13 0 0,13 0 1 0,0 0 0 0,0-13 0 0,13 2-1 0,12-13 1 0,-13 11-2 0,23-10-15 0,2 23-131 0</inkml:trace>
  <inkml:trace contextRef="#ctx0" brushRef="#br0">19800 15203 37 0,'0'0'14'0,"0"0"1"0,0 0 24 0,11-11-30 0,-11-1-2 0,13 0-1 0,-13 0-1 0,0-12-1 0,0 10-1 0,0-9-1 0,-13-1-1 0,-11 0 0 0,-11 0 2 0,9 24-1 0,-9-13 0 0,-1 26-1 0,0-1-1 0,36 12 0 0,-13 12 0 0,13 1 0 0,13-1 0 0,-1-12 0 0,12-13-1 0,1 13 1 0,-1-24 0 0,-2 0 1 0,-9 0 1 0,0-11 0 0,-13-2 1 0,13-10-2 0,-13 11 0 0,11 0 1 0,-11-12-1 0,0 10 1 0,0 3 0 0,0 11 1 0,0 0 0 0,0 0 0 0,11 25-3 0,-11-13 0 0,13 12 0 0,-13 11 0 0,11 2-1 0,2 0 1 0,-13 11 0 0,12 13 0 0,0-2 0 0,-12 2 0 0,12-12 0 0,-12-1 0 0,0-11 0 0,0-13 0 0,-12-12 2 0,0 0 1 0,-24 0 0 0,12 0-1 0,-13-12 0 0,-47-12 1 0,48-12-1 0,12 0-1 0,11-73 1 0,37 48-1 0,1-12-1 0,24 26 0 0,10-15-1 0,2 26-14 0,-1 0-32 0,-23 24-47 0</inkml:trace>
  <inkml:trace contextRef="#ctx0" brushRef="#br0">20126 15336 80 0,'0'0'0'0,"-13"-35"35"0,13 22-14 0,0 26-2 0,0 22-13 0,0 15-3 0,13 9-1 0,0 2 0 0,-13 0-1 0,0-1 0 0,0 1-5 0,-26-13-41 0,2-24-61 0</inkml:trace>
  <inkml:trace contextRef="#ctx0" brushRef="#br0">17199 15227 27 0,'0'-11'9'0,"25"-13"11"0,-25 24-7 0,0-12-1 0,-13-24 6 0,-11 24-10 0,0-2 2 0,-35-9 5 0,21 23-11 0,13 0-1 0,14 23-2 0,0 15 0 0,11-2-2 0,0-1 0 0,22 15 1 0,3-26 1 0,0-24 0 0,23 11 2 0,-36-35-1 0,12 1 0 0,-24-15 1 0,12 3 0 0,-12-1-2 0,0 12 0 0,0-1 0 0,0 13 0 0,0 0 0 0,0 12 0 0,12 85 0 0,0-37-2 0,-12 13 1 0,13-2 0 0,-1 15 1 0,-12 10-1 0,0-11 0 0,0-13 0 0,0-35 1 0,-37-1 22 0,13-24-17 0,0-24-3 0,12-1 0 0,-1-11-1 0,13-12-1 0,0 11 0 0,0-11 0 0,13 11-2 0,11-11-1 0,37-24-5 0,-13 59 5 0,1 2 0 0,-13-1 2 0,-11 24-2 0,-14-12 1 0,2 24 0 0,-13 0 1 0,0 11 1 0,0-9-1 0,-13-2-1 0,13 0 1 0,0-13 0 0,35 2 0 0,-10-13 1 0,11-13-1 0,13-11 1 0,-13-11 0 0,-24-2-1 0,1 0 2 0,-26 13 1 0,-11 1-1 0,-25 23-1 0,3 0-1 0,7 12-2 0,4 23-38 0,24 2-68 0</inkml:trace>
  <inkml:trace contextRef="#ctx0" brushRef="#br0">22763 15216 44 0,'0'-13'12'0,"0"-34"13"0,0 9-4 0,0-9-4 0,0 11-5 0,-36 24-4 0,12-1-4 0,-25 13-2 0,1 37-1 0,-1-1 0 0,25 13 0 0,12 11-2 0,0-12 2 0,36-11-1 0,0-26 0 0,13 2 1 0,-1-13 0 0,1-36 1 0,-1 11 0 0,0-23 0 0,-23 0 1 0,-13-1-3 0,11 13 2 0,-11 0-1 0,-11 11 0 0,11 1 1 0,0 48 0 0,0 13-1 0,11 11-1 0,0 13 1 0,2-2 0 0,-13 3 1 0,13 9 0 0,-13-10-1 0,-13 0 0 0,0-13 1 0,2-11 2 0,0-1 2 0,-26-24 0 0,25-12-1 0,-12 12-2 0,-1-12-1 0,1 0-1 0,12 0-6 0,0-12-27 0,0 12-40 0,12 0 9 0</inkml:trace>
  <inkml:trace contextRef="#ctx0" brushRef="#br0">22933 15373 87 0,'24'-24'21'0,"36"0"1"0,-23 11-2 0,-13 2-7 0,-12 11-5 0,-12 0-6 0,12 24 0 0,-12 0-1 0,-12 13 0 0,-12-2-1 0,12 2 1 0,-1-1-1 0,1-24 1 0,12 12-1 0,0-24 0 0,0 13 1 0,25-13 2 0,11-13-1 0,13 2-1 0,11-2-17 0,-13 13-112 0</inkml:trace>
  <inkml:trace contextRef="#ctx0" brushRef="#br0">25135 15095 55 0,'-13'-36'26'0,"1"-13"-1"0,0 13 3 0,-25 36-18 0,1 61-10 0,24 36 0 0,12-49 0 0,37-36 2 0,-15-36 0 0,-8 0-1 0,22-49 1 0,-12 0 0 0,-24 49 2 0,11 24-2 0,2 24-1 0,-13 25 0 0,12 120 3 0,-12-97-2 0,0-11 0 0,-25-13-2 0,14-11 2 0,0-13 0 0,-38 0 2 0,24-12-2 0,14-12-4 0,-2 0-17 0,1-12-20 0,0 0-64 0</inkml:trace>
  <inkml:trace contextRef="#ctx0" brushRef="#br0">25220 15277 51 0,'0'0'0'0,"95"-37"63"0,-46 24-37 0,-13 2-11 0,1 11-7 0,-26 0-4 0,-11 11-2 0,0 13 1 0,-24-10-1 0,0 22-1 0,0-25-1 0,24 13 0 0,-12 0 0 0,36-11 0 0,0 11 0 0,12 0 0 0,-11-11 0 0,-13 11 0 0,0-12 0 0,-36 12 1 0,-12-12 0 0,-13-12 1 0,1 13-2 0,-1-13-15 0,25 11-65 0,24-11 21 0</inkml:trace>
  <inkml:trace contextRef="#ctx0" brushRef="#br0">27735 15265 51 0,'0'0'0'0,"0"-49"45"0,0 25-22 0,-13-12-8 0,-11 24-7 0,-12 12-6 0,-1 0 0 0,-11 24-1 0,24 11-2 0,11 13 0 0,2-11-1 0,22 0 2 0,14-13 0 0,11-13 1 0,13-11 0 0,-13 0 0 0,-12-35 2 0,-12-2 1 0,1 0 0 0,-13 2 0 0,0-1 0 0,0 24 0 0,0-12 1 0,0 24-3 0,11 0-2 0,-11 24 0 0,25 0 0 0,-25 35-1 0,24-9 1 0,-24 9 0 0,0 136-1 0,-24-147 1 0,12-11 1 0,-1-13 2 0,-11-12 3 0,12-12 1 0,-24 12-3 0,0-12-2 0,23-12 0 0,-23 0-2 0,24 0 0 0,-12-26-71 0,24 15-18 0,12 11 57 0</inkml:trace>
  <inkml:trace contextRef="#ctx0" brushRef="#br0">27940 15458 54 0,'12'-24'27'0,"0"11"-1"0,-12 2-3 0,0 11-6 0,0 0-12 0,-12 24-4 0,0 12 1 0,-1 0-1 0,2 13 0 0,0 10 1 0,11-33 0 0,11-14 2 0,25-12 2 0,-12 0 0 0,37 0-2 0,-37-12-4 0,12-1-9 0,-24 0-9 0,1 2-6 0,-1-1 0 0,0-12 12 0,-12 0 8 0,0 11 10 0,0 2 10 0,-12 11 1 0,12 0-5 0,-12 24 4 0,12 12-4 0,-13 12-5 0,1 1-5 0,12 11-1 0,0 25-63 0,0-50-16 0</inkml:trace>
  <inkml:trace contextRef="#ctx0" brushRef="#br0">28303 11696 58 0,'-11'-13'18'0,"-2"13"0"0,1-11-4 0,12-2-1 0,0-10 12 0,0 23-8 0,0 23-9 0,12 39 4 0,-12-15-8 0,0 14-1 0,0 12-1 0,0 24-2 0,0 0 1 0,13 95 0 0,-13-94 0 0,11 11 0 0,-11-12-1 0,0 10 1 0,11-9 0 0,-11 47 0 0,0-48 0 0,0 0 0 0,0 0-1 0,0 132 1 0,0-156 0 0,13-13-2 0,-13 49 3 0,0-60-2 0,0-2 0 0,-13 2 1 0,2 0 0 0,0 11-1 0,-14 1 0 0,12-13 0 0,13 37 1 0,0-61-1 0,0 35 0 0,0-59 0 0,0 0-3 0,-12-24-19 0,-1-59-131 0</inkml:trace>
  <inkml:trace contextRef="#ctx0" brushRef="#br0">30879 19678 255 0</inkml:trace>
  <inkml:trace contextRef="#ctx0" brushRef="#br0">26839 9592 48 0,'0'-36'16'0,"12"-61"38"0,1 72-31 0,-13 25-8 0,12 13 0 0,0 23-6 0,0 12-4 0,0 13-3 0,0 11 1 0,0 0-2 0,-12 2-1 0,0 10 0 0,0-11-4 0,-12-25-7 0,0-11-3 0,0-25-10 0,0-12-17 0,12-12-47 0</inkml:trace>
  <inkml:trace contextRef="#ctx0" brushRef="#br0">26864 9386 96 0,'-13'-24'12'0,"38"-24"5"0,-13 24 0 0,36-2-3 0,-12 2-5 0,25 24-5 0,-2-11-1 0,-9 22-1 0,-14 2-1 0,-12 24 0 0,-24-2 1 0,-12 26 0 0,-36 12-1 0,-2-1-1 0,-9-11-1 0,11-26 1 0,24 2 0 0,24-24 0 0,0 11-2 0,48 0 1 0,24-13 1 0,0 13-1 0,1 1 1 0,0 11-1 0,-37-12 1 0,-23 1 0 0,-2-1 1 0,-47 0 2 0,-12 1 1 0,-181 11 3 0,155-36-6 0,26 0-5 0,36 0-13 0,12-12-27 0,24 0-66 0</inkml:trace>
  <inkml:trace contextRef="#ctx0" brushRef="#br0">27613 9677 132 0,'-48'-13'8'0,"36"13"1"0,-12 25 6 0,0-2-5 0,11 1-4 0,13 13-5 0,0 11 0 0,0-11 0 0,37-1 0 0,-13-12-1 0,24-12 0 0,-11-12 1 0,-1 0-1 0,-12 0 0 0,-12-24 1 0,0 0 0 0,-24 0 0 0,0-13 0 0,-12-11-5 0,-12 11-9 0,-1 13-18 0,13 1-31 0,24 23 11 0</inkml:trace>
  <inkml:trace contextRef="#ctx0" brushRef="#br0">28025 9712 126 0,'-25'-11'11'0,"1"-1"0"0,0 12 2 0,-1 0-1 0,14 12-8 0,11-1-3 0,11 13-1 0,26 13 1 0,-13-13-2 0,13 0 1 0,-1 0 0 0,0-11 0 0,-11-13 1 0,11-13 2 0,-24 2 3 0,0-63 5 0,-36 39-9 0,12 11 1 0,-49-26-3 0,25 39 0 0,-1 11-4 0,1 0-8 0,12 0-11 0,12 11-22 0,12 2-61 0</inkml:trace>
  <inkml:trace contextRef="#ctx0" brushRef="#br0">28363 9447 124 0,'0'0'0'0,"-36"-61"19"0,23 24-7 0,13 13 3 0,0 0-1 0,0 24-9 0,0 13-4 0,0 83 2 0,0-35-1 0,0 24-1 0,0-14-1 0,0 3 1 0,0 83 0 0,0-133-2 0,0-12 2 0,13-12 0 0,-13 0 0 0,24-24 0 0,0-12 0 0,13-13-1 0,-1 13 0 0,0-1 0 0,1 2-1 0,-13-2 1 0,-12 37 1 0,-24 0 0 0,-12 11-1 0,-13 15 1 0,13 9-1 0,0-11 0 0,12 13 0 0,12-13 0 0,36 0 0 0,0 0-1 0,13-11 0 0,22-13-9 0,14 0-24 0,-11 0-52 0,-38-13 32 0</inkml:trace>
  <inkml:trace contextRef="#ctx0" brushRef="#br0">28944 9338 133 0,'-12'-24'13'0,"12"-13"-3"0,0 24 4 0,0 13 2 0,0 0-10 0,0 26-4 0,12 22-1 0,-12 24 0 0,0 1 1 0,13 24-2 0,-2-13 1 0,-11-12-1 0,13 2-1 0,-13-14 1 0,11-24 0 0,-11-12 1 0,0-11-1 0,0-13 1 0,11-13 2 0,2-23-3 0,13 0 0 0,9-12 0 0,-24-13-1 0,26 13 1 0,0 11 1 0,-37 13-1 0,12 24-1 0,-24 0 1 0,-1 11 0 0,1 27 0 0,-12-2 1 0,12-1 0 0,12 2-2 0,0 0 0 0,73 11 1 0,-13-36 0 0,13 0-1 0,-14-12 1 0,26-12 0 0,-12-12-1 0,0-12 1 0,-12 12 0 0,-25-13 1 0,-12 0-1 0,-24 2 1 0,-12 11 0 0,-24-2 0 0,-1 15 0 0,-11 11 0 0,-1 11-1 0,13 15 0 0,0 9 1 0,36 2-2 0,0-1 1 0,12 0 0 0,24 13-1 0,13-13 0 0,11-24 1 0,13 13-1 0,84-25-1 0,-85-13 3 0,1-11-1 0,0-12 0 0,-24 0 0 0,-38-13 0 0,13 0 0 0,-37 14 0 0,2 11 0 0,-49-2 1 0,24 39-1 0,-13 12 0 0,13 11 3 0,11-1-2 0,14 2-2 0,11 0 1 0,24 11 0 0,24-24 0 0,1 13 0 0,23-25 0 0,1-12 0 0,-1 0 0 0,37-49 0 0,-85 13 0 0,-12-13 0 0,-12 1 0 0,0 0 0 0,-12 12 0 0,-12-2 0 0,12 38 0 0,0-11 0 0,12 22 0 0,0 2 0 0,-12 35 0 0,12 0 0 0,12 13 0 0,0 24 0 0,0 0 0 0,-12 12 1 0,0 12-1 0,12-13 0 0,-12 13 0 0,0-24 0 0,0-25 0 0,0-11 0 0,0-25 1 0,-12-12-1 0,12-12 0 0,-12-24 0 0,0-12 1 0,0-13-1 0,-12-35 0 0,11-14 0 0,-11-58 0 0,24 59 1 0,24-36-1 0,25-25 0 0,-1 86 0 0,1 36 0 0,-1 24-1 0,-1 12 1 0,3 12 0 0,-2 11 0 0,-24 14 0 0,-12-1 0 0,-12 13 0 0,-24-13 0 0,-23 0 0 0,-3-24 0 0,-22 0 0 0,11-12 0 0,25 0 0 0,12 0 0 0,24 0 0 0,36 13 0 0,13-13 0 0,46-13 0 0,3 13 0 0,-37-12 0 0,-1 0 0 0,13-12 0 0,-25 0 0 0,-36-13 0 0,1 13 0 0,-13 0 0 0,-13 11 0 0,1 13 0 0,0-11 0 0,12 11 0 0,0 24 0 0,0 0 0 0,24 24 0 0,-11 1 0 0,-2-13 1 0,14 13-1 0,-13-25 0 0,1 0 0 0,-13-13 0 0,11-11 0 0,-11 0 0 0,13-11 0 0,-2-13 1 0,13 0-1 0,12-25 0 0,0 13 0 0,13-13 0 0,0 25 0 0,-13 0 0 0,-12 24 0 0,-11 0 0 0,-2 24 1 0,-11 0-1 0,0 13 0 0,0-1 0 0,13 1 0 0,-2-13 0 0,0-12 0 0,-11 0 0 0,14 0 0 0,11-12 0 0,-14-12 0 0,13 0 0 0,-13 0 1 0,26-24-1 0,-24 11 0 0,-2 1 0 0,2 12 0 0,11 12 0 0,-12 0 0 0,0 12 0 0,-12 12 0 0,12 1 0 0,0-1 0 0,0 0 0 0,-12-12 0 0,13 0 0 0,-1 0 0 0,12-12 0 0,0 0-1 0,-12 0-2 0,-12 0 2 0</inkml:trace>
  <inkml:trace contextRef="#ctx0" brushRef="#br0">31255 9349 126 0,'-13'-11'6'0,"1"-13"-2"0,12 11-5 0,0 2 0 0,25 11-14 0,10 0-75 0</inkml:trace>
  <inkml:trace contextRef="#ctx0" brushRef="#br0">31907 9894 70 0,'0'-12'28'0,"0"0"-3"0,12-13 0 0,13 14 2 0,-13-38-9 0,0 24-12 0,0-10-2 0,-12 11-2 0,-12 12-2 0,-97 12 3 0,73 23-3 0,11 14 0 0,13-1-2 0,-1 0 0 0,13-12 2 0,37 1-1 0,-13-1 1 0,61 0 1 0,-73-12 0 0,13 61-2 0,-25-12 0 0,-12 11 1 0,-13 0 0 0,-11-11 3 0,0 0 0 0,-1-26-1 0,0-22 1 0,13-1-2 0,13-24-2 0,11-12 2 0,24-24-2 0,24-2-6 0,13-9-60 0,-25 33-25 0</inkml:trace>
  <inkml:trace contextRef="#ctx0" brushRef="#br0">28000 10390 95 0,'0'-25'22'0,"-12"-10"-12"0,12 22 6 0,0 13 2 0,0 24-10 0,0 25-1 0,0 24-2 0,0 11-1 0,12 12-2 0,-12 13 0 0,0-11-2 0,12-26 1 0,-12-11-1 0,0-13 0 0,0-25 0 0,0-23 2 0,13-11 7 0,-13-25-8 0,24 0-1 0,0-1 0 0,12 1 0 0,1 12-1 0,11 11 1 0,-24 13 0 0,0 13-1 0,-24 11 1 0,0 0 0 0,-24 0 1 0,-12 1 1 0,-24-13 0 0,11 12-1 0,-12-12-1 0,1-12-3 0,24 0-12 0,25-12-22 0,11 0-77 0</inkml:trace>
  <inkml:trace contextRef="#ctx0" brushRef="#br0">28375 10874 105 0,'0'0'20'0,"0"-13"8"0,0 13-9 0,0 13-6 0,0 23-8 0,0-12-2 0,24 13-1 0,1-1-1 0,-1 0 1 0,12-11-1 0,1-1-2 0,-1-12 2 0,1-12 0 0,-15 0-1 0,4-24 1 0,-2-2 0 0,-11-9 0 0,-2-1-1 0,0-13 0 0,2-35 1 0,-1 71-1 0,-12 2 1 0,0 22-1 0,0 2-1 0,12 23 1 0,0 0 1 0,-12 1-2 0,36-1 0 0,-11 0-11 0,-1-13-15 0,0 3-18 0,0-14-57 0</inkml:trace>
  <inkml:trace contextRef="#ctx0" brushRef="#br0">29016 10922 58 0,'0'-12'32'0,"-13"0"-15"0,13 12-3 0,13 0 4 0,-13 0-7 0,13 24-6 0,0 13-3 0,-13-13-1 0,11 12 0 0,0-12-2 0,2 1 2 0,-13-25 3 0,11 0 9 0,-11-14 0 0,0-9-7 0,13-13-3 0,-1 0-1 0,0-13-1 0,0 13-2 0,13 12-8 0,-1 11-21 0,24 2-32 0,-23 11-24 0</inkml:trace>
  <inkml:trace contextRef="#ctx0" brushRef="#br0">29753 11031 90 0,'-11'-12'45'0,"0"-24"-25"0,-2 12 1 0,-11-13-4 0,12 1-11 0,0 11-3 0,-25 14-3 0,13-2 1 0,-24 2 0 0,-1 22 0 0,1 2-1 0,13 23 1 0,22 0-1 0,-13 1 0 0,26 11 0 0,26-12-1 0,-2 1 0 0,24-13 1 0,0-12-1 0,1-12 1 0,-1 0-1 0,-11-24 1 0,11-14 0 0,-24-9 0 0,12-1 0 0,-23-13 0 0,-13-11 0 0,0-2 1 0,-13-11-1 0,1 2 0 0,-1 10 0 0,-9 25 0 0,9 35 1 0,1 13-1 0,12 13 0 0,0 23 0 0,-12 25 1 0,24-1-1 0,0 13 0 0,1-1 0 0,22-11 0 0,2-1-1 0,11 0 2 0,0-11-2 0,13-13 2 0,-1-13-1 0,1-9 0 0,-2-14 0 0,4-14 0 0,-28-21 0 0,1-1 0 0,-11-1 0 0,-25-11 0 0,0 0 0 0,-25 24 0 0,-46-1 1 0,46 37-1 0,0 12 0 0,12 0 0 0,13 13 0 0,13 11 0 0,24-11 0 0,-2-1 0 0,63 25 1 0,-50-49-1 0,-12-12 0 0,-11 0 0 0,11-24 0 0,1-13 0 0,-26 13 1 0,26-12-1 0,-13-1 0 0,-11 13 0 0,9 0 0 0,3 24 1 0,-13 12-1 0,36 73 0 0,-23-37 1 0,-25-36-1 0,24 13 0 0,0-13 0 0,13-12 0 0,11 0 1 0,-24-37-1 0,11 13 0 0,-9-12 1 0,-2 12-1 0,0 11 0 0,-13 26 0 0,14 35 1 0,-1-24-1 0,1-1 0 0,23-9 0 0,0-14 1 0,49-61-2 0,-73 37-1 0</inkml:trace>
  <inkml:trace contextRef="#ctx0" brushRef="#br0">3870 14648 19 0,'0'0'0'0,"-24"-37"23"0,11 24 0 0,2-10 4 0,0 11-4 0,11 12-8 0,11 0-7 0,0 12-2 0,2 0-2 0,24-1 1 0,-24-11 3 0,22 0-1 0,1-11 1 0,0-25-2 0,13-12-4 0,12-13-2 0,-1-11-11 0,37-13-133 0</inkml:trace>
  <inkml:trace contextRef="#ctx0" brushRef="#br0">6205 14575 59 0,'0'0'0'0,"-36"-12"30"0,36 12-17 0,0 12 1 0,0 11 0 0,12 15-5 0,23-14-3 0,2-12 3 0,0 0 6 0,11-36 0 0,25-25-6 0,-1-11-5 0,1-13-5 0,-13 13-24 0,-12-1-98 0</inkml:trace>
  <inkml:trace contextRef="#ctx0" brushRef="#br0">8538 14514 40 0,'0'0'0'0,"-11"-11"18"0,11 22-5 0,0 2 5 0,0 23-2 0,0-1-6 0,36 3-3 0,-11-14 2 0,11-24 5 0,12 0 0 0,1-36-8 0,24-13-3 0,12-12-3 0,0 1-25 0,-2 0-87 0</inkml:trace>
  <inkml:trace contextRef="#ctx0" brushRef="#br0">10741 14587 40 0,'0'0'4'0,"-12"24"5"0,12 13 3 0,0-1 1 0,0-13-2 0,24 1-2 0,0-11 2 0,11-13 5 0,2-24-2 0,24-24-6 0,-1-13-3 0,13-11-4 0,12 11-7 0,-1 1-48 0,-47 47-9 0</inkml:trace>
  <inkml:trace contextRef="#ctx0" brushRef="#br0">13027 14490 85 0,'0'-24'8'0,"-13"12"4"0,13 0-9 0,0 12 1 0,13 24 7 0,-1 24-3 0,0-11-4 0,12 10-3 0,0-21 2 0,11-14 7 0,26-37 2 0,24-35-5 0,12-1-4 0,-12-11-21 0,-37 35-82 0</inkml:trace>
  <inkml:trace contextRef="#ctx0" brushRef="#br0">27601 15676 23 0,'0'-12'27'0,"-12"0"-9"0,24 0 2 0,0-25 0 0,13 13-7 0,11-12-5 0,0-1-3 0,-11 13-3 0,-14 12-1 0,2-13-15 0,-1 14-86 0</inkml:trace>
  <inkml:trace contextRef="#ctx0" brushRef="#br0">26766 13837 41 0,'-11'-24'29'0,"0"0"-5"0,-3-12-2 0,14 24-3 0,-12-1-7 0,12 0-5 0,0 13-1 0,0 0-4 0,12 26 0 0,-12 9 0 0,14 13 1 0,-14 2-2 0,0 22 1 0,11-11-1 0,-11-1-1 0,0-11 1 0,0-1 0 0,0-1-1 0,-11-23 0 0,11 2 1 0,0-15-1 0,0 2 1 0,0-26 6 0,0 2-7 0,0-15 1 0,0-9 0 0,0-13-1 0,0-2 0 0,0-9-2 0,0-2-1 0,0-12 2 0,11 25 0 0,-11 24 2 0,0 11-2 0,0 2 2 0,0 22-2 0,0 2 1 0,-11 24 1 0,11-13-1 0,-14-13 0 0,14 2 1 0,25-1-6 0,10 0-46 0,-10-12-26 0</inkml:trace>
  <inkml:trace contextRef="#ctx0" brushRef="#br0">29476 13874 71 0,'12'-37'24'0,"12"-47"30"0,-12 59-36 0,-12 12-10 0,12 26-5 0,-12 24-1 0,0 11 0 0,-12 13 0 0,12 11 0 0,0 1-1 0,12-13-1 0,-12 1 1 0,0-14-1 0,0-23 0 0,-12 0 2 0,0-10-1 0,12-2 2 0,-36-24 0 0,11-13-2 0,14-12 0 0,0-10-1 0,-14 9 1 0,25-21-1 0,0-14 0 0,0 1 0 0,12 23 1 0,12 37-3 0,0-1 7 0,0 26-1 0,0 11-2 0,25 49-4 0,-25-25-52 0,-24-23-39 0</inkml:trace>
  <inkml:trace contextRef="#ctx0" brushRef="#br0">18639 16160 37 0,'0'0'0'0,"-37"-12"35"0,37 12-20 0,0 0-8 0,0 0-4 0,26 12 0 0,9 0 1 0,1 24 0 0,25-12-2 0,11 25 0 0,26-13-1 0,22-1 0 0,13 2 0 0,36-13 1 0,25-11 1 0,36 11-1 0,24-13-1 0,36 2 0 0,36-13 0 0,25 12-2 0,24-24 0 0,36 12 0 0,13-13 2 0,23 2-2 0,13-2-1 0,12 2 1 0,-1-13-1 0,1-2 1 0,0 2 0 0,-25-11 7 0,-11-1 1 0,-24-2 4 0,-38 3-3 0,-72 11-4 0,-48 24-4 0,-72 0-2 0,-72 12-32 0,-75 0-69 0</inkml:trace>
  <inkml:trace contextRef="#ctx0" brushRef="#br0">1403 15832 34 0,'25'13'2'0,"228"23"25"0,-71 13-21 0,264 23 0 0,-9 1 0 0,192 12 1 0,-193-37-1 0,23-13 0 0,48 3-1 0,26-2-1 0,23-12-1 0,25 0-1 0,25 0-2 0,20-11-1 0,681 11-1 0,12 0 6 0,0-24 6 0,-690-24-7 0,-37-13-1 0,-11 0 2 0,-49 2-1 0,-49-1-1 0,-59 11 1 0,-61 1-18 0,-13-12-102 0</inkml:trace>
</inkml:ink>
</file>

<file path=ppt/ink/ink2.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2-06T13:46:35"/>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12434 13668 77 0,'-11'0'6'0,"-2"-12"8"0,2 12-2 0,11-12 3 0,0 12-1 0,0 0-8 0,0 0-4 0,24 0 3 0,11 24 1 0,13-1 1 0,86 51 5 0,-62-39-9 0,13 2 1 0,-25 0 0 0,25-2 3 0,-37-10-3 0,25 11 0 0,-61-24-3 0,1 0-2 0,-13-12-7 0,0 25-156 0</inkml:trace>
  <inkml:trace contextRef="#ctx0" brushRef="#br0">13547 13535 58 0,'0'0'0'0,"-12"-24"25"0,-1 11-6 0,13 13-7 0,-12 13-10 0,12 11 0 0,12 23-1 0,13 15 3 0,-12 9-1 0,22 3-1 0,-11 11-1 0,0-13 0 0,-11-11-1 0,-13-25 2 0,11-12 1 0,-11 0-1 0,0-24 3 0,0 11 3 0,0-11 0 0,0-11-4 0,-11-13-2 0,-2-12-1 0,13-1 0 0,-12 1 0 0,-12 0-1 0,-12 12 0 0,12-13 0 0,-13 37-1 0,2-12 1 0,-2 24 0 0,1 25-1 0,11-1 1 0,1 0 1 0,12 13-1 0,12-13 0 0,0 0 1 0,24-11-1 0,-12-13 1 0,25 0 0 0,-1-12-1 0,11-12 0 0,3 0-5 0,10-25-19 0,37-11-95 0</inkml:trace>
  <inkml:trace contextRef="#ctx0" brushRef="#br0">13910 13934 81 0,'0'0'0'0,"-13"0"7"0,13 0 0 0,13 0 7 0,-1 0-2 0,0 0-3 0,12-25-3 0,12 1 2 0,-24 0 0 0,25-13-2 0,-26 26-2 0,2-13 0 0,-1 0 1 0,-12 12-1 0,-12-13-1 0,-1 12-1 0,-23 2-2 0,12 11 0 0,-1 11-1 0,-10 2 1 0,23 12 0 0,-26 11 0 0,38-1-1 0,-11 2 2 0,11 0-1 0,11-1 0 0,2 0 1 0,12 1-1 0,0-25 1 0,10 0-1 0,1 0 1 0,0 0-4 0,13-12-13 0,-1-12-27 0,1 12-17 0,-25-12 20 0</inkml:trace>
  <inkml:trace contextRef="#ctx0" brushRef="#br0">14430 13824 60 0,'-11'0'16'0,"11"-11"-10"0,-14-13 8 0,14 24 10 0,-12-13-7 0,12 13-8 0,0 0-3 0,-12 0-1 0,12 0-2 0,0 24 0 0,0 0 0 0,-12 1-1 0,12 11-1 0,0 1-1 0,12-1 0 0,-12-12 0 0,24 1 0 0,1-13 0 0,-14 0 1 0,14-12-1 0,-1-24 2 0,0 11-2 0,0-23 0 0,1 12 0 0,23-25 1 0,-36 25-2 0,1 24 2 0,-13 0-1 0,0 0-1 0,0 0 0 0,11 24 1 0,0 0 0 0,3-11-1 0,-2-1 2 0,12 12-1 0,0-24 0 0,-13 0 0 0,26-12 0 0,-13 0 1 0,0-24-1 0,1-1 2 0,-13 13 1 0,-12-13 3 0,-12 13-2 0,-24 13-2 0,11-1 0 0,-11 12-2 0,12 0 0 0,13 12-2 0,-2-1-3 0,2 2-16 0,11 11-24 0,24-13-44 0</inkml:trace>
  <inkml:trace contextRef="#ctx0" brushRef="#br0">15228 13741 105 0,'0'0'0'0,"-13"-26"19"0,2 15-15 0,-13-25 4 0,-1 36 4 0,0-12-3 0,-10 0-1 0,11 12-6 0,12 24 1 0,-2-1-2 0,-8 14 0 0,9 48 0 0,13-49-1 0,13 0-1 0,9-23 1 0,4-2 0 0,-2 2 0 0,0-13 0 0,0 0 1 0,-12-24-1 0,13 0 1 0,-14-1 1 0,13-24-2 0,1 14 1 0,-13-26 0 0,0 13 0 0,-12-13 0 0,0-11 0 0,0 11-1 0,-12 1 1 0,-12 23-1 0,11 13 1 0,-22 24 2 0,22 0-3 0,-11 24 0 0,11 0 0 0,2 13 1 0,11-1-1 0,0 0 0 0,0 1 0 0,24 10 0 0,-12-9 0 0,13-2 0 0,-1-1 1 0,0 2-1 0,0 0 0 0,-12-2 0 0,12-11 1 0,-11 1-1 0,11-13 0 0,0 1 1 0,0-13-1 0,-11 0 1 0,22 0-1 0,-10 0 1 0,11-25-1 0,-12 0 1 0,12 1-1 0,-11-11 1 0,-1-2 0 0,-12 0 0 0,0 2 0 0,-24 11 1 0,12 0-1 0,-25 11 1 0,14 13-1 0,-14 0-1 0,0 49-1 0,25-25 2 0,0 12-2 0,0 1 1 0,25-13 0 0,-13 0-1 0,12-13 1 0,1 2 0 0,11-13 0 0,-12 0 0 0,-12-13 1 0,13 2-1 0,-1-13 0 0,-12 12 0 0,0 12 0 0,0 0 0 0,-12 0-1 0,13 0 1 0,-2 23-1 0,0 1 2 0,15-11-1 0,-26-2-1 0,12 2 3 0,-12-26 8 0,0 2-7 0,0-13 2 0,-12-37-2 0,36 24-3 0,-11 14-3 0,9 11-14 0,15 0-57 0,-25 12 3 0</inkml:trace>
  <inkml:trace contextRef="#ctx0" brushRef="#br0">14200 14624 79 0,'-12'0'7'0,"-12"0"1"0,-1 0 2 0,-11 0 5 0,0 24 0 0,12-12-5 0,11 35-3 0,13-34-5 0,13 11 2 0,35 1 0 0,-12-13-1 0,-12 12-2 0,25 0 0 0,0 12 1 0,-49-11 3 0,0-1 4 0,-13-13 0 0,1 2-1 0,-24 11-2 0,12-12-2 0,-25-12-2 0,25 0-1 0,0 0-1 0,11 0-4 0,13-12-16 0,0 0-26 0,37-13-24 0,-25 14 18 0</inkml:trace>
  <inkml:trace contextRef="#ctx0" brushRef="#br0">14441 14539 66 0,'0'-36'15'0,"0"11"5"0,0 1 3 0,-11 12-1 0,0 12-7 0,11 0-9 0,0 12-3 0,0 37 2 0,0-13-1 0,11 12-1 0,13 1-2 0,-24-1 0 0,24 12-1 0,-12-12 0 0,0-11-1 0,-12-1-4 0,12-11-10 0,-12-14-15 0,0-11-11 0</inkml:trace>
  <inkml:trace contextRef="#ctx0" brushRef="#br0">14334 14757 67 0,'0'0'0'0,"0"0"9"0,11-13-5 0,13 0 10 0,12 13-1 0,0-11-3 0,13 11-7 0,-1 0 0 0,1 0 2 0,11-13-1 0,-23 13 0 0,0-11 0 0,-2 11 3 0,-23 0-2 0,12-12-1 0,-24 12-1 0,0 0 10 0,0 0-6 0,-12 12-6 0,0-1 0 0,-13 2 0 0,3 24-1 0,22-2 0 0,-24-11 0 0,24 13 0 0,0-13 0 0,0-11-1 0,24-2 1 0,-2-11 0 0,3 0 1 0,-1-24 0 0,25-13-1 0,-37 2 0 0,0-1 0 0,0-2 1 0,-12 27-1 0,0 11 0 0,0 0 0 0,12 11 0 0,-12 15 0 0,24-14 0 0,-11 11 1 0,-1-10-2 0,12 11 1 0,0-24 0 0,-11 11 0 0,11 2 0 0,-2-13 0 0,28-24 0 0,-26 11 1 0,0-22-1 0,0-15 0 0,-11 3 0 0,22-62 1 0,-35 37-2 0,0 11 0 0,-11-11 2 0,-2 22 0 0,2 2 0 0,-2 37 1 0,-11-1-1 0,11-2 0 0,2 14 0 0,11 14 0 0,0 9-2 0,0 1 0 0,0 24 2 0,24 2-1 0,24 59 2 0,-24-49-1 0,13-12 0 0,-13 13 0 0,1-26 0 0,11 15 0 0,-12-26-1 0,-12 0 1 0,12-13 0 0,0-11-1 0,1-11 1 0,-13-13 0 0,23 0-1 0,-22-26 1 0,23 15-2 0,-24-13 0 0,12-1-2 0,-24 1 1 0,0 11 0 0,-11 13 1 0,-14 24 1 0,13 0-1 0,-12 12 1 0,11 13 0 0,2 11 1 0,0 12 0 0,11-11 0 0,11-13 0 0,13 0 0 0,12-12 1 0,-11 0-1 0,23-12 0 0,0 0-2 0,-11-24 2 0,-1 12-5 0,12-37-21 0,-24 25-10 0,-11-12-18 0,-1 24-12 0</inkml:trace>
  <inkml:trace contextRef="#ctx0" brushRef="#br0">15180 14466 96 0,'0'0'0'0,"-25"-12"38"0,25 12-30 0,0-12 8 0,25-1 4 0,-1-35-5 0,24 11-7 0,13-11-5 0,-13 13-2 0,-12 23-15 0,1-13-80 0,-25 25 24 0</inkml:trace>
  <inkml:trace contextRef="#ctx0" brushRef="#br0">1693 13885 54 0,'0'0'19'0,"0"0"-7"0,0 0-5 0,0-11 3 0,0 11-1 0,12-13 1 0,25-11 0 0,-1-13 1 0,12 13-1 0,98-61 8 0,-62 38-13 0,1-2-3 0,-24 1 0 0,-1 24-1 0,12-12-7 0,-47 23-23 0,-25 13-83 0</inkml:trace>
  <inkml:trace contextRef="#ctx0" brushRef="#br0">739 14211 40 0,'-13'0'10'0,"13"0"-8"0,-12 13-1 0,12-13 0 0,0 11 7 0,0-11 4 0,0 0-3 0,25 0 10 0,-14-11-12 0,2-2-2 0,-13-11-1 0,11 1-2 0,-11-13 1 0,-11 10-3 0,-13 26-1 0,-1-11 1 0,0 11-1 0,1 0 0 0,0 11 1 0,12 15 0 0,0-2 0 0,12 0 0 0,0 11 0 0,24 3 2 0,-12-2 0 0,24-1 0 0,1-11 1 0,22 2 1 0,-22-26-3 0,-11 0-7 0,-4-13-12 0,3-11-19 0,-13 11-12 0</inkml:trace>
  <inkml:trace contextRef="#ctx0" brushRef="#br0">943 13982 64 0,'0'0'0'0,"0"0"9"0,0 0-2 0,0 25 6 0,0-13-6 0,0 24-3 0,12-12 0 0,1 37-1 0,-1-37-3 0,0 12 1 0,-12-25-1 0,12 13 1 0,-12-10 4 0,0-14-1 0,0-14-2 0,0-10-2 0,0 13 0 0,0-25 0 0,0-12 0 0,0 11 0 0,0 1 0 0,12-13 0 0,-12 13 1 0,12 12 1 0,1 12 1 0,11 12 0 0,0 0-1 0,-12 12 0 0,13 12-1 0,-14 0 0 0,13 13-1 0,-13-13-4 0,14 0-10 0,-11-12-14 0,-3 11-53 0</inkml:trace>
  <inkml:trace contextRef="#ctx0" brushRef="#br0">1428 13680 66 0,'-13'0'23'0,"13"-12"-13"0,0 12-3 0,-12 0 0 0,0 0-2 0,0 0 0 0,0 12-3 0,0 12 3 0,0 13-1 0,-1-2 1 0,13 13 0 0,0 2-2 0,13-2 2 0,11 0 0 0,-12-11 0 0,12-25 0 0,12 0-1 0,-11 0-1 0,-1-12-9 0,12-12-41 0,-25 0-51 0</inkml:trace>
  <inkml:trace contextRef="#ctx0" brushRef="#br0">5818 17150 255 0</inkml:trace>
  <inkml:trace contextRef="#ctx0" brushRef="#br0">678 14877 22 0,'0'0'0'0,"0"0"11"0,0 0 11 0,-13 0-4 0,1 0-4 0,-12 13-3 0,12-2-3 0,0 2-4 0,0-2-2 0,0 14-2 0,12-1 0 0,0-12 0 0,24 12 0 0,0 1-1 0,0-1 2 0,12-12 0 0,-11 12 0 0,0-12 1 0,10 13 4 0,-24-13 6 0,-11 0-1 0,13 0-6 0,-13 12-2 0,-13-24 0 0,-9 24-3 0,-2-24-1 0,-1 11 2 0,0-11-3 0,-11 0-9 0,24 0-15 0,0-11-13 0,12-2-33 0</inkml:trace>
  <inkml:trace contextRef="#ctx0" brushRef="#br0">810 14684 63 0,'0'0'11'0,"-12"0"4"0,12 0-1 0,0-12-5 0,-13 12-3 0,13 12-1 0,0 11 1 0,0 14-2 0,0 0-1 0,25 11-1 0,0 0-2 0,10 13 0 0,-10-13 1 0,11 1-1 0,-24-1-2 0,0-13-8 0,1-9-16 0,-1-14-10 0,-12-12-9 0</inkml:trace>
  <inkml:trace contextRef="#ctx0" brushRef="#br0">810 14925 32 0,'0'0'7'0,"0"0"6"0,0 0 3 0,25-11-5 0,-12 11-2 0,9-13-3 0,3 2 0 0,-1-2 1 0,0 1-1 0,-12-13-2 0,25 1 1 0,-13 0-1 0,1 1 2 0,-1 11 1 0,-13-1 4 0,-11 13-7 0,0 0-4 0,0 0 0 0,-11 13 0 0,-2-1-1 0,2 11 1 0,-2 14-1 0,1-1 0 0,12 0 1 0,0 1-1 0,12-13 1 0,1 0 0 0,35 0 2 0,-24-24-1 0,0-24 1 0,-11 12 0 0,-2-24-1 0,0 12 0 0,-11-13 0 0,0 0 0 0,-11 2 0 0,11-1 0 0,-11 24-1 0,11-14-1 0,0 15 1 0,0 11 0 0,0 11-1 0,0 2 2 0,22 0-2 0,3 11 1 0,-11 0 1 0,21-13 0 0,-11 2-2 0,0-2 2 0,37-11 0 0,-37-11 1 0,12-13-1 0,-23 0 1 0,11-13-1 0,-12 0 0 0,-12 2 1 0,0-13-1 0,0 11 0 0,-12-11-2 0,-12 12 2 0,-13-13-1 0,13 13 0 0,-13-12 0 0,13 22-2 0,12 2 2 0,-12 13-1 0,11-2-1 0,13 13 2 0,0 13 1 0,0 22 0 0,13-9 0 0,11 22 0 0,-12 0 0 0,12 0-1 0,13 1 0 0,-13-1 1 0,13 1-1 0,-1-13 2 0,0-25-1 0,-1 2 1 0,-11-2 0 0,15-22 2 0,-17-2-2 0,15-22 0 0,-25-1 0 0,12-2-1 0,-12-9 0 0,1 10-1 0,-13-11-1 0,-13 24 1 0,13-13-1 0,-12 26-1 0,0 11 0 0,0 0 1 0,0 11 1 0,12 13-1 0,0-11 1 0,0 23 0 0,12 0 1 0,0-23-1 0,25 23 1 0,-13-24 0 0,0-12-1 0,25 0 1 0,-13-12-11 0,0-12-8 0,-1 12-9 0,2-37-22 0,-24 25-21 0</inkml:trace>
  <inkml:trace contextRef="#ctx0" brushRef="#br0">1318 14587 107 0,'0'0'7'0,"0"-12"0"0,12-12 9 0,1-13-2 0,11-11-6 0,12-13-14 0,0 0-75 0,-23 37 27 0</inkml:trace>
  <inkml:trace contextRef="#ctx0" brushRef="#br0">496 10293 28 0,'-13'0'23'0,"13"-13"-10"0,-22-11 22 0,9 13-20 0,0-13-2 0,13 11-1 0,-24 2-4 0,24-1-2 0,-13-2-2 0,2 14-3 0,11 0-2 0,0 0 1 0,0 14 0 0,11 9 0 0,14 14-1 0,-13-2 0 0,14 15 2 0,33 46-1 0,-47-47 0 0,0-1 0 0,0 1 0 0,0-13 1 0,-12-12 0 0,0-13 1 0,0 2 2 0,0-2 0 0,0-22-4 0,0-2 0 0,0 2 1 0,0-13-1 0,0-12 0 0,0-2 0 0,0 15 0 0,13-13-1 0,-13 0 1 0,12 11 1 0,-12-11 1 0,12 12-2 0,-12 11 0 0,0 2 0 0,0 11 1 0,0 0 0 0,0 0-3 0,0 11 2 0,0 2 0 0,0-2 0 0,0 14 1 0,0-1-2 0,0 1 1 0,12-1 0 0,-12 0 0 0,0 0 0 0,12-12 0 0,0-1 1 0,0 2 0 0,13-13-1 0,-1 0-6 0,13-13-23 0,22-10-100 0</inkml:trace>
  <inkml:trace contextRef="#ctx0" brushRef="#br0">980 10365 71 0,'0'0'0'0,"-12"-11"56"0,12 11-50 0,0-13 0 0,12 13 1 0,-12-11-2 0,0-2-2 0,0-11 1 0,12 0 0 0,-12-24 5 0,0 35-7 0,0-24 2 0,0 2 1 0,0 11-2 0,-12 12-1 0,12 0-2 0,-12 12-1 0,-1 0 1 0,-11 12 0 0,12 11 0 0,0 1-2 0,12 14 2 0,0-2-1 0,0-1 1 0,12-11 1 0,0 13-1 0,12-24 0 0,-11-2-1 0,11 2 1 0,0-13 1 0,12-24-1 0,38-37 2 0,-39 24 1 0,-11-10-1 0,2 9 1 0,-15-9 0 0,0 11-1 0,-11 10 2 0,0-9-1 0,0 23-1 0,-11 0-2 0,11 12 0 0,-11 12 0 0,11 0 0 0,11 12-1 0,0-13 0 0,13 27 3 0,1-26-3 0,11 12 1 0,1-13-1 0,-1 2 1 0,-12-2 1 0,25-22 1 0,-25-13 1 0,1-12-2 0,-25-2 1 0,11 3 0 0,-11-1 0 0,0-13-3 0,0 25 3 0,-11 0-1 0,-2-12 1 0,13 36-1 0,-12-13-1 0,12 13 0 0,-12 13-1 0,12-2 2 0,24 62 2 0,0-12-4 0,0-13 1 0,12 13 0 0,-11 11-1 0,11-11-1 0,12 72 2 0,-36-73-1 0,1 1 1 0,-13-13 1 0,0-11-1 0,-13-1 1 0,1-12 0 0,-12-1-1 0,0-10 0 0,-12-2 1 0,11 2-2 0,0-13-1 0,1-13 0 0,2 2 2 0,9-13-1 0,1 0-1 0,0-24 2 0,12-1-1 0,0-97 4 0,37 26-2 0,-26 46-1 0,37-70 1 0,-11 84-1 0,-1-25 1 0,24-72 1 0,-47 121 0 0,-1 11 0 0,-12 12-1 0,0 2-2 0,-12 11 2 0,-1 11-2 0,1 15 1 0,0-2 0 0,0 11 0 0,0 2 0 0,12 0-1 0,12-2 1 0,12-10-1 0,13-1 1 0,-1 0 0 0,0-12 0 0,-12 1 1 0,1-1 0 0,-13-12 3 0,-12 0-1 0,0 12-2 0,-26-12 0 0,-9 12-1 0,-1 0 0 0,0 0-6 0,-1 0-42 0,25 11-71 0</inkml:trace>
</inkml:ink>
</file>

<file path=ppt/ink/ink3.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2-18T00:10:39"/>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11273 8635 12 0,'0'0'13'0,"0"0"21"0,0 0-15 0,0-11 1 0,0 11 1 0,0 0-3 0,0 0 4 0,-11 0-16 0,11 0-1 0,0 0-1 0,0 0 3 0,0 0-4 0,11 0-2 0,0 0 0 0,2-13 0 0,11 2 0 0,37-37 1 0,-25 36-1 0,0-13 0 0,0 1 0 0,-11 0 0 0,-1 12-1 0,-12 12 0 0,-12-12 0 0,0 24-28 0,-12 12-58 0,0-12 15 0</inkml:trace>
  <inkml:trace contextRef="#ctx0" brushRef="#br0">11262 8781 23 0,'0'0'0'0,"0"13"24"0,-13-13 1 0,26 0 12 0,-2-13-18 0,13 1-4 0,12-24-2 0,13 12 1 0,-1-12-3 0,1-2-4 0,-1 14-2 0,-24 1-4 0,0 11 1 0,-13 0-1 0,-11 12-1 0,0 0-22 0,0 0-37 0,-11 0-31 0</inkml:trace>
  <inkml:trace contextRef="#ctx0" brushRef="#br0">11309 9096 55 0,'0'0'0'0,"-25"-12"30"0,14-12-6 0,0 24 0 0,11-12-6 0,0 12-10 0,11 0-4 0,0 24 0 0,26 11-1 0,-13-11 0 0,13 14-1 0,-1-15-1 0,0 14 0 0,-11-26 0 0,-14 2 0 0,14-2 0 0,-13-11 3 0,0 13 0 0,0-26 1 0,-12 13 2 0,13-24-2 0,-13 0-2 0,0-11 0 0,0 9-2 0,-13-9 1 0,13-1-1 0,-12-12-1 0,0 23 0 0,12-11 0 0,0 24 1 0,0 0-2 0,12 0 2 0,13 0-2 0,10-1 1 0,-10 13-1 0,11-12-2 0,0 12-8 0,12 0-6 0,1-12-1 0,-1-12 3 0,-11 12 7 0,-13 0 7 0,-12-1 3 0,-12 2 4 0,-12-2 6 0,-12 2-1 0,12 11-1 0,-25 0-2 0,13 24-2 0,0-13-3 0,-1 26-2 0,13-13 0 0,0 13 0 0,12-1-1 0,0 0 0 0,24-13 0 0,-11-9 0 0,11-14 0 0,-12 0 1 0,24-25 0 0,-24 1 1 0,1-12-2 0,-1 12 1 0,-12-37-1 0,0 37 1 0,0 11 0 0,0 2 0 0,0 11-1 0,12 11 1 0,12 2-2 0,13-1 2 0,59 24-18 0,-60-24-4 0,0-24-10 0,-12 0-15 0,1-12-4 0,-25 12 16 0</inkml:trace>
  <inkml:trace contextRef="#ctx0" brushRef="#br0">12132 8455 34 0,'-25'-37'12'0,"-11"-11"14"0,12 24 7 0,-12 11-5 0,23 13-6 0,1-11-8 0,12 11-9 0,0 0-3 0,12 11 4 0,1 14 0 0,47 60 1 0,-36-37-4 0,0 25-2 0,13-2 0 0,11 3-1 0,-24-14-1 0,1-24 2 0,-1 1-1 0,-12-13-1 0,0-12-3 0,0-12-4 0,-12 0-2 0,12-24-4 0,1 12-4 0,-2-36-1 0,-11 11 5 0,11 0 8 0,-11-10 6 0,0-2 2 0,0 1 8 0,-11 24 7 0,11 0 2 0,-11 11-3 0,11 13-5 0,0 0-4 0,11 13-4 0,0 23 0 0,15-12-2 0,-2 12 0 0,0-12-1 0,0 1 0 0,0-2 1 0,0-10-1 0,0-13 2 0,-11-24 0 0,-1 12-1 0,0-26 0 0,0 3-1 0,-12-1 1 0,12-13 0 0,-12 13-1 0,-12 0 1 0,0-13 0 0,0 37 1 0,12 12 0 0,0 25 0 0,0-14-2 0,12 26 0 0,-12-25 0 0,36 23 0 0,-24-22 0 0,13 12 0 0,-1-13 1 0,-12 0-1 0,13-12 0 0,34-36 1 0,-22 10-1 0,-2-21 1 0,2 10-1 0,-25-11-3 0,24 11-2 0,-36-11 0 0,13 0 1 0,-37 11 4 0,11 26-1 0,-11 11 1 0,0 0 1 0,11 11 0 0,2 13 0 0,-2 0 0 0,13 13-2 0,-11 0 1 0,11-1 0 0,11-12 0 0,-11 1 1 0,37 11-1 0,-13-36 1 0,0 0 0 0,0 0-1 0,13-25 1 0,-1 1 0 0,1-12 0 0,46-74 0 0,-59 62 0 0,15 1 0 0,-39-2 1 0,0 1-1 0,-25 12 1 0,11 22-1 0,-21 3 0 0,24 11 0 0,-2 0 0 0,1 11-1 0,24 3 0 0,1-2 1 0,22 0 0 0,15 0 1 0,-3 0-1 0,1 0 0 0,-11-1 0 0,-25 2-1 0,-12-2 3 0,-12 13-1 0,-25 13 0 0,-23-13-4 0,0 13-19 0,22 0-75 0,27-37 18 0</inkml:trace>
</inkml:ink>
</file>

<file path=ppt/ink/ink4.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2-18T00:10:39"/>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1887 9131 1 0,'0'0'0'0,"0"0"4"0,0 0-5 0,0 0-2 0,0-11 2 0</inkml:trace>
  <inkml:trace contextRef="#ctx0" brushRef="#br0">1900 9107 1 0,'0'0'0'0,"0"0"34"0,0 0-18 0,0 0-11 0,-13-11-2 0,13 11 0 0,0 0 2 0,0 0 1 0,0-12 2 0,0 24 36 0,0-12-36 0,0 11-4 0,0-11-1 0,0 0 3 0,0 13-1 0,0-13 0 0,0 0 2 0,0-13-6 0,0 13-1 0,0 0 1 0,0-11-1 0,0 11 1 0,0 0-1 0,0 0 1 0,0 0-1 0,0 0 1 0,0 0 4 0,13 0 1 0,-13 0 15 0,0 0-20 0,-13 11 0 0,13-11 0 0,0 0 0 0,0 0 1 0,0 0 23 0,0 0-191 0</inkml:trace>
  <inkml:trace contextRef="#ctx0" brushRef="#br0">3266 11999 36 0,'0'0'0'0,"0"0"27"0,0 0-1 0,0-12 8 0,12 12 31 0,-12 0-61 0,12 0-1 0,-12-12-1 0,24-1 0 0,1-11 0 0,11 12-1 0,-12-24 1 0,12 23-2 0,-12-11 1 0,0 13-1 0,-11-2 0 0,0 13 1 0,-13 0 0 0,0 0 1 0,-13 13 1 0,0-2-3 0,-11 13 0 0,0-11 0 0,0 11 1 0,0 0-2 0,0 13 2 0,0-25-2 0,-13 24 2 0,25-24-1 0,0 0 0 0,0-12 0 0,12 0 0 0,0-12 1 0,24 0 1 0,0-12 0 0,1 0 1 0,11-1 1 0,-12-11-2 0,36-1 2 0,-60 26-4 0,11-2 0 0,2 13-4 0,-13 0-116 0</inkml:trace>
  <inkml:trace contextRef="#ctx0" brushRef="#br0">1947 9181 17 0,'0'0'7'0,"0"0"4"0,0 0 3 0,-12 0 19 0,12 0-19 0,-13 0-3 0,13 0-2 0,0 0-3 0,-11 0-1 0,11 0-2 0,-11 0-2 0,-2 0 2 0,-11 11 3 0,12 2 0 0,-13-2-1 0,14-11 2 0,-14 13-1 0,13-2 0 0,0 2-1 0,0-2-2 0,0-11-1 0,12 0-1 0,-12 0 0 0,24 0 3 0,0-11-4 0,49-13 2 0,-25 0-2 0,-12 11 1 0,12-10-1 0,0-2 1 0,2 1 0 0,-16 11 0 0,3-10 2 0,-1-1 7 0,-24 24-8 0,-12 0-1 0,12 0-1 0,-24 12 1 0,11 0-1 0,-9 0 0 0,-4-1 0 0,-11 26 0 0,2-26 1 0,11 15-1 0,-2-15 0 0,4 13 0 0,-3-11 0 0,13-2 0 0,0-11 0 0,12 13 0 0,0-13-1 0,0-13 1 0,24 2 1 0,1-2-1 0,-14 2 0 0,14-2 0 0,-13 2 2 0,12-15-2 0,0 26 2 0,0-11 1 0,-12-2 1 0,26-11 2 0,-16 13-4 0,-9-1-1 0,-13 0 0 0,12 0 0 0,0 12-1 0,-12 0-1 0,0 0-11 0,0 0-163 0</inkml:trace>
  <inkml:trace contextRef="#ctx0" brushRef="#br0">2262 9192 20 0,'0'0'0'0,"0"0"17"0,0 0-2 0,-12 0 4 0,12-11-1 0,-12-15 6 0,0 26-16 0,12-11-1 0,0-2-2 0,0 2-1 0,12-2 0 0,-12 2 0 0,12-1-1 0,12 0 0 0,-11 0-1 0,-2 12-1 0,25-12-1 0,-11 12 1 0,-12 0-1 0,9 0 1 0,-9 12-1 0,-1 0 1 0,0 0-1 0,-12 0 1 0,12 12 1 0,-12-13-1 0,0 2 0 0,0 12-1 0,-12-13 1 0,12-1 0 0,-12 2-1 0,12-2 1 0,-12-11 0 0,-1 13 1 0,2-2-2 0,0-11 1 0,-2 13 2 0,-12-13 2 0,13 11-3 0,-1-11 0 0,2 0-1 0,0 0-1 0,-2-11 1 0,1 11-1 0,-12-37 2 0,12 26 0 0,-1-2-1 0,13 2 0 0,0-1 0 0,0-2 0 0,0 3-1 0,0-13 1 0,0 11 0 0,13 2-1 0,-1-1 0 0,-12 0 1 0,24 0-1 0,-12 0 1 0,1 12-1 0,-2 0 0 0,25 0 1 0,-11 0-2 0,-12 12 2 0,-2 0-1 0,0 12 1 0,2-13 1 0,-13 2-1 0,-13-2 0 0,2 2 0 0,0-2 0 0,-2 3-1 0,0-2 1 0,1-12-1 0,0 11 1 0,-12 2 1 0,13-13-2 0,-2 0 1 0,1-13-1 0,12 2 1 0,0-1-1 0,0-2 1 0,0-10 0 0,12 13-1 0,-12-2 0 0,13 13 0 0,-2-11 0 0,13 11 0 0,-12 11 0 0,0 2 0 0,1-2 1 0,-13 2-1 0,0 12 2 0,0-13-1 0,-13-1 0 0,13-11 0 0,-12 0 1 0,0 13 2 0,-1-13-1 0,2 0-2 0,0-13-1 0,11 2 0 0,0-1-12 0,22-13-61 0,3 12-45 0</inkml:trace>
  <inkml:trace contextRef="#ctx0" brushRef="#br0">2213 12070 41 0,'0'0'8'0,"0"0"8"0,0 0 3 0,0-11-1 0,0-1-9 0,0 12-6 0,0-12-1 0,0 12 2 0,0 0 0 0,13 12-2 0,-1 0 1 0,-12 13 0 0,12-1 11 0,-12 0-5 0,0-12-1 0,0-1-1 0,-12 2-1 0,12-2-1 0,-12-11 0 0,-12 0 0 0,11 0-2 0,1 0 0 0,0-11-1 0,0 11-1 0,0-13 1 0,0 2-2 0,0-1 1 0,12-12-1 0,0 12 0 0,0 0 0 0,0-2 0 0,12 3 0 0,24 11-1 0,1-12 2 0,-26 12 0 0,2 12-1 0,-1-12 0 0,0 11 0 0,-12 15 2 0,0-14-1 0,0 12-1 0,0-12 0 0,-12-1 1 0,0 2 1 0,-12 11 0 0,11-24 0 0,-11 11 0 0,0-11-1 0,12 0 0 0,-12 0 0 0,11-11-1 0,1-2 0 0,-12-34 0 0,24 23 0 0,0 12 0 0,12-14 0 0,-12 15-1 0,24-1 1 0,1 0 0 0,11 0 0 0,-12 12 0 0,1 0 0 0,-14 12 1 0,2 0-1 0,-1 0 0 0,0-1 1 0,0 3-1 0,-12 10 1 0,0 0-1 0,0-12 1 0,-12 12-1 0,0-13 0 0,0 2 1 0,-12-13 0 0,11 11 1 0,1-11-2 0,-12-11 0 0,12 11 0 0,0-24 0 0,12 0-1 0,0 12 1 0,0-12 0 0,12-14-1 0,0 27 1 0,12 11-1 0,-24 0 1 0,25 0 0 0,-14 0 0 0,2 11 0 0,-1 15 1 0,-12-14 0 0,0 0-2 0,0 0 2 0,-12 0 0 0,-1-1-1 0,-23 2 3 0,24-13-2 0,0 0-1 0,-12-13-1 0,24 2 0 0,0 11-7 0,12-12-44 0,12 12-77 0</inkml:trace>
</inkml:ink>
</file>

<file path=ppt/ink/ink5.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2-18T00:10:39"/>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2891 4136 17 0,'0'0'0'0,"0"0"19"0,0 0 96 0,0-11-111 0,0-2 1 0,0 2-1 0,0-15 0 0,0 15-1 0,0-26 1 0,0 2 0 0,0-15-2 0,0-9 1 0,0-2-3 0,12 1 1 0,-12-13-2 0,0 13 2 0,0 12-1 0,12 11 0 0,-12 24 1 0,0-10 0 0,0 11 2 0,0 12 1 0,0 0 0 0,-12 12-3 0,0 11 0 0,0-10-1 0,-1 24 0 0,-11-13 0 0,12 11 1 0,0-22-2 0,12 11 2 0,0-24-2 0,0 0 2 0,12-24-2 0,0 0 2 0,12-50-1 0,-11 39 1 0,-1-1 0 0,0 24 2 0,0 0 0 0,-12 0 0 0,12 12 0 0,0 48 5 0,0-24-7 0,-12 11 1 0,12-9-3 0,-12-2-10 0,0-13-38 0,13 2-87 0</inkml:trace>
  <inkml:trace contextRef="#ctx0" brushRef="#br0">3133 11104 7 0,'0'0'16'0,"0"0"2"0,0 0-3 0,0 0-1 0,0 12-3 0,0-12-2 0,0 12-4 0,0-12 0 0,-11 0-1 0,11 11-1 0,0-22 11 0,0 11-12 0,0-12 1 0,0 12 1 0,0-12 0 0,0 12 1 0,0 0 2 0,0 0 14 0,-14 0-19 0,14-12-2 0,0 12 0 0,0 0 0 0,0 0 1 0,0 0-1 0,0 0 3 0,0 0-3 0,14 12 0 0,-14-12 0 0,0 12 1 0,0-12 0 0,0 0 0 0,0 0 1 0,0 12 0 0,0-12-1 0,-14 0 1 0,14 0-1 0,-12-12 0 0,-1 0 0 0,13 12 0 0,0-12-1 0,0 12 1 0,0 0-2 0,13 0 1 0,-13 0 0 0,12 0 0 0,2-12 0 0,-14 12 1 0,0 0-2 0,11 0 1 0,-11 0 2 0,0 0-2 0,-11 12 1 0,11 0 0 0,-14-12 0 0,14 0 0 0,-12-12 0 0,12 12-1 0,0-12 0 0,-13 0 0 0,13-2 0 0,13-9 1 0,-1 11-2 0,2 0 1 0,-14 12 1 0,11 0-1 0,24 0 0 0,-22 12 0 0,-13 0 0 0,12-12 0 0,0 12 1 0,-12-1-1 0,-12-11 0 0,0 14 1 0,12-2 0 0,-13 0-1 0,2-12 0 0,0 0 0 0,-2 0-1 0,2 0 3 0,-3 0-2 0,2 0 1 0,-1-12-1 0,2 0 0 0,11-2 1 0,0-9-1 0,0 11 0 0,0 0 0 0,11-12 0 0,-11 24-1 0,25-12 2 0,-11 12-1 0,10 0 1 0,-2 0-1 0,-9 12-1 0,-1 0 1 0,0 0 0 0,-12 12 1 0,0-12-1 0,-12 13 0 0,0-1 1 0,-1-12 1 0,2 0-1 0,0 0-1 0,-13-1 0 0,10-11 1 0,-22 13 0 0,25-13-1 0,-13-13 0 0,-1-10 0 0,13-13 0 0,12 24 0 0,12-25 1 0,0 25-1 0,1 0 0 0,-2 0 1 0,13 12-2 0,-13 0 1 0,2 0 0 0,13 0 1 0,-2 24 0 0,-13-12-2 0,0 0 1 0,-11-1 0 0,0 3 1 0,0 10-1 0,-22 0 0 0,9-12-1 0,-12-12 1 0,0 0 1 0,3 0-1 0,-2-24 0 0,11 0 0 0,1-2 0 0,12 3 1 0,0 11-1 0,12-12 0 0,1 24-1 0,-2-12 1 0,2 12-8 0,9 12-25 0,-9 12-49 0,-1-24 20 0</inkml:trace>
  <inkml:trace contextRef="#ctx0" brushRef="#br0">2915 4040 51 0,'0'0'13'0,"-12"-13"7"0,12 13 0 0,-12-11-3 0,12-1-4 0,0 0-4 0,0 12-4 0,0 0-1 0,12-12 0 0,0 24 4 0,0 0-7 0,0 0 1 0,0 12-1 0,0-13 0 0,-12 2 2 0,0-2 2 0,-12 3 3 0,0-14 0 0,0 12-1 0,0-12-2 0,-12 0-1 0,12-12-2 0,-1-2-2 0,1-10 2 0,0 13-2 0,0-13 0 0,12 0 0 0,0 12 0 0,36 0 0 0,-23 12 0 0,11 0 0 0,0 12 0 0,-12 0 0 0,0 0 1 0,0 0-1 0,-12-12 2 0,0 11-1 0,0-11-19 0,-12-11-88 0,12 11 40 0</inkml:trace>
  <inkml:trace contextRef="#ctx0" brushRef="#br0">6968 10886 62 0,'0'0'0'0,"0"-12"21"0,0 12-4 0,0-13 7 0,0 13 9 0,11 25-24 0,0-25-7 0,-11 12 0 0,0-12 1 0,13 0 3 0,-13 0 22 0,0-12-21 0,0 12-3 0,0 0-1 0,-13 0-1 0,13 0-11 0,0 0-28 0,0 12-103 0</inkml:trace>
  <inkml:trace contextRef="#ctx0" brushRef="#br0">6943 4609 42 0,'0'-25'6'0,"-12"-12"8"0,12-10 5 0,-13 11 0 0,13-1-2 0,25 1-8 0,-13-1-4 0,23 13-2 0,14-12 2 0,12 24-3 0,-1-12-1 0,13 24 0 0,71 0 0 0,-81 11-1 0,8 14 0 0,-22-1 0 0,-13 12 0 0,0 13 0 0,-11-14 1 0,-3 27 0 0,-8-2-1 0,-14 1 2 0,0-2 1 0,-25 2 4 0,1 0 4 0,-12-13 0 0,0 1-2 0,-25-13-1 0,1 1 0 0,-14-25-1 0,3 12-1 0,10-24-1 0,-12 0-4 0,25-24 0 0,-12-2-3 0,23-9-4 0,13-1-12 0,11-13-10 0,2 13-16 0,35-25-68 0</inkml:trace>
  <inkml:trace contextRef="#ctx0" brushRef="#br0">7390 4451 45 0,'-13'0'7'0,"13"0"6"0,0-13 9 0,-22 13-1 0,9 0-5 0,-23 0-5 0,0 0-2 0,-1 0-3 0,1 13-1 0,-1 0 0 0,1-1 0 0,0 0 0 0,23 0-1 0,2 0-2 0,0 0-1 0,11-12-2 0,0 12 0 0,11-12 1 0,25 11-1 0,-12 2 1 0,12-2 0 0,1 2 1 0,-1 0-1 0,1-1 0 0,23 0 0 0,-48-1 0 0,1 2 0 0,-13-13 1 0,-13 24-1 0,-11 0 1 0,-13-12-1 0,1 13 0 0,0-1 1 0,-13 0-1 0,25 0 0 0,12-12 0 0,0 0 0 0,12-12 0 0,24 12 0 0,12-12 3 0,1 0-1 0,11-12 1 0,1 0-1 0,0-12-2 0,-14 24 1 0,1-12-2 0,-11-1 1 0,-1 2-6 0,-24 11-15 0,12-13-17 0,-12 13-24 0,-12-11 19 0</inkml:trace>
  <inkml:trace contextRef="#ctx0" brushRef="#br0">7366 4282 91 0,'-11'-24'14'0,"-2"-24"3"0,13-2 3 0,0 2-3 0,13-24-5 0,22-109 0 0,-23 36-5 0,-12 71 1 0,0 74 0 0,0 0-4 0,0 0 0 0,-12 0-3 0,12 0 0 0,0 0-1 0,0 0-1 0,0 0 1 0,0 0 3 0,-13 0-3 0,13 0-1 0,0 13 2 0,0-13-2 0,-11 0 2 0,11 0-2 0,0 0 2 0,0 11-2 0,0-11 2 0,-11 0-1 0,11 0 1 0,0 0-1 0,0 0 0 0,0 0 0 0,-13 0 0 0,13-11 0 0,0 11 0 0,-12-13 0 0,12 13-1 0,-12 0 3 0,0-11-3 0,-2-2 2 0,-21 2-1 0,23-1-1 0,-12 12 2 0,24 0-2 0,-24 12 3 0,12-1-1 0,-1 13-2 0,13-11 2 0,-12-2-2 0,12-11 1 0,0 13-1 0,0-1 1 0,12-12 0 0,-12 0-1 0,13 0 2 0,-1 0-3 0,-12 0 2 0,12-12 0 0,12-12 1 0,-12 0-2 0,13-12 1 0,-3 11 0 0,-8 1 0 0,-2 11 0 0,0 2 1 0,-12-1 1 0,0 24 1 0,12 23 0 0,1 3 0 0,9 9 1 0,-9 2-3 0,-1-13 1 0,12 1-2 0,-10-13 1 0,-3-12 0 0,0 0-2 0,-11 0-11 0,13-12-35 0,-1 0-108 0</inkml:trace>
  <inkml:trace contextRef="#ctx0" brushRef="#br0">10534 4935 10 0,'0'0'0'0,"0"12"20"0,0 13-10 0,-11-13-2 0,11 0 1 0,0-12 1 0,0 12 2 0,-13-12-2 0,13 0-2 0,-11 0-3 0,0 0 0 0,-28-24 6 0,17 12-7 0,-27-37 7 0,25 25-8 0,12-12 1 0,-1-1-1 0,-11-11-1 0,24 0 1 0,-12-13-2 0,12 1 3 0,12-98 4 0,12 86-6 0,1-1 0 0,-1 12-1 0,1 0 0 0,-1 26 1 0,-2 11 0 0,28 11 0 0,-15 13-1 0,2 13 1 0,12-2-1 0,-13 13 0 0,24 0-1 0,14 13 1 0,46 48 0 0,-72-24-1 0,1-13 1 0,-13 1-1 0,0 11 0 0,-23 0 2 0,-13-12-1 0,0 13 0 0,-13 0 0 0,-11-1 2 0,-61 37 7 0,25-61-3 0,12 1 0 0,-13-25-2 0,1 0-1 0,-13-12-3 0,25 0-1 0,-1-24 0 0,25 12-1 0,0-25-13 0,35-72-79 0,26 48-5 0</inkml:trace>
  <inkml:trace contextRef="#ctx0" brushRef="#br0">10753 4500 54 0,'0'0'0'0,"-12"-12"23"0,0 0-11 0,-1 0 3 0,2-1 0 0,-14 0-2 0,1 2-5 0,0 11-1 0,-13-12-1 0,1 12-3 0,-13 0 1 0,13 12 0 0,11-1-2 0,14 2 0 0,-13 0-1 0,24-1-1 0,0 12 0 0,13-12 1 0,-2 12-1 0,25-13 1 0,13 2-1 0,-1 11 1 0,-11-11 0 0,11-1-1 0,1 0 0 0,-25-12 0 0,12 11 0 0,-36-11 0 0,12 13 0 0,-12-13 2 0,-12 0-1 0,-12 11 0 0,-1-11-1 0,-11 13 1 0,0-2-1 0,0 2 0 0,-1-1-1 0,13 13 0 0,0-14 1 0,11 13 0 0,13 1 0 0,13-1 0 0,11-12 0 0,0 0 0 0,13 0 0 0,-1-12 2 0,0 0-2 0,0 0 0 0,-11-12 0 0,11 12 1 0,-23-12-2 0,9 0-1 0,-9 0-13 0,11-12-21 0,-24-13-23 0,13 13-2 0</inkml:trace>
  <inkml:trace contextRef="#ctx0" brushRef="#br0">10790 4149 89 0,'-13'-13'18'0,"1"-22"-11"0,12-15 6 0,12 3 1 0,-12-15-1 0,24 15-3 0,-13-14-4 0,2 1-3 0,-2 11 1 0,-11 13-1 0,13 24 2 0,-13 12 0 0,-13 0 1 0,13 0-6 0,0 12 0 0,-11-12-4 0,11 12-10 0,0-12-22 0,0 0-26 0,0 0-4 0</inkml:trace>
  <inkml:trace contextRef="#ctx0" brushRef="#br0">10644 3653 56 0,'0'0'0'0,"-12"-13"20"0,12-11-8 0,24 1 9 0,-12-26-1 0,12 25-8 0,0-12-2 0,1 24-5 0,35 36 2 0,-25 24-4 0,15 37-1 0,-14 0-1 0,24 11-18 0,13-11-116 0</inkml:trace>
</inkml:ink>
</file>

<file path=ppt/ink/ink6.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2-18T00:10:39"/>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12338 3942 2 0,'0'0'8'0,"-13"0"2"0,13-11-5 0,0 11-2 0,-12-12 7 0,12 12-4 0,0-12 1 0,0 0 1 0,0 12-1 0,0 0-1 0,0 0-5 0,0 12-1 0,12 0 1 0,1 0 0 0,-2-12 0 0,13 0 1 0,13 0 0 0,-13 0-1 0,12 0 0 0,0 11 0 0,-12-11-1 0,1 14 1 0,-1-2-1 0,0 12 1 0,0-12 0 0,-11 24 1 0,-1-12-1 0,0 13 1 0,0-2-2 0,-12 2 1 0,12 0 1 0,-12-2-1 0,0 14 1 0,0-13 1 0,0 1 1 0,-12 23 1 0,-12-11 0 0,-1 22-2 0,1 3-1 0,0-15 0 0,12 15-1 0,0-14 0 0,0 1 0 0,-1 48 1 0,13-50-2 0,0 3 1 0,0-2-1 0,0 1 1 0,13-2 0 0,-1 2-1 0,0 0 1 0,0 12 0 0,-12-13 0 0,12 0 0 0,0 1-1 0,0-13 0 0,13 0 1 0,11-11-1 0,-11-13 1 0,21 12-1 0,-7-24 1 0,7 13-1 0,-9-1 0 0,0-12-2 0,-1 12 3 0,12 25 0 0,-35-25-1 0,-13-12 1 0,0 48 1 0,-61 25-1 0,25-37-1 0,-13 13 1 0,0-1-2 0,1 1 2 0,0 11-1 0,0-11-1 0,11 11 1 0,1 0 0 0,12-11 0 0,0 60-1 0,24-60 1 0,0-13-2 0,0 13 2 0,24-2-1 0,-12 2 0 0,24 72 1 0,-11-48 0 0,11 0 0 0,-24 0 0 0,12-1 0 0,0 1-1 0,13 11 2 0,-13-11-2 0,0 12 0 0,0-1 2 0,-12-11 0 0,12 24-1 0,-12 0 1 0,1-1-1 0,11 123 1 0,-24-110-2 0,0 0 2 0,0 11-1 0,0-10 0 0,-13-13 1 0,2 0-1 0,11 0-1 0,-25-14 1 0,1 3 0 0,-1-2 1 0,-10-11-1 0,-15 0 1 0,15-24 0 0,-25-1 1 0,11 1 0 0,-11-26 0 0,-1-11 3 0,-11-11-1 0,0-2-1 0,11 2-2 0,12-13-1 0,25 0-16 0,0 13-52 0,24-2 13 0</inkml:trace>
</inkml:ink>
</file>

<file path=ppt/ink/ink7.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2-18T00:10:39"/>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5999 8176 27 0,'0'-11'17'0,"0"-1"-1"0,0-2 1 0,0 3-5 0,0 11-2 0,0-13-1 0,0 2-1 0,0-13 0 0,-12 12 0 0,-12 0-2 0,12 0-1 0,-25 12-3 0,13 0-1 0,-13 12-1 0,13 12 0 0,2 0 1 0,9 11-1 0,1-9 0 0,-2-2 0 0,14 11 0 0,0-22-1 0,14-2 2 0,11 2-1 0,-3-13 1 0,2-13 1 0,1 2 1 0,-1-26 1 0,12 13-2 0,-11-13 1 0,-1 13 0 0,-12-23 7 0,0 35-4 0,-12 0 1 0,0 0 0 0,0 12 0 0,0 0-5 0,0 12-2 0,-12 0 1 0,12 23-1 0,12-22 0 0,-12 36 0 0,13 11 0 0,-1 1 0 0,0 23 0 0,0 1-1 0,-12 0 1 0,12-25 1 0,0 0-2 0,-12-23 1 0,12-13 0 0,-12-13 0 0,13 2 0 0,-2-2 1 0,0-11 0 0,2-11 1 0,12-13 0 0,-13-12-1 0,23-37 0 0,-22 25 0 0,-13 11 0 0,0-11-1 0,-24-1 0 0,0 13 0 0,-2 24 0 0,2 0 0 0,13 0 0 0,0 12 1 0,11-13 1 0,22-11-2 0,2-11 2 0,26-26-1 0,22 13-1 0,-11-2-14 0,12 26-65 0,-61 24 2 0</inkml:trace>
  <inkml:trace contextRef="#ctx0" brushRef="#br0">15821 8139 27 0,'0'-11'10'0,"-26"-13"3"0,15 11 0 0,-13-22 20 0,24 23-18 0,0 12-5 0,0 0-2 0,0 12-7 0,13 0 3 0,9 73 2 0,-22-25-4 0,13 1 0 0,0 11-1 0,-13 0 0 0,12-23-1 0,-12-14 1 0,0 3 0 0,0-26-2 0,0 0 0 0,0 0-10 0,0-12-10 0,12 0-9 0,-12-12-6 0,0-12 10 0,0 12 10 0</inkml:trace>
  <inkml:trace contextRef="#ctx0" brushRef="#br0">15943 8189 24 0,'0'-13'12'0,"11"2"-1"0,-11 11 0 0,0 0 0 0,0 11 2 0,0-11-1 0,0 24-3 0,0-11-3 0,-11 11-3 0,-3 0-1 0,2 13-1 0,0-2 0 0,0-10 0 0,12-1-1 0,-13 1 0 0,13-14 1 0,0 14 3 0,25-13 1 0,-13-12 2 0,25 12-1 0,47-24 2 0,-35 12-8 0,-13-12-21 0,1 12-78 0</inkml:trace>
  <inkml:trace contextRef="#ctx0" brushRef="#br0">18228 7935 41 0,'-13'-12'19'0,"13"0"-11"0,0 12-1 0,0 0 12 0,0 12-9 0,0 24 0 0,13 11-1 0,-13 15-2 0,13 9-2 0,9 99-2 0,-22-109-3 0,13-24 1 0,-1-13-1 0,0 0 0 0,-12-24-13 0,0 0-11 0,0 0-29 0,0-12 16 0</inkml:trace>
  <inkml:trace contextRef="#ctx0" brushRef="#br0">18469 8128 67 0,'0'0'13'0,"0"0"-12"0,0 11 22 0,-24-11-18 0,12 26-3 0,-24-15-1 0,12 26 0 0,-1-13 0 0,1 0 1 0,12 24 4 0,12-35 4 0,24-2 1 0,13-11-1 0,-1 0-4 0,24 0-3 0,-11 0-3 0,-2 0-32 0,-10 13-90 0</inkml:trace>
  <inkml:trace contextRef="#ctx0" brushRef="#br0">6096 10789 39 0,'0'-13'17'0,"0"13"-8"0,-12-11 21 0,12 11 2 0,0-13-8 0,0 2 3 0,-12-2-19 0,12 2-2 0,-12-13-2 0,0 11-1 0,0 0 0 0,0 13-2 0,-49 0 0 0,36 26-1 0,-11 22 0 0,12-13 0 0,12 2 0 0,12 0 0 0,12-13 0 0,12 0 0 0,1-12 0 0,11-12 0 0,-12-12 1 0,0-12-1 0,1-13 1 0,-13 1 0 0,0 11-1 0,0-10 1 0,-12 22 0 0,0 2 0 0,0-1 1 0,0 12-1 0,0 0-1 0,0 12 0 0,0 12 0 0,24 36 1 0,-11-11-1 0,22 11 0 0,-10 13 0 0,0 12 0 0,-14 23-2 0,0-12 2 0,-11 50 0 0,13-109 0 0,-13-26 0 0,0 2 0 0,0-13 1 0,0-13 1 0,0-11-2 0,0-24 0 0,11 0 1 0,-11-13-1 0,0 0-1 0,-11-11 2 0,11 12 0 0,11 22-2 0,2 3 2 0,11 23-2 0,-11 0-4 0,23 0-36 0,12 36-105 0</inkml:trace>
</inkml:ink>
</file>

<file path=ppt/ink/ink8.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2-18T00:10:39"/>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6955 7040 47 0,'-12'0'7'0,"0"0"13"0,12-12 1 0,-13 0-1 0,0 0-5 0,13-13-6 0,0-11-3 0,13 12 0 0,0-13-1 0,11 1-1 0,-11 0 0 0,9 12-1 0,27-37 2 0,-13 37-3 0,13-13 0 0,-13 2 0 0,13 9 1 0,-1-9 1 0,72-1 2 0,-71 24-5 0,-13 12 0 0,37 0-1 0,-36 0 1 0,35 12 0 0,-23 0-1 0,0 0 1 0,-2 11 0 0,38 39 1 0,-37-26 0 0,-11-12 0 0,-1 12 0 0,24 24 1 0,-35-23-1 0,-13-13-2 0,23 0 1 0,-22-11 0 0,11-1 1 0,-24 0-2 0,0-12 4 0,0 0-1 0,0-12-1 0,0 12-2 0,0-25-1 0,-13 13-1 0,13-24-1 0,-11 12 1 0,-13-13 1 0,13 1 0 0,-14-13 1 0,0-10 0 0,1 33 1 0,13 2-1 0,11 24 2 0,-13-11 0 0,13 11-1 0,0 0 0 0,13 11 0 0,11 2-1 0,-13 11 0 0,2 13 1 0,11-13 0 0,24 36 0 0,-37-24 0 0,2-12-1 0,-1 1 1 0,0-13 0 0,-12 0 0 0,0 12 5 0,-12-12-3 0,-24 13 0 0,1-25-1 0,-39 24 1 0,26-12-1 0,-37-12 0 0,61 0-2 0,12-12 1 0,12 12-5 0,0 0-19 0,48 0-51 0,1 0-48 0</inkml:trace>
</inkml:ink>
</file>

<file path=ppt/ink/ink9.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2-18T00:10:39"/>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7075 10232 43 0,'-11'-47'49'0,"0"22"-38"0,-15 12-4 0,14 2-3 0,0-2 1 0,-23 2-2 0,22 22 2 0,-24 2 1 0,13 11-3 0,0 1 1 0,12-2-3 0,0 1-1 0,12 0 0 0,12-11 0 0,24 11 2 0,-12-24-1 0,1 0 1 0,0-24 0 0,-14 11 1 0,-11 2-1 0,0-26 0 0,0 26 0 0,0-26 0 0,-11 24 2 0,11 2 1 0,-13-2-3 0,13 2 0 0,0 11 0 0,0 11-5 0,24 13 4 0,-24 0-1 0,24-10 0 0,-12 9 0 0,0-10 0 0,0-2 0 0,13-11 0 0,-25 0 1 0,11 0-1 0,14-24 1 0,-25 1 0 0,12-15-1 0,0 3 0 0,-12-13 1 0,0-25-1 0,-12 25 0 0,0-1 1 0,0 0-1 0,-12 14 0 0,13 10 1 0,-3 13-2 0,2-1 2 0,12 2-1 0,0 11 0 0,0 0-2 0,-12 24 4 0,12-12-1 0,0 13 0 0,-12-1 0 0,12 12 0 0,-13 0 0 0,13 13 0 0,0-13-1 0,0 0 0 0,13 13 0 0,-1-25 0 0,0 12 0 0,14-1 0 0,-4 26 0 0,3-48 1 0,-13 11-1 0,12-13 0 0,-12 2 0 0,0 0 1 0,0-13 0 0,25-13 1 0,-13 0-1 0,24-35 1 0,-23 13-2 0,-13 9 1 0,0 2-1 0,0-11 1 0,-12 23 0 0,-12 0-1 0,0-12 2 0,-14 12-2 0,26 12 0 0,-11 0 0 0,0 0-1 0,11 12 1 0,-13 12 0 0,1 0-1 0,12 11 1 0,0-11 0 0,12 13 0 0,-12 0 0 0,24-26 0 0,1 2 1 0,-1-2-2 0,1 2 1 0,10-13 1 0,1-13-1 0,0-11 1 0,-11 0-1 0,-1 0 1 0,0-13-1 0,1 2 0 0,-13-1 1 0,-12-12-1 0,0-1 0 0,-12 1 0 0,12-1 1 0,-13 1-2 0,1 24 2 0,0 0-1 0,0 11 0 0,12 13 1 0,0 0-2 0,0 24 1 0,0-11 0 0,0 23 0 0,12 49 1 0,25 24 1 0,-37-50-1 0,12 3 0 0,0 9 0 0,0-10-1 0,-12 0 1 0,24-13 0 0,-12-11-1 0,13-13 0 0,-14-12 0 0,14 0 1 0,-25-12-1 0,25 0 2 0,-1-12-1 0,-13-12 1 0,0-1-1 0,2-11 0 0,11 0 0 0,-24-12 0 0,0-2-2 0,-12-9 1 0,0 23-1 0,-23-2 0 0,11 27 1 0,-15-2-1 0,17 13 1 0,-3 0-1 0,25 0 2 0,12 0-2 0,23-11 1 0,63-49 0 0,-37 23 0 0,11 1 0 0,-23 12-2 0,-1-1-22 0,-35 13-119 0</inkml:trace>
  <inkml:trace contextRef="#ctx0" brushRef="#br0">11829 13498 42 0,'0'-11'42'0,"12"11"-20"0,-12-13 8 0,0 1-8 0,0-24-2 0,0 36-15 0,-12-13-3 0,-24-11 0 0,-1 37-3 0,25 23 0 0,0-24 1 0,12 36 0 0,0-11 0 0,12-13 0 0,13-1-1 0,-13-10 0 0,0 0 2 0,12-13 0 0,0-13 1 0,-12-35 1 0,1 24-3 0,-13 12 1 0,12-1-1 0,-12 13-1 0,24 13 0 0,-12-1 1 0,36 12-1 0,-37-12 1 0,14 0 0 0,-12-1 0 0,12-11 1 0,-25-11 2 0,11-1 2 0,0-24 2 0,2 24-4 0,-13-12-2 0,0 11-1 0,0 13 1 0,0 0 0 0,0 0-3 0,12 73 2 0,12-38-1 0,-24 27 1 0,25-2 0 0,-25 1 0 0,11 11 0 0,-11 0 0 0,13-23 0 0,-13-13 0 0,0-23 0 0,-13-1 2 0,13-12 5 0,-11-25-5 0,11-11-1 0,-13-13-1 0,13-11 0 0,0 0 1 0,13-25-1 0,11 13 0 0,0-1 0 0,12 12 1 0,-12 37-2 0,13 12 1 0,-25 0-1 0,12 24 1 0,-12 0-1 0,-12 12 1 0,0 1-1 0,-24-1 2 0,0 11-2 0,-25 3 1 0,25-14 0 0,-12-12 0 0,36-12 1 0,0 12-2 0,0-24 0 0,24 12 0 0,37-12 0 0,46-24-5 0,-57 23 6 0,-15 0 1 0,-10 2-1 0,-25-1 1 0,0 12 0 0,0-12-1 0,-12 0 1 0,-12 0 2 0,24 12-3 0,11 12-1 0,2 24 0 0,-1 1 0 0,0-1 1 0,-12 35 0 0,12-10 0 0,-12 0 0 0,0 11 0 0,0-11-1 0,-12-37 1 0,12 1 1 0,0-25 2 0,0 0 2 0,0-12-3 0,0-61-1 0,0 24-1 0,37-71 0 0,-1 46-1 0,0 3 0 0,0 10 0 0,13 25 0 0,0 24 1 0,-27-1-1 0,17 13 0 0,-39 13 1 0,11 11-1 0,-22 12 1 0,-15-12-1 0,-9 13 1 0,-14-1 0 0,0-13 1 0,13-10-1 0,12-2 0 0,12-11 0 0,36-11-1 0,12-25 0 0,37 12-1 0,-1-25 0 0,0 13 2 0,50-61 3 0,-86 37-3 0,-23 12 0 0,-13-2 1 0,-13 15 0 0,-11 11-1 0,0 12 1 0,-12 12 0 0,23 0 0 0,1 12-2 0,12 23 1 0,0 13 0 0,12 2 0 0,1 10 1 0,11-11-1 0,0-1-2 0,-12-1 2 0,25-21 0 0,-26-26 1 0,14 0 1 0,-1 0 0 0,-12-26-1 0,12 3 0 0,0-1-1 0,1 12 1 0,0-13-2 0,-14 25 1 0,0-11 0 0,14 11 0 0,-13 11 0 0,12-11 0 0,-12 13-1 0,0-1 1 0,1 0 0 0,11 0 0 0,-24-12 0 0,12 0 1 0,0 0-1 0,0-12 1 0,-12-12-1 0,12 11 1 0,0-23 0 0,13 24 1 0,-25-12-3 0,0 24 1 0,12 0 0 0,0 24 0 0,0 13-1 0,-12 11 1 0,12-1 0 0,13 27 1 0,-14-2-2 0,0 49 1 0,-22-61 0 0,11-11 0 0,-36 0 1 0,0-37 1 0,12-12 0 0,-13 0 0 0,13-12 0 0,12-1-1 0,0-11 0 0,12-12 0 0,36-24-2 0,13 10 1 0,23 2-1 0,73 0-42 0,-96 35-116 0</inkml:trace>
  <inkml:trace contextRef="#ctx0" brushRef="#br0">3483 11248 4 0,'0'0'0'0,"0"0"19"0,-13 0-1 0,13 0 2 0,-11 0 1 0,11-11 0 0,-11 11 1 0,11 0 5 0,11 0-19 0,0 0 1 0,39 0 1 0,-15 0-3 0,14-13-2 0,0 2-2 0,-13 11-2 0,1-12-2 0,-13 12-30 0,-24 12-32 0,0-1-25 0</inkml:trace>
  <inkml:trace contextRef="#ctx0" brushRef="#br0">4753 11346 39 0,'0'0'0'0,"0"0"13"0,-12 0 3 0,12 0 0 0,0 0-13 0,25 0 2 0,23 11 0 0,-12-11 0 0,25-11 1 0,-13 11 1 0,0-13-1 0,-11 2-1 0,-24-2-4 0,-26 13-8 0,13 0-30 0,-24 0-42 0</inkml:trace>
  <inkml:trace contextRef="#ctx0" brushRef="#br0">5807 11381 126 0,'0'0'0'0,"46"-11"13"0,28-2 16 0,10 2-3 0,-11-2-9 0,-13-11-3 0,1 0-8 0,-26 11-4 0,-10 2-2 0,-25 11-6 0,0 0-47 0,-12 0-80 0</inkml:trace>
  <inkml:trace contextRef="#ctx0" brushRef="#br0">7440 14187 4 0,'0'0'0'0,"-14"0"18"0,-10 0 2 0,12 0-3 0,-1 0-3 0,2 0 0 0,11 0 1 0,-11 0 0 0,11-11 16 0,0 11-14 0,11 0-11 0,0 0 3 0,2 11-6 0,11-11 0 0,13 24 0 0,-1-11 0 0,12-2-1 0,13 3 0 0,0-2-1 0,11-12 0 0,0 0 0 0,1-12 0 0,-25-2-1 0,-11 14 2 0,-25-11 0 0,-12 11 0 0,0-13 1 0,-12 13-3 0,0 0 0 0,-13 0 1 0,-23 13 0 0,23-2-1 0,-23 3 0 0,11-2 0 0,-9-1 1 0,-4-11 0 0,-83 0 7 0,73 0-4 0,25-11-1 0,21 11 0 0,2 0-2 0,24-12 0 0,13 12-1 0,23 0 0 0,37-14 0 0,-1 14-1 0,12 0-8 0,2 0-23 0,-1 14-46 0,-61-14 3 0</inkml:trace>
  <inkml:trace contextRef="#ctx0" brushRef="#br0">11321 14792 97 0,'-12'0'19'0,"12"0"-7"0,0-11 31 0,0 11-38 0,-12-12-1 0,-1 12-2 0,2-12 0 0,-63 12-2 0,39 0 0 0,-13 24 0 0,24-13 1 0,-1 26-2 0,1-1 1 0,12-11 0 0,12 10-1 0,12-10 1 0,12-13 0 0,12 0 0 0,1-12 0 0,-13-12 0 0,36-49 2 0,-60 37-1 0,0-13-1 0,0-11 1 0,0 0-1 0,-12 0 0 0,-12-61 1 0,13 61-1 0,-2 12 1 0,1 11-1 0,0 25 0 0,12 0 0 0,0 25 0 0,0-1 0 0,12 12 0 0,-12 12 0 0,25 48 1 0,22 13-1 0,-35-60 1 0,14-24-1 0,9-1 0 0,-11-24 1 0,0 0 0 0,13-24-1 0,-1-1 1 0,-12 0 0 0,-12-10 0 0,0-1-1 0,-24-13 0 0,0 36-1 0,-12 13 0 0,12 13 0 0,-12 36 0 0,36-26 1 0,-12 14 0 0,60-1 0 0,13-24 0 0,-25-24 0 0,-12-13 0 0,13 1 1 0,-25-11-1 0,-12-2 0 0,-12-11 1 0,0 12-1 0,0-13 1 0,-25-48-1 0,3 61 1 0,22 12-1 0,-13-1 0 0,1 25 1 0,12 13 0 0,0 59 5 0,12-11-3 0,-12 0 0 0,24 10-1 0,0 3 0 0,-12-2 0 0,36-11-3 0,-23 11 2 0,11-23 0 0,-12-13-1 0,-24-24 0 0,12-12 2 0,-12-12 4 0,-48-61-4 0,24 37-2 0,-37-61 1 0,61 61-2 0,12-1 1 0,37 2-1 0,23 9-6 0,13 26-30 0,-25 0-79 0</inkml:trace>
  <inkml:trace contextRef="#ctx0" brushRef="#br0">21191 14309 65 0,'0'0'0'0,"-12"-37"21"0,-12 26-11 0,-37 59 27 0,37 0-26 0,12 13-5 0,12-1-1 0,0 1-2 0,12-13-1 0,24-11-1 0,-12-13 0 0,25-24 1 0,11 0-1 0,-11-12 1 0,-2-26-1 0,2 3 1 0,-13-1 0 0,-23-1 0 0,-13 1-1 0,-13 0 0 0,2 36 0 0,-14 0-1 0,1 24 2 0,12 0-1 0,12 0 0 0,0 0 0 0,12 1-1 0,37-13 2 0,-25-12 0 0,0-24-1 0,-12 0 1 0,12-1-1 0,-24 1-1 0,0 12 0 0,0 12 0 0,12 0-1 0,0 24 1 0,13-12 0 0,11 24 0 0,-12-23 0 0,11-1-1 0,4-12 2 0,-15 0-1 0,-2-12 0 0,3-12 1 0,-13-13-1 0,0 0 1 0,0 2 1 0,-12-15-1 0,0 2-1 0,-12-13 1 0,0 2-1 0,0-1 0 0,0 23 1 0,12 25-1 0,-13 12 0 0,13 0 0 0,0 24 1 0,13 25 2 0,-13 11 0 0,0 1-1 0,12 11 0 0,0-24-1 0,12 13-2 0,-11-13 2 0,11-24 0 0,12 1-1 0,0-25 2 0,1-25 0 0,-1-11-1 0,-12-13 1 0,0 1 0 0,-24-24-1 0,11 12-1 0,-11-13 0 0,0 13 0 0,0 11 0 0,0 13 0 0,0 48-2 0,0 24 6 0,14 13 3 0,11 23 0 0,-3-11-1 0,27-13-1 0,0 0-4 0,11 13-3 0,1-25-16 0,0 13-143 0</inkml:trace>
  <inkml:trace contextRef="#ctx0" brushRef="#br0">9156 17708 43 0,'0'0'0'0,"0"0"25"0,0-12-9 0,0 0-1 0,-12 12 2 0,0-12-4 0,-12-1-5 0,0 0-1 0,-1 2-1 0,1 11-1 0,-25 24-1 0,27 1-3 0,8 23-1 0,2-12 0 0,12 1 1 0,37 11 0 0,-13-37 2 0,-12-11-1 0,24 0 1 0,-24-24-1 0,25-24 1 0,-1-98 2 0,-24 87-1 0,-12-14-1 0,-12 12-2 0,0 0 0 0,0 2 0 0,0 23 0 0,0 22-1 0,12 14-1 0,0 0 2 0,0 37 0 0,0 11 0 0,12 26-1 0,12-2 0 0,-12 1 1 0,24 24 1 0,-23-49-3 0,9-1 1 0,4-9 0 0,-2-2 0 0,0-25 2 0,0-11-1 0,0 0 0 0,2-11 1 0,-4-25-1 0,-9 11 0 0,-1-12-2 0,0-10 2 0,-24 35-2 0,-24 12 0 0,25 0 1 0,11 12 0 0,-26 24-1 0,26-12 1 0,0 0 0 0,13-11-1 0,0-1 1 0,22 0 0 0,-11-12 0 0,24 0 0 0,-11-12 0 0,23-37 0 0,1 1 2 0,-37-13-1 0,-11 1 3 0,-13 12-1 0,0-1-1 0,-13 0-1 0,1 14 0 0,0 22 0 0,-12 0 2 0,24 39-1 0,0 22 1 0,0 0-1 0,12 13 0 0,0-1 2 0,25 25-2 0,-26-26-2 0,13 2 0 0,0 0 0 0,2 0 0 0,-15-25 0 0,-11 0 0 0,0-24 0 0,0-12 0 0,0 0 0 0,-24-24 0 0,11-12 1 0,1-1-1 0,50-59-1 0,33 11-1 0,-35 61 1 0</inkml:trace>
  <inkml:trace contextRef="#ctx0" brushRef="#br0">18917 17744 64 0,'0'0'19'0,"13"-12"5"0,-13 12-2 0,0-12-6 0,-13 0-2 0,-11 12-4 0,0 12-5 0,-13 12-1 0,13 11-2 0,12 15-1 0,0-2 0 0,0 0-1 0,36-11 1 0,0-1 0 0,12-24 0 0,13 0 0 0,-2-12 0 0,3 0 1 0,-15-24 0 0,-10-1-1 0,-13 1-1 0,-12 0 0 0,0 12-1 0,-12 0 0 0,-13-1 1 0,14 26-1 0,0-13 1 0,-2 24 0 0,13 0 0 0,13-11-1 0,-2-2 1 0,0 2 1 0,2-1-1 0,-1 0 1 0,-12-12 0 0,0 0-1 0,12-12 0 0,-12 0-1 0,12 12 1 0,12 0 0 0,-12 0 0 0,13 0-1 0,-1 12 1 0,-12 0 0 0,24 0 0 0,-23-12 2 0,-1 0 3 0,12 0 1 0,-12-12-1 0,12-36-2 0,-11 11-1 0,-2 0 0 0,13-59 0 0,-12 24-3 0,-12 24 2 0,0 35-1 0,0 0-2 0,0 26 2 0,0 0 0 0,0 11 0 0,0 12 0 0,0 0 0 0,14 1 0 0,-3 11 0 0,2-13 1 0,-2 2-1 0,13-24 0 0,0 11 0 0,13-24 0 0,23-49 1 0,-48 13-1 0,13-12 0 0,-1-26 0 0,-12-9 1 0,-12 22-1 0,12 37 0 0,-12 24 7 0,0 48-3 0,12-37-2 0,-12 39-2 0,12-14 0 0,1 0 0 0,-2 13 0 0,2-2-2 0,9-23 1 0</inkml:trace>
  <inkml:trace contextRef="#ctx0" brushRef="#br0">3375 14429 88 0,'-25'0'34'0,"25"0"-10"0,13-11-6 0,23-2-6 0,35-11 2 0,14-13-1 0,25 2-1 0,23-13-1 0,12-13-2 0,-12 1-3 0,49-13 0 0,-157 73-5 0,-25 0-3 0,-38 12-21 0,-22 37-135 0</inkml:trace>
  <inkml:trace contextRef="#ctx0" brushRef="#br0">19461 16219 68 0,'0'0'10'0,"-24"13"17"0,11-2 0 0,13 2 0 0,25-13 4 0,24-24-20 0,59 0-4 0,12-24-2 0,39 11 0 0,23-11-2 0,-14-1 1 0,171-11 1 0,-218 35-5 0,-60 14-1 0,-37 11-60 0,-48 24-56 0</inkml:trace>
  <inkml:trace contextRef="#ctx0" brushRef="#br0">17248 18349 111 0,'0'0'7'0,"-24"0"15"0,11 0 1 0,1 0-8 0,0 0 0 0,24 0 1 0,37-13-7 0,48-24-5 0,25 13 1 0,34-23-2 0,25-1-2 0,1-13-3 0,-1 13-14 0,-36 11-36 0,-36 13-95 0</inkml:trace>
</inkml:ink>
</file>

<file path=ppt/ink/ink10.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2-18T00:10:39"/>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2589 14950 5 0,'0'0'7'0,"-13"0"15"0,1-12-12 0,0-1 1 0,0-11 5 0,0 13 3 0,0-14 4 0,0 13 1 0,0-1-4 0,-13 2-7 0,1-13 1 0,12 11-7 0,0 13 0 0,12 0-2 0,0 0-1 0,12 13-3 0,0 22 1 0,12-10-1 0,1 24 2 0,23 60 0 0,-24-49-2 0,12 1-1 0,1-2 3 0,11 50-1 0,-37-72-1 0,2 0-1 0,-13-13 1 0,12-13-1 0,-12 2 1 0,0-13 0 0,0-13-19 0,0 2-7 0,0-26-20 0,14 0-64 0</inkml:trace>
  <inkml:trace contextRef="#ctx0" brushRef="#br0">2951 14684 122 0,'0'0'0'0,"0"0"17"0,0 0-4 0,0-12 5 0,0 24-1 0,-12 11-11 0,0 14 1 0,0 24 1 0,-12-1-2 0,-1 13-1 0,1-1-3 0,0 1 0 0,0 0-1 0,-11-13 2 0,11 1-2 0,-2-13 0 0,13 0-2 0,-9-24-3 0,22-11-21 0,0-2-53 0,11-11 0 0</inkml:trace>
  <inkml:trace contextRef="#ctx0" brushRef="#br0">11224 14914 18 0,'-25'-24'42'0,"14"-1"-25"0,-13-11 14 0,12 12-11 0,0 11-9 0,12 2-2 0,0 11 1 0,0 0-5 0,0 0-3 0,12 35 4 0,0 2 0 0,23 24-1 0,-10-1 1 0,24 13-2 0,-13-2-1 0,0 3-1 0,1-1-1 0,-1-2 0 0,-12-10 0 0,13-13 0 0,-26-11-2 0,2-13 2 0,-13-24-3 0,0 13-5 0,0-26-26 0,0 1-1 0,-13-12-14 0,13-1-16 0</inkml:trace>
  <inkml:trace contextRef="#ctx0" brushRef="#br0">11805 14731 72 0,'0'0'20'0,"0"0"1"0,-12 0 2 0,0 26-19 0,0 9 1 0,-13 2 2 0,1 24 0 0,0-1-1 0,-12 13-2 0,0-1-2 0,-2 1 0 0,16-14-1 0,-15 2 0 0,25 0 0 0,-13-13-1 0,14-11 0 0,11-26-3 0,0 2-14 0,0-1-17 0,11-12-25 0,-11 0 14 0</inkml:trace>
  <inkml:trace contextRef="#ctx0" brushRef="#br0">11297 14816 41 0,'-24'-24'16'0,"0"13"-3"0,-13-1 13 0,13 0-10 0,13 12-7 0,11 12-4 0,0 24 4 0,22 24 4 0,-9 0-7 0,24 13 0 0,-2-12-2 0,-10 12-2 0,-1-13-1 0,12-1 0 0,1 2 0 0,-25-13 0 0,12-11-1 0,-24-13-1 0,12-11-7 0,-12-2-12 0,0 2-14 0,0-13-30 0,0 0 30 0</inkml:trace>
  <inkml:trace contextRef="#ctx0" brushRef="#br0">11769 14624 100 0,'0'0'0'0,"0"-13"10"0,0 13 3 0,-13 25 8 0,-11 23-6 0,0 12-6 0,-13 25-3 0,15-13-2 0,-16 1-2 0,13 0 0 0,3 12-2 0,-3-14-1 0,1 14-18 0,12 0-53 0,-1-61 10 0</inkml:trace>
  <inkml:trace contextRef="#ctx0" brushRef="#br0">15965 15156 62 0,'-11'-12'14'0,"-14"-37"21"0,1 1-10 0,12-1-7 0,-1 13-8 0,13 12-2 0,0 0 3 0,25 48-5 0,-1 61 2 0,12-25-4 0,1 1-1 0,-1-2-3 0,1 3 0 0,-1 9 1 0,13 38 2 0,-27-72-4 0,-8-13 1 0,-14-11 0 0,0-2-1 0,0-22-5 0,-25-14-6 0,14-11 6 0,-26-1 1 0,13-11 0 0,0-13 1 0,-13 0 2 0,-36-72 3 0,51 86-1 0,-4 35 2 0,14 0 3 0,0 12-1 0,12 0-2 0,0 12 1 0,12 24 3 0,26 1-1 0,-16-1-1 0,27-1-2 0,-13 13-2 0,13-11 2 0,-13 0 1 0,11 11-2 0,-21-11-2 0,22 23-11 0,-48-36-13 0,0 1-20 0,11-14-56 0</inkml:trace>
  <inkml:trace contextRef="#ctx0" brushRef="#br0">16437 14938 106 0,'0'-24'11'0,"0"0"10"0,0 11-3 0,0 13-5 0,0 0-8 0,0 24-1 0,-12 25 1 0,12 11-1 0,-24 1-1 0,0 0-1 0,-1 10-1 0,3 3-1 0,-16-2 0 0,-9-11 0 0,10-1 0 0,25-24-1 0,-2-23 2 0,3-13-1 0,11 0 0 0,0 0-1 0,11-25-1 0,15-11-1 0,-2-1-2 0,11-24-1 0,-10 2 2 0,13-15 1 0,45-94 4 0,-46 83-1 0,-1 12 0 0,-12 37 2 0,-12 24 3 0,-12 12-1 0,-12 24-1 0,-12 0 0 0,-25 37 1 0,25 12-1 0,-12-1-2 0,11 1 1 0,-11-2-2 0,0 3 0 0,12-2 0 0,0-11-2 0,12-13-12 0,12-24-21 0,0-11-37 0,0-1 19 0</inkml:trace>
  <inkml:trace contextRef="#ctx0" brushRef="#br0">15954 15059 69 0,'-25'-12'19'0,"-35"-61"29"0,36 49-28 0,12 12-5 0,0-1-9 0,24 38-2 0,24 23 4 0,12 13-3 0,0 24-3 0,13-2-6 0,12 2-18 0,-1 0-111 0</inkml:trace>
  <inkml:trace contextRef="#ctx0" brushRef="#br0">2455 14914 14 0,'0'0'0'0,"-12"-13"30"0,0 2-4 0,0-2-3 0,0-11-4 0,-1 0-5 0,13 11-3 0,-11-22-3 0,11 11 0 0,-11-2-2 0,11 15-1 0,0-2-4 0,0 13 3 0,35 37 0 0,1 11 0 0,0 13-1 0,1 0 0 0,-1 23-1 0,12 1-1 0,-11 0 1 0,0-13 0 0,-2 0-1 0,-9-24-2 0,-2-11-7 0,-24-24-17 0,11 11-23 0,-11-24-32 0</inkml:trace>
  <inkml:trace contextRef="#ctx0" brushRef="#br0">2976 14648 86 0,'0'-12'6'0,"12"0"-4"0,-12-1 12 0,0 0 2 0,0 13-7 0,0 13-1 0,-12 24 1 0,-1 22-2 0,-11 3-2 0,12 9-2 0,-12 14-2 0,0 0-1 0,-25 108 2 0,13-119-1 0,23-15-1 0,-9-9 0 0,9-26-1 0,13-13-10 0,0-11-6 0,0 0-2 0,13-11 0 0,9-13 7 0,3-26 5 0,-1 2 4 0,-12-13 0 0,12-10 0 0,-11-2 3 0,-1-24 1 0,12 12 4 0,-12-11 6 0,12 11 2 0,-12 25-1 0,-12 24 5 0,0 23-8 0,-36 62 1 0,12-2-5 0,-25 86 1 0,25-48-5 0,0 0-1 0,-12 85 3 0,25-85-2 0,-2-25-1 0,13-25 0 0,-11-22 0 0,11-13 1 0,0 0-16 0,11-13-42 0</inkml:trace>
  <inkml:trace contextRef="#ctx0" brushRef="#br0">27214 12217 97 0,'-12'-25'3'0,"12"-47"3"0,12 11 7 0,12 1 0 0,13 11 1 0,11 13-5 0,-12 12 0 0,13 11-3 0,11 26-2 0,-23 23-2 0,-13 13-1 0,-13-1 1 0,2 25 0 0,-26 10 0 0,-22 26 1 0,-26 37 1 0,-11-1-2 0,-13 25-2 0,0-1 0 0,36-12 0 0,1-24 0 0,35-24 0 0,13-13 0 0,39-11 0 0,8-1 2 0,26-10 0 0,24-2 0 0,84 74 0 0,-133-50-1 0,-36-11-2 0,-12 0 2 0,-49 24-1 0,1 12 1 0,-24-13 1 0,24 12-1 0,-1-11 2 0,37 0 0 0,-12 0 0 0,12 1 0 0,0-1-2 0,-25-2 0 0,1 2 0 0,-49-24-1 0,-23 13 0 0,-25-27-3 0,-13-21-16 0,13-2-36 0,61-37-54 0</inkml:trace>
  <inkml:trace contextRef="#ctx0" brushRef="#br0">28786 13849 98 0,'-11'-12'1'0,"-26"-1"2"0,25 2-1 0,12 11 0 0,0 11 2 0,-12 2-1 0,12 11 1 0,0-11-1 0,0 11 0 0,12-13 1 0,-12-11 3 0,12 0 2 0,-12 0 21 0,-12-11-22 0,12 11-6 0,-12 0-1 0,-1-13 1 0,13 13-1 0,-11 0 0 0,0 0 1 0,-2 0 1 0,13 0-1 0,-11 0 1 0,11-11-1 0,0 11-1 0,0-13 0 0,11 1-1 0,13 0-1 0,0-1 1 0,73 2 0 0,-49-2-1 0,13 13 1 0,11 0 0 0,-22 0 0 0,-15 13 0 0,1-13 0 0,-36 0 0 0,12 11 0 0,-24-11 0 0,-13 0 0 0,-21 0-2 0,-15 0 2 0,-24 13 0 0,12-1 0 0,12-12 1 0,13 25-1 0,35-25-1 0,13 0-1 0,13 11 2 0,48 2 0 0,23-13 0 0,49 0 0 0,12-13 0 0,37-11 1 0,23 0-1 0,2 0-1 0,-15 11 2 0,-46 13-6 0,-49 0-16 0,-49 0-14 0,-24 0-17 0,-24 0-17 0</inkml:trace>
  <inkml:trace contextRef="#ctx0" brushRef="#br0">28908 13765 78 0,'12'-24'8'0,"25"-37"4"0,22 13 4 0,2 11 0 0,-1 13-5 0,-11 12-6 0,-49 0 1 0,-12 12 13 0,-25 0-18 0,-47 12-1 0,-1 11 2 0,25-10 0 0,-37 24 2 0,36-1-2 0,25 11-1 0,12 3 0 0,48 9 1 0,24-9 0 0,49-2-1 0,25 0-2 0,10-11-27 0,-35-1-75 0</inkml:trace>
</inkml:ink>
</file>

<file path=ppt/ink/ink11.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2-18T00:10:39"/>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14721 11550 3 0,'0'0'0'0,"-13"0"8"0,13 0 10 0,13 0 14 0,-13-11-27 0,11 11 4 0,13-12 3 0,-12-12 3 0,0 0 0 0,12 11-3 0,0-11-5 0,13-12-1 0,-25 36-6 0,0-12 1 0,-12 12-3 0,12 0-9 0,-12-13-40 0,12 13-1 0</inkml:trace>
  <inkml:trace contextRef="#ctx0" brushRef="#br0">14743 12749 106 0,'0'0'0'0,"0"0"21"0,25-12-9 0,-1 0 7 0,1-25-4 0,59-11-3 0,-59 36-10 0,-13 0-1 0,0 12-2 0,-12 0-13 0,0 0-127 0</inkml:trace>
  <inkml:trace contextRef="#ctx0" brushRef="#br0">4935 12471 21 0,'0'0'0'0,"-12"0"-1"0,12 0 4 0,12 0 6 0,-12 0 4 0,12 11-2 0,13-11-1 0,-14 13-1 0,13-13-1 0,-11 12-3 0,11 0 0 0,0 0 0 0,12 23-2 0,0-22-1 0,13 24-1 0,-1-25 0 0,61 35 2 0,-48-34 1 0,-2 11 0 0,2-11-1 0,0 11-1 0,12-13 0 0,-12 13-1 0,-1 0 1 0,0 1-1 0,12-13 0 0,1 1 0 0,0-2 0 0,72 13 2 0,-73-11-2 0,1 11 0 0,12-12 1 0,-13 0-2 0,73 12 1 0,-72-11-1 0,85-13 4 0,-73 0-2 0,83-13 1 0,-95 13-5 0,24 0 3 0,-13 0 0 0,49 0 0 0,-36-12 3 0,121-12 3 0,-134 0-4 0,74-1 2 0,-37 1 1 0,0-12 0 0,108-37 11 0,-156 50-12 0,12-2-1 0,-85 12-3 0,-13 13-13 0,-23 26-52 0,12-14-17 0</inkml:trace>
  <inkml:trace contextRef="#ctx0" brushRef="#br0">17684 12338 27 0,'0'0'9'0,"11"0"-6"0,14 11 11 0,11-11 9 0,12 13-3 0,24-2-5 0,26 13-4 0,-1-11-3 0,35-1-1 0,1 12-3 0,13-12-1 0,0 1 1 0,10-13-1 0,25 11-1 0,13 2-1 0,-1-13-1 0,1 0 1 0,25 12 0 0,-15-12 0 0,232 0 1 0,-219-12-2 0,13-1 0 0,12 13 1 0,-1-24 1 0,26 0-3 0,11 12 1 0,12-24 1 0,25 23-1 0,0-22 0 0,-1 22 3 0,0-24 3 0,-35 26 2 0,-1-13-1 0,-24 11-3 0,-25 2 1 0,183-15 3 0,-303 26-6 0,-61-11-1 0,-35 11 0 0,-13-13-10 0,-85 13-126 0</inkml:trace>
  <inkml:trace contextRef="#ctx0" brushRef="#br0">28170 5274 14 0,'0'-61'14'0,"0"24"5"0,0 13-4 0,12-11-1 0,-12 23 1 0,12-26 9 0,-12 27-14 0,0 11-2 0,13 0-3 0,-13 0-4 0,11 0 1 0,-11 35 2 0,24 50 2 0,-12 85 2 0,-24-62-4 0,12 14-2 0,-13 11 0 0,2 12 0 0,0 13-1 0,11 11 0 0,0 12 0 0,0 13 0 0,11-13-1 0,0 1 0 0,2 11 0 0,-13-12-1 0,12-11 2 0,-12-14 0 0,-12-10 1 0,12-13 0 0,-13 1 2 0,2 180 2 0,11-49-1 0,0-119-5 0,0-13 2 0,11-12 0 0,2-48 0 0,12 48 3 0,-13-36 0 0,1-13 0 0,-2-11-2 0,-11-13-1 0,0 12-1 0,0 25 0 0,0-50-2 0,-11 15-35 0,-2-26-35 0,13-24-3 0</inkml:trace>
  <inkml:trace contextRef="#ctx0" brushRef="#br0">26381 7911 57 0,'0'0'0'0,"-38"-25"46"0,38 25-43 0,49-12 1 0,11 12 3 0,13 0 2 0,36 0-2 0,12 0-3 0,24 0-2 0,12 0 0 0,24 0-2 0,14 12-1 0,-3-12 2 0,25 12 2 0,26-12 2 0,-1 0-1 0,-24 0 1 0,23 0-1 0,15-12-1 0,-3 12-1 0,1 0 0 0,0 0-3 0,-12-12 2 0,-37 12 2 0,1 0 1 0,-25 0 1 0,-84 0-2 0,24-12 2 0,1 12-2 0,-15 0-1 0,-22 0-1 0,-36 0 0 0,-12 0-1 0,-37 0-5 0,0 0-22 0,-37 0-105 0</inkml:trace>
  <inkml:trace contextRef="#ctx0" brushRef="#br0">28292 7886 19 0,'0'-12'23'0,"0"0"-5"0,11 12 1 0,-11 0-6 0,-11-12-2 0,11 12-1 0,11 0 19 0,-11 0-26 0,11 0-1 0,2 0 0 0,-1 0 0 0,12 0 0 0,25 0 0 0,84 12 0 0,-49 0-2 0,37-12 1 0,-12 0-1 0,35 0 3 0,15 0-1 0,10 0 2 0,12 0 0 0,1 0-3 0,-1 0 0 0,-23 0-1 0,-1 0 1 0,-37 0-2 0,-10 0 1 0,-38 12 1 0,-24-12 1 0,-35 0 4 0,-13 0 6 0,0 0-4 0,-13 0-5 0,0 0-1 0,-9-12-1 0,9 12 0 0,1 0-3 0,0 0-15 0,0 0-36 0,0 12-64 0</inkml:trace>
  <inkml:trace contextRef="#ctx0" brushRef="#br0">30625 7874 43 0,'0'0'0'0,"-13"-24"8"0,13 24 2 0,0-12 9 0,0 12-1 0,0 0-10 0,0 0-2 0,0 12 0 0,-11 12 0 0,11-12 0 0,-11 0-2 0,11 1-1 0,0-13 3 0,0 0 1 0,0 0 0 0,0-25-5 0,0 13-1 0,22 0 0 0,-9-12 0 0,-1 12 0 0,-12 12 0 0,0 0 3 0,-36 12-3 0,12 12 0 0,0 0 1 0,-13 1-2 0,26-13-3 0,11 0-22 0,0 12-68 0</inkml:trace>
  <inkml:trace contextRef="#ctx0" brushRef="#br0">30637 8502 24 0,'0'0'0'0,"0"-11"36"0,0-1-13 0,0 12-10 0,0-24 4 0,0 12-9 0,-12 0-3 0,-1 12-1 0,2-13 0 0,-25 2-1 0,-24 22 2 0,35 2-3 0,-11 23-2 0,12-12 1 0,24 0-1 0,0 13-1 0,0-13 1 0,48 0-2 0,-11-24 2 0,35-24 1 0,-59-12-1 0,9 11 1 0,-9-11 0 0,-13 0 0 0,0-13 0 0,0 25 1 0,-13 12 1 0,13 12-1 0,0 12 0 0,13 0 0 0,-13 24 0 0,12 25 3 0,-12-12-1 0,0 11 0 0,0 13 0 0,0-1-3 0,0 0-1 0,0 50 0 0,-12-62 1 0,12-25-1 0,-13 3-1 0,13-26-4 0,0 0-7 0,0 0-10 0,-11-12-23 0,11 0-20 0</inkml:trace>
  <inkml:trace contextRef="#ctx0" brushRef="#br0">30807 8866 61 0,'0'0'0'0,"0"0"23"0,0-12-3 0,0 0 3 0,12 12-11 0,-12-13-9 0,0 26-1 0,0-1 1 0,0 36-1 0,0-23-1 0,0-1-1 0,0 12 1 0,0-24 0 0,0-12 1 0,0-12 2 0,12 0-4 0,-12 0 1 0,12-12-1 0,0-1 1 0,12 1-1 0,-11 12 0 0,-2 0 0 0,-11 12 0 0,11 0 1 0,-11 0 0 0,14 36 1 0,-14-11 0 0,0-13-2 0,12 12 0 0,-12-12 0 0,13 0 0 0,-13-12 2 0,0 0 0 0,11-12-2 0,-11 0 0 0,13 0-2 0,-2-12 0 0,13-1-3 0,-12 13 4 0,0 12-2 0,-12 0 1 0,0 0 1 0,0 12 1 0,24 37-10 0,-11-37-3 0,-2 12-5 0,2-12-1 0,-1 0 8 0,0-1 7 0,-12-22-8 0,0 11-8 0,12-12-4 0,0 0 9 0,0 0 9 0,0 12 4 0,1-12 2 0</inkml:trace>
  <inkml:trace contextRef="#ctx0" brushRef="#br0">31255 8914 2 0,'0'-12'11'0,"11"0"13"0,-11-12 2 0,13 12 0 0,-2 0-6 0,-11-1-5 0,0 13-5 0,0 0-5 0,0 0 1 0,11 13 0 0,-11 23-2 0,0-12-2 0,0 13-1 0,14-1-1 0,-14-12 1 0,0 13-5 0,0-25-19 0,0 0-82 0</inkml:trace>
  <inkml:trace contextRef="#ctx0" brushRef="#br0">28279 6083 41 0,'-12'0'26'0,"12"0"-9"0,12 0 7 0,-12 24-12 0,0 2-4 0,0-2-1 0,0-13 0 0,0 2 1 0,0-2 1 0,0 2 3 0,-12-13 0 0,-1-13-4 0,13 2-2 0,-12-2-5 0,12-11-4 0,0 13-26 0,25 11-74 0</inkml:trace>
  <inkml:trace contextRef="#ctx0" brushRef="#br0">26730 5903 82 0,'0'0'0'0,"-36"-24"11"0,12-1 0 0,13 13 2 0,-2 0-1 0,1 12-6 0,0 0-4 0,12 73-1 0,0-37-1 0,0-1 0 0,24 15-1 0,-11-26 0 0,-2-24 1 0,13-24 0 0,-13 0 1 0,2-13-1 0,-13 1 0 0,0 0 1 0,0 11-1 0,0 13 3 0,0 12 4 0,0 12-2 0,12 85 2 0,-12-36-4 0,14 96 1 0,-3-72-3 0,-11 11-1 0,0-11 0 0,0-24-3 0,0-1-4 0,0 13-43 0,0-61-38 0</inkml:trace>
  <inkml:trace contextRef="#ctx0" brushRef="#br0">26936 6229 68 0,'0'0'0'0,"0"13"43"0,0-2-27 0,12 13-5 0,-12 13-6 0,13-13-2 0,-2 0-1 0,2 0-2 0,-13-11 0 0,12-1 1 0,0-12 0 0,-12 0 2 0,0-12-2 0,12-12 0 0,0-1-1 0,1 1 1 0,-2-12 0 0,0 12 0 0,2 0-1 0,-2 11 0 0,2 0 0 0,-13 13 2 0,0 26 2 0,13-2 0 0,-13 11-2 0,13 2 0 0,-2 0-2 0,-11-13 1 0,11 0-2 0,2-12-2 0,-13 0-8 0,12-12-14 0,0-12-22 0,-12 0-20 0</inkml:trace>
  <inkml:trace contextRef="#ctx0" brushRef="#br0">27311 6290 70 0,'0'0'14'0,"0"0"8"0,0 24 2 0,0 0-7 0,0 13-7 0,-12-1-7 0,12 12-2 0,0-11-1 0,0-1-11 0,0 0-22 0,0-25-65 0</inkml:trace>
  <inkml:trace contextRef="#ctx0" brushRef="#br0">27444 6326 41 0,'0'-12'44'0,"11"-12"-21"0,2 11-6 0,-13 13-3 0,12 0-3 0,-12 24-3 0,0 1-4 0,-12 35 6 0,-1-35-5 0,2-1-1 0,11 0-1 0,-11-13-1 0,11-11 0 0,22 0 0 0,15-23-8 0,24-1-31 0,-13 0-71 0</inkml:trace>
  <inkml:trace contextRef="#ctx0" brushRef="#br0">27251 6350 17 0,'0'0'0'0,"0"0"-9"0,0 0 7 0,12 0 17 0,-12 0 19 0,-12 0-24 0,-1 0 5 0,1 0-1 0,0 0-1 0,0 0 6 0,12-12-10 0,12 12 2 0,-12-12-6 0,0 12 3 0,0-12-2 0,0 12 0 0,0 0-3 0,0 0-4 0,12 0 1 0,-12 0-4 0,25 24-8 0,-1-12-17 0,-12 13-59 0</inkml:trace>
  <inkml:trace contextRef="#ctx0" brushRef="#br0">30505 6036 8 0,'0'0'0'0,"0"-12"23"0,-13 0 4 0,13 0 0 0,13-14-9 0,22 15-2 0,-35-1-10 0,13 12 3 0,-1 0-1 0,0 12 6 0,-12 13-7 0,0-13-3 0,0 12-2 0,-12-24-2 0,12 12 1 0,0-12 1 0,0 12 1 0,-12-12 2 0,12 0-1 0,-13 0-1 0,13-12-2 0,0 12 0 0,0-12-1 0,13-12 0 0,11 24-1 0,-11-12 1 0,-2 12 0 0,13 0 0 0,-24 12-1 0,12 12 1 0,-12-12 1 0,0 11-1 0,0-10 0 0,-12-2 1 0,-1 2 1 0,2-13 1 0,0 0 1 0,-2 0-2 0,1-13 0 0,12 2-1 0,25-13-8 0,-14 12-39 0,25 12-67 0</inkml:trace>
  <inkml:trace contextRef="#ctx0" brushRef="#br0">28375 7619 8 0,'-12'0'16'0,"-12"13"40"0,12-13-36 0,-1 13-3 0,-9-1-1 0,9 0-6 0,1-12-5 0,12 24-2 0,0-13-2 0,0-11 0 0,12 13 0 0,-12-13 1 0,0 0 1 0,0 0 4 0,0 0-5 0,13 0 0 0,-2 0-2 0,-11 0 1 0,11 0-1 0,-11 0 0 0,13 0 0 0,-13 0 0 0,12 0 1 0,0 0 0 0,-12 0 2 0,0 0-3 0,-12 11 0 0,12-11 0 0,0 13 0 0,12-13 0 0,-12 0 0 0,0 0 1 0,0 0-1 0,12 0 1 0,0-13-1 0,49-35 2 0,-13 13-2 0,13-2 0 0,10-11 1 0,3 0-1 0,11-13 0 0,-1 1 1 0,-11-1-2 0,24 0 2 0,-13 0 1 0,-11 13-1 0,11-13 1 0,-23 14 0 0,12 11-2 0,-1-13 1 0,1 1 0 0,-13-1 0 0,1 1-2 0,0-1 1 0,-14 13 0 0,13-13 0 0,-23 2 3 0,24 9-1 0,-13 3-1 0,1-1-1 0,11 0 1 0,-13-13-1 0,16 13 0 0,-4 0 1 0,2-1-2 0,-1 0 2 0,-11 2 0 0,-1-2 0 0,-12 0-1 0,1 2 1 0,0 11 0 0,-15-2-1 0,3 26 0 0,-1-24 1 0,-10 24-1 0,-14 0 0 0,0 0 1 0,-14 0 1 0,14 0-2 0,-12 0-1 0,-12 0 2 0,0 13-2 0,-12-2 1 0,-13 3-1 0,1-2 1 0,-13-1 0 0,-11 2 1 0,-1-2-1 0,14 2 0 0,-4-2 1 0,28 2-1 0,23-13 0 0,12 0 0 0,0 0-1 0,12 0 1 0,1 0 1 0,22 0-1 0,-10-13 0 0,11 13 0 0,12-11 1 0,-11-2-1 0,11 13 0 0,0-11 0 0,1-2 0 0,-13 2 0 0,11 11-1 0,-9-12 2 0,-13 12-1 0,-25-14 0 0,11 14 1 0,-22 0 2 0,11 14-2 0,0 9-1 0,-13 14 1 0,1-2 0 0,0 15-1 0,-14 10 0 0,4 0 1 0,-15 1-1 0,25 0 1 0,-24-25-1 0,23-1-1 0,1-22-6 0,0-2-21 0,12 2-70 0,0-13 37 0</inkml:trace>
  <inkml:trace contextRef="#ctx0" brushRef="#br0">28399 7741 26 0,'0'0'38'0,"-11"0"-15"0,11 0-3 0,0 0 14 0,0 12-22 0,-13 0-2 0,-11-12-2 0,12 13-3 0,0-2-3 0,-1-11-1 0,2 13 0 0,11-13-5 0,0 0-31 0,0 11-59 0</inkml:trace>
  <inkml:trace contextRef="#ctx0" brushRef="#br0">9338 13402 26 0,'0'0'0'0,"0"-13"31"0,0 2-8 0,-13-13-5 0,13 11-3 0,-24-24 1 0,11 37-11 0,-9-11-3 0,-3 11 0 0,13 0-1 0,-25 0 0 0,13 24 0 0,12 0-1 0,0 0 0 0,12 37 1 0,0-25-1 0,48-24 0 0,-37 1 1 0,15-26 0 0,-2 1 1 0,0 0-1 0,0-25 0 0,-12 13 0 0,13-48 0 0,-12 35 1 0,-13 2-2 0,0-2 1 0,-13 0-1 0,13 2 1 0,-25-1-1 0,13 11 1 0,-12 1-1 0,24 12 1 0,-11 12-1 0,11-12 2 0,-13 12 0 0,13 12-2 0,0 24 0 0,13 25 1 0,-2-2-1 0,-11-9 0 0,11-2 1 0,26 48-1 0,-11-59-1 0,-4-13 1 0,15 0 0 0,-1-11 0 0,-11-13 1 0,11 0-1 0,-12-25 1 0,0 13 0 0,0-12-1 0,-11 0 2 0,-13 0-1 0,0 0 0 0,0-2-1 0,-13 2 0 0,-11 13 1 0,0 11-1 0,12 11-1 0,12 2 1 0,-12 11 0 0,12-11-1 0,12 11 1 0,12 0 0 0,-12-13-1 0,37 2 2 0,-13-13-1 0,-1 0 0 0,-10 0 1 0,0-24-1 0,-1 11 0 0,-13-11 0 0,2-13 1 0,-1 13-1 0,0-11 0 0,-12-15 1 0,12 15-1 0,-12-25 0 0,-12-25 1 0,12 73 0 0,-12 0 0 0,12 0 1 0,-12 12 0 0,12 24-1 0,0-12 0 0,0 35 0 0,0 3 0 0,0-2 0 0,12 13 1 0,0-13-2 0,-12 24 1 0,12-11 0 0,12 0-1 0,-12-1 1 0,13 1 0 0,11-25-1 0,-24-24 1 0,12 0 1 0,-11-24 0 0,11-12 0 0,-24 0-1 0,12-2 0 0,-12 3 0 0,-61-98-1 0,49 85 0 0,0 12 0 0,12 0 0 0,12-2-3 0,25 15-9 0,11 11-34 0,0 0-67 0</inkml:trace>
  <inkml:trace contextRef="#ctx0" brushRef="#br0">13075 15614 15 0,'-12'0'20'0,"12"-11"-3"0,0-1-1 0,0 0 3 0,0-24-2 0,0 23-5 0,0-23-3 0,0 24-1 0,0-25-4 0,0 26-2 0,-12-2-1 0,-36 13 1 0,35 0-3 0,-23 24 2 0,36 1-1 0,-24-13 0 0,11 25 0 0,13-13 0 0,-11 24 0 0,22-36 0 0,-11-1 0 0,25-11 1 0,-25 0 0 0,48-23 1 0,-24-1 0 0,-11 0-2 0,-1-13 1 0,0 1 0 0,-12-48 1 0,0 34-1 0,-12 2-1 0,12 0 0 0,-12 0 1 0,-1 12-1 0,13-2 0 0,-11 27 1 0,11-1 2 0,-13 0 0 0,13 12-1 0,0 12-2 0,0 11-1 0,0 15 2 0,13-2-1 0,-2 12 0 0,-11 0 1 0,13 0-1 0,-1 13 1 0,12-13-2 0,-12-11 1 0,1 0 0 0,-2-13 0 0,24-12 1 0,-21-12-1 0,11 0 1 0,-3 0 0 0,3-25 0 0,-1 14 0 0,-12-14-1 0,0 1 1 0,0-12 0 0,-12 23-1 0,-12-11 1 0,12 0 0 0,-12 24-1 0,0 0-1 0,12 13 1 0,-12-2 0 0,12 2-1 0,0 11 0 0,0-13 2 0,24 2-2 0,0 11 1 0,1-24 0 0,-1 12 0 0,12-36 1 0,-11-1 0 0,-1 14-1 0,12-63 1 0,-24-21 2 0,-12 46-2 0,0-11 0 0,13 22 0 0,-26 3 1 0,13 11-1 0,-12 12 1 0,12 12-1 0,-12 0 0 0,12 24-2 0,0 12 0 0,0 1 1 0,0 11 0 0,0 0 0 0,12 13 1 0,0-2 0 0,-12 2-1 0,13 0-1 0,22 48 1 0,-23-60 1 0,13-25-1 0,-12 0 0 0,-13-24 0 0,11 12 1 0,-11-12 0 0,0 0 1 0,0-12 5 0,11 0-6 0,-11-12-1 0,13-1 1 0,-1 1-1 0,0-12 0 0,0-25-1 0,-12 37 1 0,0 0 0 0,0 11-1 0,-24 2 1 0,24-2 1 0,-12 13-1 0,12 0 0 0,0 0 0 0,12-11 0 0,12 11 0 0,1-13 1 0,-1 13-2 0,12-11-3 0,0 11-15 0,1 0-31 0,-13 0-46 0</inkml:trace>
  <inkml:trace contextRef="#ctx0" brushRef="#br0">14030 15458 133 0,'-12'0'8'0,"-12"-13"18"0,12 13-6 0,12-11-12 0,-13-2-6 0,13 13-5 0,0 13-29 0,-11 11-83 0</inkml:trace>
  <inkml:trace contextRef="#ctx0" brushRef="#br0">20102 13644 34 0,'0'-12'19'0,"0"12"3"0,-13 0 0 0,13 0-5 0,0 0-12 0,0 0-3 0,13 0 3 0,-2 0 3 0,15 12-1 0,-2-12 1 0,12 0 1 0,12 12-2 0,1 0-2 0,-1-12 0 0,62 36 0 0,-63-12-4 0,-9-11 1 0,-3-1-1 0,-35 0 0 0,12-12 1 0,-24 0-110 0,12 0 50 0</inkml:trace>
  <inkml:trace contextRef="#ctx0" brushRef="#br0">23246 15203 70 0,'0'0'15'0,"-11"0"7"0,11-11-2 0,11-1 11 0,52-36-16 0,-16 11-6 0,13 1-1 0,13 0-1 0,-14-1-2 0,-9 1-4 0,-15 24 0 0,-22-1-1 0,-1 2-8 0,-12 11-33 0,0 0-65 0</inkml:trace>
  <inkml:trace contextRef="#ctx0" brushRef="#br0">21130 13547 84 0,'0'0'0'0,"0"-24"25"0,13-1-19 0,-1 14 3 0,-12 11 2 0,-25 0-5 0,1 36-4 0,0-12 2 0,0 61 0 0,12-49-2 0,12 11-1 0,12-21-1 0,0-2 1 0,24-13 1 0,1-11 1 0,-1-11 1 0,0-1-2 0,-12 0-1 0,25-14 1 0,-49 15-1 0,12-2 0 0,-12 13 0 0,0 0-1 0,0 0 0 0,-12 13 0 0,12-2 0 0,0 2 0 0,12 12 0 0,1-13 0 0,9-1 0 0,3-11 0 0,-1 13 0 0,1-13 0 0,-1 0 0 0,-12-13 0 0,-12 13 1 0,0-11 0 0,0-1 0 0,-12-13 0 0,-1 1-1 0,-11 11 1 0,12-10-1 0,12 11 0 0,0 0 1 0,0 0-2 0,25-12 2 0,-1 24-1 0,12-13 0 0,0 13 0 0,-11 0 1 0,-1 25 0 0,-12-13 0 0,0 24-1 0,-12-13 1 0,12 1-1 0,0-11 0 0,1 12 0 0,-2-25 0 0,-11 12 1 0,0-12 1 0,11-12 2 0,2 0-1 0,13-14-2 0,-2 2-1 0,-13 1 0 0,0-1 1 0,2 12-2 0,-1 0 1 0,0 0-1 0,-12 12 0 0,0 12 1 0,12-12 0 0,-12 24 1 0,12-12-1 0,-12 0 0 0,13 11-1 0,-2-10 1 0,14-2 0 0,-13-11-3 0,12 0-1 0,-12 0 2 0,12-11 0 0,25-13 1 0,-24 0 0 0,10 0 1 0,-10 0 1 0,0-13 0 0,-14 13-1 0,-11 24 2 0,0 0 0 0,-24 0 0 0,-13 0 0 0,13 12 0 0,0 11-2 0,12-10-1 0,12 12 2 0,0-13-1 0,25 12 0 0,10-12 0 0,2 0 1 0,11-1-1 0,0 2-1 0,-24-2 1 0,0 2 0 0,-24 0 1 0,0-1 0 0,-24 0 0 0,-12-1 1 0,0 2-1 0,1-2-1 0,-4 2 1 0,4-13-1 0,11 0 0 0,12 0-3 0,0 0-10 0,12 0-21 0,24-13-33 0,-24 13 11 0</inkml:trace>
  <inkml:trace contextRef="#ctx0" brushRef="#br0">22243 13438 84 0,'0'0'0'0,"-12"-36"42"0,12-38-24 0,0 26-4 0,0 24 0 0,0 13-5 0,0 11-6 0,0 11-1 0,12 50 4 0,-12-24-3 0,0 11-1 0,12 0-1 0,-12 13 0 0,12-1-1 0,-12-11-1 0,13 22 2 0,-1-47-1 0,-12-11 1 0,0 0-1 0,0-13 1 0,0 0-11 0,-25-26-17 0,13 2 9 0,0 1-3 0,-12-13 0 0,-1 12 8 0,1-2 10 0,0 15 2 0,12-1 6 0,0 12 7 0,12 0 5 0,0 0 2 0,0 0-7 0,24 0 1 0,0-12-4 0,13 12-1 0,11-12 0 0,-11 12-3 0,11 0 0 0,-23-12-2 0,10 12-1 0,-35 0-2 0,0 0-1 0,11 0-4 0,-11 12-14 0,14-12-24 0,-2 12-54 0</inkml:trace>
  <inkml:trace contextRef="#ctx0" brushRef="#br0">22606 13776 146 0,'0'0'23'0,"0"0"-1"0,0 0-5 0,24 0-14 0,-12-11-2 0,-12 11 0 0,0 0-2 0,0 0-53 0,0 24-74 0</inkml:trace>
  <inkml:trace contextRef="#ctx0" brushRef="#br0">22884 14019 82 0,'0'0'15'0,"0"0"3"0,0-12-7 0,0 12 0 0,0 12 0 0,24 12-1 0,1 12-3 0,-1 25 0 0,12-1-2 0,0 12 0 0,1 26-1 0,-13-2-2 0,47 86 2 0,-58-110-1 0,12 0 3 0,-25-11 2 0,0-24-1 0,12-13-1 0,-12-24-3 0,0-13-171 0</inkml:trace>
  <inkml:trace contextRef="#ctx0" brushRef="#br0">6290 14877 10 0,'0'0'0'0,"-13"0"18"0,13 0 0 0,-12-12-5 0,12 12 2 0,0 0-1 0,0 0-2 0,0 0-6 0,0 0 1 0,12 0-4 0,1-12 1 0,59-12 7 0,-23 11-3 0,-1-22-2 0,11-2 0 0,4 24-3 0,-28-11-1 0,-23 24-1 0,0 0 0 0,-12 0 1 0,0 0-8 0,12 13-12 0,0 11-108 0</inkml:trace>
  <inkml:trace contextRef="#ctx0" brushRef="#br0">6423 14950 13 0,'-12'0'19'0,"-1"0"-8"0,26 0 21 0,-1 0-15 0,0 0-5 0,24 0-2 0,-11-12 3 0,10-1-2 0,15 2-2 0,-3-13 2 0,2-1-4 0,-13 0-3 0,0 14-2 0,-12-2 0 0,-24 13-1 0,0 0-22 0,0 37-93 0</inkml:trace>
  <inkml:trace contextRef="#ctx0" brushRef="#br0">18856 14043 5 0,'0'0'15'0,"0"-12"11"0,0 12-3 0,0 0-6 0,0-12-6 0,0 12-3 0,0 0 0 0,-11 0 1 0,11-12 12 0,11 12 13 0,-11 0-34 0,0 12 1 0,13-12-1 0,-1 12 1 0,0 0 0 0,0 0-1 0,13 0 0 0,-14 0 1 0,39 11 0 0,-39-9-1 0,24-2 0 0,-10 0 1 0,-13-12-1 0,24 12 1 0,13-12 0 0,-13 0 0 0,1 0-1 0,35-12 1 0,-24 12 0 0,2-12 0 0,-15 12 0 0,26-26 0 0,-37 15-1 0,12-1 0 0,-24 0 1 0,13 0 0 0,-1 0 1 0,-12 0-1 0,12-12 1 0,12-1 0 0,-23 13-1 0,-2 12 0 0,0-12-1 0,-11 12 2 0,0 0 14 0,0 0-20 0,0 0-25 0,-11 36-114 0</inkml:trace>
  <inkml:trace contextRef="#ctx0" brushRef="#br0">29042 7306 5 0,'0'0'0'0,"0"0"34"0,0 0-29 0,0 0-3 0,0 0-1 0,0 0 1 0,0 0 7 0,0 0 45 0,0 0-40 0,0 0-3 0,0 0-7 0,0 0-4 0,0 0 12 0,0 0-7 0,0 0-4 0,0 0-1 0,0 0 2 0,0 0-1 0,0 0 1 0,0 0-1 0,0 0 2 0,0 0-2 0,0 0-2 0,0 0-8 0,0 0-74 0,0 0 29 0</inkml:trace>
  <inkml:trace contextRef="#ctx0" brushRef="#br0">28896 7342 3 0,'0'0'4'0,"0"0"8"0,0 0-2 0,0 12 1 0,0-12-1 0,12 0-4 0,-12 0-3 0,0 0 28 0,0 0-15 0,0 0-10 0,-12-12-1 0,12 12-1 0,0-12-2 0,0 12 2 0,0-13-1 0,-13 2 0 0,13-2-1 0,-24 2-1 0,12-13-1 0,0-2 1 0,-12 2 0 0,-1 0-1 0,-11 0 0 0,0 1 1 0,-12-2-1 0,-24 25 1 0,11-13-1 0,-12 2 1 0,1 11 0 0,-13 0-1 0,0 11 0 0,13 13 0 0,-13 2 2 0,12-15-2 0,12 26 1 0,1-2 0 0,0 15 0 0,12-15-1 0,24 2 1 0,-13 48-1 0,1-12 0 0,24-13 0 0,-13 13 0 0,13-1 0 0,12 0 0 0,0 1 0 0,12 0 0 0,1-13 0 0,11 1 0 0,0-2 0 0,25-9 0 0,-13-2 0 0,24-13 0 0,14 15 0 0,-15-26 1 0,14 0-2 0,12 0 1 0,0-12 0 0,0-12 0 0,-2 0-1 0,2-12 2 0,0-12-1 0,-1 0 1 0,13-24 0 0,0-13-1 0,-24 1 0 0,-1 11 1 0,-24-23-1 0,13-1 1 0,-25-12-1 0,-24-24-1 0,0 13 1 0,-12-13-1 0,-24 0 2 0,-12 0 0 0,1 12-1 0,-26 1 0 0,-12 22 1 0,-12 3-1 0,0 10 2 0,2 13-2 0,-15-1 0 0,-11 25 0 0,0-1 0 0,-1 25 0 0,-10 13 0 0,11-1 2 0,-120 73-2 0,120-25 0 0,0 13 0 0,11 24-1 0,15 11 1 0,22 25 1 0,1 1-2 0,23-1 1 0,25-13 0 0,0-11 0 0,12 0 0 0,61 73-1 0,11-99 1 0,13-9-1 0,12-26 0 0,11-11 1 0,159 11 0 0,35-1-1 0,-157-47 0 0,122 0 2 0,-135-11-1 0,-23-25 0 0,0 12 0 0,-11-25 0 0,-3 0 0 0,-34-23 0 0,0 0 1 0,11-111 1 0,-59 75-2 0,-2-12 1 0,-11-1-1 0,-24-12 0 0,0 11 0 0,-24 2 1 0,-1 11-1 0,-24 11 2 0,0 2-1 0,-10 24 0 0,-15 11-2 0,1 1 2 0,-10 23-1 0,-2 13 0 0,-1 11 0 0,1 2-1 0,0 11 1 0,-11 11 1 0,-2 26-1 0,2 11 1 0,-1 13-1 0,0 24 0 0,23 12-1 0,2 12 1 0,24 11 0 0,11 2 0 0,13 11 0 0,23 0 0 0,1-1 0 0,24-10 0 0,12-1 0 0,73 95 0 0,12-94 0 0,-13-49-1 0,-36-25 1 0,98 13 0 0,-37-25 1 0,-24-13-1 0,72 1 1 0,-24-11-1 0,-11 0 0 0,-2-13 1 0,1-13-1 0,-12-11 1 0,11 0-1 0,-23-12 1 0,12-26 0 0,0 3 1 0,60-110 1 0,-96 60-1 0,48-158 1 0,-61 110-2 0,-11-218 0 0,-49 193-1 0,-13 26 2 0,-11 23 0 0,-24 24-1 0,-12 24-1 0,-13-13 1 0,12 27 0 0,-60-62 2 0,60 72-2 0,15 13 1 0,7 24 2 0,17 0-1 0,-2 11-1 0,11 13-1 0,1 0 0 0,12 0-1 0,0 0 0 0,-12 13 1 0,12-2-1 0,12-11 0 0,-12 0 0 0,0 0 0 0,0 13 1 0,0-13 2 0,0 0-2 0,0 0-1 0,0 0 0 0,0 0 3 0,-12 0-2 0,12 0-1 0,0 0 0 0,0 11 0 0,0-11 3 0,0-11 2 0,0 11-4 0,0 0-1 0,0 0 0 0,0 0 1 0,0 0 0 0,0-13-2 0,0 13 1 0,0 0-2 0,-12 13-12 0,12 11-49 0,0-24-26 0</inkml:trace>
  <inkml:trace contextRef="#ctx0" brushRef="#br0">29851 7317 89 0,'0'0'3'0,"-13"74"-1"0,13-26 5 0,-11-12-1 0,22 13-3 0,-11-25-1 0,0 0 0 0,0-24 3 0,13 12 6 0,-13-36 13 0,0 12-20 0,12-24-1 0,0-13-2 0,12 1 1 0,-11-1-2 0,-2 13 0 0,14 12 1 0,-13 0-1 0,0 24 2 0,24 11 5 0,-24 13-3 0,1 13-1 0,-1 0-1 0,-12 11-2 0,12-12 0 0,0-12 1 0,0-11-1 0,-12-13 1 0,0 0 2 0,12-26 0 0,-12 3-2 0,25-13-1 0,-3-37 0 0,-9 36-1 0,0 13 1 0,-1 24 0 0,0-11-1 0,1 22 0 0,-13 2 2 0,22 35-1 0,-9-24 0 0,-1 37 0 0,0-37-12 0,0-1-24 0,-12 3-79 0</inkml:trace>
  <inkml:trace contextRef="#ctx0" brushRef="#br0">30480 7173 95 0,'0'0'0'0,"-12"-36"16"0,12 36-7 0,0 0 9 0,-12 0-3 0,12 0-10 0,-12 36 0 0,0-12-1 0,12 11-1 0,-12 15 0 0,12-15-1 0,0 14-1 0,0-13 0 0,12-11-1 0,0 11 1 0,12-24 0 0,0-12 1 0,0 11 0 0,0-11-1 0,1-23 1 0,22 11-1 0,-22-24-1 0,13-1 1 0,-16 1-1 0,-9-13 1 0,-1-12-2 0,-12-11 2 0,0 11 0 0,-25 14 2 0,-11 23-3 0,0 12-2 0,1 12 2 0,-15 0 1 0,26 36-1 0,0-13 1 0,12 14-1 0,0 0 1 0,12-13 0 0,12 11 1 0,13-22-1 0,10-2 1 0,2 2-1 0,47-13 2 0,-59-13-4 0,-1 2-12 0,0 11-149 0</inkml:trace>
  <inkml:trace contextRef="#ctx0" brushRef="#br0">28363 7619 1 0,'0'0'0'0,"0"13"6"0,0-13 10 0,0 13 9 0,0-13-4 0,0 12-2 0,0-12-5 0,0 0-4 0,12 0 20 0,-12-25-26 0,13 1-4 0,-2 0 2 0,2-12-2 0,11-13 1 0,-12 1 0 0,12 12 0 0,0-25 1 0,-11 13 0 0,35-85 3 0,-24 72-3 0,11-11-1 0,4-1 0 0,-15 1 0 0,11-13-1 0,1 0 1 0,13 1 1 0,-13-1-2 0,1 12 2 0,-1-11-1 0,13 11 0 0,-14 0-1 0,-11 1 0 0,2 12 1 0,9-49 1 0,-11 48-1 0,-12 13 1 0,24-74 1 0,-11 62-2 0,-1 0 0 0,0 12 0 0,13-2-1 0,-26 3 1 0,2 11 0 0,-1 10 0 0,0-9 1 0,0 11-1 0,0-1 0 0,1-11 0 0,-2 24 0 0,13-12-1 0,-13 0 0 0,28 11 0 0,-39 2 0 0,0 11 0 0,0 0 2 0,0 0-1 0,0 0 0 0,0 0-1 0,0 0 0 0,-13 0 0 0,1 0 0 0,-2 0 0 0,-10 11 0 0,-11 2 1 0,11-2-2 0,0 2 2 0,-37 11-1 0,49-12 0 0,0 0 0 0,0-12 0 0,12 0 0 0,0 0 1 0,0 0 0 0,0-12-1 0,-12 12 1 0,12 0-1 0,0 0 0 0,0 0 0 0,12-12 0 0,0 12 0 0,12-12 0 0,0-13 0 0,0 14 0 0,13-13-1 0,0 11 2 0,-2-11-2 0,2 11 1 0,-2 2 0 0,-10 11 0 0,-25 0 0 0,12 0 0 0,-12 0 0 0,0 0 0 0,0 37 2 0,0-13-2 0,0 24 0 0,0-12 0 0,0 13 0 0,0-13 0 0,12-1 0 0,-12-9 0 0,0 10 1 0,0-24-2 0,0 0-13 0,0 0-118 0</inkml:trace>
  <inkml:trace contextRef="#ctx0" brushRef="#br0">29512 4221 57 0,'0'-11'2'0,"24"-15"0"0,-11 2 5 0,-13 0 7 0,0 0-3 0,-13 13-1 0,-23-15 1 0,-35 2 11 0,32 13-11 0,15 11-2 0,2 0-4 0,9 0-3 0,1 24 0 0,0 37 3 0,12 11-1 0,0 0 0 0,0 13 0 0,12-12-1 0,-12 0 1 0,12-2-3 0,-12 3 1 0,-12-26-2 0,12-11 0 0,-12-13 1 0,12-13-1 0,-12 2-4 0,12-26-87 0,-12-11 6 0</inkml:trace>
  <inkml:trace contextRef="#ctx0" brushRef="#br0">29149 4438 83 0,'0'0'8'0,"13"-11"1"0,23 11 7 0,12-12-5 0,13 0-7 0,-2 12-5 0,4 0-25 0,8 0-34 0,-59 12 26 0</inkml:trace>
  <inkml:trace contextRef="#ctx0" brushRef="#br0">29670 4500 82 0,'0'0'12'0,"0"0"15"0,-12 0-11 0,0 24-5 0,-1-1-3 0,1 14-3 0,0 0 0 0,0 11-4 0,12-12 0 0,0 13-1 0,12-13 1 0,25-12 0 0,-1-12-1 0,0-12 1 0,-1-12 0 0,15-12 0 0,-15-12-1 0,2-1 1 0,-25 0 0 0,0-11 1 0,-24 0-2 0,-12-12 0 0,-23 12 0 0,-3 23 1 0,15 12-1 0,-2 13 1 0,13 0-1 0,12 13 1 0,12 24-1 0,24-13 0 0,0 11 0 0,23 15 1 0,-9-2-1 0,-2 0 0 0,-12 0 1 0,-24-11 1 0,-13 11 0 0,-9 1 0 0,9-25-1 0,-48 24 0 0,13-23-5 0,24-13-15 0,0-12-20 0,24 12-65 0</inkml:trace>
  <inkml:trace contextRef="#ctx0" brushRef="#br0">30432 3883 80 0,'0'-12'6'0,"0"0"4"0,0 0 3 0,0 12 1 0,-12 0-7 0,-13 12-4 0,-11 12 1 0,0 24 6 0,-1 25-2 0,-11-2 0 0,24 27-3 0,13-13 0 0,11 0-2 0,0-13-2 0,11-11 1 0,13-13-2 0,0-12 0 0,24 13-16 0,-23-26-23 0,-13-10-57 0</inkml:trace>
  <inkml:trace contextRef="#ctx0" brushRef="#br0">30565 4160 98 0,'0'0'0'0,"-12"-11"7"0,-1 11-7 0,13 24 7 0,0 0 8 0,0 13-6 0,0-2-5 0,13 14-3 0,-13-13 1 0,0-11 0 0,0 11 0 0,0-24 0 0,0-1 2 0,0-11 1 0,0-11 9 0,12-13-12 0,-12-12-1 0,0 12-1 0,0-13 0 0,12 0 0 0,1 13 0 0,-13 0-1 0,11 13 2 0,0 11-2 0,-11 0 2 0,0 0 0 0,13 11 1 0,-13-11 1 0,0 13 1 0,0-13-1 0,0 0-2 0,0-13 11 0,-13 2-7 0,13 11-3 0,0 0-1 0,0 0-1 0,0 11 0 0,0-11 0 0,0 13 0 0,0-13 1 0,0 0 6 0,0-13-3 0,0 13-4 0,0 0 0 0,-11 0 0 0,11 0-1 0,-11 0 1 0,-2 13 0 0,1-2 0 0,-13 13 0 0,1 1 1 0,13-1-1 0,-2 1 0 0,1-14 0 0,12-11 0 0,0 0 1 0,0 0 1 0,0-24-1 0,12 12-2 0,1-24 1 0,9 23 0 0,4-22 0 0,-2 22 0 0,0-11 0 0,-13 24-1 0,2 0 1 0,-1 0 0 0,0 13-1 0,-12-2 1 0,0 13 0 0,-12 13 0 0,0-13 1 0,-1 13-1 0,-9-13 1 0,9 0-1 0,1-12 0 0,12 0 0 0,-12-12 1 0,24-12 2 0,13-24-4 0,10 12 1 0,1-13 0 0,0 0 0 0,-11 13 0 0,-13 0-1 0,0 0 0 0,-12 11 1 0,-12 13-3 0,0 13 2 0,0 24 1 0,-12-26 1 0,24 26-1 0,-11-1 0 0,11-11 1 0,0-1-2 0,11-12-6 0,13 12-17 0,0-12-17 0,0-12-35 0,-12 0 24 0</inkml:trace>
  <inkml:trace contextRef="#ctx0" brushRef="#br0">30940 4367 66 0,'0'0'44'0,"-12"0"-31"0,12 0 1 0,0 12 7 0,-14 12-5 0,14-12-9 0,0 11-4 0,14 3 0 0,-14-2-1 0,0-12-1 0,0 0 0 0,0 0 1 0,0-12 2 0,0-12 2 0,12 0-5 0,-12 0-1 0,0-12 1 0,13-2-1 0,-13 15 0 0,11-1 0 0,-11 12-1 0,0 0 0 0,0 0 1 0,0 23 0 0,0 3 1 0,13-14-1 0,-13 12 1 0,11-12-1 0,-11 0 0 0,11-12 1 0,-11 0 0 0,13 0 0 0,-1-12-1 0,0 0 0 0,-12 0 0 0,0 12 0 0,12-12-1 0,-12 36 1 0,0-12 1 0,0 23-1 0,12-11 0 0,-12 2-3 0,13-2-32 0,-2-13-96 0</inkml:trace>
  <inkml:trace contextRef="#ctx0" brushRef="#br0">31266 4282 112 0,'0'0'0'0,"0"0"3"0,0 0 12 0,0 12-4 0,0 12-8 0,0 1-1 0,-11 11-1 0,-2 36-12 0,1-35-21 0,12-1-52 0</inkml:trace>
  <inkml:trace contextRef="#ctx0" brushRef="#br0">31386 4197 69 0,'13'-24'31'0,"-1"11"-15"0,13 2-2 0,-25 11-4 0,11 11-2 0,-11 13-3 0,0 13 0 0,13-13-1 0,-26 13-1 0,13-1-1 0,0-11-1 0,13-14 0 0,-13 2 2 0,0-13 7 0,0 0-2 0,11-13-6 0,2-11-1 0,-1 12-1 0,0-24 0 0,0 12 0 0,-12 0 0 0,24 0 0 0,-24 24-1 0,25-13 1 0,-13 13 1 0,-12 13 1 0,24 11 0 0,-24-13 0 0,12 13 0 0,0 1-2 0,-12-13 1 0,13 12-1 0,-13-11 1 0,0-2 3 0,11-11-1 0,-11 0-2 0,24-24 0 0,-11 0-1 0,11 0-2 0,-11-13 1 0,22 13 0 0,-24 0 0 0,14 11 0 0,-13 2 0 0,1 11 2 0,-2 11-1 0,2 15 0 0,-13-15 1 0,12 13-4 0,0 0-18 0,-12 1-17 0,12-1-27 0,0-24-7 0</inkml:trace>
  <inkml:trace contextRef="#ctx0" brushRef="#br0">32016 3895 38 0,'0'0'0'0,"0"-12"38"0,24 12-10 0,-13 0 3 0,74 0 26 0,-48 36-46 0,0 1-3 0,-1-1-2 0,-12 23-2 0,0 2-2 0,-12 0-1 0,-12 0-2 0,0 11-7 0,0-11-28 0,-24-1-98 0</inkml:trace>
</inkml:ink>
</file>

<file path=ppt/ink/ink12.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2-18T00:10:39"/>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10414 7572 18 0,'0'0'7'0,"0"-12"7"0,-11 12 2 0,11 0 1 0,11 0 17 0,2 0-28 0,22 12 4 0,-9 0-4 0,-4-1-3 0,15 2 0 0,-13 11 0 0,13-11-2 0,-1-1 2 0,36 24 3 0,-35-12-3 0,11-13 0 0,0 2-1 0,61 24 2 0,12-2-1 0,-60-10-2 0,11-13 1 0,0 12-1 0,1-24 0 0,12 12 1 0,0 0-2 0,12-12 1 0,-13 13-2 0,1-13 2 0,0 0-1 0,-1 0 1 0,1 0 0 0,0 0 0 0,-1 0 0 0,1 0 1 0,0-13-1 0,11 13 0 0,1-24 0 0,0 12 1 0,13-12 0 0,-15 12 1 0,2-12-1 0,98-13-1 0,-100 25 0 0,2 0 0 0,0-25-1 0,1 37 1 0,-2-24 0 0,0 13 3 0,1-13 0 0,1-2 0 0,-2 15 2 0,-12-13 0 0,-23 12-2 0,0-12-2 0,-26 12-1 0,-10 0 0 0,-25 12 0 0,-25 0-25 0,-10 24-30 0,-38 0-75 0</inkml:trace>
  <inkml:trace contextRef="#ctx0" brushRef="#br0">13740 7802 47 0,'-12'0'15'0,"12"-13"-8"0,0 13 9 0,-12 0-3 0,12 13-7 0,0 11 0 0,-12 0-1 0,24 12 0 0,0 13 5 0,-12-13-5 0,12-24 0 0,-12 0-1 0,0-12 0 0,12 11 2 0,-12-22 12 0,0-1-16 0,0-12 0 0,0 0-2 0,-12-13 1 0,0 13 1 0,-12 12-2 0,0-12-1 0,-25 24 0 0,13 0 1 0,-12 0 0 0,-2 24 0 0,3 0-1 0,23 13 1 0,0-1 0 0,12 11 0 0,-1 3 1 0,13-2 0 0,0-13-1 0,37 50 2 0,-1-48-1 0,0-13-1 0,0 0 0 0,-11-11 1 0,-1-13-2 0,0 0-7 0,-12 0-15 0,12 0-27 0,1-24-37 0</inkml:trace>
  <inkml:trace contextRef="#ctx0" brushRef="#br0">13619 7838 33 0,'0'0'0'0,"-24"0"16"0,24 0 1 0,-13 0 3 0,2 0-4 0,0 12-6 0,-2 0-4 0,1 12-1 0,12 1-2 0,-13-1 0 0,13 12 0 0,0 13 3 0,0-13-1 0,0-1 0 0,13 39 5 0,-13-50-5 0,36 35 4 0,12-33 3 0,0-26-7 0,-11 0-1 0,-1 0-3 0,1 0 1 0,-13 0-4 0,-24-13-20 0,0 26-123 0</inkml:trace>
  <inkml:trace contextRef="#ctx0" brushRef="#br0">16498 7499 30 0,'-12'-13'5'0,"-37"2"5"0,25-1 0 0,0 0 2 0,0 12 5 0,0 0 0 0,13 0-5 0,11 0-7 0,0 12-1 0,11 11 1 0,13-10 0 0,12 24 0 0,25-13-1 0,11 11-1 0,13 2 2 0,24 0 1 0,12-13-1 0,0 0 0 0,13 0-1 0,22-12-1 0,1 0 0 0,12-12-1 0,1 0 0 0,-1 0 1 0,-1 0-1 0,-9-12-1 0,10 0 1 0,-12-12 0 0,0 11 1 0,1-22 1 0,-1 11 1 0,0-13 0 0,-12 1 0 0,-12 0 0 0,-36-1-1 0,-24 24-1 0,-48-10-2 0,-14 23 0 0,-11-12-1 0,0 12-8 0,-11 12-19 0,-38 11-30 0,-24 15-53 0</inkml:trace>
  <inkml:trace contextRef="#ctx0" brushRef="#br0">18336 8006 65 0,'0'-11'18'0,"0"-13"-15"0,0 12 1 0,12 0 14 0,-12 24 0 0,-12 12-11 0,12 13 1 0,0-1-1 0,0-1-1 0,0 2-1 0,0-12 0 0,0-2-1 0,12-10 0 0,-12-13 1 0,0 0 7 0,0-13 6 0,0 2-17 0,-12-15 0 0,0 2 0 0,0 13 0 0,-12-13-2 0,-12 0 2 0,12 24-1 0,-13-12 0 0,-11 12 0 0,-2 12 0 0,3 12 0 0,-1 0-1 0,11 0 1 0,13 13 0 0,0 11-1 0,12 0 1 0,12 0 0 0,12-11 0 0,0-1 1 0,12 0-1 0,13 1 1 0,-1-25-1 0,0 12 1 0,-1-13-1 0,15 2 1 0,-15-13-4 0,2 0-12 0,0-13-21 0,-13 2-35 0,-12 11-1 0</inkml:trace>
  <inkml:trace contextRef="#ctx0" brushRef="#br0">18228 8091 14 0,'-13'0'15'0,"1"-11"-2"0,0 11 6 0,-12 0-1 0,13 11-2 0,-2 13-3 0,1-11-3 0,0 24-2 0,12 11-1 0,0-13-1 0,0 26 1 0,12-12-2 0,13-13-2 0,-14 1 1 0,25-13 0 0,-11 0 2 0,10-12 1 0,2-12 2 0,-13 0-1 0,0 0-1 0,1 0-2 0,-13-12-4 0,0 12 1 0,0-12-2 0,-12 12-1 0,12 0-6 0,0 0-137 0,-12 0 99 0</inkml:trace>
  <inkml:trace contextRef="#ctx0" brushRef="#br0">23102 19678 255 0</inkml:trace>
</inkml:ink>
</file>

<file path=ppt/ink/ink13.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2-18T00:10:39"/>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24130 14007 45 0,'0'0'5'0,"0"-13"0"0,0 1 7 0,0-12 4 0,0 0-6 0,0-1-2 0,-12-23 8 0,-1 36-9 0,-22-13 1 0,-2 14-6 0,13-2-1 0,0 13 1 0,13 13 0 0,11-2 0 0,-13 14 0 0,13 0 1 0,13 59 9 0,22-48-6 0,-24-11 0 0,26-1-1 0,-13-12-2 0,13 0 1 0,-13-12 0 0,37-36 0 0,-37-1-3 0,0 13-1 0,-12 0 0 0,1 0-5 0,-2-13-10 0,2 1-14 0,-13-13-25 0,0 25-10 0</inkml:trace>
  <inkml:trace contextRef="#ctx0" brushRef="#br0">24033 13474 66 0,'-24'0'28'0,"13"13"-19"0,-2-13 6 0,13 0-1 0,13 0-1 0,9 0-8 0,3 0 0 0,11 0 0 0,1 0-1 0,-13 0-1 0,12 0-2 0,-11 0 1 0,-1 0-2 0,0 0 1 0,-24 0 1 0,12 0 0 0,-12 0 6 0,0 0 0 0,-12 0-5 0,-12 0-1 0,12-13-1 0,-13 1 0 0,-11 0-1 0,-37-36 0 0,49 24 1 0,0 11-1 0,0-11 0 0,13 11 0 0,-2 2 0 0,13-13-5 0,0 0-11 0,0 0-18 0,24-26-25 0,0 15-19 0</inkml:trace>
  <inkml:trace contextRef="#ctx0" brushRef="#br0">24105 13027 34 0,'-11'0'18'0,"-2"-12"-10"0,2 12 6 0,11-12-1 0,0 0-5 0,0 12-2 0,11 0 3 0,2 0 0 0,-2 0 1 0,14 12 0 0,-1 0-2 0,0-12-1 0,1 12-3 0,-1-12-1 0,0 0-2 0,-12 0 1 0,1 12-1 0,-13-12 1 0,11 12 3 0,-11-12 4 0,-11 0-6 0,-2 0-2 0,1-12 0 0,-12 12-1 0,0-12 0 0,11 0 0 0,-23-12 0 0,12 11-3 0,-1-23-4 0,1 12-7 0,0-25-11 0,12 13-9 0,0-13-4 0,24 2 3 0,0 35 14 0</inkml:trace>
  <inkml:trace contextRef="#ctx0" brushRef="#br0">24118 12543 41 0,'0'0'0'0,"-13"0"23"0,2 12-7 0,11-1-3 0,-13 15 6 0,13-2-13 0,13-12 0 0,11 12 1 0,0-12-2 0,12-1-1 0,-11 2-2 0,-1-2-1 0,0-11 0 0,1 13 0 0,-1-13 1 0,-13-13 0 0,2 2 1 0,-1-13 1 0,-12 0-1 0,0-12 0 0,-12 11-1 0,-12-11-1 0,0 24 1 0,-13 0-1 0,1 0 1 0,-13 12-2 0,13 0 0 0,12 12 0 0,0-12 1 0,24 0-1 0,0-12-1 0,11 0 1 0,13-12 0 0,1-1 0 0,-1 13 0 0,0 12 0 0,13 0 0 0,-13 0-1 0,0 0 0 0,-24 0 2 0,13 12-2 0,-13-12 3 0,0-12 4 0,-13-25 0 0,1 2-1 0,-12-26 1 0,0-11-2 0,-1-2-2 0,13 3-3 0,0 10 2 0,12 13-11 0,12 11-29 0,37 13-84 0</inkml:trace>
  <inkml:trace contextRef="#ctx0" brushRef="#br0">27372 17805 7 0,'0'0'5'0,"-13"-13"7"0,2-11 3 0,-26-24 1 0,13 0-2 0,-12-1-2 0,11 1-3 0,1-1-2 0,12 0-4 0,12 1 0 0,0-13 0 0,24 2-1 0,0-15 0 0,25 3-1 0,12-14 0 0,11 12 0 0,61-36-1 0,-36 36 2 0,-1 12-1 0,13 2 2 0,0-2 0 0,12 1 2 0,12 12-1 0,-12-13 0 0,24 0-2 0,0 13 0 0,-12-13-1 0,1 24-1 0,-1-11 1 0,-13 25 0 0,1-1-1 0,-12 12 0 0,0-14 0 0,12 26 0 0,-24-11 0 0,13-1-1 0,-3 12 2 0,3 12 1 0,-14-12-2 0,0 25 0 0,2-1-2 0,-14 0 2 0,-11 12-1 0,12-1 0 0,-13 2 1 0,-12 11 0 0,-11-11 2 0,-1 0-1 0,1-13 0 0,0 24-1 0,-1-11 1 0,0 11 0 0,-12-1 1 0,13 51 2 0,-38-37-2 0,-11 11 0 0,-36 85 1 0,24-84-2 0,-25 0-1 0,-22 60 2 0,33-86-2 0,-21 14 1 0,11 0 0 0,-25-1 0 0,1 1-1 0,-1-13 1 0,24-11 0 0,-10-1-1 0,-13 0 0 0,-1-1 0 0,-24 15 0 0,12-2 0 0,-95 24 0 0,95-48 0 0,-12 13 0 0,0-25 1 0,13 12-1 0,-49 1 0 0,24-1 0 0,36-12 0 0,-34 0 0 0,-160 12 0 0,134-12-1 0,12-12 1 0,-12 11 0 0,12-11 0 0,-11 0 0 0,-2 0 0 0,1 0-1 0,-12-11 1 0,12-13 0 0,-12 12 0 0,11 0 0 0,15-12 0 0,10-1 0 0,12 1 0 0,12 0-1 0,1 0 0 0,48 0-1 0</inkml:trace>
  <inkml:trace contextRef="#ctx0" brushRef="#br0">28448 16099 26 0,'0'-12'17'0,"-12"-12"-8"0,24-13 13 0,0 13 5 0,0-12-5 0,0 0-6 0,0-1-3 0,1 0-6 0,-13 13-3 0,0-11-2 0,0 23-1 0,-25-13 0 0,1 12-1 0,0 13 0 0,-13 26 0 0,-23 33-2 0,48-22 2 0,-1 11-1 0,13 1 1 0,13-13-1 0,11 1 1 0,-12-13 0 0,0-12 0 0,12-12 0 0,-11 0 1 0,-1-12 0 0,0 0-1 0,-12 12 1 0,0 0-2 0,12 0 0 0,0 12 1 0,0 36 1 0,0 1-2 0,13 95 0 0,-25-72 0 0,0-11 1 0,-49 12 0 0,25-48 0 0,-37-14 2 0,49-11 0 0,0-11 0 0,12-26-1 0,0 0 0 0,0-11 0 0,12-13 0 0,0-10 0 0,25-2-1 0,-1-1 1 0,25-46-1 0,-49 84 1 0,24 12-1 0,-23 11 0 0,-2 13 0 0,2 13 0 0,-13 11 0 0,11 0 0 0,13 25 1 0,13-13-1 0,-13-36 1 0,0 12 0 0,0-24 0 0,0-12 0 0,0 0 0 0,-24 11 1 0,0 1-1 0,-36-12 0 0,0 12-1 0,-12 12 0 0,11-12 1 0,2 0-1 0,22-1 1 0,13-11-1 0,0 13 0 0,35-26 0 0,15 13 0 0,10 0 0 0,0 0 0 0,-11 12 0 0,-25 0-1 0,0 12 1 0,-24 12 0 0,13 0 0 0,-13 12 0 0,0 11-1 0,0 2 1 0,0 0 0 0,12-13-1 0,0 0 1 0,36-24 1 0,-24 0-1 0,0-12 1 0,2-13-1 0,-15 1 0 0,0 0 2 0,2 0-1 0,-13 0-1 0,-13 0 0 0,-9 11 1 0,9-10 0 0,-24 11-1 0,13 12-2 0,0 0-6 0,12 12-11 0,12 0-8 0,12 12-9 0,36-13-11 0,-24 2 5 0</inkml:trace>
  <inkml:trace contextRef="#ctx0" brushRef="#br0">29283 15845 37 0,'0'0'0'0,"0"-13"38"0,0 2-11 0,-13-13-8 0,13 12-5 0,-11 0-4 0,-14-1-4 0,25 0-3 0,-24 13-2 0,12 0-1 0,-12 13 0 0,12 12 0 0,-13-2 0 0,13 14 0 0,0-1 0 0,12-11 0 0,0 10 0 0,24-22-1 0,-12-1 2 0,13 0 0 0,-13-24 0 0,0 0 2 0,12-25 0 0,24-59 1 0,-35 48-3 0,-1-13 0 0,-12 1 0 0,0-1 0 0,-12-11-1 0,-25 11 0 0,13 13 1 0,0 24-1 0,12 24-1 0,12 24 2 0,24 60 3 0,0-23-1 0,12 11 1 0,-23-11-2 0,23-2 0 0,0 50 0 0,-12-72-2 0,-13-13-1 0,15 13-71 0,-13-37-20 0</inkml:trace>
  <inkml:trace contextRef="#ctx0" brushRef="#br0">26331 13909 55 0,'-35'-48'26'0,"22"36"-9"0,2 0-5 0,-2 12-4 0,13 0-4 0,0 12 2 0,0 37 1 0,13-1-2 0,11 13-2 0,-2-1-1 0,3 1-1 0,0-2 1 0,-12-11-2 0,-2-11 1 0,-11-24 0 0,0-2 1 0,0-11 3 0,11-24 0 0,-11 13-4 0,13-39-1 0,11 15 0 0,0-1 0 0,13 12-1 0,-1-1 1 0,-12 25-1 0,0 0 0 0,-11 0 1 0,-1 25 0 0,-12 11 0 0,0-1 0 0,-12 13 0 0,-12-22 0 0,-1 9 1 0,-11-22-1 0,11-2 1 0,1-11-3 0,12 0-16 0,12-11-43 0,12-2-6 0</inkml:trace>
  <inkml:trace contextRef="#ctx0" brushRef="#br0">26948 13994 83 0,'-12'13'18'0,"-48"23"-11"0,11 0 6 0,12 1 5 0,-9-1-7 0,20-1-7 0,2-22-2 0,24-2-1 0,11 2-1 0,2-13 1 0,24-13 0 0,-13 2 0 0,12-25-1 0,-12 0 0 0,-12-1 1 0,1 1-2 0,-1 12 2 0,-12 12-2 0,0 12 1 0,12 0 0 0,0 0-1 0,12 12 2 0,0 12-1 0,13-12 0 0,-1 0 1 0,11 0-2 0,-10-12 2 0,-11 0-1 0,-4-12 1 0,-9-12 0 0,-1 12 0 0,0-12 0 0,-12-1 0 0,-12 1 1 0,0 0-1 0,-12 12 0 0,13 0-1 0,-15 12 1 0,13 0 0 0,2 0-1 0,11 12 0 0,0 12 0 0,0 0 0 0,24-24 0 0,-11 25 0 0,11-13 1 0,0-12-1 0,-12 12 0 0,12-24 2 0,-12-13 0 0,0-11-1 0,-12 0 0 0,12-12 0 0,-12-13-1 0,0-11 0 0,0 11 0 0,-12-11 0 0,12-1 0 0,-24 0 0 0,12 61 0 0,12 12 0 0,0 24 1 0,0 25 0 0,12 10 1 0,24 3 0 0,37 59 1 0,-12-73-1 0,11 13-9 0,49 23-135 0</inkml:trace>
  <inkml:trace contextRef="#ctx0" brushRef="#br0">31749 14624 49 0,'0'0'32'0,"0"0"-31"0,0 0 9 0,-11 12 4 0,11 12 1 0,0 23-3 0,0 3-4 0,0 9-5 0,0 2-2 0,0 0-1 0,0-1-1 0,0-11 1 0,11-1 1 0,2-25 3 0,-13-23-2 0,11 0 0 0,2-23-1 0,-1-13 1 0,0-13-1 0,1 1-1 0,23 0 0 0,-24-1-1 0,24 13 0 0,-12 23 0 0,25 13 0 0,-25 24 1 0,-12 13 1 0,-12 0 2 0,13-1 0 0,-26-12-2 0,1 12-1 0,0-23-3 0,-24 23-20 0,-13 0-70 0,37-36 56 0</inkml:trace>
  <inkml:trace contextRef="#ctx0" brushRef="#br0">32185 14865 39 0,'0'0'7'0,"14"-12"21"0,-14 12-9 0,11 0-1 0,-22 24-6 0,-15 0-10 0,2-11-1 0,11 23-1 0,2-12 0 0,0-12 1 0,11 0 1 0,0 0 0 0,11-12-1 0,13-12 0 0,0-12-1 0,-12 0 0 0,13-1 1 0,-14 14-1 0,2-2 0 0,-1 13 0 0,0 0 1 0,12 13 0 0,0-2 1 0,-12 2 1 0,25-1 1 0,-1 0 0 0,-11-12-1 0,11 0 0 0,-12-12-1 0,12-13 2 0,-25 14-2 0,-11-2-1 0,-11 2-2 0,0-2 1 0,-14 13 0 0,1-12 0 0,-1 24 0 0,14-12-1 0,-2 24 1 0,1-11-1 0,24 23 1 0,1-24 0 0,9 0 2 0,4-12-1 0,-2 0 0 0,-11-24 0 0,-2 12 0 0,13-73 2 0,-12 37-2 0,-12-13 0 0,-12-72 2 0,12 85-3 0,-13-1 1 0,13 25-2 0,-11 12 5 0,11 12 3 0,0 25 1 0,11 11-3 0,2 12-3 0,11 13-2 0,2-2 0 0,9 3-5 0,13-15-31 0,1 14-100 0</inkml:trace>
</inkml:ink>
</file>

<file path=ppt/ink/ink14.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4-02-15T07:17:36"/>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24541 5395 34 0,'-12'0'14'0,"12"-12"-8"0,-12 12 0 0,24 0 3 0,0 0-6 0,25-13 0 0,204-23 6 0,-108 0-3 0,37-1 2 0,435-96 9 0,-401 85-10 0,-9 11 5 0,10 2 4 0,-11 11-11 0,-60-2-1 0,-27 15-2 0,-34-13 0 0,-12 12-1 0,-25 0 0 0,0 0-2 0,-36 12-18 0,0-12-33 0,0 12-23 0</inkml:trace>
  <inkml:trace contextRef="#ctx0" brushRef="#br0">24783 5648 34 0,'0'0'7'0,"-13"-11"0"0,2-1-1 0,0 12 2 0,-14 0-2 0,-24 12 0 0,13-1-2 0,-12 2-2 0,23 11 0 0,1 0-2 0,36 61 1 0,25-49 0 0,11-12-1 0,-1 1 1 0,3-1-1 0,-2 0 0 0,-12-12 0 0,-22 0 1 0,-14 0 4 0,0-1 7 0,-26-11-3 0,-22 0-6 0,0 14-1 0,0-14-2 0,-13 0-2 0,24 0-12 0,13-14-23 0,24 14-16 0</inkml:trace>
  <inkml:trace contextRef="#ctx0" brushRef="#br0">25001 5939 61 0,'0'0'8'0,"12"-24"-2"0,12 0 3 0,-11 12 0 0,23-25-3 0,-24 13-2 0,12-13-3 0,0 2 1 0,-24 22-2 0,0 1 1 0,-24 0-1 0,-26 12 0 0,15 24-1 0,-13 13 2 0,24 11 0 0,-1 0 0 0,13-11 0 0,24 11 1 0,25-25-1 0,11 3 1 0,13-26-1 0,23 0-5 0,1 0-24 0,-13-26-44 0</inkml:trace>
  <inkml:trace contextRef="#ctx0" brushRef="#br0">25376 5794 56 0,'0'0'5'0,"-12"36"-2"0,0 0-1 0,36-11 2 0,-12 11-1 0,12-12-1 0,1-1-1 0,-3-9 0 0,-8-2 0 0,-2-12 2 0,0 0 4 0,-12-26 0 0,0 15-2 0,0-25-3 0,0 12-2 0,0-13 1 0,12-11-1 0,1 11 0 0,9 13 0 0,3 13 0 0,-13 11 0 0,14 0 1 0,-4 24 1 0,15 12-1 0,-25 0 1 0,12 1-1 0,-12-1-1 0,1 0 1 0,-13-13-1 0,0-9 1 0,0-14 0 0,12 0 1 0,-12 0 2 0,0 0-2 0,12-37-2 0,12 13 1 0,-12-12-3 0,12 11 0 0,0-23-1 0,13 24-1 0,0 11 3 0,-15 13 1 0,3 0-1 0,0 25 1 0,-1 11 1 0,-24-12-1 0,11 13 0 0,2-1 0 0,-13-12-1 0,12-13-18 0,0 3-23 0,0-14 8 0</inkml:trace>
  <inkml:trace contextRef="#ctx0" brushRef="#br0">26403 5794 60 0,'0'-13'8'0,"-11"2"-1"0,11-13 0 0,-11 24-4 0,-39 11 7 0,26 2-5 0,-48 47 1 0,23-11-3 0,13-13-1 0,24 12-1 0,12-11 0 0,12-13-1 0,12-12 1 0,13-12 0 0,11 0-1 0,0-36-2 0,2 10 1 0,-15-9 1 0,1-50 1 0,-24 37-1 0,0 23 1 0,0 14 3 0,-24 11 2 0,12 24-3 0,0 12 0 0,12 0-2 0,12 25 0 0,-11-25-6 0,11-11-19 0,0-13-12 0,-12 0-23 0</inkml:trace>
  <inkml:trace contextRef="#ctx0" brushRef="#br0">26622 5842 28 0,'0'-24'20'0,"12"12"-11"0,0 12 2 0,12 0-2 0,-11 12 1 0,-2 24-2 0,13-11-3 0,-12 11-3 0,-12 0-1 0,25-13 0 0,-25 3 0 0,11-14 0 0,-11 0 0 0,0-12 2 0,13 0 5 0,-13-12-5 0,0-12-2 0,0-1-1 0,0-11 0 0,11 0 0 0,2-1 0 0,11 1-1 0,0 24 1 0,1 0 0 0,11 12 0 0,-12 0 0 0,1 12 1 0,-1 24 1 0,-12-12 1 0,0 1-1 0,0 11-1 0,-12-12 0 0,0-1 0 0,0 3-1 0,0-14-2 0,12 0-13 0,-12 0-17 0,0-12-32 0</inkml:trace>
  <inkml:trace contextRef="#ctx0" brushRef="#br0">27251 5552 73 0,'0'-24'10'0,"0"24"0"0,12 0-6 0,-12 0 3 0,12 24 3 0,-12 11-3 0,0 15-3 0,-12 9-1 0,12 15 1 0,0-14-1 0,0 1-1 0,12 22-1 0,-12-45-1 0,0-14-11 0,12-1-109 0</inkml:trace>
  <inkml:trace contextRef="#ctx0" brushRef="#br0">27092 5927 60 0,'0'0'0'0,"0"-12"15"0,26 12-12 0,34-12 6 0,0 0 1 0,146-13 16 0,-158 25-20 0,-11 13 1 0,-26-1-3 0,2 0 3 0,-1 12 0 0,-12-12-5 0,0 23 3 0,0-35-4 0,0 14 0 0,0-2-2 0,0 0-13 0,0-12-20 0,12 12-18 0,0-24 15 0</inkml:trace>
  <inkml:trace contextRef="#ctx0" brushRef="#br0">27698 5625 62 0,'0'0'0'0,"0"0"2"0,37 0-13 0,-13 12-26 0</inkml:trace>
  <inkml:trace contextRef="#ctx0" brushRef="#br0">28049 5672 51 0,'0'0'16'0,"-12"0"-5"0,-13 13-2 0,-107 96 25 0,94-61-29 0,27 1 0 0,0-1 0 0,11-13 1 0,22-9 1 0,16-2 1 0,9-12-1 0,2 0-2 0,0-12 2 0,-13-12-3 0,-12 12-3 0,0-12-1 0,-11 24-41 0,-38 0-82 0</inkml:trace>
  <inkml:trace contextRef="#ctx0" brushRef="#br0">17769 15700 2 0,'0'0'5'0,"11"0"1"0,-11-12 3 0,0 12-6 0,0 0 0 0,0 0 1 0,0 0 8 0,-11 0-8 0,-2 0 0 0,1 12-1 0,12 0-1 0,-12-12-1 0,0 11 0 0,-13 13-1 0,1-11 0 0,-36 24 1 0,60-26-1 0,0-11 0 0,0 13 0 0,0-13 0 0,36 11 1 0,-24-11 0 0,24 13-1 0,-23-2 0 0,11 2 0 0,0-1 0 0,0 0 0 0,0 1 0 0,-24-13 1 0,11 0 0 0,-11 0 2 0,0 0 0 0,0 0 1 0,0-13-2 0,0 13 0 0,0-12-1 0,0 0 0 0,0-1 0 0,0 2-1 0,0-13 0 0,0 0 1 0,0 12-1 0,0-13 0 0,0 12 1 0,0 2-1 0,0 11 0 0,-11-13 2 0,11 13-2 0,-13 13 0 0,2-2 0 0,0-11 0 0,-2 13 0 0,-11 0 0 0,24-1 0 0,-24 0 0 0,11-12 1 0,2 0-1 0,-2 0 0 0,13 11 0 0,0-11 0 0,13-23 1 0,-2 11-1 0,2 12 0 0,-1-13 0 0,0 0 1 0,0 13-1 0,-12-11 0 0,12 11 0 0,-12 0 0 0,0 24 1 0,-12 1-1 0,12-13 0 0,0-1 0 0,0 2 0 0,-12-13 1 0,12 11 0 0,12-22 2 0,-12-2-2 0,25-10-1 0,-14-2 2 0,-22 25-2 0,-2 0 0 0,1 13 0 0,-24 22-1 0,36-22 1 0,0-13 0 0,0 0 0 0,0 11 0 0,12-11 0 0,0 0 0 0,12 0 0 0,0 13 0 0,0-13 0 0,-24 11 1 0,24-11-1 0,-24 0 0 0,0 0 0 0,0 0 3 0,-13 0-3 0,2-11 1 0,-2-2-1 0,2 2 0 0,-13 11 0 0,12-13 0 0,12 13 0 0,-12 0 0 0,0 0-1 0,12 0 1 0,0 13-1 0,0-2 1 0,0-11 0 0,12 13 0 0,-12-2 0 0,12-11 0 0,0 0 0 0,23-11 1 0,-22 11 0 0,-13-13 0 0,0 2-1 0,-13 11 0 0,13-13 1 0,-11 13-1 0,11 0 0 0,0 0 0 0,0 0 0 0,-11 0 1 0,11 0-1 0,0 0 0 0,0 0 1 0,0-11 0 0,11 11-1 0,24 11 1 0,4-11-1 0,-4 0 1 0,13 0 0 0,13 0 0 0,-1 0 0 0,85 0 1 0,-85 0-1 0,-11 0 0 0,-13 0-1 0,-23 0 1 0,-1 0 1 0,-12 0 2 0,0 0 9 0,0 0-9 0,0 0-2 0,0-11-2 0,-12 11-46 0,12 11-30 0</inkml:trace>
  <inkml:trace contextRef="#ctx0" brushRef="#br0">19389 7923 15 0,'0'-12'10'0,"-11"12"-1"0,11-13 2 0,-14 13 2 0,2 0-6 0,-1 25-3 0,-58 108 4 0,59-98-7 0,-12 2 1 0,11-26-1 0,13 3 2 0,-12-14 1 0,12 0 0 0,0 0 0 0,12-14-2 0,1-21-2 0,59-110 1 0,-48 109-1 0,0-1 2 0,-24 25-2 0,12 0 1 0,-12 12-1 0,14 12 0 0,-14 25 2 0,59 120 6 0,-47-121-8 0,12-12 1 0,1 1-1 0,-1-13-14 0,-12-12-56 0,-12 11 44 0</inkml:trace>
  <inkml:trace contextRef="#ctx0" brushRef="#br0">18869 8540 23 0,'-13'-12'24'0,"13"12"-21"0,-11 24 0 0,11 12 3 0,-25 109-2 0,25-97-5 0,12-11 1 0,1-13 3 0,-13-24 3 0,11-24-1 0,-11 11-2 0,13-23-2 0,-1-13 2 0,-12 2-2 0,24-15-1 0,1 15 1 0,-3 11 0 0,3 10-1 0,-11 26 1 0,-3 0-1 0,2 13 2 0,-2 24 1 0,0-1-2 0,2 0 0 0,11 84-2 0,-12-120 2 0,-12 0-1 0,0 0 3 0,24-24-1 0,-12 0 0 0,1 1-2 0,11-39 1 0,0 27-1 0,0-1 0 0,-12 11 0 0,13 25 1 0,-13 0-2 0,-12 25 2 0,12-1 0 0,0 60 0 0,-12-36-1 0,0 0-1 0,13-11 0 0,-2 0-8 0,-11-13-17 0,35-12-38 0</inkml:trace>
  <inkml:trace contextRef="#ctx0" brushRef="#br0">19570 8588 30 0,'0'0'6'0,"-12"-24"1"0,12 12 0 0,-12 12 7 0,0 0-4 0,-13 0-5 0,14 12-4 0,-14 24 0 0,1-1 0 0,12 15 0 0,-1-2-2 0,2-12 1 0,11-11 0 0,24-1 0 0,-12-24 0 0,12-13 1 0,25 2-1 0,-13-26 0 0,-24 0 0 0,13 2 0 0,-14-15-1 0,2 15 2 0,-1 23-1 0,-12 0 1 0,0 12 1 0,0 24 0 0,-12 11-1 0,12 3-1 0,0-2 0 0,12-1-2 0,0-22-4 0,36 11-44 0,-35-11 21 0</inkml:trace>
  <inkml:trace contextRef="#ctx0" brushRef="#br0">19945 8552 40 0,'0'0'15'0,"-24"-12"-5"0,12 12 0 0,0 0-1 0,0 0-2 0,-13 12-4 0,25 0-2 0,-12 0-1 0,12 23 0 0,12-11-1 0,13 2 2 0,-1-2-1 0,12 0 0 0,-12 0-1 0,-11-13 2 0,-2 14-1 0,-11-25 1 0,-24 25 1 0,-12-25-1 0,0 0-1 0,-1 0 0 0,-12 0-3 0,38 0-7 0,-2-13-37 0,13 1 11 0</inkml:trace>
  <inkml:trace contextRef="#ctx0" brushRef="#br0">20152 8333 43 0,'0'0'0'0,"0"-35"11"0,0 11 1 0,0 11 8 0,0 13 5 0,0 37-18 0,11-2-2 0,0 14 0 0,2 0-3 0,-1 11 0 0,0 1-1 0,0-2 0 0,0-9 0 0,-12-26-1 0,0 0 0 0,0-13 1 0,0 2 1 0,0-13 1 0,-12 0 1 0,12-13-3 0,0-11-1 0,12 1 1 0,12-15-2 0,1-9 1 0,11 11-2 0,-12 12 1 0,-12 24 1 0,-12 0-2 0,0 0 2 0,0 36 0 0,0 0 0 0,-12-1 1 0,0 3 0 0,12-2-1 0,0-12 1 0,24 0-1 0,37-24-60 0,-37-13-10 0</inkml:trace>
  <inkml:trace contextRef="#ctx0" brushRef="#br0">21250 8455 36 0,'0'0'0'0,"0"-12"14"0,0 12-5 0,-11 0 4 0,0 0-4 0,-26 12-1 0,1 0-3 0,-13 12-3 0,25 0-1 0,0 37-1 0,24-37 0 0,24 0 1 0,-12 0-1 0,37 1 1 0,-1-13 0 0,-24 12-1 0,-11-13 0 0,-2 2 1 0,-11-2 4 0,-11-11 3 0,-14 13-5 0,-11-13-2 0,-49 0-10 0,61 0-24 0,-1 0-13 0,25 0 20 0</inkml:trace>
  <inkml:trace contextRef="#ctx0" brushRef="#br0">21517 8600 58 0,'0'-12'7'0,"0"-12"-2"0,0 12 5 0,0-12 5 0,-12 11-4 0,-12 13-4 0,-12 0-4 0,0 25-1 0,11 11 0 0,-11-12-1 0,23 11-1 0,2 3 1 0,22-15-1 0,2-10 0 0,11-2 0 0,13-11 0 0,-1 0 0 0,0-24 0 0,-12 1-1 0,1-2-1 0,-1 1 2 0,-12 11 1 0,-12 13-1 0,0 0 0 0,0 13 2 0,0 11-1 0,0 1 0 0,12-13-1 0,12 12-1 0,0-13-7 0,0 2-27 0,13-13-12 0,-24 0 14 0</inkml:trace>
  <inkml:trace contextRef="#ctx0" brushRef="#br0">21796 8552 71 0,'-13'-12'19'0,"1"12"-12"0,24 0-1 0,-12 0 4 0,13 0 0 0,-13 12-4 0,24 0-4 0,-12 24-1 0,-12-12 0 0,12 13 0 0,-12-13 0 0,0 11 0 0,0-22-1 0,0-2 2 0,0-11 0 0,12-11 7 0,-12-2-7 0,12-22-1 0,12 23 0 0,1-26-1 0,-13 14 0 0,0 1 1 0,12 11-1 0,-11 12 0 0,-2-12 0 0,2 24 0 0,-13 0 1 0,11 11 1 0,-11 14-1 0,11-12-1 0,-11-2 1 0,14-10-1 0,-2-2-1 0,1-11 1 0,-2 0 1 0,0 0 1 0,13-35-1 0,1 23-2 0,-13-26 1 0,12 27-1 0,0-13 1 0,-11 24 0 0,-13 0-1 0,12 0 1 0,-12 24-1 0,12-13 1 0,-12 27 0 0,12-26 0 0,0 12 0 0,13-13-1 0,-1 2 1 0,0-26 1 0,-12 2 0 0,24-13 0 0,-25-13 0 0,27-109 3 0,-38 135 2 0,0-1 1 0,0 24 0 0,0 12-7 0,12 25 2 0,-12-13-1 0,13 25 0 0,-2-37-1 0,-11 35-1 0,11 2 2 0,2 12-1 0,-2 0 1 0,-11-25-1 0,0 1 1 0,0-25-1 0,0-12 0 0,0 0 5 0,0-36-4 0,-11 0-1 0,11-25 0 0,0 1-1 0,0-25-3 0,0 0-1 0,0-23 0 0,24 22 5 0,-12 27-1 0,0 11 1 0,25 24-1 0,-1 0 1 0,0 12-1 0,13 36 1 0,-25 0 0 0,-24-1 0 0,-36 39 1 0,-1-63-3 0,-11-11-11 0,0 0-18 0,11 0-15 0,13-11-19 0,24 11 44 0</inkml:trace>
  <inkml:trace contextRef="#ctx0" brushRef="#br0">22739 8673 40 0,'13'-12'43'0,"-2"-1"-28"0,26-11-5 0,-13-12-1 0,-11 0-1 0,9-1-2 0,-22-23-3 0,0-1-2 0,13 0 0 0,-13 2-1 0,0-2 1 0,0 24 2 0,-13 26 3 0,2-1-2 0,11 12-4 0,-24 23 0 0,12 14 0 0,-13 11 0 0,12 13 0 0,13-1 0 0,0 13 0 0,13 0 0 0,24-25 1 0,-13 11-1 0,0-33 1 0,0-2 0 0,13-13 0 0,-26-11 1 0,26 0 0 0,-1-23-1 0,-12-15 1 0,13 3-1 0,-25 11-1 0,12-12 1 0,-24 36 0 0,12-12-1 0,-12 12 1 0,13 0-1 0,-13 24 1 0,0 12 1 0,11-13-2 0,0 1 1 0,-11 2-1 0,26-14 0 0,-14 0 1 0,0-12 0 0,12 0 0 0,-13 0 0 0,14-24 0 0,-1-2 0 0,1 2-1 0,35-35 0 0,-48 59 0 0,0 0 0 0,-12 0 0 0,12 0 1 0,-12 12-1 0,12 0 1 0,-12 12-1 0,25 24 2 0,-13-48-1 0,0 13-2 0,0-13 2 0,0 0 0 0,13-13 0 0,-14 0-1 0,14-11 0 0,-25 24 0 0,12-11 0 0,12 11 1 0,-11 0-1 0,-2 0 0 0,-11 0 0 0,11 0 0 0,2 11 0 0,-1 2 0 0,0-2-2 0,73-11-81 0,-73-35 18 0,0 35 37 0</inkml:trace>
  <inkml:trace contextRef="#ctx0" brushRef="#br0">23453 8248 92 0,'-12'-11'11'0,"-13"-2"-9"0,25 26-8 0,12-13-23 0,13 11-9 0,-25-11 14 0</inkml:trace>
  <inkml:trace contextRef="#ctx0" brushRef="#br0">23864 8576 39 0,'0'0'19'0,"12"-12"-4"0,12 12 0 0,-11-24 1 0,23 12 1 0,-24-1-2 0,1-11-8 0,-13 12-4 0,-13 0 3 0,1 0-2 0,-13 0 0 0,-11 12-1 0,0 12 0 0,12 12-3 0,-1-1 1 0,25-10-1 0,0 12 0 0,37 11 0 0,-25-24 1 0,24-12 1 0,-24 0-1 0,23-12 0 0,4-24 20 0,-39 48-18 0,0 12-2 0,11 11-1 0,-11 2 1 0,13 24-1 0,-2-13-1 0,13 0 1 0,0 37 0 0,-11-24-1 0,-13 10 2 0,-13-9-1 0,-24 9 1 0,26-57 0 0,-13-14 1 0,0 0-1 0,-2-25 1 0,4 1-2 0,9-12 0 0,1-12 0 0,12-13 0 0,36-12-1 0,1 13 0 0,22 12 1 0,-9 23 0 0,10 25 0 0,-12-25 0 0,1 25 1 0,-13-11-1 0,-23-2-8 0,-13 13-52 0,-25-11-57 0</inkml:trace>
  <inkml:trace contextRef="#ctx0" brushRef="#br0">25618 7680 39 0,'0'-11'8'0,"0"11"2"0,11-12-3 0,-11 12 1 0,13 0 1 0,11 0 1 0,12 0-6 0,13 0 1 0,24 0-1 0,265 0 6 0,-182 0-9 0,-22 0 0 0,12 12-2 0,0-12 1 0,-14 0 0 0,1 11 1 0,0-11-1 0,12 0 0 0,-12 13 2 0,-13-13 3 0,-22 0 0 0,-14 0 1 0,-23 0-3 0,-2 0-1 0,-21 0 0 0,-2 0-1 0,-25 0 1 0,-11 0 1 0,0 0 1 0,0 0-1 0,0 0-1 0,-22-24 0 0,9 24-1 0,13-12 0 0,0 12 0 0,0 0-1 0,0-25 1 0,0 12-1 0,13-46 1 0,9 23-1 0,15-2 0 0,-1-9 0 0,13 10 0 0,-1 1 0 0,1 12 0 0,12-1-1 0,-14 25 1 0,123 13-2 0,-122 11 2 0,-11 13 0 0,-1 11 0 0,-11-1 0 0,-1 3 0 0,11-2 0 0,-22 0-1 0,0 0 1 0,-13 13 0 0,-61 72 1 0,24-96-2 0,1-13 1 0,-97 12 3 0,72-36-3 0,13 0 2 0,-13 0-1 0,1-24 0 0,-1 12 0 0,13-12 1 0,-1-13 0 0,25 1-1 0,0 0 0 0,24-1-1 0,0 13-6 0,48-13-143 0</inkml:trace>
  <inkml:trace contextRef="#ctx0" brushRef="#br0">28460 8298 47 0,'12'-24'37'0,"-12"11"-32"0,0 0 0 0,0 2-1 0,-24-13-1 0,0 11-2 0,-12 13-1 0,11 0 1 0,1 24-1 0,-1 0 2 0,14 13 3 0,0 0 2 0,11 35 0 0,0-11-3 0,11-1-1 0,0-23-1 0,2 46 0 0,-13-45-2 0,0-2 1 0,-13-12 1 0,2 0 0 0,0-12 1 0,-14-12-2 0,12 0-4 0,1 0-15 0,-1-12-30 0,2-1 7 0</inkml:trace>
  <inkml:trace contextRef="#ctx0" brushRef="#br0">28242 8515 86 0,'0'0'0'0,"25"-13"5"0,11 13 2 0,36 0 3 0,-11 0-6 0,-13-11-4 0,-11 11-20 0,-13 0-53 0</inkml:trace>
  <inkml:trace contextRef="#ctx0" brushRef="#br0">28701 7765 20 0,'0'0'15'0,"0"0"-8"0,0-12-1 0,0 12-2 0,13 0 5 0,-1 0 2 0,12-12-4 0,12 12-1 0,1 0 2 0,-1 0 0 0,25-13 0 0,0 13 0 0,11 0-2 0,12-11-1 0,1 11 1 0,12-13-2 0,13 13 0 0,10-11 0 0,-11-2-1 0,11 13-1 0,1-11-1 0,25-1 0 0,-25 0 1 0,-25 12 0 0,13-13 0 0,-24 13 0 0,-14-13 1 0,39-11 6 0,-98 13-5 0,-12 11 0 0,0 0-1 0,0-12-2 0,0 12-1 0,-12 0-1 0,12 0-6 0,-25 0-136 0</inkml:trace>
  <inkml:trace contextRef="#ctx0" brushRef="#br0">29476 19716 255 0,'0'0'0'0</inkml:trace>
  <inkml:trace contextRef="#ctx0" brushRef="#br0">27311 12675 255 0</inkml:trace>
  <inkml:trace contextRef="#ctx0" brushRef="#br0">26331 7717 60 0,'0'-13'35'0,"-13"2"-26"0,13 11-8 0,-11 35 0 0,-13 2-1 0,0 109-100 0</inkml:trace>
  <inkml:trace contextRef="#ctx0" brushRef="#br0">26259 8333 64 0,'0'0'13'0,"-12"-11"0"0,0 11-9 0,-12 0 0 0,-25 11 0 0,13 26 1 0,-1-13 1 0,1 25-1 0,24-1-4 0,12-11-1 0,24-13 2 0,12-12 0 0,25 0 0 0,12 0-3 0,-1-12-16 0,2 0-72 0</inkml:trace>
  <inkml:trace contextRef="#ctx0" brushRef="#br0">29753 7657 87 0,'0'-25'24'0,"0"-23"-10"0,13 48-5 0,-1-12-7 0,1 12-2 0,-13 12 1 0,0 23 0 0,-13 15 0 0,13 9-7 0,0 15-27 0,13-26-31 0</inkml:trace>
  <inkml:trace contextRef="#ctx0" brushRef="#br0">29875 8274 67 0,'0'0'11'0,"0"-13"-1"0,12 0 2 0,-12 13-6 0,-24 0 5 0,-12 0-1 0,-13 37-1 0,2 0 0 0,22 11-2 0,-11 0-3 0,36 13 0 0,24-25 0 0,24 1-2 0,13-13-1 0,23-24-10 0,-11 12-14 0,-61-12 23 0</inkml:trace>
  <inkml:trace contextRef="#ctx0" brushRef="#br0">26513 8635 21 0,'0'-11'17'0,"0"-25"12"0,0 24-1 0,0 24-26 0,-12 24 6 0,-1 1-2 0,13 11-4 0,0 12-1 0,13 37-9 0,-1-61-79 0</inkml:trace>
  <inkml:trace contextRef="#ctx0" brushRef="#br0">30069 8648 23 0,'0'0'0'0,"12"-24"43"0,-12 11-26 0,24 2-10 0,11 11-3 0,3 11-1 0,-2 2-1 0,-25 11-1 0,14 1 0 0,-25-2 1 0,0 1 0 0,-12 13 3 0,-23-13 0 0,22-11-1 0,-11-2 0 0,24-11-1 0,0 0-1 0,0 13 0 0,37-13 0 0,22 0-2 0,26 11 0 0,12 14-33 0,-61-13-31 0</inkml:trace>
  <inkml:trace contextRef="#ctx0" brushRef="#br0">26198 8382 3 0,'0'-12'15'0,"13"12"8"0,-13 0-6 0,-13 12-15 0,1 13 8 0,0-25-6 0,12 0 16 0,0 0-15 0,0-13-1 0,0 1-1 0,12 24-92 0</inkml:trace>
  <inkml:trace contextRef="#ctx0" brushRef="#br0">25981 9131 18 0,'0'0'18'0,"0"-11"-14"0,0 11-2 0,13 11 2 0,-13-11-2 0,11 13 1 0,0 12 5 0,14-2 11 0,-25 1-13 0,24-11-1 0,0-2-1 0,1 2 0 0,72-2 2 0,-49-11-4 0,-35 0-1 0,11 0 1 0,23-11 0 0,-9-2 0 0,-3 2 1 0,13 11-1 0,-11-13-1 0,-1 2 0 0,12-2 1 0,-11 13-1 0,-13 0 0 0,24 13-1 0,-24-2 1 0,2 2 0 0,-15-2 0 0,13 2-1 0,-24-2 1 0,11 2 0 0,14-13 1 0,-13 0-1 0,25 0 0 0,-13-13 0 0,12 2 0 0,1-2 0 0,11 2-1 0,-11 11 0 0,9-13 0 0,-20 13 0 0,-13 0 0 0,46 0 1 0,-23 0-1 0,1 13-1 0,11-13-6 0,0 0-46 0,-23 11 2 0</inkml:trace>
  <inkml:trace contextRef="#ctx0" brushRef="#br0">28666 9181 6 0,'0'0'0'0,"0"-12"15"0,0 12 2 0,24-14-1 0,-24 14-1 0,11 0-6 0,-11 0-2 0,13 0 0 0,-13 14-1 0,12-2-2 0,24-1-1 0,-12 13-2 0,13-24 0 0,-1 13 0 0,13-2 1 0,11-11-2 0,1 0 1 0,-13-11 1 0,12-2 0 0,-11 2 0 0,-13-2 0 0,12 13 0 0,-11-11 1 0,0 11-2 0,-15 0 0 0,2 0 0 0,-10 11-1 0,11-11 0 0,-3 13 1 0,15-2-1 0,-1-11 0 0,13 0 0 0,-1 13 0 0,13-13-1 0,10 0 1 0,14 11-1 0,-11 2 1 0,-14-2 1 0,1-11-1 0,-13 13 0 0,11-13 0 0,-21 0 0 0,22 0 0 0,1 0 0 0,-1-13 0 0,1 2 0 0,-25 11 0 0,0 0 0 0,-12 0-1 0</inkml:trace>
  <inkml:trace contextRef="#ctx0" brushRef="#br0">28158 9301 36 0,'0'-37'29'0,"-12"13"-8"0,12 13-7 0,12 11-8 0,0 11-3 0,-12 13 2 0,0 26 1 0,0-2 0 0,0 13 0 0,0 11-1 0,-12-11-3 0,12-25 0 0,12-1 0 0,0-11 0 0,13 26 0 0,-25-39-3 0,0-11-1 0,0 0-11 0,0 0-15 0,0 0-58 0</inkml:trace>
  <inkml:trace contextRef="#ctx0" brushRef="#br0">27964 9374 5 0,'-12'0'8'0,"0"0"10"0,-1 0 2 0,13 12-5 0,13-24 16 0,-1 12-24 0,61-49 3 0,-13 25-4 0,-11 0 0 0,84 11 7 0,-108 13-12 0,-3 26-2 0,3-2 0 0,-13 11-33 0,0 2-55 0</inkml:trace>
  <inkml:trace contextRef="#ctx0" brushRef="#br0">27323 9979 48 0,'-12'-36'26'0,"0"23"-12"0,12 13-6 0,0 0-4 0,12 13 1 0,-12 35 3 0,0-1-3 0,0 15 0 0,0 9-1 0,0 3-3 0,0-13 0 0,0-13 0 0,0-12 1 0,12-12-1 0,-12-12 0 0,0-12 2 0,12 0 1 0,-12-24-2 0,0 0-1 0,0 0 0 0,-12-13-1 0,-12 13 1 0,0 0-2 0,-13 24 0 0,-11-13 1 0,0 26-1 0,-2 11 1 0,4 0 0 0,21 13-1 0,25-13 2 0,0 12-1 0,36-11 1 0,12-14 0 0,13 2 0 0,-1-1-1 0,1-12 0 0,0-12 0 0,-13-1-1 0,0-11 2 0,-24 0-1 0,-12 0 0 0,0 0 1 0,-12 11 0 0,0 2-1 0,0-2 1 0,-12 13 0 0,12 13 2 0,0 11-5 0,0-13 1 0,0 26 2 0,0-25-2 0,25 13 1 0,-1-14 0 0,0 2 1 0,-12-1-1 0,73-24-137 0</inkml:trace>
  <inkml:trace contextRef="#ctx0" brushRef="#br0">27577 10123 40 0,'0'0'0'0,"-12"-11"19"0,12 11-23 0,24 11-38 0</inkml:trace>
  <inkml:trace contextRef="#ctx0" brushRef="#br0">27892 10256 42 0,'0'0'18'0,"-12"-11"5"0,-13 11-4 0,1 11-6 0,-12-11-5 0,0 13-5 0,23-13-1 0,-11 11-2 0,24 2 0 0,0 0 0 0,24 22 1 0,1-22 0 0,11 11-1 0,-12-12 1 0,0 12 0 0,1-12-1 0,-13 1 1 0,-12-2-1 0,0-11 2 0,-25 0-2 0,-11 0-4 0,0-11-5 0,0 11-9 0,-1-13-79 0</inkml:trace>
  <inkml:trace contextRef="#ctx0" brushRef="#br0">28049 10112 50 0,'0'0'0'0,"0"-36"34"0,0 12-18 0,0 24-6 0,0 0-6 0,0 0-1 0,0 12 1 0,0 36 1 0,0 0-1 0,0 0 1 0,12 0-1 0,-12 2-2 0,24-2 0 0,0 37-1 0,-11-74-12 0,-13 2-25 0,0-13-52 0</inkml:trace>
  <inkml:trace contextRef="#ctx0" brushRef="#br0">27892 10330 43 0,'0'-13'19'0,"0"13"-2"0,13-11-8 0,34-2 0 0,-11 13-4 0,98-13 0 0,-98 13-4 0,-12 0 1 0,-24 0-1 0,25 0 3 0,-14 0-1 0,0 13 1 0,2 0-1 0,-13-2 0 0,25 50 4 0,-13-37-5 0,-12-24-1 0,0 12-1 0,13 0 1 0,-2-12 1 0,-11-12-1 0,11 0 0 0,2 0-1 0,-13-13-2 0,12 1-3 0,0 0-1 0,-12 13 1 0,24-2-2 0,-11 13-3 0,-2 0-1 0,14 13-4 0,-1-2-2 0,-12 2 2 0,24-2-4 0,-23-11 28 0,11 0 11 0,-24 13 13 0,12-13-25 0,0 0-2 0,1 11-3 0,-2 2-1 0,2 11-1 0,-2-12-1 0,0 0-15 0,-11 1-24 0,13-13-14 0</inkml:trace>
  <inkml:trace contextRef="#ctx0" brushRef="#br0">28533 10171 38 0,'-12'-11'29'0,"0"-2"-19"0,12 13-8 0,12 13-7 0,0-13-57 0</inkml:trace>
  <inkml:trace contextRef="#ctx0" brushRef="#br0">28726 10052 67 0,'0'-14'13'0,"-12"3"3"0,12-1-1 0,0 24-8 0,0-1-4 0,0 27 0 0,0-2-1 0,0 23 1 0,12 2-1 0,-12-13-1 0,0-11 0 0,12-13-1 0,0 0 2 0,-12-11 1 0,12-26 1 0,1 2-3 0,11-13 0 0,0 11 0 0,73-11-2 0,-73 24 1 0,-11 13 0 0,-2-2 0 0,-11 13-1 0,0-11 2 0,-11-2 1 0,-14 2 3 0,1-13-1 0,-25 12-2 0,13-12-1 0,-12 12-4 0,23-12-18 0,13 12-38 0,12-12 7 0</inkml:trace>
  <inkml:trace contextRef="#ctx0" brushRef="#br0">29053 10426 76 0,'0'0'0'0,"0"-24"53"0,11 24-35 0,2-12-4 0,-2 12-8 0,-35 12-77 0,13 12 4 0</inkml:trace>
  <inkml:trace contextRef="#ctx0" brushRef="#br0">12832 8648 3 0,'0'0'7'0,"0"-13"3"0,0-11 6 0,13 13-8 0,-13-1 0 0,0-12 0 0,12 12 10 0,-12 12-15 0,0 12-1 0,0 12 0 0,0 61 1 0,0-49-2 0,12-1-1 0,97-46 12 0,-48-37-6 0,10-13 1 0,27-11 0 0,96-73 2 0,-134 108-7 0,-12 37-1 0,-36 0-2 0,1 37-14 0,-13-1-59 0</inkml:trace>
  <inkml:trace contextRef="#ctx0" brushRef="#br0">18723 14503 44 0,'0'-25'5'0,"12"13"-2"0,25-12 5 0,11 0 9 0,25 11-5 0,-1 2-4 0,0 11-1 0,1 0 4 0,-36 0-6 0,11 24 0 0,1 0-3 0,-37-24-3 0,25 0-15 0,-13 0-35 0,-13 0 12 0</inkml:trace>
  <inkml:trace contextRef="#ctx0" brushRef="#br0">20018 14200 69 0,'0'-13'3'0,"-12"2"4"0,12 11-6 0,0 24 6 0,0 25 2 0,-13 11-2 0,13 12-2 0,0 98 1 0,0-97-5 0,0-13-1 0,13-13-2 0,-1-9-6 0,-12-26-24 0,0-1-22 0</inkml:trace>
  <inkml:trace contextRef="#ctx0" brushRef="#br0">20030 14200 72 0,'0'0'0'0,"37"-36"9"0,-2 24-7 0,15 12 0 0,9 12 2 0,-23 11-4 0,-11 1 0 0,-1 14-1 0,-36 9-1 0,-13-10 0 0,-23 0-2 0,-11-13-11 0,9 0-15 0,37-24 3 0</inkml:trace>
  <inkml:trace contextRef="#ctx0" brushRef="#br0">20695 14272 88 0,'-12'-23'6'0,"-12"-2"-4"0,-1 12 4 0,-11 13 1 0,-23 0-5 0,-4 38-1 0,16-2 0 0,-2 12 1 0,25 0-1 0,12 0 0 0,24-23 0 0,25-13-1 0,24-12 0 0,-14-12-1 0,13-24-2 0,-11-1 2 0,-13 0 1 0,-11-11 0 0,-13 1 3 0,-12 22 0 0,0 12 0 0,0 13 0 0,0 0-2 0,-12 24 0 0,12 2 0 0,0 9-1 0,0 2-1 0,24 0-7 0,0-2-34 0,0-22-19 0</inkml:trace>
  <inkml:trace contextRef="#ctx0" brushRef="#br0">20926 14224 76 0,'0'0'0'0,"-13"0"7"0,26 48 5 0,9-24-6 0,-22 13-4 0,13 0-2 0,-1-13-3 0,0 0-11 0,-12 0-22 0,12-24 1 0</inkml:trace>
  <inkml:trace contextRef="#ctx0" brushRef="#br0">20816 13982 79 0,'0'0'0'0,"-12"-24"2"0,24 24-7 0,24 0-6 0,13 0-43 0</inkml:trace>
  <inkml:trace contextRef="#ctx0" brushRef="#br0">21167 14285 41 0,'0'11'12'0,"0"26"-12"0,24 0 1 0,-12-26 0 0,0 2-1 0,-12-2 0 0,13-11 5 0,-13-11 5 0,0-2 2 0,-13-24 1 0,13 2-6 0,0-13-2 0,0 11-2 0,24 0-1 0,0 14-2 0,1 23 0 0,96 36-98 0</inkml:trace>
  <inkml:trace contextRef="#ctx0" brushRef="#br0">22158 14164 56 0,'0'0'5'0,"-12"-12"10"0,12 12 1 0,-24 0-4 0,-48 97-3 0,60-61-9 0,-2-12 0 0,40 11 2 0,9-35 1 0,2-11-1 0,-1-2 0 0,0-22 0 0,-23 11 0 0,-13-13 0 0,0 13-2 0,-24 0-5 0,-1 12-10 0,-11 12-23 0,12 0-24 0</inkml:trace>
  <inkml:trace contextRef="#ctx0" brushRef="#br0">22557 13994 90 0,'0'0'0'0,"0"-48"8"0,13-49-4 0,-26 85-4 0,-11-1-2 0,-24 38 3 0,13 24 1 0,22 11 1 0,-13 1 0 0,15-1 2 0,11 13 0 0,0-1 0 0,0 0 0 0,11-11 0 0,15 0-2 0,-13-13 0 0,-2-11-2 0,-11-26 0 0,11 2-3 0,-11-13-2 0,-11-24-124 0</inkml:trace>
  <inkml:trace contextRef="#ctx0" brushRef="#br0">22340 14235 79 0,'0'0'7'0,"110"-35"13"0,-27 11-5 0,-10 12-8 0,-25 12-12 0,-23 0-45 0</inkml:trace>
  <inkml:trace contextRef="#ctx0" brushRef="#br0">23562 14055 35 0,'0'0'0'0,"-73"24"15"0,25-12-6 0,35 25-1 0,1-13-2 0,12 0-1 0,25 0 0 0,11 0 3 0,13 1-1 0,-13-2 0 0,0-10 0 0,-23 22 7 0,-13-22-7 0,-37-2-5 0,-11 2-5 0,-25 0-11 0,-24-2-92 0</inkml:trace>
  <inkml:trace contextRef="#ctx0" brushRef="#br0">23718 14370 51 0,'0'0'0'0,"25"-13"17"0,11 0 1 0,1 2 1 0,-1-26-8 0,-12 26-7 0,-12-13-2 0,-12-2-2 0,0-9 1 0,-12 11 1 0,-12 12-1 0,-12 0 0 0,-1 24-1 0,13 0 1 0,0 23 0 0,11 3-1 0,13-2 1 0,13-1 0 0,23-11 1 0,0-11 1 0,37 0-1 0,-25-13 0 0,2-13-1 0,-4-24 0 0,4 13 0 0,-26-11 0 0,0-2 0 0,-12 0 0 0,0 14 0 0,0 11 0 0,0 12-1 0,-12 0 1 0,12 24 1 0,0 11 0 0,1-11 0 0,11 2 0 0,-12 9 0 0,12-22-1 0,0-2 0 0,-11-11 0 0,11 0 0 0,-12-11 0 0,0-13-1 0,12 0-1 0,-13 12 1 0,2-13-1 0,-2 12-1 0,2 2 1 0,11 11 0 0,-11 11 0 0,-2 2 1 0,2 12 0 0,11 11 0 0,0-25 0 0,12 2 0 0,1-2-1 0,-1-11-1 0,11 0 0 0,-21-24 0 0,-2 0 1 0,0-13 1 0,-24-11 0 0,11-11 0 0,-22-2 1 0,11-24-2 0,-11-23 1 0,-2 47 1 0,13 37 1 0,-12 11 3 0,0 13-2 0,-1 13-2 0,-11 22 0 0,24 26 1 0,-11 12 0 0,11 12-1 0,11-12 0 0,0-2-2 0,15-9 0 0,-14-15-3 0,24-23-7 0,-25-11-15 0,2-13-18 0,11 0-18 0</inkml:trace>
  <inkml:trace contextRef="#ctx0" brushRef="#br0">24553 14152 74 0,'-12'0'2'0,"12"24"-1"0,24-13 4 0,25 13 2 0,11-24-4 0,14 13-1 0,-3-26 0 0,26 13 3 0,-12-24 2 0,-14 13 2 0,3-1-3 0,-26 0-3 0,-22-12-2 0,-4 12 1 0,-22-13 0 0,-36 1-1 0,0 24 0 0,-12-12 2 0,-2 12-1 0,15 24 1 0,11 13-1 0,12-1-1 0,-12 12 1 0,24-13 0 0,24 15 0 0,0-15-1 0,12-22 0 0,13-2 1 0,-13 2-1 0,12-26 2 0,-11 2-2 0,-1-26 1 0,0 13-2 0,37-61 1 0,-49 62 0 0,-12-1-1 0,24 12 0 0,-25 12 0 0,3 0 1 0,10 83 4 0,-12-45-4 0,1-2-1 0,-2-25 0 0,0 2 1 0,2-2 0 0,-1-11-1 0,0-11 0 0,14-13 0 0,-4-12 0 0,3-2-1 0,-1 14 1 0,0-11-1 0,-12 23 1 0,13 0 0 0,-25 12 0 0,12 0 1 0,0 24 0 0,0 11-1 0,-12-11 0 0,24 26 0 0,1-15-6 0,-1-11-21 0,0-11-32 0,0-2-5 0</inkml:trace>
  <inkml:trace contextRef="#ctx0" brushRef="#br0">26101 14102 87 0,'0'-23'13'0,"-12"23"0"0,12-12-4 0,0 12-7 0,-24 0-1 0,-12 12-2 0,1 11 1 0,-3 15 1 0,-9-2 0 0,22 12 1 0,13-11 0 0,12-2 0 0,12-11 0 0,35-11 1 0,16-2-1 0,8-11 0 0,2 0 1 0,11-11-1 0,-10-26 0 0,-2 2 1 0,-12-2 0 0,-24 0 0 0,-24-10 0 0,-12 9 1 0,-24 15 2 0,-12 11-1 0,1 12-3 0,11 0-1 0,-15 35 0 0,17-9-1 0,-2 22 0 0,11-13 0 0,13 3 0 0,13-2-1 0,11-12 1 0,11 0 1 0,15-13-1 0,9-11 0 0,2-24 0 0,-1 0 1 0,13-11-1 0,-13-15 1 0,-10-9 0 0,-28-2 0 0,-9 13 1 0,-13 24-1 0,0 12 1 0,0 12-1 0,0 24 0 0,0 12-1 0,109 132 3 0,-85-142-3 0,-24-15 4 0,-146 26 0 0,14-13-58 0,23 13-66 0</inkml:trace>
  <inkml:trace contextRef="#ctx0" brushRef="#br0">31496 3460 7 0,'-12'0'15'0,"12"-12"-12"0,0 12 0 0,0 0-2 0,12 12 0 0,12-12 0 0,-12 12-1 0,0 12 2 0,-12 0-1 0,13-13 2 0,-13 13-1 0,0 2 0 0,12 9-1 0,-12 26 3 0,12-24-2 0,12-2 0 0,-12 14-1 0,0-25 1 0,1 13-1 0,-2 11 0 0,13 1 0 0,1-1 0 0,-13 12 0 0,12 1 1 0,0-13 1 0,-24 0 1 0,11-11 0 0,2 11 1 0,-13 0-1 0,0 98 6 0,-13-86-8 0,13 1 0 0,0 11 2 0,0-11-1 0,0-1-1 0,0-24 1 0,0 37 1 0,0-24 0 0,0-1 0 0,0-1-2 0,-11 3 0 0,-2-2-1 0,-9 72-3 0,-3-59 0 0,13 12 3 0,-14 12 0 0,4 24-1 0,-27 59 2 0,25-119-1 0,12-13 0 0,-13 1 1 0,13-13 0 0,0 12 0 0,-12 1 1 0,0-1-1 0,0 11 1 0,-13 27 2 0,24-63-2 0,2 2 7 0,11-13-18 0,11 11-112 0</inkml:trace>
  <inkml:trace contextRef="#ctx0" brushRef="#br0">483 8237 9 0,'0'0'0'0,"0"-13"14"0,0 13-7 0,0-11-3 0,0-2-1 0,-11-11-1 0,0 13-1 0,11 11-1 0,0 0 1 0,0 0 1 0,-13 24 0 0,13 35 5 0,0-33-4 0,13-15 2 0,-2 2 3 0,0-13-3 0,14-13-1 0,11-11-1 0,1-13 0 0,23 2 1 0,1-15 1 0,11 2-1 0,-11 1-3 0,-1 9 0 0,0 15-1 0,-35 11-2 0,-13 0-9 0,-12 24-51 0</inkml:trace>
  <inkml:trace contextRef="#ctx0" brushRef="#br0">483 11370 16 0,'0'0'15'0,"0"-13"-7"0,0-22 5 0,-11 9-5 0,11 15-1 0,-11-2-3 0,11 13 0 0,0 0 4 0,0 13-2 0,0-2-2 0,47 99 5 0,-35-86-8 0,12-12 3 0,-12 1 2 0,13-13-2 0,11-13 1 0,-12-11 0 0,24-13-1 0,-11 2 0 0,11 11-2 0,61-61 1 0,-97 85-4 0,24-13-23 0,-36 26-69 0</inkml:trace>
  <inkml:trace contextRef="#ctx0" brushRef="#br0">23574 15640 6 0,'0'-13'8'0,"0"0"9"0,0 2-6 0,12 11-2 0,-12-12 5 0,0 12-10 0,0 0 0 0,12 12 2 0,-12 12-1 0,13 13 2 0,-13-13-1 0,11 24 0 0,-11-11-2 0,0 11-2 0,11 0 0 0,-11 0-1 0,13-11 0 0,-13-25 0 0,12 0 0 0,-12 0 1 0,12-12 1 0,-12-12 7 0,0 0-9 0,0-13 0 0,12 1 0 0,2-12 0 0,-3 0-1 0,0-12 1 0,14 11-1 0,-25 0 0 0,12 14 1 0,0-1-1 0,12 12 0 0,-12 12 0 0,1 0 0 0,-1 12-1 0,0 12 2 0,12 12-1 0,12 36-1 0,-12-35 2 0,1-1-1 0,0-11 0 0,-14 10 0 0,13-22 0 0,-24-1 0 0,11 0 0 0,2-12 5 0,-13 0 0 0,0-12-1 0,12-13-2 0,-12-10 1 0,0-2-2 0,12-11 0 0,12-37 1 0,0 25-2 0,1-2 1 0,-13 15-1 0,-12 10 1 0,12 13-1 0,-12 24 0 0,-12 37-21 0,-12 11-46 0,11-36 16 0</inkml:trace>
  <inkml:trace contextRef="#ctx0" brushRef="#br0">24287 16123 17 0,'0'0'0'0,"0"-12"22"0,0 12-13 0,0-12-3 0,0 12-3 0,-11 0 0 0,11 0 1 0,-13 12 1 0,1-12 2 0,0 23-1 0,0 3 1 0,12 10-2 0,-12 0 0 0,0 13 0 0,12-26-2 0,12 1-1 0,0 13 4 0,12-13-2 0,12-11-1 0,1-2 0 0,0-11 0 0,-15-11-1 0,27-39 4 0,-13 2-3 0,-36-13 1 0,24-59-2 0,-24 72-1 0,-11 12-1 0,-13 23 1 0,-26 1-2 0,15 12-2 0,11 25-8 0,0-1-7 0,0-12 1 0,11 36-27 0,13-23 11 0,0-13 16 0</inkml:trace>
  <inkml:trace contextRef="#ctx0" brushRef="#br0">24324 16196 8 0,'0'0'10'0,"0"0"18"0,-13 0-22 0,13 12 2 0,0-1 2 0,13 13 1 0,11 0-2 0,-11 13 0 0,22-13 1 0,1 24-1 0,0-22 0 0,-12 9-3 0,13-22-1 0,-25 11-1 0,0-12-1 0,0 0-2 0,-12-12 1 0,0 12-1 0,0-12-74 0,0 0 23 0</inkml:trace>
  <inkml:trace contextRef="#ctx0" brushRef="#br0">26585 15664 39 0,'0'0'3'0,"-11"-24"6"0,11 24-2 0,11-13-2 0,2 74 4 0,-13-26-5 0,0 15 1 0,0 9-1 0,0-10-1 0,24 0-1 0,13 35 2 0,-13-72-2 0,-13 1 1 0,-11-13 3 0,11 0-1 0,2-13-1 0,-13-11-1 0,37-133 8 0,-26 120-9 0,2 14-2 0,-2-2 1 0,2 25 0 0,-1 0-1 0,0 0-1 0,0 25 1 0,-12-13 0 0,12 36 0 0,-12-12-1 0,13 13-1 0,-1-13 2 0,24 37 0 0,-12-49 0 0,1-12 0 0,-14-12 1 0,14 0 2 0,-13-24-1 0,0-1 0 0,0-11 1 0,1 0 0 0,9-12-1 0,-22-13 1 0,24 1-1 0,-24-2 1 0,26 15-1 0,-26-50 4 0,0 85-5 0,-13 24-11 0,13 23-17 0,0 15-32 0,0-38 14 0</inkml:trace>
  <inkml:trace contextRef="#ctx0" brushRef="#br0">27238 16099 22 0,'0'0'9'0,"0"-24"-2"0,0 0 5 0,0 12 0 0,0 12-2 0,0 0-1 0,0 36-3 0,0 0 2 0,0 13-1 0,0-1-2 0,0 0-1 0,0 0-2 0,0 0 0 0,0 2-1 0,0-15-1 0,0-11 0 0,-12-11 0 0,12-13 0 0,0 0-6 0,0 0-28 0,12-24-10 0,-12 24 19 0</inkml:trace>
  <inkml:trace contextRef="#ctx0" brushRef="#br0">27433 16063 38 0,'0'-24'8'0,"11"-1"-1"0,0 25-2 0,2-12 1 0,-13 12-3 0,12 12-2 0,-12 0 1 0,-12 13 0 0,-23-1 1 0,10 0 0 0,-11 0 0 0,-1 13 0 0,1-25-1 0,0 12-1 0,11-1 0 0,13-10 0 0,0-2 0 0,12 2 0 0,0-2 1 0,0 3 3 0,24-2 1 0,13-1-2 0,-1 13 0 0,1 0-1 0,-13 13 1 0,12-24-1 0,0 11-1 0,-12-13 0 0,0 2-2 0,2-13 0 0,-26 11-13 0,11 2-43 0,-11-13 14 0</inkml:trace>
  <inkml:trace contextRef="#ctx0" brushRef="#br0">29718 15676 14 0,'0'-12'9'0,"0"0"0"0,0-13-3 0,0 12 0 0,0 2 8 0,0 22-12 0,0 27 2 0,0-2 0 0,13 12 0 0,-2 85 0 0,0-72-3 0,2-13-1 0,12 0 0 0,-13-35 0 0,1-1 2 0,-2-24 8 0,0-13-6 0,2-11-1 0,11-12-2 0,-12-1 0 0,13-96 1 0,-25 121-1 0,11 0 0 0,2 24-1 0,-13 0 0 0,12 0 0 0,0 0 0 0,0 12 0 0,24 61-1 0,-11-38 1 0,11 13-1 0,-12 13 1 0,1-12-1 0,-3-1 0 0,4 1 0 0,-14-25 1 0,13 0 0 0,-14-12 1 0,0-12 2 0,2-12 2 0,-1 0-1 0,24-181 12 0,-23 119-14 0,-13-11-1 0,11 2 0 0,2 33 0 0,-13 27-1 0,12 23 0 0,-12-12-4 0,0 24-7 0,0 24-22 0,-12 13-40 0</inkml:trace>
  <inkml:trace contextRef="#ctx0" brushRef="#br0">30553 16148 12 0,'0'-14'8'0,"-13"-9"-3"0,0 23 0 0,13 0 0 0,13 0 1 0,-13 23-2 0,13 3 1 0,-1 10 2 0,0-13 3 0,12 14-1 0,0-12-2 0,-12 11-3 0,12-1-2 0,1 2-1 0,-14-24 0 0,2-2 0 0,-1 2-2 0,-12-13-2 0,12 0-8 0,-12 0-15 0,12-24 3 0,-12-2-3 0</inkml:trace>
  <inkml:trace contextRef="#ctx0" brushRef="#br0">30831 16148 12 0,'0'0'0'0,"0"-14"9"0,12 3-4 0,0-1 2 0,0 0 0 0,-12 0-2 0,0 12-3 0,0 12 0 0,-12 0 0 0,-12 25 2 0,-37 23 4 0,13-12 1 0,12 0 0 0,11 0-4 0,1-24-3 0,-1 13-4 0,3 0-40 0,9-26 8 0</inkml:trace>
  <inkml:trace contextRef="#ctx0" brushRef="#br0">30516 16196 3 0,'0'0'7'0,"0"0"-2"0,0 0-3 0,-11-12-1 0,11 12 0 0,-13 0 1 0,13 0 0 0,-12-12 9 0,12 12-7 0,0 0 13 0,0 0-14 0,0 47 5 0,0-47-7 0,0 24 0 0,12 0 0 0,1 2 0 0,-2-2-1 0,26 24 1 0,-25-37-1 0,0 2 1 0,1 0-1 0,-13-13 1 0,0 24 4 0,0-24-4 0,0 11-1 0,0-11 0 0,0 13 1 0,11-13-1 0,-11 11 1 0,11-11-1 0,-11 0 0 0,0 13 1 0,13-13-1 0,-13 0 2 0,0 0-1 0,0 0 4 0,12 0 4 0,0 0-8 0,-12-13 0 0,12 2 0 0,2-2 0 0,-3 2 0 0,0-13-1 0,2-2 0 0,-1-9 0 0,0-2 0 0,0 14 0 0,12-15 0 0,-12 3 0 0,0-1 0 0,1 24 2 0,-13 0 0 0,0-2 0 0,0 28-2 0,0-2 0 0,-13 0 0 0,-11 97-9 0,12-73 2 0,0-1-4 0,-12 2-4 0,-12 48-14 0,36-85 32 0,0-13 3 0,0 13-3 0,0 0 1 0,0 0 2 0,0 0-3 0,11 0-1 0,-11 0 1 0,0 13-1 0,0-13 7 0,-11 0-2 0,11 0-5 0,-11 0 1 0,-3 0-1 0,2 0-1 0,0 0 0 0,0 0 0 0,12 0 1 0,-13 0 0 0,13 0 0 0,-47-72 11 0,35 59-10 0,-1-24-1 0,-11 13 0 0,0 13-1 0,12-25 0 0,0 22 0 0,0-10 0 0,12 13 0 0,-12 11 0 0,12-13 0 0,0 2 0 0,0 11 1 0,0 0-1 0,12 11-1 0,-12 2 0 0,0-2 1 0,12 13 0 0,0 2-1 0,0 9 0 0,23-11 0 0,28 50-70 0,-52-50 21 0</inkml:trace>
  <inkml:trace contextRef="#ctx0" brushRef="#br0">24481 15144 7 0,'0'-12'7'0,"0"12"-1"0,0 0-2 0,0-14-1 0,-13 14 4 0,13 0-4 0,0 0 0 0,-11 0 0 0,11 14 2 0,-37 10 1 0,0 23-3 0,15-10-1 0,-15 11-1 0,24 0 0 0,2-11 0 0,-2 0 4 0,13-13 3 0,13 0 3 0,11 12-2 0,0 0-4 0,11-11-2 0,14-1-2 0,-24 11 0 0,-1-22 0 0,12 0-2 0,-12 11-98 0</inkml:trace>
  <inkml:trace contextRef="#ctx0" brushRef="#br0">24529 15227 20 0,'0'0'0'0,"0"-11"7"0,0 11-3 0,0 11 0 0,0 2-2 0,0 59 7 0,0-24-3 0,0-11 1 0,0 0-3 0,0-1-2 0,0 49 0 0,12-85-4 0,-12 12-15 0,0-24-5 0,12 12 1 0</inkml:trace>
  <inkml:trace contextRef="#ctx0" brushRef="#br0">24698 15216 21 0,'0'0'1'0,"-13"-24"1"0,13 24 1 0,13 0 1 0,-13 0 0 0,0 73 10 0,0-26-8 0,0-10-1 0,0 0-2 0,13-2-2 0,-13-11 0 0,0 1-1 0,12-13 1 0,-12 0-1 0,0 0-2 0,0-12-13 0,0 0-7 0,0 0 1 0</inkml:trace>
  <inkml:trace contextRef="#ctx0" brushRef="#br0">24492 15445 25 0,'0'0'0'0,"0"0"2"0,13-11 8 0,11-2 1 0,0 13-4 0,25-11-4 0,-1 11-1 0,25 0-2 0,-48 11-6 0,-3-11-18 0,-22 0 0 0</inkml:trace>
  <inkml:trace contextRef="#ctx0" brushRef="#br0">24868 15168 20 0,'0'0'0'0,"12"0"1"0,0 0-1 0,0 12 3 0,12 0-1 0,0 23 0 0,-11 3 1 0,23 9 2 0,-36 1 2 0,12 13 0 0,-12 0-1 0,-24 12-2 0,0-25-1 0,11-24-2 0,-11 13 0 0,0-37-3 0,0 12-26 0,12-12 0 0</inkml:trace>
  <inkml:trace contextRef="#ctx0" brushRef="#br0">27505 15251 29 0,'0'-11'2'0,"-13"-2"-1"0,13 13 0 0,-12-11 1 0,0 11 0 0,-12 0 1 0,0 11 1 0,12 13 3 0,0 2 2 0,0 22 1 0,0-13-4 0,12 15 0 0,0-2-3 0,0 0-2 0,12 1 0 0,12-13-1 0,1-13 1 0,-3-10-1 0,-9 0-1 0,-1-13-12 0,13 0-20 0,-12 0 3 0</inkml:trace>
  <inkml:trace contextRef="#ctx0" brushRef="#br0">27589 15288 28 0,'0'0'0'0,"0"-23"5"0,-12 23-2 0,12 0 1 0,0 12 1 0,0 12 1 0,0 0-1 0,0 24 0 0,12-11-1 0,0-2-1 0,0 2-2 0,0 0 0 0,-12-1-1 0,0-24-1 0,0 0-11 0,0-12-12 0</inkml:trace>
  <inkml:trace contextRef="#ctx0" brushRef="#br0">27735 15240 31 0,'0'0'2'0,"0"11"-1"0,0 15 0 0,0-2 2 0,0 96 2 0,11-83-4 0,-11-13 1 0,25 13 0 0,-25-26-1 0,0 2-1 0,0-13-3 0,0 0-22 0,-12 0 7 0</inkml:trace>
  <inkml:trace contextRef="#ctx0" brushRef="#br0">27553 15458 30 0,'0'-13'4'0,"0"2"1"0,12 11 0 0,24 0 9 0,1 0-2 0,23 0-2 0,-12 0-5 0,13 0-4 0,-26 0-16 0,-22 11-40 0</inkml:trace>
  <inkml:trace contextRef="#ctx0" brushRef="#br0">27916 15251 24 0,'0'-11'4'0,"0"-2"0"0,11 13 0 0,2 0 1 0,-13 0 0 0,12 13 0 0,24 48 9 0,-24-13-7 0,0 0-3 0,-12 0-1 0,0 13-2 0,0-12 0 0,-12-25 0 0,0 0-1 0,-12-13-1 0,0 15-12 0,11-26-45 0</inkml:trace>
  <inkml:trace contextRef="#ctx0" brushRef="#br0">30758 15203 9 0,'0'0'8'0,"12"-11"-5"0,-12-1 1 0,0 12 2 0,0-12 0 0,0 12-3 0,-24 0 1 0,0 12 0 0,-12 11 2 0,-1 1 0 0,13 14 1 0,-11 9 0 0,10 14-2 0,13-13-3 0,12 86 1 0,12-75-4 0,35-9 1 0,-10-14 0 0,11-13-1 0,1 14-1 0,-37-37-16 0,24 13-18 0,-36-1 15 0</inkml:trace>
  <inkml:trace contextRef="#ctx0" brushRef="#br0">30807 15373 16 0,'0'0'2'0,"0"-24"1"0,0 11 2 0,0 2 2 0,0 11-2 0,0 0-2 0,0 24 1 0,-13 13 3 0,13 11-2 0,0 0-1 0,0 0-3 0,0 1 0 0,13-1-1 0,-13-23 0 0,12-1 0 0,-12 0-9 0,0-24-19 0,0 12 4 0</inkml:trace>
  <inkml:trace contextRef="#ctx0" brushRef="#br0">30964 15312 18 0,'0'0'0'0,"0"0"2"0,0-11 0 0,0 35 12 0,0 11-7 0,0 2-2 0,-11 0-2 0,11 59 2 0,0-47-5 0,11-14 1 0,-11-9-1 0,0 10 0 0,0-24-6 0,0 0-18 0,0-12 0 0</inkml:trace>
  <inkml:trace contextRef="#ctx0" brushRef="#br0">30710 15579 11 0,'12'-12'9'0,"12"12"-2"0,0 0 6 0,25 0-4 0,-1 0-6 0,13 12-2 0,-12-12-2 0,-2 12-18 0,-11-12-13 0</inkml:trace>
  <inkml:trace contextRef="#ctx0" brushRef="#br0">31169 15251 14 0,'0'0'3'0,"25"0"0"0,11 14 6 0,13 9 4 0,-1 25-2 0,-24 13-7 0,11 0-3 0,-35 24 1 0,0-1 0 0,-11 1 0 0,-24-12 0 0,-4-2-1 0,-7-10 1 0,-3-24-1 0,0-13-8 0,1 0-23 0,23-24-2 0</inkml:trace>
  <inkml:trace contextRef="#ctx0" brushRef="#br0">23670 17368 25 0,'-12'-11'9'0,"0"-13"-1"0,-1 11 0 0,2 2 2 0,0-1-2 0,11-2-4 0,11 28-2 0,-11-2 0 0,11 23 0 0,2 2 0 0,11 205 2 0,-12-193-4 0,2-25 1 0,-14-12-1 0,11 0 0 0,0 0 1 0,-11-12-1 0,13 0 1 0,-13-24-1 0,0 0 1 0,12-14 0 0,-12 3 0 0,12-1-1 0,-12-13 1 0,36-59 1 0,-36 82-1 0,12 15 0 0,-12 11 0 0,13 0-1 0,-1 11 1 0,0 15 0 0,0 22-1 0,0-12 1 0,12 13-1 0,1-1 1 0,-3-24-1 0,4-1 1 0,-2-10-1 0,-11-13 1 0,-2 13-1 0,0-13 1 0,-11-13-1 0,13-59 3 0,-13 36-3 0,12-13 1 0,-12 0 0 0,12-71 1 0,1 84-1 0,-13 22 0 0,11 14 0 0,-11-11 0 0,0 22-1 0,0 26-47 0,0-13-8 0</inkml:trace>
  <inkml:trace contextRef="#ctx0" brushRef="#br0">24251 17708 23 0,'0'0'5'0,"-12"-12"2"0,12 0-1 0,-12 12 0 0,0 0-2 0,12 0-1 0,-12 12-2 0,-1 0 0 0,13 12-1 0,-12-1 0 0,0 14 0 0,12 0 0 0,0-2 0 0,0 14 1 0,12-24-1 0,-12-25 0 0,25 24 0 0,-1 0 0 0,0-24 1 0,12 0-1 0,1-13 1 0,-13-11-1 0,35-108 2 0,-59 59-1 0,-24 25-1 0,-11 24 1 0,-2 11 0 0,13 13-1 0,0 25 1 0,24-1 0 0,0-12 0 0,0 23-1 0,24-11 1 0,-11 14-1 0,11-2 0 0,0-1 1 0,-11 2-1 0,-2 0 1 0,-47 47 0 0,11-72 0 0,-10 1-1 0,-2-13 0 0,13 0-1 0</inkml:trace>
  <inkml:trace contextRef="#ctx0" brushRef="#br0">24336 16982 30 0,'-12'0'11'0,"-1"-12"-5"0,-11 12-3 0,0 0 2 0,0 24 0 0,0 12-2 0,12 1-1 0,-1 23 0 0,13 1-1 0,0-1-1 0,25-11 1 0,-13-2 0 0,24-23-1 0,1 0 1 0,-13 2-1 0,0-15-9 0,0 2-15 0,-13-13-3 0</inkml:trace>
  <inkml:trace contextRef="#ctx0" brushRef="#br0">24468 16946 45 0,'-11'-13'3'0,"-26"-23"1"0,24 24 2 0,13-1 1 0,-11 13-4 0,11 25-3 0,0-13 1 0,0 25-1 0,0 11 2 0,0 13 0 0,11-1 1 0,2 13-2 0,11-26 0 0,-11 1-1 0,-2-22 1 0,-11-2-1 0,0-13 4 0,0-11 5 0,0-11-2 0,0-2-6 0,13-24 0 0,-13 26 0 0,11-26 0 0,2 2-1 0,11 23 1 0,-12-12-1 0,12 10-1 0,1 14 1 0,-1 0 0 0,-12 26 0 0,0-2 0 0,0 0 0 0,1 0 0 0,-2 0 1 0,-11 1-1 0,11-2-1 0,-11 1 1 0,0-11-48 0,13-13 2 0</inkml:trace>
  <inkml:trace contextRef="#ctx0" brushRef="#br0">24698 16982 38 0,'0'-12'2'0,"0"-1"3"0,0-11-2 0,61 13 11 0,-26 22-11 0,4 13 1 0,-4 25 4 0,13 12 0 0,-12 155 15 0,-60-155-19 0,0 0 0 0,0-24-2 0,-12-13 0 0,11-13-1 0,-35 14-109 0</inkml:trace>
  <inkml:trace contextRef="#ctx0" brushRef="#br0">26694 17368 36 0,'0'-11'2'0,"-24"-2"8"0,0 2-3 0,12-2-4 0,0 26 1 0,-12 83 2 0,11-35-5 0,13 24-1 0,0-25 2 0,0-23-2 0,0-1 0 0,0 0 0 0,0-12 0 0,13-13 0 0,-13 2 1 0,0-13 0 0,12-24-1 0,12-12 1 0,1-12-1 0,10 10 1 0,-24 15-1 0,2 11 1 0,24 36 0 0,-37 0 0 0,11 1-1 0,-11-13 1 0,0 12 0 0,13 0-1 0,-2 0 1 0,-11-13-1 0,13 2 0 0,-13 0-1 0</inkml:trace>
  <inkml:trace contextRef="#ctx0" brushRef="#br0">27444 17429 49 0,'0'-11'11'0,"0"-15"-8"0,0 15-2 0,0-2 1 0,-11 13-1 0,-26 0-1 0,-11 13 0 0,-13 24 0 0,0-2 0 0,13 26 2 0,1 0 0 0,34 10 2 0,0-45-3 0,26 10-1 0,11-12 1 0,-13-12-1 0,50 12 0 0,0-13 1 0,-13 2-1 0,13-13-1 0,-12 0 0 0,-38 0 1 0</inkml:trace>
  <inkml:trace contextRef="#ctx0" brushRef="#br0">27190 17599 46 0,'0'0'0'0,"0"0"7"0,-12 0-2 0,12 0 7 0,36 0 1 0,1 0-7 0,23 0-5 0,13 0-6 0,-13 0-27 0,-12 12-13 0</inkml:trace>
  <inkml:trace contextRef="#ctx0" brushRef="#br0">28109 17297 29 0,'0'-14'3'0,"13"-10"2"0,-1 0 4 0,0 1 3 0,-12-1-2 0,-24 12-5 0,-1 0-2 0,-23 12 2 0,-13 0 3 0,13 0-2 0,0 24-3 0,23 0-1 0,-11 12-1 0,25-12 0 0,11 13 1 0,-13-2 1 0,26 13 0 0,-2 2-1 0,-11 22 1 0,11 1-1 0,-11-25-1 0,0 13-1 0,-11-2 0 0,11 3 0 0,-11 9 0 0,11-10 0 0,-13-12 0 0,13-25 0 0,0 0 0 0,13-12 1 0,-2-12-1 0,13 0 0 0,1-12 1 0,22 12-1 0,-10-12 0 0,24 0 1 0,-13 12-2 0,1-12 0 0,-37 12 0 0</inkml:trace>
  <inkml:trace contextRef="#ctx0" brushRef="#br0">28158 17502 30 0,'0'-12'1'0,"0"-25"3"0,0 2 4 0,0 9 5 0,12 15-2 0,-12 11-8 0,0 11 2 0,0 26 0 0,0 11 0 0,0 13-1 0,-12 12-2 0,12-38-1 0,0 3-1 0,-12 10 0 0,12-12 0 0,0 13 0 0,0-26 0 0,0-10 0 0,12-2-2 0</inkml:trace>
  <inkml:trace contextRef="#ctx0" brushRef="#br0">28363 17368 34 0,'0'0'3'0,"0"0"3"0,0 0 2 0,12 13 5 0,1 11 0 0,-2 24-4 0,2 1-4 0,-1 11-1 0,-12 1 1 0,12-25-5 0,-12 13 0 0,0-2 0 0,0-10 0 0,0 11 0 0,0-24 0 0,0-11 1 0,0-2-2 0,0-11 0 0,0 0 1 0</inkml:trace>
  <inkml:trace contextRef="#ctx0" brushRef="#br0">28049 17696 35 0,'0'0'4'0,"-12"0"0"0,12 0 5 0,48 0 3 0,1-12-3 0,24 12-4 0,12 0-4 0,-14 0-6 0,2 0-20 0,-25-12-14 0</inkml:trace>
  <inkml:trace contextRef="#ctx0" brushRef="#br0">28533 17297 43 0,'-12'0'3'0,"0"-25"2"0,12 12-1 0,36 13-1 0,-11 0-1 0,34-11-1 0,2 11 0 0,-1 0 2 0,-11 0 4 0,-13 0 3 0,-12 0-1 0,0 0-2 0,-24 0-1 0,0 0 0 0,-11 11-2 0,-2 13-2 0,1 13-1 0,12-13 0 0,-24 37 1 0,24 0 1 0,-12 24-1 0,12-25 1 0,12 1-3 0,-12-1 0 0,12 0 0 0,-12 1 0 0,0-1 0 0,0-11 0 0,-12-13 0 0,0-12 1 0,0-12-1 0,-12 0 0 0,-1-12 1 0,-11 12-1 0,-12-12 1 0,-2 0-1 0,4 0 1 0,9 0-1 0,0 0 1 0,13 13-1 0,12-13 0 0,12 0-1 0</inkml:trace>
  <inkml:trace contextRef="#ctx0" brushRef="#br0">28896 12978 16 0,'-13'0'7'0,"2"0"-2"0,11 0 1 0,0 0-3 0,36 0 4 0,-12-12-5 0,25 12 0 0,-14 0 0 0,171 0 6 0,-133 12-7 0,-2-24 0 0,14 0 1 0,0 0 0 0,0 0 0 0,-12 0-1 0,-25 12-1 0,1 0 1 0,-13 12 0 0,-25-12 3 0,2 12 0 0,-1-12 0 0,0 0-1 0,12 0-1 0,-11 0 0 0,-2-12-2 0,2 12 0 0,-1 0-9 0,-12 0-66 0</inkml:trace>
  <inkml:trace contextRef="#ctx0" brushRef="#br0">29416 11829 12 0,'0'0'0'0,"-12"-37"11"0,12 13-7 0,0 13 0 0,-14-2 1 0,14 2-1 0,0 11 2 0,0 24-3 0,0 0 0 0,0 24-1 0,0 0 1 0,0 25 0 0,0 12 2 0,0 12 0 0,0 11-1 0,0 25-1 0,-11-24-1 0,11-12-1 0,0-12 1 0,0-12 0 0,11-13 1 0,-11-24-1 0,14 0 0 0,-14 1-1 0,12-25-1 0,1 0-1 0,-13 12-16 0,0-12-21 0,0-12 10 0</inkml:trace>
  <inkml:trace contextRef="#ctx0" brushRef="#br0">29003 13086 28 0,'-11'-11'6'0,"11"-1"8"0,-11 12-4 0,11 85 14 0,11-25-19 0,0 1-2 0,2-2-1 0,-13 15-1 0,13-14-1 0,0-11-1 0,-13-1-11 0,0-12-17 0,0-11 3 0,0-25 5 0</inkml:trace>
  <inkml:trace contextRef="#ctx0" brushRef="#br0">29791 13003 30 0,'0'0'6'0,"0"12"0"0,-13 12 1 0,13 23 5 0,0 3 1 0,0 9-4 0,0-9-3 0,0-2-2 0,25-13-1 0,-12 2-2 0,-2-13 0 0,-11-11-1 0,0-2-15 0,-11 2-28 0,11-13 12 0</inkml:trace>
  <inkml:trace contextRef="#ctx0" brushRef="#br0">28883 11285 14 0,'0'0'0'0,"-11"-13"13"0,-14 2-9 0,25 11 0 0,0 0-3 0,-12 35 2 0,12 39 2 0,0-26-3 0,-12 13 0 0,12-13 0 0,0 37 1 0,0-61-2 0,12-1 0 0,-12 1-1 0,12-24 0 0,0 13 1 0,1-13 0 0,11 0 0 0,12-13 1 0,-11 2-1 0,21 11 0 0,4-13 0 0,143 2 1 0,-108 11-2 0,-26 11 0 0,15-11 0 0,-26 13 0 0,13-13 0 0,24 0 0 0,-85 0 0 0,12 0 1 0,-12 0 0 0,0-13 13 0,0 13-11 0,0-11 0 0,12-1-1 0,-12 0 2 0,0 0-1 0,12-12 0 0,-12-1 1 0,12-11 0 0,-24-121 5 0,0 109-7 0,0-2-2 0,0 26 1 0,12 0-1 0,0 13 0 0,0 11-16 0,0 11-26 0,12 13 0 0</inkml:trace>
  <inkml:trace contextRef="#ctx0" brushRef="#br0">29390 12397 20 0,'0'0'0'0,"0"-11"17"0,14 11-9 0,-2 0-2 0,23 0-1 0,2 0-3 0,11-13 1 0,13-11 6 0,0 0 3 0,-1-13 1 0,-12 13-2 0,2 0-2 0,-28 1-5 0,-22 23-1 0,0 0-1 0,0 0-1 0,0 0-11 0,-22 0-32 0,9 12-23 0</inkml:trace>
  <inkml:trace contextRef="#ctx0" brushRef="#br0">30203 12035 16 0,'0'0'14'0,"0"0"-12"0,0 0 2 0,11 12 3 0,-11 11 0 0,0 15-1 0,0-2 0 0,0-1 1 0,0 3-3 0,0-15-2 0,-11 14 0 0,11-13-2 0,0 0 1 0,0-11-5 0,0-2-16 0,-13-11-4 0,13 0 1 0</inkml:trace>
  <inkml:trace contextRef="#ctx0" brushRef="#br0">30310 12011 18 0,'0'-12'17'0,"0"0"-16"0,0 12-1 0,13 0 1 0,-13 0-1 0,12 24 2 0,0 0 1 0,-12 25 5 0,0-1-3 0,0-1 0 0,-24 99 1 0,24-122-6 0,-13 0 1 0,13-11-1 0,0-2-4 0,0-11-10 0,-11 0 3 0,11 0-24 0</inkml:trace>
  <inkml:trace contextRef="#ctx0" brushRef="#br0">30203 12047 34 0,'0'0'0'0,"-13"-24"6"0,13 12-3 0,109-37 7 0,-61 37-10 0,0 12 1 0,1 0-1 0,-13 12 1 0,-24 13 0 0,12 11 2 0,-24 0-1 0,0 1 0 0,-11-1 0 0,-14-13-1 0,-11 1 0 0,-1 0 0 0,1-10 0 0,0-2-1 0,-13-1 1 0,13-11-1 0,11 0 1 0,14-11-1 0,0-1 1 0,11-2-2 0,35 3 1 0,-11-2 0 0,13 13 1 0,-1 0 0 0,0 13 0 0,-12-2 2 0,13 15 1 0,-1-15 1 0,-12 26-1 0,11-13-1 0,50 37 3 0,-85-61-9 0,13 0-20 0,-13 0-9 0,0 0-2 0</inkml:trace>
  <inkml:trace contextRef="#ctx0" brushRef="#br0">30710 11866 32 0,'0'0'0'0,"-13"-24"10"0,13 24-9 0,0 0 0 0,0 11 0 0,0 2 1 0,0 23 0 0,0 12-1 0,13 1 1 0,-1 72-7 0,-12-109-6 0,0 0-21 0</inkml:trace>
  <inkml:trace contextRef="#ctx0" brushRef="#br0">30625 11842 27 0,'0'0'2'0,"24"-37"1"0,2 37-1 0,-4-13 0 0,15 13 2 0,-1 0 2 0,37 37 3 0,-37 0-6 0,-23-13 0 0,-2 12 1 0,0 0 3 0,-11 1-1 0,-11-25 1 0,-13 24-1 0,0-24-2 0,-37 13 0 0,13-13-1 0,12 0 0 0,12-12 0 0,13 0-2 0,33-12-104 0</inkml:trace>
  <inkml:trace contextRef="#ctx0" brushRef="#br0">29319 13039 17 0,'0'0'0'0,"12"-12"9"0,-12 12-8 0,24-24 13 0,-13 12-6 0,-11 12 2 0,0 0 2 0,-11 0-10 0,-25 24 0 0,12 0 0 0,-12 12-1 0,-1-11 0 0,1 11-1 0,-1-12 1 0,13 0-1 0,0-13 0 0,11-11 0 0,13 0 1 0,0 0-2 0,0 0-1 0,13 0-11 0,11 0-44 0</inkml:trace>
  <inkml:trace contextRef="#ctx0" brushRef="#br0">29379 13051 18 0,'0'-12'13'0,"0"12"-5"0,-13-12 0 0,13 24 0 0,0 12-4 0,-11-1-2 0,0 15 1 0,-2-14 1 0,13-1-1 0,-12 1-2 0,0 0 1 0,0-10-1 0,0-2-1 0,12-12 1 0,-13 11-4 0,13-11-11 0,0 0-5 0,0 0-13 0</inkml:trace>
  <inkml:trace contextRef="#ctx0" brushRef="#br0">29390 13051 26 0,'0'-12'10'0,"-11"12"-3"0,11-12 0 0,11 12-4 0,-11 12-1 0,14 0 0 0,70 97 15 0,-60-98-12 0,0 13-1 0,-11-11-1 0,23-2-2 0,-36 3 0 0,12-14-1 0,-12 12-3 0,0-12-13 0,0 0-6 0,-12 0-18 0</inkml:trace>
  <inkml:trace contextRef="#ctx0" brushRef="#br0">29451 13075 28 0,'0'0'0'0,"13"0"5"0,-1 0-3 0,12 0 3 0,12 11 3 0,1 27-2 0,-1-14-3 0,1-1 1 0,-13 1 1 0,12 0-1 0,0-10-1 0,-12-2-1 0,-12-1 6 0,1-11-2 0,-13-11 6 0,0 11-11 0,-13 0 0 0,13 0-88 0</inkml:trace>
  <inkml:trace contextRef="#ctx0" brushRef="#br0">27880 11709 16 0,'-13'0'10'0,"13"0"-5"0,-12 0 4 0,12 0-2 0,12-13 0 0,-12 13-4 0,13-13 0 0,23 13 1 0,-25 0-4 0,14 13-1 0,11-13-7 0,1 13-5 0,11-13 0 0,-24 0-9 0</inkml:trace>
  <inkml:trace contextRef="#ctx0" brushRef="#br0">28242 11696 10 0,'0'0'9'0,"25"-13"3"0,-13 13-7 0,-12 0-3 0,13 0-1 0,9 0 0 0,3 0 0 0,11 0-5 0,-12 0-17 0,-11 0 7 0</inkml:trace>
  <inkml:trace contextRef="#ctx0" brushRef="#br0">28679 11696 13 0,'11'0'4'0,"0"0"-11"0,14 0-2 0</inkml:trace>
  <inkml:trace contextRef="#ctx0" brushRef="#br0">29404 11672 25 0,'25'0'3'0,"10"-13"-8"0,1 13-17 0</inkml:trace>
  <inkml:trace contextRef="#ctx0" brushRef="#br0">29863 11648 22 0,'0'0'0'0,"36"-12"10"0,1 12-9 0,-1 0-1 0,0 0-21 0</inkml:trace>
  <inkml:trace contextRef="#ctx0" brushRef="#br0">30286 11624 35 0,'13'-12'16'0,"-13"0"-9"0,24 12-5 0,12-12-1 0,0 12-5 0,13 12-15 0,-13-12-14 0</inkml:trace>
  <inkml:trace contextRef="#ctx0" brushRef="#br0">30746 11600 34 0,'0'0'9'0,"24"-12"-3"0,-12 12-4 0,37 0-1 0,-1 0-3 0,13 0-12 0,-13 0-15 0</inkml:trace>
  <inkml:trace contextRef="#ctx0" brushRef="#br0">31315 11600 27 0,'0'0'0'0,"25"0"16"0,10-12-6 0,1 12-4 0,13-12-3 0,23 12-3 0,-35 0 1 0,11 0-1 0,12 0-4 0,61 0-48 0</inkml:trace>
  <inkml:trace contextRef="#ctx0" brushRef="#br0">27976 12991 39 0,'-12'0'7'0,"0"-25"6"0,0 25 0 0,12-12-1 0,24 0-5 0,-24 0-3 0,36 12-2 0,1 0-2 0,-1 0 0 0,13 0-4 0,11 0-19 0,12 12-8 0,-47-12 4 0</inkml:trace>
  <inkml:trace contextRef="#ctx0" brushRef="#br0">28714 12918 47 0,'0'0'0'0,"0"-12"20"0,12-1-12 0,12 2-5 0,12-2-3 0,13 13-2 0,12 0-22 0,-13 13-17 0</inkml:trace>
  <inkml:trace contextRef="#ctx0" brushRef="#br0">29404 12869 56 0,'0'-24'18'0,"12"0"-5"0,23 11-8 0,14 2-4 0,0 11-1 0,-13 0-11 0,12 0-21 0,13 0-2 0,-37 11 19 0</inkml:trace>
  <inkml:trace contextRef="#ctx0" brushRef="#br0">29996 12808 19 0,'12'0'12'0,"25"-11"-6"0,11 11-5 0,-1-13 0 0,3 13-4 0,22 0-27 0</inkml:trace>
  <inkml:trace contextRef="#ctx0" brushRef="#br0">30590 12760 34 0,'11'0'4'0,"37"-11"0"0,25-1-4 0,-25 12-1 0,1 0-12 0,-25 0-7 0</inkml:trace>
  <inkml:trace contextRef="#ctx0" brushRef="#br0">31097 12749 31 0,'0'0'0'0,"24"0"9"0,12-12-6 0,13 12-2 0,11 0 0 0,14 0-2 0,-15 0-4 0,2 12 1 0,-25-12 4 0,0 0 4 0,-11 0 8 0,-1-12-1 0,0 12-8 0,13 0-4 0,-2 0-49 0</inkml:trace>
</inkml:ink>
</file>

<file path=ppt/ink/ink15.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5-03-04T09:24:28"/>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665 13171 33 0,'0'0'6'0,"0"0"5"0,0 0 3 0,0 13 1 0,0-13-2 0,-12 11 3 0,12-11-13 0,0-11 0 0,0-2 0 0,0 2-2 0,0-1 1 0,0 0 0 0,0-12 1 0,0 12 0 0,0-25 4 0,0 13-5 0,0-12 0 0,12-85 2 0,-12 72-2 0,0-11 0 0,13-49 0 0,-13 61-2 0,0-13 1 0,11-12-1 0,-11 13 1 0,0-24 0 0,0 10-1 0,0 2 1 0,0-12 0 0,0-62 1 0,0 61-1 0,-11 25 1 0,11-13 2 0,0 1-3 0,-13 0 1 0,13-1-1 0,0-267 2 0,0 257-2 0,0-2-1 0,0-97 1 0,0 97 0 0,-12-11-1 0,12 0 1 0,0 11 0 0,0-12-1 0,-12 12 2 0,12-11-1 0,0-1 0 0,0-109 7 0,0 97-3 0,0-12 2 0,-12-253 6 0,0 253-11 0,12 12-1 0,-12 0 1 0,12 12 2 0,-12 12-4 0,0-49-1 0,12 99-15 0,0 11-56 0</inkml:trace>
  <inkml:trace contextRef="#ctx0" brushRef="#br0">14780 10572 255 0</inkml:trace>
  <inkml:trace contextRef="#ctx0" brushRef="#br0">532 12845 92 0,'-12'0'9'0,"12"0"2"0,-12 0-1 0,0 0 6 0,12 0-9 0,-13 0-3 0,13 13-3 0,0 22 0 0,25 2 0 0,-13 11 0 0,24 1 0 0,-11-1 0 0,11 1-1 0,0-2 1 0,0-23 0 0,1-24 2 0,-13 0 2 0,0-24-2 0,12-23 0 0,-11-14 3 0,-1 1-4 0,0-13-2 0,0 1 1 0,-12 22-12 0,0 26-38 0,0 13-44 0</inkml:trace>
  <inkml:trace contextRef="#ctx0" brushRef="#br0">60 11853 110 0,'0'0'7'0,"-12"13"-5"0,12-2 1 0,-12 14 2 0,0 11 3 0,12 1-4 0,0-1-3 0,24 12-1 0,-12-23 0 0,24-1 1 0,-11-24 0 0,35-49 4 0,-23 1-2 0,-1-1 0 0,-12-11-1 0,11 11 3 0,-9 25 3 0,-2 12 1 0,-11 12-5 0,-2 25-3 0,-11 23-1 0,11 0 0 0,-11 13-1 0,0-13-14 0,0 37-130 0</inkml:trace>
  <inkml:trace contextRef="#ctx0" brushRef="#br0">206 11612 107 0,'0'0'21'0,"-12"0"-14"0,-1 12 2 0,1-12 1 0,12 12-4 0,-12 0-2 0,24-1-3 0,0-11-1 0,13 13 0 0,-1-26 3 0,0 2-1 0,13-25-1 0,-26 24-1 0,0-25 3 0,3 13-2 0,-14 0 0 0,-14 0-1 0,-8-1 1 0,9 14 1 0,-11-2-1 0,0 1-1 0,12 0-1 0,12 12 0 0,0-12 1 0,12 0 0 0,12-1 1 0,0 2-1 0,11-13 0 0,-9 0 0 0,-2-2 0 0,-11 15 1 0,-2-26 0 0,-11 26 1 0,-24-2 3 0,0-10-1 0,-13 9 1 0,1 14-2 0,0-11-1 0,12-2 0 0,-1 13 0 0,1-11-1 0,12 11-1 0,12 0-1 0,36-13 1 0,-11 13 1 0,23-11 0 0,25 11-2 0,11-12 0 0,1 12 1 0,0 0 1 0,-1 0 0 0,-10 0 0 0,-15 0 0 0,-22 12-1 0,-13-1 1 0,12 2 1 0,-36-13-1 0,-12 11 0 0,-36 2-2 0,11-2 1 0,-22-11 0 0,-2-11 0 0,-24-13 0 0,0 0 1 0,-12-12-2 0,13-2 0 0,11-9 1 0,25-1 0 0,-1-74-2 0,61 98 2 0,13 12 1 0,-1 0-1 0,12 12 1 0,61 72-55 0,-85-47-24 0,1-13 21 0</inkml:trace>
  <inkml:trace contextRef="#ctx0" brushRef="#br0">351 10752 124 0,'0'0'4'0,"0"0"21"0,0-11-16 0,-12-2-7 0,12 2 0 0,0-13 0 0,-12 11 0 0,12-11-1 0,0-12 1 0,-14 0 0 0,14 12 0 0,-35-25 2 0,11 37-3 0,0 0 1 0,12 12-2 0,-12 12 1 0,11 0 0 0,1 11-1 0,12 3-1 0,0 10 1 0,12-12 0 0,13-1 1 0,11-10 0 0,0-13-1 0,-1 0 0 0,3 0 0 0,-2-24 2 0,-12 0-2 0,0 12 1 0,-11-24 0 0,-13 23 0 0,0-23-3 0,-25 24-11 0,13-24-20 0,-12 23-31 0,13 2 12 0</inkml:trace>
  <inkml:trace contextRef="#ctx0" brushRef="#br0">291 10293 74 0,'0'0'20'0,"-13"0"-11"0,13 0 1 0,-12 0 5 0,0 0 1 0,12 0-9 0,-12-13-5 0,12 2-1 0,0 11 1 0,0-13 0 0,0 2 1 0,12-2 0 0,0 13 0 0,0-11-1 0,1 11 0 0,9 0-1 0,4 0 0 0,-14 0-1 0,13-13 2 0,-14 13 0 0,0 0 1 0,-11-11 0 0,0-1 0 0,0-2 0 0,0 3 0 0,0-2-1 0,-11 2-1 0,0-2 0 0,-14 2-1 0,13 11-2 0,-14-12 2 0,-9 0 1 0,23 0-1 0,-12-12 0 0,24 10 1 0,-12 3-1 0,12-1 0 0,-12 0 0 0,12 0 0 0,0 12 0 0,0 0 0 0,0 0 0 0,0 0 1 0,12 0-2 0,-12 0 2 0,0 0-2 0,0 0 2 0,12-12-1 0,-12 12 1 0,0 0 0 0,0 0 0 0,12 0 2 0,-12-12-1 0,-12 12 1 0,12 0-2 0,-12 12 0 0,0-12-1 0,12 0 0 0,0-12 1 0,0 12-1 0,-12 0-1 0,12 0 1 0,0 0 0 0,0-12 0 0,0 12-5 0,0 0-30 0,0-12-100 0</inkml:trace>
  <inkml:trace contextRef="#ctx0" brushRef="#br0">254 9773 82 0,'0'0'16'0,"0"0"-10"0,-12-13 9 0,0 13 8 0,12-11-7 0,-12-2-11 0,12 2-2 0,0-2-1 0,0 2 1 0,12-1 0 0,12 12 0 0,0-12-2 0,11 12 0 0,3-13 0 0,-13 0 1 0,-3 2 2 0,-9 11 2 0,-1-13-1 0,-12 2-1 0,0-1-2 0,-12 0-1 0,-12 0 0 0,0 0-2 0,-12 0 3 0,11 0-3 0,-11-14 0 0,12 15 1 0,0-13 0 0,12 12-1 0,0-12 2 0,12 0-1 0,0 11-1 0,12 1 2 0,0 0-1 0,12 0 0 0,0 12 1 0,12-12-1 0,-11-1 0 0,11 13-1 0,-12 0-4 0,0-11-17 0,-12 11-24 0,0-13-72 0</inkml:trace>
  <inkml:trace contextRef="#ctx0" brushRef="#br0">74 9314 121 0,'0'0'7'0,"-14"0"-6"0,2 0-1 0,0-13-1 0,0 2-13 0,12-15-40 0,0 26 11 0</inkml:trace>
  <inkml:trace contextRef="#ctx0" brushRef="#br0">169 8999 84 0,'0'0'14'0,"0"0"3"0,-12 0-3 0,12 12-2 0,0-1-3 0,-12 15-6 0,12 10-3 0,12-24-1 0,12-24 2 0,-11 0-1 0,23-12 1 0,-12-2 3 0,0 15 0 0,0-1 4 0,1 12 1 0,-1 23 1 0,-12 15-7 0,-12-2-2 0,0 12-1 0,0 37-165 0</inkml:trace>
  <inkml:trace contextRef="#ctx0" brushRef="#br0">254 8902 96 0,'0'0'7'0,"-12"-12"15"0,0 0-11 0,12 0-6 0,0 0-1 0,12 0-1 0,12 12 2 0,1 12 0 0,47 0-2 0,-24 0-2 0,-11-12-12 0,-2 12-106 0</inkml:trace>
  <inkml:trace contextRef="#ctx0" brushRef="#br0">48 8757 129 0,'-12'0'9'0,"12"0"-9"0,-12-13-7 0,12-11-10 0,0 13-12 0,0-2-33 0</inkml:trace>
  <inkml:trace contextRef="#ctx0" brushRef="#br0">313 8600 82 0,'0'0'8'0,"0"0"-1"0,14 0 3 0,10 0 6 0,-12 0-4 0,1 11-5 0,-2-11-1 0,0-11-2 0,2-1 0 0,-1 0-1 0,-12 0 1 0,0 0 0 0,0 0 1 0,0 0-2 0,-25 12 0 0,3 0-1 0,-3 12-1 0,1 0 0 0,-1-12-1 0,1 0 0 0,12 0 0 0,0-37-2 0,12 13 2 0,-12-24 1 0,12 12 1 0,12-13 0 0,0 13 1 0,13 12-2 0,-3 24 0 0,52-13 0 0,-38 13 0 0,-11 0 1 0,-12 0 1 0,-13-11-1 0,-85-98 0 0,60 72-1 0,1 13 0 0,24-36 5 0,24 48-5 0,12-14-1 0,0 3-12 0,24-1-144 0</inkml:trace>
  <inkml:trace contextRef="#ctx0" brushRef="#br0">1343 8418 59 0,'0'0'0'0,"-13"13"17"0,-23-13 19 0,24-24-28 0,0-1-1 0,-1-24 0 0,2 1-1 0,47-146 2 0,-12 147-5 0,13 23-1 0,-1-1 2 0,13 25 0 0,-13 25 2 0,24 59 4 0,-25-12-2 0,-35 0 0 0,0 2 0 0,-11-14-3 0,-24 1-3 0,-2-25-2 0,-60-36-170 0</inkml:trace>
</inkml:ink>
</file>

<file path=ppt/ink/ink16.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3-02-09T07:37:44"/>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23246 15288 11 0,'0'0'8'0,"-11"0"2"0,11-11-2 0,0 11 0 0,0 0 0 0,0 0 0 0,11 0 42 0,2 0-46 0,11-12-1 0,2 12 0 0,9 0-1 0,13 0 1 0,1 0-1 0,-1 12-1 0,0 12-1 0,1 0 0 0,-2 11 1 0,-10-9-1 0,-11 9 1 0,9 2 0 0,1 11 2 0,-12 13 0 0,1-1 0 0,-13 13-1 0,12-13-1 0,0 12 0 0,0 2 2 0,11-14 0 0,-9-12 1 0,11 1 0 0,-2-1 1 0,-11-25 2 0,13 3-1 0,-1-14-2 0,0 12 1 0,1-24-3 0,-1 0-1 0,-12 0-6 0,-11 0-47 0,-13 12-8 0,0-12 8 0</inkml:trace>
  <inkml:trace contextRef="#ctx0" brushRef="#br0">23900 16680 31 0,'0'12'9'0,"0"0"2"0,0-12 6 0,0 12-3 0,0-12-4 0,-12 0 4 0,12 0 0 0,0-12-3 0,0 0 0 0,-12-12-3 0,12-14-1 0,-12-9-2 0,0 10-1 0,0-11-2 0,12 0-1 0,-12 11 0 0,12 0-1 0,12 37 0 0,-12-11-1 0,0 11 0 0,12 11 1 0,12 26 0 0,0 0 0 0,0-1-1 0,1 13 0 0,11-1 0 0,-1-12-1 0,-10 1-2 0,0-25 3 0,-1 12 1 0,-13-24 0 0,-11 0 2 0,13 0 2 0,-13-12-1 0,0-25 0 0,0 13-1 0,0-12 1 0,0-1-1 0,0-11-1 0,0 11-1 0,0 13-2 0,0 0-7 0,12 13-14 0,-12 11-15 0,24 0-2 0,-12 24 5 0,0-24 11 0</inkml:trace>
  <inkml:trace contextRef="#ctx0" brushRef="#br0">24263 16535 40 0,'0'0'0'0,"0"0"12"0,-24 24 17 0,12-12-14 0,0 36 0 0,12-11-12 0,12-13-2 0,0 0 1 0,25-12 0 0,-13 0 1 0,12-12-1 0,-11 0 1 0,-14-12 1 0,0 0 1 0,2-12 0 0,-26 0-2 0,2-2 0 0,-13 3-2 0,0 11-1 0,0 0 1 0,0 0 0 0,11 0 0 0,13 12-1 0,0 0-1 0,13-13 1 0,11 13 0 0,12 0 0 0,0-11 0 0,-1 11 1 0,-10 11-1 0,0 14 1 0,-14-13 0 0,2 24 0 0,-2-25 1 0,-11 27 0 0,0-14 0 0,0-12 0 0,0-12-1 0,0 0 2 0,13 0 3 0,-1-12-6 0,-12-12 0 0,12 12-2 0,12-14-3 0,1 3-1 0,-13-1-1 0,12 12 5 0,0 0 1 0,-24 12 1 0,12 0 1 0,1 0 0 0,-13 24 2 0,0 0 0 0,0-1-2 0,0 3 0 0,11-2-2 0,0-12-1 0,-11 12-18 0,13-12-38 0,0-12-6 0</inkml:trace>
  <inkml:trace contextRef="#ctx0" brushRef="#br0">24904 16680 91 0,'0'0'0'0,"-12"-12"17"0,12 12-11 0,12 0 12 0,12-12-2 0,13 12-10 0,-13 0-5 0,0 0-3 0,-12 0-16 0,0 0-46 0,1 12 14 0</inkml:trace>
  <inkml:trace contextRef="#ctx0" brushRef="#br0">23998 16933 34 0,'0'0'0'0,"0"0"17"0,-13-11 0 0,13-2 2 0,-11 13-4 0,-14 0-4 0,0 0-4 0,1 13 0 0,0 11 0 0,0 12-2 0,12 0-3 0,0 1 0 0,12-1-1 0,24-24 1 0,0 12 2 0,13-12-1 0,11-12-1 0,0 0-1 0,-12-12-1 0,-11 12 0 0,-1-12 0 0,-13 0 0 0,-11 12 0 0,0 0-4 0,-11 12 4 0,11 0 0 0,0 11 0 0,0 3 0 0,11-2 0 0,26-12 0 0,-1 0 1 0,-11-12 0 0,11 0 1 0,-24 0 1 0,0-12 1 0,1-12-1 0,-26 12-1 0,1 0-1 0,-24-13-1 0,11 25 0 0,-11-12 1 0,0 0-1 0,23 12 0 0,2 0 0 0,11 0-2 0,0-12 0 0,24 0 1 0,12 0 0 0,13 0 2 0,-13 12-2 0,1-12 1 0,-13 12 0 0,0 12 0 0,-12 12 0 0,0 0 0 0,1 11 1 0,-13-9-1 0,0 10 0 0,11-24 0 0,-11-1 1 0,11-11 1 0,-11 0 0 0,13-11-1 0,-2-1 0 0,2-12-1 0,11-14 0 0,-11 15-1 0,11-1-2 0,-13 0 0 0,14 0 0 0,-25 24 2 0,12-13 0 0,0 13 1 0,-12 13-1 0,12 11 2 0,0 0 0 0,1 12-1 0,11-11 0 0,0-1 0 0,0 0 0 0,11-12-1 0,-22-1 1 0,12-11 1 0,0 0 1 0,-25-11-1 0,11-1 0 0,0-12 0 0,-11-14 0 0,13 3 0 0,-13-13 0 0,0 11-1 0,-13-23 0 0,13 12 1 0,-11-13 0 0,0 48 0 0,11 13 2 0,-13 0-3 0,13 13 1 0,0-2 0 0,0 26 0 0,0 0 0 0,13 11-1 0,-2-12-1 0,0 13 1 0,2-13-1 0,-2-12 1 0,-11-13 0 0,0 3 0 0,0-14 2 0,-11-14-2 0,-13 3 0 0,13-1-1 0,-14-24 0 0,0 12-1 0,1 12 1 0,24-1-3 0,-11 1-1 0,22 12 3 0,13 12 2 0,13 1-1 0,-2-1 1 0,14 0-1 0,0 0 1 0,11 0 0 0,1-12 1 0,-13 0 0 0,-24 0 1 0,-13-12 2 0,3 0-2 0,-14 0 0 0,0-13-1 0,-25 13-1 0,1-12 0 0,12 24 0 0,-12-12 1 0,0 12 0 0,12 12-1 0,-1 12 0 0,1-12-1 0,12 25 1 0,25-13 0 0,-13 12-1 0,12-25 0 0,0 3 1 0,12-2 0 0,-11-12 0 0,11 0 1 0,-23-26-1 0,22 15 1 0,-11-13-1 0,2 0 0 0,-4 12 0 0,-9 0 1 0,-1 12-1 0,-12 0-1 0,0 0 1 0,0 24 1 0,0 0-1 0,-12 0 0 0,-1 1 0 0,2-1 1 0,0-12-1 0,-3-12 3 0,14 12-2 0,0-24-2 0,14 0 1 0,8-26-1 0,15 27-1 0,-13-25 1 0,0 12-1 0,1 0 2 0,-25 11 0 0,0 1 0 0,0 12 0 0,-25 0 1 0,1 12 0 0,12 1 1 0,0 11-2 0,0 0 0 0,12 0-1 0,0-1 1 0,24-9 0 0,12-2-1 0,1 0-1 0,11-12 1 0,-12 0 0 0,13 0 1 0,-24-24 1 0,-3-1 1 0,-9 1-1 0,-13-12 0 0,0-1 0 0,-13-11 0 0,13 11 0 0,-22-23-1 0,9 35 0 0,13 14 1 0,-12 11 0 0,12 0-1 0,0 0 0 0,0 11 0 0,0 14 1 0,12 11-1 0,-12 1 0 0,13-1 0 0,-2 0 0 0,0 1-1 0,-11-1 0 0,0-12 1 0,0 1 0 0,0-13 1 0,-11-12-1 0,0 0 0 0,-14-12 0 0,13-13 0 0,0 1-1 0,-2 0-2 0,14 0 1 0,0-1-1 0,14 25 2 0,10-12 1 0,1 0 0 0,-3 12 0 0,3 0 2 0,-13 0-1 0,1 0 0 0,0 12 2 0,-13 0-2 0,0 13 0 0,11 11-1 0,-11-24 0 0,11 23 0 0,2-9 1 0,11-14 0 0,0 0 2 0,0-12-1 0,1 0 0 0,11-12 0 0,-12 0-1 0,1-14 1 0,-14 3-2 0,14-1-1 0,-13 12 1 0,-12-12 0 0,12 24 0 0,-12 0-1 0,0 0-2 0,0 12 2 0,0 0 1 0,0 0 0 0,12 12 0 0,12-12-1 0,-13-1 0 0,26 15 1 0,0-14-2 0,-1 0 1 0,12-12 1 0,-11 0 1 0,-1-24 0 0,-12 12 1 0,-12-2 1 0,1-9-1 0,-13-1-1 0,-25 12 0 0,1 0 0 0,-12 0-1 0,11 12 0 0,1 12-1 0,0 0 1 0,24 0-1 0,0 0 0 0,0 0 1 0,12 0 0 0,24-1 0 0,-11-11 0 0,11 14 0 0,-24-14 0 0,12-14 0 0,-24 14 0 0,13 0 0 0,-13 14-1 0,0-2 0 0,11 0 2 0,2-12-1 0,-1 12 0 0,13-12 0 0,-1-12 0 0,-2 0 1 0,3-14-1 0,0 3 1 0,-12-13-1 0,-2 0 1 0,-11-1-2 0,0-11 0 0,0-13-2 0,-11-11 1 0,-13 48 3 0,24 12-1 0,-14 12-1 0,14 0 1 0,-12 12 1 0,12 23 0 0,0-11 2 0,0 13-1 0,12 11-1 0,13 1 0 0,-1-13 0 0,0 1 1 0,12-13-1 0,-12-12 0 0,13 0-1 0,-25-12-1 0,0 0-10 0,0-24-51 0,0 12-42 0</inkml:trace>
  <inkml:trace contextRef="#ctx0" brushRef="#br0">27153 17042 39 0,'0'0'0'0,"0"0"24"0,-11 0-17 0,11 0 4 0,-11 13 2 0,11-1-4 0,0 24-3 0,11-12-2 0,0 13-1 0,14-13 0 0,-13 0 2 0,12-12 3 0,-12-12 3 0,13 11 1 0,-25-22-2 0,24-1-1 0,-12-36 1 0,-12 11-4 0,12 13-1 0,-12-12-1 0,0 11-3 0,0 13-1 0,12 12 0 0,-12-12-1 0,0 12 0 0,0 12 0 0,12 13 0 0,-12-13-1 0,12 12 1 0,1 0-2 0,-2-12 2 0,2-12 1 0,-1 12 0 0,-12-12 1 0,0 0-1 0,12 0 0 0,0 0 0 0,-12 11 0 0,12 3 0 0,1-14 2 0,-2 0 0 0,0 0 1 0,-11 0 0 0,0 0-1 0,13-14 0 0,-13 3-1 0,0-1-1 0,12-12-1 0,-12 12 2 0,0-12-1 0,0 12 2 0,0-25 0 0,0 25-2 0,-12 0-1 0,12 0 0 0,0 0-3 0,0 12-20 0,0 0-41 0,0 12-27 0</inkml:trace>
  <inkml:trace contextRef="#ctx0" brushRef="#br0">27589 16897 73 0,'0'0'29'0,"24"-36"-8"0,13 23-1 0,-1 13-9 0,13 0-6 0,-25 0-2 0,-12 13-1 0,12 11 0 0,-12 13 1 0,-12-2 0 0,-12 2 1 0,-24 11-1 0,-1-11-2 0,-11-1 0 0,12-1 1 0,-1 3-1 0,37-38 1 0,0 12 1 0,12 0 0 0,25-12-1 0,11 12-3 0,13-12-5 0,0 0-17 0,-1 0-29 0,12 0-45 0</inkml:trace>
  <inkml:trace contextRef="#ctx0" brushRef="#br0">28025 17079 59 0,'0'0'0'0,"0"-12"32"0,-13 0-8 0,13 12 2 0,0-13-12 0,0 13-11 0,0 13-1 0,0-1 1 0,13 48 2 0,-13-23-4 0,24-13 1 0,-12 0-1 0,12-1 2 0,0-10 4 0,1-13 3 0,-13 0-3 0,12-13-1 0,0-22 0 0,0-15 1 0,0 15-3 0,1-13-2 0,11 11-2 0,-25 25-1 0,2-12-13 0,11 24-94 0,-12 0 35 0</inkml:trace>
  <inkml:trace contextRef="#ctx0" brushRef="#br0">22485 13874 48 0,'0'0'0'0,"0"-13"20"0,11 1-3 0,2 0 5 0,-1-1-5 0,-12 13-3 0,0-11-6 0,12-2-2 0,-12 2 1 0,0-2 0 0,-12-22 1 0,-24 9-1 0,-24 2-3 0,-13 13-3 0,-48 11 0 0,-36 11-1 0,0-11 2 0,23-11 7 0,38-37 4 0,59 11-4 0,37 13-6 0,0 24-35 0,13 11-121 0</inkml:trace>
  <inkml:trace contextRef="#ctx0" brushRef="#br0">19885 13547 29 0,'0'-12'15'0,"12"0"3"0,-12 0 3 0,0 12-3 0,-12-13-7 0,-1 13-7 0,1 0-2 0,-12 13 0 0,12 11 2 0,-12 0-2 0,11 25-1 0,2-13 0 0,11 11-1 0,0-10 0 0,24-12 1 0,-13-13 0 0,26-1 2 0,0-11 0 0,-13 0-1 0,12-23 1 0,1 11-2 0,-13-14 1 0,-12 2 0 0,0 1 0 0,-12 11-1 0,0 0 0 0,0 12-2 0,0 0-1 0,0 12 1 0,-12 0 1 0,12 24 0 0,12-25-1 0,0 27 2 0,0-26-1 0,1-1 0 0,9-11 1 0,-9 13 1 0,11-13 1 0,2-13 0 0,-15 2 1 0,-11-1 0 0,0 0 1 0,0-1-3 0,-11-11-2 0,-15 11 0 0,2 2 0 0,0 11 0 0,0-12 0 0,12 12 0 0,12 0 0 0,0 0 0 0,0-12-3 0,25 0 2 0,-3 12 0 0,15-12 1 0,0 12-1 0,-13 0 3 0,0 0-2 0,0 0-1 0,0 24 1 0,-11 0 0 0,-13 11 0 0,12-9 0 0,0-2 0 0,0-13 0 0,-12 2 1 0,12-2-1 0,-12-22 5 0,0 11-5 0,12-24 0 0,-12 0 0 0,12-2 0 0,0 2-2 0,12 1 1 0,-24 11-1 0,13 0 1 0,-1 12-2 0,-12 0 0 0,12 24 1 0,0-12 1 0,0 12 1 0,1 13 0 0,9-13 1 0,-9-13-2 0,12 2 0 0,-13-2 1 0,-12-11 0 0,13-11 1 0,-2-2 1 0,0-10-2 0,2-15 1 0,-1 3 0 0,0-1 0 0,0-13 1 0,0 1 0 0,-12-12-1 0,-12 11 1 0,12 13-1 0,0 12 2 0,0 24-1 0,-12 0-1 0,12 0-1 0,-12 35 0 0,12 14 0 0,0 0 1 0,0 11-1 0,12 1-1 0,12-13 1 0,-12 0 0 0,0 0 0 0,1-24 0 0,-13-11 0 0,12-2 0 0,-24-11 1 0,12 0 1 0,-13-24-2 0,-11 13-2 0,12-25-1 0,-12 11-1 0,-1 1 0 0,14 11 2 0,11 2-1 0,0 11-2 0,24 0 3 0,0 0 1 0,0 11 1 0,13 13 0 0,-1-11 1 0,12 0-1 0,1-13 1 0,-13 12-1 0,-1-12 1 0,-10-12 1 0,-25-1 1 0,13 0 0 0,-13-11-1 0,-13 1 0 0,1 11-1 0,-12 0-1 0,0 12 1 0,12 0 0 0,0 12-1 0,12 12 0 0,-12 0 0 0,12 13 1 0,12-2-1 0,12-11 1 0,-11 0-1 0,9-11 0 0,3-1 1 0,0-12 0 0,-12 0 1 0,-2-12 1 0,-11-1-2 0,11-11-1 0,-11 0-1 0,13 1 0 0,-13-2 0 0,0 1-1 0,12 24 1 0,-12 0-2 0,0 0-1 0,0 0 2 0,12 24 2 0,-12-11-1 0,24 11 1 0,-11 0 0 0,-2 11 0 0,14-22 0 0,-13-1 0 0,12 0 1 0,-24-12-1 0,12 0 1 0,0-12 1 0,-12-13-2 0,12 14 0 0,-12-13-1 0,0 0-1 0,-12 0 0 0,0-2 0 0,12 26 0 0,-12-11-1 0,12 11 1 0,-12 11 1 0,0 15 2 0,-12-2 1 0,11 11 0 0,2 2-1 0,-2 0-1 0,1 11-1 0,12-24-3 0,-12 0-16 0,24-12-24 0,-12-12-39 0</inkml:trace>
  <inkml:trace contextRef="#ctx0" brushRef="#br0">21203 13462 85 0,'-12'-12'15'0,"0"0"-10"0,12 24-1 0,0 0 7 0,0 13 2 0,0 11-5 0,0 12-4 0,0 1 0 0,12 11-1 0,0-12-2 0,-12 0-1 0,12 0 0 0,1-11-1 0,-13-13-5 0,0-11-5 0,0-2-4 0,0 2-3 0,-13-13-8 0,13-24-2 0,-12 11 10 0,0-11-8 0</inkml:trace>
  <inkml:trace contextRef="#ctx0" brushRef="#br0">21179 13789 13 0,'0'0'15'0,"0"-13"3"0,12 13 0 0,0-11-1 0,0 11-2 0,1-12-3 0,9 12-2 0,4 0-2 0,-2 0-2 0,0 12-3 0,-24-1-1 0,0 2 0 0,11 11 0 0,-11-13 0 0,0 14 0 0,13-13-1 0,-13 1 0 0,12-2 6 0,-12-11-2 0,36-24-3 0,-12 0-2 0,13-13-2 0,-37 37-1 0,12-11-1 0,0 11 0 0,-12 11 1 0,0 2 2 0,12 11 1 0,12 0 1 0,-11 13-1 0,-1-26 1 0,12 2 0 0,12-1 0 0,-1-12-1 0,4 0 1 0,7-25 3 0,-21 14-2 0,-25-13 1 0,0 11 0 0,-12-11-2 0,-1 11-3 0,-33 26-1 0,33-1 2 0,0 0 0 0,13 1 1 0,-13-2-1 0,13 2 1 0,13-2 0 0,0-11 0 0,-13 13 1 0,13-13 1 0,-13-13-1 0,11 2 0 0,2 11-2 0,-13 0-1 0,0 0 1 0,11 11-1 0,0 2 2 0,2-1-1 0,-13 0 1 0,24 0 0 0,0 0 0 0,0-12 1 0,1 0 0 0,-13 0 1 0,12-12-1 0,0 0 1 0,1-25 0 0,-13 2 1 0,0-15-1 0,-12 15 0 0,12-26-1 0,-12 1-1 0,0 0 1 0,12-13-1 0,-24 61 1 0,12 12-1 0,-12 48 0 0,0 13 1 0,12-2 2 0,0 3 0 0,12-2-2 0,0 1 0 0,13-13 0 0,10-12-2 0,15-12-2 0,-28-24-23 0,27 12-100 0</inkml:trace>
  <inkml:trace contextRef="#ctx0" brushRef="#br0">22158 11733 15 0,'-12'0'8'0,"12"0"-1"0,-12 0-4 0,24 0 2 0,0 0-3 0,0 0 1 0,37 0 2 0,-13-12-3 0,1 12 1 0,11 0-1 0,-1-12 1 0,3 12-2 0,22-13 0 0,-11 13-1 0,11 0-1 0,13 0 2 0,0 0 0 0,-1 0 2 0,1 0-1 0,12 0 1 0,-14 0 0 0,2 0 0 0,0 0-2 0,0 0-1 0,0 0 1 0,0 0-1 0,-1-13 1 0,13 13-1 0,0 0 0 0,0 0 0 0,-13 0 0 0,13 0 0 0,-12 0 1 0,12 0-1 0,-1 0 1 0,13 0-1 0,0 0 0 0,1 13 0 0,-3-13 0 0,15 0 0 0,-13 0 0 0,-1 0 0 0,1 0 0 0,-12 0 0 0,12 0 0 0,-11 13 0 0,-3-13-1 0,2 12 1 0,13-12-1 0,-3 0 1 0,3 0 1 0,11 0-1 0,13 0 0 0,-2 0 0 0,1 0-1 0,-13 12 0 0,-10-12 1 0,-1 11 0 0,-2 2 0 0,3-13 0 0,-1 11 0 0,-12-11 0 0,13 0-1 0,-3 0 2 0,3 0-1 0,10 0 0 0,1 0 0 0,12 0 0 0,-13 0-1 0,14 0 1 0,-13 0 1 0,-24 0 0 0,23 0 1 0,-10 13 0 0,11-13-1 0,0 0 0 0,0 11 0 0,24-11 1 0,-24 0-1 0,24 13 1 0,-12-13 1 0,-13 0 0 0,2 0-1 0,-1 0-1 0,-12 0-1 0,0 0 0 0,-1 0 0 0,1 0-1 0,-24 0 0 0,0 0 0 0,-37 0 1 0,25 0 0 0,-1-13 0 0,2 13-1 0,-3 0 1 0,2 0 0 0,36-11-1 0,-36 11 1 0,-12 0 0 0,-2-13-1 0,2 13 2 0,-13 0-2 0,-12-11 1 0,1 11 1 0,-1-13-1 0,11 13 1 0,3 0-1 0,-2 0 0 0,0 0 1 0,1 0 1 0,-13 0 0 0,13 0 0 0,-13 13 0 0,0-13-1 0,-1 0 0 0,3 0 0 0,-13 11 0 0,10-11 2 0,-23 0 0 0,12 0 0 0,1 0-2 0,-25 0-1 0,24 0 0 0,-24 0 0 0,24 0-1 0,-12 0 2 0,0 0-2 0,0 13 3 0,0-13-1 0,0 0-2 0,1 11 1 0,-1 2-1 0,0-1 1 0,-12 0-1 0,0 25 1 0,0-13 1 0,12 12-1 0,-12 0-1 0,0 13 0 0,0-1 2 0,0 1-2 0,0 11 1 0,12 1 1 0,-12-2 0 0,0 2 0 0,0-13 0 0,-12 13-1 0,0-12 2 0,-12-13-3 0,24 13 3 0,-13-13-2 0,13 0-1 0,0-12 3 0,0 0-2 0,-12-11 1 0,12-1-2 0,0 0 1 0,-12-12 0 0,0 0 0 0,-12 0 2 0,0 0-2 0,-11 0 1 0,9 0-1 0,-22 11 0 0,12-11 0 0,-13 0 0 0,1 13 0 0,0-13 0 0,-13 0 0 0,1 11 0 0,-14-11 1 0,-46 0-2 0,-1-11 2 0,24 11-1 0,1-13-1 0,-1 13 1 0,0 0 0 0,0-11-1 0,-13 11-1 0,-22 0 1 0,-25-12 1 0,37 0 0 0,10-1 1 0,-11 13-1 0,13-13 1 0,-50 2 0 0,37-2-1 0,12 2 1 0,-11 11 0 0,-2-12 0 0,-10 12-1 0,11 0 0 0,12 0 1 0,-23 0-2 0,22 0 2 0,-23 0 0 0,13 12-1 0,-2-12 0 0,1 0 0 0,-12 0-1 0,12 0 2 0,0 0 0 0,12 0-1 0,-12 0 1 0,12 0-1 0,0 0 0 0,14 0 0 0,-3 0 1 0,1 11-1 0,12-11 1 0,0 0-1 0,0 13 0 0,2-13 1 0,10 0-2 0,-12 0 1 0,13 0 1 0,-13 0-2 0,13 0 1 0,-13 11 0 0,0-11 0 0,-12 13 0 0,1-13 1 0,-1 0-1 0,12 0 0 0,-12 0 0 0,1 0 0 0,-1 0 0 0,0 0 0 0,0 13 0 0,1-13 0 0,-25 0 0 0,24 12-1 0,-1-12 1 0,2 0 1 0,-13 0 0 0,1 0-1 0,12 0 0 0,-2 12 1 0,-11-12-1 0,25 0-1 0,-12 0 1 0,-2 0 1 0,13 11-1 0,-12-11 1 0,14 0-1 0,-2 0 0 0,12 0 0 0,-24 0 0 0,24 0 0 0,1 0 0 0,0 0 0 0,-1 0-1 0,0 0 1 0,2 0 1 0,-14 0-1 0,11 13 0 0,2-13 0 0,-1 0 0 0,1 0 0 0,-2 0 0 0,15 0 0 0,-14 0 0 0,0 0 0 0,13-13 1 0,-1 13 0 0,0 0-1 0,0-11 0 0,2 11 1 0,11 0-1 0,11 0 1 0,1 0-2 0,12 0 2 0,0 0-1 0,11 0 0 0,13 0 0 0,-12 0 0 0,24 0 3 0,-12 0 1 0,0 0-3 0,0 0 1 0,0-12 0 0,0 0 0 0,-12-1 0 0,12-11 2 0,0 0-1 0,0-12 2 0,0 0-1 0,0-13 0 0,12 1 0 0,-12-13 0 0,13-11-2 0,-2-2 0 0,14-22 0 0,-25 24-1 0,24-13 0 0,0-24-1 0,-11 73 0 0,-13 12 0 0,0 0-1 0,-13-1-3 0,13 0-21 0,0 25-73 0</inkml:trace>
  <inkml:trace contextRef="#ctx0" brushRef="#br0">32464 11926 23 0,'0'0'6'0,"0"0"19"0,12-12 10 0,0 12-22 0,12-24 9 0,-13 11-14 0,-11 2-4 0,-11-2-2 0,0 13-2 0,-2 0 0 0,-23 0 1 0,0 13-2 0,-1 23 2 0,13-12-3 0,0 12 3 0,11 1-1 0,13-1 0 0,13-1-2 0,47 15-28 0,-13-50-1 0,-9 12-3 0,9-12 14 0,-34 0 4 0</inkml:trace>
  <inkml:trace contextRef="#ctx0" brushRef="#br0">32669 11987 9 0,'0'0'0'0,"0"0"17"0,0-25 3 0,12 13 5 0,-12-12-1 0,0 12-11 0,0 0-8 0,0 12 6 0,0 24-7 0,0 0-3 0,0 13-1 0,0-1-1 0,0 11 0 0,0-9 0 0,0-2 1 0,0-12-1 0,0 0 3 0,0-13 0 0,0-11-1 0,-12 0 1 0,12-24-1 0,0-23 2 0,12 11-2 0,-12-1-2 0,12-11 1 0,13-1 0 0,-13 13 2 0,12 0 0 0,-12 12 0 0,12 0 0 0,0 24-1 0,-13 0-1 0,15 11-1 0,-26 2 1 0,12 11-1 0,-12 0 1 0,-12 0-1 0,-25 0 1 0,-23 13 0 0,24-37 1 0,11 0-1 0,1 0 0 0,12 0 0 0,36 0 1 0,-12 0 0 0,25 12 0 0,-1 0-1 0,1 12 0 0,-1-1-1 0,0 3-1 0,-23-14-5 0,-2 12-13 0,0-12-23 0,-11-1-23 0</inkml:trace>
  <inkml:trace contextRef="#ctx0" brushRef="#br0">33044 11914 54 0,'0'0'15'0,"0"-12"1"0,0 12-8 0,0 0 1 0,0-12 6 0,-12 12-6 0,12 12-5 0,0 12-2 0,0 12-1 0,0 1-1 0,0-1 0 0,0-1 0 0,0-9 0 0,0 10 3 0,12-24 2 0,-12-12-3 0,0 0-2 0,0-12 0 0,0-12 1 0,0 12-1 0,0-25 0 0,0-11-1 0,12 12 1 0,0-1 0 0,-12-11 1 0,12 24-1 0,1 0 1 0,-1-1-1 0,0 13 1 0,0-1 0 0,-12 13 0 0,12 0-1 0,0 0-1 0,0 0-3 0,0 0-10 0,1 13-9 0,-2-1-8 0,2 0-4 0,-1 1-1 0</inkml:trace>
  <inkml:trace contextRef="#ctx0" brushRef="#br0">33105 11962 14 0,'0'0'0'0,"0"0"14"0,-12 13-3 0,-1-13 5 0,13 0 6 0,0 12-1 0,0-12-6 0,25 0-5 0,-1 0-7 0,0 0-14 0,13 0-83 0</inkml:trace>
  <inkml:trace contextRef="#ctx0" brushRef="#br0">24565 4899 30 0,'0'-12'10'0,"-12"12"-3"0,12 0-1 0,-12 0-2 0,12 12 2 0,0 24-2 0,0-13-2 0,0 15 0 0,12-14-1 0,0-1 1 0,-12-10 0 0,13 11 1 0,-1-24 0 0,-12 0 3 0,12 0 2 0,-12 0-1 0,12 0-3 0,-12-13-2 0,0 2-1 0,12-2-2 0,-12 13 1 0,12-11 0 0,0 11 0 0,-12 0-1 0,13 0 1 0,-2-12 0 0,-11 12 1 0,11-12-1 0,-11 12 0 0,0-24 1 0,13 12-1 0,-13-13 1 0,0 1-1 0,0 12 1 0,-13-12-1 0,13 12 1 0,0 12 3 0,0-12 0 0,0 12-1 0,0 0-3 0,0 12 1 0,0 12-1 0,0 0 1 0,13 11-1 0,-13 3 0 0,13-2 1 0,-13-12-1 0,12 0 0 0,-12 1 0 0,12-25 0 0,-12 12-1 0,13-12 2 0,-13 0-1 0,11-12 0 0,-11-13 1 0,11 12-1 0,2-11 0 0,-2 1 0 0,2-1 1 0,-1 0-1 0,-12 10 1 0,14 3-1 0,-14 11 1 0,0 25 0 0,11-1-1 0,-11 0 0 0,0-1 1 0,11 1-2 0,2-11 2 0,-1-2-1 0,0 3 0 0,0-14 1 0,0 0 0 0,0-14 0 0,0 3-1 0,0-2 1 0,-12-11-1 0,13 24 0 0,-13-11 0 0,12 11 0 0,-12 0-1 0,12 11 1 0,0 13 0 0,0-11 0 0,0-2 0 0,13 3 0 0,-14-14 1 0,0 0 1 0,3 0 4 0,-2-14 3 0,-12 3 1 0,0-26-3 0,0 14-1 0,0-1-4 0,-12 0 0 0,-2-1-2 0,3 1 0 0,0 24-4 0,11 0-17 0,0 0-29 0,0 0-47 0</inkml:trace>
  <inkml:trace contextRef="#ctx0" brushRef="#br0">25110 4790 39 0,'0'0'0'0,"0"-49"13"0,0 13-7 0,-12 0 5 0,-14-1 1 0,-21 14-2 0,-1 11-1 0,-13 12-2 0,-11 0 0 0,-13 35-1 0,0 2-3 0,1 11 0 0,23 13-1 0,0-1-1 0,25 13-1 0,0-12 0 0,23 10 0 0,13-23 0 0,13 2 0 0,23-15-1 0,0 2 1 0,219 11 0 0,-145-35 0 0,-3-13 0 0,3-13 0 0,-14-11 1 0,-11-13 1 0,-25 2 2 0,-11-13 2 0,-25-2-1 0,-24-21 0 0,-24-2-2 0,-13 0 0 0,-24 1-1 0,-11 24-1 0,0 23 0 0,-13-11-1 0,12 36 0 0,25 0-1 0,11 0-10 0,37 24-28 0,25 13-54 0</inkml:trace>
  <inkml:trace contextRef="#ctx0" brushRef="#br0">25388 5008 84 0,'-12'0'24'0,"-12"0"-22"0,36 0 5 0,36 0 11 0,13 12 1 0,35 0-8 0,13 12-6 0,12-13-3 0,-36 2-3 0,-25-2 1 0,-23 3-17 0,-24-14-119 0</inkml:trace>
  <inkml:trace contextRef="#ctx0" brushRef="#br0">12942 6350 8 0,'-12'0'13'0,"-1"0"-5"0,2 0 0 0,11 0 2 0,0-12 3 0,0 12-1 0,0 0 1 0,0-12-2 0,0 12-1 0,0-12 0 0,0 12 0 0,0 0-3 0,0 0 1 0,11 0-7 0,2 0 0 0,11 12 1 0,12 0-1 0,13-12 0 0,0 24 0 0,11-11 0 0,12 23 0 0,13-12 0 0,-13 0 1 0,1 13-1 0,-13-1 0 0,-10-12 1 0,-3-1 1 0,-23-10 0 0,-12-2 1 0,1 2 0 0,-13-13 2 0,0 0 10 0,11 0-16 0,-11-13-1 0,0 13-14 0,0-11-74 0,13-2 26 0</inkml:trace>
  <inkml:trace contextRef="#ctx0" brushRef="#br0">14139 6544 14 0,'0'0'6'0,"0"-12"7"0,0 12 3 0,0 0 0 0,0-12-1 0,0 12-4 0,0 0 0 0,0 0-3 0,0 0-2 0,0 0-5 0,-12 0-1 0,-12 0 1 0,0 12-1 0,-1 0 0 0,-11 0 1 0,0 0 0 0,1-1 0 0,22 2-1 0,13-2 0 0,0-11 1 0,0 13-1 0,24-13 1 0,0 13-1 0,12-1 1 0,0 0-1 0,1-1 0 0,-1 2 0 0,-12-2 0 0,1 2 1 0,-13 11-1 0,0-12 0 0,-12 0 2 0,-12 1 3 0,0-2 2 0,-13 2-1 0,-11-13 0 0,0 0-2 0,0 11 0 0,11-11-2 0,1-11-1 0,-12-2 0 0,36 13-1 0,-11 0-1 0,11-11-25 0,11-2-30 0,-11 13-6 0</inkml:trace>
  <inkml:trace contextRef="#ctx0" brushRef="#br0">14454 6603 8 0,'0'0'0'0,"0"0"15"0,0-11-6 0,0 11 5 0,0-13 0 0,0 13-4 0,0 0 0 0,12 0 2 0,-12 0-2 0,-12 0-3 0,12-11-2 0,-13 11 0 0,2 0 0 0,-14 11-1 0,1-11-1 0,-1 24-1 0,3-11 0 0,9 12-1 0,1-2 0 0,12 1-1 0,0-11 0 0,36 11 2 0,-12-12 0 0,12 0-1 0,13 1 0 0,-13-13-1 0,0 0 0 0,1 0 1 0,-1-13 0 0,-24 1 0 0,0 0 0 0,1-12 0 0,-2-13-1 0,-11-11 1 0,0-12-1 0,0 12 0 0,0-1 1 0,-11 1-1 0,11 12 0 0,0 23 1 0,0 1 0 0,-13 0-1 0,13 12 1 0,0 0 0 0,0 24 0 0,0 0-1 0,0 25 2 0,0-1-2 0,0-23 1 0,13 35 0 0,-13-12 0 0,0-11 0 0,11-2-1 0,-11-11 1 0,0 1 0 0,0-13 0 0,0 1 0 0,0-13 1 0,11-13 10 0,15 1-12 0,-13-13 1 0,11 1-1 0,-13 0 0 0,13 1-1 0,0 11 1 0,-12-1 0 0,0 13 0 0,-12 13 0 0,13-1 0 0,-13 11 0 0,0-10 1 0,11 22-1 0,2-10 0 0,-1 0 0 0,12-14 0 0,0 2 0 0,1-2-1 0,-13 2-1 0,12-13-20 0,0 0-46 0,0-13-4 0</inkml:trace>
  <inkml:trace contextRef="#ctx0" brushRef="#br0">15167 6749 70 0,'0'0'0'0,"-12"0"11"0,24 0 7 0,-12-12-4 0,13 12-9 0,11-12-2 0,0-1-2 0,-12 2 0 0,0-2 1 0,0-11-1 0,-12 13 0 0,0-13 0 0,0 11 1 0,-24-11 0 0,-1 11 1 0,1 13-2 0,0 0 0 0,0 13 1 0,0 11 1 0,11 1-2 0,2 11 0 0,11-12 0 0,0 0 0 0,11 0 0 0,13-11-1 0,13-2 0 0,0 2-7 0,60-2-119 0</inkml:trace>
  <inkml:trace contextRef="#ctx0" brushRef="#br0">15591 6725 67 0,'0'0'0'0,"0"-13"22"0,-13 2-12 0,13-2 9 0,-24 2 0 0,12-2-6 0,-13 2-7 0,14-1-3 0,-37 24-3 0,24-1 1 0,-2 2-1 0,15 11 0 0,0 12 0 0,11-11 0 0,0-1 0 0,11-13 0 0,13 14 0 0,-11-25 0 0,24 12 1 0,-15-12 0 0,2-12-1 0,1 0 1 0,0-25-1 0,-14 13 1 0,2-13 0 0,-1 2-1 0,0-26 1 0,0 1-1 0,-12-13 0 0,0 13 0 0,-12-1 1 0,0 25-1 0,12 11 2 0,-12 14-1 0,-1 11 0 0,13 0 0 0,-11 24-1 0,11 12 1 0,0 13-1 0,11-1 1 0,2 1-1 0,-1 11 0 0,12 0 1 0,0-12 0 0,0 0-2 0,13-23 1 0,-13 0 1 0,0-14-1 0,-11 2 1 0,9-13 0 0,-9 0 1 0,12-24 0 0,-13 11-1 0,1-24 0 0,-2 13 0 0,0-11-1 0,-11 11 0 0,13 11 0 0,-13 13 0 0,0 0-1 0,12 0 1 0,-12 25 0 0,12-13 0 0,0 23 0 0,13-11 0 0,-1 1 0 0,0 11-1 0,0-23 1 0,0-2 0 0,13-11 0 0,-25 0 1 0,12-11-1 0,-24-2 1 0,12-11 0 0,-12-13-1 0,12 26 0 0,-12-26 0 0,13 26 0 0,-2-1 0 0,-11 12 0 0,11 0-1 0,3 12 1 0,-14-1-1 0,12 2 2 0,0 11-1 0,0 0-1 0,1-12 2 0,9 0-2 0,-9 1 2 0,11-13-1 0,-12 0 0 0,13-13 0 0,-14-11 1 0,2 0-1 0,-1-13 0 0,0-11 1 0,-12 0-1 0,0-12 0 0,0 11 0 0,0 1 1 0,0-13-2 0,-12 25 2 0,0 36-1 0,12-13 0 0,-13 13-1 0,13 25 1 0,-11-13 0 0,11 36 0 0,0 1 0 0,0-1 0 0,11 13 1 0,2-2-2 0,11-9 1 0,12-2 0 0,1-12 0 0,11-11 0 0,0-14 1 0,-11 2-1 0,11-13 0 0,-12-13 0 0,2 2 1 0,-16-26-1 0,15 13 0 0,-37-13 1 0,0-11-1 0,-12 11-1 0,-13 14 2 0,3 23-1 0,-4 0 0 0,14 12-1 0,-13 12 1 0,14 13 1 0,11-2-1 0,0-11 0 0,24 0 1 0,13 1 1 0,-2-13-1 0,14-12-1 0,0 0 1 0,-13-12-1 0,12 0-1 0,-24-1-22 0,13-11-119 0</inkml:trace>
  <inkml:trace contextRef="#ctx0" brushRef="#br0">3350 12217 4 0,'0'0'7'0,"0"0"3"0,0 0 2 0,0 0 1 0,0 0-4 0,0 0 27 0,-11 0-29 0,11 0-1 0,0-14-2 0,11 14-1 0,-11-11-2 0,13 11 0 0,-1 0-1 0,0 0 1 0,12-13-1 0,-11 13 0 0,11-11 0 0,11 11 0 0,-9 0-1 0,9-13 1 0,1 2 0 0,13 11-1 0,-13-12 0 0,12 0 1 0,1 12 0 0,11-12 0 0,1 0 0 0,11 0 1 0,-11-2 0 0,-1 14 0 0,1-11-1 0,0 11 0 0,11 0 0 0,0-12 1 0,1 12 0 0,-13-12 0 0,13 12 0 0,-1-12 0 0,13 12-1 0,-24 0 2 0,23 0 0 0,1 0-2 0,0 0 2 0,11 0-1 0,1 0 0 0,12 0-1 0,-11 0 1 0,9 0-1 0,2 0-1 0,1 0 2 0,-14 0 0 0,-11 0-1 0,12 12 1 0,-12-12 0 0,0 0-1 0,-14 12 0 0,2 0-1 0,0-12 0 0,-1 11 0 0,1 3 2 0,-13-14-1 0,1 0 1 0,-1 12-1 0,1-12 3 0,-1 12-1 0,-13-12-1 0,-9 12-1 0,-2-12 1 0,-12 12-1 0,0-12 1 0,-12 0 2 0,-12 0 5 0,14 0-2 0,-28 0 2 0,14-12-6 0,0 12-2 0,-12-12 1 0,0 12 0 0,12-12-1 0,-12 12 1 0,-1-12-1 0,13-2 1 0,-11 14 0 0,11-11 0 0,0 11 4 0,0 0-4 0,24 11 2 0,-12 3 0 0,26-2-1 0,-27-12-1 0,0 12 1 0,2-12-1 0,-13 12 0 0,-24 0-1 0,-25 24-23 0,2-1-94 0</inkml:trace>
  <inkml:trace contextRef="#ctx0" brushRef="#br0">544 11926 5 0,'0'0'8'0,"0"0"42"0,0-12-36 0,0 12-5 0,0-12-4 0,0 0 1 0,0-12 1 0,0 11-1 0,12-23-1 0,-12 0-1 0,0-1-1 0,12-11-2 0,1 0 1 0,-1 0-1 0,-12 24 0 0,12 11-1 0,0 13 1 0,0 0 0 0,0 25-1 0,0-1 0 0,0 23 0 0,1-10 1 0,-2 0 0 0,2-2 0 0,-1 2 0 0,0-25 1 0,1 0 0 0,-2-12-1 0,2-12-1 0,-2-13 0 0,0 1 1 0,2-11-1 0,11-2 0 0,-11 0 0 0,0-10 1 0,-2 23-1 0,-11-14-1 0,11 27-1 0,-11 11 2 0,13 0 0 0,-13 11 0 0,0 27 1 0,0-2-1 0,0 12 1 0,0 1-1 0,0-2 0 0,0 2 1 0,12-13 0 0,0-12-4 0,0 1-6 0,12-13-12 0,1-12-18 0,-1 0-21 0</inkml:trace>
  <inkml:trace contextRef="#ctx0" brushRef="#br0">1233 11733 10 0,'0'0'22'0,"0"-12"3"0,-11 12-4 0,0-12-3 0,-15 12-4 0,2 0-5 0,-11 0-4 0,10 24-3 0,-11-13 0 0,23 26-2 0,-11-1 1 0,24-11 0 0,0 10 0 0,13-22 0 0,35-1-1 0,-36-24 1 0,13-12-1 0,-1 11 1 0,-13 2-1 0,0-2 0 0,-11 1 0 0,0 0-1 0,0 12 1 0,0 0 0 0,13 37 0 0,-13-26-1 0,12 2 2 0,2-2-1 0,-3 2 1 0,0-1 0 0,2-12-1 0,-13-12 1 0,11-12-1 0,2 0 0 0,-1-1 1 0,12 0-1 0,-12 1 0 0,25 13 0 0,11-13 0 0,-36 24 0 0,12 11 0 0,-11 2 0 0,-13 22 1 0,0-22 1 0,0 11 0 0,-24-11-1 0,-1-2 0 0,1 2-1 0,0-13-1 0,-1 0 2 0,13 0-1 0,12 0 0 0,25 0-1 0,-1-13-1 0,12 13 1 0,0-11 2 0,13-14 0 0,11-11-1 0,-36 12 1 0,-12-12-1 0,2-37 3 0,-14 49-1 0,-14 0-1 0,14 0 0 0,-12 11-1 0,12 0 1 0,0 26-1 0,0 0 0 0,0 11 0 0,0 12 0 0,0 0 1 0,0 13-1 0,0-13 0 0,-13-1 0 0,13-10 1 0,0 0-1 0,0-14 5 0,0-11-3 0,0 0-1 0,13 0-1 0,13-24 0 0,-4 0 0 0,3 11 0 0,11-11 2 0,-24 0-3 0,13 13 2 0,-25-1-3 0,0 12 0 0,0 0 1 0,-13 0 1 0,-11 12 0 0,0-1 0 0,12 13 0 0,0 0 0 0,12-11 0 0,0-1 1 0,12 0-1 0,12-12 0 0,12 13 0 0,1-13 1 0,-1-13-2 0,12 1 1 0,1 0 0 0,-13-1 0 0,0 2 0 0,-11-2 0 0,-25 2 0 0,13-2-1 0,-13 13 1 0,-13 0-1 0,-12 0 2 0,0 0-2 0,3 0 2 0,9 13-2 0,1-2 1 0,0 13 0 0,12-11-2 0,0-1 3 0,37 13-2 0,-15-14 1 0,28-11-2 0,-2 13 2 0,12-13 0 0,1-13 0 0,-13 2 0 0,1-2 1 0,-25-11-1 0,1 11 0 0,-25 2 1 0,0-13-2 0,-13 24 1 0,-11-13 0 0,-13 13 0 0,13 13 0 0,0-2 0 0,0 13-1 0,12-11 0 0,0 11 1 0,12 0 0 0,12-11 0 0,0-2 1 0,12-11 0 0,13 0-2 0,-1 0 2 0,-12-35 0 0,36-26 1 0,-36 13-2 0,2-13 0 0,-26 13 1 0,0-13-2 0,0 25 2 0,-13 0-2 0,13 11 2 0,0 1-2 0,-13 12 0 0,1 0 0 0,12 24 1 0,0 24 3 0,-12 1 0 0,12 10 1 0,0 15-1 0,24 35 0 0,13-38-2 0,11-35-1 0,-12-11-2 0,13-13-25 0,-25 0-72 0</inkml:trace>
  <inkml:trace contextRef="#ctx0" brushRef="#br0">1150 12144 72 0,'0'0'0'0,"0"0"18"0,0 0-16 0,-13-12 2 0,13 24 9 0,-11-1-2 0,11 13-5 0,0 14-1 0,-13 9 0 0,1 14-1 0,12-24-2 0,0 47 15 0,0-59-10 0,25-14-1 0,-1 2-1 0,23-13-2 0,-11-13-1 0,13 2-2 0,12-2 0 0,-13 1-3 0,37 12-30 0,-61 0-42 0,-11 0 25 0</inkml:trace>
  <inkml:trace contextRef="#ctx0" brushRef="#br0">1598 12555 66 0,'0'0'9'0,"0"0"8"0,0-12 0 0,0 0 5 0,0 0-9 0,0-12-7 0,11 0-3 0,-11-1-1 0,11-11 0 0,2-1 0 0,-1-11-2 0,12 11 1 0,-12-11 0 0,0 11 0 0,13 13 0 0,-13 0-1 0,0 13 0 0,0 11 1 0,0 11-1 0,-12 13 1 0,12 14-1 0,-12-2 0 0,12-1 0 0,-12 2 1 0,12 0-1 0,1-13 2 0,-13-13 1 0,11 2-1 0,26-26-1 0,-13-11 0 0,0-11-2 0,0-2 1 0,0 0 0 0,2-10 0 0,-4-2-1 0,15-35 2 0,-13 70-2 0,-12-9 1 0,0 23 0 0,-12 12 2 0,13 25-1 0,-1-1 0 0,-12 11-1 0,12 14 1 0,-12 0 0 0,12-13-2 0,0 13 2 0,0-25-2 0,0-11-10 0,0-14-101 0</inkml:trace>
  <inkml:trace contextRef="#ctx0" brushRef="#br0">3544 6712 19 0,'0'0'9'0,"0"-24"0"0,0 13-5 0,0-2 2 0,0 2 2 0,-13-1 0 0,13 12 0 0,-11 0-4 0,11 0-1 0,-24 23 0 0,-2 14 1 0,15 24-1 0,-13 11 0 0,13 13 0 0,-2 24-1 0,1 0 1 0,24-1-1 0,1-11 1 0,22-12 1 0,2-26 3 0,-13-21 4 0,0-26 2 0,0 0-3 0,-12 0-4 0,-12-12-2 0,12 0-2 0,-12 0-1 0,0 12-10 0,-12 0-106 0</inkml:trace>
  <inkml:trace contextRef="#ctx0" brushRef="#br0">641 6338 24 0,'0'0'6'0,"0"0"4"0,0-12 0 0,0 12 7 0,0-12-2 0,-12 12-5 0,0-13-5 0,-12 13-1 0,-1 0 0 0,-11 0 0 0,12 13-2 0,-12-1-2 0,12 0 0 0,11 25 0 0,1-26-1 0,12 14 0 0,12-1 1 0,25 0-1 0,-13-13 0 0,24 27 1 0,1-26 0 0,-13 24 1 0,0-24-1 0,-23 23 2 0,-2-22 2 0,-11 12 3 0,0-2 2 0,-24-10-2 0,0-2-1 0,-12-11-3 0,-13 13 0 0,13-13-2 0,-1 0-2 0,15 0-4 0,-4-13-19 0,14 2-38 0,12 11 12 0</inkml:trace>
  <inkml:trace contextRef="#ctx0" brushRef="#br0">883 6301 10 0,'0'0'8'0,"0"0"-1"0,0-11 1 0,0 11 8 0,0-13-1 0,0 13-9 0,-13 0-3 0,13 0 4 0,0 24 1 0,-11-11 0 0,11 23-1 0,0 0-2 0,0 13-2 0,0-1-1 0,0-11 0 0,11-1-1 0,-11 0-2 0,0-12-6 0,13-11-27 0,-13-1-10 0,0 0 20 0</inkml:trace>
  <inkml:trace contextRef="#ctx0" brushRef="#br0">1016 6435 16 0,'0'0'0'0,"0"0"6"0,0 0 1 0,0 0 7 0,-12-12-2 0,12 12-7 0,0 12 6 0,0 0-7 0,0 11 0 0,12 3-1 0,0-2-2 0,1 12 1 0,-2-13 0 0,2-10 1 0,11-2 1 0,-12 2 0 0,13-13-1 0,-1 0 0 0,-13-24-1 0,13 11 0 0,-24-10 0 0,12-1-1 0,-12 0 0 0,0-1-1 0,0 1 1 0,0 0-1 0,0 24 0 0,0 0 0 0,14 0 4 0,-14 12-2 0,11 37 3 0,24 11-1 0,-10-37-2 0,-13 1 0 0,37 2-21 0,-25-26-33 0,-12 0 2 0</inkml:trace>
  <inkml:trace contextRef="#ctx0" brushRef="#br0">1500 6459 36 0,'0'0'3'0,"0"0"2"0,-12-12 5 0,12 12 9 0,0-12 1 0,0 12-6 0,0 12-9 0,0 11 4 0,12 63 2 0,1-74-9 0,-13 23-1 0,11-22-1 0,0 0-10 0,2-1-23 0,-2-12-18 0,2 0 16 0</inkml:trace>
  <inkml:trace contextRef="#ctx0" brushRef="#br0">1548 6229 60 0,'-13'0'16'0,"2"0"-7"0,11-13-7 0,-11 13-2 0,-2 0-2 0,13 13-17 0,13 0-38 0</inkml:trace>
  <inkml:trace contextRef="#ctx0" brushRef="#br0">1887 6483 63 0,'-12'0'19'0,"12"-13"-14"0,-12 2 3 0,0-1 3 0,-2 0-1 0,3 0-7 0,0 12-4 0,-38 24 6 0,37-12-2 0,12 25-1 0,-12-1 1 0,12 0 0 0,0-1 0 0,12-9 0 0,12-2 1 0,0-13-2 0,25 13 1 0,0-24-1 0,-2 0-1 0,13 0 0 0,-11-24 0 0,0 1 1 0,-13-15-2 0,-12 3 0 0,-12-1-1 0,-12 12 0 0,-12-14 0 0,-12 38 1 0,-12-11 3 0,-1 11 0 0,13 24 1 0,0 1 1 0,11 11 0 0,13-1 2 0,13 2-1 0,11 0 0 0,24-26-2 0,13 2-2 0,12-2-5 0,60-11-24 0,-49-11-83 0,-60-2 64 0</inkml:trace>
  <inkml:trace contextRef="#ctx0" brushRef="#br0">508 7064 21 0,'0'0'0'0,"-12"0"10"0,-1 0-6 0,2 0 5 0,0 0 1 0,-2 11-1 0,13 26-2 0,0-12-2 0,0 11-1 0,0-1 2 0,13 2 2 0,-13-24 0 0,11 11 1 0,-11 0 15 0,11-24-19 0,-11 0-2 0,13-24-2 0,-13 11 0 0,12-11-1 0,36-48 0 0,-23 36 0 0,-1 11-1 0,0 1 1 0,0 11-1 0,-12 2 2 0,1 11-1 0,-13 11 1 0,11 13 0 0,-11 0 0 0,13 13 0 0,-1-13 0 0,0 0 0 0,12 0 0 0,0-11 1 0,24 0 0 0,-22-13 0 0,21 0 0 0,-11-13-1 0,1-11 0 0,-13 0 1 0,-12 11-1 0,0-11 1 0,-12 1 1 0,-24-26-4 0,12 49 1 0,-13-13 0 0,1 13-1 0,0 13-1 0,12-2 2 0,0 13 1 0,12 2 1 0,12 9-1 0,12-11 0 0,0 0-1 0,13-11 0 0,-1 0 1 0,-11-2 0 0,23-11 1 0,0-24-1 0,-24 0 0 0,-13 0-1 0,14-24 4 0,-11 11-4 0,-3-11 0 0,0 0-1 0,-11-13 2 0,0 13-2 0,0 11 2 0,0 1-2 0,0 12 1 0,0 11 0 0,0 13 1 0,0 25 0 0,0-13 0 0,0 36 1 0,13-11-1 0,-13 11 0 0,24 37-4 0,-12-49 3 0,0-12-7 0,0 13-62 0,-12-26 6 0,0-11 35 0</inkml:trace>
  <inkml:trace contextRef="#ctx0" brushRef="#br0">1137 7052 40 0,'0'0'3'0,"0"0"0"0,0 0 2 0,13-12 11 0,9 12 0 0,-9-12-3 0,24 12-5 0,-13 0 1 0,0 0 3 0,0 0-3 0,0 0-1 0,1 0-1 0,-13 0-1 0,0 0 0 0,-12 0-1 0,12 12-1 0,-12-12-1 0,0 12 0 0,0 0-4 0,0 12 1 0,12-13 1 0,-12 27-1 0,12-26 2 0,0 12 0 0,1-13 0 0,11 2 0 0,-12-2-1 0,12-11 2 0,1 0-2 0,-14-11 0 0,0-13-1 0,13 11 0 0,-11 2 0 0,-13-1 1 0,12-2-2 0,-12 3 0 0,0 11 0 0,0 0 0 0,14 25 3 0,-14-13-2 0,0 12 1 0,11-13-2 0,0 13 1 0,14-24 1 0,-13 13 0 0,0-13 1 0,0 0-1 0,0 0 0 0,0-24 0 0,-12 11-1 0,13 2 0 0,-13-13 0 0,12-2 1 0,-12 15-1 0,24-13-1 0,-12 24 1 0,12-13-1 0,1 2 1 0,-3-1 0 0,16 12-1 0,-26 0 0 0,1 0 2 0,-13 12-1 0,0-1-1 0,0 2 2 0,-13 11-1 0,13-13 0 0,0 3 0 0,-12-2 0 0,24-1 1 0,1 2-1 0,9-2 1 0,-9-11-1 0,24 0 0 0,-24-11 1 0,9 11-1 0,3-13 1 0,-25 2-1 0,0-1-1 0,0-13 0 0,0 12 0 0,-25 2-1 0,14-2 2 0,-13-10 0 0,11 23-1 0,1-12-2 0,0 12 1 0,12-12 1 0,12 12-1 0,0 0 2 0,14 0-1 0,-4 12 1 0,15 0-1 0,-13 0 0 0,0-1 0 0,1 13 0 0,-1 0 2 0,-12 2-1 0,-12-15 0 0,12 13 1 0,-12-24 3 0,-12 13-1 0,12-13-1 0,-12 0 1 0,12-24-2 0,-12 11 1 0,12-10-1 0,0-2 0 0,0-12-2 0,0 26 0 0,24-13-2 0,-12 12-6 0,25 0-16 0,-26 12-25 0,26 12-13 0,-37-12 32 0</inkml:trace>
  <inkml:trace contextRef="#ctx0" brushRef="#br0">2419 6967 43 0,'0'0'0'0,"0"-24"14"0,-12-49 8 0,12 49-4 0,0 0-1 0,0-1-5 0,0 14-6 0,0 11-5 0,0 0 4 0,0 24 1 0,0 0 0 0,0 12-1 0,0 13 0 0,0 11-1 0,12 60-2 0,-12-70-1 0,12 22 7 0,-12-72 0 0,-12 11-3 0,12-22 4 0,0-2-9 0,0 2 0 0,12-26 0 0,0 14-1 0,12-15 2 0,13 14-2 0,-13-11 0 0,0 11 0 0,13-2 1 0,-26 15 0 0,-11-1 0 0,0 0 1 0,0 12-2 0,-11 12 1 0,-2 0 0 0,-11-1 0 0,12 15 0 0,-12-2 0 0,12 0 0 0,12 0-1 0,-12 25 1 0,24-37 0 0,0 12 1 0,0-13-1 0,12-11 1 0,-12 0 0 0,13 0-1 0,-1 0 0 0,12-24 1 0,0 1-1 0,14-15 2 0,-4 3-2 0,3-1 0 0,0-2 1 0,-25-9-1 0,-12 23 1 0,-12 12 0 0,0 0 1 0,0 12-1 0,-12 0 0 0,0 12 0 0,0 12-1 0,12 0 1 0,0 11-1 0,0-9 0 0,24 10 1 0,-12-13-1 0,12 1-1 0,-12 14 2 0,-12-26 0 0,0-1 2 0,-12-11 0 0,-12 13-1 0,-12-13 0 0,-1-13-2 0,13 2-1 0,-13-1-6 0,26-2-158 0</inkml:trace>
</inkml:ink>
</file>

<file path=ppt/ink/ink17.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4-02-15T07:17:36"/>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20476 15107 1 0,'0'-12'36'0,"0"12"-28"0,0 0 0 0,13 0 3 0,-13 0-7 0,12 0-1 0,85-12 12 0,-61 12-12 0,13 0 0 0,-1 0-1 0,13 0 0 0,-1 0-1 0,14 0-1 0,-15 0 1 0,14 12 0 0,-13-12 0 0,157 12 1 0,-143-12-2 0,-2 0 1 0,73 0 0 0,-108 0 1 0,0-12 0 0,-26 12 1 0,0 0 1 0,-11 0 0 0,0 0 0 0,13-12-2 0,-13 12 1 0,0-12-3 0,0 12 1 0,-13-12 0 0,13 12-1 0,-35-24 1 0,24 12-1 0,-15-1 0 0,-9 1 0 0,22 12 0 0,-11-12 1 0,12 0-1 0,0 12 0 0,12-12 1 0,0 12-1 0,12 12 1 0,12-12-1 0,1 12 1 0,-3 0 0 0,17 0-1 0,-15 1 1 0,35 11 0 0,-35-12-1 0,-11 0 1 0,11-12 0 0,-24 12 0 0,0-12 0 0,0 0-1 0,0 0 2 0,0 0-1 0,-13 12 0 0,2 0-1 0,-2-1 0 0,1 3 0 0,-12 10 0 0,-36 36 1 0,36-49-1 0,11 2 0 0,-11-2 0 0,24-11 1 0,-11 0-1 0,11 0 2 0,0 0-1 0,-13-11 1 0,1-2-1 0,12 2 0 0,0-13-1 0,-12 0 2 0,12 0-1 0,0-49 2 0,0 37-2 0,0 24 0 0,0 12-1 0,0 12-5 0,-36 60-93 0</inkml:trace>
  <inkml:trace contextRef="#ctx0" brushRef="#br0">23622 13922 4 0,'0'-24'31'0,"0"24"-22"0,0 0-1 0,0 0-7 0,0 11 2 0,0 2-1 0,0-1 0 0,11 0 0 0,-11 0 1 0,49-24 10 0,-13-12-10 0,13 11 0 0,0-22 1 0,11-2 1 0,-1 0 0 0,-20 13-3 0,-15 24-1 0,-13-11 0 0,-11 22-2 0,0 2-12 0,-11 22-58 0</inkml:trace>
  <inkml:trace contextRef="#ctx0" brushRef="#br0">27722 13874 17 0,'0'-13'4'0,"0"-11"8"0,0 24-4 0,0 0-2 0,0 0 2 0,0 24-3 0,24 37 9 0,1-49-6 0,-13-12 0 0,25-12-1 0,-2-12-2 0,15 0 0 0,-28-13-1 0,63-11-4 0,-72 48-44 0,-1 0-3 0</inkml:trace>
  <inkml:trace contextRef="#ctx0" brushRef="#br0">31749 13874 24 0,'13'-13'14'0,"-13"1"-6"0,0 12-3 0,11-12-2 0,2 12 0 0,-13 12-1 0,0 0-1 0,0 12 0 0,12 0 4 0,-12-11 4 0,109-37 14 0,-48 0-22 0,-13-1-16 0,-13 13-53 0</inkml:trace>
  <inkml:trace contextRef="#ctx0" brushRef="#br0">32718 12059 17 0,'0'0'4'0,"0"0"0"0,-12 0 3 0,12-12-6 0,0 12 0 0,0 0 3 0,0 0 0 0,0 0 0 0,12 0 0 0,-12 0 1 0,0 0 2 0,0 0 11 0,0-12-17 0,0 12-1 0,0 0 0 0,0 0 2 0,0 0 1 0,0-12-3 0,0 12 0 0,0 0 10 0,0 12-9 0,0-12-6 0,0 0-60 0</inkml:trace>
  <inkml:trace contextRef="#ctx0" brushRef="#br0">23840 6762 0 0,'0'0'1'0,"-12"0"2"0,12 0-1 0,0 0 18 0,0 0-11 0,0-13-8 0,0 13 0 0,12 0-1 0,-12 0 1 0,0 0-1 0,0 0 1 0,12 0-1 0,-12-12 1 0,12 12-1 0,12 0 1 0,-12 0-1 0,1-12 0 0,-13 12 0 0,11 0 1 0,0 0-1 0,-11-13 1 0,14 13-1 0,-2 0 1 0,1-11-1 0,11 11 0 0,-2 0 0 0,15-13 0 0,-24 13 0 0,-2 0 1 0,13 0-1 0,1 0 0 0,-13-11 0 0,12 11 0 0,73-13 0 0,-73 13 0 0,0 0 0 0,13-11 1 0,-24 11-1 0,9 0 0 0,2-12 1 0,1 12-1 0,-13-12 0 0,25-1 1 0,35 0 0 0,-35 13-1 0,11 0 1 0,-12-11-1 0,13 11 1 0,-13 0-1 0,-1-13 0 0,4 13 0 0,-4 0 1 0,13 0-1 0,-12-11 1 0,37-1-1 0,-37 12 1 0,1 0 0 0,11-12 0 0,-12 12 0 0,73-12 2 0,-85 0-3 0,13 12 1 0,11 0 0 0,25-12 0 0,-37 12 0 0,-1 0 0 0,2 0-1 0,0 0 1 0,-1 0-1 0,0-12 1 0,1 12 0 0,11 0-1 0,1 0 1 0,-13-13 0 0,13 13 0 0,-14 0 0 0,15 0 0 0,45 0 0 0,-58 0 0 0,-13 0-1 0,24 0 0 0,-11 13 1 0,11-13-1 0,0 0 0 0,24 0 1 0,-23 0-1 0,-13 0 0 0,1 0 0 0,12 0 0 0,-13 0 0 0,0 0 0 0,1 0 0 0,-2 12 0 0,2-12 0 0,11 0 0 0,-12 0 1 0,1 0-1 0,11 12 0 0,-11-12 1 0,11 0-1 0,-11 0 0 0,9 0 0 0,-7 12 1 0,-4-12-1 0,1 12 0 0,0 0-1 0,1-12 2 0,23 12-2 0,-11-1 1 0,-13-11 0 0,12 13 0 0,-11-13 0 0,-2 0 0 0,63 24 1 0,-62-24-1 0,-12 13 0 0,0-1 0 0,0 0 0 0,13-12 0 0,-25 11 0 0,0-11 0 0,-12 0 1 0,0 0 0 0,0 0-1 0,13 0 0 0,-2 13 0 0,-11-13 0 0,0 0 0 0,0 0 6 0,-11 0-1 0,-14 0-5 0,1-13 0 0,-12 13 1 0,-13 0-1 0,13-11 0 0,-13 11 0 0,-12 0 0 0,1 0 1 0,-12-12-1 0,12 12 1 0,-25 0-1 0,12-12 0 0,1 12 1 0,-13 0-1 0,0 0 0 0,1-13 0 0,-1 13 0 0,-11 0 0 0,11 0 1 0,0 0 0 0,0 0-1 0,0 0 0 0,-253 0-1 0,253-13 1 0,13 13-1 0,-13 0 1 0,0 0 0 0,14 0-1 0,-14 0 1 0,11 0-1 0,-10 0 1 0,23 0-1 0,-11 0 1 0,-2 0-1 0,15 0 0 0,-14 0 1 0,13 0 0 0,-1 0 0 0,12 0-1 0,-12 0 1 0,26 0 0 0,-26 13 0 0,26-13 0 0,-14 0 0 0,0 0 0 0,1 0 0 0,-1 13 0 0,13-13 0 0,-48 12-1 0,36 0 1 0,-1-12 0 0,-12 11 0 0,13-11 0 0,24 0 0 0,-13 0 0 0,-11 13 0 0,24-13 0 0,0 11 0 0,0-11 0 0,-2 13 0 0,4-2 0 0,9-11 0 0,1 0 0 0,-24 13 0 0,36-13 0 0,0 0 0 0,0 0-2 0,12 0 2 0,24 0 0 0,-12 0 0 0,26 0 0 0,-4-13 0 0,100-11-1 0,-73 13 1 0,24-2 1 0,-13 2-1 0,1-1 1 0,12 12-1 0,12-12 0 0,-1-1 1 0,13-11-2 0,11 11 2 0,16 2 1 0,-16-25 0 0,1 24-1 0,-37 12 0 0,-35-12-1 0,-37 12 0 0,-12 0 0 0,-12 0 0 0,0 0 1 0,0 0-1 0,0 0 0 0,-24-12-1 0,-1 12 1 0,14 0 0 0,0 0-2 0,-2 12-3 0,0 0-29 0,13 0 25 0,0-12-19 0</inkml:trace>
  <inkml:trace contextRef="#ctx0" brushRef="#br0">26368 5419 6 0,'0'0'13'0,"0"0"-2"0,-11 0-6 0,11-12-3 0,0 12 0 0,0 0-2 0,0-12 0 0,11 0 0 0,-11-1 0 0,24 2-1 0,-24-2 0 0,11 1-1 0,2 0 1 0,-1 0 0 0,-12 0-1 0,0 12-1 0,0 12-1 0,12 0 0 0,-12 0 3 0,0-12 1 0,0 25 0 0,-12-25 0 0,24 11 0 0,-24-11 0 0,12 13-1 0,0-13 0 0,0 12 0 0,12-12 1 0,-12 0 1 0,61-25 0 0,-25-11-2 0,12-13-14 0</inkml:trace>
  <inkml:trace contextRef="#ctx0" brushRef="#br0">26598 5056 8 0,'-13'-36'21'0,"2"0"-12"0,-2 10-4 0,13 3 1 0,-12-1 4 0,12 12 4 0,0 12-4 0,-12 85 1 0,36-37-9 0,-11-13-1 0,23-11 0 0,0-24 2 0,1-11 2 0,24-37 1 0,10-37 0 0,14-12 0 0,24-23 0 0,-13 11-1 0,1 12-2 0,-24 24-2 0,11 13-5 0,-84 96-78 0,-11-25 44 0</inkml:trace>
  <inkml:trace contextRef="#ctx0" brushRef="#br0">28496 6664 25 0,'0'0'0'0,"0"0"7"0,-12 0 0 0,0-11-2 0,12-1-3 0,12 0 0 0,0-1 0 0,1 13-1 0,23-24 1 0,13 0 0 0,180-48 3 0,-144 59-4 0,36 0-1 0,24-22 0 0,25 11 1 0,10-12-1 0,14 23 0 0,-13 13-1 0,170 0 4 0,-121 13 0 0,-120-2 0 0,10 2 2 0,-23-1 2 0,60 0 0 0,-37 12-4 0,-10-12-1 0,-14 12 0 0,-24 1 0 0,-11-13 1 0,-13 0-1 0,1 0-1 0,-25 0-1 0,1-12 3 0,-13 0-20 0</inkml:trace>
  <inkml:trace contextRef="#ctx0" brushRef="#br0">30722 4875 28 0,'0'0'0'0,"0"-25"9"0,0 25-3 0,0 0-4 0,0 25 2 0,0 167 4 0,24-179-6 0,0-13 4 0,0-13 4 0,13-11-2 0,11-23-2 0,13-2 1 0,-2-11 1 0,15-1 0 0,10 0-2 0,-11 26-5 0,-13-2 0 0,-23 37-2 0,-2 0-19 0,-11 37-61 0</inkml:trace>
  <inkml:trace contextRef="#ctx0" brushRef="#br0">17019 15869 6 0,'-13'0'6'0,"2"0"-1"0,11 0 1 0,0-13 0 0,0 13-1 0,11-11 2 0,49-13 11 0,-22 11-10 0,9-10 0 0,26-2-1 0,11 1-2 0,14-12 0 0,-15 0-2 0,2 24-2 0,-12-13 0 0,-25 12 0 0,-23 2-1 0,-1-1 2 0,-24 12 0 0,0 0 1 0,-12-12-1 0,0 0-1 0,-13 12-1 0,-11-12 1 0,-12 12-1 0,-1 0 1 0,13 0-1 0,12 0 0 0,0 0 0 0,13 0 0 0,-3 0 0 0,14 0 0 0,14 0-1 0,-3 0 2 0,37-12 0 0,0 12-1 0,1-13 1 0,60 13 1 0,-97 0-2 0,0 13 1 0,-12-1 2 0,0 12 1 0,0 0 1 0,-24 0-2 0,0 13-1 0,11-13-1 0,-11 0-1 0,0 0 1 0,12-13 0 0,-12 2 0 0,12 0 0 0,-1-1-1 0,1 0 4 0,0-12 0 0,12 0 0 0,-12-12 0 0,12 0-2 0,-24-38 3 0,11 27-4 0,2-13 0 0,-2 12 0 0,13-2 0 0,0 3-1 0,0 23 0 0,0 0-5 0,0 23-25 0,37 39-81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4DF259-98E0-4652-8540-AF6BBE44BBCF}"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610A94-E363-45F2-BDB2-3B2DA585C48A}"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9D16F8B-C1BF-4A55-91D4-7BC4F121A8BD}"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8"/>
        <p:cNvGrpSpPr/>
        <p:nvPr/>
      </p:nvGrpSpPr>
      <p:grpSpPr>
        <a:xfrm>
          <a:off x="0" y="0"/>
          <a:ext cx="0" cy="0"/>
          <a:chOff x="0" y="0"/>
          <a:chExt cx="0" cy="0"/>
        </a:xfrm>
      </p:grpSpPr>
      <p:sp>
        <p:nvSpPr>
          <p:cNvPr id="359" name="Google Shape;359;g23935baca74_0_3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23935baca74_0_3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8"/>
        <p:cNvGrpSpPr/>
        <p:nvPr/>
      </p:nvGrpSpPr>
      <p:grpSpPr>
        <a:xfrm>
          <a:off x="0" y="0"/>
          <a:ext cx="0" cy="0"/>
          <a:chOff x="0" y="0"/>
          <a:chExt cx="0" cy="0"/>
        </a:xfrm>
      </p:grpSpPr>
      <p:sp>
        <p:nvSpPr>
          <p:cNvPr id="359" name="Google Shape;359;g23935baca74_0_3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23935baca74_0_3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10661" y="0"/>
            <a:ext cx="11570677" cy="844061"/>
          </a:xfrm>
        </p:spPr>
        <p:txBody>
          <a:bodyPr>
            <a:normAutofit/>
          </a:bodyPr>
          <a:lstStyle>
            <a:lvl1pPr>
              <a:defRPr sz="5400" b="0">
                <a:solidFill>
                  <a:schemeClr val="accent1"/>
                </a:solidFill>
              </a:defRPr>
            </a:lvl1pPr>
          </a:lstStyle>
          <a:p>
            <a:r>
              <a:rPr lang="en-US"/>
              <a:t>Click to edit Master title style</a:t>
            </a:r>
            <a:endParaRPr lang="en-US"/>
          </a:p>
        </p:txBody>
      </p:sp>
      <p:sp>
        <p:nvSpPr>
          <p:cNvPr id="3" name="Content Placeholder 2"/>
          <p:cNvSpPr>
            <a:spLocks noGrp="1"/>
          </p:cNvSpPr>
          <p:nvPr>
            <p:ph idx="1"/>
          </p:nvPr>
        </p:nvSpPr>
        <p:spPr>
          <a:xfrm>
            <a:off x="310661" y="844062"/>
            <a:ext cx="11570677" cy="5648324"/>
          </a:xfrm>
        </p:spPr>
        <p:txBody>
          <a:bodyPr>
            <a:normAutofit/>
          </a:bodyPr>
          <a:lstStyle>
            <a:lvl1pPr>
              <a:buClr>
                <a:srgbClr val="FF0000"/>
              </a:buClr>
              <a:defRPr sz="4400"/>
            </a:lvl1pPr>
            <a:lvl2pPr marL="685800" indent="-228600">
              <a:buClr>
                <a:schemeClr val="accent6">
                  <a:lumMod val="75000"/>
                </a:schemeClr>
              </a:buClr>
              <a:buFont typeface="Arial" panose="020B0604020202020204" pitchFamily="34" charset="0"/>
              <a:buChar char="•"/>
              <a:defRPr sz="4000"/>
            </a:lvl2pPr>
            <a:lvl3pPr>
              <a:defRPr sz="3600"/>
            </a:lvl3pPr>
            <a:lvl4pPr>
              <a:defRPr sz="3200"/>
            </a:lvl4pPr>
            <a:lvl5pPr>
              <a:defRPr sz="32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b="0">
                <a:solidFill>
                  <a:schemeClr val="accent1"/>
                </a:solidFill>
                <a:effectLst>
                  <a:outerShdw blurRad="50800" dist="38100" dir="8100000" algn="tr" rotWithShape="0">
                    <a:prstClr val="black">
                      <a:alpha val="40000"/>
                    </a:prstClr>
                  </a:outerShdw>
                </a:effectLst>
              </a:defRPr>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4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71096" y="0"/>
            <a:ext cx="11649808" cy="835268"/>
          </a:xfrm>
        </p:spPr>
        <p:txBody>
          <a:bodyPr>
            <a:normAutofit/>
          </a:bodyPr>
          <a:lstStyle>
            <a:lvl1pPr>
              <a:defRPr sz="5400" b="0">
                <a:solidFill>
                  <a:schemeClr val="accent1"/>
                </a:solidFill>
              </a:defRPr>
            </a:lvl1pPr>
          </a:lstStyle>
          <a:p>
            <a:r>
              <a:rPr lang="en-US"/>
              <a:t>Click to edit Master title style</a:t>
            </a:r>
            <a:endParaRPr lang="en-US"/>
          </a:p>
        </p:txBody>
      </p:sp>
      <p:sp>
        <p:nvSpPr>
          <p:cNvPr id="3" name="Content Placeholder 2"/>
          <p:cNvSpPr>
            <a:spLocks noGrp="1"/>
          </p:cNvSpPr>
          <p:nvPr>
            <p:ph sz="half" idx="1"/>
          </p:nvPr>
        </p:nvSpPr>
        <p:spPr>
          <a:xfrm>
            <a:off x="271096" y="835268"/>
            <a:ext cx="5824904" cy="5646248"/>
          </a:xfrm>
        </p:spPr>
        <p:txBody>
          <a:bodyPr>
            <a:normAutofit/>
          </a:bodyPr>
          <a:lstStyle>
            <a:lvl1pPr>
              <a:defRPr sz="4000"/>
            </a:lvl1pPr>
            <a:lvl2pPr>
              <a:defRPr sz="3600"/>
            </a:lvl2pPr>
            <a:lvl3pPr>
              <a:defRPr sz="3200"/>
            </a:lvl3pPr>
            <a:lvl4pPr>
              <a:defRPr sz="2800"/>
            </a:lvl4pPr>
            <a:lvl5pPr>
              <a:defRPr sz="28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096000" y="835268"/>
            <a:ext cx="5824904" cy="5646248"/>
          </a:xfrm>
        </p:spPr>
        <p:txBody>
          <a:bodyPr>
            <a:normAutofit/>
          </a:bodyPr>
          <a:lstStyle>
            <a:lvl1pPr>
              <a:defRPr sz="4000"/>
            </a:lvl1pPr>
            <a:lvl2pPr>
              <a:defRPr sz="3600"/>
            </a:lvl2pPr>
            <a:lvl3pPr>
              <a:defRPr sz="3200"/>
            </a:lvl3pPr>
            <a:lvl4pPr>
              <a:defRPr sz="2800"/>
            </a:lvl4pPr>
            <a:lvl5pPr>
              <a:defRPr sz="28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lvl1pPr>
          </a:lstStyle>
          <a:p>
            <a:r>
              <a:rPr lang="en-US"/>
              <a:t>Click to edit Master title style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noAutofit/>
          </a:bodyPr>
          <a:lstStyle>
            <a:lvl1pPr>
              <a:defRPr sz="4000" b="0"/>
            </a:lvl1pPr>
          </a:lstStyle>
          <a:p>
            <a:r>
              <a:rPr lang="en-US"/>
              <a:t>Click to edit Master title style</a:t>
            </a:r>
            <a:endParaRPr lang="en-US"/>
          </a:p>
        </p:txBody>
      </p:sp>
      <p:sp>
        <p:nvSpPr>
          <p:cNvPr id="3" name="Content Placeholder 2"/>
          <p:cNvSpPr>
            <a:spLocks noGrp="1"/>
          </p:cNvSpPr>
          <p:nvPr>
            <p:ph idx="1"/>
          </p:nvPr>
        </p:nvSpPr>
        <p:spPr>
          <a:xfrm>
            <a:off x="5183188" y="457201"/>
            <a:ext cx="6172200" cy="5403850"/>
          </a:xfrm>
        </p:spPr>
        <p:txBody>
          <a:bodyPr>
            <a:normAutofit/>
          </a:bodyPr>
          <a:lstStyle>
            <a:lvl1pPr>
              <a:defRPr sz="4400"/>
            </a:lvl1pPr>
            <a:lvl2pPr>
              <a:defRPr sz="4000"/>
            </a:lvl2pPr>
            <a:lvl3pPr>
              <a:defRPr sz="3600"/>
            </a:lvl3pPr>
            <a:lvl4pPr>
              <a:defRPr sz="3200"/>
            </a:lvl4pPr>
            <a:lvl5pPr>
              <a:defRPr sz="32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lvl1p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lvl1pPr>
              <a:defRPr b="0"/>
            </a:lvl1pPr>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 matchingName="Title and body">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110800" y="85367"/>
            <a:ext cx="11360800" cy="943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9900"/>
              </a:buClr>
              <a:buSzPts val="3600"/>
              <a:buFont typeface="Nunito"/>
              <a:buNone/>
              <a:defRPr>
                <a:solidFill>
                  <a:srgbClr val="009900"/>
                </a:solidFill>
                <a:latin typeface="Nunito"/>
                <a:ea typeface="Nunito"/>
                <a:cs typeface="Nunito"/>
                <a:sym typeface="Nunito"/>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8" name="Google Shape;18;p4"/>
          <p:cNvSpPr txBox="1">
            <a:spLocks noGrp="1"/>
          </p:cNvSpPr>
          <p:nvPr>
            <p:ph type="body" idx="1"/>
          </p:nvPr>
        </p:nvSpPr>
        <p:spPr>
          <a:xfrm>
            <a:off x="110800" y="977233"/>
            <a:ext cx="11967200" cy="4935600"/>
          </a:xfrm>
          <a:prstGeom prst="rect">
            <a:avLst/>
          </a:prstGeom>
        </p:spPr>
        <p:txBody>
          <a:bodyPr spcFirstLastPara="1" wrap="square" lIns="91425" tIns="91425" rIns="91425" bIns="91425" anchor="t" anchorCtr="0">
            <a:normAutofit/>
          </a:bodyPr>
          <a:lstStyle>
            <a:lvl1pPr marL="609600" lvl="0" indent="-457200">
              <a:spcBef>
                <a:spcPts val="0"/>
              </a:spcBef>
              <a:spcAft>
                <a:spcPts val="0"/>
              </a:spcAft>
              <a:buClr>
                <a:srgbClr val="0000FF"/>
              </a:buClr>
              <a:buSzPts val="1800"/>
              <a:buFont typeface="Nunito"/>
              <a:buChar char="●"/>
              <a:defRPr>
                <a:solidFill>
                  <a:srgbClr val="0000FF"/>
                </a:solidFill>
                <a:latin typeface="Nunito"/>
                <a:ea typeface="Nunito"/>
                <a:cs typeface="Nunito"/>
                <a:sym typeface="Nunito"/>
              </a:defRPr>
            </a:lvl1pPr>
            <a:lvl2pPr marL="1219200" lvl="1" indent="-457200">
              <a:spcBef>
                <a:spcPts val="0"/>
              </a:spcBef>
              <a:spcAft>
                <a:spcPts val="0"/>
              </a:spcAft>
              <a:buClr>
                <a:srgbClr val="0000FF"/>
              </a:buClr>
              <a:buSzPts val="1800"/>
              <a:buFont typeface="Nunito"/>
              <a:buChar char="○"/>
              <a:defRPr sz="2400">
                <a:solidFill>
                  <a:srgbClr val="0000FF"/>
                </a:solidFill>
                <a:latin typeface="Nunito"/>
                <a:ea typeface="Nunito"/>
                <a:cs typeface="Nunito"/>
                <a:sym typeface="Nunito"/>
              </a:defRPr>
            </a:lvl2pPr>
            <a:lvl3pPr marL="1828800" lvl="2" indent="-457200">
              <a:spcBef>
                <a:spcPts val="0"/>
              </a:spcBef>
              <a:spcAft>
                <a:spcPts val="0"/>
              </a:spcAft>
              <a:buClr>
                <a:srgbClr val="0000FF"/>
              </a:buClr>
              <a:buSzPts val="1800"/>
              <a:buFont typeface="Nunito"/>
              <a:buChar char="■"/>
              <a:defRPr sz="2400">
                <a:solidFill>
                  <a:srgbClr val="0000FF"/>
                </a:solidFill>
                <a:latin typeface="Nunito"/>
                <a:ea typeface="Nunito"/>
                <a:cs typeface="Nunito"/>
                <a:sym typeface="Nunito"/>
              </a:defRPr>
            </a:lvl3pPr>
            <a:lvl4pPr marL="2438400" lvl="3" indent="-457200">
              <a:spcBef>
                <a:spcPts val="0"/>
              </a:spcBef>
              <a:spcAft>
                <a:spcPts val="0"/>
              </a:spcAft>
              <a:buClr>
                <a:srgbClr val="0000FF"/>
              </a:buClr>
              <a:buSzPts val="1800"/>
              <a:buFont typeface="Nunito"/>
              <a:buChar char="●"/>
              <a:defRPr sz="2400">
                <a:solidFill>
                  <a:srgbClr val="0000FF"/>
                </a:solidFill>
                <a:latin typeface="Nunito"/>
                <a:ea typeface="Nunito"/>
                <a:cs typeface="Nunito"/>
                <a:sym typeface="Nunito"/>
              </a:defRPr>
            </a:lvl4pPr>
            <a:lvl5pPr marL="3048000" lvl="4" indent="-457200">
              <a:spcBef>
                <a:spcPts val="0"/>
              </a:spcBef>
              <a:spcAft>
                <a:spcPts val="0"/>
              </a:spcAft>
              <a:buClr>
                <a:srgbClr val="0000FF"/>
              </a:buClr>
              <a:buSzPts val="1800"/>
              <a:buFont typeface="Nunito"/>
              <a:buChar char="○"/>
              <a:defRPr sz="2400">
                <a:solidFill>
                  <a:srgbClr val="0000FF"/>
                </a:solidFill>
                <a:latin typeface="Nunito"/>
                <a:ea typeface="Nunito"/>
                <a:cs typeface="Nunito"/>
                <a:sym typeface="Nunito"/>
              </a:defRPr>
            </a:lvl5pPr>
            <a:lvl6pPr marL="3657600" lvl="5" indent="-457200">
              <a:spcBef>
                <a:spcPts val="0"/>
              </a:spcBef>
              <a:spcAft>
                <a:spcPts val="0"/>
              </a:spcAft>
              <a:buClr>
                <a:srgbClr val="0000FF"/>
              </a:buClr>
              <a:buSzPts val="1800"/>
              <a:buFont typeface="Nunito"/>
              <a:buChar char="■"/>
              <a:defRPr sz="2400">
                <a:solidFill>
                  <a:srgbClr val="0000FF"/>
                </a:solidFill>
                <a:latin typeface="Nunito"/>
                <a:ea typeface="Nunito"/>
                <a:cs typeface="Nunito"/>
                <a:sym typeface="Nunito"/>
              </a:defRPr>
            </a:lvl6pPr>
            <a:lvl7pPr marL="4267200" lvl="6" indent="-457200">
              <a:spcBef>
                <a:spcPts val="0"/>
              </a:spcBef>
              <a:spcAft>
                <a:spcPts val="0"/>
              </a:spcAft>
              <a:buClr>
                <a:srgbClr val="0000FF"/>
              </a:buClr>
              <a:buSzPts val="1800"/>
              <a:buFont typeface="Nunito"/>
              <a:buChar char="●"/>
              <a:defRPr sz="2400">
                <a:solidFill>
                  <a:srgbClr val="0000FF"/>
                </a:solidFill>
                <a:latin typeface="Nunito"/>
                <a:ea typeface="Nunito"/>
                <a:cs typeface="Nunito"/>
                <a:sym typeface="Nunito"/>
              </a:defRPr>
            </a:lvl7pPr>
            <a:lvl8pPr marL="4876800" lvl="7" indent="-457200">
              <a:spcBef>
                <a:spcPts val="0"/>
              </a:spcBef>
              <a:spcAft>
                <a:spcPts val="0"/>
              </a:spcAft>
              <a:buClr>
                <a:srgbClr val="0000FF"/>
              </a:buClr>
              <a:buSzPts val="1800"/>
              <a:buFont typeface="Nunito"/>
              <a:buChar char="○"/>
              <a:defRPr sz="2400">
                <a:solidFill>
                  <a:srgbClr val="0000FF"/>
                </a:solidFill>
                <a:latin typeface="Nunito"/>
                <a:ea typeface="Nunito"/>
                <a:cs typeface="Nunito"/>
                <a:sym typeface="Nunito"/>
              </a:defRPr>
            </a:lvl8pPr>
            <a:lvl9pPr marL="5486400" lvl="8" indent="-457200">
              <a:spcBef>
                <a:spcPts val="0"/>
              </a:spcBef>
              <a:spcAft>
                <a:spcPts val="0"/>
              </a:spcAft>
              <a:buClr>
                <a:srgbClr val="0000FF"/>
              </a:buClr>
              <a:buSzPts val="1800"/>
              <a:buFont typeface="Nunito"/>
              <a:buChar char="■"/>
              <a:defRPr sz="2400">
                <a:solidFill>
                  <a:srgbClr val="0000FF"/>
                </a:solidFill>
                <a:latin typeface="Nunito"/>
                <a:ea typeface="Nunito"/>
                <a:cs typeface="Nunito"/>
                <a:sym typeface="Nunito"/>
              </a:defRPr>
            </a:lvl9pPr>
          </a:lstStyle>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GB" smtClean="0"/>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
            <a:ext cx="11600873" cy="868217"/>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304800" y="872142"/>
            <a:ext cx="11600873" cy="5615709"/>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5400" b="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4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Clr>
          <a:schemeClr val="accent6"/>
        </a:buClr>
        <a:buFont typeface="Arial" panose="020B0604020202020204" pitchFamily="34" charset="0"/>
        <a:buChar char="•"/>
        <a:defRPr sz="40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Clr>
          <a:schemeClr val="accent5">
            <a:lumMod val="75000"/>
          </a:schemeClr>
        </a:buClr>
        <a:buFont typeface="Arial" panose="020B0604020202020204" pitchFamily="34" charset="0"/>
        <a:buChar char="•"/>
        <a:defRPr sz="3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32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3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customXml" Target="../ink/ink1.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0.jpeg"/><Relationship Id="rId1"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image" Target="../media/image22.png"/><Relationship Id="rId7" Type="http://schemas.openxmlformats.org/officeDocument/2006/relationships/image" Target="../media/image21.png"/><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34" Type="http://schemas.openxmlformats.org/officeDocument/2006/relationships/slideLayout" Target="../slideLayouts/slideLayout4.xml"/><Relationship Id="rId33" Type="http://schemas.openxmlformats.org/officeDocument/2006/relationships/image" Target="../media/image47.png"/><Relationship Id="rId32" Type="http://schemas.openxmlformats.org/officeDocument/2006/relationships/image" Target="../media/image46.png"/><Relationship Id="rId31" Type="http://schemas.openxmlformats.org/officeDocument/2006/relationships/image" Target="../media/image45.png"/><Relationship Id="rId30" Type="http://schemas.openxmlformats.org/officeDocument/2006/relationships/image" Target="../media/image44.png"/><Relationship Id="rId3" Type="http://schemas.openxmlformats.org/officeDocument/2006/relationships/image" Target="../media/image17.png"/><Relationship Id="rId29" Type="http://schemas.openxmlformats.org/officeDocument/2006/relationships/image" Target="../media/image43.png"/><Relationship Id="rId28" Type="http://schemas.openxmlformats.org/officeDocument/2006/relationships/image" Target="../media/image42.png"/><Relationship Id="rId27" Type="http://schemas.openxmlformats.org/officeDocument/2006/relationships/image" Target="../media/image41.png"/><Relationship Id="rId26" Type="http://schemas.openxmlformats.org/officeDocument/2006/relationships/image" Target="../media/image40.png"/><Relationship Id="rId25" Type="http://schemas.openxmlformats.org/officeDocument/2006/relationships/image" Target="../media/image39.png"/><Relationship Id="rId24" Type="http://schemas.openxmlformats.org/officeDocument/2006/relationships/image" Target="../media/image38.png"/><Relationship Id="rId23" Type="http://schemas.openxmlformats.org/officeDocument/2006/relationships/image" Target="../media/image37.png"/><Relationship Id="rId22" Type="http://schemas.openxmlformats.org/officeDocument/2006/relationships/image" Target="../media/image36.png"/><Relationship Id="rId21" Type="http://schemas.openxmlformats.org/officeDocument/2006/relationships/image" Target="../media/image35.png"/><Relationship Id="rId20" Type="http://schemas.openxmlformats.org/officeDocument/2006/relationships/image" Target="../media/image34.png"/><Relationship Id="rId2" Type="http://schemas.openxmlformats.org/officeDocument/2006/relationships/image" Target="../media/image16.png"/><Relationship Id="rId19" Type="http://schemas.openxmlformats.org/officeDocument/2006/relationships/image" Target="../media/image33.png"/><Relationship Id="rId18" Type="http://schemas.openxmlformats.org/officeDocument/2006/relationships/image" Target="../media/image32.png"/><Relationship Id="rId17" Type="http://schemas.openxmlformats.org/officeDocument/2006/relationships/image" Target="../media/image31.png"/><Relationship Id="rId16" Type="http://schemas.openxmlformats.org/officeDocument/2006/relationships/image" Target="../media/image30.png"/><Relationship Id="rId15" Type="http://schemas.openxmlformats.org/officeDocument/2006/relationships/image" Target="../media/image29.png"/><Relationship Id="rId14" Type="http://schemas.openxmlformats.org/officeDocument/2006/relationships/image" Target="../media/image28.png"/><Relationship Id="rId13" Type="http://schemas.openxmlformats.org/officeDocument/2006/relationships/image" Target="../media/image27.png"/><Relationship Id="rId12" Type="http://schemas.openxmlformats.org/officeDocument/2006/relationships/image" Target="../media/image26.png"/><Relationship Id="rId11" Type="http://schemas.openxmlformats.org/officeDocument/2006/relationships/image" Target="../media/image25.png"/><Relationship Id="rId10" Type="http://schemas.openxmlformats.org/officeDocument/2006/relationships/image" Target="../media/image24.png"/><Relationship Id="rId1" Type="http://schemas.openxmlformats.org/officeDocument/2006/relationships/image" Target="../media/image15.png"/></Relationships>
</file>

<file path=ppt/slides/_rels/slide11.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image" Target="../media/image22.png"/><Relationship Id="rId7" Type="http://schemas.openxmlformats.org/officeDocument/2006/relationships/image" Target="../media/image21.png"/><Relationship Id="rId6" Type="http://schemas.openxmlformats.org/officeDocument/2006/relationships/image" Target="../media/image20.png"/><Relationship Id="rId52" Type="http://schemas.openxmlformats.org/officeDocument/2006/relationships/slideLayout" Target="../slideLayouts/slideLayout4.xml"/><Relationship Id="rId51" Type="http://schemas.openxmlformats.org/officeDocument/2006/relationships/image" Target="../media/image64.png"/><Relationship Id="rId50" Type="http://schemas.openxmlformats.org/officeDocument/2006/relationships/customXml" Target="../ink/ink2.xml"/><Relationship Id="rId5" Type="http://schemas.openxmlformats.org/officeDocument/2006/relationships/image" Target="../media/image19.png"/><Relationship Id="rId49" Type="http://schemas.openxmlformats.org/officeDocument/2006/relationships/image" Target="../media/image47.png"/><Relationship Id="rId48" Type="http://schemas.openxmlformats.org/officeDocument/2006/relationships/image" Target="../media/image46.png"/><Relationship Id="rId47" Type="http://schemas.openxmlformats.org/officeDocument/2006/relationships/image" Target="../media/image45.png"/><Relationship Id="rId46" Type="http://schemas.openxmlformats.org/officeDocument/2006/relationships/image" Target="../media/image44.png"/><Relationship Id="rId45" Type="http://schemas.openxmlformats.org/officeDocument/2006/relationships/image" Target="../media/image43.png"/><Relationship Id="rId44" Type="http://schemas.openxmlformats.org/officeDocument/2006/relationships/image" Target="../media/image42.png"/><Relationship Id="rId43" Type="http://schemas.openxmlformats.org/officeDocument/2006/relationships/image" Target="../media/image41.png"/><Relationship Id="rId42" Type="http://schemas.openxmlformats.org/officeDocument/2006/relationships/image" Target="../media/image40.png"/><Relationship Id="rId41" Type="http://schemas.openxmlformats.org/officeDocument/2006/relationships/image" Target="../media/image39.png"/><Relationship Id="rId40" Type="http://schemas.openxmlformats.org/officeDocument/2006/relationships/image" Target="../media/image38.png"/><Relationship Id="rId4" Type="http://schemas.openxmlformats.org/officeDocument/2006/relationships/image" Target="../media/image18.png"/><Relationship Id="rId39" Type="http://schemas.openxmlformats.org/officeDocument/2006/relationships/image" Target="../media/image37.png"/><Relationship Id="rId38" Type="http://schemas.openxmlformats.org/officeDocument/2006/relationships/image" Target="../media/image36.png"/><Relationship Id="rId37" Type="http://schemas.openxmlformats.org/officeDocument/2006/relationships/image" Target="../media/image35.png"/><Relationship Id="rId36" Type="http://schemas.openxmlformats.org/officeDocument/2006/relationships/image" Target="../media/image34.png"/><Relationship Id="rId35" Type="http://schemas.openxmlformats.org/officeDocument/2006/relationships/image" Target="../media/image33.png"/><Relationship Id="rId34" Type="http://schemas.openxmlformats.org/officeDocument/2006/relationships/image" Target="../media/image32.png"/><Relationship Id="rId33" Type="http://schemas.openxmlformats.org/officeDocument/2006/relationships/image" Target="../media/image31.png"/><Relationship Id="rId32" Type="http://schemas.openxmlformats.org/officeDocument/2006/relationships/image" Target="../media/image63.png"/><Relationship Id="rId31" Type="http://schemas.openxmlformats.org/officeDocument/2006/relationships/image" Target="../media/image62.png"/><Relationship Id="rId30" Type="http://schemas.openxmlformats.org/officeDocument/2006/relationships/image" Target="../media/image61.png"/><Relationship Id="rId3" Type="http://schemas.openxmlformats.org/officeDocument/2006/relationships/image" Target="../media/image17.png"/><Relationship Id="rId29" Type="http://schemas.openxmlformats.org/officeDocument/2006/relationships/image" Target="../media/image60.png"/><Relationship Id="rId28" Type="http://schemas.openxmlformats.org/officeDocument/2006/relationships/image" Target="../media/image59.png"/><Relationship Id="rId27" Type="http://schemas.openxmlformats.org/officeDocument/2006/relationships/image" Target="../media/image58.png"/><Relationship Id="rId26" Type="http://schemas.openxmlformats.org/officeDocument/2006/relationships/image" Target="../media/image57.png"/><Relationship Id="rId25" Type="http://schemas.openxmlformats.org/officeDocument/2006/relationships/image" Target="../media/image56.png"/><Relationship Id="rId24" Type="http://schemas.openxmlformats.org/officeDocument/2006/relationships/image" Target="../media/image55.png"/><Relationship Id="rId23" Type="http://schemas.openxmlformats.org/officeDocument/2006/relationships/image" Target="../media/image54.png"/><Relationship Id="rId22" Type="http://schemas.openxmlformats.org/officeDocument/2006/relationships/image" Target="../media/image53.png"/><Relationship Id="rId21" Type="http://schemas.openxmlformats.org/officeDocument/2006/relationships/image" Target="../media/image52.png"/><Relationship Id="rId20" Type="http://schemas.openxmlformats.org/officeDocument/2006/relationships/image" Target="../media/image51.png"/><Relationship Id="rId2" Type="http://schemas.openxmlformats.org/officeDocument/2006/relationships/image" Target="../media/image16.png"/><Relationship Id="rId19" Type="http://schemas.openxmlformats.org/officeDocument/2006/relationships/image" Target="../media/image50.png"/><Relationship Id="rId18" Type="http://schemas.openxmlformats.org/officeDocument/2006/relationships/image" Target="../media/image49.png"/><Relationship Id="rId17" Type="http://schemas.openxmlformats.org/officeDocument/2006/relationships/image" Target="../media/image30.png"/><Relationship Id="rId16" Type="http://schemas.openxmlformats.org/officeDocument/2006/relationships/image" Target="../media/image29.png"/><Relationship Id="rId15" Type="http://schemas.openxmlformats.org/officeDocument/2006/relationships/image" Target="../media/image48.png"/><Relationship Id="rId14" Type="http://schemas.openxmlformats.org/officeDocument/2006/relationships/image" Target="../media/image28.png"/><Relationship Id="rId13" Type="http://schemas.openxmlformats.org/officeDocument/2006/relationships/image" Target="../media/image27.png"/><Relationship Id="rId12" Type="http://schemas.openxmlformats.org/officeDocument/2006/relationships/image" Target="../media/image26.png"/><Relationship Id="rId11" Type="http://schemas.openxmlformats.org/officeDocument/2006/relationships/image" Target="../media/image25.png"/><Relationship Id="rId10" Type="http://schemas.openxmlformats.org/officeDocument/2006/relationships/image" Target="../media/image24.png"/><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image" Target="../media/image22.png"/><Relationship Id="rId7" Type="http://schemas.openxmlformats.org/officeDocument/2006/relationships/image" Target="../media/image21.png"/><Relationship Id="rId6" Type="http://schemas.openxmlformats.org/officeDocument/2006/relationships/image" Target="../media/image20.png"/><Relationship Id="rId52" Type="http://schemas.openxmlformats.org/officeDocument/2006/relationships/slideLayout" Target="../slideLayouts/slideLayout1.xml"/><Relationship Id="rId51" Type="http://schemas.openxmlformats.org/officeDocument/2006/relationships/image" Target="../media/image65.png"/><Relationship Id="rId50" Type="http://schemas.openxmlformats.org/officeDocument/2006/relationships/customXml" Target="../ink/ink3.xml"/><Relationship Id="rId5" Type="http://schemas.openxmlformats.org/officeDocument/2006/relationships/image" Target="../media/image19.png"/><Relationship Id="rId49" Type="http://schemas.openxmlformats.org/officeDocument/2006/relationships/image" Target="../media/image47.png"/><Relationship Id="rId48" Type="http://schemas.openxmlformats.org/officeDocument/2006/relationships/image" Target="../media/image46.png"/><Relationship Id="rId47" Type="http://schemas.openxmlformats.org/officeDocument/2006/relationships/image" Target="../media/image45.png"/><Relationship Id="rId46" Type="http://schemas.openxmlformats.org/officeDocument/2006/relationships/image" Target="../media/image44.png"/><Relationship Id="rId45" Type="http://schemas.openxmlformats.org/officeDocument/2006/relationships/image" Target="../media/image43.png"/><Relationship Id="rId44" Type="http://schemas.openxmlformats.org/officeDocument/2006/relationships/image" Target="../media/image42.png"/><Relationship Id="rId43" Type="http://schemas.openxmlformats.org/officeDocument/2006/relationships/image" Target="../media/image41.png"/><Relationship Id="rId42" Type="http://schemas.openxmlformats.org/officeDocument/2006/relationships/image" Target="../media/image40.png"/><Relationship Id="rId41" Type="http://schemas.openxmlformats.org/officeDocument/2006/relationships/image" Target="../media/image39.png"/><Relationship Id="rId40" Type="http://schemas.openxmlformats.org/officeDocument/2006/relationships/image" Target="../media/image38.png"/><Relationship Id="rId4" Type="http://schemas.openxmlformats.org/officeDocument/2006/relationships/image" Target="../media/image18.png"/><Relationship Id="rId39" Type="http://schemas.openxmlformats.org/officeDocument/2006/relationships/image" Target="../media/image37.png"/><Relationship Id="rId38" Type="http://schemas.openxmlformats.org/officeDocument/2006/relationships/image" Target="../media/image36.png"/><Relationship Id="rId37" Type="http://schemas.openxmlformats.org/officeDocument/2006/relationships/image" Target="../media/image35.png"/><Relationship Id="rId36" Type="http://schemas.openxmlformats.org/officeDocument/2006/relationships/image" Target="../media/image34.png"/><Relationship Id="rId35" Type="http://schemas.openxmlformats.org/officeDocument/2006/relationships/image" Target="../media/image33.png"/><Relationship Id="rId34" Type="http://schemas.openxmlformats.org/officeDocument/2006/relationships/image" Target="../media/image32.png"/><Relationship Id="rId33" Type="http://schemas.openxmlformats.org/officeDocument/2006/relationships/image" Target="../media/image31.png"/><Relationship Id="rId32" Type="http://schemas.openxmlformats.org/officeDocument/2006/relationships/image" Target="../media/image63.png"/><Relationship Id="rId31" Type="http://schemas.openxmlformats.org/officeDocument/2006/relationships/image" Target="../media/image62.png"/><Relationship Id="rId30" Type="http://schemas.openxmlformats.org/officeDocument/2006/relationships/image" Target="../media/image61.png"/><Relationship Id="rId3" Type="http://schemas.openxmlformats.org/officeDocument/2006/relationships/image" Target="../media/image17.png"/><Relationship Id="rId29" Type="http://schemas.openxmlformats.org/officeDocument/2006/relationships/image" Target="../media/image60.png"/><Relationship Id="rId28" Type="http://schemas.openxmlformats.org/officeDocument/2006/relationships/image" Target="../media/image59.png"/><Relationship Id="rId27" Type="http://schemas.openxmlformats.org/officeDocument/2006/relationships/image" Target="../media/image58.png"/><Relationship Id="rId26" Type="http://schemas.openxmlformats.org/officeDocument/2006/relationships/image" Target="../media/image57.png"/><Relationship Id="rId25" Type="http://schemas.openxmlformats.org/officeDocument/2006/relationships/image" Target="../media/image56.png"/><Relationship Id="rId24" Type="http://schemas.openxmlformats.org/officeDocument/2006/relationships/image" Target="../media/image55.png"/><Relationship Id="rId23" Type="http://schemas.openxmlformats.org/officeDocument/2006/relationships/image" Target="../media/image54.png"/><Relationship Id="rId22" Type="http://schemas.openxmlformats.org/officeDocument/2006/relationships/image" Target="../media/image53.png"/><Relationship Id="rId21" Type="http://schemas.openxmlformats.org/officeDocument/2006/relationships/image" Target="../media/image52.png"/><Relationship Id="rId20" Type="http://schemas.openxmlformats.org/officeDocument/2006/relationships/image" Target="../media/image51.png"/><Relationship Id="rId2" Type="http://schemas.openxmlformats.org/officeDocument/2006/relationships/image" Target="../media/image16.png"/><Relationship Id="rId19" Type="http://schemas.openxmlformats.org/officeDocument/2006/relationships/image" Target="../media/image50.png"/><Relationship Id="rId18" Type="http://schemas.openxmlformats.org/officeDocument/2006/relationships/image" Target="../media/image49.png"/><Relationship Id="rId17" Type="http://schemas.openxmlformats.org/officeDocument/2006/relationships/image" Target="../media/image30.png"/><Relationship Id="rId16" Type="http://schemas.openxmlformats.org/officeDocument/2006/relationships/image" Target="../media/image29.png"/><Relationship Id="rId15" Type="http://schemas.openxmlformats.org/officeDocument/2006/relationships/image" Target="../media/image48.png"/><Relationship Id="rId14" Type="http://schemas.openxmlformats.org/officeDocument/2006/relationships/image" Target="../media/image28.png"/><Relationship Id="rId13" Type="http://schemas.openxmlformats.org/officeDocument/2006/relationships/image" Target="../media/image27.png"/><Relationship Id="rId12" Type="http://schemas.openxmlformats.org/officeDocument/2006/relationships/image" Target="../media/image26.png"/><Relationship Id="rId11" Type="http://schemas.openxmlformats.org/officeDocument/2006/relationships/image" Target="../media/image25.png"/><Relationship Id="rId10" Type="http://schemas.openxmlformats.org/officeDocument/2006/relationships/image" Target="../media/image24.png"/><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hyperlink" Target="https://arxiv.org/pdf/1409.0473.pdf" TargetMode="External"/><Relationship Id="rId1" Type="http://schemas.openxmlformats.org/officeDocument/2006/relationships/image" Target="../media/image66.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8.png"/></Relationships>
</file>

<file path=ppt/slides/_rels/slide16.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image" Target="../media/image73.png"/><Relationship Id="rId7" Type="http://schemas.openxmlformats.org/officeDocument/2006/relationships/image" Target="../media/image22.png"/><Relationship Id="rId6" Type="http://schemas.openxmlformats.org/officeDocument/2006/relationships/image" Target="../media/image37.png"/><Relationship Id="rId5" Type="http://schemas.openxmlformats.org/officeDocument/2006/relationships/image" Target="../media/image21.png"/><Relationship Id="rId4" Type="http://schemas.openxmlformats.org/officeDocument/2006/relationships/image" Target="../media/image72.png"/><Relationship Id="rId3" Type="http://schemas.openxmlformats.org/officeDocument/2006/relationships/image" Target="../media/image71.png"/><Relationship Id="rId2" Type="http://schemas.openxmlformats.org/officeDocument/2006/relationships/image" Target="../media/image70.png"/><Relationship Id="rId15" Type="http://schemas.openxmlformats.org/officeDocument/2006/relationships/slideLayout" Target="../slideLayouts/slideLayout1.xml"/><Relationship Id="rId14" Type="http://schemas.openxmlformats.org/officeDocument/2006/relationships/image" Target="../media/image78.png"/><Relationship Id="rId13" Type="http://schemas.openxmlformats.org/officeDocument/2006/relationships/image" Target="../media/image77.png"/><Relationship Id="rId12" Type="http://schemas.openxmlformats.org/officeDocument/2006/relationships/image" Target="../media/image76.png"/><Relationship Id="rId11" Type="http://schemas.openxmlformats.org/officeDocument/2006/relationships/image" Target="../media/image75.png"/><Relationship Id="rId10" Type="http://schemas.openxmlformats.org/officeDocument/2006/relationships/image" Target="../media/image74.png"/><Relationship Id="rId1" Type="http://schemas.openxmlformats.org/officeDocument/2006/relationships/image" Target="../media/image69.png"/></Relationships>
</file>

<file path=ppt/slides/_rels/slide17.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image" Target="../media/image73.png"/><Relationship Id="rId7" Type="http://schemas.openxmlformats.org/officeDocument/2006/relationships/image" Target="../media/image22.png"/><Relationship Id="rId6" Type="http://schemas.openxmlformats.org/officeDocument/2006/relationships/image" Target="../media/image37.png"/><Relationship Id="rId5" Type="http://schemas.openxmlformats.org/officeDocument/2006/relationships/image" Target="../media/image21.png"/><Relationship Id="rId4" Type="http://schemas.openxmlformats.org/officeDocument/2006/relationships/image" Target="../media/image72.png"/><Relationship Id="rId3" Type="http://schemas.openxmlformats.org/officeDocument/2006/relationships/image" Target="../media/image71.png"/><Relationship Id="rId21" Type="http://schemas.openxmlformats.org/officeDocument/2006/relationships/slideLayout" Target="../slideLayouts/slideLayout1.xml"/><Relationship Id="rId20" Type="http://schemas.openxmlformats.org/officeDocument/2006/relationships/image" Target="../media/image84.png"/><Relationship Id="rId2" Type="http://schemas.openxmlformats.org/officeDocument/2006/relationships/image" Target="../media/image70.png"/><Relationship Id="rId19" Type="http://schemas.openxmlformats.org/officeDocument/2006/relationships/image" Target="../media/image83.png"/><Relationship Id="rId18" Type="http://schemas.openxmlformats.org/officeDocument/2006/relationships/image" Target="../media/image82.png"/><Relationship Id="rId17" Type="http://schemas.openxmlformats.org/officeDocument/2006/relationships/image" Target="../media/image81.png"/><Relationship Id="rId16" Type="http://schemas.openxmlformats.org/officeDocument/2006/relationships/image" Target="../media/image80.png"/><Relationship Id="rId15" Type="http://schemas.openxmlformats.org/officeDocument/2006/relationships/image" Target="../media/image79.png"/><Relationship Id="rId14" Type="http://schemas.openxmlformats.org/officeDocument/2006/relationships/image" Target="../media/image78.png"/><Relationship Id="rId13" Type="http://schemas.openxmlformats.org/officeDocument/2006/relationships/image" Target="../media/image77.png"/><Relationship Id="rId12" Type="http://schemas.openxmlformats.org/officeDocument/2006/relationships/image" Target="../media/image76.png"/><Relationship Id="rId11" Type="http://schemas.openxmlformats.org/officeDocument/2006/relationships/image" Target="../media/image75.png"/><Relationship Id="rId10" Type="http://schemas.openxmlformats.org/officeDocument/2006/relationships/image" Target="../media/image74.png"/><Relationship Id="rId1" Type="http://schemas.openxmlformats.org/officeDocument/2006/relationships/image" Target="../media/image69.png"/></Relationships>
</file>

<file path=ppt/slides/_rels/slide18.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image" Target="../media/image73.png"/><Relationship Id="rId7" Type="http://schemas.openxmlformats.org/officeDocument/2006/relationships/image" Target="../media/image22.png"/><Relationship Id="rId6" Type="http://schemas.openxmlformats.org/officeDocument/2006/relationships/image" Target="../media/image37.png"/><Relationship Id="rId5" Type="http://schemas.openxmlformats.org/officeDocument/2006/relationships/image" Target="../media/image21.png"/><Relationship Id="rId4" Type="http://schemas.openxmlformats.org/officeDocument/2006/relationships/image" Target="../media/image72.png"/><Relationship Id="rId3" Type="http://schemas.openxmlformats.org/officeDocument/2006/relationships/image" Target="../media/image71.png"/><Relationship Id="rId23" Type="http://schemas.openxmlformats.org/officeDocument/2006/relationships/slideLayout" Target="../slideLayouts/slideLayout1.xml"/><Relationship Id="rId22" Type="http://schemas.openxmlformats.org/officeDocument/2006/relationships/image" Target="../media/image86.png"/><Relationship Id="rId21" Type="http://schemas.openxmlformats.org/officeDocument/2006/relationships/image" Target="../media/image85.png"/><Relationship Id="rId20" Type="http://schemas.openxmlformats.org/officeDocument/2006/relationships/image" Target="../media/image84.png"/><Relationship Id="rId2" Type="http://schemas.openxmlformats.org/officeDocument/2006/relationships/image" Target="../media/image70.png"/><Relationship Id="rId19" Type="http://schemas.openxmlformats.org/officeDocument/2006/relationships/image" Target="../media/image83.png"/><Relationship Id="rId18" Type="http://schemas.openxmlformats.org/officeDocument/2006/relationships/image" Target="../media/image82.png"/><Relationship Id="rId17" Type="http://schemas.openxmlformats.org/officeDocument/2006/relationships/image" Target="../media/image81.png"/><Relationship Id="rId16" Type="http://schemas.openxmlformats.org/officeDocument/2006/relationships/image" Target="../media/image80.png"/><Relationship Id="rId15" Type="http://schemas.openxmlformats.org/officeDocument/2006/relationships/image" Target="../media/image79.png"/><Relationship Id="rId14" Type="http://schemas.openxmlformats.org/officeDocument/2006/relationships/image" Target="../media/image78.png"/><Relationship Id="rId13" Type="http://schemas.openxmlformats.org/officeDocument/2006/relationships/image" Target="../media/image77.png"/><Relationship Id="rId12" Type="http://schemas.openxmlformats.org/officeDocument/2006/relationships/image" Target="../media/image76.png"/><Relationship Id="rId11" Type="http://schemas.openxmlformats.org/officeDocument/2006/relationships/image" Target="../media/image75.png"/><Relationship Id="rId10" Type="http://schemas.openxmlformats.org/officeDocument/2006/relationships/image" Target="../media/image74.png"/><Relationship Id="rId1" Type="http://schemas.openxmlformats.org/officeDocument/2006/relationships/image" Target="../media/image69.png"/></Relationships>
</file>

<file path=ppt/slides/_rels/slide19.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image" Target="../media/image73.png"/><Relationship Id="rId7" Type="http://schemas.openxmlformats.org/officeDocument/2006/relationships/image" Target="../media/image22.png"/><Relationship Id="rId6" Type="http://schemas.openxmlformats.org/officeDocument/2006/relationships/image" Target="../media/image37.png"/><Relationship Id="rId5" Type="http://schemas.openxmlformats.org/officeDocument/2006/relationships/image" Target="../media/image21.png"/><Relationship Id="rId4" Type="http://schemas.openxmlformats.org/officeDocument/2006/relationships/image" Target="../media/image72.png"/><Relationship Id="rId30" Type="http://schemas.openxmlformats.org/officeDocument/2006/relationships/slideLayout" Target="../slideLayouts/slideLayout1.xml"/><Relationship Id="rId3" Type="http://schemas.openxmlformats.org/officeDocument/2006/relationships/image" Target="../media/image71.png"/><Relationship Id="rId29" Type="http://schemas.openxmlformats.org/officeDocument/2006/relationships/image" Target="../media/image90.png"/><Relationship Id="rId28" Type="http://schemas.openxmlformats.org/officeDocument/2006/relationships/image" Target="../media/image89.png"/><Relationship Id="rId27" Type="http://schemas.openxmlformats.org/officeDocument/2006/relationships/image" Target="../media/image88.png"/><Relationship Id="rId26" Type="http://schemas.openxmlformats.org/officeDocument/2006/relationships/image" Target="../media/image26.png"/><Relationship Id="rId25" Type="http://schemas.openxmlformats.org/officeDocument/2006/relationships/image" Target="../media/image25.png"/><Relationship Id="rId24" Type="http://schemas.openxmlformats.org/officeDocument/2006/relationships/image" Target="../media/image24.png"/><Relationship Id="rId23" Type="http://schemas.openxmlformats.org/officeDocument/2006/relationships/image" Target="../media/image87.png"/><Relationship Id="rId22" Type="http://schemas.openxmlformats.org/officeDocument/2006/relationships/image" Target="../media/image86.png"/><Relationship Id="rId21" Type="http://schemas.openxmlformats.org/officeDocument/2006/relationships/image" Target="../media/image85.png"/><Relationship Id="rId20" Type="http://schemas.openxmlformats.org/officeDocument/2006/relationships/image" Target="../media/image84.png"/><Relationship Id="rId2" Type="http://schemas.openxmlformats.org/officeDocument/2006/relationships/image" Target="../media/image70.png"/><Relationship Id="rId19" Type="http://schemas.openxmlformats.org/officeDocument/2006/relationships/image" Target="../media/image83.png"/><Relationship Id="rId18" Type="http://schemas.openxmlformats.org/officeDocument/2006/relationships/image" Target="../media/image82.png"/><Relationship Id="rId17" Type="http://schemas.openxmlformats.org/officeDocument/2006/relationships/image" Target="../media/image81.png"/><Relationship Id="rId16" Type="http://schemas.openxmlformats.org/officeDocument/2006/relationships/image" Target="../media/image80.png"/><Relationship Id="rId15" Type="http://schemas.openxmlformats.org/officeDocument/2006/relationships/image" Target="../media/image79.png"/><Relationship Id="rId14" Type="http://schemas.openxmlformats.org/officeDocument/2006/relationships/image" Target="../media/image78.png"/><Relationship Id="rId13" Type="http://schemas.openxmlformats.org/officeDocument/2006/relationships/image" Target="../media/image77.png"/><Relationship Id="rId12" Type="http://schemas.openxmlformats.org/officeDocument/2006/relationships/image" Target="../media/image76.png"/><Relationship Id="rId11" Type="http://schemas.openxmlformats.org/officeDocument/2006/relationships/image" Target="../media/image75.png"/><Relationship Id="rId10" Type="http://schemas.openxmlformats.org/officeDocument/2006/relationships/image" Target="../media/image74.png"/><Relationship Id="rId1" Type="http://schemas.openxmlformats.org/officeDocument/2006/relationships/image" Target="../media/image69.png"/></Relationships>
</file>

<file path=ppt/slides/_rels/slide20.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image" Target="../media/image73.png"/><Relationship Id="rId7" Type="http://schemas.openxmlformats.org/officeDocument/2006/relationships/image" Target="../media/image22.png"/><Relationship Id="rId6" Type="http://schemas.openxmlformats.org/officeDocument/2006/relationships/image" Target="../media/image37.png"/><Relationship Id="rId5" Type="http://schemas.openxmlformats.org/officeDocument/2006/relationships/image" Target="../media/image21.png"/><Relationship Id="rId4" Type="http://schemas.openxmlformats.org/officeDocument/2006/relationships/image" Target="../media/image72.png"/><Relationship Id="rId32" Type="http://schemas.openxmlformats.org/officeDocument/2006/relationships/slideLayout" Target="../slideLayouts/slideLayout1.xml"/><Relationship Id="rId31" Type="http://schemas.openxmlformats.org/officeDocument/2006/relationships/image" Target="../media/image92.png"/><Relationship Id="rId30" Type="http://schemas.openxmlformats.org/officeDocument/2006/relationships/image" Target="../media/image91.png"/><Relationship Id="rId3" Type="http://schemas.openxmlformats.org/officeDocument/2006/relationships/image" Target="../media/image71.png"/><Relationship Id="rId29" Type="http://schemas.openxmlformats.org/officeDocument/2006/relationships/image" Target="../media/image90.png"/><Relationship Id="rId28" Type="http://schemas.openxmlformats.org/officeDocument/2006/relationships/image" Target="../media/image89.png"/><Relationship Id="rId27" Type="http://schemas.openxmlformats.org/officeDocument/2006/relationships/image" Target="../media/image88.png"/><Relationship Id="rId26" Type="http://schemas.openxmlformats.org/officeDocument/2006/relationships/image" Target="../media/image26.png"/><Relationship Id="rId25" Type="http://schemas.openxmlformats.org/officeDocument/2006/relationships/image" Target="../media/image25.png"/><Relationship Id="rId24" Type="http://schemas.openxmlformats.org/officeDocument/2006/relationships/image" Target="../media/image24.png"/><Relationship Id="rId23" Type="http://schemas.openxmlformats.org/officeDocument/2006/relationships/image" Target="../media/image87.png"/><Relationship Id="rId22" Type="http://schemas.openxmlformats.org/officeDocument/2006/relationships/image" Target="../media/image86.png"/><Relationship Id="rId21" Type="http://schemas.openxmlformats.org/officeDocument/2006/relationships/image" Target="../media/image85.png"/><Relationship Id="rId20" Type="http://schemas.openxmlformats.org/officeDocument/2006/relationships/image" Target="../media/image84.png"/><Relationship Id="rId2" Type="http://schemas.openxmlformats.org/officeDocument/2006/relationships/image" Target="../media/image70.png"/><Relationship Id="rId19" Type="http://schemas.openxmlformats.org/officeDocument/2006/relationships/image" Target="../media/image83.png"/><Relationship Id="rId18" Type="http://schemas.openxmlformats.org/officeDocument/2006/relationships/image" Target="../media/image82.png"/><Relationship Id="rId17" Type="http://schemas.openxmlformats.org/officeDocument/2006/relationships/image" Target="../media/image81.png"/><Relationship Id="rId16" Type="http://schemas.openxmlformats.org/officeDocument/2006/relationships/image" Target="../media/image80.png"/><Relationship Id="rId15" Type="http://schemas.openxmlformats.org/officeDocument/2006/relationships/image" Target="../media/image79.png"/><Relationship Id="rId14" Type="http://schemas.openxmlformats.org/officeDocument/2006/relationships/image" Target="../media/image78.png"/><Relationship Id="rId13" Type="http://schemas.openxmlformats.org/officeDocument/2006/relationships/image" Target="../media/image77.png"/><Relationship Id="rId12" Type="http://schemas.openxmlformats.org/officeDocument/2006/relationships/image" Target="../media/image76.png"/><Relationship Id="rId11" Type="http://schemas.openxmlformats.org/officeDocument/2006/relationships/image" Target="../media/image75.png"/><Relationship Id="rId10" Type="http://schemas.openxmlformats.org/officeDocument/2006/relationships/image" Target="../media/image74.png"/><Relationship Id="rId1" Type="http://schemas.openxmlformats.org/officeDocument/2006/relationships/image" Target="../media/image69.png"/></Relationships>
</file>

<file path=ppt/slides/_rels/slide21.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image" Target="../media/image73.png"/><Relationship Id="rId7" Type="http://schemas.openxmlformats.org/officeDocument/2006/relationships/image" Target="../media/image22.png"/><Relationship Id="rId6" Type="http://schemas.openxmlformats.org/officeDocument/2006/relationships/image" Target="../media/image37.png"/><Relationship Id="rId5" Type="http://schemas.openxmlformats.org/officeDocument/2006/relationships/image" Target="../media/image21.png"/><Relationship Id="rId4" Type="http://schemas.openxmlformats.org/officeDocument/2006/relationships/image" Target="../media/image72.png"/><Relationship Id="rId39" Type="http://schemas.openxmlformats.org/officeDocument/2006/relationships/slideLayout" Target="../slideLayouts/slideLayout1.xml"/><Relationship Id="rId38" Type="http://schemas.openxmlformats.org/officeDocument/2006/relationships/image" Target="../media/image96.png"/><Relationship Id="rId37" Type="http://schemas.openxmlformats.org/officeDocument/2006/relationships/image" Target="../media/image95.png"/><Relationship Id="rId36" Type="http://schemas.openxmlformats.org/officeDocument/2006/relationships/image" Target="../media/image49.png"/><Relationship Id="rId35" Type="http://schemas.openxmlformats.org/officeDocument/2006/relationships/image" Target="../media/image30.png"/><Relationship Id="rId34" Type="http://schemas.openxmlformats.org/officeDocument/2006/relationships/image" Target="../media/image94.png"/><Relationship Id="rId33" Type="http://schemas.openxmlformats.org/officeDocument/2006/relationships/image" Target="../media/image29.png"/><Relationship Id="rId32" Type="http://schemas.openxmlformats.org/officeDocument/2006/relationships/image" Target="../media/image93.png"/><Relationship Id="rId31" Type="http://schemas.openxmlformats.org/officeDocument/2006/relationships/image" Target="../media/image92.png"/><Relationship Id="rId30" Type="http://schemas.openxmlformats.org/officeDocument/2006/relationships/image" Target="../media/image91.png"/><Relationship Id="rId3" Type="http://schemas.openxmlformats.org/officeDocument/2006/relationships/image" Target="../media/image71.png"/><Relationship Id="rId29" Type="http://schemas.openxmlformats.org/officeDocument/2006/relationships/image" Target="../media/image90.png"/><Relationship Id="rId28" Type="http://schemas.openxmlformats.org/officeDocument/2006/relationships/image" Target="../media/image89.png"/><Relationship Id="rId27" Type="http://schemas.openxmlformats.org/officeDocument/2006/relationships/image" Target="../media/image88.png"/><Relationship Id="rId26" Type="http://schemas.openxmlformats.org/officeDocument/2006/relationships/image" Target="../media/image26.png"/><Relationship Id="rId25" Type="http://schemas.openxmlformats.org/officeDocument/2006/relationships/image" Target="../media/image25.png"/><Relationship Id="rId24" Type="http://schemas.openxmlformats.org/officeDocument/2006/relationships/image" Target="../media/image24.png"/><Relationship Id="rId23" Type="http://schemas.openxmlformats.org/officeDocument/2006/relationships/image" Target="../media/image87.png"/><Relationship Id="rId22" Type="http://schemas.openxmlformats.org/officeDocument/2006/relationships/image" Target="../media/image86.png"/><Relationship Id="rId21" Type="http://schemas.openxmlformats.org/officeDocument/2006/relationships/image" Target="../media/image85.png"/><Relationship Id="rId20" Type="http://schemas.openxmlformats.org/officeDocument/2006/relationships/image" Target="../media/image84.png"/><Relationship Id="rId2" Type="http://schemas.openxmlformats.org/officeDocument/2006/relationships/image" Target="../media/image70.png"/><Relationship Id="rId19" Type="http://schemas.openxmlformats.org/officeDocument/2006/relationships/image" Target="../media/image83.png"/><Relationship Id="rId18" Type="http://schemas.openxmlformats.org/officeDocument/2006/relationships/image" Target="../media/image82.png"/><Relationship Id="rId17" Type="http://schemas.openxmlformats.org/officeDocument/2006/relationships/image" Target="../media/image81.png"/><Relationship Id="rId16" Type="http://schemas.openxmlformats.org/officeDocument/2006/relationships/image" Target="../media/image80.png"/><Relationship Id="rId15" Type="http://schemas.openxmlformats.org/officeDocument/2006/relationships/image" Target="../media/image79.png"/><Relationship Id="rId14" Type="http://schemas.openxmlformats.org/officeDocument/2006/relationships/image" Target="../media/image78.png"/><Relationship Id="rId13" Type="http://schemas.openxmlformats.org/officeDocument/2006/relationships/image" Target="../media/image77.png"/><Relationship Id="rId12" Type="http://schemas.openxmlformats.org/officeDocument/2006/relationships/image" Target="../media/image76.png"/><Relationship Id="rId11" Type="http://schemas.openxmlformats.org/officeDocument/2006/relationships/image" Target="../media/image75.png"/><Relationship Id="rId10" Type="http://schemas.openxmlformats.org/officeDocument/2006/relationships/image" Target="../media/image74.png"/><Relationship Id="rId1" Type="http://schemas.openxmlformats.org/officeDocument/2006/relationships/image" Target="../media/image69.png"/></Relationships>
</file>

<file path=ppt/slides/_rels/slide22.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image" Target="../media/image73.png"/><Relationship Id="rId7" Type="http://schemas.openxmlformats.org/officeDocument/2006/relationships/image" Target="../media/image22.png"/><Relationship Id="rId6" Type="http://schemas.openxmlformats.org/officeDocument/2006/relationships/image" Target="../media/image37.png"/><Relationship Id="rId5" Type="http://schemas.openxmlformats.org/officeDocument/2006/relationships/image" Target="../media/image21.png"/><Relationship Id="rId41" Type="http://schemas.openxmlformats.org/officeDocument/2006/relationships/slideLayout" Target="../slideLayouts/slideLayout1.xml"/><Relationship Id="rId40" Type="http://schemas.openxmlformats.org/officeDocument/2006/relationships/image" Target="../media/image98.png"/><Relationship Id="rId4" Type="http://schemas.openxmlformats.org/officeDocument/2006/relationships/image" Target="../media/image72.png"/><Relationship Id="rId39" Type="http://schemas.openxmlformats.org/officeDocument/2006/relationships/image" Target="../media/image97.png"/><Relationship Id="rId38" Type="http://schemas.openxmlformats.org/officeDocument/2006/relationships/image" Target="../media/image96.png"/><Relationship Id="rId37" Type="http://schemas.openxmlformats.org/officeDocument/2006/relationships/image" Target="../media/image95.png"/><Relationship Id="rId36" Type="http://schemas.openxmlformats.org/officeDocument/2006/relationships/image" Target="../media/image49.png"/><Relationship Id="rId35" Type="http://schemas.openxmlformats.org/officeDocument/2006/relationships/image" Target="../media/image30.png"/><Relationship Id="rId34" Type="http://schemas.openxmlformats.org/officeDocument/2006/relationships/image" Target="../media/image94.png"/><Relationship Id="rId33" Type="http://schemas.openxmlformats.org/officeDocument/2006/relationships/image" Target="../media/image29.png"/><Relationship Id="rId32" Type="http://schemas.openxmlformats.org/officeDocument/2006/relationships/image" Target="../media/image93.png"/><Relationship Id="rId31" Type="http://schemas.openxmlformats.org/officeDocument/2006/relationships/image" Target="../media/image92.png"/><Relationship Id="rId30" Type="http://schemas.openxmlformats.org/officeDocument/2006/relationships/image" Target="../media/image91.png"/><Relationship Id="rId3" Type="http://schemas.openxmlformats.org/officeDocument/2006/relationships/image" Target="../media/image71.png"/><Relationship Id="rId29" Type="http://schemas.openxmlformats.org/officeDocument/2006/relationships/image" Target="../media/image90.png"/><Relationship Id="rId28" Type="http://schemas.openxmlformats.org/officeDocument/2006/relationships/image" Target="../media/image89.png"/><Relationship Id="rId27" Type="http://schemas.openxmlformats.org/officeDocument/2006/relationships/image" Target="../media/image88.png"/><Relationship Id="rId26" Type="http://schemas.openxmlformats.org/officeDocument/2006/relationships/image" Target="../media/image26.png"/><Relationship Id="rId25" Type="http://schemas.openxmlformats.org/officeDocument/2006/relationships/image" Target="../media/image25.png"/><Relationship Id="rId24" Type="http://schemas.openxmlformats.org/officeDocument/2006/relationships/image" Target="../media/image24.png"/><Relationship Id="rId23" Type="http://schemas.openxmlformats.org/officeDocument/2006/relationships/image" Target="../media/image87.png"/><Relationship Id="rId22" Type="http://schemas.openxmlformats.org/officeDocument/2006/relationships/image" Target="../media/image86.png"/><Relationship Id="rId21" Type="http://schemas.openxmlformats.org/officeDocument/2006/relationships/image" Target="../media/image85.png"/><Relationship Id="rId20" Type="http://schemas.openxmlformats.org/officeDocument/2006/relationships/image" Target="../media/image84.png"/><Relationship Id="rId2" Type="http://schemas.openxmlformats.org/officeDocument/2006/relationships/image" Target="../media/image70.png"/><Relationship Id="rId19" Type="http://schemas.openxmlformats.org/officeDocument/2006/relationships/image" Target="../media/image83.png"/><Relationship Id="rId18" Type="http://schemas.openxmlformats.org/officeDocument/2006/relationships/image" Target="../media/image82.png"/><Relationship Id="rId17" Type="http://schemas.openxmlformats.org/officeDocument/2006/relationships/image" Target="../media/image81.png"/><Relationship Id="rId16" Type="http://schemas.openxmlformats.org/officeDocument/2006/relationships/image" Target="../media/image80.png"/><Relationship Id="rId15" Type="http://schemas.openxmlformats.org/officeDocument/2006/relationships/image" Target="../media/image79.png"/><Relationship Id="rId14" Type="http://schemas.openxmlformats.org/officeDocument/2006/relationships/image" Target="../media/image78.png"/><Relationship Id="rId13" Type="http://schemas.openxmlformats.org/officeDocument/2006/relationships/image" Target="../media/image77.png"/><Relationship Id="rId12" Type="http://schemas.openxmlformats.org/officeDocument/2006/relationships/image" Target="../media/image76.png"/><Relationship Id="rId11" Type="http://schemas.openxmlformats.org/officeDocument/2006/relationships/image" Target="../media/image75.png"/><Relationship Id="rId10" Type="http://schemas.openxmlformats.org/officeDocument/2006/relationships/image" Target="../media/image74.png"/><Relationship Id="rId1" Type="http://schemas.openxmlformats.org/officeDocument/2006/relationships/image" Target="../media/image69.png"/></Relationships>
</file>

<file path=ppt/slides/_rels/slide23.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image" Target="../media/image73.png"/><Relationship Id="rId7" Type="http://schemas.openxmlformats.org/officeDocument/2006/relationships/image" Target="../media/image22.png"/><Relationship Id="rId6" Type="http://schemas.openxmlformats.org/officeDocument/2006/relationships/image" Target="../media/image37.png"/><Relationship Id="rId5" Type="http://schemas.openxmlformats.org/officeDocument/2006/relationships/image" Target="../media/image21.png"/><Relationship Id="rId46" Type="http://schemas.openxmlformats.org/officeDocument/2006/relationships/slideLayout" Target="../slideLayouts/slideLayout1.xml"/><Relationship Id="rId45" Type="http://schemas.openxmlformats.org/officeDocument/2006/relationships/image" Target="../media/image102.png"/><Relationship Id="rId44" Type="http://schemas.openxmlformats.org/officeDocument/2006/relationships/customXml" Target="../ink/ink4.xml"/><Relationship Id="rId43" Type="http://schemas.openxmlformats.org/officeDocument/2006/relationships/image" Target="../media/image101.png"/><Relationship Id="rId42" Type="http://schemas.openxmlformats.org/officeDocument/2006/relationships/image" Target="../media/image100.png"/><Relationship Id="rId41" Type="http://schemas.openxmlformats.org/officeDocument/2006/relationships/image" Target="../media/image99.png"/><Relationship Id="rId40" Type="http://schemas.openxmlformats.org/officeDocument/2006/relationships/image" Target="../media/image98.png"/><Relationship Id="rId4" Type="http://schemas.openxmlformats.org/officeDocument/2006/relationships/image" Target="../media/image72.png"/><Relationship Id="rId39" Type="http://schemas.openxmlformats.org/officeDocument/2006/relationships/image" Target="../media/image97.png"/><Relationship Id="rId38" Type="http://schemas.openxmlformats.org/officeDocument/2006/relationships/image" Target="../media/image96.png"/><Relationship Id="rId37" Type="http://schemas.openxmlformats.org/officeDocument/2006/relationships/image" Target="../media/image95.png"/><Relationship Id="rId36" Type="http://schemas.openxmlformats.org/officeDocument/2006/relationships/image" Target="../media/image49.png"/><Relationship Id="rId35" Type="http://schemas.openxmlformats.org/officeDocument/2006/relationships/image" Target="../media/image30.png"/><Relationship Id="rId34" Type="http://schemas.openxmlformats.org/officeDocument/2006/relationships/image" Target="../media/image94.png"/><Relationship Id="rId33" Type="http://schemas.openxmlformats.org/officeDocument/2006/relationships/image" Target="../media/image29.png"/><Relationship Id="rId32" Type="http://schemas.openxmlformats.org/officeDocument/2006/relationships/image" Target="../media/image93.png"/><Relationship Id="rId31" Type="http://schemas.openxmlformats.org/officeDocument/2006/relationships/image" Target="../media/image92.png"/><Relationship Id="rId30" Type="http://schemas.openxmlformats.org/officeDocument/2006/relationships/image" Target="../media/image91.png"/><Relationship Id="rId3" Type="http://schemas.openxmlformats.org/officeDocument/2006/relationships/image" Target="../media/image71.png"/><Relationship Id="rId29" Type="http://schemas.openxmlformats.org/officeDocument/2006/relationships/image" Target="../media/image90.png"/><Relationship Id="rId28" Type="http://schemas.openxmlformats.org/officeDocument/2006/relationships/image" Target="../media/image89.png"/><Relationship Id="rId27" Type="http://schemas.openxmlformats.org/officeDocument/2006/relationships/image" Target="../media/image88.png"/><Relationship Id="rId26" Type="http://schemas.openxmlformats.org/officeDocument/2006/relationships/image" Target="../media/image26.png"/><Relationship Id="rId25" Type="http://schemas.openxmlformats.org/officeDocument/2006/relationships/image" Target="../media/image25.png"/><Relationship Id="rId24" Type="http://schemas.openxmlformats.org/officeDocument/2006/relationships/image" Target="../media/image24.png"/><Relationship Id="rId23" Type="http://schemas.openxmlformats.org/officeDocument/2006/relationships/image" Target="../media/image87.png"/><Relationship Id="rId22" Type="http://schemas.openxmlformats.org/officeDocument/2006/relationships/image" Target="../media/image86.png"/><Relationship Id="rId21" Type="http://schemas.openxmlformats.org/officeDocument/2006/relationships/image" Target="../media/image85.png"/><Relationship Id="rId20" Type="http://schemas.openxmlformats.org/officeDocument/2006/relationships/image" Target="../media/image84.png"/><Relationship Id="rId2" Type="http://schemas.openxmlformats.org/officeDocument/2006/relationships/image" Target="../media/image70.png"/><Relationship Id="rId19" Type="http://schemas.openxmlformats.org/officeDocument/2006/relationships/image" Target="../media/image83.png"/><Relationship Id="rId18" Type="http://schemas.openxmlformats.org/officeDocument/2006/relationships/image" Target="../media/image82.png"/><Relationship Id="rId17" Type="http://schemas.openxmlformats.org/officeDocument/2006/relationships/image" Target="../media/image81.png"/><Relationship Id="rId16" Type="http://schemas.openxmlformats.org/officeDocument/2006/relationships/image" Target="../media/image80.png"/><Relationship Id="rId15" Type="http://schemas.openxmlformats.org/officeDocument/2006/relationships/image" Target="../media/image79.png"/><Relationship Id="rId14" Type="http://schemas.openxmlformats.org/officeDocument/2006/relationships/image" Target="../media/image78.png"/><Relationship Id="rId13" Type="http://schemas.openxmlformats.org/officeDocument/2006/relationships/image" Target="../media/image77.png"/><Relationship Id="rId12" Type="http://schemas.openxmlformats.org/officeDocument/2006/relationships/image" Target="../media/image76.png"/><Relationship Id="rId11" Type="http://schemas.openxmlformats.org/officeDocument/2006/relationships/image" Target="../media/image75.png"/><Relationship Id="rId10" Type="http://schemas.openxmlformats.org/officeDocument/2006/relationships/image" Target="../media/image74.png"/><Relationship Id="rId1" Type="http://schemas.openxmlformats.org/officeDocument/2006/relationships/image" Target="../media/image69.png"/></Relationships>
</file>

<file path=ppt/slides/_rels/slide24.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image" Target="../media/image73.png"/><Relationship Id="rId7" Type="http://schemas.openxmlformats.org/officeDocument/2006/relationships/image" Target="../media/image22.png"/><Relationship Id="rId6" Type="http://schemas.openxmlformats.org/officeDocument/2006/relationships/image" Target="../media/image37.png"/><Relationship Id="rId5" Type="http://schemas.openxmlformats.org/officeDocument/2006/relationships/image" Target="../media/image21.png"/><Relationship Id="rId45" Type="http://schemas.openxmlformats.org/officeDocument/2006/relationships/slideLayout" Target="../slideLayouts/slideLayout1.xml"/><Relationship Id="rId44" Type="http://schemas.openxmlformats.org/officeDocument/2006/relationships/image" Target="../media/image103.png"/><Relationship Id="rId43" Type="http://schemas.openxmlformats.org/officeDocument/2006/relationships/image" Target="../media/image101.png"/><Relationship Id="rId42" Type="http://schemas.openxmlformats.org/officeDocument/2006/relationships/image" Target="../media/image100.png"/><Relationship Id="rId41" Type="http://schemas.openxmlformats.org/officeDocument/2006/relationships/image" Target="../media/image99.png"/><Relationship Id="rId40" Type="http://schemas.openxmlformats.org/officeDocument/2006/relationships/image" Target="../media/image98.png"/><Relationship Id="rId4" Type="http://schemas.openxmlformats.org/officeDocument/2006/relationships/image" Target="../media/image72.png"/><Relationship Id="rId39" Type="http://schemas.openxmlformats.org/officeDocument/2006/relationships/image" Target="../media/image97.png"/><Relationship Id="rId38" Type="http://schemas.openxmlformats.org/officeDocument/2006/relationships/image" Target="../media/image96.png"/><Relationship Id="rId37" Type="http://schemas.openxmlformats.org/officeDocument/2006/relationships/image" Target="../media/image95.png"/><Relationship Id="rId36" Type="http://schemas.openxmlformats.org/officeDocument/2006/relationships/image" Target="../media/image49.png"/><Relationship Id="rId35" Type="http://schemas.openxmlformats.org/officeDocument/2006/relationships/image" Target="../media/image30.png"/><Relationship Id="rId34" Type="http://schemas.openxmlformats.org/officeDocument/2006/relationships/image" Target="../media/image94.png"/><Relationship Id="rId33" Type="http://schemas.openxmlformats.org/officeDocument/2006/relationships/image" Target="../media/image29.png"/><Relationship Id="rId32" Type="http://schemas.openxmlformats.org/officeDocument/2006/relationships/image" Target="../media/image93.png"/><Relationship Id="rId31" Type="http://schemas.openxmlformats.org/officeDocument/2006/relationships/image" Target="../media/image92.png"/><Relationship Id="rId30" Type="http://schemas.openxmlformats.org/officeDocument/2006/relationships/image" Target="../media/image91.png"/><Relationship Id="rId3" Type="http://schemas.openxmlformats.org/officeDocument/2006/relationships/image" Target="../media/image71.png"/><Relationship Id="rId29" Type="http://schemas.openxmlformats.org/officeDocument/2006/relationships/image" Target="../media/image90.png"/><Relationship Id="rId28" Type="http://schemas.openxmlformats.org/officeDocument/2006/relationships/image" Target="../media/image89.png"/><Relationship Id="rId27" Type="http://schemas.openxmlformats.org/officeDocument/2006/relationships/image" Target="../media/image88.png"/><Relationship Id="rId26" Type="http://schemas.openxmlformats.org/officeDocument/2006/relationships/image" Target="../media/image26.png"/><Relationship Id="rId25" Type="http://schemas.openxmlformats.org/officeDocument/2006/relationships/image" Target="../media/image25.png"/><Relationship Id="rId24" Type="http://schemas.openxmlformats.org/officeDocument/2006/relationships/image" Target="../media/image24.png"/><Relationship Id="rId23" Type="http://schemas.openxmlformats.org/officeDocument/2006/relationships/image" Target="../media/image87.png"/><Relationship Id="rId22" Type="http://schemas.openxmlformats.org/officeDocument/2006/relationships/image" Target="../media/image86.png"/><Relationship Id="rId21" Type="http://schemas.openxmlformats.org/officeDocument/2006/relationships/image" Target="../media/image85.png"/><Relationship Id="rId20" Type="http://schemas.openxmlformats.org/officeDocument/2006/relationships/image" Target="../media/image84.png"/><Relationship Id="rId2" Type="http://schemas.openxmlformats.org/officeDocument/2006/relationships/image" Target="../media/image70.png"/><Relationship Id="rId19" Type="http://schemas.openxmlformats.org/officeDocument/2006/relationships/image" Target="../media/image83.png"/><Relationship Id="rId18" Type="http://schemas.openxmlformats.org/officeDocument/2006/relationships/image" Target="../media/image82.png"/><Relationship Id="rId17" Type="http://schemas.openxmlformats.org/officeDocument/2006/relationships/image" Target="../media/image81.png"/><Relationship Id="rId16" Type="http://schemas.openxmlformats.org/officeDocument/2006/relationships/image" Target="../media/image80.png"/><Relationship Id="rId15" Type="http://schemas.openxmlformats.org/officeDocument/2006/relationships/image" Target="../media/image79.png"/><Relationship Id="rId14" Type="http://schemas.openxmlformats.org/officeDocument/2006/relationships/image" Target="../media/image78.png"/><Relationship Id="rId13" Type="http://schemas.openxmlformats.org/officeDocument/2006/relationships/image" Target="../media/image77.png"/><Relationship Id="rId12" Type="http://schemas.openxmlformats.org/officeDocument/2006/relationships/image" Target="../media/image76.png"/><Relationship Id="rId11" Type="http://schemas.openxmlformats.org/officeDocument/2006/relationships/image" Target="../media/image75.png"/><Relationship Id="rId10" Type="http://schemas.openxmlformats.org/officeDocument/2006/relationships/image" Target="../media/image74.png"/><Relationship Id="rId1" Type="http://schemas.openxmlformats.org/officeDocument/2006/relationships/image" Target="../media/image69.png"/></Relationships>
</file>

<file path=ppt/slides/_rels/slide25.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image" Target="../media/image73.png"/><Relationship Id="rId7" Type="http://schemas.openxmlformats.org/officeDocument/2006/relationships/image" Target="../media/image22.png"/><Relationship Id="rId6" Type="http://schemas.openxmlformats.org/officeDocument/2006/relationships/image" Target="../media/image37.png"/><Relationship Id="rId5" Type="http://schemas.openxmlformats.org/officeDocument/2006/relationships/image" Target="../media/image21.png"/><Relationship Id="rId49" Type="http://schemas.openxmlformats.org/officeDocument/2006/relationships/slideLayout" Target="../slideLayouts/slideLayout1.xml"/><Relationship Id="rId48" Type="http://schemas.openxmlformats.org/officeDocument/2006/relationships/image" Target="../media/image60.png"/><Relationship Id="rId47" Type="http://schemas.openxmlformats.org/officeDocument/2006/relationships/image" Target="../media/image59.png"/><Relationship Id="rId46" Type="http://schemas.openxmlformats.org/officeDocument/2006/relationships/image" Target="../media/image58.png"/><Relationship Id="rId45" Type="http://schemas.openxmlformats.org/officeDocument/2006/relationships/image" Target="../media/image57.png"/><Relationship Id="rId44" Type="http://schemas.openxmlformats.org/officeDocument/2006/relationships/image" Target="../media/image103.png"/><Relationship Id="rId43" Type="http://schemas.openxmlformats.org/officeDocument/2006/relationships/image" Target="../media/image101.png"/><Relationship Id="rId42" Type="http://schemas.openxmlformats.org/officeDocument/2006/relationships/image" Target="../media/image100.png"/><Relationship Id="rId41" Type="http://schemas.openxmlformats.org/officeDocument/2006/relationships/image" Target="../media/image99.png"/><Relationship Id="rId40" Type="http://schemas.openxmlformats.org/officeDocument/2006/relationships/image" Target="../media/image98.png"/><Relationship Id="rId4" Type="http://schemas.openxmlformats.org/officeDocument/2006/relationships/image" Target="../media/image72.png"/><Relationship Id="rId39" Type="http://schemas.openxmlformats.org/officeDocument/2006/relationships/image" Target="../media/image97.png"/><Relationship Id="rId38" Type="http://schemas.openxmlformats.org/officeDocument/2006/relationships/image" Target="../media/image96.png"/><Relationship Id="rId37" Type="http://schemas.openxmlformats.org/officeDocument/2006/relationships/image" Target="../media/image95.png"/><Relationship Id="rId36" Type="http://schemas.openxmlformats.org/officeDocument/2006/relationships/image" Target="../media/image49.png"/><Relationship Id="rId35" Type="http://schemas.openxmlformats.org/officeDocument/2006/relationships/image" Target="../media/image30.png"/><Relationship Id="rId34" Type="http://schemas.openxmlformats.org/officeDocument/2006/relationships/image" Target="../media/image94.png"/><Relationship Id="rId33" Type="http://schemas.openxmlformats.org/officeDocument/2006/relationships/image" Target="../media/image29.png"/><Relationship Id="rId32" Type="http://schemas.openxmlformats.org/officeDocument/2006/relationships/image" Target="../media/image93.png"/><Relationship Id="rId31" Type="http://schemas.openxmlformats.org/officeDocument/2006/relationships/image" Target="../media/image92.png"/><Relationship Id="rId30" Type="http://schemas.openxmlformats.org/officeDocument/2006/relationships/image" Target="../media/image91.png"/><Relationship Id="rId3" Type="http://schemas.openxmlformats.org/officeDocument/2006/relationships/image" Target="../media/image71.png"/><Relationship Id="rId29" Type="http://schemas.openxmlformats.org/officeDocument/2006/relationships/image" Target="../media/image90.png"/><Relationship Id="rId28" Type="http://schemas.openxmlformats.org/officeDocument/2006/relationships/image" Target="../media/image89.png"/><Relationship Id="rId27" Type="http://schemas.openxmlformats.org/officeDocument/2006/relationships/image" Target="../media/image88.png"/><Relationship Id="rId26" Type="http://schemas.openxmlformats.org/officeDocument/2006/relationships/image" Target="../media/image26.png"/><Relationship Id="rId25" Type="http://schemas.openxmlformats.org/officeDocument/2006/relationships/image" Target="../media/image25.png"/><Relationship Id="rId24" Type="http://schemas.openxmlformats.org/officeDocument/2006/relationships/image" Target="../media/image24.png"/><Relationship Id="rId23" Type="http://schemas.openxmlformats.org/officeDocument/2006/relationships/image" Target="../media/image87.png"/><Relationship Id="rId22" Type="http://schemas.openxmlformats.org/officeDocument/2006/relationships/image" Target="../media/image86.png"/><Relationship Id="rId21" Type="http://schemas.openxmlformats.org/officeDocument/2006/relationships/image" Target="../media/image85.png"/><Relationship Id="rId20" Type="http://schemas.openxmlformats.org/officeDocument/2006/relationships/image" Target="../media/image84.png"/><Relationship Id="rId2" Type="http://schemas.openxmlformats.org/officeDocument/2006/relationships/image" Target="../media/image70.png"/><Relationship Id="rId19" Type="http://schemas.openxmlformats.org/officeDocument/2006/relationships/image" Target="../media/image83.png"/><Relationship Id="rId18" Type="http://schemas.openxmlformats.org/officeDocument/2006/relationships/image" Target="../media/image82.png"/><Relationship Id="rId17" Type="http://schemas.openxmlformats.org/officeDocument/2006/relationships/image" Target="../media/image81.png"/><Relationship Id="rId16" Type="http://schemas.openxmlformats.org/officeDocument/2006/relationships/image" Target="../media/image80.png"/><Relationship Id="rId15" Type="http://schemas.openxmlformats.org/officeDocument/2006/relationships/image" Target="../media/image79.png"/><Relationship Id="rId14" Type="http://schemas.openxmlformats.org/officeDocument/2006/relationships/image" Target="../media/image78.png"/><Relationship Id="rId13" Type="http://schemas.openxmlformats.org/officeDocument/2006/relationships/image" Target="../media/image77.png"/><Relationship Id="rId12" Type="http://schemas.openxmlformats.org/officeDocument/2006/relationships/image" Target="../media/image76.png"/><Relationship Id="rId11" Type="http://schemas.openxmlformats.org/officeDocument/2006/relationships/image" Target="../media/image75.png"/><Relationship Id="rId10" Type="http://schemas.openxmlformats.org/officeDocument/2006/relationships/image" Target="../media/image74.png"/><Relationship Id="rId1" Type="http://schemas.openxmlformats.org/officeDocument/2006/relationships/image" Target="../media/image69.png"/></Relationships>
</file>

<file path=ppt/slides/_rels/slide26.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image" Target="../media/image73.png"/><Relationship Id="rId7" Type="http://schemas.openxmlformats.org/officeDocument/2006/relationships/image" Target="../media/image22.png"/><Relationship Id="rId6" Type="http://schemas.openxmlformats.org/officeDocument/2006/relationships/image" Target="../media/image37.png"/><Relationship Id="rId50" Type="http://schemas.openxmlformats.org/officeDocument/2006/relationships/slideLayout" Target="../slideLayouts/slideLayout1.xml"/><Relationship Id="rId5" Type="http://schemas.openxmlformats.org/officeDocument/2006/relationships/image" Target="../media/image21.png"/><Relationship Id="rId49" Type="http://schemas.openxmlformats.org/officeDocument/2006/relationships/image" Target="../media/image104.png"/><Relationship Id="rId48" Type="http://schemas.openxmlformats.org/officeDocument/2006/relationships/image" Target="../media/image60.png"/><Relationship Id="rId47" Type="http://schemas.openxmlformats.org/officeDocument/2006/relationships/image" Target="../media/image59.png"/><Relationship Id="rId46" Type="http://schemas.openxmlformats.org/officeDocument/2006/relationships/image" Target="../media/image58.png"/><Relationship Id="rId45" Type="http://schemas.openxmlformats.org/officeDocument/2006/relationships/image" Target="../media/image57.png"/><Relationship Id="rId44" Type="http://schemas.openxmlformats.org/officeDocument/2006/relationships/image" Target="../media/image103.png"/><Relationship Id="rId43" Type="http://schemas.openxmlformats.org/officeDocument/2006/relationships/image" Target="../media/image101.png"/><Relationship Id="rId42" Type="http://schemas.openxmlformats.org/officeDocument/2006/relationships/image" Target="../media/image100.png"/><Relationship Id="rId41" Type="http://schemas.openxmlformats.org/officeDocument/2006/relationships/image" Target="../media/image99.png"/><Relationship Id="rId40" Type="http://schemas.openxmlformats.org/officeDocument/2006/relationships/image" Target="../media/image98.png"/><Relationship Id="rId4" Type="http://schemas.openxmlformats.org/officeDocument/2006/relationships/image" Target="../media/image72.png"/><Relationship Id="rId39" Type="http://schemas.openxmlformats.org/officeDocument/2006/relationships/image" Target="../media/image97.png"/><Relationship Id="rId38" Type="http://schemas.openxmlformats.org/officeDocument/2006/relationships/image" Target="../media/image96.png"/><Relationship Id="rId37" Type="http://schemas.openxmlformats.org/officeDocument/2006/relationships/image" Target="../media/image95.png"/><Relationship Id="rId36" Type="http://schemas.openxmlformats.org/officeDocument/2006/relationships/image" Target="../media/image49.png"/><Relationship Id="rId35" Type="http://schemas.openxmlformats.org/officeDocument/2006/relationships/image" Target="../media/image30.png"/><Relationship Id="rId34" Type="http://schemas.openxmlformats.org/officeDocument/2006/relationships/image" Target="../media/image94.png"/><Relationship Id="rId33" Type="http://schemas.openxmlformats.org/officeDocument/2006/relationships/image" Target="../media/image29.png"/><Relationship Id="rId32" Type="http://schemas.openxmlformats.org/officeDocument/2006/relationships/image" Target="../media/image93.png"/><Relationship Id="rId31" Type="http://schemas.openxmlformats.org/officeDocument/2006/relationships/image" Target="../media/image92.png"/><Relationship Id="rId30" Type="http://schemas.openxmlformats.org/officeDocument/2006/relationships/image" Target="../media/image91.png"/><Relationship Id="rId3" Type="http://schemas.openxmlformats.org/officeDocument/2006/relationships/image" Target="../media/image71.png"/><Relationship Id="rId29" Type="http://schemas.openxmlformats.org/officeDocument/2006/relationships/image" Target="../media/image90.png"/><Relationship Id="rId28" Type="http://schemas.openxmlformats.org/officeDocument/2006/relationships/image" Target="../media/image89.png"/><Relationship Id="rId27" Type="http://schemas.openxmlformats.org/officeDocument/2006/relationships/image" Target="../media/image88.png"/><Relationship Id="rId26" Type="http://schemas.openxmlformats.org/officeDocument/2006/relationships/image" Target="../media/image26.png"/><Relationship Id="rId25" Type="http://schemas.openxmlformats.org/officeDocument/2006/relationships/image" Target="../media/image25.png"/><Relationship Id="rId24" Type="http://schemas.openxmlformats.org/officeDocument/2006/relationships/image" Target="../media/image24.png"/><Relationship Id="rId23" Type="http://schemas.openxmlformats.org/officeDocument/2006/relationships/image" Target="../media/image87.png"/><Relationship Id="rId22" Type="http://schemas.openxmlformats.org/officeDocument/2006/relationships/image" Target="../media/image86.png"/><Relationship Id="rId21" Type="http://schemas.openxmlformats.org/officeDocument/2006/relationships/image" Target="../media/image85.png"/><Relationship Id="rId20" Type="http://schemas.openxmlformats.org/officeDocument/2006/relationships/image" Target="../media/image84.png"/><Relationship Id="rId2" Type="http://schemas.openxmlformats.org/officeDocument/2006/relationships/image" Target="../media/image70.png"/><Relationship Id="rId19" Type="http://schemas.openxmlformats.org/officeDocument/2006/relationships/image" Target="../media/image83.png"/><Relationship Id="rId18" Type="http://schemas.openxmlformats.org/officeDocument/2006/relationships/image" Target="../media/image82.png"/><Relationship Id="rId17" Type="http://schemas.openxmlformats.org/officeDocument/2006/relationships/image" Target="../media/image81.png"/><Relationship Id="rId16" Type="http://schemas.openxmlformats.org/officeDocument/2006/relationships/image" Target="../media/image80.png"/><Relationship Id="rId15" Type="http://schemas.openxmlformats.org/officeDocument/2006/relationships/image" Target="../media/image79.png"/><Relationship Id="rId14" Type="http://schemas.openxmlformats.org/officeDocument/2006/relationships/image" Target="../media/image78.png"/><Relationship Id="rId13" Type="http://schemas.openxmlformats.org/officeDocument/2006/relationships/image" Target="../media/image77.png"/><Relationship Id="rId12" Type="http://schemas.openxmlformats.org/officeDocument/2006/relationships/image" Target="../media/image76.png"/><Relationship Id="rId11" Type="http://schemas.openxmlformats.org/officeDocument/2006/relationships/image" Target="../media/image75.png"/><Relationship Id="rId10" Type="http://schemas.openxmlformats.org/officeDocument/2006/relationships/image" Target="../media/image74.png"/><Relationship Id="rId1" Type="http://schemas.openxmlformats.org/officeDocument/2006/relationships/image" Target="../media/image69.png"/></Relationships>
</file>

<file path=ppt/slides/_rels/slide27.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image" Target="../media/image73.png"/><Relationship Id="rId7" Type="http://schemas.openxmlformats.org/officeDocument/2006/relationships/image" Target="../media/image22.png"/><Relationship Id="rId6" Type="http://schemas.openxmlformats.org/officeDocument/2006/relationships/image" Target="../media/image37.png"/><Relationship Id="rId50" Type="http://schemas.openxmlformats.org/officeDocument/2006/relationships/slideLayout" Target="../slideLayouts/slideLayout1.xml"/><Relationship Id="rId5" Type="http://schemas.openxmlformats.org/officeDocument/2006/relationships/image" Target="../media/image21.png"/><Relationship Id="rId49" Type="http://schemas.openxmlformats.org/officeDocument/2006/relationships/image" Target="../media/image104.png"/><Relationship Id="rId48" Type="http://schemas.openxmlformats.org/officeDocument/2006/relationships/image" Target="../media/image60.png"/><Relationship Id="rId47" Type="http://schemas.openxmlformats.org/officeDocument/2006/relationships/image" Target="../media/image59.png"/><Relationship Id="rId46" Type="http://schemas.openxmlformats.org/officeDocument/2006/relationships/image" Target="../media/image58.png"/><Relationship Id="rId45" Type="http://schemas.openxmlformats.org/officeDocument/2006/relationships/image" Target="../media/image57.png"/><Relationship Id="rId44" Type="http://schemas.openxmlformats.org/officeDocument/2006/relationships/image" Target="../media/image103.png"/><Relationship Id="rId43" Type="http://schemas.openxmlformats.org/officeDocument/2006/relationships/image" Target="../media/image101.png"/><Relationship Id="rId42" Type="http://schemas.openxmlformats.org/officeDocument/2006/relationships/image" Target="../media/image100.png"/><Relationship Id="rId41" Type="http://schemas.openxmlformats.org/officeDocument/2006/relationships/image" Target="../media/image99.png"/><Relationship Id="rId40" Type="http://schemas.openxmlformats.org/officeDocument/2006/relationships/image" Target="../media/image98.png"/><Relationship Id="rId4" Type="http://schemas.openxmlformats.org/officeDocument/2006/relationships/image" Target="../media/image72.png"/><Relationship Id="rId39" Type="http://schemas.openxmlformats.org/officeDocument/2006/relationships/image" Target="../media/image97.png"/><Relationship Id="rId38" Type="http://schemas.openxmlformats.org/officeDocument/2006/relationships/image" Target="../media/image96.png"/><Relationship Id="rId37" Type="http://schemas.openxmlformats.org/officeDocument/2006/relationships/image" Target="../media/image95.png"/><Relationship Id="rId36" Type="http://schemas.openxmlformats.org/officeDocument/2006/relationships/image" Target="../media/image49.png"/><Relationship Id="rId35" Type="http://schemas.openxmlformats.org/officeDocument/2006/relationships/image" Target="../media/image30.png"/><Relationship Id="rId34" Type="http://schemas.openxmlformats.org/officeDocument/2006/relationships/image" Target="../media/image94.png"/><Relationship Id="rId33" Type="http://schemas.openxmlformats.org/officeDocument/2006/relationships/image" Target="../media/image29.png"/><Relationship Id="rId32" Type="http://schemas.openxmlformats.org/officeDocument/2006/relationships/image" Target="../media/image93.png"/><Relationship Id="rId31" Type="http://schemas.openxmlformats.org/officeDocument/2006/relationships/image" Target="../media/image92.png"/><Relationship Id="rId30" Type="http://schemas.openxmlformats.org/officeDocument/2006/relationships/image" Target="../media/image91.png"/><Relationship Id="rId3" Type="http://schemas.openxmlformats.org/officeDocument/2006/relationships/image" Target="../media/image71.png"/><Relationship Id="rId29" Type="http://schemas.openxmlformats.org/officeDocument/2006/relationships/image" Target="../media/image90.png"/><Relationship Id="rId28" Type="http://schemas.openxmlformats.org/officeDocument/2006/relationships/image" Target="../media/image89.png"/><Relationship Id="rId27" Type="http://schemas.openxmlformats.org/officeDocument/2006/relationships/image" Target="../media/image88.png"/><Relationship Id="rId26" Type="http://schemas.openxmlformats.org/officeDocument/2006/relationships/image" Target="../media/image26.png"/><Relationship Id="rId25" Type="http://schemas.openxmlformats.org/officeDocument/2006/relationships/image" Target="../media/image25.png"/><Relationship Id="rId24" Type="http://schemas.openxmlformats.org/officeDocument/2006/relationships/image" Target="../media/image24.png"/><Relationship Id="rId23" Type="http://schemas.openxmlformats.org/officeDocument/2006/relationships/image" Target="../media/image87.png"/><Relationship Id="rId22" Type="http://schemas.openxmlformats.org/officeDocument/2006/relationships/image" Target="../media/image86.png"/><Relationship Id="rId21" Type="http://schemas.openxmlformats.org/officeDocument/2006/relationships/image" Target="../media/image85.png"/><Relationship Id="rId20" Type="http://schemas.openxmlformats.org/officeDocument/2006/relationships/image" Target="../media/image84.png"/><Relationship Id="rId2" Type="http://schemas.openxmlformats.org/officeDocument/2006/relationships/image" Target="../media/image70.png"/><Relationship Id="rId19" Type="http://schemas.openxmlformats.org/officeDocument/2006/relationships/image" Target="../media/image83.png"/><Relationship Id="rId18" Type="http://schemas.openxmlformats.org/officeDocument/2006/relationships/image" Target="../media/image82.png"/><Relationship Id="rId17" Type="http://schemas.openxmlformats.org/officeDocument/2006/relationships/image" Target="../media/image81.png"/><Relationship Id="rId16" Type="http://schemas.openxmlformats.org/officeDocument/2006/relationships/image" Target="../media/image80.png"/><Relationship Id="rId15" Type="http://schemas.openxmlformats.org/officeDocument/2006/relationships/image" Target="../media/image79.png"/><Relationship Id="rId14" Type="http://schemas.openxmlformats.org/officeDocument/2006/relationships/image" Target="../media/image78.png"/><Relationship Id="rId13" Type="http://schemas.openxmlformats.org/officeDocument/2006/relationships/image" Target="../media/image77.png"/><Relationship Id="rId12" Type="http://schemas.openxmlformats.org/officeDocument/2006/relationships/image" Target="../media/image76.png"/><Relationship Id="rId11" Type="http://schemas.openxmlformats.org/officeDocument/2006/relationships/image" Target="../media/image75.png"/><Relationship Id="rId10" Type="http://schemas.openxmlformats.org/officeDocument/2006/relationships/image" Target="../media/image74.png"/><Relationship Id="rId1" Type="http://schemas.openxmlformats.org/officeDocument/2006/relationships/image" Target="../media/image69.png"/></Relationships>
</file>

<file path=ppt/slides/_rels/slide28.xml.rels><?xml version="1.0" encoding="UTF-8" standalone="yes"?>
<Relationships xmlns="http://schemas.openxmlformats.org/package/2006/relationships"><Relationship Id="rId9" Type="http://schemas.openxmlformats.org/officeDocument/2006/relationships/image" Target="../media/image95.png"/><Relationship Id="rId8" Type="http://schemas.openxmlformats.org/officeDocument/2006/relationships/image" Target="../media/image79.png"/><Relationship Id="rId7" Type="http://schemas.openxmlformats.org/officeDocument/2006/relationships/image" Target="../media/image29.png"/><Relationship Id="rId6" Type="http://schemas.openxmlformats.org/officeDocument/2006/relationships/image" Target="../media/image93.png"/><Relationship Id="rId59" Type="http://schemas.openxmlformats.org/officeDocument/2006/relationships/slideLayout" Target="../slideLayouts/slideLayout1.xml"/><Relationship Id="rId58" Type="http://schemas.openxmlformats.org/officeDocument/2006/relationships/image" Target="../media/image111.png"/><Relationship Id="rId57" Type="http://schemas.openxmlformats.org/officeDocument/2006/relationships/customXml" Target="../ink/ink5.xml"/><Relationship Id="rId56" Type="http://schemas.openxmlformats.org/officeDocument/2006/relationships/image" Target="../media/image104.png"/><Relationship Id="rId55" Type="http://schemas.openxmlformats.org/officeDocument/2006/relationships/image" Target="../media/image103.png"/><Relationship Id="rId54" Type="http://schemas.openxmlformats.org/officeDocument/2006/relationships/image" Target="../media/image98.png"/><Relationship Id="rId53" Type="http://schemas.openxmlformats.org/officeDocument/2006/relationships/image" Target="../media/image97.png"/><Relationship Id="rId52" Type="http://schemas.openxmlformats.org/officeDocument/2006/relationships/image" Target="../media/image92.png"/><Relationship Id="rId51" Type="http://schemas.openxmlformats.org/officeDocument/2006/relationships/image" Target="../media/image91.png"/><Relationship Id="rId50" Type="http://schemas.openxmlformats.org/officeDocument/2006/relationships/image" Target="../media/image86.png"/><Relationship Id="rId5" Type="http://schemas.openxmlformats.org/officeDocument/2006/relationships/image" Target="../media/image26.png"/><Relationship Id="rId49" Type="http://schemas.openxmlformats.org/officeDocument/2006/relationships/image" Target="../media/image85.png"/><Relationship Id="rId48" Type="http://schemas.openxmlformats.org/officeDocument/2006/relationships/image" Target="../media/image78.png"/><Relationship Id="rId47" Type="http://schemas.openxmlformats.org/officeDocument/2006/relationships/image" Target="../media/image77.png"/><Relationship Id="rId46" Type="http://schemas.openxmlformats.org/officeDocument/2006/relationships/image" Target="../media/image76.png"/><Relationship Id="rId45" Type="http://schemas.openxmlformats.org/officeDocument/2006/relationships/image" Target="../media/image75.png"/><Relationship Id="rId44" Type="http://schemas.openxmlformats.org/officeDocument/2006/relationships/image" Target="../media/image74.png"/><Relationship Id="rId43" Type="http://schemas.openxmlformats.org/officeDocument/2006/relationships/image" Target="../media/image101.png"/><Relationship Id="rId42" Type="http://schemas.openxmlformats.org/officeDocument/2006/relationships/image" Target="../media/image100.png"/><Relationship Id="rId41" Type="http://schemas.openxmlformats.org/officeDocument/2006/relationships/image" Target="../media/image99.png"/><Relationship Id="rId40" Type="http://schemas.openxmlformats.org/officeDocument/2006/relationships/image" Target="../media/image96.png"/><Relationship Id="rId4" Type="http://schemas.openxmlformats.org/officeDocument/2006/relationships/image" Target="../media/image25.png"/><Relationship Id="rId39" Type="http://schemas.openxmlformats.org/officeDocument/2006/relationships/image" Target="../media/image90.png"/><Relationship Id="rId38" Type="http://schemas.openxmlformats.org/officeDocument/2006/relationships/image" Target="../media/image89.png"/><Relationship Id="rId37" Type="http://schemas.openxmlformats.org/officeDocument/2006/relationships/image" Target="../media/image23.png"/><Relationship Id="rId36" Type="http://schemas.openxmlformats.org/officeDocument/2006/relationships/image" Target="../media/image73.png"/><Relationship Id="rId35" Type="http://schemas.openxmlformats.org/officeDocument/2006/relationships/image" Target="../media/image22.png"/><Relationship Id="rId34" Type="http://schemas.openxmlformats.org/officeDocument/2006/relationships/image" Target="../media/image37.png"/><Relationship Id="rId33" Type="http://schemas.openxmlformats.org/officeDocument/2006/relationships/image" Target="../media/image21.png"/><Relationship Id="rId32" Type="http://schemas.openxmlformats.org/officeDocument/2006/relationships/image" Target="../media/image72.png"/><Relationship Id="rId31" Type="http://schemas.openxmlformats.org/officeDocument/2006/relationships/image" Target="../media/image71.png"/><Relationship Id="rId30" Type="http://schemas.openxmlformats.org/officeDocument/2006/relationships/image" Target="../media/image70.png"/><Relationship Id="rId3" Type="http://schemas.openxmlformats.org/officeDocument/2006/relationships/image" Target="../media/image88.png"/><Relationship Id="rId29" Type="http://schemas.openxmlformats.org/officeDocument/2006/relationships/image" Target="../media/image69.png"/><Relationship Id="rId28" Type="http://schemas.openxmlformats.org/officeDocument/2006/relationships/image" Target="../media/image110.png"/><Relationship Id="rId27" Type="http://schemas.openxmlformats.org/officeDocument/2006/relationships/image" Target="../media/image109.png"/><Relationship Id="rId26" Type="http://schemas.openxmlformats.org/officeDocument/2006/relationships/image" Target="../media/image51.png"/><Relationship Id="rId25" Type="http://schemas.openxmlformats.org/officeDocument/2006/relationships/image" Target="../media/image108.png"/><Relationship Id="rId24" Type="http://schemas.openxmlformats.org/officeDocument/2006/relationships/image" Target="../media/image107.png"/><Relationship Id="rId23" Type="http://schemas.openxmlformats.org/officeDocument/2006/relationships/image" Target="../media/image106.png"/><Relationship Id="rId22" Type="http://schemas.openxmlformats.org/officeDocument/2006/relationships/image" Target="../media/image105.png"/><Relationship Id="rId21" Type="http://schemas.openxmlformats.org/officeDocument/2006/relationships/image" Target="../media/image60.png"/><Relationship Id="rId20" Type="http://schemas.openxmlformats.org/officeDocument/2006/relationships/image" Target="../media/image59.png"/><Relationship Id="rId2" Type="http://schemas.openxmlformats.org/officeDocument/2006/relationships/image" Target="../media/image24.png"/><Relationship Id="rId19" Type="http://schemas.openxmlformats.org/officeDocument/2006/relationships/image" Target="../media/image58.png"/><Relationship Id="rId18" Type="http://schemas.openxmlformats.org/officeDocument/2006/relationships/image" Target="../media/image57.png"/><Relationship Id="rId17" Type="http://schemas.openxmlformats.org/officeDocument/2006/relationships/image" Target="../media/image84.png"/><Relationship Id="rId16" Type="http://schemas.openxmlformats.org/officeDocument/2006/relationships/image" Target="../media/image83.png"/><Relationship Id="rId15" Type="http://schemas.openxmlformats.org/officeDocument/2006/relationships/image" Target="../media/image82.png"/><Relationship Id="rId14" Type="http://schemas.openxmlformats.org/officeDocument/2006/relationships/image" Target="../media/image81.png"/><Relationship Id="rId13" Type="http://schemas.openxmlformats.org/officeDocument/2006/relationships/image" Target="../media/image80.png"/><Relationship Id="rId12" Type="http://schemas.openxmlformats.org/officeDocument/2006/relationships/image" Target="../media/image49.png"/><Relationship Id="rId11" Type="http://schemas.openxmlformats.org/officeDocument/2006/relationships/image" Target="../media/image30.png"/><Relationship Id="rId10" Type="http://schemas.openxmlformats.org/officeDocument/2006/relationships/image" Target="../media/image94.png"/><Relationship Id="rId1" Type="http://schemas.openxmlformats.org/officeDocument/2006/relationships/image" Target="../media/image87.png"/></Relationships>
</file>

<file path=ppt/slides/_rels/slide29.xml.rels><?xml version="1.0" encoding="UTF-8" standalone="yes"?>
<Relationships xmlns="http://schemas.openxmlformats.org/package/2006/relationships"><Relationship Id="rId9" Type="http://schemas.openxmlformats.org/officeDocument/2006/relationships/image" Target="../media/image95.png"/><Relationship Id="rId8" Type="http://schemas.openxmlformats.org/officeDocument/2006/relationships/image" Target="../media/image79.png"/><Relationship Id="rId7" Type="http://schemas.openxmlformats.org/officeDocument/2006/relationships/image" Target="../media/image29.png"/><Relationship Id="rId6" Type="http://schemas.openxmlformats.org/officeDocument/2006/relationships/image" Target="../media/image93.png"/><Relationship Id="rId58" Type="http://schemas.openxmlformats.org/officeDocument/2006/relationships/slideLayout" Target="../slideLayouts/slideLayout1.xml"/><Relationship Id="rId57" Type="http://schemas.openxmlformats.org/officeDocument/2006/relationships/image" Target="../media/image112.png"/><Relationship Id="rId56" Type="http://schemas.openxmlformats.org/officeDocument/2006/relationships/image" Target="../media/image104.png"/><Relationship Id="rId55" Type="http://schemas.openxmlformats.org/officeDocument/2006/relationships/image" Target="../media/image103.png"/><Relationship Id="rId54" Type="http://schemas.openxmlformats.org/officeDocument/2006/relationships/image" Target="../media/image98.png"/><Relationship Id="rId53" Type="http://schemas.openxmlformats.org/officeDocument/2006/relationships/image" Target="../media/image97.png"/><Relationship Id="rId52" Type="http://schemas.openxmlformats.org/officeDocument/2006/relationships/image" Target="../media/image92.png"/><Relationship Id="rId51" Type="http://schemas.openxmlformats.org/officeDocument/2006/relationships/image" Target="../media/image91.png"/><Relationship Id="rId50" Type="http://schemas.openxmlformats.org/officeDocument/2006/relationships/image" Target="../media/image86.png"/><Relationship Id="rId5" Type="http://schemas.openxmlformats.org/officeDocument/2006/relationships/image" Target="../media/image26.png"/><Relationship Id="rId49" Type="http://schemas.openxmlformats.org/officeDocument/2006/relationships/image" Target="../media/image85.png"/><Relationship Id="rId48" Type="http://schemas.openxmlformats.org/officeDocument/2006/relationships/image" Target="../media/image78.png"/><Relationship Id="rId47" Type="http://schemas.openxmlformats.org/officeDocument/2006/relationships/image" Target="../media/image77.png"/><Relationship Id="rId46" Type="http://schemas.openxmlformats.org/officeDocument/2006/relationships/image" Target="../media/image76.png"/><Relationship Id="rId45" Type="http://schemas.openxmlformats.org/officeDocument/2006/relationships/image" Target="../media/image75.png"/><Relationship Id="rId44" Type="http://schemas.openxmlformats.org/officeDocument/2006/relationships/image" Target="../media/image74.png"/><Relationship Id="rId43" Type="http://schemas.openxmlformats.org/officeDocument/2006/relationships/image" Target="../media/image101.png"/><Relationship Id="rId42" Type="http://schemas.openxmlformats.org/officeDocument/2006/relationships/image" Target="../media/image100.png"/><Relationship Id="rId41" Type="http://schemas.openxmlformats.org/officeDocument/2006/relationships/image" Target="../media/image99.png"/><Relationship Id="rId40" Type="http://schemas.openxmlformats.org/officeDocument/2006/relationships/image" Target="../media/image96.png"/><Relationship Id="rId4" Type="http://schemas.openxmlformats.org/officeDocument/2006/relationships/image" Target="../media/image25.png"/><Relationship Id="rId39" Type="http://schemas.openxmlformats.org/officeDocument/2006/relationships/image" Target="../media/image90.png"/><Relationship Id="rId38" Type="http://schemas.openxmlformats.org/officeDocument/2006/relationships/image" Target="../media/image89.png"/><Relationship Id="rId37" Type="http://schemas.openxmlformats.org/officeDocument/2006/relationships/image" Target="../media/image23.png"/><Relationship Id="rId36" Type="http://schemas.openxmlformats.org/officeDocument/2006/relationships/image" Target="../media/image73.png"/><Relationship Id="rId35" Type="http://schemas.openxmlformats.org/officeDocument/2006/relationships/image" Target="../media/image22.png"/><Relationship Id="rId34" Type="http://schemas.openxmlformats.org/officeDocument/2006/relationships/image" Target="../media/image37.png"/><Relationship Id="rId33" Type="http://schemas.openxmlformats.org/officeDocument/2006/relationships/image" Target="../media/image21.png"/><Relationship Id="rId32" Type="http://schemas.openxmlformats.org/officeDocument/2006/relationships/image" Target="../media/image72.png"/><Relationship Id="rId31" Type="http://schemas.openxmlformats.org/officeDocument/2006/relationships/image" Target="../media/image71.png"/><Relationship Id="rId30" Type="http://schemas.openxmlformats.org/officeDocument/2006/relationships/image" Target="../media/image70.png"/><Relationship Id="rId3" Type="http://schemas.openxmlformats.org/officeDocument/2006/relationships/image" Target="../media/image88.png"/><Relationship Id="rId29" Type="http://schemas.openxmlformats.org/officeDocument/2006/relationships/image" Target="../media/image69.png"/><Relationship Id="rId28" Type="http://schemas.openxmlformats.org/officeDocument/2006/relationships/image" Target="../media/image110.png"/><Relationship Id="rId27" Type="http://schemas.openxmlformats.org/officeDocument/2006/relationships/image" Target="../media/image109.png"/><Relationship Id="rId26" Type="http://schemas.openxmlformats.org/officeDocument/2006/relationships/image" Target="../media/image51.png"/><Relationship Id="rId25" Type="http://schemas.openxmlformats.org/officeDocument/2006/relationships/image" Target="../media/image108.png"/><Relationship Id="rId24" Type="http://schemas.openxmlformats.org/officeDocument/2006/relationships/image" Target="../media/image107.png"/><Relationship Id="rId23" Type="http://schemas.openxmlformats.org/officeDocument/2006/relationships/image" Target="../media/image106.png"/><Relationship Id="rId22" Type="http://schemas.openxmlformats.org/officeDocument/2006/relationships/image" Target="../media/image105.png"/><Relationship Id="rId21" Type="http://schemas.openxmlformats.org/officeDocument/2006/relationships/image" Target="../media/image60.png"/><Relationship Id="rId20" Type="http://schemas.openxmlformats.org/officeDocument/2006/relationships/image" Target="../media/image59.png"/><Relationship Id="rId2" Type="http://schemas.openxmlformats.org/officeDocument/2006/relationships/image" Target="../media/image24.png"/><Relationship Id="rId19" Type="http://schemas.openxmlformats.org/officeDocument/2006/relationships/image" Target="../media/image58.png"/><Relationship Id="rId18" Type="http://schemas.openxmlformats.org/officeDocument/2006/relationships/image" Target="../media/image57.png"/><Relationship Id="rId17" Type="http://schemas.openxmlformats.org/officeDocument/2006/relationships/image" Target="../media/image84.png"/><Relationship Id="rId16" Type="http://schemas.openxmlformats.org/officeDocument/2006/relationships/image" Target="../media/image83.png"/><Relationship Id="rId15" Type="http://schemas.openxmlformats.org/officeDocument/2006/relationships/image" Target="../media/image82.png"/><Relationship Id="rId14" Type="http://schemas.openxmlformats.org/officeDocument/2006/relationships/image" Target="../media/image81.png"/><Relationship Id="rId13" Type="http://schemas.openxmlformats.org/officeDocument/2006/relationships/image" Target="../media/image80.png"/><Relationship Id="rId12" Type="http://schemas.openxmlformats.org/officeDocument/2006/relationships/image" Target="../media/image49.png"/><Relationship Id="rId11" Type="http://schemas.openxmlformats.org/officeDocument/2006/relationships/image" Target="../media/image30.png"/><Relationship Id="rId10" Type="http://schemas.openxmlformats.org/officeDocument/2006/relationships/image" Target="../media/image94.png"/><Relationship Id="rId1" Type="http://schemas.openxmlformats.org/officeDocument/2006/relationships/image" Target="../media/image87.png"/></Relationships>
</file>

<file path=ppt/slides/_rels/slide30.xml.rels><?xml version="1.0" encoding="UTF-8" standalone="yes"?>
<Relationships xmlns="http://schemas.openxmlformats.org/package/2006/relationships"><Relationship Id="rId9" Type="http://schemas.openxmlformats.org/officeDocument/2006/relationships/image" Target="../media/image95.png"/><Relationship Id="rId8" Type="http://schemas.openxmlformats.org/officeDocument/2006/relationships/image" Target="../media/image79.png"/><Relationship Id="rId7" Type="http://schemas.openxmlformats.org/officeDocument/2006/relationships/image" Target="../media/image29.png"/><Relationship Id="rId60" Type="http://schemas.openxmlformats.org/officeDocument/2006/relationships/slideLayout" Target="../slideLayouts/slideLayout1.xml"/><Relationship Id="rId6" Type="http://schemas.openxmlformats.org/officeDocument/2006/relationships/image" Target="../media/image93.png"/><Relationship Id="rId59" Type="http://schemas.openxmlformats.org/officeDocument/2006/relationships/image" Target="../media/image114.png"/><Relationship Id="rId58" Type="http://schemas.openxmlformats.org/officeDocument/2006/relationships/image" Target="../media/image113.png"/><Relationship Id="rId57" Type="http://schemas.openxmlformats.org/officeDocument/2006/relationships/image" Target="../media/image112.png"/><Relationship Id="rId56" Type="http://schemas.openxmlformats.org/officeDocument/2006/relationships/image" Target="../media/image104.png"/><Relationship Id="rId55" Type="http://schemas.openxmlformats.org/officeDocument/2006/relationships/image" Target="../media/image103.png"/><Relationship Id="rId54" Type="http://schemas.openxmlformats.org/officeDocument/2006/relationships/image" Target="../media/image98.png"/><Relationship Id="rId53" Type="http://schemas.openxmlformats.org/officeDocument/2006/relationships/image" Target="../media/image97.png"/><Relationship Id="rId52" Type="http://schemas.openxmlformats.org/officeDocument/2006/relationships/image" Target="../media/image92.png"/><Relationship Id="rId51" Type="http://schemas.openxmlformats.org/officeDocument/2006/relationships/image" Target="../media/image91.png"/><Relationship Id="rId50" Type="http://schemas.openxmlformats.org/officeDocument/2006/relationships/image" Target="../media/image86.png"/><Relationship Id="rId5" Type="http://schemas.openxmlformats.org/officeDocument/2006/relationships/image" Target="../media/image26.png"/><Relationship Id="rId49" Type="http://schemas.openxmlformats.org/officeDocument/2006/relationships/image" Target="../media/image85.png"/><Relationship Id="rId48" Type="http://schemas.openxmlformats.org/officeDocument/2006/relationships/image" Target="../media/image78.png"/><Relationship Id="rId47" Type="http://schemas.openxmlformats.org/officeDocument/2006/relationships/image" Target="../media/image77.png"/><Relationship Id="rId46" Type="http://schemas.openxmlformats.org/officeDocument/2006/relationships/image" Target="../media/image76.png"/><Relationship Id="rId45" Type="http://schemas.openxmlformats.org/officeDocument/2006/relationships/image" Target="../media/image75.png"/><Relationship Id="rId44" Type="http://schemas.openxmlformats.org/officeDocument/2006/relationships/image" Target="../media/image74.png"/><Relationship Id="rId43" Type="http://schemas.openxmlformats.org/officeDocument/2006/relationships/image" Target="../media/image101.png"/><Relationship Id="rId42" Type="http://schemas.openxmlformats.org/officeDocument/2006/relationships/image" Target="../media/image100.png"/><Relationship Id="rId41" Type="http://schemas.openxmlformats.org/officeDocument/2006/relationships/image" Target="../media/image99.png"/><Relationship Id="rId40" Type="http://schemas.openxmlformats.org/officeDocument/2006/relationships/image" Target="../media/image96.png"/><Relationship Id="rId4" Type="http://schemas.openxmlformats.org/officeDocument/2006/relationships/image" Target="../media/image25.png"/><Relationship Id="rId39" Type="http://schemas.openxmlformats.org/officeDocument/2006/relationships/image" Target="../media/image90.png"/><Relationship Id="rId38" Type="http://schemas.openxmlformats.org/officeDocument/2006/relationships/image" Target="../media/image89.png"/><Relationship Id="rId37" Type="http://schemas.openxmlformats.org/officeDocument/2006/relationships/image" Target="../media/image23.png"/><Relationship Id="rId36" Type="http://schemas.openxmlformats.org/officeDocument/2006/relationships/image" Target="../media/image73.png"/><Relationship Id="rId35" Type="http://schemas.openxmlformats.org/officeDocument/2006/relationships/image" Target="../media/image22.png"/><Relationship Id="rId34" Type="http://schemas.openxmlformats.org/officeDocument/2006/relationships/image" Target="../media/image37.png"/><Relationship Id="rId33" Type="http://schemas.openxmlformats.org/officeDocument/2006/relationships/image" Target="../media/image21.png"/><Relationship Id="rId32" Type="http://schemas.openxmlformats.org/officeDocument/2006/relationships/image" Target="../media/image72.png"/><Relationship Id="rId31" Type="http://schemas.openxmlformats.org/officeDocument/2006/relationships/image" Target="../media/image71.png"/><Relationship Id="rId30" Type="http://schemas.openxmlformats.org/officeDocument/2006/relationships/image" Target="../media/image70.png"/><Relationship Id="rId3" Type="http://schemas.openxmlformats.org/officeDocument/2006/relationships/image" Target="../media/image88.png"/><Relationship Id="rId29" Type="http://schemas.openxmlformats.org/officeDocument/2006/relationships/image" Target="../media/image69.png"/><Relationship Id="rId28" Type="http://schemas.openxmlformats.org/officeDocument/2006/relationships/image" Target="../media/image110.png"/><Relationship Id="rId27" Type="http://schemas.openxmlformats.org/officeDocument/2006/relationships/image" Target="../media/image109.png"/><Relationship Id="rId26" Type="http://schemas.openxmlformats.org/officeDocument/2006/relationships/image" Target="../media/image51.png"/><Relationship Id="rId25" Type="http://schemas.openxmlformats.org/officeDocument/2006/relationships/image" Target="../media/image108.png"/><Relationship Id="rId24" Type="http://schemas.openxmlformats.org/officeDocument/2006/relationships/image" Target="../media/image107.png"/><Relationship Id="rId23" Type="http://schemas.openxmlformats.org/officeDocument/2006/relationships/image" Target="../media/image106.png"/><Relationship Id="rId22" Type="http://schemas.openxmlformats.org/officeDocument/2006/relationships/image" Target="../media/image105.png"/><Relationship Id="rId21" Type="http://schemas.openxmlformats.org/officeDocument/2006/relationships/image" Target="../media/image60.png"/><Relationship Id="rId20" Type="http://schemas.openxmlformats.org/officeDocument/2006/relationships/image" Target="../media/image59.png"/><Relationship Id="rId2" Type="http://schemas.openxmlformats.org/officeDocument/2006/relationships/image" Target="../media/image24.png"/><Relationship Id="rId19" Type="http://schemas.openxmlformats.org/officeDocument/2006/relationships/image" Target="../media/image58.png"/><Relationship Id="rId18" Type="http://schemas.openxmlformats.org/officeDocument/2006/relationships/image" Target="../media/image57.png"/><Relationship Id="rId17" Type="http://schemas.openxmlformats.org/officeDocument/2006/relationships/image" Target="../media/image84.png"/><Relationship Id="rId16" Type="http://schemas.openxmlformats.org/officeDocument/2006/relationships/image" Target="../media/image83.png"/><Relationship Id="rId15" Type="http://schemas.openxmlformats.org/officeDocument/2006/relationships/image" Target="../media/image82.png"/><Relationship Id="rId14" Type="http://schemas.openxmlformats.org/officeDocument/2006/relationships/image" Target="../media/image81.png"/><Relationship Id="rId13" Type="http://schemas.openxmlformats.org/officeDocument/2006/relationships/image" Target="../media/image80.png"/><Relationship Id="rId12" Type="http://schemas.openxmlformats.org/officeDocument/2006/relationships/image" Target="../media/image49.png"/><Relationship Id="rId11" Type="http://schemas.openxmlformats.org/officeDocument/2006/relationships/image" Target="../media/image30.png"/><Relationship Id="rId10" Type="http://schemas.openxmlformats.org/officeDocument/2006/relationships/image" Target="../media/image94.png"/><Relationship Id="rId1" Type="http://schemas.openxmlformats.org/officeDocument/2006/relationships/image" Target="../media/image87.png"/></Relationships>
</file>

<file path=ppt/slides/_rels/slide31.xml.rels><?xml version="1.0" encoding="UTF-8" standalone="yes"?>
<Relationships xmlns="http://schemas.openxmlformats.org/package/2006/relationships"><Relationship Id="rId9" Type="http://schemas.openxmlformats.org/officeDocument/2006/relationships/image" Target="../media/image95.png"/><Relationship Id="rId8" Type="http://schemas.openxmlformats.org/officeDocument/2006/relationships/image" Target="../media/image79.png"/><Relationship Id="rId7" Type="http://schemas.openxmlformats.org/officeDocument/2006/relationships/image" Target="../media/image29.png"/><Relationship Id="rId6" Type="http://schemas.openxmlformats.org/officeDocument/2006/relationships/image" Target="../media/image93.png"/><Relationship Id="rId5" Type="http://schemas.openxmlformats.org/officeDocument/2006/relationships/image" Target="../media/image26.png"/><Relationship Id="rId49" Type="http://schemas.openxmlformats.org/officeDocument/2006/relationships/slideLayout" Target="../slideLayouts/slideLayout1.xml"/><Relationship Id="rId48" Type="http://schemas.openxmlformats.org/officeDocument/2006/relationships/image" Target="../media/image117.png"/><Relationship Id="rId47" Type="http://schemas.openxmlformats.org/officeDocument/2006/relationships/image" Target="../media/image116.png"/><Relationship Id="rId46" Type="http://schemas.openxmlformats.org/officeDocument/2006/relationships/image" Target="../media/image115.png"/><Relationship Id="rId45" Type="http://schemas.openxmlformats.org/officeDocument/2006/relationships/image" Target="../media/image101.png"/><Relationship Id="rId44" Type="http://schemas.openxmlformats.org/officeDocument/2006/relationships/image" Target="../media/image100.png"/><Relationship Id="rId43" Type="http://schemas.openxmlformats.org/officeDocument/2006/relationships/image" Target="../media/image99.png"/><Relationship Id="rId42" Type="http://schemas.openxmlformats.org/officeDocument/2006/relationships/image" Target="../media/image96.png"/><Relationship Id="rId41" Type="http://schemas.openxmlformats.org/officeDocument/2006/relationships/image" Target="../media/image90.png"/><Relationship Id="rId40" Type="http://schemas.openxmlformats.org/officeDocument/2006/relationships/image" Target="../media/image89.png"/><Relationship Id="rId4" Type="http://schemas.openxmlformats.org/officeDocument/2006/relationships/image" Target="../media/image25.png"/><Relationship Id="rId39" Type="http://schemas.openxmlformats.org/officeDocument/2006/relationships/image" Target="../media/image23.png"/><Relationship Id="rId38" Type="http://schemas.openxmlformats.org/officeDocument/2006/relationships/image" Target="../media/image73.png"/><Relationship Id="rId37" Type="http://schemas.openxmlformats.org/officeDocument/2006/relationships/image" Target="../media/image22.png"/><Relationship Id="rId36" Type="http://schemas.openxmlformats.org/officeDocument/2006/relationships/image" Target="../media/image37.png"/><Relationship Id="rId35" Type="http://schemas.openxmlformats.org/officeDocument/2006/relationships/image" Target="../media/image21.png"/><Relationship Id="rId34" Type="http://schemas.openxmlformats.org/officeDocument/2006/relationships/image" Target="../media/image72.png"/><Relationship Id="rId33" Type="http://schemas.openxmlformats.org/officeDocument/2006/relationships/image" Target="../media/image71.png"/><Relationship Id="rId32" Type="http://schemas.openxmlformats.org/officeDocument/2006/relationships/image" Target="../media/image70.png"/><Relationship Id="rId31" Type="http://schemas.openxmlformats.org/officeDocument/2006/relationships/image" Target="../media/image69.png"/><Relationship Id="rId30" Type="http://schemas.openxmlformats.org/officeDocument/2006/relationships/image" Target="../media/image114.png"/><Relationship Id="rId3" Type="http://schemas.openxmlformats.org/officeDocument/2006/relationships/image" Target="../media/image88.png"/><Relationship Id="rId29" Type="http://schemas.openxmlformats.org/officeDocument/2006/relationships/image" Target="../media/image113.png"/><Relationship Id="rId28" Type="http://schemas.openxmlformats.org/officeDocument/2006/relationships/image" Target="../media/image110.png"/><Relationship Id="rId27" Type="http://schemas.openxmlformats.org/officeDocument/2006/relationships/image" Target="../media/image109.png"/><Relationship Id="rId26" Type="http://schemas.openxmlformats.org/officeDocument/2006/relationships/image" Target="../media/image51.png"/><Relationship Id="rId25" Type="http://schemas.openxmlformats.org/officeDocument/2006/relationships/image" Target="../media/image108.png"/><Relationship Id="rId24" Type="http://schemas.openxmlformats.org/officeDocument/2006/relationships/image" Target="../media/image107.png"/><Relationship Id="rId23" Type="http://schemas.openxmlformats.org/officeDocument/2006/relationships/image" Target="../media/image106.png"/><Relationship Id="rId22" Type="http://schemas.openxmlformats.org/officeDocument/2006/relationships/image" Target="../media/image105.png"/><Relationship Id="rId21" Type="http://schemas.openxmlformats.org/officeDocument/2006/relationships/image" Target="../media/image60.png"/><Relationship Id="rId20" Type="http://schemas.openxmlformats.org/officeDocument/2006/relationships/image" Target="../media/image59.png"/><Relationship Id="rId2" Type="http://schemas.openxmlformats.org/officeDocument/2006/relationships/image" Target="../media/image24.png"/><Relationship Id="rId19" Type="http://schemas.openxmlformats.org/officeDocument/2006/relationships/image" Target="../media/image58.png"/><Relationship Id="rId18" Type="http://schemas.openxmlformats.org/officeDocument/2006/relationships/image" Target="../media/image57.png"/><Relationship Id="rId17" Type="http://schemas.openxmlformats.org/officeDocument/2006/relationships/image" Target="../media/image84.png"/><Relationship Id="rId16" Type="http://schemas.openxmlformats.org/officeDocument/2006/relationships/image" Target="../media/image83.png"/><Relationship Id="rId15" Type="http://schemas.openxmlformats.org/officeDocument/2006/relationships/image" Target="../media/image82.png"/><Relationship Id="rId14" Type="http://schemas.openxmlformats.org/officeDocument/2006/relationships/image" Target="../media/image81.png"/><Relationship Id="rId13" Type="http://schemas.openxmlformats.org/officeDocument/2006/relationships/image" Target="../media/image80.png"/><Relationship Id="rId12" Type="http://schemas.openxmlformats.org/officeDocument/2006/relationships/image" Target="../media/image49.png"/><Relationship Id="rId11" Type="http://schemas.openxmlformats.org/officeDocument/2006/relationships/image" Target="../media/image30.png"/><Relationship Id="rId10" Type="http://schemas.openxmlformats.org/officeDocument/2006/relationships/image" Target="../media/image94.png"/><Relationship Id="rId1" Type="http://schemas.openxmlformats.org/officeDocument/2006/relationships/image" Target="../media/image87.png"/></Relationships>
</file>

<file path=ppt/slides/_rels/slide32.xml.rels><?xml version="1.0" encoding="UTF-8" standalone="yes"?>
<Relationships xmlns="http://schemas.openxmlformats.org/package/2006/relationships"><Relationship Id="rId9" Type="http://schemas.openxmlformats.org/officeDocument/2006/relationships/image" Target="../media/image95.png"/><Relationship Id="rId8" Type="http://schemas.openxmlformats.org/officeDocument/2006/relationships/image" Target="../media/image79.png"/><Relationship Id="rId7" Type="http://schemas.openxmlformats.org/officeDocument/2006/relationships/image" Target="../media/image29.png"/><Relationship Id="rId6" Type="http://schemas.openxmlformats.org/officeDocument/2006/relationships/image" Target="../media/image93.png"/><Relationship Id="rId59" Type="http://schemas.openxmlformats.org/officeDocument/2006/relationships/slideLayout" Target="../slideLayouts/slideLayout1.xml"/><Relationship Id="rId58" Type="http://schemas.openxmlformats.org/officeDocument/2006/relationships/image" Target="../media/image126.png"/><Relationship Id="rId57" Type="http://schemas.openxmlformats.org/officeDocument/2006/relationships/customXml" Target="../ink/ink6.xml"/><Relationship Id="rId56" Type="http://schemas.openxmlformats.org/officeDocument/2006/relationships/image" Target="../media/image125.png"/><Relationship Id="rId55" Type="http://schemas.openxmlformats.org/officeDocument/2006/relationships/image" Target="../media/image124.png"/><Relationship Id="rId54" Type="http://schemas.openxmlformats.org/officeDocument/2006/relationships/image" Target="../media/image123.png"/><Relationship Id="rId53" Type="http://schemas.openxmlformats.org/officeDocument/2006/relationships/image" Target="../media/image122.png"/><Relationship Id="rId52" Type="http://schemas.openxmlformats.org/officeDocument/2006/relationships/image" Target="../media/image121.png"/><Relationship Id="rId51" Type="http://schemas.openxmlformats.org/officeDocument/2006/relationships/image" Target="../media/image120.png"/><Relationship Id="rId50" Type="http://schemas.openxmlformats.org/officeDocument/2006/relationships/image" Target="../media/image119.png"/><Relationship Id="rId5" Type="http://schemas.openxmlformats.org/officeDocument/2006/relationships/image" Target="../media/image26.png"/><Relationship Id="rId49" Type="http://schemas.openxmlformats.org/officeDocument/2006/relationships/image" Target="../media/image118.png"/><Relationship Id="rId48" Type="http://schemas.openxmlformats.org/officeDocument/2006/relationships/image" Target="../media/image117.png"/><Relationship Id="rId47" Type="http://schemas.openxmlformats.org/officeDocument/2006/relationships/image" Target="../media/image116.png"/><Relationship Id="rId46" Type="http://schemas.openxmlformats.org/officeDocument/2006/relationships/image" Target="../media/image115.png"/><Relationship Id="rId45" Type="http://schemas.openxmlformats.org/officeDocument/2006/relationships/image" Target="../media/image101.png"/><Relationship Id="rId44" Type="http://schemas.openxmlformats.org/officeDocument/2006/relationships/image" Target="../media/image100.png"/><Relationship Id="rId43" Type="http://schemas.openxmlformats.org/officeDocument/2006/relationships/image" Target="../media/image99.png"/><Relationship Id="rId42" Type="http://schemas.openxmlformats.org/officeDocument/2006/relationships/image" Target="../media/image96.png"/><Relationship Id="rId41" Type="http://schemas.openxmlformats.org/officeDocument/2006/relationships/image" Target="../media/image90.png"/><Relationship Id="rId40" Type="http://schemas.openxmlformats.org/officeDocument/2006/relationships/image" Target="../media/image89.png"/><Relationship Id="rId4" Type="http://schemas.openxmlformats.org/officeDocument/2006/relationships/image" Target="../media/image25.png"/><Relationship Id="rId39" Type="http://schemas.openxmlformats.org/officeDocument/2006/relationships/image" Target="../media/image23.png"/><Relationship Id="rId38" Type="http://schemas.openxmlformats.org/officeDocument/2006/relationships/image" Target="../media/image73.png"/><Relationship Id="rId37" Type="http://schemas.openxmlformats.org/officeDocument/2006/relationships/image" Target="../media/image22.png"/><Relationship Id="rId36" Type="http://schemas.openxmlformats.org/officeDocument/2006/relationships/image" Target="../media/image37.png"/><Relationship Id="rId35" Type="http://schemas.openxmlformats.org/officeDocument/2006/relationships/image" Target="../media/image21.png"/><Relationship Id="rId34" Type="http://schemas.openxmlformats.org/officeDocument/2006/relationships/image" Target="../media/image72.png"/><Relationship Id="rId33" Type="http://schemas.openxmlformats.org/officeDocument/2006/relationships/image" Target="../media/image71.png"/><Relationship Id="rId32" Type="http://schemas.openxmlformats.org/officeDocument/2006/relationships/image" Target="../media/image70.png"/><Relationship Id="rId31" Type="http://schemas.openxmlformats.org/officeDocument/2006/relationships/image" Target="../media/image69.png"/><Relationship Id="rId30" Type="http://schemas.openxmlformats.org/officeDocument/2006/relationships/image" Target="../media/image114.png"/><Relationship Id="rId3" Type="http://schemas.openxmlformats.org/officeDocument/2006/relationships/image" Target="../media/image88.png"/><Relationship Id="rId29" Type="http://schemas.openxmlformats.org/officeDocument/2006/relationships/image" Target="../media/image113.png"/><Relationship Id="rId28" Type="http://schemas.openxmlformats.org/officeDocument/2006/relationships/image" Target="../media/image110.png"/><Relationship Id="rId27" Type="http://schemas.openxmlformats.org/officeDocument/2006/relationships/image" Target="../media/image109.png"/><Relationship Id="rId26" Type="http://schemas.openxmlformats.org/officeDocument/2006/relationships/image" Target="../media/image51.png"/><Relationship Id="rId25" Type="http://schemas.openxmlformats.org/officeDocument/2006/relationships/image" Target="../media/image108.png"/><Relationship Id="rId24" Type="http://schemas.openxmlformats.org/officeDocument/2006/relationships/image" Target="../media/image107.png"/><Relationship Id="rId23" Type="http://schemas.openxmlformats.org/officeDocument/2006/relationships/image" Target="../media/image106.png"/><Relationship Id="rId22" Type="http://schemas.openxmlformats.org/officeDocument/2006/relationships/image" Target="../media/image105.png"/><Relationship Id="rId21" Type="http://schemas.openxmlformats.org/officeDocument/2006/relationships/image" Target="../media/image60.png"/><Relationship Id="rId20" Type="http://schemas.openxmlformats.org/officeDocument/2006/relationships/image" Target="../media/image59.png"/><Relationship Id="rId2" Type="http://schemas.openxmlformats.org/officeDocument/2006/relationships/image" Target="../media/image24.png"/><Relationship Id="rId19" Type="http://schemas.openxmlformats.org/officeDocument/2006/relationships/image" Target="../media/image58.png"/><Relationship Id="rId18" Type="http://schemas.openxmlformats.org/officeDocument/2006/relationships/image" Target="../media/image57.png"/><Relationship Id="rId17" Type="http://schemas.openxmlformats.org/officeDocument/2006/relationships/image" Target="../media/image84.png"/><Relationship Id="rId16" Type="http://schemas.openxmlformats.org/officeDocument/2006/relationships/image" Target="../media/image83.png"/><Relationship Id="rId15" Type="http://schemas.openxmlformats.org/officeDocument/2006/relationships/image" Target="../media/image82.png"/><Relationship Id="rId14" Type="http://schemas.openxmlformats.org/officeDocument/2006/relationships/image" Target="../media/image81.png"/><Relationship Id="rId13" Type="http://schemas.openxmlformats.org/officeDocument/2006/relationships/image" Target="../media/image80.png"/><Relationship Id="rId12" Type="http://schemas.openxmlformats.org/officeDocument/2006/relationships/image" Target="../media/image49.png"/><Relationship Id="rId11" Type="http://schemas.openxmlformats.org/officeDocument/2006/relationships/image" Target="../media/image30.png"/><Relationship Id="rId10" Type="http://schemas.openxmlformats.org/officeDocument/2006/relationships/image" Target="../media/image94.png"/><Relationship Id="rId1" Type="http://schemas.openxmlformats.org/officeDocument/2006/relationships/image" Target="../media/image87.png"/></Relationships>
</file>

<file path=ppt/slides/_rels/slide33.xml.rels><?xml version="1.0" encoding="UTF-8" standalone="yes"?>
<Relationships xmlns="http://schemas.openxmlformats.org/package/2006/relationships"><Relationship Id="rId9" Type="http://schemas.openxmlformats.org/officeDocument/2006/relationships/image" Target="../media/image95.png"/><Relationship Id="rId8" Type="http://schemas.openxmlformats.org/officeDocument/2006/relationships/image" Target="../media/image79.png"/><Relationship Id="rId7" Type="http://schemas.openxmlformats.org/officeDocument/2006/relationships/image" Target="../media/image29.png"/><Relationship Id="rId6" Type="http://schemas.openxmlformats.org/officeDocument/2006/relationships/image" Target="../media/image93.png"/><Relationship Id="rId58" Type="http://schemas.openxmlformats.org/officeDocument/2006/relationships/slideLayout" Target="../slideLayouts/slideLayout1.xml"/><Relationship Id="rId57" Type="http://schemas.openxmlformats.org/officeDocument/2006/relationships/image" Target="../media/image127.png"/><Relationship Id="rId56" Type="http://schemas.openxmlformats.org/officeDocument/2006/relationships/image" Target="../media/image125.png"/><Relationship Id="rId55" Type="http://schemas.openxmlformats.org/officeDocument/2006/relationships/image" Target="../media/image124.png"/><Relationship Id="rId54" Type="http://schemas.openxmlformats.org/officeDocument/2006/relationships/image" Target="../media/image123.png"/><Relationship Id="rId53" Type="http://schemas.openxmlformats.org/officeDocument/2006/relationships/image" Target="../media/image122.png"/><Relationship Id="rId52" Type="http://schemas.openxmlformats.org/officeDocument/2006/relationships/image" Target="../media/image121.png"/><Relationship Id="rId51" Type="http://schemas.openxmlformats.org/officeDocument/2006/relationships/image" Target="../media/image120.png"/><Relationship Id="rId50" Type="http://schemas.openxmlformats.org/officeDocument/2006/relationships/image" Target="../media/image119.png"/><Relationship Id="rId5" Type="http://schemas.openxmlformats.org/officeDocument/2006/relationships/image" Target="../media/image26.png"/><Relationship Id="rId49" Type="http://schemas.openxmlformats.org/officeDocument/2006/relationships/image" Target="../media/image118.png"/><Relationship Id="rId48" Type="http://schemas.openxmlformats.org/officeDocument/2006/relationships/image" Target="../media/image117.png"/><Relationship Id="rId47" Type="http://schemas.openxmlformats.org/officeDocument/2006/relationships/image" Target="../media/image116.png"/><Relationship Id="rId46" Type="http://schemas.openxmlformats.org/officeDocument/2006/relationships/image" Target="../media/image115.png"/><Relationship Id="rId45" Type="http://schemas.openxmlformats.org/officeDocument/2006/relationships/image" Target="../media/image101.png"/><Relationship Id="rId44" Type="http://schemas.openxmlformats.org/officeDocument/2006/relationships/image" Target="../media/image100.png"/><Relationship Id="rId43" Type="http://schemas.openxmlformats.org/officeDocument/2006/relationships/image" Target="../media/image99.png"/><Relationship Id="rId42" Type="http://schemas.openxmlformats.org/officeDocument/2006/relationships/image" Target="../media/image96.png"/><Relationship Id="rId41" Type="http://schemas.openxmlformats.org/officeDocument/2006/relationships/image" Target="../media/image90.png"/><Relationship Id="rId40" Type="http://schemas.openxmlformats.org/officeDocument/2006/relationships/image" Target="../media/image89.png"/><Relationship Id="rId4" Type="http://schemas.openxmlformats.org/officeDocument/2006/relationships/image" Target="../media/image25.png"/><Relationship Id="rId39" Type="http://schemas.openxmlformats.org/officeDocument/2006/relationships/image" Target="../media/image23.png"/><Relationship Id="rId38" Type="http://schemas.openxmlformats.org/officeDocument/2006/relationships/image" Target="../media/image73.png"/><Relationship Id="rId37" Type="http://schemas.openxmlformats.org/officeDocument/2006/relationships/image" Target="../media/image22.png"/><Relationship Id="rId36" Type="http://schemas.openxmlformats.org/officeDocument/2006/relationships/image" Target="../media/image37.png"/><Relationship Id="rId35" Type="http://schemas.openxmlformats.org/officeDocument/2006/relationships/image" Target="../media/image21.png"/><Relationship Id="rId34" Type="http://schemas.openxmlformats.org/officeDocument/2006/relationships/image" Target="../media/image72.png"/><Relationship Id="rId33" Type="http://schemas.openxmlformats.org/officeDocument/2006/relationships/image" Target="../media/image71.png"/><Relationship Id="rId32" Type="http://schemas.openxmlformats.org/officeDocument/2006/relationships/image" Target="../media/image70.png"/><Relationship Id="rId31" Type="http://schemas.openxmlformats.org/officeDocument/2006/relationships/image" Target="../media/image69.png"/><Relationship Id="rId30" Type="http://schemas.openxmlformats.org/officeDocument/2006/relationships/image" Target="../media/image114.png"/><Relationship Id="rId3" Type="http://schemas.openxmlformats.org/officeDocument/2006/relationships/image" Target="../media/image88.png"/><Relationship Id="rId29" Type="http://schemas.openxmlformats.org/officeDocument/2006/relationships/image" Target="../media/image113.png"/><Relationship Id="rId28" Type="http://schemas.openxmlformats.org/officeDocument/2006/relationships/image" Target="../media/image110.png"/><Relationship Id="rId27" Type="http://schemas.openxmlformats.org/officeDocument/2006/relationships/image" Target="../media/image109.png"/><Relationship Id="rId26" Type="http://schemas.openxmlformats.org/officeDocument/2006/relationships/image" Target="../media/image51.png"/><Relationship Id="rId25" Type="http://schemas.openxmlformats.org/officeDocument/2006/relationships/image" Target="../media/image108.png"/><Relationship Id="rId24" Type="http://schemas.openxmlformats.org/officeDocument/2006/relationships/image" Target="../media/image107.png"/><Relationship Id="rId23" Type="http://schemas.openxmlformats.org/officeDocument/2006/relationships/image" Target="../media/image106.png"/><Relationship Id="rId22" Type="http://schemas.openxmlformats.org/officeDocument/2006/relationships/image" Target="../media/image105.png"/><Relationship Id="rId21" Type="http://schemas.openxmlformats.org/officeDocument/2006/relationships/image" Target="../media/image60.png"/><Relationship Id="rId20" Type="http://schemas.openxmlformats.org/officeDocument/2006/relationships/image" Target="../media/image59.png"/><Relationship Id="rId2" Type="http://schemas.openxmlformats.org/officeDocument/2006/relationships/image" Target="../media/image24.png"/><Relationship Id="rId19" Type="http://schemas.openxmlformats.org/officeDocument/2006/relationships/image" Target="../media/image58.png"/><Relationship Id="rId18" Type="http://schemas.openxmlformats.org/officeDocument/2006/relationships/image" Target="../media/image57.png"/><Relationship Id="rId17" Type="http://schemas.openxmlformats.org/officeDocument/2006/relationships/image" Target="../media/image84.png"/><Relationship Id="rId16" Type="http://schemas.openxmlformats.org/officeDocument/2006/relationships/image" Target="../media/image83.png"/><Relationship Id="rId15" Type="http://schemas.openxmlformats.org/officeDocument/2006/relationships/image" Target="../media/image82.png"/><Relationship Id="rId14" Type="http://schemas.openxmlformats.org/officeDocument/2006/relationships/image" Target="../media/image81.png"/><Relationship Id="rId13" Type="http://schemas.openxmlformats.org/officeDocument/2006/relationships/image" Target="../media/image80.png"/><Relationship Id="rId12" Type="http://schemas.openxmlformats.org/officeDocument/2006/relationships/image" Target="../media/image49.png"/><Relationship Id="rId11" Type="http://schemas.openxmlformats.org/officeDocument/2006/relationships/image" Target="../media/image30.png"/><Relationship Id="rId10" Type="http://schemas.openxmlformats.org/officeDocument/2006/relationships/image" Target="../media/image94.png"/><Relationship Id="rId1" Type="http://schemas.openxmlformats.org/officeDocument/2006/relationships/image" Target="../media/image87.png"/></Relationships>
</file>

<file path=ppt/slides/_rels/slide34.xml.rels><?xml version="1.0" encoding="UTF-8" standalone="yes"?>
<Relationships xmlns="http://schemas.openxmlformats.org/package/2006/relationships"><Relationship Id="rId9" Type="http://schemas.openxmlformats.org/officeDocument/2006/relationships/image" Target="../media/image95.png"/><Relationship Id="rId8" Type="http://schemas.openxmlformats.org/officeDocument/2006/relationships/image" Target="../media/image79.png"/><Relationship Id="rId7" Type="http://schemas.openxmlformats.org/officeDocument/2006/relationships/image" Target="../media/image29.png"/><Relationship Id="rId63" Type="http://schemas.openxmlformats.org/officeDocument/2006/relationships/slideLayout" Target="../slideLayouts/slideLayout1.xml"/><Relationship Id="rId62" Type="http://schemas.openxmlformats.org/officeDocument/2006/relationships/image" Target="../media/image132.png"/><Relationship Id="rId61" Type="http://schemas.openxmlformats.org/officeDocument/2006/relationships/image" Target="../media/image131.png"/><Relationship Id="rId60" Type="http://schemas.openxmlformats.org/officeDocument/2006/relationships/image" Target="../media/image130.png"/><Relationship Id="rId6" Type="http://schemas.openxmlformats.org/officeDocument/2006/relationships/image" Target="../media/image93.png"/><Relationship Id="rId59" Type="http://schemas.openxmlformats.org/officeDocument/2006/relationships/image" Target="../media/image129.png"/><Relationship Id="rId58" Type="http://schemas.openxmlformats.org/officeDocument/2006/relationships/image" Target="../media/image128.png"/><Relationship Id="rId57" Type="http://schemas.openxmlformats.org/officeDocument/2006/relationships/image" Target="../media/image127.png"/><Relationship Id="rId56" Type="http://schemas.openxmlformats.org/officeDocument/2006/relationships/image" Target="../media/image125.png"/><Relationship Id="rId55" Type="http://schemas.openxmlformats.org/officeDocument/2006/relationships/image" Target="../media/image124.png"/><Relationship Id="rId54" Type="http://schemas.openxmlformats.org/officeDocument/2006/relationships/image" Target="../media/image123.png"/><Relationship Id="rId53" Type="http://schemas.openxmlformats.org/officeDocument/2006/relationships/image" Target="../media/image122.png"/><Relationship Id="rId52" Type="http://schemas.openxmlformats.org/officeDocument/2006/relationships/image" Target="../media/image121.png"/><Relationship Id="rId51" Type="http://schemas.openxmlformats.org/officeDocument/2006/relationships/image" Target="../media/image120.png"/><Relationship Id="rId50" Type="http://schemas.openxmlformats.org/officeDocument/2006/relationships/image" Target="../media/image119.png"/><Relationship Id="rId5" Type="http://schemas.openxmlformats.org/officeDocument/2006/relationships/image" Target="../media/image26.png"/><Relationship Id="rId49" Type="http://schemas.openxmlformats.org/officeDocument/2006/relationships/image" Target="../media/image118.png"/><Relationship Id="rId48" Type="http://schemas.openxmlformats.org/officeDocument/2006/relationships/image" Target="../media/image117.png"/><Relationship Id="rId47" Type="http://schemas.openxmlformats.org/officeDocument/2006/relationships/image" Target="../media/image116.png"/><Relationship Id="rId46" Type="http://schemas.openxmlformats.org/officeDocument/2006/relationships/image" Target="../media/image115.png"/><Relationship Id="rId45" Type="http://schemas.openxmlformats.org/officeDocument/2006/relationships/image" Target="../media/image101.png"/><Relationship Id="rId44" Type="http://schemas.openxmlformats.org/officeDocument/2006/relationships/image" Target="../media/image100.png"/><Relationship Id="rId43" Type="http://schemas.openxmlformats.org/officeDocument/2006/relationships/image" Target="../media/image99.png"/><Relationship Id="rId42" Type="http://schemas.openxmlformats.org/officeDocument/2006/relationships/image" Target="../media/image96.png"/><Relationship Id="rId41" Type="http://schemas.openxmlformats.org/officeDocument/2006/relationships/image" Target="../media/image90.png"/><Relationship Id="rId40" Type="http://schemas.openxmlformats.org/officeDocument/2006/relationships/image" Target="../media/image89.png"/><Relationship Id="rId4" Type="http://schemas.openxmlformats.org/officeDocument/2006/relationships/image" Target="../media/image25.png"/><Relationship Id="rId39" Type="http://schemas.openxmlformats.org/officeDocument/2006/relationships/image" Target="../media/image23.png"/><Relationship Id="rId38" Type="http://schemas.openxmlformats.org/officeDocument/2006/relationships/image" Target="../media/image73.png"/><Relationship Id="rId37" Type="http://schemas.openxmlformats.org/officeDocument/2006/relationships/image" Target="../media/image22.png"/><Relationship Id="rId36" Type="http://schemas.openxmlformats.org/officeDocument/2006/relationships/image" Target="../media/image37.png"/><Relationship Id="rId35" Type="http://schemas.openxmlformats.org/officeDocument/2006/relationships/image" Target="../media/image21.png"/><Relationship Id="rId34" Type="http://schemas.openxmlformats.org/officeDocument/2006/relationships/image" Target="../media/image72.png"/><Relationship Id="rId33" Type="http://schemas.openxmlformats.org/officeDocument/2006/relationships/image" Target="../media/image71.png"/><Relationship Id="rId32" Type="http://schemas.openxmlformats.org/officeDocument/2006/relationships/image" Target="../media/image70.png"/><Relationship Id="rId31" Type="http://schemas.openxmlformats.org/officeDocument/2006/relationships/image" Target="../media/image69.png"/><Relationship Id="rId30" Type="http://schemas.openxmlformats.org/officeDocument/2006/relationships/image" Target="../media/image114.png"/><Relationship Id="rId3" Type="http://schemas.openxmlformats.org/officeDocument/2006/relationships/image" Target="../media/image88.png"/><Relationship Id="rId29" Type="http://schemas.openxmlformats.org/officeDocument/2006/relationships/image" Target="../media/image113.png"/><Relationship Id="rId28" Type="http://schemas.openxmlformats.org/officeDocument/2006/relationships/image" Target="../media/image110.png"/><Relationship Id="rId27" Type="http://schemas.openxmlformats.org/officeDocument/2006/relationships/image" Target="../media/image109.png"/><Relationship Id="rId26" Type="http://schemas.openxmlformats.org/officeDocument/2006/relationships/image" Target="../media/image51.png"/><Relationship Id="rId25" Type="http://schemas.openxmlformats.org/officeDocument/2006/relationships/image" Target="../media/image108.png"/><Relationship Id="rId24" Type="http://schemas.openxmlformats.org/officeDocument/2006/relationships/image" Target="../media/image107.png"/><Relationship Id="rId23" Type="http://schemas.openxmlformats.org/officeDocument/2006/relationships/image" Target="../media/image106.png"/><Relationship Id="rId22" Type="http://schemas.openxmlformats.org/officeDocument/2006/relationships/image" Target="../media/image105.png"/><Relationship Id="rId21" Type="http://schemas.openxmlformats.org/officeDocument/2006/relationships/image" Target="../media/image60.png"/><Relationship Id="rId20" Type="http://schemas.openxmlformats.org/officeDocument/2006/relationships/image" Target="../media/image59.png"/><Relationship Id="rId2" Type="http://schemas.openxmlformats.org/officeDocument/2006/relationships/image" Target="../media/image24.png"/><Relationship Id="rId19" Type="http://schemas.openxmlformats.org/officeDocument/2006/relationships/image" Target="../media/image58.png"/><Relationship Id="rId18" Type="http://schemas.openxmlformats.org/officeDocument/2006/relationships/image" Target="../media/image57.png"/><Relationship Id="rId17" Type="http://schemas.openxmlformats.org/officeDocument/2006/relationships/image" Target="../media/image84.png"/><Relationship Id="rId16" Type="http://schemas.openxmlformats.org/officeDocument/2006/relationships/image" Target="../media/image83.png"/><Relationship Id="rId15" Type="http://schemas.openxmlformats.org/officeDocument/2006/relationships/image" Target="../media/image82.png"/><Relationship Id="rId14" Type="http://schemas.openxmlformats.org/officeDocument/2006/relationships/image" Target="../media/image81.png"/><Relationship Id="rId13" Type="http://schemas.openxmlformats.org/officeDocument/2006/relationships/image" Target="../media/image80.png"/><Relationship Id="rId12" Type="http://schemas.openxmlformats.org/officeDocument/2006/relationships/image" Target="../media/image49.png"/><Relationship Id="rId11" Type="http://schemas.openxmlformats.org/officeDocument/2006/relationships/image" Target="../media/image30.png"/><Relationship Id="rId10" Type="http://schemas.openxmlformats.org/officeDocument/2006/relationships/image" Target="../media/image94.png"/><Relationship Id="rId1" Type="http://schemas.openxmlformats.org/officeDocument/2006/relationships/image" Target="../media/image87.png"/></Relationships>
</file>

<file path=ppt/slides/_rels/slide35.xml.rels><?xml version="1.0" encoding="UTF-8" standalone="yes"?>
<Relationships xmlns="http://schemas.openxmlformats.org/package/2006/relationships"><Relationship Id="rId9" Type="http://schemas.openxmlformats.org/officeDocument/2006/relationships/image" Target="../media/image95.png"/><Relationship Id="rId8" Type="http://schemas.openxmlformats.org/officeDocument/2006/relationships/image" Target="../media/image79.png"/><Relationship Id="rId7" Type="http://schemas.openxmlformats.org/officeDocument/2006/relationships/image" Target="../media/image29.png"/><Relationship Id="rId63" Type="http://schemas.openxmlformats.org/officeDocument/2006/relationships/slideLayout" Target="../slideLayouts/slideLayout1.xml"/><Relationship Id="rId62" Type="http://schemas.openxmlformats.org/officeDocument/2006/relationships/image" Target="../media/image132.png"/><Relationship Id="rId61" Type="http://schemas.openxmlformats.org/officeDocument/2006/relationships/image" Target="../media/image131.png"/><Relationship Id="rId60" Type="http://schemas.openxmlformats.org/officeDocument/2006/relationships/image" Target="../media/image130.png"/><Relationship Id="rId6" Type="http://schemas.openxmlformats.org/officeDocument/2006/relationships/image" Target="../media/image93.png"/><Relationship Id="rId59" Type="http://schemas.openxmlformats.org/officeDocument/2006/relationships/image" Target="../media/image129.png"/><Relationship Id="rId58" Type="http://schemas.openxmlformats.org/officeDocument/2006/relationships/image" Target="../media/image128.png"/><Relationship Id="rId57" Type="http://schemas.openxmlformats.org/officeDocument/2006/relationships/image" Target="../media/image127.png"/><Relationship Id="rId56" Type="http://schemas.openxmlformats.org/officeDocument/2006/relationships/image" Target="../media/image125.png"/><Relationship Id="rId55" Type="http://schemas.openxmlformats.org/officeDocument/2006/relationships/image" Target="../media/image124.png"/><Relationship Id="rId54" Type="http://schemas.openxmlformats.org/officeDocument/2006/relationships/image" Target="../media/image123.png"/><Relationship Id="rId53" Type="http://schemas.openxmlformats.org/officeDocument/2006/relationships/image" Target="../media/image122.png"/><Relationship Id="rId52" Type="http://schemas.openxmlformats.org/officeDocument/2006/relationships/image" Target="../media/image121.png"/><Relationship Id="rId51" Type="http://schemas.openxmlformats.org/officeDocument/2006/relationships/image" Target="../media/image120.png"/><Relationship Id="rId50" Type="http://schemas.openxmlformats.org/officeDocument/2006/relationships/image" Target="../media/image119.png"/><Relationship Id="rId5" Type="http://schemas.openxmlformats.org/officeDocument/2006/relationships/image" Target="../media/image26.png"/><Relationship Id="rId49" Type="http://schemas.openxmlformats.org/officeDocument/2006/relationships/image" Target="../media/image118.png"/><Relationship Id="rId48" Type="http://schemas.openxmlformats.org/officeDocument/2006/relationships/image" Target="../media/image117.png"/><Relationship Id="rId47" Type="http://schemas.openxmlformats.org/officeDocument/2006/relationships/image" Target="../media/image116.png"/><Relationship Id="rId46" Type="http://schemas.openxmlformats.org/officeDocument/2006/relationships/image" Target="../media/image115.png"/><Relationship Id="rId45" Type="http://schemas.openxmlformats.org/officeDocument/2006/relationships/image" Target="../media/image101.png"/><Relationship Id="rId44" Type="http://schemas.openxmlformats.org/officeDocument/2006/relationships/image" Target="../media/image100.png"/><Relationship Id="rId43" Type="http://schemas.openxmlformats.org/officeDocument/2006/relationships/image" Target="../media/image99.png"/><Relationship Id="rId42" Type="http://schemas.openxmlformats.org/officeDocument/2006/relationships/image" Target="../media/image96.png"/><Relationship Id="rId41" Type="http://schemas.openxmlformats.org/officeDocument/2006/relationships/image" Target="../media/image90.png"/><Relationship Id="rId40" Type="http://schemas.openxmlformats.org/officeDocument/2006/relationships/image" Target="../media/image89.png"/><Relationship Id="rId4" Type="http://schemas.openxmlformats.org/officeDocument/2006/relationships/image" Target="../media/image25.png"/><Relationship Id="rId39" Type="http://schemas.openxmlformats.org/officeDocument/2006/relationships/image" Target="../media/image23.png"/><Relationship Id="rId38" Type="http://schemas.openxmlformats.org/officeDocument/2006/relationships/image" Target="../media/image73.png"/><Relationship Id="rId37" Type="http://schemas.openxmlformats.org/officeDocument/2006/relationships/image" Target="../media/image22.png"/><Relationship Id="rId36" Type="http://schemas.openxmlformats.org/officeDocument/2006/relationships/image" Target="../media/image37.png"/><Relationship Id="rId35" Type="http://schemas.openxmlformats.org/officeDocument/2006/relationships/image" Target="../media/image21.png"/><Relationship Id="rId34" Type="http://schemas.openxmlformats.org/officeDocument/2006/relationships/image" Target="../media/image72.png"/><Relationship Id="rId33" Type="http://schemas.openxmlformats.org/officeDocument/2006/relationships/image" Target="../media/image71.png"/><Relationship Id="rId32" Type="http://schemas.openxmlformats.org/officeDocument/2006/relationships/image" Target="../media/image70.png"/><Relationship Id="rId31" Type="http://schemas.openxmlformats.org/officeDocument/2006/relationships/image" Target="../media/image69.png"/><Relationship Id="rId30" Type="http://schemas.openxmlformats.org/officeDocument/2006/relationships/image" Target="../media/image114.png"/><Relationship Id="rId3" Type="http://schemas.openxmlformats.org/officeDocument/2006/relationships/image" Target="../media/image88.png"/><Relationship Id="rId29" Type="http://schemas.openxmlformats.org/officeDocument/2006/relationships/image" Target="../media/image113.png"/><Relationship Id="rId28" Type="http://schemas.openxmlformats.org/officeDocument/2006/relationships/image" Target="../media/image110.png"/><Relationship Id="rId27" Type="http://schemas.openxmlformats.org/officeDocument/2006/relationships/image" Target="../media/image109.png"/><Relationship Id="rId26" Type="http://schemas.openxmlformats.org/officeDocument/2006/relationships/image" Target="../media/image51.png"/><Relationship Id="rId25" Type="http://schemas.openxmlformats.org/officeDocument/2006/relationships/image" Target="../media/image108.png"/><Relationship Id="rId24" Type="http://schemas.openxmlformats.org/officeDocument/2006/relationships/image" Target="../media/image107.png"/><Relationship Id="rId23" Type="http://schemas.openxmlformats.org/officeDocument/2006/relationships/image" Target="../media/image106.png"/><Relationship Id="rId22" Type="http://schemas.openxmlformats.org/officeDocument/2006/relationships/image" Target="../media/image105.png"/><Relationship Id="rId21" Type="http://schemas.openxmlformats.org/officeDocument/2006/relationships/image" Target="../media/image60.png"/><Relationship Id="rId20" Type="http://schemas.openxmlformats.org/officeDocument/2006/relationships/image" Target="../media/image59.png"/><Relationship Id="rId2" Type="http://schemas.openxmlformats.org/officeDocument/2006/relationships/image" Target="../media/image24.png"/><Relationship Id="rId19" Type="http://schemas.openxmlformats.org/officeDocument/2006/relationships/image" Target="../media/image58.png"/><Relationship Id="rId18" Type="http://schemas.openxmlformats.org/officeDocument/2006/relationships/image" Target="../media/image57.png"/><Relationship Id="rId17" Type="http://schemas.openxmlformats.org/officeDocument/2006/relationships/image" Target="../media/image84.png"/><Relationship Id="rId16" Type="http://schemas.openxmlformats.org/officeDocument/2006/relationships/image" Target="../media/image83.png"/><Relationship Id="rId15" Type="http://schemas.openxmlformats.org/officeDocument/2006/relationships/image" Target="../media/image82.png"/><Relationship Id="rId14" Type="http://schemas.openxmlformats.org/officeDocument/2006/relationships/image" Target="../media/image81.png"/><Relationship Id="rId13" Type="http://schemas.openxmlformats.org/officeDocument/2006/relationships/image" Target="../media/image80.png"/><Relationship Id="rId12" Type="http://schemas.openxmlformats.org/officeDocument/2006/relationships/image" Target="../media/image49.png"/><Relationship Id="rId11" Type="http://schemas.openxmlformats.org/officeDocument/2006/relationships/image" Target="../media/image30.png"/><Relationship Id="rId10" Type="http://schemas.openxmlformats.org/officeDocument/2006/relationships/image" Target="../media/image94.png"/><Relationship Id="rId1" Type="http://schemas.openxmlformats.org/officeDocument/2006/relationships/image" Target="../media/image87.png"/></Relationships>
</file>

<file path=ppt/slides/_rels/slide36.xml.rels><?xml version="1.0" encoding="UTF-8" standalone="yes"?>
<Relationships xmlns="http://schemas.openxmlformats.org/package/2006/relationships"><Relationship Id="rId9" Type="http://schemas.openxmlformats.org/officeDocument/2006/relationships/image" Target="../media/image95.png"/><Relationship Id="rId8" Type="http://schemas.openxmlformats.org/officeDocument/2006/relationships/image" Target="../media/image79.png"/><Relationship Id="rId7" Type="http://schemas.openxmlformats.org/officeDocument/2006/relationships/image" Target="../media/image29.png"/><Relationship Id="rId63" Type="http://schemas.openxmlformats.org/officeDocument/2006/relationships/slideLayout" Target="../slideLayouts/slideLayout1.xml"/><Relationship Id="rId62" Type="http://schemas.openxmlformats.org/officeDocument/2006/relationships/image" Target="../media/image132.png"/><Relationship Id="rId61" Type="http://schemas.openxmlformats.org/officeDocument/2006/relationships/image" Target="../media/image131.png"/><Relationship Id="rId60" Type="http://schemas.openxmlformats.org/officeDocument/2006/relationships/image" Target="../media/image130.png"/><Relationship Id="rId6" Type="http://schemas.openxmlformats.org/officeDocument/2006/relationships/image" Target="../media/image93.png"/><Relationship Id="rId59" Type="http://schemas.openxmlformats.org/officeDocument/2006/relationships/image" Target="../media/image129.png"/><Relationship Id="rId58" Type="http://schemas.openxmlformats.org/officeDocument/2006/relationships/image" Target="../media/image128.png"/><Relationship Id="rId57" Type="http://schemas.openxmlformats.org/officeDocument/2006/relationships/image" Target="../media/image127.png"/><Relationship Id="rId56" Type="http://schemas.openxmlformats.org/officeDocument/2006/relationships/image" Target="../media/image125.png"/><Relationship Id="rId55" Type="http://schemas.openxmlformats.org/officeDocument/2006/relationships/image" Target="../media/image124.png"/><Relationship Id="rId54" Type="http://schemas.openxmlformats.org/officeDocument/2006/relationships/image" Target="../media/image123.png"/><Relationship Id="rId53" Type="http://schemas.openxmlformats.org/officeDocument/2006/relationships/image" Target="../media/image122.png"/><Relationship Id="rId52" Type="http://schemas.openxmlformats.org/officeDocument/2006/relationships/image" Target="../media/image121.png"/><Relationship Id="rId51" Type="http://schemas.openxmlformats.org/officeDocument/2006/relationships/image" Target="../media/image120.png"/><Relationship Id="rId50" Type="http://schemas.openxmlformats.org/officeDocument/2006/relationships/image" Target="../media/image119.png"/><Relationship Id="rId5" Type="http://schemas.openxmlformats.org/officeDocument/2006/relationships/image" Target="../media/image26.png"/><Relationship Id="rId49" Type="http://schemas.openxmlformats.org/officeDocument/2006/relationships/image" Target="../media/image118.png"/><Relationship Id="rId48" Type="http://schemas.openxmlformats.org/officeDocument/2006/relationships/image" Target="../media/image117.png"/><Relationship Id="rId47" Type="http://schemas.openxmlformats.org/officeDocument/2006/relationships/image" Target="../media/image116.png"/><Relationship Id="rId46" Type="http://schemas.openxmlformats.org/officeDocument/2006/relationships/image" Target="../media/image115.png"/><Relationship Id="rId45" Type="http://schemas.openxmlformats.org/officeDocument/2006/relationships/image" Target="../media/image101.png"/><Relationship Id="rId44" Type="http://schemas.openxmlformats.org/officeDocument/2006/relationships/image" Target="../media/image100.png"/><Relationship Id="rId43" Type="http://schemas.openxmlformats.org/officeDocument/2006/relationships/image" Target="../media/image99.png"/><Relationship Id="rId42" Type="http://schemas.openxmlformats.org/officeDocument/2006/relationships/image" Target="../media/image96.png"/><Relationship Id="rId41" Type="http://schemas.openxmlformats.org/officeDocument/2006/relationships/image" Target="../media/image90.png"/><Relationship Id="rId40" Type="http://schemas.openxmlformats.org/officeDocument/2006/relationships/image" Target="../media/image89.png"/><Relationship Id="rId4" Type="http://schemas.openxmlformats.org/officeDocument/2006/relationships/image" Target="../media/image25.png"/><Relationship Id="rId39" Type="http://schemas.openxmlformats.org/officeDocument/2006/relationships/image" Target="../media/image23.png"/><Relationship Id="rId38" Type="http://schemas.openxmlformats.org/officeDocument/2006/relationships/image" Target="../media/image73.png"/><Relationship Id="rId37" Type="http://schemas.openxmlformats.org/officeDocument/2006/relationships/image" Target="../media/image22.png"/><Relationship Id="rId36" Type="http://schemas.openxmlformats.org/officeDocument/2006/relationships/image" Target="../media/image37.png"/><Relationship Id="rId35" Type="http://schemas.openxmlformats.org/officeDocument/2006/relationships/image" Target="../media/image21.png"/><Relationship Id="rId34" Type="http://schemas.openxmlformats.org/officeDocument/2006/relationships/image" Target="../media/image72.png"/><Relationship Id="rId33" Type="http://schemas.openxmlformats.org/officeDocument/2006/relationships/image" Target="../media/image71.png"/><Relationship Id="rId32" Type="http://schemas.openxmlformats.org/officeDocument/2006/relationships/image" Target="../media/image70.png"/><Relationship Id="rId31" Type="http://schemas.openxmlformats.org/officeDocument/2006/relationships/image" Target="../media/image69.png"/><Relationship Id="rId30" Type="http://schemas.openxmlformats.org/officeDocument/2006/relationships/image" Target="../media/image114.png"/><Relationship Id="rId3" Type="http://schemas.openxmlformats.org/officeDocument/2006/relationships/image" Target="../media/image88.png"/><Relationship Id="rId29" Type="http://schemas.openxmlformats.org/officeDocument/2006/relationships/image" Target="../media/image113.png"/><Relationship Id="rId28" Type="http://schemas.openxmlformats.org/officeDocument/2006/relationships/image" Target="../media/image110.png"/><Relationship Id="rId27" Type="http://schemas.openxmlformats.org/officeDocument/2006/relationships/image" Target="../media/image109.png"/><Relationship Id="rId26" Type="http://schemas.openxmlformats.org/officeDocument/2006/relationships/image" Target="../media/image51.png"/><Relationship Id="rId25" Type="http://schemas.openxmlformats.org/officeDocument/2006/relationships/image" Target="../media/image108.png"/><Relationship Id="rId24" Type="http://schemas.openxmlformats.org/officeDocument/2006/relationships/image" Target="../media/image107.png"/><Relationship Id="rId23" Type="http://schemas.openxmlformats.org/officeDocument/2006/relationships/image" Target="../media/image106.png"/><Relationship Id="rId22" Type="http://schemas.openxmlformats.org/officeDocument/2006/relationships/image" Target="../media/image105.png"/><Relationship Id="rId21" Type="http://schemas.openxmlformats.org/officeDocument/2006/relationships/image" Target="../media/image60.png"/><Relationship Id="rId20" Type="http://schemas.openxmlformats.org/officeDocument/2006/relationships/image" Target="../media/image59.png"/><Relationship Id="rId2" Type="http://schemas.openxmlformats.org/officeDocument/2006/relationships/image" Target="../media/image24.png"/><Relationship Id="rId19" Type="http://schemas.openxmlformats.org/officeDocument/2006/relationships/image" Target="../media/image58.png"/><Relationship Id="rId18" Type="http://schemas.openxmlformats.org/officeDocument/2006/relationships/image" Target="../media/image57.png"/><Relationship Id="rId17" Type="http://schemas.openxmlformats.org/officeDocument/2006/relationships/image" Target="../media/image84.png"/><Relationship Id="rId16" Type="http://schemas.openxmlformats.org/officeDocument/2006/relationships/image" Target="../media/image83.png"/><Relationship Id="rId15" Type="http://schemas.openxmlformats.org/officeDocument/2006/relationships/image" Target="../media/image82.png"/><Relationship Id="rId14" Type="http://schemas.openxmlformats.org/officeDocument/2006/relationships/image" Target="../media/image81.png"/><Relationship Id="rId13" Type="http://schemas.openxmlformats.org/officeDocument/2006/relationships/image" Target="../media/image80.png"/><Relationship Id="rId12" Type="http://schemas.openxmlformats.org/officeDocument/2006/relationships/image" Target="../media/image49.png"/><Relationship Id="rId11" Type="http://schemas.openxmlformats.org/officeDocument/2006/relationships/image" Target="../media/image30.png"/><Relationship Id="rId10" Type="http://schemas.openxmlformats.org/officeDocument/2006/relationships/image" Target="../media/image94.png"/><Relationship Id="rId1" Type="http://schemas.openxmlformats.org/officeDocument/2006/relationships/image" Target="../media/image87.png"/></Relationships>
</file>

<file path=ppt/slides/_rels/slide37.xml.rels><?xml version="1.0" encoding="UTF-8" standalone="yes"?>
<Relationships xmlns="http://schemas.openxmlformats.org/package/2006/relationships"><Relationship Id="rId9" Type="http://schemas.openxmlformats.org/officeDocument/2006/relationships/image" Target="../media/image95.png"/><Relationship Id="rId8" Type="http://schemas.openxmlformats.org/officeDocument/2006/relationships/image" Target="../media/image79.png"/><Relationship Id="rId7" Type="http://schemas.openxmlformats.org/officeDocument/2006/relationships/image" Target="../media/image29.png"/><Relationship Id="rId63" Type="http://schemas.openxmlformats.org/officeDocument/2006/relationships/slideLayout" Target="../slideLayouts/slideLayout1.xml"/><Relationship Id="rId62" Type="http://schemas.openxmlformats.org/officeDocument/2006/relationships/image" Target="../media/image132.png"/><Relationship Id="rId61" Type="http://schemas.openxmlformats.org/officeDocument/2006/relationships/image" Target="../media/image131.png"/><Relationship Id="rId60" Type="http://schemas.openxmlformats.org/officeDocument/2006/relationships/image" Target="../media/image130.png"/><Relationship Id="rId6" Type="http://schemas.openxmlformats.org/officeDocument/2006/relationships/image" Target="../media/image93.png"/><Relationship Id="rId59" Type="http://schemas.openxmlformats.org/officeDocument/2006/relationships/image" Target="../media/image129.png"/><Relationship Id="rId58" Type="http://schemas.openxmlformats.org/officeDocument/2006/relationships/image" Target="../media/image128.png"/><Relationship Id="rId57" Type="http://schemas.openxmlformats.org/officeDocument/2006/relationships/image" Target="../media/image127.png"/><Relationship Id="rId56" Type="http://schemas.openxmlformats.org/officeDocument/2006/relationships/image" Target="../media/image125.png"/><Relationship Id="rId55" Type="http://schemas.openxmlformats.org/officeDocument/2006/relationships/image" Target="../media/image124.png"/><Relationship Id="rId54" Type="http://schemas.openxmlformats.org/officeDocument/2006/relationships/image" Target="../media/image123.png"/><Relationship Id="rId53" Type="http://schemas.openxmlformats.org/officeDocument/2006/relationships/image" Target="../media/image122.png"/><Relationship Id="rId52" Type="http://schemas.openxmlformats.org/officeDocument/2006/relationships/image" Target="../media/image121.png"/><Relationship Id="rId51" Type="http://schemas.openxmlformats.org/officeDocument/2006/relationships/image" Target="../media/image120.png"/><Relationship Id="rId50" Type="http://schemas.openxmlformats.org/officeDocument/2006/relationships/image" Target="../media/image119.png"/><Relationship Id="rId5" Type="http://schemas.openxmlformats.org/officeDocument/2006/relationships/image" Target="../media/image26.png"/><Relationship Id="rId49" Type="http://schemas.openxmlformats.org/officeDocument/2006/relationships/image" Target="../media/image118.png"/><Relationship Id="rId48" Type="http://schemas.openxmlformats.org/officeDocument/2006/relationships/image" Target="../media/image117.png"/><Relationship Id="rId47" Type="http://schemas.openxmlformats.org/officeDocument/2006/relationships/image" Target="../media/image116.png"/><Relationship Id="rId46" Type="http://schemas.openxmlformats.org/officeDocument/2006/relationships/image" Target="../media/image115.png"/><Relationship Id="rId45" Type="http://schemas.openxmlformats.org/officeDocument/2006/relationships/image" Target="../media/image101.png"/><Relationship Id="rId44" Type="http://schemas.openxmlformats.org/officeDocument/2006/relationships/image" Target="../media/image100.png"/><Relationship Id="rId43" Type="http://schemas.openxmlformats.org/officeDocument/2006/relationships/image" Target="../media/image99.png"/><Relationship Id="rId42" Type="http://schemas.openxmlformats.org/officeDocument/2006/relationships/image" Target="../media/image96.png"/><Relationship Id="rId41" Type="http://schemas.openxmlformats.org/officeDocument/2006/relationships/image" Target="../media/image90.png"/><Relationship Id="rId40" Type="http://schemas.openxmlformats.org/officeDocument/2006/relationships/image" Target="../media/image89.png"/><Relationship Id="rId4" Type="http://schemas.openxmlformats.org/officeDocument/2006/relationships/image" Target="../media/image25.png"/><Relationship Id="rId39" Type="http://schemas.openxmlformats.org/officeDocument/2006/relationships/image" Target="../media/image23.png"/><Relationship Id="rId38" Type="http://schemas.openxmlformats.org/officeDocument/2006/relationships/image" Target="../media/image73.png"/><Relationship Id="rId37" Type="http://schemas.openxmlformats.org/officeDocument/2006/relationships/image" Target="../media/image22.png"/><Relationship Id="rId36" Type="http://schemas.openxmlformats.org/officeDocument/2006/relationships/image" Target="../media/image37.png"/><Relationship Id="rId35" Type="http://schemas.openxmlformats.org/officeDocument/2006/relationships/image" Target="../media/image21.png"/><Relationship Id="rId34" Type="http://schemas.openxmlformats.org/officeDocument/2006/relationships/image" Target="../media/image72.png"/><Relationship Id="rId33" Type="http://schemas.openxmlformats.org/officeDocument/2006/relationships/image" Target="../media/image71.png"/><Relationship Id="rId32" Type="http://schemas.openxmlformats.org/officeDocument/2006/relationships/image" Target="../media/image70.png"/><Relationship Id="rId31" Type="http://schemas.openxmlformats.org/officeDocument/2006/relationships/image" Target="../media/image69.png"/><Relationship Id="rId30" Type="http://schemas.openxmlformats.org/officeDocument/2006/relationships/image" Target="../media/image114.png"/><Relationship Id="rId3" Type="http://schemas.openxmlformats.org/officeDocument/2006/relationships/image" Target="../media/image88.png"/><Relationship Id="rId29" Type="http://schemas.openxmlformats.org/officeDocument/2006/relationships/image" Target="../media/image113.png"/><Relationship Id="rId28" Type="http://schemas.openxmlformats.org/officeDocument/2006/relationships/image" Target="../media/image110.png"/><Relationship Id="rId27" Type="http://schemas.openxmlformats.org/officeDocument/2006/relationships/image" Target="../media/image109.png"/><Relationship Id="rId26" Type="http://schemas.openxmlformats.org/officeDocument/2006/relationships/image" Target="../media/image51.png"/><Relationship Id="rId25" Type="http://schemas.openxmlformats.org/officeDocument/2006/relationships/image" Target="../media/image108.png"/><Relationship Id="rId24" Type="http://schemas.openxmlformats.org/officeDocument/2006/relationships/image" Target="../media/image107.png"/><Relationship Id="rId23" Type="http://schemas.openxmlformats.org/officeDocument/2006/relationships/image" Target="../media/image106.png"/><Relationship Id="rId22" Type="http://schemas.openxmlformats.org/officeDocument/2006/relationships/image" Target="../media/image105.png"/><Relationship Id="rId21" Type="http://schemas.openxmlformats.org/officeDocument/2006/relationships/image" Target="../media/image60.png"/><Relationship Id="rId20" Type="http://schemas.openxmlformats.org/officeDocument/2006/relationships/image" Target="../media/image59.png"/><Relationship Id="rId2" Type="http://schemas.openxmlformats.org/officeDocument/2006/relationships/image" Target="../media/image24.png"/><Relationship Id="rId19" Type="http://schemas.openxmlformats.org/officeDocument/2006/relationships/image" Target="../media/image58.png"/><Relationship Id="rId18" Type="http://schemas.openxmlformats.org/officeDocument/2006/relationships/image" Target="../media/image57.png"/><Relationship Id="rId17" Type="http://schemas.openxmlformats.org/officeDocument/2006/relationships/image" Target="../media/image84.png"/><Relationship Id="rId16" Type="http://schemas.openxmlformats.org/officeDocument/2006/relationships/image" Target="../media/image83.png"/><Relationship Id="rId15" Type="http://schemas.openxmlformats.org/officeDocument/2006/relationships/image" Target="../media/image82.png"/><Relationship Id="rId14" Type="http://schemas.openxmlformats.org/officeDocument/2006/relationships/image" Target="../media/image81.png"/><Relationship Id="rId13" Type="http://schemas.openxmlformats.org/officeDocument/2006/relationships/image" Target="../media/image80.png"/><Relationship Id="rId12" Type="http://schemas.openxmlformats.org/officeDocument/2006/relationships/image" Target="../media/image49.png"/><Relationship Id="rId11" Type="http://schemas.openxmlformats.org/officeDocument/2006/relationships/image" Target="../media/image30.png"/><Relationship Id="rId10" Type="http://schemas.openxmlformats.org/officeDocument/2006/relationships/image" Target="../media/image94.png"/><Relationship Id="rId1" Type="http://schemas.openxmlformats.org/officeDocument/2006/relationships/image" Target="../media/image87.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3.png"/></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35.png"/><Relationship Id="rId2" Type="http://schemas.openxmlformats.org/officeDocument/2006/relationships/customXml" Target="../ink/ink7.xml"/><Relationship Id="rId1" Type="http://schemas.openxmlformats.org/officeDocument/2006/relationships/image" Target="../media/image134.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6.png"/></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38.png"/><Relationship Id="rId2" Type="http://schemas.openxmlformats.org/officeDocument/2006/relationships/customXml" Target="../ink/ink8.xml"/><Relationship Id="rId1" Type="http://schemas.openxmlformats.org/officeDocument/2006/relationships/image" Target="../media/image137.png"/></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40.png"/><Relationship Id="rId2" Type="http://schemas.openxmlformats.org/officeDocument/2006/relationships/customXml" Target="../ink/ink9.xml"/><Relationship Id="rId1" Type="http://schemas.openxmlformats.org/officeDocument/2006/relationships/image" Target="../media/image139.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1.png"/><Relationship Id="rId1" Type="http://schemas.openxmlformats.org/officeDocument/2006/relationships/hyperlink" Target="https://chatgpt.com/share/698ed551-5ae4-8002-945b-4cf0dc4def83" TargetMode="Externa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2.png"/></Relationships>
</file>

<file path=ppt/slides/_rels/slide4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44.png"/><Relationship Id="rId2" Type="http://schemas.openxmlformats.org/officeDocument/2006/relationships/customXml" Target="../ink/ink10.xml"/><Relationship Id="rId1" Type="http://schemas.openxmlformats.org/officeDocument/2006/relationships/image" Target="../media/image143.png"/></Relationships>
</file>

<file path=ppt/slides/_rels/slide46.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46.png"/><Relationship Id="rId3" Type="http://schemas.openxmlformats.org/officeDocument/2006/relationships/customXml" Target="../ink/ink11.xml"/><Relationship Id="rId2" Type="http://schemas.openxmlformats.org/officeDocument/2006/relationships/image" Target="../media/image145.png"/><Relationship Id="rId1" Type="http://schemas.openxmlformats.org/officeDocument/2006/relationships/hyperlink" Target="https://arxiv.org/pdf/2104.09864.pdf" TargetMode="External"/></Relationships>
</file>

<file path=ppt/slides/_rels/slide4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48.png"/><Relationship Id="rId2" Type="http://schemas.openxmlformats.org/officeDocument/2006/relationships/customXml" Target="../ink/ink12.xml"/><Relationship Id="rId1" Type="http://schemas.openxmlformats.org/officeDocument/2006/relationships/image" Target="../media/image147.png"/></Relationships>
</file>

<file path=ppt/slides/_rels/slide48.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52.png"/><Relationship Id="rId5" Type="http://schemas.openxmlformats.org/officeDocument/2006/relationships/customXml" Target="../ink/ink13.xml"/><Relationship Id="rId4" Type="http://schemas.openxmlformats.org/officeDocument/2006/relationships/image" Target="../media/image151.png"/><Relationship Id="rId3" Type="http://schemas.openxmlformats.org/officeDocument/2006/relationships/image" Target="../media/image150.png"/><Relationship Id="rId2" Type="http://schemas.openxmlformats.org/officeDocument/2006/relationships/image" Target="../media/image149.png"/><Relationship Id="rId1" Type="http://schemas.openxmlformats.org/officeDocument/2006/relationships/hyperlink" Target="https://arxiv.org/abs/2203.16634" TargetMode="External"/></Relationships>
</file>

<file path=ppt/slides/_rels/slide49.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154.png"/><Relationship Id="rId6" Type="http://schemas.openxmlformats.org/officeDocument/2006/relationships/customXml" Target="../ink/ink15.xml"/><Relationship Id="rId5" Type="http://schemas.openxmlformats.org/officeDocument/2006/relationships/image" Target="../media/image153.png"/><Relationship Id="rId4" Type="http://schemas.openxmlformats.org/officeDocument/2006/relationships/customXml" Target="../ink/ink14.xml"/><Relationship Id="rId3" Type="http://schemas.openxmlformats.org/officeDocument/2006/relationships/hyperlink" Target="https://arxiv.org/pdf/1810.04805.pdf" TargetMode="External"/><Relationship Id="rId2" Type="http://schemas.openxmlformats.org/officeDocument/2006/relationships/hyperlink" Target="https://super.gluebenchmark.com/tasks/" TargetMode="External"/><Relationship Id="rId1" Type="http://schemas.openxmlformats.org/officeDocument/2006/relationships/hyperlink" Target="https://gluebenchmark.com/" TargetMode="Externa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55.png"/></Relationships>
</file>

<file path=ppt/slides/_rels/slide51.xml.rels><?xml version="1.0" encoding="UTF-8" standalone="yes"?>
<Relationships xmlns="http://schemas.openxmlformats.org/package/2006/relationships"><Relationship Id="rId7" Type="http://schemas.openxmlformats.org/officeDocument/2006/relationships/slideLayout" Target="../slideLayouts/slideLayout3.xml"/><Relationship Id="rId6" Type="http://schemas.openxmlformats.org/officeDocument/2006/relationships/image" Target="../media/image158.png"/><Relationship Id="rId5" Type="http://schemas.openxmlformats.org/officeDocument/2006/relationships/customXml" Target="../ink/ink17.xml"/><Relationship Id="rId4" Type="http://schemas.openxmlformats.org/officeDocument/2006/relationships/image" Target="../media/image157.png"/><Relationship Id="rId3" Type="http://schemas.openxmlformats.org/officeDocument/2006/relationships/customXml" Target="../ink/ink16.xml"/><Relationship Id="rId2" Type="http://schemas.openxmlformats.org/officeDocument/2006/relationships/hyperlink" Target="https://github.com/VinAIResearch/PhoNLP" TargetMode="External"/><Relationship Id="rId1" Type="http://schemas.openxmlformats.org/officeDocument/2006/relationships/image" Target="../media/image156.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59.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9.xml"/><Relationship Id="rId1" Type="http://schemas.openxmlformats.org/officeDocument/2006/relationships/image" Target="../media/image160.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60.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60.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60.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60.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60.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60.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60.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60.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9.xml"/><Relationship Id="rId1" Type="http://schemas.openxmlformats.org/officeDocument/2006/relationships/image" Target="../media/image160.png"/></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hyperlink" Target="https://jalammar.github.io/illustrated-transformer/" TargetMode="External"/><Relationship Id="rId1" Type="http://schemas.openxmlformats.org/officeDocument/2006/relationships/hyperlink" Target="https://karpathy.github.io/2026/02/12/microgpt/" TargetMode="Externa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61.png"/></Relationships>
</file>

<file path=ppt/slides/_rels/slide65.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image" Target="../media/image162.png"/></Relationships>
</file>

<file path=ppt/slides/_rels/slide66.xml.rels><?xml version="1.0" encoding="UTF-8" standalone="yes"?>
<Relationships xmlns="http://schemas.openxmlformats.org/package/2006/relationships"><Relationship Id="rId9" Type="http://schemas.openxmlformats.org/officeDocument/2006/relationships/hyperlink" Target="https://arxiv.org/abs/2211.05100" TargetMode="External"/><Relationship Id="rId8" Type="http://schemas.openxmlformats.org/officeDocument/2006/relationships/hyperlink" Target="https://arxiv.org/abs/1910.10683" TargetMode="External"/><Relationship Id="rId7" Type="http://schemas.openxmlformats.org/officeDocument/2006/relationships/hyperlink" Target="https://arxiv.org/pdf/1801.10198.pdf" TargetMode="External"/><Relationship Id="rId6" Type="http://schemas.openxmlformats.org/officeDocument/2006/relationships/hyperlink" Target="https://proceedings.neurips.cc/paper/2020/file/1457c0d6bfcb4967418bfb8ac142f64a-Paper.pdf" TargetMode="External"/><Relationship Id="rId5" Type="http://schemas.openxmlformats.org/officeDocument/2006/relationships/hyperlink" Target="https://en.wikipedia.org/wiki/GPT-3" TargetMode="External"/><Relationship Id="rId4" Type="http://schemas.openxmlformats.org/officeDocument/2006/relationships/hyperlink" Target="https://arxiv.org/abs/1910.01108" TargetMode="External"/><Relationship Id="rId3" Type="http://schemas.openxmlformats.org/officeDocument/2006/relationships/hyperlink" Target="https://arxiv.org/abs/1907.11692" TargetMode="External"/><Relationship Id="rId2" Type="http://schemas.openxmlformats.org/officeDocument/2006/relationships/hyperlink" Target="https://github.com/openai/gpt-2" TargetMode="External"/><Relationship Id="rId13" Type="http://schemas.openxmlformats.org/officeDocument/2006/relationships/slideLayout" Target="../slideLayouts/slideLayout1.xml"/><Relationship Id="rId12" Type="http://schemas.openxmlformats.org/officeDocument/2006/relationships/image" Target="../media/image165.jpeg"/><Relationship Id="rId11" Type="http://schemas.openxmlformats.org/officeDocument/2006/relationships/hyperlink" Target="https://arxiv.org/abs/2203.02155" TargetMode="External"/><Relationship Id="rId10" Type="http://schemas.openxmlformats.org/officeDocument/2006/relationships/hyperlink" Target="https://arxiv.org/pdf/2204.02311.pdf" TargetMode="External"/><Relationship Id="rId1" Type="http://schemas.openxmlformats.org/officeDocument/2006/relationships/hyperlink" Target="https://arxiv.org/pdf/1906.08237.pdf"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chor="ctr">
            <a:normAutofit/>
          </a:bodyPr>
          <a:lstStyle/>
          <a:p>
            <a:r>
              <a:rPr lang="en-US"/>
              <a:t>Attention and Transformers</a:t>
            </a:r>
            <a:endParaRPr lang="en-US"/>
          </a:p>
        </p:txBody>
      </p:sp>
      <p:sp>
        <p:nvSpPr>
          <p:cNvPr id="9" name="Subtitle 8"/>
          <p:cNvSpPr>
            <a:spLocks noGrp="1"/>
          </p:cNvSpPr>
          <p:nvPr>
            <p:ph type="subTitle" idx="1"/>
          </p:nvPr>
        </p:nvSpPr>
        <p:spPr>
          <a:xfrm>
            <a:off x="1524000" y="3602037"/>
            <a:ext cx="9144000" cy="1969029"/>
          </a:xfrm>
        </p:spPr>
        <p:txBody>
          <a:bodyPr anchor="ctr">
            <a:noAutofit/>
          </a:bodyPr>
          <a:lstStyle/>
          <a:p>
            <a:r>
              <a:rPr lang="en-US" sz="3200"/>
              <a:t>CS728</a:t>
            </a:r>
            <a:endParaRPr lang="en-US" sz="3200"/>
          </a:p>
          <a:p>
            <a:r>
              <a:rPr lang="en-US" sz="3200"/>
              <a:t>Soumen Chakrabarti</a:t>
            </a:r>
            <a:endParaRPr lang="en-US" sz="3200"/>
          </a:p>
        </p:txBody>
      </p:sp>
      <p:pic>
        <p:nvPicPr>
          <p:cNvPr id="1026" name="Picture 2" descr="Transformers Official Website - More than Meets the Ey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3276277"/>
            <a:ext cx="4174861" cy="360203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What Is an Electrical Transformer and Why Is It Important? – Circuit  Breaker Wholesa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5681" y="3072882"/>
            <a:ext cx="3656319" cy="378511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Encoding and decoding sequences</a:t>
            </a:r>
            <a:endParaRPr lang="en-IN"/>
          </a:p>
        </p:txBody>
      </p:sp>
      <p:sp>
        <p:nvSpPr>
          <p:cNvPr id="3" name="Text Placeholder 2"/>
          <p:cNvSpPr>
            <a:spLocks noGrp="1"/>
          </p:cNvSpPr>
          <p:nvPr>
            <p:ph type="body" idx="1"/>
          </p:nvPr>
        </p:nvSpPr>
        <p:spPr/>
        <p:txBody>
          <a:bodyPr>
            <a:normAutofit fontScale="72500"/>
          </a:bodyPr>
          <a:lstStyle/>
          <a:p>
            <a:r>
              <a:rPr lang="en-US"/>
              <a:t>Working definition</a:t>
            </a:r>
            <a:endParaRPr lang="en-US"/>
          </a:p>
          <a:p>
            <a:r>
              <a:rPr lang="en-US">
                <a:effectLst>
                  <a:glow rad="139700">
                    <a:schemeClr val="accent4">
                      <a:satMod val="175000"/>
                      <a:alpha val="40000"/>
                    </a:schemeClr>
                  </a:glow>
                </a:effectLst>
              </a:rPr>
              <a:t>Encoder</a:t>
            </a:r>
            <a:r>
              <a:rPr lang="en-US"/>
              <a:t> turns text sequence into a </a:t>
            </a:r>
            <a:r>
              <a:rPr lang="en-US">
                <a:effectLst>
                  <a:glow rad="139700">
                    <a:schemeClr val="accent4">
                      <a:satMod val="175000"/>
                      <a:alpha val="40000"/>
                    </a:schemeClr>
                  </a:glow>
                </a:effectLst>
              </a:rPr>
              <a:t>representation</a:t>
            </a:r>
            <a:r>
              <a:rPr lang="en-US"/>
              <a:t>…</a:t>
            </a:r>
            <a:endParaRPr lang="en-US"/>
          </a:p>
          <a:p>
            <a:r>
              <a:rPr lang="en-US"/>
              <a:t>…that contains the “meaning” of the input</a:t>
            </a:r>
            <a:endParaRPr lang="en-US"/>
          </a:p>
          <a:p>
            <a:r>
              <a:rPr lang="en-US"/>
              <a:t>And can be </a:t>
            </a:r>
            <a:r>
              <a:rPr lang="en-US">
                <a:effectLst>
                  <a:glow rad="139700">
                    <a:schemeClr val="accent4">
                      <a:satMod val="175000"/>
                      <a:alpha val="40000"/>
                    </a:schemeClr>
                  </a:glow>
                </a:effectLst>
              </a:rPr>
              <a:t>decoded</a:t>
            </a:r>
            <a:r>
              <a:rPr lang="en-US"/>
              <a:t> back to the input or another useful output</a:t>
            </a:r>
            <a:endParaRPr lang="en-US"/>
          </a:p>
          <a:p>
            <a:pPr lvl="1"/>
            <a:r>
              <a:rPr lang="en-US"/>
              <a:t>May be in a different language, different length, …</a:t>
            </a:r>
            <a:endParaRPr lang="en-US"/>
          </a:p>
          <a:p>
            <a:r>
              <a:rPr lang="en-US"/>
              <a:t>Two texts with similar meanings encode to similar representations (and vice versa)</a:t>
            </a:r>
            <a:endParaRPr lang="en-US"/>
          </a:p>
          <a:p>
            <a:pPr lvl="1"/>
            <a:r>
              <a:rPr lang="en-IN"/>
              <a:t>Token order may or may not matter</a:t>
            </a:r>
            <a:endParaRPr lang="en-IN"/>
          </a:p>
          <a:p>
            <a:pPr lvl="1"/>
            <a:r>
              <a:rPr lang="en-IN"/>
              <a:t>Anil bought </a:t>
            </a:r>
            <a:r>
              <a:rPr lang="en-IN">
                <a:effectLst>
                  <a:glow rad="139700">
                    <a:schemeClr val="accent6">
                      <a:satMod val="175000"/>
                      <a:alpha val="40000"/>
                    </a:schemeClr>
                  </a:glow>
                </a:effectLst>
              </a:rPr>
              <a:t>oranges</a:t>
            </a:r>
            <a:r>
              <a:rPr lang="en-IN"/>
              <a:t> and </a:t>
            </a:r>
            <a:r>
              <a:rPr lang="en-IN">
                <a:effectLst>
                  <a:glow rad="139700">
                    <a:schemeClr val="accent6">
                      <a:satMod val="175000"/>
                      <a:alpha val="40000"/>
                    </a:schemeClr>
                  </a:glow>
                </a:effectLst>
              </a:rPr>
              <a:t>apples</a:t>
            </a:r>
            <a:r>
              <a:rPr lang="en-US" altLang="en-IN">
                <a:effectLst>
                  <a:glow rad="139700">
                    <a:schemeClr val="accent6">
                      <a:satMod val="175000"/>
                      <a:alpha val="40000"/>
                    </a:schemeClr>
                  </a:glow>
                </a:effectLst>
              </a:rPr>
              <a:t> </a:t>
            </a:r>
            <a:endParaRPr lang="en-IN">
              <a:effectLst>
                <a:glow rad="139700">
                  <a:schemeClr val="accent6">
                    <a:satMod val="175000"/>
                    <a:alpha val="40000"/>
                  </a:schemeClr>
                </a:glow>
              </a:effectLst>
            </a:endParaRPr>
          </a:p>
          <a:p>
            <a:pPr lvl="1"/>
            <a:r>
              <a:rPr lang="en-IN"/>
              <a:t>Anil sold his </a:t>
            </a:r>
            <a:r>
              <a:rPr lang="en-IN">
                <a:effectLst>
                  <a:glow rad="139700">
                    <a:schemeClr val="accent2">
                      <a:satMod val="175000"/>
                      <a:alpha val="40000"/>
                    </a:schemeClr>
                  </a:glow>
                </a:effectLst>
              </a:rPr>
              <a:t>house</a:t>
            </a:r>
            <a:r>
              <a:rPr lang="en-IN"/>
              <a:t> to buy a </a:t>
            </a:r>
            <a:r>
              <a:rPr lang="en-IN">
                <a:effectLst>
                  <a:glow rad="139700">
                    <a:schemeClr val="accent5">
                      <a:satMod val="175000"/>
                      <a:alpha val="40000"/>
                    </a:schemeClr>
                  </a:glow>
                </a:effectLst>
              </a:rPr>
              <a:t>car</a:t>
            </a:r>
            <a:r>
              <a:rPr lang="en-US" altLang="en-IN">
                <a:effectLst>
                  <a:glow rad="139700">
                    <a:schemeClr val="accent5">
                      <a:satMod val="175000"/>
                      <a:alpha val="40000"/>
                    </a:schemeClr>
                  </a:glow>
                </a:effectLst>
              </a:rPr>
              <a:t> </a:t>
            </a:r>
            <a:endParaRPr lang="en-US" altLang="en-IN">
              <a:effectLst>
                <a:glow rad="139700">
                  <a:schemeClr val="accent5">
                    <a:satMod val="175000"/>
                    <a:alpha val="40000"/>
                  </a:schemeClr>
                </a:glow>
              </a:effectLs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Encoding granularity</a:t>
            </a:r>
            <a:endParaRPr lang="en-IN"/>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p:txBody>
              <a:bodyPr>
                <a:normAutofit fontScale="70000"/>
              </a:bodyPr>
              <a:lstStyle/>
              <a:p>
                <a:pPr>
                  <a:lnSpc>
                    <a:spcPct val="100000"/>
                  </a:lnSpc>
                </a:pPr>
                <a:r>
                  <a:rPr lang="en-US"/>
                  <a:t>Text of diverse length encodes to one fixed size representation (e.g., a vector): </a:t>
                </a:r>
                <a14:m>
                  <m:oMath xmlns:m="http://schemas.openxmlformats.org/officeDocument/2006/math">
                    <m:d>
                      <m:dPr>
                        <m:ctrlPr>
                          <a:rPr lang="en-US" b="0" i="1" smtClean="0">
                            <a:effectLst>
                              <a:glow rad="228600">
                                <a:schemeClr val="accent4">
                                  <a:satMod val="175000"/>
                                  <a:alpha val="40000"/>
                                </a:schemeClr>
                              </a:glow>
                            </a:effectLst>
                            <a:latin typeface="Cambria Math" panose="02040503050406030204" pitchFamily="18" charset="0"/>
                          </a:rPr>
                        </m:ctrlPr>
                      </m:dPr>
                      <m:e>
                        <m:sSub>
                          <m:sSubPr>
                            <m:ctrlPr>
                              <a:rPr lang="en-US" b="0" i="1" smtClean="0">
                                <a:effectLst>
                                  <a:glow rad="228600">
                                    <a:schemeClr val="accent4">
                                      <a:satMod val="175000"/>
                                      <a:alpha val="40000"/>
                                    </a:schemeClr>
                                  </a:glow>
                                </a:effectLst>
                                <a:latin typeface="Cambria Math" panose="02040503050406030204" pitchFamily="18" charset="0"/>
                              </a:rPr>
                            </m:ctrlPr>
                          </m:sSubPr>
                          <m:e>
                            <m:r>
                              <a:rPr lang="en-US" b="0" i="1" smtClean="0">
                                <a:effectLst>
                                  <a:glow rad="228600">
                                    <a:schemeClr val="accent4">
                                      <a:satMod val="175000"/>
                                      <a:alpha val="40000"/>
                                    </a:schemeClr>
                                  </a:glow>
                                </a:effectLst>
                                <a:latin typeface="Cambria Math" panose="02040503050406030204" pitchFamily="18" charset="0"/>
                              </a:rPr>
                              <m:t>𝑥</m:t>
                            </m:r>
                          </m:e>
                          <m:sub>
                            <m:r>
                              <a:rPr lang="en-US" b="0" i="1" smtClean="0">
                                <a:effectLst>
                                  <a:glow rad="228600">
                                    <a:schemeClr val="accent4">
                                      <a:satMod val="175000"/>
                                      <a:alpha val="40000"/>
                                    </a:schemeClr>
                                  </a:glow>
                                </a:effectLst>
                                <a:latin typeface="Cambria Math" panose="02040503050406030204" pitchFamily="18" charset="0"/>
                              </a:rPr>
                              <m:t>1</m:t>
                            </m:r>
                          </m:sub>
                        </m:sSub>
                        <m:r>
                          <a:rPr lang="en-US" b="0" i="1" smtClean="0">
                            <a:effectLst>
                              <a:glow rad="228600">
                                <a:schemeClr val="accent4">
                                  <a:satMod val="175000"/>
                                  <a:alpha val="40000"/>
                                </a:schemeClr>
                              </a:glow>
                            </a:effectLst>
                            <a:latin typeface="Cambria Math" panose="02040503050406030204" pitchFamily="18" charset="0"/>
                          </a:rPr>
                          <m:t>,…, </m:t>
                        </m:r>
                        <m:sSub>
                          <m:sSubPr>
                            <m:ctrlPr>
                              <a:rPr lang="en-US" b="0" i="1" smtClean="0">
                                <a:effectLst>
                                  <a:glow rad="228600">
                                    <a:schemeClr val="accent4">
                                      <a:satMod val="175000"/>
                                      <a:alpha val="40000"/>
                                    </a:schemeClr>
                                  </a:glow>
                                </a:effectLst>
                                <a:latin typeface="Cambria Math" panose="02040503050406030204" pitchFamily="18" charset="0"/>
                              </a:rPr>
                            </m:ctrlPr>
                          </m:sSubPr>
                          <m:e>
                            <m:r>
                              <a:rPr lang="en-US" b="0" i="1" smtClean="0">
                                <a:effectLst>
                                  <a:glow rad="228600">
                                    <a:schemeClr val="accent4">
                                      <a:satMod val="175000"/>
                                      <a:alpha val="40000"/>
                                    </a:schemeClr>
                                  </a:glow>
                                </a:effectLst>
                                <a:latin typeface="Cambria Math" panose="02040503050406030204" pitchFamily="18" charset="0"/>
                              </a:rPr>
                              <m:t>𝑥</m:t>
                            </m:r>
                          </m:e>
                          <m:sub>
                            <m:r>
                              <a:rPr lang="en-US" b="0" i="1" smtClean="0">
                                <a:effectLst>
                                  <a:glow rad="228600">
                                    <a:schemeClr val="accent4">
                                      <a:satMod val="175000"/>
                                      <a:alpha val="40000"/>
                                    </a:schemeClr>
                                  </a:glow>
                                </a:effectLst>
                                <a:latin typeface="Cambria Math" panose="02040503050406030204" pitchFamily="18" charset="0"/>
                              </a:rPr>
                              <m:t>𝑇</m:t>
                            </m:r>
                          </m:sub>
                        </m:sSub>
                      </m:e>
                    </m:d>
                    <m:r>
                      <a:rPr lang="en-US" b="0" i="1" smtClean="0">
                        <a:effectLst>
                          <a:glow rad="228600">
                            <a:schemeClr val="accent4">
                              <a:satMod val="175000"/>
                              <a:alpha val="40000"/>
                            </a:schemeClr>
                          </a:glow>
                        </a:effectLst>
                        <a:latin typeface="Cambria Math" panose="02040503050406030204" pitchFamily="18" charset="0"/>
                      </a:rPr>
                      <m:t>→</m:t>
                    </m:r>
                    <m:r>
                      <a:rPr lang="en-US" b="1" i="1" smtClean="0">
                        <a:effectLst>
                          <a:glow rad="228600">
                            <a:schemeClr val="accent4">
                              <a:satMod val="175000"/>
                              <a:alpha val="40000"/>
                            </a:schemeClr>
                          </a:glow>
                        </a:effectLst>
                        <a:latin typeface="Cambria Math" panose="02040503050406030204" pitchFamily="18" charset="0"/>
                      </a:rPr>
                      <m:t>𝒉</m:t>
                    </m:r>
                  </m:oMath>
                </a14:m>
                <a:endParaRPr lang="en-US" b="1">
                  <a:effectLst>
                    <a:glow rad="139700">
                      <a:schemeClr val="accent4">
                        <a:satMod val="175000"/>
                        <a:alpha val="40000"/>
                      </a:schemeClr>
                    </a:glow>
                  </a:effectLst>
                </a:endParaRPr>
              </a:p>
              <a:p>
                <a:pPr lvl="1">
                  <a:lnSpc>
                    <a:spcPct val="100000"/>
                  </a:lnSpc>
                </a:pPr>
                <a:r>
                  <a:rPr lang="en-IN"/>
                  <a:t>Deep set, set transformer, 1d convnet</a:t>
                </a:r>
                <a:endParaRPr lang="en-IN"/>
              </a:p>
              <a:p>
                <a:pPr lvl="1">
                  <a:lnSpc>
                    <a:spcPct val="100000"/>
                  </a:lnSpc>
                </a:pPr>
                <a:r>
                  <a:rPr lang="en-IN"/>
                  <a:t>Applications: topic and sentiment classification, NLI: </a:t>
                </a:r>
                <a14:m>
                  <m:oMath xmlns:m="http://schemas.openxmlformats.org/officeDocument/2006/math">
                    <m:r>
                      <a:rPr lang="en-US" b="1" i="1" smtClean="0">
                        <a:effectLst>
                          <a:glow rad="228600">
                            <a:schemeClr val="accent4">
                              <a:satMod val="175000"/>
                              <a:alpha val="40000"/>
                            </a:schemeClr>
                          </a:glow>
                        </a:effectLst>
                        <a:latin typeface="Cambria Math" panose="02040503050406030204" pitchFamily="18" charset="0"/>
                      </a:rPr>
                      <m:t>𝒉</m:t>
                    </m:r>
                    <m:r>
                      <a:rPr lang="en-US" b="1" i="1" smtClean="0">
                        <a:effectLst>
                          <a:glow rad="228600">
                            <a:schemeClr val="accent4">
                              <a:satMod val="175000"/>
                              <a:alpha val="40000"/>
                            </a:schemeClr>
                          </a:glow>
                        </a:effectLst>
                        <a:latin typeface="Cambria Math" panose="02040503050406030204" pitchFamily="18" charset="0"/>
                      </a:rPr>
                      <m:t>→</m:t>
                    </m:r>
                    <m:r>
                      <a:rPr lang="en-US" b="0" i="1" smtClean="0">
                        <a:effectLst>
                          <a:glow rad="228600">
                            <a:schemeClr val="accent4">
                              <a:satMod val="175000"/>
                              <a:alpha val="40000"/>
                            </a:schemeClr>
                          </a:glow>
                        </a:effectLst>
                        <a:latin typeface="Cambria Math" panose="02040503050406030204" pitchFamily="18" charset="0"/>
                      </a:rPr>
                      <m:t>𝑦</m:t>
                    </m:r>
                  </m:oMath>
                </a14:m>
                <a:endParaRPr lang="en-IN"/>
              </a:p>
              <a:p>
                <a:pPr>
                  <a:lnSpc>
                    <a:spcPct val="100000"/>
                  </a:lnSpc>
                </a:pPr>
                <a:r>
                  <a:rPr lang="en-IN"/>
                  <a:t>One vector per token, scaling up with passage length:</a:t>
                </a:r>
                <a:br>
                  <a:rPr lang="en-US" b="0" i="1">
                    <a:effectLst>
                      <a:glow rad="228600">
                        <a:schemeClr val="accent4">
                          <a:satMod val="175000"/>
                          <a:alpha val="40000"/>
                        </a:schemeClr>
                      </a:glow>
                    </a:effectLst>
                    <a:latin typeface="Cambria Math" panose="02040503050406030204" pitchFamily="18" charset="0"/>
                  </a:rPr>
                </a:br>
                <a14:m>
                  <m:oMathPara xmlns:m="http://schemas.openxmlformats.org/officeDocument/2006/math">
                    <m:oMathParaPr>
                      <m:jc m:val="centerGroup"/>
                    </m:oMathParaPr>
                    <m:oMath xmlns:m="http://schemas.openxmlformats.org/officeDocument/2006/math">
                      <m:d>
                        <m:dPr>
                          <m:ctrlPr>
                            <a:rPr lang="en-US" b="0" i="1" smtClean="0">
                              <a:effectLst>
                                <a:glow rad="228600">
                                  <a:schemeClr val="accent4">
                                    <a:satMod val="175000"/>
                                    <a:alpha val="40000"/>
                                  </a:schemeClr>
                                </a:glow>
                              </a:effectLst>
                              <a:latin typeface="Cambria Math" panose="02040503050406030204" pitchFamily="18" charset="0"/>
                            </a:rPr>
                          </m:ctrlPr>
                        </m:dPr>
                        <m:e>
                          <m:sSub>
                            <m:sSubPr>
                              <m:ctrlPr>
                                <a:rPr lang="en-US" b="0" i="1" smtClean="0">
                                  <a:effectLst>
                                    <a:glow rad="228600">
                                      <a:schemeClr val="accent4">
                                        <a:satMod val="175000"/>
                                        <a:alpha val="40000"/>
                                      </a:schemeClr>
                                    </a:glow>
                                  </a:effectLst>
                                  <a:latin typeface="Cambria Math" panose="02040503050406030204" pitchFamily="18" charset="0"/>
                                </a:rPr>
                              </m:ctrlPr>
                            </m:sSubPr>
                            <m:e>
                              <m:r>
                                <a:rPr lang="en-US" b="0" i="1" smtClean="0">
                                  <a:effectLst>
                                    <a:glow rad="228600">
                                      <a:schemeClr val="accent4">
                                        <a:satMod val="175000"/>
                                        <a:alpha val="40000"/>
                                      </a:schemeClr>
                                    </a:glow>
                                  </a:effectLst>
                                  <a:latin typeface="Cambria Math" panose="02040503050406030204" pitchFamily="18" charset="0"/>
                                </a:rPr>
                                <m:t>𝑥</m:t>
                              </m:r>
                            </m:e>
                            <m:sub>
                              <m:r>
                                <a:rPr lang="en-US" b="0" i="1" smtClean="0">
                                  <a:effectLst>
                                    <a:glow rad="228600">
                                      <a:schemeClr val="accent4">
                                        <a:satMod val="175000"/>
                                        <a:alpha val="40000"/>
                                      </a:schemeClr>
                                    </a:glow>
                                  </a:effectLst>
                                  <a:latin typeface="Cambria Math" panose="02040503050406030204" pitchFamily="18" charset="0"/>
                                </a:rPr>
                                <m:t>1</m:t>
                              </m:r>
                            </m:sub>
                          </m:sSub>
                          <m:r>
                            <a:rPr lang="en-US" b="0" i="1" smtClean="0">
                              <a:effectLst>
                                <a:glow rad="228600">
                                  <a:schemeClr val="accent4">
                                    <a:satMod val="175000"/>
                                    <a:alpha val="40000"/>
                                  </a:schemeClr>
                                </a:glow>
                              </a:effectLst>
                              <a:latin typeface="Cambria Math" panose="02040503050406030204" pitchFamily="18" charset="0"/>
                            </a:rPr>
                            <m:t>,…, </m:t>
                          </m:r>
                          <m:sSub>
                            <m:sSubPr>
                              <m:ctrlPr>
                                <a:rPr lang="en-US" b="0" i="1" smtClean="0">
                                  <a:effectLst>
                                    <a:glow rad="228600">
                                      <a:schemeClr val="accent4">
                                        <a:satMod val="175000"/>
                                        <a:alpha val="40000"/>
                                      </a:schemeClr>
                                    </a:glow>
                                  </a:effectLst>
                                  <a:latin typeface="Cambria Math" panose="02040503050406030204" pitchFamily="18" charset="0"/>
                                </a:rPr>
                              </m:ctrlPr>
                            </m:sSubPr>
                            <m:e>
                              <m:r>
                                <a:rPr lang="en-US" b="0" i="1" smtClean="0">
                                  <a:effectLst>
                                    <a:glow rad="228600">
                                      <a:schemeClr val="accent4">
                                        <a:satMod val="175000"/>
                                        <a:alpha val="40000"/>
                                      </a:schemeClr>
                                    </a:glow>
                                  </a:effectLst>
                                  <a:latin typeface="Cambria Math" panose="02040503050406030204" pitchFamily="18" charset="0"/>
                                </a:rPr>
                                <m:t>𝑥</m:t>
                              </m:r>
                            </m:e>
                            <m:sub>
                              <m:r>
                                <a:rPr lang="en-US" b="0" i="1" smtClean="0">
                                  <a:effectLst>
                                    <a:glow rad="228600">
                                      <a:schemeClr val="accent4">
                                        <a:satMod val="175000"/>
                                        <a:alpha val="40000"/>
                                      </a:schemeClr>
                                    </a:glow>
                                  </a:effectLst>
                                  <a:latin typeface="Cambria Math" panose="02040503050406030204" pitchFamily="18" charset="0"/>
                                </a:rPr>
                                <m:t>𝑇</m:t>
                              </m:r>
                            </m:sub>
                          </m:sSub>
                        </m:e>
                      </m:d>
                      <m:r>
                        <a:rPr lang="en-US" b="0" i="1" smtClean="0">
                          <a:effectLst>
                            <a:glow rad="228600">
                              <a:schemeClr val="accent4">
                                <a:satMod val="175000"/>
                                <a:alpha val="40000"/>
                              </a:schemeClr>
                            </a:glow>
                          </a:effectLst>
                          <a:latin typeface="Cambria Math" panose="02040503050406030204" pitchFamily="18" charset="0"/>
                        </a:rPr>
                        <m:t>→(</m:t>
                      </m:r>
                      <m:sSub>
                        <m:sSubPr>
                          <m:ctrlPr>
                            <a:rPr lang="en-US" b="0" i="1" smtClean="0">
                              <a:effectLst>
                                <a:glow rad="228600">
                                  <a:schemeClr val="accent4">
                                    <a:satMod val="175000"/>
                                    <a:alpha val="40000"/>
                                  </a:schemeClr>
                                </a:glow>
                              </a:effectLst>
                              <a:latin typeface="Cambria Math" panose="02040503050406030204" pitchFamily="18" charset="0"/>
                            </a:rPr>
                          </m:ctrlPr>
                        </m:sSubPr>
                        <m:e>
                          <m:r>
                            <a:rPr lang="en-US" b="1" i="1" smtClean="0">
                              <a:effectLst>
                                <a:glow rad="228600">
                                  <a:schemeClr val="accent4">
                                    <a:satMod val="175000"/>
                                    <a:alpha val="40000"/>
                                  </a:schemeClr>
                                </a:glow>
                              </a:effectLst>
                              <a:latin typeface="Cambria Math" panose="02040503050406030204" pitchFamily="18" charset="0"/>
                            </a:rPr>
                            <m:t>𝒉</m:t>
                          </m:r>
                        </m:e>
                        <m:sub>
                          <m:r>
                            <a:rPr lang="en-US" b="0" i="1" smtClean="0">
                              <a:effectLst>
                                <a:glow rad="228600">
                                  <a:schemeClr val="accent4">
                                    <a:satMod val="175000"/>
                                    <a:alpha val="40000"/>
                                  </a:schemeClr>
                                </a:glow>
                              </a:effectLst>
                              <a:latin typeface="Cambria Math" panose="02040503050406030204" pitchFamily="18" charset="0"/>
                            </a:rPr>
                            <m:t>1</m:t>
                          </m:r>
                        </m:sub>
                      </m:sSub>
                      <m:r>
                        <a:rPr lang="en-US" b="0" i="1" smtClean="0">
                          <a:effectLst>
                            <a:glow rad="228600">
                              <a:schemeClr val="accent4">
                                <a:satMod val="175000"/>
                                <a:alpha val="40000"/>
                              </a:schemeClr>
                            </a:glow>
                          </a:effectLst>
                          <a:latin typeface="Cambria Math" panose="02040503050406030204" pitchFamily="18" charset="0"/>
                        </a:rPr>
                        <m:t>,…, </m:t>
                      </m:r>
                      <m:sSub>
                        <m:sSubPr>
                          <m:ctrlPr>
                            <a:rPr lang="en-US" b="0" i="1" smtClean="0">
                              <a:effectLst>
                                <a:glow rad="228600">
                                  <a:schemeClr val="accent4">
                                    <a:satMod val="175000"/>
                                    <a:alpha val="40000"/>
                                  </a:schemeClr>
                                </a:glow>
                              </a:effectLst>
                              <a:latin typeface="Cambria Math" panose="02040503050406030204" pitchFamily="18" charset="0"/>
                            </a:rPr>
                          </m:ctrlPr>
                        </m:sSubPr>
                        <m:e>
                          <m:r>
                            <a:rPr lang="en-US" b="1" i="1" smtClean="0">
                              <a:effectLst>
                                <a:glow rad="228600">
                                  <a:schemeClr val="accent4">
                                    <a:satMod val="175000"/>
                                    <a:alpha val="40000"/>
                                  </a:schemeClr>
                                </a:glow>
                              </a:effectLst>
                              <a:latin typeface="Cambria Math" panose="02040503050406030204" pitchFamily="18" charset="0"/>
                            </a:rPr>
                            <m:t>𝒉</m:t>
                          </m:r>
                        </m:e>
                        <m:sub>
                          <m:r>
                            <a:rPr lang="en-US" b="0" i="1" smtClean="0">
                              <a:effectLst>
                                <a:glow rad="228600">
                                  <a:schemeClr val="accent4">
                                    <a:satMod val="175000"/>
                                    <a:alpha val="40000"/>
                                  </a:schemeClr>
                                </a:glow>
                              </a:effectLst>
                              <a:latin typeface="Cambria Math" panose="02040503050406030204" pitchFamily="18" charset="0"/>
                            </a:rPr>
                            <m:t>𝑇</m:t>
                          </m:r>
                        </m:sub>
                      </m:sSub>
                      <m:r>
                        <a:rPr lang="en-US" b="0" i="1" smtClean="0">
                          <a:effectLst>
                            <a:glow rad="228600">
                              <a:schemeClr val="accent4">
                                <a:satMod val="175000"/>
                                <a:alpha val="40000"/>
                              </a:schemeClr>
                            </a:glow>
                          </a:effectLst>
                          <a:latin typeface="Cambria Math" panose="02040503050406030204" pitchFamily="18" charset="0"/>
                        </a:rPr>
                        <m:t>)</m:t>
                      </m:r>
                    </m:oMath>
                  </m:oMathPara>
                </a14:m>
                <a:endParaRPr lang="en-IN"/>
              </a:p>
              <a:p>
                <a:pPr lvl="1">
                  <a:lnSpc>
                    <a:spcPct val="100000"/>
                  </a:lnSpc>
                </a:pPr>
                <a:r>
                  <a:rPr lang="en-IN"/>
                  <a:t>Recurrent networks</a:t>
                </a:r>
                <a:r>
                  <a:rPr lang="en-US" altLang="en-IN"/>
                  <a:t> (RNNs)</a:t>
                </a:r>
                <a:r>
                  <a:rPr lang="en-IN"/>
                  <a:t>, transformers</a:t>
                </a:r>
                <a:endParaRPr lang="en-IN"/>
              </a:p>
              <a:p>
                <a:pPr lvl="1">
                  <a:lnSpc>
                    <a:spcPct val="100000"/>
                  </a:lnSpc>
                </a:pPr>
                <a:r>
                  <a:rPr lang="en-IN"/>
                  <a:t>Applications: POS, NER, open IE, better NLI, summarization, translation, question answering</a:t>
                </a:r>
                <a14:m>
                  <m:oMath xmlns:m="http://schemas.openxmlformats.org/officeDocument/2006/math">
                    <m:r>
                      <a:rPr lang="en-US" b="0" i="0" smtClean="0">
                        <a:effectLst>
                          <a:glow rad="228600">
                            <a:schemeClr val="accent4">
                              <a:satMod val="175000"/>
                              <a:alpha val="40000"/>
                            </a:schemeClr>
                          </a:glow>
                        </a:effectLst>
                        <a:latin typeface="Cambria Math" panose="02040503050406030204" pitchFamily="18" charset="0"/>
                      </a:rPr>
                      <m:t> </m:t>
                    </m:r>
                    <m:d>
                      <m:dPr>
                        <m:ctrlPr>
                          <a:rPr lang="en-US" b="0" i="1" smtClean="0">
                            <a:effectLst>
                              <a:glow rad="228600">
                                <a:schemeClr val="accent4">
                                  <a:satMod val="175000"/>
                                  <a:alpha val="40000"/>
                                </a:schemeClr>
                              </a:glow>
                            </a:effectLst>
                            <a:latin typeface="Cambria Math" panose="02040503050406030204" pitchFamily="18" charset="0"/>
                          </a:rPr>
                        </m:ctrlPr>
                      </m:dPr>
                      <m:e>
                        <m:sSub>
                          <m:sSubPr>
                            <m:ctrlPr>
                              <a:rPr lang="en-US" b="0" i="1" smtClean="0">
                                <a:effectLst>
                                  <a:glow rad="228600">
                                    <a:schemeClr val="accent4">
                                      <a:satMod val="175000"/>
                                      <a:alpha val="40000"/>
                                    </a:schemeClr>
                                  </a:glow>
                                </a:effectLst>
                                <a:latin typeface="Cambria Math" panose="02040503050406030204" pitchFamily="18" charset="0"/>
                              </a:rPr>
                            </m:ctrlPr>
                          </m:sSubPr>
                          <m:e>
                            <m:r>
                              <a:rPr lang="en-US" b="1" i="1" smtClean="0">
                                <a:effectLst>
                                  <a:glow rad="228600">
                                    <a:schemeClr val="accent4">
                                      <a:satMod val="175000"/>
                                      <a:alpha val="40000"/>
                                    </a:schemeClr>
                                  </a:glow>
                                </a:effectLst>
                                <a:latin typeface="Cambria Math" panose="02040503050406030204" pitchFamily="18" charset="0"/>
                              </a:rPr>
                              <m:t>𝒉</m:t>
                            </m:r>
                          </m:e>
                          <m:sub>
                            <m:r>
                              <a:rPr lang="en-US" b="0" i="1" smtClean="0">
                                <a:effectLst>
                                  <a:glow rad="228600">
                                    <a:schemeClr val="accent4">
                                      <a:satMod val="175000"/>
                                      <a:alpha val="40000"/>
                                    </a:schemeClr>
                                  </a:glow>
                                </a:effectLst>
                                <a:latin typeface="Cambria Math" panose="02040503050406030204" pitchFamily="18" charset="0"/>
                              </a:rPr>
                              <m:t>1</m:t>
                            </m:r>
                          </m:sub>
                        </m:sSub>
                        <m:r>
                          <a:rPr lang="en-US" b="0" i="1" smtClean="0">
                            <a:effectLst>
                              <a:glow rad="228600">
                                <a:schemeClr val="accent4">
                                  <a:satMod val="175000"/>
                                  <a:alpha val="40000"/>
                                </a:schemeClr>
                              </a:glow>
                            </a:effectLst>
                            <a:latin typeface="Cambria Math" panose="02040503050406030204" pitchFamily="18" charset="0"/>
                          </a:rPr>
                          <m:t>,…, </m:t>
                        </m:r>
                        <m:sSub>
                          <m:sSubPr>
                            <m:ctrlPr>
                              <a:rPr lang="en-US" b="0" i="1" smtClean="0">
                                <a:effectLst>
                                  <a:glow rad="228600">
                                    <a:schemeClr val="accent4">
                                      <a:satMod val="175000"/>
                                      <a:alpha val="40000"/>
                                    </a:schemeClr>
                                  </a:glow>
                                </a:effectLst>
                                <a:latin typeface="Cambria Math" panose="02040503050406030204" pitchFamily="18" charset="0"/>
                              </a:rPr>
                            </m:ctrlPr>
                          </m:sSubPr>
                          <m:e>
                            <m:r>
                              <a:rPr lang="en-US" b="1" i="1" smtClean="0">
                                <a:effectLst>
                                  <a:glow rad="228600">
                                    <a:schemeClr val="accent4">
                                      <a:satMod val="175000"/>
                                      <a:alpha val="40000"/>
                                    </a:schemeClr>
                                  </a:glow>
                                </a:effectLst>
                                <a:latin typeface="Cambria Math" panose="02040503050406030204" pitchFamily="18" charset="0"/>
                              </a:rPr>
                              <m:t>𝒉</m:t>
                            </m:r>
                          </m:e>
                          <m:sub>
                            <m:r>
                              <a:rPr lang="en-US" b="0" i="1" smtClean="0">
                                <a:effectLst>
                                  <a:glow rad="228600">
                                    <a:schemeClr val="accent4">
                                      <a:satMod val="175000"/>
                                      <a:alpha val="40000"/>
                                    </a:schemeClr>
                                  </a:glow>
                                </a:effectLst>
                                <a:latin typeface="Cambria Math" panose="02040503050406030204" pitchFamily="18" charset="0"/>
                              </a:rPr>
                              <m:t>𝐼</m:t>
                            </m:r>
                          </m:sub>
                        </m:sSub>
                      </m:e>
                    </m:d>
                    <m:r>
                      <a:rPr lang="en-US" b="0" i="1" smtClean="0">
                        <a:effectLst>
                          <a:glow rad="228600">
                            <a:schemeClr val="accent4">
                              <a:satMod val="175000"/>
                              <a:alpha val="40000"/>
                            </a:schemeClr>
                          </a:glow>
                        </a:effectLst>
                        <a:latin typeface="Cambria Math" panose="02040503050406030204" pitchFamily="18" charset="0"/>
                      </a:rPr>
                      <m:t>→(</m:t>
                    </m:r>
                    <m:sSub>
                      <m:sSubPr>
                        <m:ctrlPr>
                          <a:rPr lang="en-US" b="0" i="1" smtClean="0">
                            <a:effectLst>
                              <a:glow rad="228600">
                                <a:schemeClr val="accent4">
                                  <a:satMod val="175000"/>
                                  <a:alpha val="40000"/>
                                </a:schemeClr>
                              </a:glow>
                            </a:effectLst>
                            <a:latin typeface="Cambria Math" panose="02040503050406030204" pitchFamily="18" charset="0"/>
                          </a:rPr>
                        </m:ctrlPr>
                      </m:sSubPr>
                      <m:e>
                        <m:r>
                          <a:rPr lang="en-US" b="0" i="1" smtClean="0">
                            <a:effectLst>
                              <a:glow rad="228600">
                                <a:schemeClr val="accent4">
                                  <a:satMod val="175000"/>
                                  <a:alpha val="40000"/>
                                </a:schemeClr>
                              </a:glow>
                            </a:effectLst>
                            <a:latin typeface="Cambria Math" panose="02040503050406030204" pitchFamily="18" charset="0"/>
                          </a:rPr>
                          <m:t>𝑦</m:t>
                        </m:r>
                      </m:e>
                      <m:sub>
                        <m:r>
                          <a:rPr lang="en-US" b="0" i="1" smtClean="0">
                            <a:effectLst>
                              <a:glow rad="228600">
                                <a:schemeClr val="accent4">
                                  <a:satMod val="175000"/>
                                  <a:alpha val="40000"/>
                                </a:schemeClr>
                              </a:glow>
                            </a:effectLst>
                            <a:latin typeface="Cambria Math" panose="02040503050406030204" pitchFamily="18" charset="0"/>
                          </a:rPr>
                          <m:t>1</m:t>
                        </m:r>
                      </m:sub>
                    </m:sSub>
                    <m:r>
                      <a:rPr lang="en-US" b="0" i="1" smtClean="0">
                        <a:effectLst>
                          <a:glow rad="228600">
                            <a:schemeClr val="accent4">
                              <a:satMod val="175000"/>
                              <a:alpha val="40000"/>
                            </a:schemeClr>
                          </a:glow>
                        </a:effectLst>
                        <a:latin typeface="Cambria Math" panose="02040503050406030204" pitchFamily="18" charset="0"/>
                      </a:rPr>
                      <m:t>,…,</m:t>
                    </m:r>
                    <m:sSub>
                      <m:sSubPr>
                        <m:ctrlPr>
                          <a:rPr lang="en-US" b="0" i="1" smtClean="0">
                            <a:effectLst>
                              <a:glow rad="228600">
                                <a:schemeClr val="accent4">
                                  <a:satMod val="175000"/>
                                  <a:alpha val="40000"/>
                                </a:schemeClr>
                              </a:glow>
                            </a:effectLst>
                            <a:latin typeface="Cambria Math" panose="02040503050406030204" pitchFamily="18" charset="0"/>
                          </a:rPr>
                        </m:ctrlPr>
                      </m:sSubPr>
                      <m:e>
                        <m:r>
                          <a:rPr lang="en-US" b="0" i="1" smtClean="0">
                            <a:effectLst>
                              <a:glow rad="228600">
                                <a:schemeClr val="accent4">
                                  <a:satMod val="175000"/>
                                  <a:alpha val="40000"/>
                                </a:schemeClr>
                              </a:glow>
                            </a:effectLst>
                            <a:latin typeface="Cambria Math" panose="02040503050406030204" pitchFamily="18" charset="0"/>
                          </a:rPr>
                          <m:t>𝑦</m:t>
                        </m:r>
                      </m:e>
                      <m:sub>
                        <m:r>
                          <a:rPr lang="en-US" b="0" i="1" smtClean="0">
                            <a:effectLst>
                              <a:glow rad="228600">
                                <a:schemeClr val="accent4">
                                  <a:satMod val="175000"/>
                                  <a:alpha val="40000"/>
                                </a:schemeClr>
                              </a:glow>
                            </a:effectLst>
                            <a:latin typeface="Cambria Math" panose="02040503050406030204" pitchFamily="18" charset="0"/>
                          </a:rPr>
                          <m:t>𝑂</m:t>
                        </m:r>
                      </m:sub>
                    </m:sSub>
                    <m:r>
                      <a:rPr lang="en-US" b="0" i="1" smtClean="0">
                        <a:effectLst>
                          <a:glow rad="228600">
                            <a:schemeClr val="accent4">
                              <a:satMod val="175000"/>
                              <a:alpha val="40000"/>
                            </a:schemeClr>
                          </a:glow>
                        </a:effectLst>
                        <a:latin typeface="Cambria Math" panose="02040503050406030204" pitchFamily="18" charset="0"/>
                      </a:rPr>
                      <m:t>)</m:t>
                    </m:r>
                  </m:oMath>
                </a14:m>
                <a:endParaRPr lang="en-IN"/>
              </a:p>
              <a:p>
                <a:pPr lvl="1">
                  <a:lnSpc>
                    <a:spcPct val="100000"/>
                  </a:lnSpc>
                </a:pPr>
                <a:r>
                  <a:rPr lang="en-US" altLang="en-IN"/>
                  <a:t>(Output could be parse tree or code, although</a:t>
                </a:r>
                <a:r>
                  <a:rPr lang="en-US" altLang="en-IN">
                    <a:latin typeface="Arial" panose="020B0604020202020204" pitchFamily="34" charset="0"/>
                    <a:cs typeface="Arial" panose="020B0604020202020204" pitchFamily="34" charset="0"/>
                  </a:rPr>
                  <a:t>…)</a:t>
                </a:r>
                <a:endParaRPr lang="en-IN"/>
              </a:p>
              <a:p>
                <a:pPr lvl="1">
                  <a:lnSpc>
                    <a:spcPct val="100000"/>
                  </a:lnSpc>
                </a:pPr>
                <a:r>
                  <a:rPr lang="en-IN"/>
                  <a:t>Seems necessary in general</a:t>
                </a:r>
                <a:r>
                  <a:rPr lang="en-US" altLang="en-IN"/>
                  <a:t>  </a:t>
                </a:r>
                <a:endParaRPr lang="en-US" altLang="en-IN"/>
              </a:p>
            </p:txBody>
          </p:sp>
        </mc:Choice>
        <mc:Fallback>
          <p:sp>
            <p:nvSpPr>
              <p:cNvPr id="3" name="Text Placeholder 2"/>
              <p:cNvSpPr>
                <a:spLocks noRot="1" noChangeAspect="1" noMove="1" noResize="1" noEditPoints="1" noAdjustHandles="1" noChangeArrowheads="1" noChangeShapeType="1" noTextEdit="1"/>
              </p:cNvSpPr>
              <p:nvPr>
                <p:ph type="body" idx="1"/>
              </p:nvPr>
            </p:nvSpPr>
            <p:spPr>
              <a:blipFill rotWithShape="1">
                <a:blip r:embed="rId1"/>
                <a:stretch>
                  <a:fillRect l="-1" t="-3" r="4" b="3"/>
                </a:stretch>
              </a:blipFill>
            </p:spPr>
            <p:txBody>
              <a:bodyPr/>
              <a:lstStyle/>
              <a:p>
                <a:r>
                  <a:rPr lang="en-US" altLang="en-US">
                    <a:noFill/>
                  </a:rPr>
                  <a:t> </a:t>
                </a: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Need for attention in seq2seq</a:t>
            </a:r>
            <a:endParaRPr lang="en-IN"/>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64431" y="962388"/>
                <a:ext cx="11874023" cy="3045134"/>
              </a:xfrm>
            </p:spPr>
            <p:txBody>
              <a:bodyPr>
                <a:normAutofit/>
              </a:bodyPr>
              <a:lstStyle/>
              <a:p>
                <a:r>
                  <a:rPr lang="en-US"/>
                  <a:t>In principle, decoder state </a:t>
                </a:r>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𝒈</m:t>
                        </m:r>
                      </m:e>
                      <m:sub>
                        <m:r>
                          <a:rPr lang="en-US" b="0" i="1" smtClean="0">
                            <a:latin typeface="Cambria Math" panose="02040503050406030204" pitchFamily="18" charset="0"/>
                          </a:rPr>
                          <m:t>𝑡</m:t>
                        </m:r>
                      </m:sub>
                    </m:sSub>
                  </m:oMath>
                </a14:m>
                <a:r>
                  <a:rPr lang="en-US"/>
                  <a:t> perfectly keeps track of what part of the </a:t>
                </a:r>
                <a:r>
                  <a:rPr lang="en-US" err="1"/>
                  <a:t>En</a:t>
                </a:r>
                <a:r>
                  <a:rPr lang="en-US"/>
                  <a:t> sentence is already translated to De, what part remains, and what best token to emit next</a:t>
                </a:r>
                <a:endParaRPr lang="en-IN"/>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164431" y="962388"/>
                <a:ext cx="11874023" cy="3045134"/>
              </a:xfrm>
              <a:blipFill rotWithShape="1">
                <a:blip r:embed="rId1"/>
                <a:stretch>
                  <a:fillRect l="-5" t="-12" r="1" b="1"/>
                </a:stretch>
              </a:blipFill>
            </p:spPr>
            <p:txBody>
              <a:bodyPr/>
              <a:lstStyle/>
              <a:p>
                <a:r>
                  <a:rPr lang="en-US" altLang="en-US">
                    <a:noFill/>
                  </a:rPr>
                  <a:t> </a:t>
                </a:r>
              </a:p>
            </p:txBody>
          </p:sp>
        </mc:Fallback>
      </mc:AlternateContent>
      <p:sp>
        <p:nvSpPr>
          <p:cNvPr id="4" name="Rectangle 3"/>
          <p:cNvSpPr/>
          <p:nvPr/>
        </p:nvSpPr>
        <p:spPr>
          <a:xfrm>
            <a:off x="839308" y="5046522"/>
            <a:ext cx="405159" cy="431182"/>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a:off x="1664003" y="5046522"/>
            <a:ext cx="405159" cy="431182"/>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p:cNvSpPr/>
          <p:nvPr/>
        </p:nvSpPr>
        <p:spPr>
          <a:xfrm>
            <a:off x="2488698" y="5046522"/>
            <a:ext cx="405159" cy="431182"/>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p:nvSpPr>
        <p:spPr>
          <a:xfrm>
            <a:off x="4138088" y="5046522"/>
            <a:ext cx="405159" cy="431182"/>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4962784" y="5046522"/>
            <a:ext cx="405159" cy="431182"/>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p:cNvSpPr/>
          <p:nvPr/>
        </p:nvSpPr>
        <p:spPr>
          <a:xfrm>
            <a:off x="3313393" y="5046522"/>
            <a:ext cx="405159" cy="431182"/>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p:nvSpPr>
        <p:spPr>
          <a:xfrm>
            <a:off x="6493613" y="5031281"/>
            <a:ext cx="405159" cy="431182"/>
          </a:xfrm>
          <a:prstGeom prst="rect">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7477158" y="5031281"/>
            <a:ext cx="405159" cy="431182"/>
          </a:xfrm>
          <a:prstGeom prst="rect">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8460703" y="5031281"/>
            <a:ext cx="405159" cy="431182"/>
          </a:xfrm>
          <a:prstGeom prst="rect">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p:cNvSpPr/>
          <p:nvPr/>
        </p:nvSpPr>
        <p:spPr>
          <a:xfrm>
            <a:off x="10427793" y="5031281"/>
            <a:ext cx="405159" cy="431182"/>
          </a:xfrm>
          <a:prstGeom prst="rect">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p:cNvSpPr/>
          <p:nvPr/>
        </p:nvSpPr>
        <p:spPr>
          <a:xfrm>
            <a:off x="11411336" y="5031281"/>
            <a:ext cx="405159" cy="431182"/>
          </a:xfrm>
          <a:prstGeom prst="rect">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p:cNvSpPr/>
          <p:nvPr/>
        </p:nvSpPr>
        <p:spPr>
          <a:xfrm>
            <a:off x="9444248" y="5031281"/>
            <a:ext cx="405159" cy="431182"/>
          </a:xfrm>
          <a:prstGeom prst="rect">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Straight Arrow Connector 16"/>
          <p:cNvCxnSpPr/>
          <p:nvPr/>
        </p:nvCxnSpPr>
        <p:spPr>
          <a:xfrm>
            <a:off x="1244467" y="5262113"/>
            <a:ext cx="4195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p:cNvCxnSpPr/>
          <p:nvPr/>
        </p:nvCxnSpPr>
        <p:spPr>
          <a:xfrm>
            <a:off x="2069162" y="5262113"/>
            <a:ext cx="4195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p:cNvCxnSpPr/>
          <p:nvPr/>
        </p:nvCxnSpPr>
        <p:spPr>
          <a:xfrm>
            <a:off x="2893857" y="5262113"/>
            <a:ext cx="4195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p:cNvCxnSpPr/>
          <p:nvPr/>
        </p:nvCxnSpPr>
        <p:spPr>
          <a:xfrm>
            <a:off x="3718552" y="5262113"/>
            <a:ext cx="4195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p:cNvCxnSpPr/>
          <p:nvPr/>
        </p:nvCxnSpPr>
        <p:spPr>
          <a:xfrm>
            <a:off x="4543247" y="5262113"/>
            <a:ext cx="41953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Box 29"/>
          <p:cNvSpPr txBox="1"/>
          <p:nvPr/>
        </p:nvSpPr>
        <p:spPr>
          <a:xfrm>
            <a:off x="740362" y="6012196"/>
            <a:ext cx="603050" cy="461665"/>
          </a:xfrm>
          <a:prstGeom prst="rect">
            <a:avLst/>
          </a:prstGeom>
          <a:noFill/>
        </p:spPr>
        <p:txBody>
          <a:bodyPr wrap="none" rtlCol="0">
            <a:spAutoFit/>
          </a:bodyPr>
          <a:lstStyle/>
          <a:p>
            <a:r>
              <a:rPr lang="en-US" sz="2400"/>
              <a:t>the</a:t>
            </a:r>
            <a:endParaRPr lang="en-IN" sz="2400"/>
          </a:p>
        </p:txBody>
      </p:sp>
      <p:sp>
        <p:nvSpPr>
          <p:cNvPr id="31" name="TextBox 30"/>
          <p:cNvSpPr txBox="1"/>
          <p:nvPr/>
        </p:nvSpPr>
        <p:spPr>
          <a:xfrm>
            <a:off x="1587018" y="6012196"/>
            <a:ext cx="559127" cy="461665"/>
          </a:xfrm>
          <a:prstGeom prst="rect">
            <a:avLst/>
          </a:prstGeom>
          <a:noFill/>
        </p:spPr>
        <p:txBody>
          <a:bodyPr wrap="none" rtlCol="0">
            <a:spAutoFit/>
          </a:bodyPr>
          <a:lstStyle/>
          <a:p>
            <a:r>
              <a:rPr lang="en-US" sz="2400"/>
              <a:t>cat</a:t>
            </a:r>
            <a:endParaRPr lang="en-IN" sz="2400"/>
          </a:p>
        </p:txBody>
      </p:sp>
      <p:sp>
        <p:nvSpPr>
          <p:cNvPr id="32" name="TextBox 31"/>
          <p:cNvSpPr txBox="1"/>
          <p:nvPr/>
        </p:nvSpPr>
        <p:spPr>
          <a:xfrm>
            <a:off x="2415240" y="6012196"/>
            <a:ext cx="552074" cy="461665"/>
          </a:xfrm>
          <a:prstGeom prst="rect">
            <a:avLst/>
          </a:prstGeom>
          <a:noFill/>
        </p:spPr>
        <p:txBody>
          <a:bodyPr wrap="none" rtlCol="0">
            <a:spAutoFit/>
          </a:bodyPr>
          <a:lstStyle/>
          <a:p>
            <a:r>
              <a:rPr lang="en-US" sz="2400"/>
              <a:t>sat</a:t>
            </a:r>
            <a:endParaRPr lang="en-IN" sz="2400"/>
          </a:p>
        </p:txBody>
      </p:sp>
      <p:sp>
        <p:nvSpPr>
          <p:cNvPr id="33" name="TextBox 32"/>
          <p:cNvSpPr txBox="1"/>
          <p:nvPr/>
        </p:nvSpPr>
        <p:spPr>
          <a:xfrm>
            <a:off x="3261735" y="6012196"/>
            <a:ext cx="508473" cy="461665"/>
          </a:xfrm>
          <a:prstGeom prst="rect">
            <a:avLst/>
          </a:prstGeom>
          <a:noFill/>
        </p:spPr>
        <p:txBody>
          <a:bodyPr wrap="none" rtlCol="0">
            <a:spAutoFit/>
          </a:bodyPr>
          <a:lstStyle/>
          <a:p>
            <a:r>
              <a:rPr lang="en-US" sz="2400"/>
              <a:t>on</a:t>
            </a:r>
            <a:endParaRPr lang="en-IN" sz="2400"/>
          </a:p>
        </p:txBody>
      </p:sp>
      <p:sp>
        <p:nvSpPr>
          <p:cNvPr id="34" name="TextBox 33"/>
          <p:cNvSpPr txBox="1"/>
          <p:nvPr/>
        </p:nvSpPr>
        <p:spPr>
          <a:xfrm>
            <a:off x="4039142" y="6012196"/>
            <a:ext cx="603050" cy="461665"/>
          </a:xfrm>
          <a:prstGeom prst="rect">
            <a:avLst/>
          </a:prstGeom>
          <a:noFill/>
        </p:spPr>
        <p:txBody>
          <a:bodyPr wrap="none" rtlCol="0">
            <a:spAutoFit/>
          </a:bodyPr>
          <a:lstStyle/>
          <a:p>
            <a:r>
              <a:rPr lang="en-US" sz="2400"/>
              <a:t>the</a:t>
            </a:r>
            <a:endParaRPr lang="en-IN" sz="2400"/>
          </a:p>
        </p:txBody>
      </p:sp>
      <p:sp>
        <p:nvSpPr>
          <p:cNvPr id="35" name="TextBox 34"/>
          <p:cNvSpPr txBox="1"/>
          <p:nvPr/>
        </p:nvSpPr>
        <p:spPr>
          <a:xfrm>
            <a:off x="4817769" y="6004408"/>
            <a:ext cx="677108" cy="461665"/>
          </a:xfrm>
          <a:prstGeom prst="rect">
            <a:avLst/>
          </a:prstGeom>
          <a:noFill/>
        </p:spPr>
        <p:txBody>
          <a:bodyPr wrap="none" rtlCol="0">
            <a:spAutoFit/>
          </a:bodyPr>
          <a:lstStyle/>
          <a:p>
            <a:r>
              <a:rPr lang="en-US" sz="2400"/>
              <a:t>mat</a:t>
            </a:r>
            <a:endParaRPr lang="en-IN" sz="2400"/>
          </a:p>
        </p:txBody>
      </p:sp>
      <p:cxnSp>
        <p:nvCxnSpPr>
          <p:cNvPr id="36" name="Straight Arrow Connector 35"/>
          <p:cNvCxnSpPr>
            <a:stCxn id="30" idx="0"/>
            <a:endCxn id="4" idx="2"/>
          </p:cNvCxnSpPr>
          <p:nvPr/>
        </p:nvCxnSpPr>
        <p:spPr>
          <a:xfrm flipV="1">
            <a:off x="1041887" y="5477704"/>
            <a:ext cx="1" cy="5344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p:cNvCxnSpPr>
            <a:stCxn id="31" idx="0"/>
            <a:endCxn id="5" idx="2"/>
          </p:cNvCxnSpPr>
          <p:nvPr/>
        </p:nvCxnSpPr>
        <p:spPr>
          <a:xfrm flipV="1">
            <a:off x="1866582" y="5477704"/>
            <a:ext cx="1" cy="5344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p:cNvCxnSpPr>
            <a:stCxn id="32" idx="0"/>
            <a:endCxn id="6" idx="2"/>
          </p:cNvCxnSpPr>
          <p:nvPr/>
        </p:nvCxnSpPr>
        <p:spPr>
          <a:xfrm flipV="1">
            <a:off x="2691277" y="5477704"/>
            <a:ext cx="1" cy="5344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p:cNvCxnSpPr>
            <a:stCxn id="33" idx="0"/>
            <a:endCxn id="9" idx="2"/>
          </p:cNvCxnSpPr>
          <p:nvPr/>
        </p:nvCxnSpPr>
        <p:spPr>
          <a:xfrm flipV="1">
            <a:off x="3515972" y="5477704"/>
            <a:ext cx="1" cy="5344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p:cNvCxnSpPr>
            <a:stCxn id="34" idx="0"/>
            <a:endCxn id="7" idx="2"/>
          </p:cNvCxnSpPr>
          <p:nvPr/>
        </p:nvCxnSpPr>
        <p:spPr>
          <a:xfrm flipV="1">
            <a:off x="4340667" y="5477704"/>
            <a:ext cx="1" cy="5344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p:cNvCxnSpPr>
            <a:stCxn id="35" idx="0"/>
            <a:endCxn id="8" idx="2"/>
          </p:cNvCxnSpPr>
          <p:nvPr/>
        </p:nvCxnSpPr>
        <p:spPr>
          <a:xfrm flipV="1">
            <a:off x="5156323" y="5477704"/>
            <a:ext cx="9041" cy="5267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56" name="TextBox 55"/>
              <p:cNvSpPr txBox="1"/>
              <p:nvPr/>
            </p:nvSpPr>
            <p:spPr>
              <a:xfrm>
                <a:off x="89116" y="5077447"/>
                <a:ext cx="405496" cy="36933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1" i="1" smtClean="0">
                              <a:latin typeface="Cambria Math" panose="02040503050406030204" pitchFamily="18" charset="0"/>
                            </a:rPr>
                            <m:t>𝒉</m:t>
                          </m:r>
                        </m:e>
                        <m:sub>
                          <m:r>
                            <a:rPr lang="en-US" sz="2400" b="0" i="1" smtClean="0">
                              <a:latin typeface="Cambria Math" panose="02040503050406030204" pitchFamily="18" charset="0"/>
                            </a:rPr>
                            <m:t>0</m:t>
                          </m:r>
                        </m:sub>
                      </m:sSub>
                    </m:oMath>
                  </m:oMathPara>
                </a14:m>
                <a:endParaRPr lang="en-IN" sz="2400"/>
              </a:p>
            </p:txBody>
          </p:sp>
        </mc:Choice>
        <mc:Fallback>
          <p:sp>
            <p:nvSpPr>
              <p:cNvPr id="56" name="TextBox 55"/>
              <p:cNvSpPr txBox="1">
                <a:spLocks noRot="1" noChangeAspect="1" noMove="1" noResize="1" noEditPoints="1" noAdjustHandles="1" noChangeArrowheads="1" noChangeShapeType="1" noTextEdit="1"/>
              </p:cNvSpPr>
              <p:nvPr/>
            </p:nvSpPr>
            <p:spPr>
              <a:xfrm>
                <a:off x="89116" y="5077447"/>
                <a:ext cx="405496" cy="369332"/>
              </a:xfrm>
              <a:prstGeom prst="rect">
                <a:avLst/>
              </a:prstGeom>
              <a:blipFill rotWithShape="1">
                <a:blip r:embed="rId2"/>
                <a:stretch>
                  <a:fillRect l="-53" t="-168" r="-17395" b="104"/>
                </a:stretch>
              </a:blipFill>
            </p:spPr>
            <p:txBody>
              <a:bodyPr/>
              <a:lstStyle/>
              <a:p>
                <a:r>
                  <a:rPr lang="en-US" altLang="en-US">
                    <a:noFill/>
                  </a:rPr>
                  <a:t> </a:t>
                </a:r>
              </a:p>
            </p:txBody>
          </p:sp>
        </mc:Fallback>
      </mc:AlternateContent>
      <p:cxnSp>
        <p:nvCxnSpPr>
          <p:cNvPr id="57" name="Straight Arrow Connector 56"/>
          <p:cNvCxnSpPr>
            <a:stCxn id="56" idx="3"/>
            <a:endCxn id="4" idx="1"/>
          </p:cNvCxnSpPr>
          <p:nvPr/>
        </p:nvCxnSpPr>
        <p:spPr>
          <a:xfrm>
            <a:off x="494612" y="5262113"/>
            <a:ext cx="34469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1" name="Straight Arrow Connector 60"/>
          <p:cNvCxnSpPr>
            <a:stCxn id="8" idx="3"/>
            <a:endCxn id="10" idx="1"/>
          </p:cNvCxnSpPr>
          <p:nvPr/>
        </p:nvCxnSpPr>
        <p:spPr>
          <a:xfrm flipV="1">
            <a:off x="5367943" y="5246872"/>
            <a:ext cx="1125670" cy="1524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65" name="TextBox 64"/>
              <p:cNvSpPr txBox="1"/>
              <p:nvPr/>
            </p:nvSpPr>
            <p:spPr>
              <a:xfrm>
                <a:off x="5584731" y="5341891"/>
                <a:ext cx="734624" cy="738664"/>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1" i="1" smtClean="0">
                              <a:latin typeface="Cambria Math" panose="02040503050406030204" pitchFamily="18" charset="0"/>
                            </a:rPr>
                            <m:t>𝒉</m:t>
                          </m:r>
                        </m:e>
                        <m:sub>
                          <m:r>
                            <a:rPr lang="en-US" sz="2400" b="0" i="1" smtClean="0">
                              <a:latin typeface="Cambria Math" panose="02040503050406030204" pitchFamily="18" charset="0"/>
                            </a:rPr>
                            <m:t>𝑇</m:t>
                          </m:r>
                        </m:sub>
                      </m:sSub>
                    </m:oMath>
                    <m:oMath xmlns:m="http://schemas.openxmlformats.org/officeDocument/2006/math">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1" i="1" smtClean="0">
                              <a:latin typeface="Cambria Math" panose="02040503050406030204" pitchFamily="18" charset="0"/>
                            </a:rPr>
                            <m:t>𝒈</m:t>
                          </m:r>
                        </m:e>
                        <m:sub>
                          <m:r>
                            <a:rPr lang="en-US" sz="2400" b="0" i="1" smtClean="0">
                              <a:latin typeface="Cambria Math" panose="02040503050406030204" pitchFamily="18" charset="0"/>
                            </a:rPr>
                            <m:t>0</m:t>
                          </m:r>
                        </m:sub>
                      </m:sSub>
                    </m:oMath>
                  </m:oMathPara>
                </a14:m>
                <a:endParaRPr lang="en-IN" sz="2400"/>
              </a:p>
            </p:txBody>
          </p:sp>
        </mc:Choice>
        <mc:Fallback>
          <p:sp>
            <p:nvSpPr>
              <p:cNvPr id="65" name="TextBox 64"/>
              <p:cNvSpPr txBox="1">
                <a:spLocks noRot="1" noChangeAspect="1" noMove="1" noResize="1" noEditPoints="1" noAdjustHandles="1" noChangeArrowheads="1" noChangeShapeType="1" noTextEdit="1"/>
              </p:cNvSpPr>
              <p:nvPr/>
            </p:nvSpPr>
            <p:spPr>
              <a:xfrm>
                <a:off x="5584731" y="5341891"/>
                <a:ext cx="734624" cy="738664"/>
              </a:xfrm>
              <a:prstGeom prst="rect">
                <a:avLst/>
              </a:prstGeom>
              <a:blipFill rotWithShape="1">
                <a:blip r:embed="rId3"/>
                <a:stretch>
                  <a:fillRect l="-74" t="-37" r="-10395" b="58"/>
                </a:stretch>
              </a:blipFill>
            </p:spPr>
            <p:txBody>
              <a:bodyPr/>
              <a:lstStyle/>
              <a:p>
                <a:r>
                  <a:rPr lang="en-US" altLang="en-US">
                    <a:noFill/>
                  </a:rPr>
                  <a:t> </a:t>
                </a:r>
              </a:p>
            </p:txBody>
          </p:sp>
        </mc:Fallback>
      </mc:AlternateContent>
      <p:cxnSp>
        <p:nvCxnSpPr>
          <p:cNvPr id="66" name="Straight Arrow Connector 65"/>
          <p:cNvCxnSpPr>
            <a:stCxn id="10" idx="3"/>
            <a:endCxn id="11" idx="1"/>
          </p:cNvCxnSpPr>
          <p:nvPr/>
        </p:nvCxnSpPr>
        <p:spPr>
          <a:xfrm>
            <a:off x="6898772" y="5246872"/>
            <a:ext cx="5783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9" name="Straight Arrow Connector 68"/>
          <p:cNvCxnSpPr>
            <a:stCxn id="11" idx="3"/>
            <a:endCxn id="12" idx="1"/>
          </p:cNvCxnSpPr>
          <p:nvPr/>
        </p:nvCxnSpPr>
        <p:spPr>
          <a:xfrm>
            <a:off x="7882317" y="5246872"/>
            <a:ext cx="5783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2" name="Straight Arrow Connector 71"/>
          <p:cNvCxnSpPr>
            <a:stCxn id="12" idx="3"/>
            <a:endCxn id="15" idx="1"/>
          </p:cNvCxnSpPr>
          <p:nvPr/>
        </p:nvCxnSpPr>
        <p:spPr>
          <a:xfrm>
            <a:off x="8865862" y="5246872"/>
            <a:ext cx="5783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6" name="Straight Arrow Connector 75"/>
          <p:cNvCxnSpPr>
            <a:stCxn id="15" idx="3"/>
            <a:endCxn id="13" idx="1"/>
          </p:cNvCxnSpPr>
          <p:nvPr/>
        </p:nvCxnSpPr>
        <p:spPr>
          <a:xfrm>
            <a:off x="9849407" y="5246872"/>
            <a:ext cx="5783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9" name="Straight Arrow Connector 78"/>
          <p:cNvCxnSpPr>
            <a:stCxn id="13" idx="3"/>
            <a:endCxn id="14" idx="1"/>
          </p:cNvCxnSpPr>
          <p:nvPr/>
        </p:nvCxnSpPr>
        <p:spPr>
          <a:xfrm>
            <a:off x="10832952" y="5246872"/>
            <a:ext cx="57838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2" name="TextBox 81"/>
          <p:cNvSpPr txBox="1"/>
          <p:nvPr/>
        </p:nvSpPr>
        <p:spPr>
          <a:xfrm>
            <a:off x="6392549" y="4308416"/>
            <a:ext cx="598241" cy="369332"/>
          </a:xfrm>
          <a:prstGeom prst="rect">
            <a:avLst/>
          </a:prstGeom>
          <a:noFill/>
        </p:spPr>
        <p:txBody>
          <a:bodyPr wrap="none" tIns="0" bIns="0" rtlCol="0">
            <a:spAutoFit/>
          </a:bodyPr>
          <a:lstStyle/>
          <a:p>
            <a:r>
              <a:rPr lang="de-DE" sz="2400"/>
              <a:t>Die</a:t>
            </a:r>
            <a:endParaRPr lang="en-IN" sz="2400"/>
          </a:p>
        </p:txBody>
      </p:sp>
      <p:sp>
        <p:nvSpPr>
          <p:cNvPr id="83" name="TextBox 82"/>
          <p:cNvSpPr txBox="1"/>
          <p:nvPr/>
        </p:nvSpPr>
        <p:spPr>
          <a:xfrm>
            <a:off x="7214195" y="4308416"/>
            <a:ext cx="930275" cy="368935"/>
          </a:xfrm>
          <a:prstGeom prst="rect">
            <a:avLst/>
          </a:prstGeom>
          <a:noFill/>
        </p:spPr>
        <p:txBody>
          <a:bodyPr wrap="none" tIns="0" bIns="0" rtlCol="0">
            <a:spAutoFit/>
          </a:bodyPr>
          <a:lstStyle/>
          <a:p>
            <a:r>
              <a:rPr lang="en-US" altLang="de-DE" sz="2400"/>
              <a:t>k</a:t>
            </a:r>
            <a:r>
              <a:rPr lang="de-DE" sz="2400"/>
              <a:t>atze</a:t>
            </a:r>
            <a:endParaRPr lang="en-IN" sz="2400"/>
          </a:p>
        </p:txBody>
      </p:sp>
      <p:sp>
        <p:nvSpPr>
          <p:cNvPr id="84" name="TextBox 83"/>
          <p:cNvSpPr txBox="1"/>
          <p:nvPr/>
        </p:nvSpPr>
        <p:spPr>
          <a:xfrm>
            <a:off x="8363317" y="4308416"/>
            <a:ext cx="614271" cy="369332"/>
          </a:xfrm>
          <a:prstGeom prst="rect">
            <a:avLst/>
          </a:prstGeom>
          <a:noFill/>
        </p:spPr>
        <p:txBody>
          <a:bodyPr wrap="none" tIns="0" bIns="0" rtlCol="0">
            <a:spAutoFit/>
          </a:bodyPr>
          <a:lstStyle/>
          <a:p>
            <a:r>
              <a:rPr lang="en-US" sz="2400" err="1"/>
              <a:t>saß</a:t>
            </a:r>
            <a:endParaRPr lang="en-IN" sz="2400"/>
          </a:p>
        </p:txBody>
      </p:sp>
      <p:sp>
        <p:nvSpPr>
          <p:cNvPr id="85" name="TextBox 84"/>
          <p:cNvSpPr txBox="1"/>
          <p:nvPr/>
        </p:nvSpPr>
        <p:spPr>
          <a:xfrm>
            <a:off x="9352515" y="4308416"/>
            <a:ext cx="588623" cy="369332"/>
          </a:xfrm>
          <a:prstGeom prst="rect">
            <a:avLst/>
          </a:prstGeom>
          <a:noFill/>
        </p:spPr>
        <p:txBody>
          <a:bodyPr wrap="none" tIns="0" bIns="0" rtlCol="0">
            <a:spAutoFit/>
          </a:bodyPr>
          <a:lstStyle/>
          <a:p>
            <a:r>
              <a:rPr lang="en-US" sz="2400"/>
              <a:t>auf</a:t>
            </a:r>
            <a:endParaRPr lang="en-IN" sz="2400"/>
          </a:p>
        </p:txBody>
      </p:sp>
      <p:sp>
        <p:nvSpPr>
          <p:cNvPr id="86" name="TextBox 85"/>
          <p:cNvSpPr txBox="1"/>
          <p:nvPr/>
        </p:nvSpPr>
        <p:spPr>
          <a:xfrm>
            <a:off x="10285013" y="4308416"/>
            <a:ext cx="607859" cy="369332"/>
          </a:xfrm>
          <a:prstGeom prst="rect">
            <a:avLst/>
          </a:prstGeom>
          <a:noFill/>
        </p:spPr>
        <p:txBody>
          <a:bodyPr wrap="none" tIns="0" bIns="0" rtlCol="0">
            <a:spAutoFit/>
          </a:bodyPr>
          <a:lstStyle/>
          <a:p>
            <a:r>
              <a:rPr lang="en-US" sz="2400"/>
              <a:t>der</a:t>
            </a:r>
            <a:endParaRPr lang="en-IN" sz="2400"/>
          </a:p>
        </p:txBody>
      </p:sp>
      <p:sp>
        <p:nvSpPr>
          <p:cNvPr id="87" name="TextBox 86"/>
          <p:cNvSpPr txBox="1"/>
          <p:nvPr/>
        </p:nvSpPr>
        <p:spPr>
          <a:xfrm>
            <a:off x="11111832" y="4308416"/>
            <a:ext cx="1002030" cy="368935"/>
          </a:xfrm>
          <a:prstGeom prst="rect">
            <a:avLst/>
          </a:prstGeom>
          <a:noFill/>
          <a:effectLst>
            <a:glow rad="139700">
              <a:schemeClr val="accent2">
                <a:satMod val="175000"/>
                <a:alpha val="40000"/>
              </a:schemeClr>
            </a:glow>
          </a:effectLst>
        </p:spPr>
        <p:txBody>
          <a:bodyPr wrap="none" tIns="0" bIns="0" rtlCol="0">
            <a:spAutoFit/>
          </a:bodyPr>
          <a:lstStyle/>
          <a:p>
            <a:r>
              <a:rPr lang="en-US" sz="2400"/>
              <a:t>matte</a:t>
            </a:r>
            <a:endParaRPr lang="en-IN" sz="2400"/>
          </a:p>
        </p:txBody>
      </p:sp>
      <p:cxnSp>
        <p:nvCxnSpPr>
          <p:cNvPr id="88" name="Straight Arrow Connector 87"/>
          <p:cNvCxnSpPr>
            <a:stCxn id="10" idx="0"/>
            <a:endCxn id="82" idx="2"/>
          </p:cNvCxnSpPr>
          <p:nvPr/>
        </p:nvCxnSpPr>
        <p:spPr>
          <a:xfrm flipH="1" flipV="1">
            <a:off x="6691670" y="4677748"/>
            <a:ext cx="4523" cy="3535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1" name="Straight Arrow Connector 90"/>
          <p:cNvCxnSpPr>
            <a:stCxn id="11" idx="0"/>
            <a:endCxn id="83" idx="2"/>
          </p:cNvCxnSpPr>
          <p:nvPr/>
        </p:nvCxnSpPr>
        <p:spPr>
          <a:xfrm flipV="1">
            <a:off x="7679738" y="4677586"/>
            <a:ext cx="0" cy="3536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5" name="Straight Arrow Connector 94"/>
          <p:cNvCxnSpPr>
            <a:stCxn id="12" idx="0"/>
            <a:endCxn id="84" idx="2"/>
          </p:cNvCxnSpPr>
          <p:nvPr/>
        </p:nvCxnSpPr>
        <p:spPr>
          <a:xfrm flipV="1">
            <a:off x="8663283" y="4677748"/>
            <a:ext cx="7170" cy="3535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8" name="Straight Arrow Connector 97"/>
          <p:cNvCxnSpPr>
            <a:stCxn id="15" idx="0"/>
            <a:endCxn id="85" idx="2"/>
          </p:cNvCxnSpPr>
          <p:nvPr/>
        </p:nvCxnSpPr>
        <p:spPr>
          <a:xfrm flipH="1" flipV="1">
            <a:off x="9646827" y="4677748"/>
            <a:ext cx="1" cy="3535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1" name="Straight Arrow Connector 100"/>
          <p:cNvCxnSpPr>
            <a:stCxn id="13" idx="0"/>
            <a:endCxn id="86" idx="2"/>
          </p:cNvCxnSpPr>
          <p:nvPr/>
        </p:nvCxnSpPr>
        <p:spPr>
          <a:xfrm flipH="1" flipV="1">
            <a:off x="10588943" y="4677748"/>
            <a:ext cx="41430" cy="3535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5" name="Straight Arrow Connector 104"/>
          <p:cNvCxnSpPr>
            <a:stCxn id="14" idx="0"/>
            <a:endCxn id="87" idx="2"/>
          </p:cNvCxnSpPr>
          <p:nvPr/>
        </p:nvCxnSpPr>
        <p:spPr>
          <a:xfrm flipH="1" flipV="1">
            <a:off x="11612646" y="4677586"/>
            <a:ext cx="1270" cy="3536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8" name="TextBox 107"/>
          <p:cNvSpPr txBox="1"/>
          <p:nvPr/>
        </p:nvSpPr>
        <p:spPr>
          <a:xfrm>
            <a:off x="2396297" y="4357545"/>
            <a:ext cx="1608197" cy="523220"/>
          </a:xfrm>
          <a:prstGeom prst="rect">
            <a:avLst/>
          </a:prstGeom>
          <a:noFill/>
        </p:spPr>
        <p:txBody>
          <a:bodyPr wrap="none" rtlCol="0">
            <a:spAutoFit/>
          </a:bodyPr>
          <a:lstStyle/>
          <a:p>
            <a:r>
              <a:rPr lang="en-US" sz="2800">
                <a:solidFill>
                  <a:schemeClr val="bg1">
                    <a:lumMod val="85000"/>
                  </a:schemeClr>
                </a:solidFill>
              </a:rPr>
              <a:t>ENCODER</a:t>
            </a:r>
            <a:endParaRPr lang="en-IN" sz="2800">
              <a:solidFill>
                <a:schemeClr val="bg1">
                  <a:lumMod val="85000"/>
                </a:schemeClr>
              </a:solidFill>
            </a:endParaRPr>
          </a:p>
        </p:txBody>
      </p:sp>
      <p:sp>
        <p:nvSpPr>
          <p:cNvPr id="58" name="TextBox 57"/>
          <p:cNvSpPr txBox="1"/>
          <p:nvPr/>
        </p:nvSpPr>
        <p:spPr>
          <a:xfrm>
            <a:off x="7375319" y="6117447"/>
            <a:ext cx="598241" cy="461665"/>
          </a:xfrm>
          <a:prstGeom prst="rect">
            <a:avLst/>
          </a:prstGeom>
          <a:noFill/>
        </p:spPr>
        <p:txBody>
          <a:bodyPr wrap="none" rtlCol="0">
            <a:spAutoFit/>
          </a:bodyPr>
          <a:lstStyle/>
          <a:p>
            <a:r>
              <a:rPr lang="de-DE" sz="2400"/>
              <a:t>Die</a:t>
            </a:r>
            <a:endParaRPr lang="en-IN" sz="2400"/>
          </a:p>
        </p:txBody>
      </p:sp>
      <p:sp>
        <p:nvSpPr>
          <p:cNvPr id="59" name="TextBox 58"/>
          <p:cNvSpPr txBox="1"/>
          <p:nvPr/>
        </p:nvSpPr>
        <p:spPr>
          <a:xfrm>
            <a:off x="8196428" y="6132689"/>
            <a:ext cx="930275" cy="460375"/>
          </a:xfrm>
          <a:prstGeom prst="rect">
            <a:avLst/>
          </a:prstGeom>
          <a:noFill/>
        </p:spPr>
        <p:txBody>
          <a:bodyPr wrap="none" rtlCol="0">
            <a:spAutoFit/>
          </a:bodyPr>
          <a:lstStyle/>
          <a:p>
            <a:r>
              <a:rPr lang="en-US" altLang="de-DE" sz="2400"/>
              <a:t>k</a:t>
            </a:r>
            <a:r>
              <a:rPr lang="de-DE" sz="2400"/>
              <a:t>atze</a:t>
            </a:r>
            <a:endParaRPr lang="en-IN" sz="2400"/>
          </a:p>
        </p:txBody>
      </p:sp>
      <p:sp>
        <p:nvSpPr>
          <p:cNvPr id="60" name="TextBox 59"/>
          <p:cNvSpPr txBox="1"/>
          <p:nvPr/>
        </p:nvSpPr>
        <p:spPr>
          <a:xfrm>
            <a:off x="9345172" y="6088490"/>
            <a:ext cx="614271" cy="461665"/>
          </a:xfrm>
          <a:prstGeom prst="rect">
            <a:avLst/>
          </a:prstGeom>
          <a:noFill/>
        </p:spPr>
        <p:txBody>
          <a:bodyPr wrap="none" rtlCol="0">
            <a:spAutoFit/>
          </a:bodyPr>
          <a:lstStyle/>
          <a:p>
            <a:r>
              <a:rPr lang="en-US" sz="2400" err="1"/>
              <a:t>saß</a:t>
            </a:r>
            <a:endParaRPr lang="en-IN" sz="2400"/>
          </a:p>
        </p:txBody>
      </p:sp>
      <p:sp>
        <p:nvSpPr>
          <p:cNvPr id="62" name="TextBox 61"/>
          <p:cNvSpPr txBox="1"/>
          <p:nvPr/>
        </p:nvSpPr>
        <p:spPr>
          <a:xfrm>
            <a:off x="10317477" y="6107248"/>
            <a:ext cx="588623" cy="461665"/>
          </a:xfrm>
          <a:prstGeom prst="rect">
            <a:avLst/>
          </a:prstGeom>
          <a:noFill/>
        </p:spPr>
        <p:txBody>
          <a:bodyPr wrap="none" rtlCol="0">
            <a:spAutoFit/>
          </a:bodyPr>
          <a:lstStyle/>
          <a:p>
            <a:r>
              <a:rPr lang="en-US" sz="2400"/>
              <a:t>auf</a:t>
            </a:r>
            <a:endParaRPr lang="en-IN" sz="2400"/>
          </a:p>
        </p:txBody>
      </p:sp>
      <p:sp>
        <p:nvSpPr>
          <p:cNvPr id="63" name="TextBox 62"/>
          <p:cNvSpPr txBox="1"/>
          <p:nvPr/>
        </p:nvSpPr>
        <p:spPr>
          <a:xfrm>
            <a:off x="11309985" y="6107248"/>
            <a:ext cx="607859" cy="461665"/>
          </a:xfrm>
          <a:prstGeom prst="rect">
            <a:avLst/>
          </a:prstGeom>
          <a:noFill/>
        </p:spPr>
        <p:txBody>
          <a:bodyPr wrap="none" rtlCol="0">
            <a:spAutoFit/>
          </a:bodyPr>
          <a:lstStyle/>
          <a:p>
            <a:r>
              <a:rPr lang="en-US" sz="2400"/>
              <a:t>der</a:t>
            </a:r>
            <a:endParaRPr lang="en-IN" sz="2400"/>
          </a:p>
        </p:txBody>
      </p:sp>
      <p:cxnSp>
        <p:nvCxnSpPr>
          <p:cNvPr id="67" name="Straight Arrow Connector 66"/>
          <p:cNvCxnSpPr>
            <a:stCxn id="58" idx="0"/>
            <a:endCxn id="11" idx="2"/>
          </p:cNvCxnSpPr>
          <p:nvPr/>
        </p:nvCxnSpPr>
        <p:spPr>
          <a:xfrm flipV="1">
            <a:off x="7674440" y="5462463"/>
            <a:ext cx="5298" cy="6549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8" name="Straight Arrow Connector 67"/>
          <p:cNvCxnSpPr>
            <a:stCxn id="59" idx="0"/>
            <a:endCxn id="12" idx="2"/>
          </p:cNvCxnSpPr>
          <p:nvPr/>
        </p:nvCxnSpPr>
        <p:spPr>
          <a:xfrm flipV="1">
            <a:off x="8661799" y="5462129"/>
            <a:ext cx="1270" cy="6705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0" name="Straight Arrow Connector 69"/>
          <p:cNvCxnSpPr>
            <a:stCxn id="60" idx="0"/>
            <a:endCxn id="15" idx="2"/>
          </p:cNvCxnSpPr>
          <p:nvPr/>
        </p:nvCxnSpPr>
        <p:spPr>
          <a:xfrm flipH="1" flipV="1">
            <a:off x="9646828" y="5462463"/>
            <a:ext cx="5480" cy="6260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3" name="Straight Arrow Connector 72"/>
          <p:cNvCxnSpPr>
            <a:stCxn id="62" idx="0"/>
            <a:endCxn id="13" idx="2"/>
          </p:cNvCxnSpPr>
          <p:nvPr/>
        </p:nvCxnSpPr>
        <p:spPr>
          <a:xfrm flipV="1">
            <a:off x="10611789" y="5462463"/>
            <a:ext cx="18584" cy="6447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7" name="Straight Arrow Connector 76"/>
          <p:cNvCxnSpPr>
            <a:stCxn id="63" idx="0"/>
            <a:endCxn id="14" idx="2"/>
          </p:cNvCxnSpPr>
          <p:nvPr/>
        </p:nvCxnSpPr>
        <p:spPr>
          <a:xfrm flipV="1">
            <a:off x="11613915" y="5462463"/>
            <a:ext cx="1" cy="6447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Straight Connector 42"/>
          <p:cNvCxnSpPr>
            <a:stCxn id="82" idx="2"/>
            <a:endCxn id="58" idx="0"/>
          </p:cNvCxnSpPr>
          <p:nvPr/>
        </p:nvCxnSpPr>
        <p:spPr>
          <a:xfrm>
            <a:off x="6691670" y="4677748"/>
            <a:ext cx="982770" cy="1439699"/>
          </a:xfrm>
          <a:prstGeom prst="line">
            <a:avLst/>
          </a:prstGeom>
          <a:ln>
            <a:prstDash val="lgDash"/>
          </a:ln>
        </p:spPr>
        <p:style>
          <a:lnRef idx="1">
            <a:schemeClr val="accent2"/>
          </a:lnRef>
          <a:fillRef idx="0">
            <a:schemeClr val="accent2"/>
          </a:fillRef>
          <a:effectRef idx="0">
            <a:schemeClr val="accent2"/>
          </a:effectRef>
          <a:fontRef idx="minor">
            <a:schemeClr val="tx1"/>
          </a:fontRef>
        </p:style>
      </p:cxnSp>
      <p:cxnSp>
        <p:nvCxnSpPr>
          <p:cNvPr id="81" name="Straight Connector 80"/>
          <p:cNvCxnSpPr>
            <a:stCxn id="83" idx="2"/>
            <a:endCxn id="59" idx="0"/>
          </p:cNvCxnSpPr>
          <p:nvPr/>
        </p:nvCxnSpPr>
        <p:spPr>
          <a:xfrm>
            <a:off x="7679566" y="4677113"/>
            <a:ext cx="982345" cy="1455420"/>
          </a:xfrm>
          <a:prstGeom prst="line">
            <a:avLst/>
          </a:prstGeom>
          <a:ln>
            <a:prstDash val="lgDash"/>
          </a:ln>
        </p:spPr>
        <p:style>
          <a:lnRef idx="1">
            <a:schemeClr val="accent2"/>
          </a:lnRef>
          <a:fillRef idx="0">
            <a:schemeClr val="accent2"/>
          </a:fillRef>
          <a:effectRef idx="0">
            <a:schemeClr val="accent2"/>
          </a:effectRef>
          <a:fontRef idx="minor">
            <a:schemeClr val="tx1"/>
          </a:fontRef>
        </p:style>
      </p:cxnSp>
      <p:cxnSp>
        <p:nvCxnSpPr>
          <p:cNvPr id="89" name="Straight Connector 88"/>
          <p:cNvCxnSpPr>
            <a:stCxn id="84" idx="2"/>
            <a:endCxn id="60" idx="0"/>
          </p:cNvCxnSpPr>
          <p:nvPr/>
        </p:nvCxnSpPr>
        <p:spPr>
          <a:xfrm>
            <a:off x="8670453" y="4677748"/>
            <a:ext cx="981855" cy="1410742"/>
          </a:xfrm>
          <a:prstGeom prst="line">
            <a:avLst/>
          </a:prstGeom>
          <a:ln>
            <a:prstDash val="lgDash"/>
          </a:ln>
        </p:spPr>
        <p:style>
          <a:lnRef idx="1">
            <a:schemeClr val="accent2"/>
          </a:lnRef>
          <a:fillRef idx="0">
            <a:schemeClr val="accent2"/>
          </a:fillRef>
          <a:effectRef idx="0">
            <a:schemeClr val="accent2"/>
          </a:effectRef>
          <a:fontRef idx="minor">
            <a:schemeClr val="tx1"/>
          </a:fontRef>
        </p:style>
      </p:cxnSp>
      <p:cxnSp>
        <p:nvCxnSpPr>
          <p:cNvPr id="90" name="Straight Connector 89"/>
          <p:cNvCxnSpPr>
            <a:stCxn id="85" idx="2"/>
            <a:endCxn id="62" idx="0"/>
          </p:cNvCxnSpPr>
          <p:nvPr/>
        </p:nvCxnSpPr>
        <p:spPr>
          <a:xfrm>
            <a:off x="9646827" y="4677748"/>
            <a:ext cx="964962" cy="1429500"/>
          </a:xfrm>
          <a:prstGeom prst="line">
            <a:avLst/>
          </a:prstGeom>
          <a:ln>
            <a:prstDash val="lgDash"/>
          </a:ln>
        </p:spPr>
        <p:style>
          <a:lnRef idx="1">
            <a:schemeClr val="accent2"/>
          </a:lnRef>
          <a:fillRef idx="0">
            <a:schemeClr val="accent2"/>
          </a:fillRef>
          <a:effectRef idx="0">
            <a:schemeClr val="accent2"/>
          </a:effectRef>
          <a:fontRef idx="minor">
            <a:schemeClr val="tx1"/>
          </a:fontRef>
        </p:style>
      </p:cxnSp>
      <p:cxnSp>
        <p:nvCxnSpPr>
          <p:cNvPr id="92" name="Straight Connector 91"/>
          <p:cNvCxnSpPr>
            <a:stCxn id="86" idx="2"/>
            <a:endCxn id="63" idx="0"/>
          </p:cNvCxnSpPr>
          <p:nvPr/>
        </p:nvCxnSpPr>
        <p:spPr>
          <a:xfrm>
            <a:off x="10588943" y="4677748"/>
            <a:ext cx="1024972" cy="1429500"/>
          </a:xfrm>
          <a:prstGeom prst="line">
            <a:avLst/>
          </a:prstGeom>
          <a:ln>
            <a:prstDash val="lgDash"/>
          </a:ln>
        </p:spPr>
        <p:style>
          <a:lnRef idx="1">
            <a:schemeClr val="accent2"/>
          </a:lnRef>
          <a:fillRef idx="0">
            <a:schemeClr val="accent2"/>
          </a:fillRef>
          <a:effectRef idx="0">
            <a:schemeClr val="accent2"/>
          </a:effectRef>
          <a:fontRef idx="minor">
            <a:schemeClr val="tx1"/>
          </a:fontRef>
        </p:style>
      </p:cxnSp>
      <p:cxnSp>
        <p:nvCxnSpPr>
          <p:cNvPr id="99" name="Straight Arrow Connector 98"/>
          <p:cNvCxnSpPr>
            <a:stCxn id="107" idx="0"/>
            <a:endCxn id="10" idx="2"/>
          </p:cNvCxnSpPr>
          <p:nvPr/>
        </p:nvCxnSpPr>
        <p:spPr>
          <a:xfrm flipV="1">
            <a:off x="6690233" y="5462463"/>
            <a:ext cx="5960" cy="6471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7" name="TextBox 106"/>
          <p:cNvSpPr txBox="1"/>
          <p:nvPr/>
        </p:nvSpPr>
        <p:spPr>
          <a:xfrm>
            <a:off x="6304550" y="6109565"/>
            <a:ext cx="771365" cy="461665"/>
          </a:xfrm>
          <a:prstGeom prst="rect">
            <a:avLst/>
          </a:prstGeom>
          <a:noFill/>
        </p:spPr>
        <p:txBody>
          <a:bodyPr wrap="none" rtlCol="0">
            <a:spAutoFit/>
          </a:bodyPr>
          <a:lstStyle/>
          <a:p>
            <a:r>
              <a:rPr lang="en-US" sz="2400"/>
              <a:t>[</a:t>
            </a:r>
            <a:r>
              <a:rPr lang="en-US" sz="2400">
                <a:effectLst>
                  <a:glow rad="228600">
                    <a:schemeClr val="accent6">
                      <a:satMod val="175000"/>
                      <a:alpha val="40000"/>
                    </a:schemeClr>
                  </a:glow>
                </a:effectLst>
              </a:rPr>
              <a:t>GO</a:t>
            </a:r>
            <a:r>
              <a:rPr lang="en-US" sz="2400"/>
              <a:t>]</a:t>
            </a:r>
            <a:endParaRPr lang="en-IN" sz="2400"/>
          </a:p>
        </p:txBody>
      </p:sp>
      <mc:AlternateContent xmlns:mc="http://schemas.openxmlformats.org/markup-compatibility/2006" xmlns:p14="http://schemas.microsoft.com/office/powerpoint/2010/main">
        <mc:Choice Requires="p14">
          <p:contentPart r:id="rId4" p14:bwMode="auto">
            <p14:nvContentPartPr>
              <p14:cNvPr id="16" name="Ink 15"/>
              <p14:cNvContentPartPr/>
              <p14:nvPr/>
            </p14:nvContentPartPr>
            <p14:xfrm>
              <a:off x="505080" y="3322440"/>
              <a:ext cx="11008080" cy="3762000"/>
            </p14:xfrm>
          </p:contentPart>
        </mc:Choice>
        <mc:Fallback xmlns="">
          <p:pic>
            <p:nvPicPr>
              <p:cNvPr id="16" name="Ink 15"/>
            </p:nvPicPr>
            <p:blipFill>
              <a:blip r:embed="rId5"/>
            </p:blipFill>
            <p:spPr>
              <a:xfrm>
                <a:off x="505080" y="3322440"/>
                <a:ext cx="11008080" cy="376200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9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8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9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90"/>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7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0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9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7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6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05"/>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p:bldP spid="83" grpId="0"/>
      <p:bldP spid="84" grpId="0"/>
      <p:bldP spid="85" grpId="0"/>
      <p:bldP spid="86" grpId="0"/>
      <p:bldP spid="87" grpId="0" bldLvl="0" animBg="1"/>
      <p:bldP spid="58" grpId="0"/>
      <p:bldP spid="59" grpId="0"/>
      <p:bldP spid="60" grpId="0"/>
      <p:bldP spid="62" grpId="0"/>
      <p:bldP spid="63" grpId="0"/>
      <p:bldP spid="10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In practice…</a:t>
            </a:r>
            <a:endParaRPr lang="en-IN"/>
          </a:p>
        </p:txBody>
      </p:sp>
      <p:sp>
        <p:nvSpPr>
          <p:cNvPr id="5" name="Content Placeholder 4"/>
          <p:cNvSpPr>
            <a:spLocks noGrp="1"/>
          </p:cNvSpPr>
          <p:nvPr>
            <p:ph idx="1"/>
          </p:nvPr>
        </p:nvSpPr>
        <p:spPr>
          <a:xfrm>
            <a:off x="310661" y="855574"/>
            <a:ext cx="5557479" cy="5636812"/>
          </a:xfrm>
        </p:spPr>
        <p:txBody>
          <a:bodyPr/>
          <a:lstStyle/>
          <a:p>
            <a:r>
              <a:rPr lang="en-US"/>
              <a:t>As sentence length increases, quality of translation worsens</a:t>
            </a:r>
            <a:endParaRPr lang="en-US"/>
          </a:p>
          <a:p>
            <a:r>
              <a:rPr lang="en-US"/>
              <a:t>Fixed length RNN state encoding is not sufficient for bookkeeping needed</a:t>
            </a:r>
            <a:endParaRPr lang="en-IN"/>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095998" y="855573"/>
            <a:ext cx="6029985" cy="443551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Quotable quotes</a:t>
            </a:r>
            <a:endParaRPr lang="en-IN"/>
          </a:p>
        </p:txBody>
      </p:sp>
      <p:pic>
        <p:nvPicPr>
          <p:cNvPr id="1026" name="Picture 2" descr="RCQA@AAAI"/>
          <p:cNvPicPr>
            <a:picLocks noChangeAspect="1" noChangeArrowheads="1"/>
          </p:cNvPicPr>
          <p:nvPr/>
        </p:nvPicPr>
        <p:blipFill rotWithShape="1">
          <a:blip r:embed="rId1">
            <a:extLst>
              <a:ext uri="{28A0092B-C50C-407E-A947-70E740481C1C}">
                <a14:useLocalDpi xmlns:a14="http://schemas.microsoft.com/office/drawing/2010/main" val="0"/>
              </a:ext>
            </a:extLst>
          </a:blip>
          <a:srcRect l="22854" r="11790"/>
          <a:stretch>
            <a:fillRect/>
          </a:stretch>
        </p:blipFill>
        <p:spPr bwMode="auto">
          <a:xfrm>
            <a:off x="153546" y="3846243"/>
            <a:ext cx="1867919" cy="285811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神经网络之父：深度学习已进入瓶颈期，模拟人类神经结构将是突破口？| 独家专访Geoffrey Hinton"/>
          <p:cNvPicPr>
            <a:picLocks noChangeAspect="1" noChangeArrowheads="1"/>
          </p:cNvPicPr>
          <p:nvPr/>
        </p:nvPicPr>
        <p:blipFill rotWithShape="1">
          <a:blip r:embed="rId2">
            <a:extLst>
              <a:ext uri="{28A0092B-C50C-407E-A947-70E740481C1C}">
                <a14:useLocalDpi xmlns:a14="http://schemas.microsoft.com/office/drawing/2010/main" val="0"/>
              </a:ext>
            </a:extLst>
          </a:blip>
          <a:srcRect r="17878"/>
          <a:stretch>
            <a:fillRect/>
          </a:stretch>
        </p:blipFill>
        <p:spPr bwMode="auto">
          <a:xfrm>
            <a:off x="10265471" y="3843415"/>
            <a:ext cx="1772983" cy="2860939"/>
          </a:xfrm>
          <a:prstGeom prst="rect">
            <a:avLst/>
          </a:prstGeom>
          <a:noFill/>
          <a:extLst>
            <a:ext uri="{909E8E84-426E-40DD-AFC4-6F175D3DCCD1}">
              <a14:hiddenFill xmlns:a14="http://schemas.microsoft.com/office/drawing/2010/main">
                <a:solidFill>
                  <a:srgbClr val="FFFFFF"/>
                </a:solidFill>
              </a14:hiddenFill>
            </a:ext>
          </a:extLst>
        </p:spPr>
      </p:pic>
      <p:sp>
        <p:nvSpPr>
          <p:cNvPr id="4" name="Speech Bubble: Rectangle with Corners Rounded 3"/>
          <p:cNvSpPr/>
          <p:nvPr/>
        </p:nvSpPr>
        <p:spPr>
          <a:xfrm>
            <a:off x="1589198" y="1045011"/>
            <a:ext cx="10307781" cy="1437613"/>
          </a:xfrm>
          <a:prstGeom prst="wedgeRoundRectCallout">
            <a:avLst>
              <a:gd name="adj1" fmla="val -49391"/>
              <a:gd name="adj2" fmla="val 139371"/>
              <a:gd name="adj3" fmla="val 16667"/>
            </a:avLst>
          </a:prstGeom>
          <a:solidFill>
            <a:schemeClr val="accent4">
              <a:lumMod val="20000"/>
              <a:lumOff val="8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a:solidFill>
                  <a:schemeClr val="accent4">
                    <a:lumMod val="50000"/>
                  </a:schemeClr>
                </a:solidFill>
              </a:rPr>
              <a:t>“You can’t cram the meaning of a whole %&amp;!$# sentence into a single $&amp;!#* vector!”</a:t>
            </a:r>
            <a:endParaRPr lang="en-US" sz="3200">
              <a:solidFill>
                <a:schemeClr val="accent4">
                  <a:lumMod val="50000"/>
                </a:schemeClr>
              </a:solidFill>
            </a:endParaRPr>
          </a:p>
          <a:p>
            <a:pPr algn="r"/>
            <a:r>
              <a:rPr lang="en-US" sz="3200">
                <a:solidFill>
                  <a:schemeClr val="accent4">
                    <a:lumMod val="50000"/>
                  </a:schemeClr>
                </a:solidFill>
              </a:rPr>
              <a:t>— Ray Mooney (2014) </a:t>
            </a:r>
            <a:endParaRPr lang="en-IN" sz="3200">
              <a:solidFill>
                <a:schemeClr val="accent4">
                  <a:lumMod val="50000"/>
                </a:schemeClr>
              </a:solidFill>
            </a:endParaRPr>
          </a:p>
        </p:txBody>
      </p:sp>
      <p:sp>
        <p:nvSpPr>
          <p:cNvPr id="7" name="Speech Bubble: Rectangle with Corners Rounded 6"/>
          <p:cNvSpPr/>
          <p:nvPr/>
        </p:nvSpPr>
        <p:spPr>
          <a:xfrm>
            <a:off x="2876040" y="3147427"/>
            <a:ext cx="6830291" cy="2665562"/>
          </a:xfrm>
          <a:prstGeom prst="wedgeRoundRectCallout">
            <a:avLst>
              <a:gd name="adj1" fmla="val 55274"/>
              <a:gd name="adj2" fmla="val 71129"/>
              <a:gd name="adj3" fmla="val 16667"/>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3200">
                <a:solidFill>
                  <a:schemeClr val="accent6">
                    <a:lumMod val="75000"/>
                  </a:schemeClr>
                </a:solidFill>
              </a:rPr>
              <a:t>“The pooling operation used in convolutional neural networks is a big mistake and the fact that it works so well is a disaster.” </a:t>
            </a:r>
            <a:endParaRPr lang="en-US" sz="3200">
              <a:solidFill>
                <a:schemeClr val="accent6">
                  <a:lumMod val="75000"/>
                </a:schemeClr>
              </a:solidFill>
            </a:endParaRPr>
          </a:p>
          <a:p>
            <a:pPr algn="r"/>
            <a:r>
              <a:rPr lang="en-US" sz="3200">
                <a:solidFill>
                  <a:schemeClr val="accent6">
                    <a:lumMod val="75000"/>
                  </a:schemeClr>
                </a:solidFill>
              </a:rPr>
              <a:t>—Geoffrey Hinton (2014) </a:t>
            </a:r>
            <a:endParaRPr lang="en-IN" sz="3200">
              <a:solidFill>
                <a:schemeClr val="accent6">
                  <a:lumMod val="75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Encoding the source sentence</a:t>
            </a:r>
            <a:endParaRPr lang="en-IN"/>
          </a:p>
        </p:txBody>
      </p:sp>
      <mc:AlternateContent xmlns:mc="http://schemas.openxmlformats.org/markup-compatibility/2006">
        <mc:Choice xmlns:a14="http://schemas.microsoft.com/office/drawing/2010/main" Requires="a14">
          <p:sp>
            <p:nvSpPr>
              <p:cNvPr id="7" name="Content Placeholder 6"/>
              <p:cNvSpPr>
                <a:spLocks noGrp="1"/>
              </p:cNvSpPr>
              <p:nvPr>
                <p:ph idx="1"/>
              </p:nvPr>
            </p:nvSpPr>
            <p:spPr>
              <a:xfrm>
                <a:off x="8691239" y="844062"/>
                <a:ext cx="3190099" cy="5648324"/>
              </a:xfrm>
            </p:spPr>
            <p:txBody>
              <a:bodyPr>
                <a:normAutofit fontScale="90000"/>
              </a:bodyPr>
              <a:lstStyle/>
              <a:p>
                <a:r>
                  <a:rPr lang="en-US"/>
                  <a:t>Encoder state is </a:t>
                </a:r>
                <a:r>
                  <a:rPr lang="en-US" err="1"/>
                  <a:t>concat</a:t>
                </a:r>
                <a:r>
                  <a:rPr lang="en-US"/>
                  <a:t> of forward and backward RNN states</a:t>
                </a:r>
                <a:endParaRPr lang="en-US"/>
              </a:p>
              <a:p>
                <a14:m>
                  <m:oMath xmlns:m="http://schemas.openxmlformats.org/officeDocument/2006/math">
                    <m:r>
                      <a:rPr lang="en-US" b="0" i="1" smtClean="0">
                        <a:latin typeface="Cambria Math" panose="02040503050406030204" pitchFamily="18" charset="0"/>
                      </a:rPr>
                      <m:t>𝐻</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𝐷</m:t>
                    </m:r>
                    <m:r>
                      <a:rPr lang="en-US" b="0" i="1" smtClean="0">
                        <a:latin typeface="Cambria Math" panose="02040503050406030204" pitchFamily="18" charset="0"/>
                      </a:rPr>
                      <m:t>]</m:t>
                    </m:r>
                  </m:oMath>
                </a14:m>
                <a:endParaRPr lang="en-IN"/>
              </a:p>
              <a:p>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𝒉</m:t>
                        </m:r>
                      </m:e>
                      <m:sub>
                        <m:r>
                          <a:rPr lang="en-US" b="0" i="1" smtClean="0">
                            <a:latin typeface="Cambria Math" panose="02040503050406030204" pitchFamily="18" charset="0"/>
                          </a:rPr>
                          <m:t>𝑖</m:t>
                        </m:r>
                      </m:sub>
                    </m:sSub>
                  </m:oMath>
                </a14:m>
                <a:r>
                  <a:rPr lang="en-US" altLang="en-IN"/>
                  <a:t> </a:t>
                </a:r>
                <a:endParaRPr lang="en-US" altLang="en-IN"/>
              </a:p>
            </p:txBody>
          </p:sp>
        </mc:Choice>
        <mc:Fallback>
          <p:sp>
            <p:nvSpPr>
              <p:cNvPr id="7" name="Content Placeholder 6"/>
              <p:cNvSpPr>
                <a:spLocks noRot="1" noChangeAspect="1" noMove="1" noResize="1" noEditPoints="1" noAdjustHandles="1" noChangeArrowheads="1" noChangeShapeType="1" noTextEdit="1"/>
              </p:cNvSpPr>
              <p:nvPr>
                <p:ph idx="1"/>
              </p:nvPr>
            </p:nvSpPr>
            <p:spPr>
              <a:xfrm>
                <a:off x="8691239" y="844062"/>
                <a:ext cx="3190099" cy="5648324"/>
              </a:xfrm>
              <a:blipFill rotWithShape="1">
                <a:blip r:embed="rId1"/>
                <a:stretch>
                  <a:fillRect l="-20" t="-3" r="-8663" b="3"/>
                </a:stretch>
              </a:blipFill>
            </p:spPr>
            <p:txBody>
              <a:bodyPr/>
              <a:lstStyle/>
              <a:p>
                <a:r>
                  <a:rPr lang="en-US" altLang="en-US">
                    <a:noFill/>
                  </a:rPr>
                  <a:t> </a:t>
                </a:r>
              </a:p>
            </p:txBody>
          </p:sp>
        </mc:Fallback>
      </mc:AlternateContent>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70684"/>
            <a:ext cx="8549196" cy="59873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Attention from each target position</a:t>
            </a:r>
            <a:endParaRPr lang="en-IN"/>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49784"/>
            <a:ext cx="10300507" cy="580821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Attention-weighted avg source state</a:t>
            </a:r>
            <a:endParaRPr lang="en-IN"/>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996519"/>
            <a:ext cx="10394968" cy="58614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object 4"/>
          <p:cNvPicPr/>
          <p:nvPr/>
        </p:nvPicPr>
        <p:blipFill>
          <a:blip r:embed="rId1" cstate="print"/>
          <a:stretch>
            <a:fillRect/>
          </a:stretch>
        </p:blipFill>
        <p:spPr>
          <a:xfrm>
            <a:off x="4025646" y="4740402"/>
            <a:ext cx="231012" cy="76200"/>
          </a:xfrm>
          <a:prstGeom prst="rect">
            <a:avLst/>
          </a:prstGeom>
        </p:spPr>
      </p:pic>
      <p:grpSp>
        <p:nvGrpSpPr>
          <p:cNvPr id="35" name="object 5"/>
          <p:cNvGrpSpPr/>
          <p:nvPr/>
        </p:nvGrpSpPr>
        <p:grpSpPr>
          <a:xfrm>
            <a:off x="836676" y="3494531"/>
            <a:ext cx="3106420" cy="1667256"/>
            <a:chOff x="836676" y="3494531"/>
            <a:chExt cx="3106420" cy="1667256"/>
          </a:xfrm>
        </p:grpSpPr>
        <p:pic>
          <p:nvPicPr>
            <p:cNvPr id="36" name="object 6"/>
            <p:cNvPicPr/>
            <p:nvPr/>
          </p:nvPicPr>
          <p:blipFill>
            <a:blip r:embed="rId2" cstate="print"/>
            <a:stretch>
              <a:fillRect/>
            </a:stretch>
          </p:blipFill>
          <p:spPr>
            <a:xfrm>
              <a:off x="3762756" y="4346447"/>
              <a:ext cx="179832" cy="815339"/>
            </a:xfrm>
            <a:prstGeom prst="rect">
              <a:avLst/>
            </a:prstGeom>
          </p:spPr>
        </p:pic>
        <p:sp>
          <p:nvSpPr>
            <p:cNvPr id="37" name="object 7"/>
            <p:cNvSpPr/>
            <p:nvPr/>
          </p:nvSpPr>
          <p:spPr>
            <a:xfrm>
              <a:off x="3762756" y="4346447"/>
              <a:ext cx="180340" cy="815340"/>
            </a:xfrm>
            <a:custGeom>
              <a:avLst/>
              <a:gdLst/>
              <a:ahLst/>
              <a:cxnLst/>
              <a:rect l="l" t="t" r="r" b="b"/>
              <a:pathLst>
                <a:path w="180339" h="815339">
                  <a:moveTo>
                    <a:pt x="0" y="815339"/>
                  </a:moveTo>
                  <a:lnTo>
                    <a:pt x="179832" y="815339"/>
                  </a:lnTo>
                  <a:lnTo>
                    <a:pt x="179832" y="0"/>
                  </a:lnTo>
                  <a:lnTo>
                    <a:pt x="0" y="0"/>
                  </a:lnTo>
                  <a:lnTo>
                    <a:pt x="0" y="815339"/>
                  </a:lnTo>
                  <a:close/>
                </a:path>
              </a:pathLst>
            </a:custGeom>
            <a:ln w="6350">
              <a:solidFill>
                <a:srgbClr val="5B9BD4"/>
              </a:solidFill>
            </a:ln>
          </p:spPr>
          <p:txBody>
            <a:bodyPr wrap="square" lIns="0" tIns="0" rIns="0" bIns="0" rtlCol="0"/>
            <a:lstStyle/>
            <a:p/>
          </p:txBody>
        </p:sp>
        <p:pic>
          <p:nvPicPr>
            <p:cNvPr id="38" name="object 8"/>
            <p:cNvPicPr/>
            <p:nvPr/>
          </p:nvPicPr>
          <p:blipFill>
            <a:blip r:embed="rId2" cstate="print"/>
            <a:stretch>
              <a:fillRect/>
            </a:stretch>
          </p:blipFill>
          <p:spPr>
            <a:xfrm>
              <a:off x="3195828" y="4346447"/>
              <a:ext cx="181355" cy="815339"/>
            </a:xfrm>
            <a:prstGeom prst="rect">
              <a:avLst/>
            </a:prstGeom>
          </p:spPr>
        </p:pic>
        <p:sp>
          <p:nvSpPr>
            <p:cNvPr id="39" name="object 9"/>
            <p:cNvSpPr/>
            <p:nvPr/>
          </p:nvSpPr>
          <p:spPr>
            <a:xfrm>
              <a:off x="3195828" y="4346447"/>
              <a:ext cx="181610" cy="815340"/>
            </a:xfrm>
            <a:custGeom>
              <a:avLst/>
              <a:gdLst/>
              <a:ahLst/>
              <a:cxnLst/>
              <a:rect l="l" t="t" r="r" b="b"/>
              <a:pathLst>
                <a:path w="181610" h="815339">
                  <a:moveTo>
                    <a:pt x="0" y="815339"/>
                  </a:moveTo>
                  <a:lnTo>
                    <a:pt x="181355" y="815339"/>
                  </a:lnTo>
                  <a:lnTo>
                    <a:pt x="181355" y="0"/>
                  </a:lnTo>
                  <a:lnTo>
                    <a:pt x="0" y="0"/>
                  </a:lnTo>
                  <a:lnTo>
                    <a:pt x="0" y="815339"/>
                  </a:lnTo>
                  <a:close/>
                </a:path>
              </a:pathLst>
            </a:custGeom>
            <a:ln w="6350">
              <a:solidFill>
                <a:srgbClr val="5B9BD4"/>
              </a:solidFill>
            </a:ln>
          </p:spPr>
          <p:txBody>
            <a:bodyPr wrap="square" lIns="0" tIns="0" rIns="0" bIns="0" rtlCol="0"/>
            <a:lstStyle/>
            <a:p/>
          </p:txBody>
        </p:sp>
        <p:pic>
          <p:nvPicPr>
            <p:cNvPr id="40" name="object 10"/>
            <p:cNvPicPr/>
            <p:nvPr/>
          </p:nvPicPr>
          <p:blipFill>
            <a:blip r:embed="rId2" cstate="print"/>
            <a:stretch>
              <a:fillRect/>
            </a:stretch>
          </p:blipFill>
          <p:spPr>
            <a:xfrm>
              <a:off x="2633472" y="4346447"/>
              <a:ext cx="181356" cy="815339"/>
            </a:xfrm>
            <a:prstGeom prst="rect">
              <a:avLst/>
            </a:prstGeom>
          </p:spPr>
        </p:pic>
        <p:sp>
          <p:nvSpPr>
            <p:cNvPr id="41" name="object 11"/>
            <p:cNvSpPr/>
            <p:nvPr/>
          </p:nvSpPr>
          <p:spPr>
            <a:xfrm>
              <a:off x="2633472" y="4346447"/>
              <a:ext cx="181610" cy="815340"/>
            </a:xfrm>
            <a:custGeom>
              <a:avLst/>
              <a:gdLst/>
              <a:ahLst/>
              <a:cxnLst/>
              <a:rect l="l" t="t" r="r" b="b"/>
              <a:pathLst>
                <a:path w="181610" h="815339">
                  <a:moveTo>
                    <a:pt x="0" y="815339"/>
                  </a:moveTo>
                  <a:lnTo>
                    <a:pt x="181356" y="815339"/>
                  </a:lnTo>
                  <a:lnTo>
                    <a:pt x="181356" y="0"/>
                  </a:lnTo>
                  <a:lnTo>
                    <a:pt x="0" y="0"/>
                  </a:lnTo>
                  <a:lnTo>
                    <a:pt x="0" y="815339"/>
                  </a:lnTo>
                  <a:close/>
                </a:path>
              </a:pathLst>
            </a:custGeom>
            <a:ln w="6350">
              <a:solidFill>
                <a:srgbClr val="5B9BD4"/>
              </a:solidFill>
            </a:ln>
          </p:spPr>
          <p:txBody>
            <a:bodyPr wrap="square" lIns="0" tIns="0" rIns="0" bIns="0" rtlCol="0"/>
            <a:lstStyle/>
            <a:p/>
          </p:txBody>
        </p:sp>
        <p:pic>
          <p:nvPicPr>
            <p:cNvPr id="42" name="object 12"/>
            <p:cNvPicPr/>
            <p:nvPr/>
          </p:nvPicPr>
          <p:blipFill>
            <a:blip r:embed="rId3" cstate="print"/>
            <a:stretch>
              <a:fillRect/>
            </a:stretch>
          </p:blipFill>
          <p:spPr>
            <a:xfrm>
              <a:off x="1409700" y="4335779"/>
              <a:ext cx="181356" cy="813816"/>
            </a:xfrm>
            <a:prstGeom prst="rect">
              <a:avLst/>
            </a:prstGeom>
          </p:spPr>
        </p:pic>
        <p:sp>
          <p:nvSpPr>
            <p:cNvPr id="43" name="object 13"/>
            <p:cNvSpPr/>
            <p:nvPr/>
          </p:nvSpPr>
          <p:spPr>
            <a:xfrm>
              <a:off x="1409700" y="4335779"/>
              <a:ext cx="181610" cy="814069"/>
            </a:xfrm>
            <a:custGeom>
              <a:avLst/>
              <a:gdLst/>
              <a:ahLst/>
              <a:cxnLst/>
              <a:rect l="l" t="t" r="r" b="b"/>
              <a:pathLst>
                <a:path w="181609" h="814070">
                  <a:moveTo>
                    <a:pt x="0" y="813816"/>
                  </a:moveTo>
                  <a:lnTo>
                    <a:pt x="181356" y="813816"/>
                  </a:lnTo>
                  <a:lnTo>
                    <a:pt x="181356" y="0"/>
                  </a:lnTo>
                  <a:lnTo>
                    <a:pt x="0" y="0"/>
                  </a:lnTo>
                  <a:lnTo>
                    <a:pt x="0" y="813816"/>
                  </a:lnTo>
                  <a:close/>
                </a:path>
              </a:pathLst>
            </a:custGeom>
            <a:ln w="6349">
              <a:solidFill>
                <a:srgbClr val="6FAC46"/>
              </a:solidFill>
            </a:ln>
          </p:spPr>
          <p:txBody>
            <a:bodyPr wrap="square" lIns="0" tIns="0" rIns="0" bIns="0" rtlCol="0"/>
            <a:lstStyle/>
            <a:p/>
          </p:txBody>
        </p:sp>
        <p:pic>
          <p:nvPicPr>
            <p:cNvPr id="44" name="object 14"/>
            <p:cNvPicPr/>
            <p:nvPr/>
          </p:nvPicPr>
          <p:blipFill>
            <a:blip r:embed="rId4" cstate="print"/>
            <a:stretch>
              <a:fillRect/>
            </a:stretch>
          </p:blipFill>
          <p:spPr>
            <a:xfrm>
              <a:off x="1975104" y="4346447"/>
              <a:ext cx="181356" cy="815339"/>
            </a:xfrm>
            <a:prstGeom prst="rect">
              <a:avLst/>
            </a:prstGeom>
          </p:spPr>
        </p:pic>
        <p:sp>
          <p:nvSpPr>
            <p:cNvPr id="45" name="object 15"/>
            <p:cNvSpPr/>
            <p:nvPr/>
          </p:nvSpPr>
          <p:spPr>
            <a:xfrm>
              <a:off x="1975104" y="4346447"/>
              <a:ext cx="181610" cy="815340"/>
            </a:xfrm>
            <a:custGeom>
              <a:avLst/>
              <a:gdLst/>
              <a:ahLst/>
              <a:cxnLst/>
              <a:rect l="l" t="t" r="r" b="b"/>
              <a:pathLst>
                <a:path w="181610" h="815339">
                  <a:moveTo>
                    <a:pt x="0" y="815339"/>
                  </a:moveTo>
                  <a:lnTo>
                    <a:pt x="181356" y="815339"/>
                  </a:lnTo>
                  <a:lnTo>
                    <a:pt x="181356" y="0"/>
                  </a:lnTo>
                  <a:lnTo>
                    <a:pt x="0" y="0"/>
                  </a:lnTo>
                  <a:lnTo>
                    <a:pt x="0" y="815339"/>
                  </a:lnTo>
                  <a:close/>
                </a:path>
              </a:pathLst>
            </a:custGeom>
            <a:ln w="6350">
              <a:solidFill>
                <a:srgbClr val="6FAC46"/>
              </a:solidFill>
            </a:ln>
          </p:spPr>
          <p:txBody>
            <a:bodyPr wrap="square" lIns="0" tIns="0" rIns="0" bIns="0" rtlCol="0"/>
            <a:lstStyle/>
            <a:p/>
          </p:txBody>
        </p:sp>
        <p:pic>
          <p:nvPicPr>
            <p:cNvPr id="46" name="object 16"/>
            <p:cNvPicPr/>
            <p:nvPr/>
          </p:nvPicPr>
          <p:blipFill>
            <a:blip r:embed="rId3" cstate="print"/>
            <a:stretch>
              <a:fillRect/>
            </a:stretch>
          </p:blipFill>
          <p:spPr>
            <a:xfrm>
              <a:off x="844296" y="4335779"/>
              <a:ext cx="181356" cy="813816"/>
            </a:xfrm>
            <a:prstGeom prst="rect">
              <a:avLst/>
            </a:prstGeom>
          </p:spPr>
        </p:pic>
        <p:sp>
          <p:nvSpPr>
            <p:cNvPr id="47" name="object 17"/>
            <p:cNvSpPr/>
            <p:nvPr/>
          </p:nvSpPr>
          <p:spPr>
            <a:xfrm>
              <a:off x="844296" y="4335779"/>
              <a:ext cx="181610" cy="814069"/>
            </a:xfrm>
            <a:custGeom>
              <a:avLst/>
              <a:gdLst/>
              <a:ahLst/>
              <a:cxnLst/>
              <a:rect l="l" t="t" r="r" b="b"/>
              <a:pathLst>
                <a:path w="181609" h="814070">
                  <a:moveTo>
                    <a:pt x="0" y="813816"/>
                  </a:moveTo>
                  <a:lnTo>
                    <a:pt x="181356" y="813816"/>
                  </a:lnTo>
                  <a:lnTo>
                    <a:pt x="181356" y="0"/>
                  </a:lnTo>
                  <a:lnTo>
                    <a:pt x="0" y="0"/>
                  </a:lnTo>
                  <a:lnTo>
                    <a:pt x="0" y="813816"/>
                  </a:lnTo>
                  <a:close/>
                </a:path>
              </a:pathLst>
            </a:custGeom>
            <a:ln w="6349">
              <a:solidFill>
                <a:srgbClr val="6FAC46"/>
              </a:solidFill>
            </a:ln>
          </p:spPr>
          <p:txBody>
            <a:bodyPr wrap="square" lIns="0" tIns="0" rIns="0" bIns="0" rtlCol="0"/>
            <a:lstStyle/>
            <a:p/>
          </p:txBody>
        </p:sp>
        <p:sp>
          <p:nvSpPr>
            <p:cNvPr id="48" name="object 18"/>
            <p:cNvSpPr/>
            <p:nvPr/>
          </p:nvSpPr>
          <p:spPr>
            <a:xfrm>
              <a:off x="1465326" y="3972305"/>
              <a:ext cx="638810" cy="277495"/>
            </a:xfrm>
            <a:custGeom>
              <a:avLst/>
              <a:gdLst/>
              <a:ahLst/>
              <a:cxnLst/>
              <a:rect l="l" t="t" r="r" b="b"/>
              <a:pathLst>
                <a:path w="638810" h="277495">
                  <a:moveTo>
                    <a:pt x="76200" y="76200"/>
                  </a:moveTo>
                  <a:lnTo>
                    <a:pt x="69850" y="63500"/>
                  </a:lnTo>
                  <a:lnTo>
                    <a:pt x="38100" y="0"/>
                  </a:lnTo>
                  <a:lnTo>
                    <a:pt x="0" y="76200"/>
                  </a:lnTo>
                  <a:lnTo>
                    <a:pt x="28575" y="76200"/>
                  </a:lnTo>
                  <a:lnTo>
                    <a:pt x="28575" y="276987"/>
                  </a:lnTo>
                  <a:lnTo>
                    <a:pt x="47625" y="276987"/>
                  </a:lnTo>
                  <a:lnTo>
                    <a:pt x="47625" y="76200"/>
                  </a:lnTo>
                  <a:lnTo>
                    <a:pt x="76200" y="76200"/>
                  </a:lnTo>
                  <a:close/>
                </a:path>
                <a:path w="638810" h="277495">
                  <a:moveTo>
                    <a:pt x="638556" y="76200"/>
                  </a:moveTo>
                  <a:lnTo>
                    <a:pt x="632206" y="63500"/>
                  </a:lnTo>
                  <a:lnTo>
                    <a:pt x="600456" y="0"/>
                  </a:lnTo>
                  <a:lnTo>
                    <a:pt x="562356" y="76200"/>
                  </a:lnTo>
                  <a:lnTo>
                    <a:pt x="590931" y="76200"/>
                  </a:lnTo>
                  <a:lnTo>
                    <a:pt x="590931" y="276987"/>
                  </a:lnTo>
                  <a:lnTo>
                    <a:pt x="609981" y="276987"/>
                  </a:lnTo>
                  <a:lnTo>
                    <a:pt x="609981" y="76200"/>
                  </a:lnTo>
                  <a:lnTo>
                    <a:pt x="638556" y="76200"/>
                  </a:lnTo>
                  <a:close/>
                </a:path>
              </a:pathLst>
            </a:custGeom>
            <a:solidFill>
              <a:srgbClr val="000000"/>
            </a:solidFill>
          </p:spPr>
          <p:txBody>
            <a:bodyPr wrap="square" lIns="0" tIns="0" rIns="0" bIns="0" rtlCol="0"/>
            <a:lstStyle/>
            <a:p/>
          </p:txBody>
        </p:sp>
        <p:pic>
          <p:nvPicPr>
            <p:cNvPr id="49" name="object 19"/>
            <p:cNvPicPr/>
            <p:nvPr/>
          </p:nvPicPr>
          <p:blipFill>
            <a:blip r:embed="rId5" cstate="print"/>
            <a:stretch>
              <a:fillRect/>
            </a:stretch>
          </p:blipFill>
          <p:spPr>
            <a:xfrm>
              <a:off x="848868" y="3500627"/>
              <a:ext cx="176784" cy="381000"/>
            </a:xfrm>
            <a:prstGeom prst="rect">
              <a:avLst/>
            </a:prstGeom>
          </p:spPr>
        </p:pic>
        <p:sp>
          <p:nvSpPr>
            <p:cNvPr id="50" name="object 20"/>
            <p:cNvSpPr/>
            <p:nvPr/>
          </p:nvSpPr>
          <p:spPr>
            <a:xfrm>
              <a:off x="848868" y="3500627"/>
              <a:ext cx="177165" cy="381000"/>
            </a:xfrm>
            <a:custGeom>
              <a:avLst/>
              <a:gdLst/>
              <a:ahLst/>
              <a:cxnLst/>
              <a:rect l="l" t="t" r="r" b="b"/>
              <a:pathLst>
                <a:path w="177165" h="381000">
                  <a:moveTo>
                    <a:pt x="0" y="381000"/>
                  </a:moveTo>
                  <a:lnTo>
                    <a:pt x="176784" y="381000"/>
                  </a:lnTo>
                  <a:lnTo>
                    <a:pt x="176784" y="0"/>
                  </a:lnTo>
                  <a:lnTo>
                    <a:pt x="0" y="0"/>
                  </a:lnTo>
                  <a:lnTo>
                    <a:pt x="0" y="381000"/>
                  </a:lnTo>
                  <a:close/>
                </a:path>
              </a:pathLst>
            </a:custGeom>
            <a:ln w="6350">
              <a:solidFill>
                <a:srgbClr val="EC7C30"/>
              </a:solidFill>
            </a:ln>
          </p:spPr>
          <p:txBody>
            <a:bodyPr wrap="square" lIns="0" tIns="0" rIns="0" bIns="0" rtlCol="0"/>
            <a:lstStyle/>
            <a:p/>
          </p:txBody>
        </p:sp>
        <p:pic>
          <p:nvPicPr>
            <p:cNvPr id="51" name="object 21"/>
            <p:cNvPicPr/>
            <p:nvPr/>
          </p:nvPicPr>
          <p:blipFill>
            <a:blip r:embed="rId5" cstate="print"/>
            <a:stretch>
              <a:fillRect/>
            </a:stretch>
          </p:blipFill>
          <p:spPr>
            <a:xfrm>
              <a:off x="1409700" y="3500627"/>
              <a:ext cx="176784" cy="381000"/>
            </a:xfrm>
            <a:prstGeom prst="rect">
              <a:avLst/>
            </a:prstGeom>
          </p:spPr>
        </p:pic>
        <p:sp>
          <p:nvSpPr>
            <p:cNvPr id="52" name="object 22"/>
            <p:cNvSpPr/>
            <p:nvPr/>
          </p:nvSpPr>
          <p:spPr>
            <a:xfrm>
              <a:off x="1409700" y="3500627"/>
              <a:ext cx="177165" cy="381000"/>
            </a:xfrm>
            <a:custGeom>
              <a:avLst/>
              <a:gdLst/>
              <a:ahLst/>
              <a:cxnLst/>
              <a:rect l="l" t="t" r="r" b="b"/>
              <a:pathLst>
                <a:path w="177165" h="381000">
                  <a:moveTo>
                    <a:pt x="0" y="381000"/>
                  </a:moveTo>
                  <a:lnTo>
                    <a:pt x="176784" y="381000"/>
                  </a:lnTo>
                  <a:lnTo>
                    <a:pt x="176784" y="0"/>
                  </a:lnTo>
                  <a:lnTo>
                    <a:pt x="0" y="0"/>
                  </a:lnTo>
                  <a:lnTo>
                    <a:pt x="0" y="381000"/>
                  </a:lnTo>
                  <a:close/>
                </a:path>
              </a:pathLst>
            </a:custGeom>
            <a:ln w="6350">
              <a:solidFill>
                <a:srgbClr val="EC7C30"/>
              </a:solidFill>
            </a:ln>
          </p:spPr>
          <p:txBody>
            <a:bodyPr wrap="square" lIns="0" tIns="0" rIns="0" bIns="0" rtlCol="0"/>
            <a:lstStyle/>
            <a:p/>
          </p:txBody>
        </p:sp>
        <p:pic>
          <p:nvPicPr>
            <p:cNvPr id="53" name="object 23"/>
            <p:cNvPicPr/>
            <p:nvPr/>
          </p:nvPicPr>
          <p:blipFill>
            <a:blip r:embed="rId6" cstate="print"/>
            <a:stretch>
              <a:fillRect/>
            </a:stretch>
          </p:blipFill>
          <p:spPr>
            <a:xfrm>
              <a:off x="1979676" y="3494531"/>
              <a:ext cx="176783" cy="382523"/>
            </a:xfrm>
            <a:prstGeom prst="rect">
              <a:avLst/>
            </a:prstGeom>
          </p:spPr>
        </p:pic>
        <p:sp>
          <p:nvSpPr>
            <p:cNvPr id="54" name="object 24"/>
            <p:cNvSpPr/>
            <p:nvPr/>
          </p:nvSpPr>
          <p:spPr>
            <a:xfrm>
              <a:off x="1979676" y="3494531"/>
              <a:ext cx="177165" cy="382905"/>
            </a:xfrm>
            <a:custGeom>
              <a:avLst/>
              <a:gdLst/>
              <a:ahLst/>
              <a:cxnLst/>
              <a:rect l="l" t="t" r="r" b="b"/>
              <a:pathLst>
                <a:path w="177164" h="382904">
                  <a:moveTo>
                    <a:pt x="0" y="382523"/>
                  </a:moveTo>
                  <a:lnTo>
                    <a:pt x="176783" y="382523"/>
                  </a:lnTo>
                  <a:lnTo>
                    <a:pt x="176783" y="0"/>
                  </a:lnTo>
                  <a:lnTo>
                    <a:pt x="0" y="0"/>
                  </a:lnTo>
                  <a:lnTo>
                    <a:pt x="0" y="382523"/>
                  </a:lnTo>
                  <a:close/>
                </a:path>
              </a:pathLst>
            </a:custGeom>
            <a:ln w="6350">
              <a:solidFill>
                <a:srgbClr val="EC7C30"/>
              </a:solidFill>
            </a:ln>
          </p:spPr>
          <p:txBody>
            <a:bodyPr wrap="square" lIns="0" tIns="0" rIns="0" bIns="0" rtlCol="0"/>
            <a:lstStyle/>
            <a:p/>
          </p:txBody>
        </p:sp>
        <p:pic>
          <p:nvPicPr>
            <p:cNvPr id="55" name="object 25"/>
            <p:cNvPicPr/>
            <p:nvPr/>
          </p:nvPicPr>
          <p:blipFill>
            <a:blip r:embed="rId7" cstate="print"/>
            <a:stretch>
              <a:fillRect/>
            </a:stretch>
          </p:blipFill>
          <p:spPr>
            <a:xfrm>
              <a:off x="836676" y="4629911"/>
              <a:ext cx="216407" cy="213360"/>
            </a:xfrm>
            <a:prstGeom prst="rect">
              <a:avLst/>
            </a:prstGeom>
          </p:spPr>
        </p:pic>
        <p:pic>
          <p:nvPicPr>
            <p:cNvPr id="56" name="object 26"/>
            <p:cNvPicPr/>
            <p:nvPr/>
          </p:nvPicPr>
          <p:blipFill>
            <a:blip r:embed="rId8" cstate="print"/>
            <a:stretch>
              <a:fillRect/>
            </a:stretch>
          </p:blipFill>
          <p:spPr>
            <a:xfrm>
              <a:off x="1392936" y="4629911"/>
              <a:ext cx="220980" cy="213360"/>
            </a:xfrm>
            <a:prstGeom prst="rect">
              <a:avLst/>
            </a:prstGeom>
          </p:spPr>
        </p:pic>
        <p:pic>
          <p:nvPicPr>
            <p:cNvPr id="57" name="object 27"/>
            <p:cNvPicPr/>
            <p:nvPr/>
          </p:nvPicPr>
          <p:blipFill>
            <a:blip r:embed="rId9" cstate="print"/>
            <a:stretch>
              <a:fillRect/>
            </a:stretch>
          </p:blipFill>
          <p:spPr>
            <a:xfrm>
              <a:off x="1956815" y="4629911"/>
              <a:ext cx="224028" cy="216407"/>
            </a:xfrm>
            <a:prstGeom prst="rect">
              <a:avLst/>
            </a:prstGeom>
          </p:spPr>
        </p:pic>
        <p:pic>
          <p:nvPicPr>
            <p:cNvPr id="58" name="object 28"/>
            <p:cNvPicPr/>
            <p:nvPr/>
          </p:nvPicPr>
          <p:blipFill>
            <a:blip r:embed="rId10" cstate="print"/>
            <a:stretch>
              <a:fillRect/>
            </a:stretch>
          </p:blipFill>
          <p:spPr>
            <a:xfrm>
              <a:off x="838200" y="3592067"/>
              <a:ext cx="202692" cy="213360"/>
            </a:xfrm>
            <a:prstGeom prst="rect">
              <a:avLst/>
            </a:prstGeom>
          </p:spPr>
        </p:pic>
        <p:pic>
          <p:nvPicPr>
            <p:cNvPr id="59" name="object 29"/>
            <p:cNvPicPr/>
            <p:nvPr/>
          </p:nvPicPr>
          <p:blipFill>
            <a:blip r:embed="rId11" cstate="print"/>
            <a:stretch>
              <a:fillRect/>
            </a:stretch>
          </p:blipFill>
          <p:spPr>
            <a:xfrm>
              <a:off x="1406652" y="3592067"/>
              <a:ext cx="207264" cy="213360"/>
            </a:xfrm>
            <a:prstGeom prst="rect">
              <a:avLst/>
            </a:prstGeom>
          </p:spPr>
        </p:pic>
        <p:pic>
          <p:nvPicPr>
            <p:cNvPr id="60" name="object 30"/>
            <p:cNvPicPr/>
            <p:nvPr/>
          </p:nvPicPr>
          <p:blipFill>
            <a:blip r:embed="rId12" cstate="print"/>
            <a:stretch>
              <a:fillRect/>
            </a:stretch>
          </p:blipFill>
          <p:spPr>
            <a:xfrm>
              <a:off x="1972056" y="3592067"/>
              <a:ext cx="210312" cy="216408"/>
            </a:xfrm>
            <a:prstGeom prst="rect">
              <a:avLst/>
            </a:prstGeom>
          </p:spPr>
        </p:pic>
        <p:sp>
          <p:nvSpPr>
            <p:cNvPr id="61" name="object 31"/>
            <p:cNvSpPr/>
            <p:nvPr/>
          </p:nvSpPr>
          <p:spPr>
            <a:xfrm>
              <a:off x="2690622" y="3972305"/>
              <a:ext cx="1210310" cy="277495"/>
            </a:xfrm>
            <a:custGeom>
              <a:avLst/>
              <a:gdLst/>
              <a:ahLst/>
              <a:cxnLst/>
              <a:rect l="l" t="t" r="r" b="b"/>
              <a:pathLst>
                <a:path w="1210310" h="277495">
                  <a:moveTo>
                    <a:pt x="76200" y="76200"/>
                  </a:moveTo>
                  <a:lnTo>
                    <a:pt x="69850" y="63500"/>
                  </a:lnTo>
                  <a:lnTo>
                    <a:pt x="38100" y="0"/>
                  </a:lnTo>
                  <a:lnTo>
                    <a:pt x="0" y="76200"/>
                  </a:lnTo>
                  <a:lnTo>
                    <a:pt x="28575" y="76200"/>
                  </a:lnTo>
                  <a:lnTo>
                    <a:pt x="28575" y="276987"/>
                  </a:lnTo>
                  <a:lnTo>
                    <a:pt x="47625" y="276987"/>
                  </a:lnTo>
                  <a:lnTo>
                    <a:pt x="47625" y="76200"/>
                  </a:lnTo>
                  <a:lnTo>
                    <a:pt x="76200" y="76200"/>
                  </a:lnTo>
                  <a:close/>
                </a:path>
                <a:path w="1210310" h="277495">
                  <a:moveTo>
                    <a:pt x="647700" y="76200"/>
                  </a:moveTo>
                  <a:lnTo>
                    <a:pt x="641350" y="63500"/>
                  </a:lnTo>
                  <a:lnTo>
                    <a:pt x="609600" y="0"/>
                  </a:lnTo>
                  <a:lnTo>
                    <a:pt x="571500" y="76200"/>
                  </a:lnTo>
                  <a:lnTo>
                    <a:pt x="600075" y="76200"/>
                  </a:lnTo>
                  <a:lnTo>
                    <a:pt x="600075" y="276987"/>
                  </a:lnTo>
                  <a:lnTo>
                    <a:pt x="619125" y="276987"/>
                  </a:lnTo>
                  <a:lnTo>
                    <a:pt x="619125" y="76200"/>
                  </a:lnTo>
                  <a:lnTo>
                    <a:pt x="647700" y="76200"/>
                  </a:lnTo>
                  <a:close/>
                </a:path>
                <a:path w="1210310" h="277495">
                  <a:moveTo>
                    <a:pt x="1210056" y="76200"/>
                  </a:moveTo>
                  <a:lnTo>
                    <a:pt x="1203706" y="63500"/>
                  </a:lnTo>
                  <a:lnTo>
                    <a:pt x="1171956" y="0"/>
                  </a:lnTo>
                  <a:lnTo>
                    <a:pt x="1133856" y="76200"/>
                  </a:lnTo>
                  <a:lnTo>
                    <a:pt x="1162431" y="76200"/>
                  </a:lnTo>
                  <a:lnTo>
                    <a:pt x="1162431" y="276987"/>
                  </a:lnTo>
                  <a:lnTo>
                    <a:pt x="1181481" y="276987"/>
                  </a:lnTo>
                  <a:lnTo>
                    <a:pt x="1181481" y="76200"/>
                  </a:lnTo>
                  <a:lnTo>
                    <a:pt x="1210056" y="76200"/>
                  </a:lnTo>
                  <a:close/>
                </a:path>
              </a:pathLst>
            </a:custGeom>
            <a:solidFill>
              <a:srgbClr val="000000"/>
            </a:solidFill>
          </p:spPr>
          <p:txBody>
            <a:bodyPr wrap="square" lIns="0" tIns="0" rIns="0" bIns="0" rtlCol="0"/>
            <a:lstStyle/>
            <a:p>
              <a:endParaRPr dirty="0"/>
            </a:p>
          </p:txBody>
        </p:sp>
        <p:pic>
          <p:nvPicPr>
            <p:cNvPr id="62" name="object 32"/>
            <p:cNvPicPr/>
            <p:nvPr/>
          </p:nvPicPr>
          <p:blipFill>
            <a:blip r:embed="rId13" cstate="print"/>
            <a:stretch>
              <a:fillRect/>
            </a:stretch>
          </p:blipFill>
          <p:spPr>
            <a:xfrm>
              <a:off x="2638044" y="3503675"/>
              <a:ext cx="176783" cy="381000"/>
            </a:xfrm>
            <a:prstGeom prst="rect">
              <a:avLst/>
            </a:prstGeom>
          </p:spPr>
        </p:pic>
        <p:sp>
          <p:nvSpPr>
            <p:cNvPr id="63" name="object 33"/>
            <p:cNvSpPr/>
            <p:nvPr/>
          </p:nvSpPr>
          <p:spPr>
            <a:xfrm>
              <a:off x="2638044" y="3503675"/>
              <a:ext cx="177165" cy="381000"/>
            </a:xfrm>
            <a:custGeom>
              <a:avLst/>
              <a:gdLst/>
              <a:ahLst/>
              <a:cxnLst/>
              <a:rect l="l" t="t" r="r" b="b"/>
              <a:pathLst>
                <a:path w="177164" h="381000">
                  <a:moveTo>
                    <a:pt x="0" y="381000"/>
                  </a:moveTo>
                  <a:lnTo>
                    <a:pt x="176783" y="381000"/>
                  </a:lnTo>
                  <a:lnTo>
                    <a:pt x="176783" y="0"/>
                  </a:lnTo>
                  <a:lnTo>
                    <a:pt x="0" y="0"/>
                  </a:lnTo>
                  <a:lnTo>
                    <a:pt x="0" y="381000"/>
                  </a:lnTo>
                  <a:close/>
                </a:path>
              </a:pathLst>
            </a:custGeom>
            <a:ln w="6349">
              <a:solidFill>
                <a:srgbClr val="FFC000"/>
              </a:solidFill>
            </a:ln>
          </p:spPr>
          <p:txBody>
            <a:bodyPr wrap="square" lIns="0" tIns="0" rIns="0" bIns="0" rtlCol="0"/>
            <a:lstStyle/>
            <a:p/>
          </p:txBody>
        </p:sp>
        <p:pic>
          <p:nvPicPr>
            <p:cNvPr id="64" name="object 34"/>
            <p:cNvPicPr/>
            <p:nvPr/>
          </p:nvPicPr>
          <p:blipFill>
            <a:blip r:embed="rId14" cstate="print"/>
            <a:stretch>
              <a:fillRect/>
            </a:stretch>
          </p:blipFill>
          <p:spPr>
            <a:xfrm>
              <a:off x="3208019" y="3494531"/>
              <a:ext cx="176783" cy="382523"/>
            </a:xfrm>
            <a:prstGeom prst="rect">
              <a:avLst/>
            </a:prstGeom>
          </p:spPr>
        </p:pic>
        <p:sp>
          <p:nvSpPr>
            <p:cNvPr id="65" name="object 35"/>
            <p:cNvSpPr/>
            <p:nvPr/>
          </p:nvSpPr>
          <p:spPr>
            <a:xfrm>
              <a:off x="3208019" y="3494531"/>
              <a:ext cx="177165" cy="382905"/>
            </a:xfrm>
            <a:custGeom>
              <a:avLst/>
              <a:gdLst/>
              <a:ahLst/>
              <a:cxnLst/>
              <a:rect l="l" t="t" r="r" b="b"/>
              <a:pathLst>
                <a:path w="177164" h="382904">
                  <a:moveTo>
                    <a:pt x="0" y="382523"/>
                  </a:moveTo>
                  <a:lnTo>
                    <a:pt x="176783" y="382523"/>
                  </a:lnTo>
                  <a:lnTo>
                    <a:pt x="176783" y="0"/>
                  </a:lnTo>
                  <a:lnTo>
                    <a:pt x="0" y="0"/>
                  </a:lnTo>
                  <a:lnTo>
                    <a:pt x="0" y="382523"/>
                  </a:lnTo>
                  <a:close/>
                </a:path>
              </a:pathLst>
            </a:custGeom>
            <a:ln w="6350">
              <a:solidFill>
                <a:srgbClr val="FFC000"/>
              </a:solidFill>
            </a:ln>
          </p:spPr>
          <p:txBody>
            <a:bodyPr wrap="square" lIns="0" tIns="0" rIns="0" bIns="0" rtlCol="0"/>
            <a:lstStyle/>
            <a:p/>
          </p:txBody>
        </p:sp>
        <p:pic>
          <p:nvPicPr>
            <p:cNvPr id="68" name="object 38"/>
            <p:cNvPicPr/>
            <p:nvPr/>
          </p:nvPicPr>
          <p:blipFill>
            <a:blip r:embed="rId15" cstate="print"/>
            <a:stretch>
              <a:fillRect/>
            </a:stretch>
          </p:blipFill>
          <p:spPr>
            <a:xfrm>
              <a:off x="2642616" y="3627119"/>
              <a:ext cx="187451" cy="160019"/>
            </a:xfrm>
            <a:prstGeom prst="rect">
              <a:avLst/>
            </a:prstGeom>
          </p:spPr>
        </p:pic>
        <p:pic>
          <p:nvPicPr>
            <p:cNvPr id="69" name="object 39"/>
            <p:cNvPicPr/>
            <p:nvPr/>
          </p:nvPicPr>
          <p:blipFill>
            <a:blip r:embed="rId16" cstate="print"/>
            <a:stretch>
              <a:fillRect/>
            </a:stretch>
          </p:blipFill>
          <p:spPr>
            <a:xfrm>
              <a:off x="3209544" y="3627119"/>
              <a:ext cx="193547" cy="160019"/>
            </a:xfrm>
            <a:prstGeom prst="rect">
              <a:avLst/>
            </a:prstGeom>
          </p:spPr>
        </p:pic>
        <p:pic>
          <p:nvPicPr>
            <p:cNvPr id="106" name="object 76"/>
            <p:cNvPicPr/>
            <p:nvPr/>
          </p:nvPicPr>
          <p:blipFill>
            <a:blip r:embed="rId17" cstate="print"/>
            <a:stretch>
              <a:fillRect/>
            </a:stretch>
          </p:blipFill>
          <p:spPr>
            <a:xfrm>
              <a:off x="2613660" y="4666487"/>
              <a:ext cx="196595" cy="152400"/>
            </a:xfrm>
            <a:prstGeom prst="rect">
              <a:avLst/>
            </a:prstGeom>
          </p:spPr>
        </p:pic>
        <p:pic>
          <p:nvPicPr>
            <p:cNvPr id="107" name="object 77"/>
            <p:cNvPicPr/>
            <p:nvPr/>
          </p:nvPicPr>
          <p:blipFill>
            <a:blip r:embed="rId18" cstate="print"/>
            <a:stretch>
              <a:fillRect/>
            </a:stretch>
          </p:blipFill>
          <p:spPr>
            <a:xfrm>
              <a:off x="3189732" y="4668011"/>
              <a:ext cx="188976" cy="149351"/>
            </a:xfrm>
            <a:prstGeom prst="rect">
              <a:avLst/>
            </a:prstGeom>
          </p:spPr>
        </p:pic>
        <p:pic>
          <p:nvPicPr>
            <p:cNvPr id="108" name="object 78"/>
            <p:cNvPicPr/>
            <p:nvPr/>
          </p:nvPicPr>
          <p:blipFill>
            <a:blip r:embed="rId19" cstate="print"/>
            <a:stretch>
              <a:fillRect/>
            </a:stretch>
          </p:blipFill>
          <p:spPr>
            <a:xfrm>
              <a:off x="3745991" y="4668011"/>
              <a:ext cx="195072" cy="149351"/>
            </a:xfrm>
            <a:prstGeom prst="rect">
              <a:avLst/>
            </a:prstGeom>
          </p:spPr>
        </p:pic>
      </p:grpSp>
      <p:grpSp>
        <p:nvGrpSpPr>
          <p:cNvPr id="109" name="object 79"/>
          <p:cNvGrpSpPr/>
          <p:nvPr/>
        </p:nvGrpSpPr>
        <p:grpSpPr>
          <a:xfrm>
            <a:off x="4323588" y="4355465"/>
            <a:ext cx="196850" cy="820419"/>
            <a:chOff x="4323588" y="4355465"/>
            <a:chExt cx="196850" cy="820419"/>
          </a:xfrm>
        </p:grpSpPr>
        <p:pic>
          <p:nvPicPr>
            <p:cNvPr id="110" name="object 80"/>
            <p:cNvPicPr/>
            <p:nvPr/>
          </p:nvPicPr>
          <p:blipFill>
            <a:blip r:embed="rId20" cstate="print"/>
            <a:stretch>
              <a:fillRect/>
            </a:stretch>
          </p:blipFill>
          <p:spPr>
            <a:xfrm>
              <a:off x="4328160" y="4358640"/>
              <a:ext cx="181355" cy="813816"/>
            </a:xfrm>
            <a:prstGeom prst="rect">
              <a:avLst/>
            </a:prstGeom>
          </p:spPr>
        </p:pic>
        <p:sp>
          <p:nvSpPr>
            <p:cNvPr id="111" name="object 81"/>
            <p:cNvSpPr/>
            <p:nvPr/>
          </p:nvSpPr>
          <p:spPr>
            <a:xfrm>
              <a:off x="4328160" y="4358640"/>
              <a:ext cx="181610" cy="814069"/>
            </a:xfrm>
            <a:custGeom>
              <a:avLst/>
              <a:gdLst/>
              <a:ahLst/>
              <a:cxnLst/>
              <a:rect l="l" t="t" r="r" b="b"/>
              <a:pathLst>
                <a:path w="181610" h="814070">
                  <a:moveTo>
                    <a:pt x="0" y="813816"/>
                  </a:moveTo>
                  <a:lnTo>
                    <a:pt x="181355" y="813816"/>
                  </a:lnTo>
                  <a:lnTo>
                    <a:pt x="181355" y="0"/>
                  </a:lnTo>
                  <a:lnTo>
                    <a:pt x="0" y="0"/>
                  </a:lnTo>
                  <a:lnTo>
                    <a:pt x="0" y="813816"/>
                  </a:lnTo>
                  <a:close/>
                </a:path>
              </a:pathLst>
            </a:custGeom>
            <a:ln w="6349">
              <a:solidFill>
                <a:srgbClr val="5B9BD4"/>
              </a:solidFill>
            </a:ln>
          </p:spPr>
          <p:txBody>
            <a:bodyPr wrap="square" lIns="0" tIns="0" rIns="0" bIns="0" rtlCol="0"/>
            <a:lstStyle/>
            <a:p/>
          </p:txBody>
        </p:sp>
        <p:pic>
          <p:nvPicPr>
            <p:cNvPr id="112" name="object 82"/>
            <p:cNvPicPr/>
            <p:nvPr/>
          </p:nvPicPr>
          <p:blipFill>
            <a:blip r:embed="rId21" cstate="print"/>
            <a:stretch>
              <a:fillRect/>
            </a:stretch>
          </p:blipFill>
          <p:spPr>
            <a:xfrm>
              <a:off x="4323588" y="4668012"/>
              <a:ext cx="196596" cy="152400"/>
            </a:xfrm>
            <a:prstGeom prst="rect">
              <a:avLst/>
            </a:prstGeom>
          </p:spPr>
        </p:pic>
      </p:grpSp>
      <p:pic>
        <p:nvPicPr>
          <p:cNvPr id="113" name="object 83"/>
          <p:cNvPicPr/>
          <p:nvPr/>
        </p:nvPicPr>
        <p:blipFill>
          <a:blip r:embed="rId22" cstate="print"/>
          <a:stretch>
            <a:fillRect/>
          </a:stretch>
        </p:blipFill>
        <p:spPr>
          <a:xfrm>
            <a:off x="3460241" y="4740402"/>
            <a:ext cx="231012" cy="76200"/>
          </a:xfrm>
          <a:prstGeom prst="rect">
            <a:avLst/>
          </a:prstGeom>
        </p:spPr>
      </p:pic>
      <p:pic>
        <p:nvPicPr>
          <p:cNvPr id="114" name="object 84"/>
          <p:cNvPicPr/>
          <p:nvPr/>
        </p:nvPicPr>
        <p:blipFill>
          <a:blip r:embed="rId1" cstate="print"/>
          <a:stretch>
            <a:fillRect/>
          </a:stretch>
        </p:blipFill>
        <p:spPr>
          <a:xfrm>
            <a:off x="2897885" y="4740402"/>
            <a:ext cx="231012" cy="76200"/>
          </a:xfrm>
          <a:prstGeom prst="rect">
            <a:avLst/>
          </a:prstGeom>
        </p:spPr>
      </p:pic>
      <p:pic>
        <p:nvPicPr>
          <p:cNvPr id="115" name="object 85"/>
          <p:cNvPicPr/>
          <p:nvPr/>
        </p:nvPicPr>
        <p:blipFill>
          <a:blip r:embed="rId23" cstate="print"/>
          <a:stretch>
            <a:fillRect/>
          </a:stretch>
        </p:blipFill>
        <p:spPr>
          <a:xfrm>
            <a:off x="2675382" y="5252465"/>
            <a:ext cx="76200" cy="233045"/>
          </a:xfrm>
          <a:prstGeom prst="rect">
            <a:avLst/>
          </a:prstGeom>
        </p:spPr>
      </p:pic>
      <p:pic>
        <p:nvPicPr>
          <p:cNvPr id="116" name="object 86"/>
          <p:cNvPicPr/>
          <p:nvPr/>
        </p:nvPicPr>
        <p:blipFill>
          <a:blip r:embed="rId23" cstate="print"/>
          <a:stretch>
            <a:fillRect/>
          </a:stretch>
        </p:blipFill>
        <p:spPr>
          <a:xfrm>
            <a:off x="3254502" y="5252465"/>
            <a:ext cx="76200" cy="233045"/>
          </a:xfrm>
          <a:prstGeom prst="rect">
            <a:avLst/>
          </a:prstGeom>
        </p:spPr>
      </p:pic>
      <p:pic>
        <p:nvPicPr>
          <p:cNvPr id="117" name="object 87"/>
          <p:cNvPicPr/>
          <p:nvPr/>
        </p:nvPicPr>
        <p:blipFill>
          <a:blip r:embed="rId23" cstate="print"/>
          <a:stretch>
            <a:fillRect/>
          </a:stretch>
        </p:blipFill>
        <p:spPr>
          <a:xfrm>
            <a:off x="3816858" y="5252465"/>
            <a:ext cx="76200" cy="233045"/>
          </a:xfrm>
          <a:prstGeom prst="rect">
            <a:avLst/>
          </a:prstGeom>
        </p:spPr>
      </p:pic>
      <p:pic>
        <p:nvPicPr>
          <p:cNvPr id="118" name="object 88"/>
          <p:cNvPicPr/>
          <p:nvPr/>
        </p:nvPicPr>
        <p:blipFill>
          <a:blip r:embed="rId24" cstate="print"/>
          <a:stretch>
            <a:fillRect/>
          </a:stretch>
        </p:blipFill>
        <p:spPr>
          <a:xfrm>
            <a:off x="4380738" y="5255514"/>
            <a:ext cx="76200" cy="233045"/>
          </a:xfrm>
          <a:prstGeom prst="rect">
            <a:avLst/>
          </a:prstGeom>
        </p:spPr>
      </p:pic>
      <p:sp>
        <p:nvSpPr>
          <p:cNvPr id="119" name="object 89"/>
          <p:cNvSpPr txBox="1"/>
          <p:nvPr/>
        </p:nvSpPr>
        <p:spPr>
          <a:xfrm>
            <a:off x="2433066" y="5812028"/>
            <a:ext cx="909955" cy="196850"/>
          </a:xfrm>
          <a:prstGeom prst="rect">
            <a:avLst/>
          </a:prstGeom>
        </p:spPr>
        <p:txBody>
          <a:bodyPr vert="horz" wrap="square" lIns="0" tIns="12700" rIns="0" bIns="0" rtlCol="0">
            <a:spAutoFit/>
          </a:bodyPr>
          <a:lstStyle/>
          <a:p>
            <a:pPr marL="12700">
              <a:lnSpc>
                <a:spcPct val="100000"/>
              </a:lnSpc>
              <a:spcBef>
                <a:spcPts val="100"/>
              </a:spcBef>
              <a:tabLst>
                <a:tab pos="808355" algn="l"/>
              </a:tabLst>
            </a:pPr>
            <a:r>
              <a:rPr sz="1200" spc="-10" dirty="0">
                <a:latin typeface="Calibri" panose="020F0502020204030204"/>
                <a:cs typeface="Calibri" panose="020F0502020204030204"/>
              </a:rPr>
              <a:t>&lt;START&gt;</a:t>
            </a:r>
            <a:r>
              <a:rPr sz="1200" dirty="0">
                <a:latin typeface="Calibri" panose="020F0502020204030204"/>
                <a:cs typeface="Calibri" panose="020F0502020204030204"/>
              </a:rPr>
              <a:t>	</a:t>
            </a:r>
            <a:r>
              <a:rPr sz="1200" spc="-50" dirty="0">
                <a:latin typeface="Calibri" panose="020F0502020204030204"/>
                <a:cs typeface="Calibri" panose="020F0502020204030204"/>
              </a:rPr>
              <a:t>A</a:t>
            </a:r>
            <a:endParaRPr sz="1200">
              <a:latin typeface="Calibri" panose="020F0502020204030204"/>
              <a:cs typeface="Calibri" panose="020F0502020204030204"/>
            </a:endParaRPr>
          </a:p>
        </p:txBody>
      </p:sp>
      <p:sp>
        <p:nvSpPr>
          <p:cNvPr id="120" name="object 90"/>
          <p:cNvSpPr txBox="1"/>
          <p:nvPr/>
        </p:nvSpPr>
        <p:spPr>
          <a:xfrm>
            <a:off x="3667125" y="5818733"/>
            <a:ext cx="296545" cy="196850"/>
          </a:xfrm>
          <a:prstGeom prst="rect">
            <a:avLst/>
          </a:prstGeom>
        </p:spPr>
        <p:txBody>
          <a:bodyPr vert="horz" wrap="square" lIns="0" tIns="12700" rIns="0" bIns="0" rtlCol="0">
            <a:spAutoFit/>
          </a:bodyPr>
          <a:lstStyle/>
          <a:p>
            <a:pPr marL="12700">
              <a:lnSpc>
                <a:spcPct val="100000"/>
              </a:lnSpc>
              <a:spcBef>
                <a:spcPts val="100"/>
              </a:spcBef>
            </a:pPr>
            <a:r>
              <a:rPr sz="1200" spc="-20" dirty="0">
                <a:latin typeface="Calibri" panose="020F0502020204030204"/>
                <a:cs typeface="Calibri" panose="020F0502020204030204"/>
              </a:rPr>
              <a:t>cute</a:t>
            </a:r>
            <a:endParaRPr sz="1200">
              <a:latin typeface="Calibri" panose="020F0502020204030204"/>
              <a:cs typeface="Calibri" panose="020F0502020204030204"/>
            </a:endParaRPr>
          </a:p>
        </p:txBody>
      </p:sp>
      <p:sp>
        <p:nvSpPr>
          <p:cNvPr id="121" name="object 91"/>
          <p:cNvSpPr txBox="1"/>
          <p:nvPr/>
        </p:nvSpPr>
        <p:spPr>
          <a:xfrm>
            <a:off x="4196334" y="5818733"/>
            <a:ext cx="415925" cy="196850"/>
          </a:xfrm>
          <a:prstGeom prst="rect">
            <a:avLst/>
          </a:prstGeom>
        </p:spPr>
        <p:txBody>
          <a:bodyPr vert="horz" wrap="square" lIns="0" tIns="12700" rIns="0" bIns="0" rtlCol="0">
            <a:spAutoFit/>
          </a:bodyPr>
          <a:lstStyle/>
          <a:p>
            <a:pPr marL="12700">
              <a:lnSpc>
                <a:spcPct val="100000"/>
              </a:lnSpc>
              <a:spcBef>
                <a:spcPts val="100"/>
              </a:spcBef>
            </a:pPr>
            <a:r>
              <a:rPr sz="1200" spc="-10" dirty="0">
                <a:latin typeface="Calibri" panose="020F0502020204030204"/>
                <a:cs typeface="Calibri" panose="020F0502020204030204"/>
              </a:rPr>
              <a:t>puppy</a:t>
            </a:r>
            <a:endParaRPr sz="1200">
              <a:latin typeface="Calibri" panose="020F0502020204030204"/>
              <a:cs typeface="Calibri" panose="020F0502020204030204"/>
            </a:endParaRPr>
          </a:p>
        </p:txBody>
      </p:sp>
      <p:pic>
        <p:nvPicPr>
          <p:cNvPr id="122" name="object 92"/>
          <p:cNvPicPr/>
          <p:nvPr/>
        </p:nvPicPr>
        <p:blipFill>
          <a:blip r:embed="rId22" cstate="print"/>
          <a:stretch>
            <a:fillRect/>
          </a:stretch>
        </p:blipFill>
        <p:spPr>
          <a:xfrm>
            <a:off x="1674114" y="4728209"/>
            <a:ext cx="231012" cy="76200"/>
          </a:xfrm>
          <a:prstGeom prst="rect">
            <a:avLst/>
          </a:prstGeom>
        </p:spPr>
      </p:pic>
      <p:pic>
        <p:nvPicPr>
          <p:cNvPr id="123" name="object 93"/>
          <p:cNvPicPr/>
          <p:nvPr/>
        </p:nvPicPr>
        <p:blipFill>
          <a:blip r:embed="rId25" cstate="print"/>
          <a:stretch>
            <a:fillRect/>
          </a:stretch>
        </p:blipFill>
        <p:spPr>
          <a:xfrm>
            <a:off x="1107186" y="4728209"/>
            <a:ext cx="231012" cy="76200"/>
          </a:xfrm>
          <a:prstGeom prst="rect">
            <a:avLst/>
          </a:prstGeom>
        </p:spPr>
      </p:pic>
      <p:pic>
        <p:nvPicPr>
          <p:cNvPr id="124" name="object 94"/>
          <p:cNvPicPr/>
          <p:nvPr/>
        </p:nvPicPr>
        <p:blipFill>
          <a:blip r:embed="rId23" cstate="print"/>
          <a:stretch>
            <a:fillRect/>
          </a:stretch>
        </p:blipFill>
        <p:spPr>
          <a:xfrm>
            <a:off x="1465325" y="5240273"/>
            <a:ext cx="76200" cy="233044"/>
          </a:xfrm>
          <a:prstGeom prst="rect">
            <a:avLst/>
          </a:prstGeom>
        </p:spPr>
      </p:pic>
      <p:pic>
        <p:nvPicPr>
          <p:cNvPr id="125" name="object 95"/>
          <p:cNvPicPr/>
          <p:nvPr/>
        </p:nvPicPr>
        <p:blipFill>
          <a:blip r:embed="rId23" cstate="print"/>
          <a:stretch>
            <a:fillRect/>
          </a:stretch>
        </p:blipFill>
        <p:spPr>
          <a:xfrm>
            <a:off x="902969" y="5240273"/>
            <a:ext cx="76200" cy="233044"/>
          </a:xfrm>
          <a:prstGeom prst="rect">
            <a:avLst/>
          </a:prstGeom>
        </p:spPr>
      </p:pic>
      <p:pic>
        <p:nvPicPr>
          <p:cNvPr id="126" name="object 96"/>
          <p:cNvPicPr/>
          <p:nvPr/>
        </p:nvPicPr>
        <p:blipFill>
          <a:blip r:embed="rId23" cstate="print"/>
          <a:stretch>
            <a:fillRect/>
          </a:stretch>
        </p:blipFill>
        <p:spPr>
          <a:xfrm>
            <a:off x="2027682" y="5243321"/>
            <a:ext cx="76200" cy="233044"/>
          </a:xfrm>
          <a:prstGeom prst="rect">
            <a:avLst/>
          </a:prstGeom>
        </p:spPr>
      </p:pic>
      <p:sp>
        <p:nvSpPr>
          <p:cNvPr id="127" name="object 97"/>
          <p:cNvSpPr txBox="1"/>
          <p:nvPr/>
        </p:nvSpPr>
        <p:spPr>
          <a:xfrm>
            <a:off x="1931289" y="5818123"/>
            <a:ext cx="202565" cy="196850"/>
          </a:xfrm>
          <a:prstGeom prst="rect">
            <a:avLst/>
          </a:prstGeom>
        </p:spPr>
        <p:txBody>
          <a:bodyPr vert="horz" wrap="square" lIns="0" tIns="12700" rIns="0" bIns="0" rtlCol="0">
            <a:spAutoFit/>
          </a:bodyPr>
          <a:lstStyle/>
          <a:p>
            <a:pPr marL="12700">
              <a:lnSpc>
                <a:spcPct val="100000"/>
              </a:lnSpc>
              <a:spcBef>
                <a:spcPts val="100"/>
              </a:spcBef>
            </a:pPr>
            <a:r>
              <a:rPr sz="1200" spc="-25" dirty="0">
                <a:latin typeface="Calibri" panose="020F0502020204030204"/>
                <a:cs typeface="Calibri" panose="020F0502020204030204"/>
              </a:rPr>
              <a:t>Un</a:t>
            </a:r>
            <a:endParaRPr sz="1200">
              <a:latin typeface="Calibri" panose="020F0502020204030204"/>
              <a:cs typeface="Calibri" panose="020F0502020204030204"/>
            </a:endParaRPr>
          </a:p>
        </p:txBody>
      </p:sp>
      <p:sp>
        <p:nvSpPr>
          <p:cNvPr id="128" name="object 98"/>
          <p:cNvSpPr txBox="1"/>
          <p:nvPr/>
        </p:nvSpPr>
        <p:spPr>
          <a:xfrm>
            <a:off x="660298" y="5822086"/>
            <a:ext cx="937894" cy="196850"/>
          </a:xfrm>
          <a:prstGeom prst="rect">
            <a:avLst/>
          </a:prstGeom>
        </p:spPr>
        <p:txBody>
          <a:bodyPr vert="horz" wrap="square" lIns="0" tIns="12700" rIns="0" bIns="0" rtlCol="0">
            <a:spAutoFit/>
          </a:bodyPr>
          <a:lstStyle/>
          <a:p>
            <a:pPr marL="12700">
              <a:lnSpc>
                <a:spcPct val="100000"/>
              </a:lnSpc>
              <a:spcBef>
                <a:spcPts val="100"/>
              </a:spcBef>
              <a:tabLst>
                <a:tab pos="613410" algn="l"/>
              </a:tabLst>
            </a:pPr>
            <a:r>
              <a:rPr sz="1200" spc="-10" dirty="0">
                <a:latin typeface="Calibri" panose="020F0502020204030204"/>
                <a:cs typeface="Calibri" panose="020F0502020204030204"/>
              </a:rPr>
              <a:t>mignon</a:t>
            </a:r>
            <a:r>
              <a:rPr sz="1200" dirty="0">
                <a:latin typeface="Calibri" panose="020F0502020204030204"/>
                <a:cs typeface="Calibri" panose="020F0502020204030204"/>
              </a:rPr>
              <a:t>	</a:t>
            </a:r>
            <a:r>
              <a:rPr sz="1200" spc="-10" dirty="0">
                <a:latin typeface="Calibri" panose="020F0502020204030204"/>
                <a:cs typeface="Calibri" panose="020F0502020204030204"/>
              </a:rPr>
              <a:t>chiot</a:t>
            </a:r>
            <a:endParaRPr sz="1200">
              <a:latin typeface="Calibri" panose="020F0502020204030204"/>
              <a:cs typeface="Calibri" panose="020F0502020204030204"/>
            </a:endParaRPr>
          </a:p>
        </p:txBody>
      </p:sp>
      <p:pic>
        <p:nvPicPr>
          <p:cNvPr id="129" name="object 99"/>
          <p:cNvPicPr/>
          <p:nvPr/>
        </p:nvPicPr>
        <p:blipFill>
          <a:blip r:embed="rId26" cstate="print"/>
          <a:stretch>
            <a:fillRect/>
          </a:stretch>
        </p:blipFill>
        <p:spPr>
          <a:xfrm>
            <a:off x="2292730" y="4726813"/>
            <a:ext cx="245744" cy="76200"/>
          </a:xfrm>
          <a:prstGeom prst="rect">
            <a:avLst/>
          </a:prstGeom>
        </p:spPr>
      </p:pic>
      <p:pic>
        <p:nvPicPr>
          <p:cNvPr id="130" name="object 100"/>
          <p:cNvPicPr/>
          <p:nvPr/>
        </p:nvPicPr>
        <p:blipFill>
          <a:blip r:embed="rId27" cstate="print"/>
          <a:stretch>
            <a:fillRect/>
          </a:stretch>
        </p:blipFill>
        <p:spPr>
          <a:xfrm>
            <a:off x="762000" y="5590032"/>
            <a:ext cx="353568" cy="182880"/>
          </a:xfrm>
          <a:prstGeom prst="rect">
            <a:avLst/>
          </a:prstGeom>
        </p:spPr>
      </p:pic>
      <p:pic>
        <p:nvPicPr>
          <p:cNvPr id="131" name="object 101"/>
          <p:cNvPicPr/>
          <p:nvPr/>
        </p:nvPicPr>
        <p:blipFill>
          <a:blip r:embed="rId28" cstate="print"/>
          <a:stretch>
            <a:fillRect/>
          </a:stretch>
        </p:blipFill>
        <p:spPr>
          <a:xfrm>
            <a:off x="1341119" y="5590032"/>
            <a:ext cx="359663" cy="182880"/>
          </a:xfrm>
          <a:prstGeom prst="rect">
            <a:avLst/>
          </a:prstGeom>
        </p:spPr>
      </p:pic>
      <p:pic>
        <p:nvPicPr>
          <p:cNvPr id="132" name="object 102"/>
          <p:cNvPicPr/>
          <p:nvPr/>
        </p:nvPicPr>
        <p:blipFill>
          <a:blip r:embed="rId29" cstate="print"/>
          <a:stretch>
            <a:fillRect/>
          </a:stretch>
        </p:blipFill>
        <p:spPr>
          <a:xfrm>
            <a:off x="1903476" y="5590032"/>
            <a:ext cx="361188" cy="182880"/>
          </a:xfrm>
          <a:prstGeom prst="rect">
            <a:avLst/>
          </a:prstGeom>
        </p:spPr>
      </p:pic>
      <p:pic>
        <p:nvPicPr>
          <p:cNvPr id="133" name="object 103"/>
          <p:cNvPicPr/>
          <p:nvPr/>
        </p:nvPicPr>
        <p:blipFill>
          <a:blip r:embed="rId30" cstate="print"/>
          <a:stretch>
            <a:fillRect/>
          </a:stretch>
        </p:blipFill>
        <p:spPr>
          <a:xfrm>
            <a:off x="2531364" y="5571744"/>
            <a:ext cx="341375" cy="182880"/>
          </a:xfrm>
          <a:prstGeom prst="rect">
            <a:avLst/>
          </a:prstGeom>
        </p:spPr>
      </p:pic>
      <p:pic>
        <p:nvPicPr>
          <p:cNvPr id="134" name="object 104"/>
          <p:cNvPicPr/>
          <p:nvPr/>
        </p:nvPicPr>
        <p:blipFill>
          <a:blip r:embed="rId31" cstate="print"/>
          <a:stretch>
            <a:fillRect/>
          </a:stretch>
        </p:blipFill>
        <p:spPr>
          <a:xfrm>
            <a:off x="3110483" y="5571744"/>
            <a:ext cx="333756" cy="182880"/>
          </a:xfrm>
          <a:prstGeom prst="rect">
            <a:avLst/>
          </a:prstGeom>
        </p:spPr>
      </p:pic>
      <p:pic>
        <p:nvPicPr>
          <p:cNvPr id="135" name="object 105"/>
          <p:cNvPicPr/>
          <p:nvPr/>
        </p:nvPicPr>
        <p:blipFill>
          <a:blip r:embed="rId32" cstate="print"/>
          <a:stretch>
            <a:fillRect/>
          </a:stretch>
        </p:blipFill>
        <p:spPr>
          <a:xfrm>
            <a:off x="3672840" y="5571744"/>
            <a:ext cx="339851" cy="182880"/>
          </a:xfrm>
          <a:prstGeom prst="rect">
            <a:avLst/>
          </a:prstGeom>
        </p:spPr>
      </p:pic>
      <p:pic>
        <p:nvPicPr>
          <p:cNvPr id="136" name="object 106"/>
          <p:cNvPicPr/>
          <p:nvPr/>
        </p:nvPicPr>
        <p:blipFill>
          <a:blip r:embed="rId33" cstate="print"/>
          <a:stretch>
            <a:fillRect/>
          </a:stretch>
        </p:blipFill>
        <p:spPr>
          <a:xfrm>
            <a:off x="4236720" y="5574791"/>
            <a:ext cx="341375" cy="182880"/>
          </a:xfrm>
          <a:prstGeom prst="rect">
            <a:avLst/>
          </a:prstGeom>
        </p:spPr>
      </p:pic>
      <p:sp>
        <p:nvSpPr>
          <p:cNvPr id="137" name="object 107"/>
          <p:cNvSpPr/>
          <p:nvPr/>
        </p:nvSpPr>
        <p:spPr>
          <a:xfrm>
            <a:off x="895350" y="3972305"/>
            <a:ext cx="76200" cy="277495"/>
          </a:xfrm>
          <a:custGeom>
            <a:avLst/>
            <a:gdLst/>
            <a:ahLst/>
            <a:cxnLst/>
            <a:rect l="l" t="t" r="r" b="b"/>
            <a:pathLst>
              <a:path w="76200" h="277495">
                <a:moveTo>
                  <a:pt x="47625" y="63500"/>
                </a:moveTo>
                <a:lnTo>
                  <a:pt x="28575" y="63500"/>
                </a:lnTo>
                <a:lnTo>
                  <a:pt x="28575" y="276987"/>
                </a:lnTo>
                <a:lnTo>
                  <a:pt x="47625" y="276987"/>
                </a:lnTo>
                <a:lnTo>
                  <a:pt x="47625" y="63500"/>
                </a:lnTo>
                <a:close/>
              </a:path>
              <a:path w="76200" h="277495">
                <a:moveTo>
                  <a:pt x="38100" y="0"/>
                </a:moveTo>
                <a:lnTo>
                  <a:pt x="0" y="76200"/>
                </a:lnTo>
                <a:lnTo>
                  <a:pt x="28575" y="76200"/>
                </a:lnTo>
                <a:lnTo>
                  <a:pt x="28575" y="63500"/>
                </a:lnTo>
                <a:lnTo>
                  <a:pt x="69850" y="63500"/>
                </a:lnTo>
                <a:lnTo>
                  <a:pt x="38100" y="0"/>
                </a:lnTo>
                <a:close/>
              </a:path>
              <a:path w="76200" h="277495">
                <a:moveTo>
                  <a:pt x="69850" y="63500"/>
                </a:moveTo>
                <a:lnTo>
                  <a:pt x="47625" y="63500"/>
                </a:lnTo>
                <a:lnTo>
                  <a:pt x="47625" y="76200"/>
                </a:lnTo>
                <a:lnTo>
                  <a:pt x="76200" y="76200"/>
                </a:lnTo>
                <a:lnTo>
                  <a:pt x="69850" y="63500"/>
                </a:lnTo>
                <a:close/>
              </a:path>
            </a:pathLst>
          </a:custGeom>
          <a:solidFill>
            <a:srgbClr val="000000"/>
          </a:solidFill>
        </p:spPr>
        <p:txBody>
          <a:bodyPr wrap="square" lIns="0" tIns="0" rIns="0" bIns="0" rtlCol="0"/>
          <a:lstStyle/>
          <a:p/>
        </p:txBody>
      </p:sp>
      <p:sp>
        <p:nvSpPr>
          <p:cNvPr id="138" name="Rectangle 137"/>
          <p:cNvSpPr/>
          <p:nvPr/>
        </p:nvSpPr>
        <p:spPr>
          <a:xfrm>
            <a:off x="3762756" y="3972305"/>
            <a:ext cx="195072" cy="2774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itle 1"/>
          <p:cNvSpPr>
            <a:spLocks noGrp="1"/>
          </p:cNvSpPr>
          <p:nvPr>
            <p:ph type="title"/>
          </p:nvPr>
        </p:nvSpPr>
        <p:spPr/>
        <p:txBody>
          <a:bodyPr>
            <a:normAutofit fontScale="90000"/>
          </a:bodyPr>
          <a:lstStyle/>
          <a:p>
            <a:r>
              <a:rPr lang="en-US" dirty="0"/>
              <a:t>Attention example</a:t>
            </a: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4"/>
          <p:cNvPicPr/>
          <p:nvPr/>
        </p:nvPicPr>
        <p:blipFill>
          <a:blip r:embed="rId1" cstate="print"/>
          <a:stretch>
            <a:fillRect/>
          </a:stretch>
        </p:blipFill>
        <p:spPr>
          <a:xfrm>
            <a:off x="4025646" y="4740402"/>
            <a:ext cx="231012" cy="76200"/>
          </a:xfrm>
          <a:prstGeom prst="rect">
            <a:avLst/>
          </a:prstGeom>
        </p:spPr>
      </p:pic>
      <p:grpSp>
        <p:nvGrpSpPr>
          <p:cNvPr id="5" name="object 5"/>
          <p:cNvGrpSpPr/>
          <p:nvPr/>
        </p:nvGrpSpPr>
        <p:grpSpPr>
          <a:xfrm>
            <a:off x="724662" y="1721357"/>
            <a:ext cx="3547237" cy="3440430"/>
            <a:chOff x="724662" y="1721357"/>
            <a:chExt cx="3547237" cy="3440430"/>
          </a:xfrm>
        </p:grpSpPr>
        <p:pic>
          <p:nvPicPr>
            <p:cNvPr id="6" name="object 6"/>
            <p:cNvPicPr/>
            <p:nvPr/>
          </p:nvPicPr>
          <p:blipFill>
            <a:blip r:embed="rId2" cstate="print"/>
            <a:stretch>
              <a:fillRect/>
            </a:stretch>
          </p:blipFill>
          <p:spPr>
            <a:xfrm>
              <a:off x="3762756" y="4346447"/>
              <a:ext cx="179832" cy="815339"/>
            </a:xfrm>
            <a:prstGeom prst="rect">
              <a:avLst/>
            </a:prstGeom>
          </p:spPr>
        </p:pic>
        <p:sp>
          <p:nvSpPr>
            <p:cNvPr id="7" name="object 7"/>
            <p:cNvSpPr/>
            <p:nvPr/>
          </p:nvSpPr>
          <p:spPr>
            <a:xfrm>
              <a:off x="3762756" y="4346447"/>
              <a:ext cx="180340" cy="815340"/>
            </a:xfrm>
            <a:custGeom>
              <a:avLst/>
              <a:gdLst/>
              <a:ahLst/>
              <a:cxnLst/>
              <a:rect l="l" t="t" r="r" b="b"/>
              <a:pathLst>
                <a:path w="180339" h="815339">
                  <a:moveTo>
                    <a:pt x="0" y="815339"/>
                  </a:moveTo>
                  <a:lnTo>
                    <a:pt x="179832" y="815339"/>
                  </a:lnTo>
                  <a:lnTo>
                    <a:pt x="179832" y="0"/>
                  </a:lnTo>
                  <a:lnTo>
                    <a:pt x="0" y="0"/>
                  </a:lnTo>
                  <a:lnTo>
                    <a:pt x="0" y="815339"/>
                  </a:lnTo>
                  <a:close/>
                </a:path>
              </a:pathLst>
            </a:custGeom>
            <a:ln w="6350">
              <a:solidFill>
                <a:srgbClr val="5B9BD4"/>
              </a:solidFill>
            </a:ln>
          </p:spPr>
          <p:txBody>
            <a:bodyPr wrap="square" lIns="0" tIns="0" rIns="0" bIns="0" rtlCol="0"/>
            <a:lstStyle/>
            <a:p/>
          </p:txBody>
        </p:sp>
        <p:pic>
          <p:nvPicPr>
            <p:cNvPr id="8" name="object 8"/>
            <p:cNvPicPr/>
            <p:nvPr/>
          </p:nvPicPr>
          <p:blipFill>
            <a:blip r:embed="rId2" cstate="print"/>
            <a:stretch>
              <a:fillRect/>
            </a:stretch>
          </p:blipFill>
          <p:spPr>
            <a:xfrm>
              <a:off x="3195828" y="4346447"/>
              <a:ext cx="181355" cy="815339"/>
            </a:xfrm>
            <a:prstGeom prst="rect">
              <a:avLst/>
            </a:prstGeom>
          </p:spPr>
        </p:pic>
        <p:sp>
          <p:nvSpPr>
            <p:cNvPr id="9" name="object 9"/>
            <p:cNvSpPr/>
            <p:nvPr/>
          </p:nvSpPr>
          <p:spPr>
            <a:xfrm>
              <a:off x="3195828" y="4346447"/>
              <a:ext cx="181610" cy="815340"/>
            </a:xfrm>
            <a:custGeom>
              <a:avLst/>
              <a:gdLst/>
              <a:ahLst/>
              <a:cxnLst/>
              <a:rect l="l" t="t" r="r" b="b"/>
              <a:pathLst>
                <a:path w="181610" h="815339">
                  <a:moveTo>
                    <a:pt x="0" y="815339"/>
                  </a:moveTo>
                  <a:lnTo>
                    <a:pt x="181355" y="815339"/>
                  </a:lnTo>
                  <a:lnTo>
                    <a:pt x="181355" y="0"/>
                  </a:lnTo>
                  <a:lnTo>
                    <a:pt x="0" y="0"/>
                  </a:lnTo>
                  <a:lnTo>
                    <a:pt x="0" y="815339"/>
                  </a:lnTo>
                  <a:close/>
                </a:path>
              </a:pathLst>
            </a:custGeom>
            <a:ln w="6350">
              <a:solidFill>
                <a:srgbClr val="5B9BD4"/>
              </a:solidFill>
            </a:ln>
          </p:spPr>
          <p:txBody>
            <a:bodyPr wrap="square" lIns="0" tIns="0" rIns="0" bIns="0" rtlCol="0"/>
            <a:lstStyle/>
            <a:p/>
          </p:txBody>
        </p:sp>
        <p:pic>
          <p:nvPicPr>
            <p:cNvPr id="10" name="object 10"/>
            <p:cNvPicPr/>
            <p:nvPr/>
          </p:nvPicPr>
          <p:blipFill>
            <a:blip r:embed="rId2" cstate="print"/>
            <a:stretch>
              <a:fillRect/>
            </a:stretch>
          </p:blipFill>
          <p:spPr>
            <a:xfrm>
              <a:off x="2633472" y="4346447"/>
              <a:ext cx="181356" cy="815339"/>
            </a:xfrm>
            <a:prstGeom prst="rect">
              <a:avLst/>
            </a:prstGeom>
          </p:spPr>
        </p:pic>
        <p:sp>
          <p:nvSpPr>
            <p:cNvPr id="11" name="object 11"/>
            <p:cNvSpPr/>
            <p:nvPr/>
          </p:nvSpPr>
          <p:spPr>
            <a:xfrm>
              <a:off x="2633472" y="4346447"/>
              <a:ext cx="181610" cy="815340"/>
            </a:xfrm>
            <a:custGeom>
              <a:avLst/>
              <a:gdLst/>
              <a:ahLst/>
              <a:cxnLst/>
              <a:rect l="l" t="t" r="r" b="b"/>
              <a:pathLst>
                <a:path w="181610" h="815339">
                  <a:moveTo>
                    <a:pt x="0" y="815339"/>
                  </a:moveTo>
                  <a:lnTo>
                    <a:pt x="181356" y="815339"/>
                  </a:lnTo>
                  <a:lnTo>
                    <a:pt x="181356" y="0"/>
                  </a:lnTo>
                  <a:lnTo>
                    <a:pt x="0" y="0"/>
                  </a:lnTo>
                  <a:lnTo>
                    <a:pt x="0" y="815339"/>
                  </a:lnTo>
                  <a:close/>
                </a:path>
              </a:pathLst>
            </a:custGeom>
            <a:ln w="6350">
              <a:solidFill>
                <a:srgbClr val="5B9BD4"/>
              </a:solidFill>
            </a:ln>
          </p:spPr>
          <p:txBody>
            <a:bodyPr wrap="square" lIns="0" tIns="0" rIns="0" bIns="0" rtlCol="0"/>
            <a:lstStyle/>
            <a:p/>
          </p:txBody>
        </p:sp>
        <p:pic>
          <p:nvPicPr>
            <p:cNvPr id="12" name="object 12"/>
            <p:cNvPicPr/>
            <p:nvPr/>
          </p:nvPicPr>
          <p:blipFill>
            <a:blip r:embed="rId3" cstate="print"/>
            <a:stretch>
              <a:fillRect/>
            </a:stretch>
          </p:blipFill>
          <p:spPr>
            <a:xfrm>
              <a:off x="1409700" y="4335779"/>
              <a:ext cx="181356" cy="813816"/>
            </a:xfrm>
            <a:prstGeom prst="rect">
              <a:avLst/>
            </a:prstGeom>
          </p:spPr>
        </p:pic>
        <p:sp>
          <p:nvSpPr>
            <p:cNvPr id="13" name="object 13"/>
            <p:cNvSpPr/>
            <p:nvPr/>
          </p:nvSpPr>
          <p:spPr>
            <a:xfrm>
              <a:off x="1409700" y="4335779"/>
              <a:ext cx="181610" cy="814069"/>
            </a:xfrm>
            <a:custGeom>
              <a:avLst/>
              <a:gdLst/>
              <a:ahLst/>
              <a:cxnLst/>
              <a:rect l="l" t="t" r="r" b="b"/>
              <a:pathLst>
                <a:path w="181609" h="814070">
                  <a:moveTo>
                    <a:pt x="0" y="813816"/>
                  </a:moveTo>
                  <a:lnTo>
                    <a:pt x="181356" y="813816"/>
                  </a:lnTo>
                  <a:lnTo>
                    <a:pt x="181356" y="0"/>
                  </a:lnTo>
                  <a:lnTo>
                    <a:pt x="0" y="0"/>
                  </a:lnTo>
                  <a:lnTo>
                    <a:pt x="0" y="813816"/>
                  </a:lnTo>
                  <a:close/>
                </a:path>
              </a:pathLst>
            </a:custGeom>
            <a:ln w="6349">
              <a:solidFill>
                <a:srgbClr val="6FAC46"/>
              </a:solidFill>
            </a:ln>
          </p:spPr>
          <p:txBody>
            <a:bodyPr wrap="square" lIns="0" tIns="0" rIns="0" bIns="0" rtlCol="0"/>
            <a:lstStyle/>
            <a:p/>
          </p:txBody>
        </p:sp>
        <p:pic>
          <p:nvPicPr>
            <p:cNvPr id="14" name="object 14"/>
            <p:cNvPicPr/>
            <p:nvPr/>
          </p:nvPicPr>
          <p:blipFill>
            <a:blip r:embed="rId4" cstate="print"/>
            <a:stretch>
              <a:fillRect/>
            </a:stretch>
          </p:blipFill>
          <p:spPr>
            <a:xfrm>
              <a:off x="1975104" y="4346447"/>
              <a:ext cx="181356" cy="815339"/>
            </a:xfrm>
            <a:prstGeom prst="rect">
              <a:avLst/>
            </a:prstGeom>
          </p:spPr>
        </p:pic>
        <p:sp>
          <p:nvSpPr>
            <p:cNvPr id="15" name="object 15"/>
            <p:cNvSpPr/>
            <p:nvPr/>
          </p:nvSpPr>
          <p:spPr>
            <a:xfrm>
              <a:off x="1975104" y="4346447"/>
              <a:ext cx="181610" cy="815340"/>
            </a:xfrm>
            <a:custGeom>
              <a:avLst/>
              <a:gdLst/>
              <a:ahLst/>
              <a:cxnLst/>
              <a:rect l="l" t="t" r="r" b="b"/>
              <a:pathLst>
                <a:path w="181610" h="815339">
                  <a:moveTo>
                    <a:pt x="0" y="815339"/>
                  </a:moveTo>
                  <a:lnTo>
                    <a:pt x="181356" y="815339"/>
                  </a:lnTo>
                  <a:lnTo>
                    <a:pt x="181356" y="0"/>
                  </a:lnTo>
                  <a:lnTo>
                    <a:pt x="0" y="0"/>
                  </a:lnTo>
                  <a:lnTo>
                    <a:pt x="0" y="815339"/>
                  </a:lnTo>
                  <a:close/>
                </a:path>
              </a:pathLst>
            </a:custGeom>
            <a:ln w="6350">
              <a:solidFill>
                <a:srgbClr val="6FAC46"/>
              </a:solidFill>
            </a:ln>
          </p:spPr>
          <p:txBody>
            <a:bodyPr wrap="square" lIns="0" tIns="0" rIns="0" bIns="0" rtlCol="0"/>
            <a:lstStyle/>
            <a:p/>
          </p:txBody>
        </p:sp>
        <p:pic>
          <p:nvPicPr>
            <p:cNvPr id="16" name="object 16"/>
            <p:cNvPicPr/>
            <p:nvPr/>
          </p:nvPicPr>
          <p:blipFill>
            <a:blip r:embed="rId3" cstate="print"/>
            <a:stretch>
              <a:fillRect/>
            </a:stretch>
          </p:blipFill>
          <p:spPr>
            <a:xfrm>
              <a:off x="844296" y="4335779"/>
              <a:ext cx="181356" cy="813816"/>
            </a:xfrm>
            <a:prstGeom prst="rect">
              <a:avLst/>
            </a:prstGeom>
          </p:spPr>
        </p:pic>
        <p:sp>
          <p:nvSpPr>
            <p:cNvPr id="17" name="object 17"/>
            <p:cNvSpPr/>
            <p:nvPr/>
          </p:nvSpPr>
          <p:spPr>
            <a:xfrm>
              <a:off x="844296" y="4335779"/>
              <a:ext cx="181610" cy="814069"/>
            </a:xfrm>
            <a:custGeom>
              <a:avLst/>
              <a:gdLst/>
              <a:ahLst/>
              <a:cxnLst/>
              <a:rect l="l" t="t" r="r" b="b"/>
              <a:pathLst>
                <a:path w="181609" h="814070">
                  <a:moveTo>
                    <a:pt x="0" y="813816"/>
                  </a:moveTo>
                  <a:lnTo>
                    <a:pt x="181356" y="813816"/>
                  </a:lnTo>
                  <a:lnTo>
                    <a:pt x="181356" y="0"/>
                  </a:lnTo>
                  <a:lnTo>
                    <a:pt x="0" y="0"/>
                  </a:lnTo>
                  <a:lnTo>
                    <a:pt x="0" y="813816"/>
                  </a:lnTo>
                  <a:close/>
                </a:path>
              </a:pathLst>
            </a:custGeom>
            <a:ln w="6349">
              <a:solidFill>
                <a:srgbClr val="6FAC46"/>
              </a:solidFill>
            </a:ln>
          </p:spPr>
          <p:txBody>
            <a:bodyPr wrap="square" lIns="0" tIns="0" rIns="0" bIns="0" rtlCol="0"/>
            <a:lstStyle/>
            <a:p/>
          </p:txBody>
        </p:sp>
        <p:sp>
          <p:nvSpPr>
            <p:cNvPr id="18" name="object 18"/>
            <p:cNvSpPr/>
            <p:nvPr/>
          </p:nvSpPr>
          <p:spPr>
            <a:xfrm>
              <a:off x="1465326" y="3972305"/>
              <a:ext cx="638810" cy="277495"/>
            </a:xfrm>
            <a:custGeom>
              <a:avLst/>
              <a:gdLst/>
              <a:ahLst/>
              <a:cxnLst/>
              <a:rect l="l" t="t" r="r" b="b"/>
              <a:pathLst>
                <a:path w="638810" h="277495">
                  <a:moveTo>
                    <a:pt x="76200" y="76200"/>
                  </a:moveTo>
                  <a:lnTo>
                    <a:pt x="69850" y="63500"/>
                  </a:lnTo>
                  <a:lnTo>
                    <a:pt x="38100" y="0"/>
                  </a:lnTo>
                  <a:lnTo>
                    <a:pt x="0" y="76200"/>
                  </a:lnTo>
                  <a:lnTo>
                    <a:pt x="28575" y="76200"/>
                  </a:lnTo>
                  <a:lnTo>
                    <a:pt x="28575" y="276987"/>
                  </a:lnTo>
                  <a:lnTo>
                    <a:pt x="47625" y="276987"/>
                  </a:lnTo>
                  <a:lnTo>
                    <a:pt x="47625" y="76200"/>
                  </a:lnTo>
                  <a:lnTo>
                    <a:pt x="76200" y="76200"/>
                  </a:lnTo>
                  <a:close/>
                </a:path>
                <a:path w="638810" h="277495">
                  <a:moveTo>
                    <a:pt x="638556" y="76200"/>
                  </a:moveTo>
                  <a:lnTo>
                    <a:pt x="632206" y="63500"/>
                  </a:lnTo>
                  <a:lnTo>
                    <a:pt x="600456" y="0"/>
                  </a:lnTo>
                  <a:lnTo>
                    <a:pt x="562356" y="76200"/>
                  </a:lnTo>
                  <a:lnTo>
                    <a:pt x="590931" y="76200"/>
                  </a:lnTo>
                  <a:lnTo>
                    <a:pt x="590931" y="276987"/>
                  </a:lnTo>
                  <a:lnTo>
                    <a:pt x="609981" y="276987"/>
                  </a:lnTo>
                  <a:lnTo>
                    <a:pt x="609981" y="76200"/>
                  </a:lnTo>
                  <a:lnTo>
                    <a:pt x="638556" y="76200"/>
                  </a:lnTo>
                  <a:close/>
                </a:path>
              </a:pathLst>
            </a:custGeom>
            <a:solidFill>
              <a:srgbClr val="000000"/>
            </a:solidFill>
          </p:spPr>
          <p:txBody>
            <a:bodyPr wrap="square" lIns="0" tIns="0" rIns="0" bIns="0" rtlCol="0"/>
            <a:lstStyle/>
            <a:p/>
          </p:txBody>
        </p:sp>
        <p:pic>
          <p:nvPicPr>
            <p:cNvPr id="19" name="object 19"/>
            <p:cNvPicPr/>
            <p:nvPr/>
          </p:nvPicPr>
          <p:blipFill>
            <a:blip r:embed="rId5" cstate="print"/>
            <a:stretch>
              <a:fillRect/>
            </a:stretch>
          </p:blipFill>
          <p:spPr>
            <a:xfrm>
              <a:off x="848868" y="3500627"/>
              <a:ext cx="176784" cy="381000"/>
            </a:xfrm>
            <a:prstGeom prst="rect">
              <a:avLst/>
            </a:prstGeom>
          </p:spPr>
        </p:pic>
        <p:sp>
          <p:nvSpPr>
            <p:cNvPr id="20" name="object 20"/>
            <p:cNvSpPr/>
            <p:nvPr/>
          </p:nvSpPr>
          <p:spPr>
            <a:xfrm>
              <a:off x="848868" y="3500627"/>
              <a:ext cx="177165" cy="381000"/>
            </a:xfrm>
            <a:custGeom>
              <a:avLst/>
              <a:gdLst/>
              <a:ahLst/>
              <a:cxnLst/>
              <a:rect l="l" t="t" r="r" b="b"/>
              <a:pathLst>
                <a:path w="177165" h="381000">
                  <a:moveTo>
                    <a:pt x="0" y="381000"/>
                  </a:moveTo>
                  <a:lnTo>
                    <a:pt x="176784" y="381000"/>
                  </a:lnTo>
                  <a:lnTo>
                    <a:pt x="176784" y="0"/>
                  </a:lnTo>
                  <a:lnTo>
                    <a:pt x="0" y="0"/>
                  </a:lnTo>
                  <a:lnTo>
                    <a:pt x="0" y="381000"/>
                  </a:lnTo>
                  <a:close/>
                </a:path>
              </a:pathLst>
            </a:custGeom>
            <a:ln w="6350">
              <a:solidFill>
                <a:srgbClr val="EC7C30"/>
              </a:solidFill>
            </a:ln>
          </p:spPr>
          <p:txBody>
            <a:bodyPr wrap="square" lIns="0" tIns="0" rIns="0" bIns="0" rtlCol="0"/>
            <a:lstStyle/>
            <a:p/>
          </p:txBody>
        </p:sp>
        <p:pic>
          <p:nvPicPr>
            <p:cNvPr id="21" name="object 21"/>
            <p:cNvPicPr/>
            <p:nvPr/>
          </p:nvPicPr>
          <p:blipFill>
            <a:blip r:embed="rId5" cstate="print"/>
            <a:stretch>
              <a:fillRect/>
            </a:stretch>
          </p:blipFill>
          <p:spPr>
            <a:xfrm>
              <a:off x="1409700" y="3500627"/>
              <a:ext cx="176784" cy="381000"/>
            </a:xfrm>
            <a:prstGeom prst="rect">
              <a:avLst/>
            </a:prstGeom>
          </p:spPr>
        </p:pic>
        <p:sp>
          <p:nvSpPr>
            <p:cNvPr id="22" name="object 22"/>
            <p:cNvSpPr/>
            <p:nvPr/>
          </p:nvSpPr>
          <p:spPr>
            <a:xfrm>
              <a:off x="1409700" y="3500627"/>
              <a:ext cx="177165" cy="381000"/>
            </a:xfrm>
            <a:custGeom>
              <a:avLst/>
              <a:gdLst/>
              <a:ahLst/>
              <a:cxnLst/>
              <a:rect l="l" t="t" r="r" b="b"/>
              <a:pathLst>
                <a:path w="177165" h="381000">
                  <a:moveTo>
                    <a:pt x="0" y="381000"/>
                  </a:moveTo>
                  <a:lnTo>
                    <a:pt x="176784" y="381000"/>
                  </a:lnTo>
                  <a:lnTo>
                    <a:pt x="176784" y="0"/>
                  </a:lnTo>
                  <a:lnTo>
                    <a:pt x="0" y="0"/>
                  </a:lnTo>
                  <a:lnTo>
                    <a:pt x="0" y="381000"/>
                  </a:lnTo>
                  <a:close/>
                </a:path>
              </a:pathLst>
            </a:custGeom>
            <a:ln w="6350">
              <a:solidFill>
                <a:srgbClr val="EC7C30"/>
              </a:solidFill>
            </a:ln>
          </p:spPr>
          <p:txBody>
            <a:bodyPr wrap="square" lIns="0" tIns="0" rIns="0" bIns="0" rtlCol="0"/>
            <a:lstStyle/>
            <a:p/>
          </p:txBody>
        </p:sp>
        <p:pic>
          <p:nvPicPr>
            <p:cNvPr id="23" name="object 23"/>
            <p:cNvPicPr/>
            <p:nvPr/>
          </p:nvPicPr>
          <p:blipFill>
            <a:blip r:embed="rId6" cstate="print"/>
            <a:stretch>
              <a:fillRect/>
            </a:stretch>
          </p:blipFill>
          <p:spPr>
            <a:xfrm>
              <a:off x="1979676" y="3494531"/>
              <a:ext cx="176783" cy="382523"/>
            </a:xfrm>
            <a:prstGeom prst="rect">
              <a:avLst/>
            </a:prstGeom>
          </p:spPr>
        </p:pic>
        <p:sp>
          <p:nvSpPr>
            <p:cNvPr id="24" name="object 24"/>
            <p:cNvSpPr/>
            <p:nvPr/>
          </p:nvSpPr>
          <p:spPr>
            <a:xfrm>
              <a:off x="1979676" y="3494531"/>
              <a:ext cx="177165" cy="382905"/>
            </a:xfrm>
            <a:custGeom>
              <a:avLst/>
              <a:gdLst/>
              <a:ahLst/>
              <a:cxnLst/>
              <a:rect l="l" t="t" r="r" b="b"/>
              <a:pathLst>
                <a:path w="177164" h="382904">
                  <a:moveTo>
                    <a:pt x="0" y="382523"/>
                  </a:moveTo>
                  <a:lnTo>
                    <a:pt x="176783" y="382523"/>
                  </a:lnTo>
                  <a:lnTo>
                    <a:pt x="176783" y="0"/>
                  </a:lnTo>
                  <a:lnTo>
                    <a:pt x="0" y="0"/>
                  </a:lnTo>
                  <a:lnTo>
                    <a:pt x="0" y="382523"/>
                  </a:lnTo>
                  <a:close/>
                </a:path>
              </a:pathLst>
            </a:custGeom>
            <a:ln w="6350">
              <a:solidFill>
                <a:srgbClr val="EC7C30"/>
              </a:solidFill>
            </a:ln>
          </p:spPr>
          <p:txBody>
            <a:bodyPr wrap="square" lIns="0" tIns="0" rIns="0" bIns="0" rtlCol="0"/>
            <a:lstStyle/>
            <a:p/>
          </p:txBody>
        </p:sp>
        <p:pic>
          <p:nvPicPr>
            <p:cNvPr id="25" name="object 25"/>
            <p:cNvPicPr/>
            <p:nvPr/>
          </p:nvPicPr>
          <p:blipFill>
            <a:blip r:embed="rId7" cstate="print"/>
            <a:stretch>
              <a:fillRect/>
            </a:stretch>
          </p:blipFill>
          <p:spPr>
            <a:xfrm>
              <a:off x="836676" y="4629911"/>
              <a:ext cx="216407" cy="213360"/>
            </a:xfrm>
            <a:prstGeom prst="rect">
              <a:avLst/>
            </a:prstGeom>
          </p:spPr>
        </p:pic>
        <p:pic>
          <p:nvPicPr>
            <p:cNvPr id="26" name="object 26"/>
            <p:cNvPicPr/>
            <p:nvPr/>
          </p:nvPicPr>
          <p:blipFill>
            <a:blip r:embed="rId8" cstate="print"/>
            <a:stretch>
              <a:fillRect/>
            </a:stretch>
          </p:blipFill>
          <p:spPr>
            <a:xfrm>
              <a:off x="1392936" y="4629911"/>
              <a:ext cx="220980" cy="213360"/>
            </a:xfrm>
            <a:prstGeom prst="rect">
              <a:avLst/>
            </a:prstGeom>
          </p:spPr>
        </p:pic>
        <p:pic>
          <p:nvPicPr>
            <p:cNvPr id="27" name="object 27"/>
            <p:cNvPicPr/>
            <p:nvPr/>
          </p:nvPicPr>
          <p:blipFill>
            <a:blip r:embed="rId9" cstate="print"/>
            <a:stretch>
              <a:fillRect/>
            </a:stretch>
          </p:blipFill>
          <p:spPr>
            <a:xfrm>
              <a:off x="1956815" y="4629911"/>
              <a:ext cx="224028" cy="216407"/>
            </a:xfrm>
            <a:prstGeom prst="rect">
              <a:avLst/>
            </a:prstGeom>
          </p:spPr>
        </p:pic>
        <p:pic>
          <p:nvPicPr>
            <p:cNvPr id="28" name="object 28"/>
            <p:cNvPicPr/>
            <p:nvPr/>
          </p:nvPicPr>
          <p:blipFill>
            <a:blip r:embed="rId10" cstate="print"/>
            <a:stretch>
              <a:fillRect/>
            </a:stretch>
          </p:blipFill>
          <p:spPr>
            <a:xfrm>
              <a:off x="838200" y="3592067"/>
              <a:ext cx="202692" cy="213360"/>
            </a:xfrm>
            <a:prstGeom prst="rect">
              <a:avLst/>
            </a:prstGeom>
          </p:spPr>
        </p:pic>
        <p:pic>
          <p:nvPicPr>
            <p:cNvPr id="29" name="object 29"/>
            <p:cNvPicPr/>
            <p:nvPr/>
          </p:nvPicPr>
          <p:blipFill>
            <a:blip r:embed="rId11" cstate="print"/>
            <a:stretch>
              <a:fillRect/>
            </a:stretch>
          </p:blipFill>
          <p:spPr>
            <a:xfrm>
              <a:off x="1406652" y="3592067"/>
              <a:ext cx="207264" cy="213360"/>
            </a:xfrm>
            <a:prstGeom prst="rect">
              <a:avLst/>
            </a:prstGeom>
          </p:spPr>
        </p:pic>
        <p:pic>
          <p:nvPicPr>
            <p:cNvPr id="30" name="object 30"/>
            <p:cNvPicPr/>
            <p:nvPr/>
          </p:nvPicPr>
          <p:blipFill>
            <a:blip r:embed="rId12" cstate="print"/>
            <a:stretch>
              <a:fillRect/>
            </a:stretch>
          </p:blipFill>
          <p:spPr>
            <a:xfrm>
              <a:off x="1972056" y="3592067"/>
              <a:ext cx="210312" cy="216408"/>
            </a:xfrm>
            <a:prstGeom prst="rect">
              <a:avLst/>
            </a:prstGeom>
          </p:spPr>
        </p:pic>
        <p:sp>
          <p:nvSpPr>
            <p:cNvPr id="31" name="object 31"/>
            <p:cNvSpPr/>
            <p:nvPr/>
          </p:nvSpPr>
          <p:spPr>
            <a:xfrm>
              <a:off x="2690622" y="3972305"/>
              <a:ext cx="1210310" cy="277495"/>
            </a:xfrm>
            <a:custGeom>
              <a:avLst/>
              <a:gdLst/>
              <a:ahLst/>
              <a:cxnLst/>
              <a:rect l="l" t="t" r="r" b="b"/>
              <a:pathLst>
                <a:path w="1210310" h="277495">
                  <a:moveTo>
                    <a:pt x="76200" y="76200"/>
                  </a:moveTo>
                  <a:lnTo>
                    <a:pt x="69850" y="63500"/>
                  </a:lnTo>
                  <a:lnTo>
                    <a:pt x="38100" y="0"/>
                  </a:lnTo>
                  <a:lnTo>
                    <a:pt x="0" y="76200"/>
                  </a:lnTo>
                  <a:lnTo>
                    <a:pt x="28575" y="76200"/>
                  </a:lnTo>
                  <a:lnTo>
                    <a:pt x="28575" y="276987"/>
                  </a:lnTo>
                  <a:lnTo>
                    <a:pt x="47625" y="276987"/>
                  </a:lnTo>
                  <a:lnTo>
                    <a:pt x="47625" y="76200"/>
                  </a:lnTo>
                  <a:lnTo>
                    <a:pt x="76200" y="76200"/>
                  </a:lnTo>
                  <a:close/>
                </a:path>
                <a:path w="1210310" h="277495">
                  <a:moveTo>
                    <a:pt x="647700" y="76200"/>
                  </a:moveTo>
                  <a:lnTo>
                    <a:pt x="641350" y="63500"/>
                  </a:lnTo>
                  <a:lnTo>
                    <a:pt x="609600" y="0"/>
                  </a:lnTo>
                  <a:lnTo>
                    <a:pt x="571500" y="76200"/>
                  </a:lnTo>
                  <a:lnTo>
                    <a:pt x="600075" y="76200"/>
                  </a:lnTo>
                  <a:lnTo>
                    <a:pt x="600075" y="276987"/>
                  </a:lnTo>
                  <a:lnTo>
                    <a:pt x="619125" y="276987"/>
                  </a:lnTo>
                  <a:lnTo>
                    <a:pt x="619125" y="76200"/>
                  </a:lnTo>
                  <a:lnTo>
                    <a:pt x="647700" y="76200"/>
                  </a:lnTo>
                  <a:close/>
                </a:path>
                <a:path w="1210310" h="277495">
                  <a:moveTo>
                    <a:pt x="1210056" y="76200"/>
                  </a:moveTo>
                  <a:lnTo>
                    <a:pt x="1203706" y="63500"/>
                  </a:lnTo>
                  <a:lnTo>
                    <a:pt x="1171956" y="0"/>
                  </a:lnTo>
                  <a:lnTo>
                    <a:pt x="1133856" y="76200"/>
                  </a:lnTo>
                  <a:lnTo>
                    <a:pt x="1162431" y="76200"/>
                  </a:lnTo>
                  <a:lnTo>
                    <a:pt x="1162431" y="276987"/>
                  </a:lnTo>
                  <a:lnTo>
                    <a:pt x="1181481" y="276987"/>
                  </a:lnTo>
                  <a:lnTo>
                    <a:pt x="1181481" y="76200"/>
                  </a:lnTo>
                  <a:lnTo>
                    <a:pt x="1210056" y="76200"/>
                  </a:lnTo>
                  <a:close/>
                </a:path>
              </a:pathLst>
            </a:custGeom>
            <a:solidFill>
              <a:srgbClr val="000000"/>
            </a:solidFill>
          </p:spPr>
          <p:txBody>
            <a:bodyPr wrap="square" lIns="0" tIns="0" rIns="0" bIns="0" rtlCol="0"/>
            <a:lstStyle/>
            <a:p/>
          </p:txBody>
        </p:sp>
        <p:pic>
          <p:nvPicPr>
            <p:cNvPr id="32" name="object 32"/>
            <p:cNvPicPr/>
            <p:nvPr/>
          </p:nvPicPr>
          <p:blipFill>
            <a:blip r:embed="rId13" cstate="print"/>
            <a:stretch>
              <a:fillRect/>
            </a:stretch>
          </p:blipFill>
          <p:spPr>
            <a:xfrm>
              <a:off x="2638044" y="3503675"/>
              <a:ext cx="176783" cy="381000"/>
            </a:xfrm>
            <a:prstGeom prst="rect">
              <a:avLst/>
            </a:prstGeom>
          </p:spPr>
        </p:pic>
        <p:sp>
          <p:nvSpPr>
            <p:cNvPr id="33" name="object 33"/>
            <p:cNvSpPr/>
            <p:nvPr/>
          </p:nvSpPr>
          <p:spPr>
            <a:xfrm>
              <a:off x="2638044" y="3503675"/>
              <a:ext cx="177165" cy="381000"/>
            </a:xfrm>
            <a:custGeom>
              <a:avLst/>
              <a:gdLst/>
              <a:ahLst/>
              <a:cxnLst/>
              <a:rect l="l" t="t" r="r" b="b"/>
              <a:pathLst>
                <a:path w="177164" h="381000">
                  <a:moveTo>
                    <a:pt x="0" y="381000"/>
                  </a:moveTo>
                  <a:lnTo>
                    <a:pt x="176783" y="381000"/>
                  </a:lnTo>
                  <a:lnTo>
                    <a:pt x="176783" y="0"/>
                  </a:lnTo>
                  <a:lnTo>
                    <a:pt x="0" y="0"/>
                  </a:lnTo>
                  <a:lnTo>
                    <a:pt x="0" y="381000"/>
                  </a:lnTo>
                  <a:close/>
                </a:path>
              </a:pathLst>
            </a:custGeom>
            <a:ln w="6349">
              <a:solidFill>
                <a:srgbClr val="FFC000"/>
              </a:solidFill>
            </a:ln>
          </p:spPr>
          <p:txBody>
            <a:bodyPr wrap="square" lIns="0" tIns="0" rIns="0" bIns="0" rtlCol="0"/>
            <a:lstStyle/>
            <a:p/>
          </p:txBody>
        </p:sp>
        <p:pic>
          <p:nvPicPr>
            <p:cNvPr id="34" name="object 34"/>
            <p:cNvPicPr/>
            <p:nvPr/>
          </p:nvPicPr>
          <p:blipFill>
            <a:blip r:embed="rId14" cstate="print"/>
            <a:stretch>
              <a:fillRect/>
            </a:stretch>
          </p:blipFill>
          <p:spPr>
            <a:xfrm>
              <a:off x="3208019" y="3494531"/>
              <a:ext cx="176783" cy="382523"/>
            </a:xfrm>
            <a:prstGeom prst="rect">
              <a:avLst/>
            </a:prstGeom>
          </p:spPr>
        </p:pic>
        <p:sp>
          <p:nvSpPr>
            <p:cNvPr id="35" name="object 35"/>
            <p:cNvSpPr/>
            <p:nvPr/>
          </p:nvSpPr>
          <p:spPr>
            <a:xfrm>
              <a:off x="3208019" y="3494531"/>
              <a:ext cx="177165" cy="382905"/>
            </a:xfrm>
            <a:custGeom>
              <a:avLst/>
              <a:gdLst/>
              <a:ahLst/>
              <a:cxnLst/>
              <a:rect l="l" t="t" r="r" b="b"/>
              <a:pathLst>
                <a:path w="177164" h="382904">
                  <a:moveTo>
                    <a:pt x="0" y="382523"/>
                  </a:moveTo>
                  <a:lnTo>
                    <a:pt x="176783" y="382523"/>
                  </a:lnTo>
                  <a:lnTo>
                    <a:pt x="176783" y="0"/>
                  </a:lnTo>
                  <a:lnTo>
                    <a:pt x="0" y="0"/>
                  </a:lnTo>
                  <a:lnTo>
                    <a:pt x="0" y="382523"/>
                  </a:lnTo>
                  <a:close/>
                </a:path>
              </a:pathLst>
            </a:custGeom>
            <a:ln w="6350">
              <a:solidFill>
                <a:srgbClr val="FFC000"/>
              </a:solidFill>
            </a:ln>
          </p:spPr>
          <p:txBody>
            <a:bodyPr wrap="square" lIns="0" tIns="0" rIns="0" bIns="0" rtlCol="0"/>
            <a:lstStyle/>
            <a:p/>
          </p:txBody>
        </p:sp>
        <p:pic>
          <p:nvPicPr>
            <p:cNvPr id="36" name="object 36"/>
            <p:cNvPicPr/>
            <p:nvPr/>
          </p:nvPicPr>
          <p:blipFill>
            <a:blip r:embed="rId15" cstate="print"/>
            <a:stretch>
              <a:fillRect/>
            </a:stretch>
          </p:blipFill>
          <p:spPr>
            <a:xfrm>
              <a:off x="3755135" y="3494531"/>
              <a:ext cx="176784" cy="382523"/>
            </a:xfrm>
            <a:prstGeom prst="rect">
              <a:avLst/>
            </a:prstGeom>
          </p:spPr>
        </p:pic>
        <p:sp>
          <p:nvSpPr>
            <p:cNvPr id="37" name="object 37"/>
            <p:cNvSpPr/>
            <p:nvPr/>
          </p:nvSpPr>
          <p:spPr>
            <a:xfrm>
              <a:off x="3755135" y="3494531"/>
              <a:ext cx="177165" cy="382905"/>
            </a:xfrm>
            <a:custGeom>
              <a:avLst/>
              <a:gdLst/>
              <a:ahLst/>
              <a:cxnLst/>
              <a:rect l="l" t="t" r="r" b="b"/>
              <a:pathLst>
                <a:path w="177164" h="382904">
                  <a:moveTo>
                    <a:pt x="0" y="382523"/>
                  </a:moveTo>
                  <a:lnTo>
                    <a:pt x="176784" y="382523"/>
                  </a:lnTo>
                  <a:lnTo>
                    <a:pt x="176784" y="0"/>
                  </a:lnTo>
                  <a:lnTo>
                    <a:pt x="0" y="0"/>
                  </a:lnTo>
                  <a:lnTo>
                    <a:pt x="0" y="382523"/>
                  </a:lnTo>
                  <a:close/>
                </a:path>
              </a:pathLst>
            </a:custGeom>
            <a:ln w="6350">
              <a:solidFill>
                <a:srgbClr val="FFC000"/>
              </a:solidFill>
            </a:ln>
          </p:spPr>
          <p:txBody>
            <a:bodyPr wrap="square" lIns="0" tIns="0" rIns="0" bIns="0" rtlCol="0"/>
            <a:lstStyle/>
            <a:p/>
          </p:txBody>
        </p:sp>
        <p:pic>
          <p:nvPicPr>
            <p:cNvPr id="38" name="object 38"/>
            <p:cNvPicPr/>
            <p:nvPr/>
          </p:nvPicPr>
          <p:blipFill>
            <a:blip r:embed="rId16" cstate="print"/>
            <a:stretch>
              <a:fillRect/>
            </a:stretch>
          </p:blipFill>
          <p:spPr>
            <a:xfrm>
              <a:off x="2642616" y="3627119"/>
              <a:ext cx="187451" cy="160019"/>
            </a:xfrm>
            <a:prstGeom prst="rect">
              <a:avLst/>
            </a:prstGeom>
          </p:spPr>
        </p:pic>
        <p:pic>
          <p:nvPicPr>
            <p:cNvPr id="39" name="object 39"/>
            <p:cNvPicPr/>
            <p:nvPr/>
          </p:nvPicPr>
          <p:blipFill>
            <a:blip r:embed="rId17" cstate="print"/>
            <a:stretch>
              <a:fillRect/>
            </a:stretch>
          </p:blipFill>
          <p:spPr>
            <a:xfrm>
              <a:off x="3209544" y="3627119"/>
              <a:ext cx="193547" cy="160019"/>
            </a:xfrm>
            <a:prstGeom prst="rect">
              <a:avLst/>
            </a:prstGeom>
          </p:spPr>
        </p:pic>
        <p:pic>
          <p:nvPicPr>
            <p:cNvPr id="40" name="object 40"/>
            <p:cNvPicPr/>
            <p:nvPr/>
          </p:nvPicPr>
          <p:blipFill>
            <a:blip r:embed="rId18" cstate="print"/>
            <a:stretch>
              <a:fillRect/>
            </a:stretch>
          </p:blipFill>
          <p:spPr>
            <a:xfrm>
              <a:off x="3755135" y="3627119"/>
              <a:ext cx="195072" cy="160019"/>
            </a:xfrm>
            <a:prstGeom prst="rect">
              <a:avLst/>
            </a:prstGeom>
          </p:spPr>
        </p:pic>
        <p:pic>
          <p:nvPicPr>
            <p:cNvPr id="41" name="object 41"/>
            <p:cNvPicPr/>
            <p:nvPr/>
          </p:nvPicPr>
          <p:blipFill>
            <a:blip r:embed="rId19" cstate="print"/>
            <a:stretch>
              <a:fillRect/>
            </a:stretch>
          </p:blipFill>
          <p:spPr>
            <a:xfrm>
              <a:off x="825754" y="2960877"/>
              <a:ext cx="233680" cy="226060"/>
            </a:xfrm>
            <a:prstGeom prst="rect">
              <a:avLst/>
            </a:prstGeom>
          </p:spPr>
        </p:pic>
        <p:pic>
          <p:nvPicPr>
            <p:cNvPr id="42" name="object 42"/>
            <p:cNvPicPr/>
            <p:nvPr/>
          </p:nvPicPr>
          <p:blipFill>
            <a:blip r:embed="rId20" cstate="print"/>
            <a:stretch>
              <a:fillRect/>
            </a:stretch>
          </p:blipFill>
          <p:spPr>
            <a:xfrm>
              <a:off x="928116" y="3060191"/>
              <a:ext cx="27431" cy="25908"/>
            </a:xfrm>
            <a:prstGeom prst="rect">
              <a:avLst/>
            </a:prstGeom>
          </p:spPr>
        </p:pic>
        <p:pic>
          <p:nvPicPr>
            <p:cNvPr id="43" name="object 43"/>
            <p:cNvPicPr/>
            <p:nvPr/>
          </p:nvPicPr>
          <p:blipFill>
            <a:blip r:embed="rId21" cstate="print"/>
            <a:stretch>
              <a:fillRect/>
            </a:stretch>
          </p:blipFill>
          <p:spPr>
            <a:xfrm>
              <a:off x="1380490" y="2954781"/>
              <a:ext cx="233679" cy="226059"/>
            </a:xfrm>
            <a:prstGeom prst="rect">
              <a:avLst/>
            </a:prstGeom>
          </p:spPr>
        </p:pic>
        <p:pic>
          <p:nvPicPr>
            <p:cNvPr id="44" name="object 44"/>
            <p:cNvPicPr/>
            <p:nvPr/>
          </p:nvPicPr>
          <p:blipFill>
            <a:blip r:embed="rId20" cstate="print"/>
            <a:stretch>
              <a:fillRect/>
            </a:stretch>
          </p:blipFill>
          <p:spPr>
            <a:xfrm>
              <a:off x="1484376" y="3055619"/>
              <a:ext cx="27431" cy="25908"/>
            </a:xfrm>
            <a:prstGeom prst="rect">
              <a:avLst/>
            </a:prstGeom>
          </p:spPr>
        </p:pic>
        <p:pic>
          <p:nvPicPr>
            <p:cNvPr id="45" name="object 45"/>
            <p:cNvPicPr/>
            <p:nvPr/>
          </p:nvPicPr>
          <p:blipFill>
            <a:blip r:embed="rId21" cstate="print"/>
            <a:stretch>
              <a:fillRect/>
            </a:stretch>
          </p:blipFill>
          <p:spPr>
            <a:xfrm>
              <a:off x="1936750" y="2953257"/>
              <a:ext cx="233680" cy="226059"/>
            </a:xfrm>
            <a:prstGeom prst="rect">
              <a:avLst/>
            </a:prstGeom>
          </p:spPr>
        </p:pic>
        <p:pic>
          <p:nvPicPr>
            <p:cNvPr id="46" name="object 46"/>
            <p:cNvPicPr/>
            <p:nvPr/>
          </p:nvPicPr>
          <p:blipFill>
            <a:blip r:embed="rId20" cstate="print"/>
            <a:stretch>
              <a:fillRect/>
            </a:stretch>
          </p:blipFill>
          <p:spPr>
            <a:xfrm>
              <a:off x="2039112" y="3054095"/>
              <a:ext cx="27431" cy="25908"/>
            </a:xfrm>
            <a:prstGeom prst="rect">
              <a:avLst/>
            </a:prstGeom>
          </p:spPr>
        </p:pic>
        <p:sp>
          <p:nvSpPr>
            <p:cNvPr id="47" name="object 47"/>
            <p:cNvSpPr/>
            <p:nvPr/>
          </p:nvSpPr>
          <p:spPr>
            <a:xfrm>
              <a:off x="899922" y="3163696"/>
              <a:ext cx="2946400" cy="341630"/>
            </a:xfrm>
            <a:custGeom>
              <a:avLst/>
              <a:gdLst/>
              <a:ahLst/>
              <a:cxnLst/>
              <a:rect l="l" t="t" r="r" b="b"/>
              <a:pathLst>
                <a:path w="2946400" h="341629">
                  <a:moveTo>
                    <a:pt x="76200" y="106045"/>
                  </a:moveTo>
                  <a:lnTo>
                    <a:pt x="69850" y="93345"/>
                  </a:lnTo>
                  <a:lnTo>
                    <a:pt x="38100" y="29845"/>
                  </a:lnTo>
                  <a:lnTo>
                    <a:pt x="0" y="106045"/>
                  </a:lnTo>
                  <a:lnTo>
                    <a:pt x="28575" y="106045"/>
                  </a:lnTo>
                  <a:lnTo>
                    <a:pt x="28575" y="306832"/>
                  </a:lnTo>
                  <a:lnTo>
                    <a:pt x="47625" y="306832"/>
                  </a:lnTo>
                  <a:lnTo>
                    <a:pt x="47625" y="106045"/>
                  </a:lnTo>
                  <a:lnTo>
                    <a:pt x="76200" y="106045"/>
                  </a:lnTo>
                  <a:close/>
                </a:path>
                <a:path w="2946400" h="341629">
                  <a:moveTo>
                    <a:pt x="2946019" y="322326"/>
                  </a:moveTo>
                  <a:lnTo>
                    <a:pt x="2944977" y="322224"/>
                  </a:lnTo>
                  <a:lnTo>
                    <a:pt x="2945003" y="322072"/>
                  </a:lnTo>
                  <a:lnTo>
                    <a:pt x="2938284" y="321170"/>
                  </a:lnTo>
                  <a:lnTo>
                    <a:pt x="1341564" y="28079"/>
                  </a:lnTo>
                  <a:lnTo>
                    <a:pt x="1341983" y="25781"/>
                  </a:lnTo>
                  <a:lnTo>
                    <a:pt x="1346708" y="0"/>
                  </a:lnTo>
                  <a:lnTo>
                    <a:pt x="1264920" y="23749"/>
                  </a:lnTo>
                  <a:lnTo>
                    <a:pt x="1332992" y="74930"/>
                  </a:lnTo>
                  <a:lnTo>
                    <a:pt x="1338122" y="46875"/>
                  </a:lnTo>
                  <a:lnTo>
                    <a:pt x="2532824" y="266166"/>
                  </a:lnTo>
                  <a:lnTo>
                    <a:pt x="2277313" y="231521"/>
                  </a:lnTo>
                  <a:lnTo>
                    <a:pt x="2277313" y="250710"/>
                  </a:lnTo>
                  <a:lnTo>
                    <a:pt x="1179957" y="133159"/>
                  </a:lnTo>
                  <a:lnTo>
                    <a:pt x="1179957" y="106045"/>
                  </a:lnTo>
                  <a:lnTo>
                    <a:pt x="1208532" y="106045"/>
                  </a:lnTo>
                  <a:lnTo>
                    <a:pt x="1208392" y="105778"/>
                  </a:lnTo>
                  <a:lnTo>
                    <a:pt x="2277313" y="250710"/>
                  </a:lnTo>
                  <a:lnTo>
                    <a:pt x="2277313" y="231521"/>
                  </a:lnTo>
                  <a:lnTo>
                    <a:pt x="1198054" y="85115"/>
                  </a:lnTo>
                  <a:lnTo>
                    <a:pt x="1170432" y="29845"/>
                  </a:lnTo>
                  <a:lnTo>
                    <a:pt x="1146302" y="78092"/>
                  </a:lnTo>
                  <a:lnTo>
                    <a:pt x="785431" y="29133"/>
                  </a:lnTo>
                  <a:lnTo>
                    <a:pt x="785545" y="28321"/>
                  </a:lnTo>
                  <a:lnTo>
                    <a:pt x="785672" y="27432"/>
                  </a:lnTo>
                  <a:lnTo>
                    <a:pt x="789305" y="762"/>
                  </a:lnTo>
                  <a:lnTo>
                    <a:pt x="708660" y="28321"/>
                  </a:lnTo>
                  <a:lnTo>
                    <a:pt x="779018" y="76327"/>
                  </a:lnTo>
                  <a:lnTo>
                    <a:pt x="782853" y="48069"/>
                  </a:lnTo>
                  <a:lnTo>
                    <a:pt x="1137285" y="96139"/>
                  </a:lnTo>
                  <a:lnTo>
                    <a:pt x="1132332" y="106045"/>
                  </a:lnTo>
                  <a:lnTo>
                    <a:pt x="1160907" y="106045"/>
                  </a:lnTo>
                  <a:lnTo>
                    <a:pt x="1160907" y="131114"/>
                  </a:lnTo>
                  <a:lnTo>
                    <a:pt x="630288" y="74282"/>
                  </a:lnTo>
                  <a:lnTo>
                    <a:pt x="608076" y="29845"/>
                  </a:lnTo>
                  <a:lnTo>
                    <a:pt x="588111" y="69761"/>
                  </a:lnTo>
                  <a:lnTo>
                    <a:pt x="203263" y="28536"/>
                  </a:lnTo>
                  <a:lnTo>
                    <a:pt x="203403" y="27178"/>
                  </a:lnTo>
                  <a:lnTo>
                    <a:pt x="206311" y="127"/>
                  </a:lnTo>
                  <a:lnTo>
                    <a:pt x="126492" y="29845"/>
                  </a:lnTo>
                  <a:lnTo>
                    <a:pt x="198196" y="75819"/>
                  </a:lnTo>
                  <a:lnTo>
                    <a:pt x="201231" y="47459"/>
                  </a:lnTo>
                  <a:lnTo>
                    <a:pt x="579031" y="87934"/>
                  </a:lnTo>
                  <a:lnTo>
                    <a:pt x="569976" y="106045"/>
                  </a:lnTo>
                  <a:lnTo>
                    <a:pt x="598551" y="106045"/>
                  </a:lnTo>
                  <a:lnTo>
                    <a:pt x="598551" y="306832"/>
                  </a:lnTo>
                  <a:lnTo>
                    <a:pt x="617601" y="306832"/>
                  </a:lnTo>
                  <a:lnTo>
                    <a:pt x="617601" y="106045"/>
                  </a:lnTo>
                  <a:lnTo>
                    <a:pt x="646176" y="106045"/>
                  </a:lnTo>
                  <a:lnTo>
                    <a:pt x="640397" y="94513"/>
                  </a:lnTo>
                  <a:lnTo>
                    <a:pt x="1160907" y="150266"/>
                  </a:lnTo>
                  <a:lnTo>
                    <a:pt x="1160907" y="306832"/>
                  </a:lnTo>
                  <a:lnTo>
                    <a:pt x="1179957" y="306832"/>
                  </a:lnTo>
                  <a:lnTo>
                    <a:pt x="1179957" y="152298"/>
                  </a:lnTo>
                  <a:lnTo>
                    <a:pt x="2938970" y="340715"/>
                  </a:lnTo>
                  <a:lnTo>
                    <a:pt x="2942590" y="341376"/>
                  </a:lnTo>
                  <a:lnTo>
                    <a:pt x="2942628" y="341109"/>
                  </a:lnTo>
                  <a:lnTo>
                    <a:pt x="2943987" y="341249"/>
                  </a:lnTo>
                  <a:lnTo>
                    <a:pt x="2945942" y="322948"/>
                  </a:lnTo>
                  <a:lnTo>
                    <a:pt x="2946019" y="322580"/>
                  </a:lnTo>
                  <a:lnTo>
                    <a:pt x="2946019" y="322326"/>
                  </a:lnTo>
                  <a:close/>
                </a:path>
              </a:pathLst>
            </a:custGeom>
            <a:solidFill>
              <a:srgbClr val="000000"/>
            </a:solidFill>
          </p:spPr>
          <p:txBody>
            <a:bodyPr wrap="square" lIns="0" tIns="0" rIns="0" bIns="0" rtlCol="0"/>
            <a:lstStyle/>
            <a:p/>
          </p:txBody>
        </p:sp>
        <p:pic>
          <p:nvPicPr>
            <p:cNvPr id="48" name="object 48"/>
            <p:cNvPicPr/>
            <p:nvPr/>
          </p:nvPicPr>
          <p:blipFill>
            <a:blip r:embed="rId22" cstate="print"/>
            <a:stretch>
              <a:fillRect/>
            </a:stretch>
          </p:blipFill>
          <p:spPr>
            <a:xfrm>
              <a:off x="895350" y="2780537"/>
              <a:ext cx="76200" cy="143890"/>
            </a:xfrm>
            <a:prstGeom prst="rect">
              <a:avLst/>
            </a:prstGeom>
          </p:spPr>
        </p:pic>
        <p:pic>
          <p:nvPicPr>
            <p:cNvPr id="49" name="object 49"/>
            <p:cNvPicPr/>
            <p:nvPr/>
          </p:nvPicPr>
          <p:blipFill>
            <a:blip r:embed="rId22" cstate="print"/>
            <a:stretch>
              <a:fillRect/>
            </a:stretch>
          </p:blipFill>
          <p:spPr>
            <a:xfrm>
              <a:off x="1466850" y="2780537"/>
              <a:ext cx="76200" cy="143890"/>
            </a:xfrm>
            <a:prstGeom prst="rect">
              <a:avLst/>
            </a:prstGeom>
          </p:spPr>
        </p:pic>
        <p:pic>
          <p:nvPicPr>
            <p:cNvPr id="50" name="object 50"/>
            <p:cNvPicPr/>
            <p:nvPr/>
          </p:nvPicPr>
          <p:blipFill>
            <a:blip r:embed="rId22" cstate="print"/>
            <a:stretch>
              <a:fillRect/>
            </a:stretch>
          </p:blipFill>
          <p:spPr>
            <a:xfrm>
              <a:off x="2029206" y="2780537"/>
              <a:ext cx="76200" cy="143890"/>
            </a:xfrm>
            <a:prstGeom prst="rect">
              <a:avLst/>
            </a:prstGeom>
          </p:spPr>
        </p:pic>
        <p:pic>
          <p:nvPicPr>
            <p:cNvPr id="51" name="object 51"/>
            <p:cNvPicPr/>
            <p:nvPr/>
          </p:nvPicPr>
          <p:blipFill>
            <a:blip r:embed="rId23" cstate="print"/>
            <a:stretch>
              <a:fillRect/>
            </a:stretch>
          </p:blipFill>
          <p:spPr>
            <a:xfrm>
              <a:off x="1440215" y="2604515"/>
              <a:ext cx="193512" cy="149351"/>
            </a:xfrm>
            <a:prstGeom prst="rect">
              <a:avLst/>
            </a:prstGeom>
          </p:spPr>
        </p:pic>
        <p:pic>
          <p:nvPicPr>
            <p:cNvPr id="52" name="object 52"/>
            <p:cNvPicPr/>
            <p:nvPr/>
          </p:nvPicPr>
          <p:blipFill>
            <a:blip r:embed="rId24" cstate="print"/>
            <a:stretch>
              <a:fillRect/>
            </a:stretch>
          </p:blipFill>
          <p:spPr>
            <a:xfrm>
              <a:off x="842883" y="2604515"/>
              <a:ext cx="187340" cy="149351"/>
            </a:xfrm>
            <a:prstGeom prst="rect">
              <a:avLst/>
            </a:prstGeom>
          </p:spPr>
        </p:pic>
        <p:pic>
          <p:nvPicPr>
            <p:cNvPr id="53" name="object 53"/>
            <p:cNvPicPr/>
            <p:nvPr/>
          </p:nvPicPr>
          <p:blipFill>
            <a:blip r:embed="rId25" cstate="print"/>
            <a:stretch>
              <a:fillRect/>
            </a:stretch>
          </p:blipFill>
          <p:spPr>
            <a:xfrm>
              <a:off x="1984318" y="2601467"/>
              <a:ext cx="195001" cy="152400"/>
            </a:xfrm>
            <a:prstGeom prst="rect">
              <a:avLst/>
            </a:prstGeom>
          </p:spPr>
        </p:pic>
        <p:pic>
          <p:nvPicPr>
            <p:cNvPr id="54" name="object 54"/>
            <p:cNvPicPr/>
            <p:nvPr/>
          </p:nvPicPr>
          <p:blipFill>
            <a:blip r:embed="rId22" cstate="print"/>
            <a:stretch>
              <a:fillRect/>
            </a:stretch>
          </p:blipFill>
          <p:spPr>
            <a:xfrm>
              <a:off x="892302" y="2405633"/>
              <a:ext cx="76200" cy="143890"/>
            </a:xfrm>
            <a:prstGeom prst="rect">
              <a:avLst/>
            </a:prstGeom>
          </p:spPr>
        </p:pic>
        <p:pic>
          <p:nvPicPr>
            <p:cNvPr id="55" name="object 55"/>
            <p:cNvPicPr/>
            <p:nvPr/>
          </p:nvPicPr>
          <p:blipFill>
            <a:blip r:embed="rId22" cstate="print"/>
            <a:stretch>
              <a:fillRect/>
            </a:stretch>
          </p:blipFill>
          <p:spPr>
            <a:xfrm>
              <a:off x="1462278" y="2405633"/>
              <a:ext cx="76200" cy="143890"/>
            </a:xfrm>
            <a:prstGeom prst="rect">
              <a:avLst/>
            </a:prstGeom>
          </p:spPr>
        </p:pic>
        <p:pic>
          <p:nvPicPr>
            <p:cNvPr id="56" name="object 56"/>
            <p:cNvPicPr/>
            <p:nvPr/>
          </p:nvPicPr>
          <p:blipFill>
            <a:blip r:embed="rId22" cstate="print"/>
            <a:stretch>
              <a:fillRect/>
            </a:stretch>
          </p:blipFill>
          <p:spPr>
            <a:xfrm>
              <a:off x="2024634" y="2405633"/>
              <a:ext cx="76200" cy="143890"/>
            </a:xfrm>
            <a:prstGeom prst="rect">
              <a:avLst/>
            </a:prstGeom>
          </p:spPr>
        </p:pic>
        <p:sp>
          <p:nvSpPr>
            <p:cNvPr id="57" name="object 57"/>
            <p:cNvSpPr/>
            <p:nvPr/>
          </p:nvSpPr>
          <p:spPr>
            <a:xfrm>
              <a:off x="780288" y="2173223"/>
              <a:ext cx="1454150" cy="189230"/>
            </a:xfrm>
            <a:custGeom>
              <a:avLst/>
              <a:gdLst/>
              <a:ahLst/>
              <a:cxnLst/>
              <a:rect l="l" t="t" r="r" b="b"/>
              <a:pathLst>
                <a:path w="1454150" h="189230">
                  <a:moveTo>
                    <a:pt x="0" y="188975"/>
                  </a:moveTo>
                  <a:lnTo>
                    <a:pt x="1453896" y="188975"/>
                  </a:lnTo>
                  <a:lnTo>
                    <a:pt x="1453896" y="0"/>
                  </a:lnTo>
                  <a:lnTo>
                    <a:pt x="0" y="0"/>
                  </a:lnTo>
                  <a:lnTo>
                    <a:pt x="0" y="188975"/>
                  </a:lnTo>
                  <a:close/>
                </a:path>
              </a:pathLst>
            </a:custGeom>
            <a:ln w="12700">
              <a:solidFill>
                <a:srgbClr val="000000"/>
              </a:solidFill>
            </a:ln>
          </p:spPr>
          <p:txBody>
            <a:bodyPr wrap="square" lIns="0" tIns="0" rIns="0" bIns="0" rtlCol="0"/>
            <a:lstStyle/>
            <a:p/>
          </p:txBody>
        </p:sp>
        <p:pic>
          <p:nvPicPr>
            <p:cNvPr id="58" name="object 58"/>
            <p:cNvPicPr/>
            <p:nvPr/>
          </p:nvPicPr>
          <p:blipFill>
            <a:blip r:embed="rId26" cstate="print"/>
            <a:stretch>
              <a:fillRect/>
            </a:stretch>
          </p:blipFill>
          <p:spPr>
            <a:xfrm>
              <a:off x="1161288" y="2191511"/>
              <a:ext cx="646176" cy="135636"/>
            </a:xfrm>
            <a:prstGeom prst="rect">
              <a:avLst/>
            </a:prstGeom>
          </p:spPr>
        </p:pic>
        <p:sp>
          <p:nvSpPr>
            <p:cNvPr id="59" name="object 59"/>
            <p:cNvSpPr/>
            <p:nvPr/>
          </p:nvSpPr>
          <p:spPr>
            <a:xfrm>
              <a:off x="1996440" y="2029967"/>
              <a:ext cx="143510" cy="94615"/>
            </a:xfrm>
            <a:custGeom>
              <a:avLst/>
              <a:gdLst/>
              <a:ahLst/>
              <a:cxnLst/>
              <a:rect l="l" t="t" r="r" b="b"/>
              <a:pathLst>
                <a:path w="143510" h="94614">
                  <a:moveTo>
                    <a:pt x="143256" y="0"/>
                  </a:moveTo>
                  <a:lnTo>
                    <a:pt x="0" y="0"/>
                  </a:lnTo>
                  <a:lnTo>
                    <a:pt x="0" y="94487"/>
                  </a:lnTo>
                  <a:lnTo>
                    <a:pt x="143256" y="94487"/>
                  </a:lnTo>
                  <a:lnTo>
                    <a:pt x="143256" y="0"/>
                  </a:lnTo>
                  <a:close/>
                </a:path>
              </a:pathLst>
            </a:custGeom>
            <a:solidFill>
              <a:srgbClr val="EC7C30"/>
            </a:solidFill>
          </p:spPr>
          <p:txBody>
            <a:bodyPr wrap="square" lIns="0" tIns="0" rIns="0" bIns="0" rtlCol="0"/>
            <a:lstStyle/>
            <a:p/>
          </p:txBody>
        </p:sp>
        <p:sp>
          <p:nvSpPr>
            <p:cNvPr id="60" name="object 60"/>
            <p:cNvSpPr/>
            <p:nvPr/>
          </p:nvSpPr>
          <p:spPr>
            <a:xfrm>
              <a:off x="1996440" y="2029967"/>
              <a:ext cx="143510" cy="94615"/>
            </a:xfrm>
            <a:custGeom>
              <a:avLst/>
              <a:gdLst/>
              <a:ahLst/>
              <a:cxnLst/>
              <a:rect l="l" t="t" r="r" b="b"/>
              <a:pathLst>
                <a:path w="143510" h="94614">
                  <a:moveTo>
                    <a:pt x="0" y="94487"/>
                  </a:moveTo>
                  <a:lnTo>
                    <a:pt x="143256" y="94487"/>
                  </a:lnTo>
                  <a:lnTo>
                    <a:pt x="143256" y="0"/>
                  </a:lnTo>
                  <a:lnTo>
                    <a:pt x="0" y="0"/>
                  </a:lnTo>
                  <a:lnTo>
                    <a:pt x="0" y="94487"/>
                  </a:lnTo>
                  <a:close/>
                </a:path>
              </a:pathLst>
            </a:custGeom>
            <a:ln w="12700">
              <a:solidFill>
                <a:srgbClr val="AD5A20"/>
              </a:solidFill>
            </a:ln>
          </p:spPr>
          <p:txBody>
            <a:bodyPr wrap="square" lIns="0" tIns="0" rIns="0" bIns="0" rtlCol="0"/>
            <a:lstStyle/>
            <a:p/>
          </p:txBody>
        </p:sp>
        <p:sp>
          <p:nvSpPr>
            <p:cNvPr id="61" name="object 61"/>
            <p:cNvSpPr/>
            <p:nvPr/>
          </p:nvSpPr>
          <p:spPr>
            <a:xfrm>
              <a:off x="1412748" y="1732787"/>
              <a:ext cx="143510" cy="384175"/>
            </a:xfrm>
            <a:custGeom>
              <a:avLst/>
              <a:gdLst/>
              <a:ahLst/>
              <a:cxnLst/>
              <a:rect l="l" t="t" r="r" b="b"/>
              <a:pathLst>
                <a:path w="143509" h="384175">
                  <a:moveTo>
                    <a:pt x="143256" y="0"/>
                  </a:moveTo>
                  <a:lnTo>
                    <a:pt x="0" y="0"/>
                  </a:lnTo>
                  <a:lnTo>
                    <a:pt x="0" y="384048"/>
                  </a:lnTo>
                  <a:lnTo>
                    <a:pt x="143256" y="384048"/>
                  </a:lnTo>
                  <a:lnTo>
                    <a:pt x="143256" y="0"/>
                  </a:lnTo>
                  <a:close/>
                </a:path>
              </a:pathLst>
            </a:custGeom>
            <a:solidFill>
              <a:srgbClr val="EC7C30"/>
            </a:solidFill>
          </p:spPr>
          <p:txBody>
            <a:bodyPr wrap="square" lIns="0" tIns="0" rIns="0" bIns="0" rtlCol="0"/>
            <a:lstStyle/>
            <a:p/>
          </p:txBody>
        </p:sp>
        <p:sp>
          <p:nvSpPr>
            <p:cNvPr id="62" name="object 62"/>
            <p:cNvSpPr/>
            <p:nvPr/>
          </p:nvSpPr>
          <p:spPr>
            <a:xfrm>
              <a:off x="1412748" y="1732787"/>
              <a:ext cx="143510" cy="384175"/>
            </a:xfrm>
            <a:custGeom>
              <a:avLst/>
              <a:gdLst/>
              <a:ahLst/>
              <a:cxnLst/>
              <a:rect l="l" t="t" r="r" b="b"/>
              <a:pathLst>
                <a:path w="143509" h="384175">
                  <a:moveTo>
                    <a:pt x="0" y="384048"/>
                  </a:moveTo>
                  <a:lnTo>
                    <a:pt x="143256" y="384048"/>
                  </a:lnTo>
                  <a:lnTo>
                    <a:pt x="143256" y="0"/>
                  </a:lnTo>
                  <a:lnTo>
                    <a:pt x="0" y="0"/>
                  </a:lnTo>
                  <a:lnTo>
                    <a:pt x="0" y="384048"/>
                  </a:lnTo>
                  <a:close/>
                </a:path>
              </a:pathLst>
            </a:custGeom>
            <a:ln w="12700">
              <a:solidFill>
                <a:srgbClr val="AD5A20"/>
              </a:solidFill>
            </a:ln>
          </p:spPr>
          <p:txBody>
            <a:bodyPr wrap="square" lIns="0" tIns="0" rIns="0" bIns="0" rtlCol="0"/>
            <a:lstStyle/>
            <a:p/>
          </p:txBody>
        </p:sp>
        <p:sp>
          <p:nvSpPr>
            <p:cNvPr id="63" name="object 63"/>
            <p:cNvSpPr/>
            <p:nvPr/>
          </p:nvSpPr>
          <p:spPr>
            <a:xfrm>
              <a:off x="882396" y="2066543"/>
              <a:ext cx="143510" cy="45720"/>
            </a:xfrm>
            <a:custGeom>
              <a:avLst/>
              <a:gdLst/>
              <a:ahLst/>
              <a:cxnLst/>
              <a:rect l="l" t="t" r="r" b="b"/>
              <a:pathLst>
                <a:path w="143509" h="45719">
                  <a:moveTo>
                    <a:pt x="143256" y="0"/>
                  </a:moveTo>
                  <a:lnTo>
                    <a:pt x="0" y="0"/>
                  </a:lnTo>
                  <a:lnTo>
                    <a:pt x="0" y="45720"/>
                  </a:lnTo>
                  <a:lnTo>
                    <a:pt x="143256" y="45720"/>
                  </a:lnTo>
                  <a:lnTo>
                    <a:pt x="143256" y="0"/>
                  </a:lnTo>
                  <a:close/>
                </a:path>
              </a:pathLst>
            </a:custGeom>
            <a:solidFill>
              <a:srgbClr val="EC7C30"/>
            </a:solidFill>
          </p:spPr>
          <p:txBody>
            <a:bodyPr wrap="square" lIns="0" tIns="0" rIns="0" bIns="0" rtlCol="0"/>
            <a:lstStyle/>
            <a:p/>
          </p:txBody>
        </p:sp>
        <p:sp>
          <p:nvSpPr>
            <p:cNvPr id="64" name="object 64"/>
            <p:cNvSpPr/>
            <p:nvPr/>
          </p:nvSpPr>
          <p:spPr>
            <a:xfrm>
              <a:off x="882396" y="2066543"/>
              <a:ext cx="143510" cy="45720"/>
            </a:xfrm>
            <a:custGeom>
              <a:avLst/>
              <a:gdLst/>
              <a:ahLst/>
              <a:cxnLst/>
              <a:rect l="l" t="t" r="r" b="b"/>
              <a:pathLst>
                <a:path w="143509" h="45719">
                  <a:moveTo>
                    <a:pt x="0" y="45720"/>
                  </a:moveTo>
                  <a:lnTo>
                    <a:pt x="143256" y="45720"/>
                  </a:lnTo>
                  <a:lnTo>
                    <a:pt x="143256" y="0"/>
                  </a:lnTo>
                  <a:lnTo>
                    <a:pt x="0" y="0"/>
                  </a:lnTo>
                  <a:lnTo>
                    <a:pt x="0" y="45720"/>
                  </a:lnTo>
                  <a:close/>
                </a:path>
              </a:pathLst>
            </a:custGeom>
            <a:ln w="12700">
              <a:solidFill>
                <a:srgbClr val="AD5A20"/>
              </a:solidFill>
            </a:ln>
          </p:spPr>
          <p:txBody>
            <a:bodyPr wrap="square" lIns="0" tIns="0" rIns="0" bIns="0" rtlCol="0"/>
            <a:lstStyle/>
            <a:p/>
          </p:txBody>
        </p:sp>
        <p:sp>
          <p:nvSpPr>
            <p:cNvPr id="65" name="object 65"/>
            <p:cNvSpPr/>
            <p:nvPr/>
          </p:nvSpPr>
          <p:spPr>
            <a:xfrm>
              <a:off x="724662" y="1721357"/>
              <a:ext cx="1568450" cy="429895"/>
            </a:xfrm>
            <a:custGeom>
              <a:avLst/>
              <a:gdLst/>
              <a:ahLst/>
              <a:cxnLst/>
              <a:rect l="l" t="t" r="r" b="b"/>
              <a:pathLst>
                <a:path w="1568450" h="429894">
                  <a:moveTo>
                    <a:pt x="1568196" y="391668"/>
                  </a:moveTo>
                  <a:lnTo>
                    <a:pt x="1549146" y="382143"/>
                  </a:lnTo>
                  <a:lnTo>
                    <a:pt x="1491996" y="353568"/>
                  </a:lnTo>
                  <a:lnTo>
                    <a:pt x="1491996" y="382143"/>
                  </a:lnTo>
                  <a:lnTo>
                    <a:pt x="47625" y="382143"/>
                  </a:lnTo>
                  <a:lnTo>
                    <a:pt x="47625" y="76200"/>
                  </a:lnTo>
                  <a:lnTo>
                    <a:pt x="76200" y="76200"/>
                  </a:lnTo>
                  <a:lnTo>
                    <a:pt x="69850" y="63500"/>
                  </a:lnTo>
                  <a:lnTo>
                    <a:pt x="38100" y="0"/>
                  </a:lnTo>
                  <a:lnTo>
                    <a:pt x="0" y="76200"/>
                  </a:lnTo>
                  <a:lnTo>
                    <a:pt x="28575" y="76200"/>
                  </a:lnTo>
                  <a:lnTo>
                    <a:pt x="28575" y="402844"/>
                  </a:lnTo>
                  <a:lnTo>
                    <a:pt x="47625" y="402844"/>
                  </a:lnTo>
                  <a:lnTo>
                    <a:pt x="47625" y="401193"/>
                  </a:lnTo>
                  <a:lnTo>
                    <a:pt x="1491996" y="401193"/>
                  </a:lnTo>
                  <a:lnTo>
                    <a:pt x="1491996" y="429768"/>
                  </a:lnTo>
                  <a:lnTo>
                    <a:pt x="1549146" y="401193"/>
                  </a:lnTo>
                  <a:lnTo>
                    <a:pt x="1568196" y="391668"/>
                  </a:lnTo>
                  <a:close/>
                </a:path>
              </a:pathLst>
            </a:custGeom>
            <a:solidFill>
              <a:srgbClr val="000000"/>
            </a:solidFill>
          </p:spPr>
          <p:txBody>
            <a:bodyPr wrap="square" lIns="0" tIns="0" rIns="0" bIns="0" rtlCol="0"/>
            <a:lstStyle/>
            <a:p/>
          </p:txBody>
        </p:sp>
        <p:pic>
          <p:nvPicPr>
            <p:cNvPr id="66" name="object 66"/>
            <p:cNvPicPr/>
            <p:nvPr/>
          </p:nvPicPr>
          <p:blipFill>
            <a:blip r:embed="rId27" cstate="print"/>
            <a:stretch>
              <a:fillRect/>
            </a:stretch>
          </p:blipFill>
          <p:spPr>
            <a:xfrm>
              <a:off x="830580" y="1792223"/>
              <a:ext cx="236219" cy="149351"/>
            </a:xfrm>
            <a:prstGeom prst="rect">
              <a:avLst/>
            </a:prstGeom>
          </p:spPr>
        </p:pic>
        <p:pic>
          <p:nvPicPr>
            <p:cNvPr id="67" name="object 67"/>
            <p:cNvPicPr/>
            <p:nvPr/>
          </p:nvPicPr>
          <p:blipFill>
            <a:blip r:embed="rId28" cstate="print"/>
            <a:stretch>
              <a:fillRect/>
            </a:stretch>
          </p:blipFill>
          <p:spPr>
            <a:xfrm>
              <a:off x="1365504" y="1790699"/>
              <a:ext cx="240791" cy="149351"/>
            </a:xfrm>
            <a:prstGeom prst="rect">
              <a:avLst/>
            </a:prstGeom>
          </p:spPr>
        </p:pic>
        <p:pic>
          <p:nvPicPr>
            <p:cNvPr id="68" name="object 68"/>
            <p:cNvPicPr/>
            <p:nvPr/>
          </p:nvPicPr>
          <p:blipFill>
            <a:blip r:embed="rId29" cstate="print"/>
            <a:stretch>
              <a:fillRect/>
            </a:stretch>
          </p:blipFill>
          <p:spPr>
            <a:xfrm>
              <a:off x="1955292" y="1786127"/>
              <a:ext cx="243839" cy="152400"/>
            </a:xfrm>
            <a:prstGeom prst="rect">
              <a:avLst/>
            </a:prstGeom>
          </p:spPr>
        </p:pic>
        <p:sp>
          <p:nvSpPr>
            <p:cNvPr id="69" name="object 69"/>
            <p:cNvSpPr/>
            <p:nvPr/>
          </p:nvSpPr>
          <p:spPr>
            <a:xfrm>
              <a:off x="1059129" y="2244216"/>
              <a:ext cx="2835910" cy="2169160"/>
            </a:xfrm>
            <a:custGeom>
              <a:avLst/>
              <a:gdLst/>
              <a:ahLst/>
              <a:cxnLst/>
              <a:rect l="l" t="t" r="r" b="b"/>
              <a:pathLst>
                <a:path w="2835910" h="2169160">
                  <a:moveTo>
                    <a:pt x="2835325" y="593852"/>
                  </a:moveTo>
                  <a:lnTo>
                    <a:pt x="2823413" y="581406"/>
                  </a:lnTo>
                  <a:lnTo>
                    <a:pt x="2776397" y="532257"/>
                  </a:lnTo>
                  <a:lnTo>
                    <a:pt x="2766758" y="559257"/>
                  </a:lnTo>
                  <a:lnTo>
                    <a:pt x="1198803" y="0"/>
                  </a:lnTo>
                  <a:lnTo>
                    <a:pt x="1192453" y="18034"/>
                  </a:lnTo>
                  <a:lnTo>
                    <a:pt x="2760370" y="577151"/>
                  </a:lnTo>
                  <a:lnTo>
                    <a:pt x="2750743" y="604139"/>
                  </a:lnTo>
                  <a:lnTo>
                    <a:pt x="2835325" y="593852"/>
                  </a:lnTo>
                  <a:close/>
                </a:path>
                <a:path w="2835910" h="2169160">
                  <a:moveTo>
                    <a:pt x="2835706" y="902081"/>
                  </a:moveTo>
                  <a:lnTo>
                    <a:pt x="2750616" y="898144"/>
                  </a:lnTo>
                  <a:lnTo>
                    <a:pt x="2753817" y="905357"/>
                  </a:lnTo>
                  <a:lnTo>
                    <a:pt x="2749981" y="905510"/>
                  </a:lnTo>
                  <a:lnTo>
                    <a:pt x="2755620" y="915784"/>
                  </a:lnTo>
                  <a:lnTo>
                    <a:pt x="2751124" y="916559"/>
                  </a:lnTo>
                  <a:lnTo>
                    <a:pt x="2758135" y="926084"/>
                  </a:lnTo>
                  <a:lnTo>
                    <a:pt x="0" y="2151380"/>
                  </a:lnTo>
                  <a:lnTo>
                    <a:pt x="7721" y="2168779"/>
                  </a:lnTo>
                  <a:lnTo>
                    <a:pt x="2632164" y="1002893"/>
                  </a:lnTo>
                  <a:lnTo>
                    <a:pt x="589076" y="2128012"/>
                  </a:lnTo>
                  <a:lnTo>
                    <a:pt x="598220" y="2144649"/>
                  </a:lnTo>
                  <a:lnTo>
                    <a:pt x="2712593" y="980478"/>
                  </a:lnTo>
                  <a:lnTo>
                    <a:pt x="1148892" y="2132711"/>
                  </a:lnTo>
                  <a:lnTo>
                    <a:pt x="1160068" y="2148078"/>
                  </a:lnTo>
                  <a:lnTo>
                    <a:pt x="2776715" y="956919"/>
                  </a:lnTo>
                  <a:lnTo>
                    <a:pt x="2781604" y="967867"/>
                  </a:lnTo>
                  <a:lnTo>
                    <a:pt x="2783217" y="965911"/>
                  </a:lnTo>
                  <a:lnTo>
                    <a:pt x="2786684" y="972185"/>
                  </a:lnTo>
                  <a:lnTo>
                    <a:pt x="2789313" y="968387"/>
                  </a:lnTo>
                  <a:lnTo>
                    <a:pt x="2796336" y="977900"/>
                  </a:lnTo>
                  <a:lnTo>
                    <a:pt x="2819755" y="932053"/>
                  </a:lnTo>
                  <a:lnTo>
                    <a:pt x="2834017" y="904125"/>
                  </a:lnTo>
                  <a:lnTo>
                    <a:pt x="2835706" y="902081"/>
                  </a:lnTo>
                  <a:close/>
                </a:path>
              </a:pathLst>
            </a:custGeom>
            <a:solidFill>
              <a:srgbClr val="000000"/>
            </a:solidFill>
          </p:spPr>
          <p:txBody>
            <a:bodyPr wrap="square" lIns="0" tIns="0" rIns="0" bIns="0" rtlCol="0"/>
            <a:lstStyle/>
            <a:p/>
          </p:txBody>
        </p:sp>
        <p:pic>
          <p:nvPicPr>
            <p:cNvPr id="70" name="object 70"/>
            <p:cNvPicPr/>
            <p:nvPr/>
          </p:nvPicPr>
          <p:blipFill>
            <a:blip r:embed="rId30" cstate="print"/>
            <a:stretch>
              <a:fillRect/>
            </a:stretch>
          </p:blipFill>
          <p:spPr>
            <a:xfrm>
              <a:off x="3745991" y="2188463"/>
              <a:ext cx="358140" cy="277368"/>
            </a:xfrm>
            <a:prstGeom prst="rect">
              <a:avLst/>
            </a:prstGeom>
          </p:spPr>
        </p:pic>
        <p:sp>
          <p:nvSpPr>
            <p:cNvPr id="71" name="object 71"/>
            <p:cNvSpPr/>
            <p:nvPr/>
          </p:nvSpPr>
          <p:spPr>
            <a:xfrm>
              <a:off x="3745991" y="2188463"/>
              <a:ext cx="358140" cy="277495"/>
            </a:xfrm>
            <a:custGeom>
              <a:avLst/>
              <a:gdLst/>
              <a:ahLst/>
              <a:cxnLst/>
              <a:rect l="l" t="t" r="r" b="b"/>
              <a:pathLst>
                <a:path w="358139" h="277494">
                  <a:moveTo>
                    <a:pt x="0" y="138684"/>
                  </a:moveTo>
                  <a:lnTo>
                    <a:pt x="179070" y="0"/>
                  </a:lnTo>
                  <a:lnTo>
                    <a:pt x="358140" y="138684"/>
                  </a:lnTo>
                  <a:lnTo>
                    <a:pt x="268605" y="138684"/>
                  </a:lnTo>
                  <a:lnTo>
                    <a:pt x="268605" y="277368"/>
                  </a:lnTo>
                  <a:lnTo>
                    <a:pt x="89535" y="277368"/>
                  </a:lnTo>
                  <a:lnTo>
                    <a:pt x="89535" y="138684"/>
                  </a:lnTo>
                  <a:lnTo>
                    <a:pt x="0" y="138684"/>
                  </a:lnTo>
                  <a:close/>
                </a:path>
              </a:pathLst>
            </a:custGeom>
            <a:ln w="6350">
              <a:solidFill>
                <a:srgbClr val="FFC000"/>
              </a:solidFill>
            </a:ln>
          </p:spPr>
          <p:txBody>
            <a:bodyPr wrap="square" lIns="0" tIns="0" rIns="0" bIns="0" rtlCol="0"/>
            <a:lstStyle/>
            <a:p/>
          </p:txBody>
        </p:sp>
        <p:pic>
          <p:nvPicPr>
            <p:cNvPr id="72" name="object 72"/>
            <p:cNvPicPr/>
            <p:nvPr/>
          </p:nvPicPr>
          <p:blipFill>
            <a:blip r:embed="rId31" cstate="print"/>
            <a:stretch>
              <a:fillRect/>
            </a:stretch>
          </p:blipFill>
          <p:spPr>
            <a:xfrm>
              <a:off x="3800856" y="1903475"/>
              <a:ext cx="341375" cy="246887"/>
            </a:xfrm>
            <a:prstGeom prst="rect">
              <a:avLst/>
            </a:prstGeom>
          </p:spPr>
        </p:pic>
        <p:sp>
          <p:nvSpPr>
            <p:cNvPr id="73" name="object 73"/>
            <p:cNvSpPr/>
            <p:nvPr/>
          </p:nvSpPr>
          <p:spPr>
            <a:xfrm>
              <a:off x="3640835" y="2837687"/>
              <a:ext cx="506095" cy="307975"/>
            </a:xfrm>
            <a:custGeom>
              <a:avLst/>
              <a:gdLst/>
              <a:ahLst/>
              <a:cxnLst/>
              <a:rect l="l" t="t" r="r" b="b"/>
              <a:pathLst>
                <a:path w="506095" h="307975">
                  <a:moveTo>
                    <a:pt x="0" y="307848"/>
                  </a:moveTo>
                  <a:lnTo>
                    <a:pt x="505967" y="307848"/>
                  </a:lnTo>
                  <a:lnTo>
                    <a:pt x="505967" y="0"/>
                  </a:lnTo>
                  <a:lnTo>
                    <a:pt x="0" y="0"/>
                  </a:lnTo>
                  <a:lnTo>
                    <a:pt x="0" y="307848"/>
                  </a:lnTo>
                  <a:close/>
                </a:path>
              </a:pathLst>
            </a:custGeom>
            <a:ln w="12699">
              <a:solidFill>
                <a:srgbClr val="000000"/>
              </a:solidFill>
            </a:ln>
          </p:spPr>
          <p:txBody>
            <a:bodyPr wrap="square" lIns="0" tIns="0" rIns="0" bIns="0" rtlCol="0"/>
            <a:lstStyle/>
            <a:p/>
          </p:txBody>
        </p:sp>
        <p:pic>
          <p:nvPicPr>
            <p:cNvPr id="74" name="object 74"/>
            <p:cNvPicPr/>
            <p:nvPr/>
          </p:nvPicPr>
          <p:blipFill>
            <a:blip r:embed="rId32" cstate="print"/>
            <a:stretch>
              <a:fillRect/>
            </a:stretch>
          </p:blipFill>
          <p:spPr>
            <a:xfrm>
              <a:off x="3656076" y="2915411"/>
              <a:ext cx="461772" cy="146303"/>
            </a:xfrm>
            <a:prstGeom prst="rect">
              <a:avLst/>
            </a:prstGeom>
          </p:spPr>
        </p:pic>
        <p:sp>
          <p:nvSpPr>
            <p:cNvPr id="75" name="object 75"/>
            <p:cNvSpPr/>
            <p:nvPr/>
          </p:nvSpPr>
          <p:spPr>
            <a:xfrm>
              <a:off x="3922014" y="2503169"/>
              <a:ext cx="349885" cy="1783714"/>
            </a:xfrm>
            <a:custGeom>
              <a:avLst/>
              <a:gdLst/>
              <a:ahLst/>
              <a:cxnLst/>
              <a:rect l="l" t="t" r="r" b="b"/>
              <a:pathLst>
                <a:path w="349885" h="1783714">
                  <a:moveTo>
                    <a:pt x="76200" y="76200"/>
                  </a:moveTo>
                  <a:lnTo>
                    <a:pt x="69850" y="63500"/>
                  </a:lnTo>
                  <a:lnTo>
                    <a:pt x="38100" y="0"/>
                  </a:lnTo>
                  <a:lnTo>
                    <a:pt x="0" y="76200"/>
                  </a:lnTo>
                  <a:lnTo>
                    <a:pt x="28575" y="76200"/>
                  </a:lnTo>
                  <a:lnTo>
                    <a:pt x="28575" y="276987"/>
                  </a:lnTo>
                  <a:lnTo>
                    <a:pt x="47625" y="276987"/>
                  </a:lnTo>
                  <a:lnTo>
                    <a:pt x="47625" y="76200"/>
                  </a:lnTo>
                  <a:lnTo>
                    <a:pt x="76200" y="76200"/>
                  </a:lnTo>
                  <a:close/>
                </a:path>
                <a:path w="349885" h="1783714">
                  <a:moveTo>
                    <a:pt x="349377" y="613156"/>
                  </a:moveTo>
                  <a:lnTo>
                    <a:pt x="348742" y="560451"/>
                  </a:lnTo>
                  <a:lnTo>
                    <a:pt x="348107" y="534924"/>
                  </a:lnTo>
                  <a:lnTo>
                    <a:pt x="347243" y="510032"/>
                  </a:lnTo>
                  <a:lnTo>
                    <a:pt x="346138" y="486283"/>
                  </a:lnTo>
                  <a:lnTo>
                    <a:pt x="346075" y="484759"/>
                  </a:lnTo>
                  <a:lnTo>
                    <a:pt x="344741" y="462026"/>
                  </a:lnTo>
                  <a:lnTo>
                    <a:pt x="344678" y="460883"/>
                  </a:lnTo>
                  <a:lnTo>
                    <a:pt x="343128" y="439293"/>
                  </a:lnTo>
                  <a:lnTo>
                    <a:pt x="338963" y="394081"/>
                  </a:lnTo>
                  <a:lnTo>
                    <a:pt x="333629" y="353949"/>
                  </a:lnTo>
                  <a:lnTo>
                    <a:pt x="323596" y="300990"/>
                  </a:lnTo>
                  <a:lnTo>
                    <a:pt x="310642" y="254254"/>
                  </a:lnTo>
                  <a:lnTo>
                    <a:pt x="294894" y="212852"/>
                  </a:lnTo>
                  <a:lnTo>
                    <a:pt x="270129" y="165100"/>
                  </a:lnTo>
                  <a:lnTo>
                    <a:pt x="241935" y="124587"/>
                  </a:lnTo>
                  <a:lnTo>
                    <a:pt x="210947" y="89916"/>
                  </a:lnTo>
                  <a:lnTo>
                    <a:pt x="177927" y="59817"/>
                  </a:lnTo>
                  <a:lnTo>
                    <a:pt x="170078" y="53721"/>
                  </a:lnTo>
                  <a:lnTo>
                    <a:pt x="175933" y="45974"/>
                  </a:lnTo>
                  <a:lnTo>
                    <a:pt x="187452" y="30734"/>
                  </a:lnTo>
                  <a:lnTo>
                    <a:pt x="103632" y="15240"/>
                  </a:lnTo>
                  <a:lnTo>
                    <a:pt x="141478" y="91567"/>
                  </a:lnTo>
                  <a:lnTo>
                    <a:pt x="158597" y="68910"/>
                  </a:lnTo>
                  <a:lnTo>
                    <a:pt x="148463" y="60960"/>
                  </a:lnTo>
                  <a:lnTo>
                    <a:pt x="158635" y="68910"/>
                  </a:lnTo>
                  <a:lnTo>
                    <a:pt x="166484" y="75082"/>
                  </a:lnTo>
                  <a:lnTo>
                    <a:pt x="180555" y="87401"/>
                  </a:lnTo>
                  <a:lnTo>
                    <a:pt x="197319" y="103352"/>
                  </a:lnTo>
                  <a:lnTo>
                    <a:pt x="197637" y="103581"/>
                  </a:lnTo>
                  <a:lnTo>
                    <a:pt x="227190" y="136652"/>
                  </a:lnTo>
                  <a:lnTo>
                    <a:pt x="254254" y="175666"/>
                  </a:lnTo>
                  <a:lnTo>
                    <a:pt x="277787" y="221373"/>
                  </a:lnTo>
                  <a:lnTo>
                    <a:pt x="292214" y="259130"/>
                  </a:lnTo>
                  <a:lnTo>
                    <a:pt x="305460" y="307124"/>
                  </a:lnTo>
                  <a:lnTo>
                    <a:pt x="314833" y="356743"/>
                  </a:lnTo>
                  <a:lnTo>
                    <a:pt x="320001" y="395998"/>
                  </a:lnTo>
                  <a:lnTo>
                    <a:pt x="320027" y="396240"/>
                  </a:lnTo>
                  <a:lnTo>
                    <a:pt x="320141" y="397078"/>
                  </a:lnTo>
                  <a:lnTo>
                    <a:pt x="322072" y="417195"/>
                  </a:lnTo>
                  <a:lnTo>
                    <a:pt x="323977" y="439293"/>
                  </a:lnTo>
                  <a:lnTo>
                    <a:pt x="325539" y="460883"/>
                  </a:lnTo>
                  <a:lnTo>
                    <a:pt x="325628" y="462026"/>
                  </a:lnTo>
                  <a:lnTo>
                    <a:pt x="328129" y="509270"/>
                  </a:lnTo>
                  <a:lnTo>
                    <a:pt x="329806" y="560197"/>
                  </a:lnTo>
                  <a:lnTo>
                    <a:pt x="330327" y="613156"/>
                  </a:lnTo>
                  <a:lnTo>
                    <a:pt x="330073" y="667385"/>
                  </a:lnTo>
                  <a:lnTo>
                    <a:pt x="329057" y="722757"/>
                  </a:lnTo>
                  <a:lnTo>
                    <a:pt x="327152" y="778637"/>
                  </a:lnTo>
                  <a:lnTo>
                    <a:pt x="324485" y="834771"/>
                  </a:lnTo>
                  <a:lnTo>
                    <a:pt x="321056" y="890524"/>
                  </a:lnTo>
                  <a:lnTo>
                    <a:pt x="316992" y="945388"/>
                  </a:lnTo>
                  <a:lnTo>
                    <a:pt x="312166" y="998855"/>
                  </a:lnTo>
                  <a:lnTo>
                    <a:pt x="306959" y="1050544"/>
                  </a:lnTo>
                  <a:lnTo>
                    <a:pt x="301117" y="1099820"/>
                  </a:lnTo>
                  <a:lnTo>
                    <a:pt x="294767" y="1146302"/>
                  </a:lnTo>
                  <a:lnTo>
                    <a:pt x="287566" y="1190650"/>
                  </a:lnTo>
                  <a:lnTo>
                    <a:pt x="287604" y="1190904"/>
                  </a:lnTo>
                  <a:lnTo>
                    <a:pt x="279920" y="1232065"/>
                  </a:lnTo>
                  <a:lnTo>
                    <a:pt x="270510" y="1276477"/>
                  </a:lnTo>
                  <a:lnTo>
                    <a:pt x="260781" y="1318044"/>
                  </a:lnTo>
                  <a:lnTo>
                    <a:pt x="260781" y="1318285"/>
                  </a:lnTo>
                  <a:lnTo>
                    <a:pt x="251040" y="1355839"/>
                  </a:lnTo>
                  <a:lnTo>
                    <a:pt x="239433" y="1397215"/>
                  </a:lnTo>
                  <a:lnTo>
                    <a:pt x="228003" y="1435277"/>
                  </a:lnTo>
                  <a:lnTo>
                    <a:pt x="213690" y="1479372"/>
                  </a:lnTo>
                  <a:lnTo>
                    <a:pt x="187782" y="1553895"/>
                  </a:lnTo>
                  <a:lnTo>
                    <a:pt x="187718" y="1554111"/>
                  </a:lnTo>
                  <a:lnTo>
                    <a:pt x="159639" y="1628902"/>
                  </a:lnTo>
                  <a:lnTo>
                    <a:pt x="130429" y="1702943"/>
                  </a:lnTo>
                  <a:lnTo>
                    <a:pt x="100584" y="1776476"/>
                  </a:lnTo>
                  <a:lnTo>
                    <a:pt x="118237" y="1783588"/>
                  </a:lnTo>
                  <a:lnTo>
                    <a:pt x="148082" y="1710055"/>
                  </a:lnTo>
                  <a:lnTo>
                    <a:pt x="177419" y="1635760"/>
                  </a:lnTo>
                  <a:lnTo>
                    <a:pt x="205613" y="1560449"/>
                  </a:lnTo>
                  <a:lnTo>
                    <a:pt x="232410" y="1483614"/>
                  </a:lnTo>
                  <a:lnTo>
                    <a:pt x="245110" y="1444371"/>
                  </a:lnTo>
                  <a:lnTo>
                    <a:pt x="257175" y="1404493"/>
                  </a:lnTo>
                  <a:lnTo>
                    <a:pt x="268605" y="1363980"/>
                  </a:lnTo>
                  <a:lnTo>
                    <a:pt x="279273" y="1322705"/>
                  </a:lnTo>
                  <a:lnTo>
                    <a:pt x="289179" y="1280668"/>
                  </a:lnTo>
                  <a:lnTo>
                    <a:pt x="298196" y="1237869"/>
                  </a:lnTo>
                  <a:lnTo>
                    <a:pt x="306273" y="1194181"/>
                  </a:lnTo>
                  <a:lnTo>
                    <a:pt x="313563" y="1149223"/>
                  </a:lnTo>
                  <a:lnTo>
                    <a:pt x="319913" y="1102360"/>
                  </a:lnTo>
                  <a:lnTo>
                    <a:pt x="325882" y="1052703"/>
                  </a:lnTo>
                  <a:lnTo>
                    <a:pt x="331089" y="1000760"/>
                  </a:lnTo>
                  <a:lnTo>
                    <a:pt x="335915" y="947039"/>
                  </a:lnTo>
                  <a:lnTo>
                    <a:pt x="339979" y="891921"/>
                  </a:lnTo>
                  <a:lnTo>
                    <a:pt x="343408" y="835914"/>
                  </a:lnTo>
                  <a:lnTo>
                    <a:pt x="346075" y="779526"/>
                  </a:lnTo>
                  <a:lnTo>
                    <a:pt x="347980" y="723265"/>
                  </a:lnTo>
                  <a:lnTo>
                    <a:pt x="349123" y="667766"/>
                  </a:lnTo>
                  <a:lnTo>
                    <a:pt x="349377" y="613156"/>
                  </a:lnTo>
                  <a:close/>
                </a:path>
              </a:pathLst>
            </a:custGeom>
            <a:solidFill>
              <a:srgbClr val="000000"/>
            </a:solidFill>
          </p:spPr>
          <p:txBody>
            <a:bodyPr wrap="square" lIns="0" tIns="0" rIns="0" bIns="0" rtlCol="0"/>
            <a:lstStyle/>
            <a:p/>
          </p:txBody>
        </p:sp>
        <p:pic>
          <p:nvPicPr>
            <p:cNvPr id="76" name="object 76"/>
            <p:cNvPicPr/>
            <p:nvPr/>
          </p:nvPicPr>
          <p:blipFill>
            <a:blip r:embed="rId33" cstate="print"/>
            <a:stretch>
              <a:fillRect/>
            </a:stretch>
          </p:blipFill>
          <p:spPr>
            <a:xfrm>
              <a:off x="2613660" y="4666487"/>
              <a:ext cx="196595" cy="152400"/>
            </a:xfrm>
            <a:prstGeom prst="rect">
              <a:avLst/>
            </a:prstGeom>
          </p:spPr>
        </p:pic>
        <p:pic>
          <p:nvPicPr>
            <p:cNvPr id="77" name="object 77"/>
            <p:cNvPicPr/>
            <p:nvPr/>
          </p:nvPicPr>
          <p:blipFill>
            <a:blip r:embed="rId34" cstate="print"/>
            <a:stretch>
              <a:fillRect/>
            </a:stretch>
          </p:blipFill>
          <p:spPr>
            <a:xfrm>
              <a:off x="3189732" y="4668011"/>
              <a:ext cx="188976" cy="149351"/>
            </a:xfrm>
            <a:prstGeom prst="rect">
              <a:avLst/>
            </a:prstGeom>
          </p:spPr>
        </p:pic>
        <p:pic>
          <p:nvPicPr>
            <p:cNvPr id="78" name="object 78"/>
            <p:cNvPicPr/>
            <p:nvPr/>
          </p:nvPicPr>
          <p:blipFill>
            <a:blip r:embed="rId35" cstate="print"/>
            <a:stretch>
              <a:fillRect/>
            </a:stretch>
          </p:blipFill>
          <p:spPr>
            <a:xfrm>
              <a:off x="3745991" y="4668011"/>
              <a:ext cx="195072" cy="149351"/>
            </a:xfrm>
            <a:prstGeom prst="rect">
              <a:avLst/>
            </a:prstGeom>
          </p:spPr>
        </p:pic>
      </p:grpSp>
      <p:grpSp>
        <p:nvGrpSpPr>
          <p:cNvPr id="79" name="object 79"/>
          <p:cNvGrpSpPr/>
          <p:nvPr/>
        </p:nvGrpSpPr>
        <p:grpSpPr>
          <a:xfrm>
            <a:off x="4323588" y="4355465"/>
            <a:ext cx="196850" cy="820419"/>
            <a:chOff x="4323588" y="4355465"/>
            <a:chExt cx="196850" cy="820419"/>
          </a:xfrm>
        </p:grpSpPr>
        <p:pic>
          <p:nvPicPr>
            <p:cNvPr id="80" name="object 80"/>
            <p:cNvPicPr/>
            <p:nvPr/>
          </p:nvPicPr>
          <p:blipFill>
            <a:blip r:embed="rId36" cstate="print"/>
            <a:stretch>
              <a:fillRect/>
            </a:stretch>
          </p:blipFill>
          <p:spPr>
            <a:xfrm>
              <a:off x="4328160" y="4358640"/>
              <a:ext cx="181355" cy="813816"/>
            </a:xfrm>
            <a:prstGeom prst="rect">
              <a:avLst/>
            </a:prstGeom>
          </p:spPr>
        </p:pic>
        <p:sp>
          <p:nvSpPr>
            <p:cNvPr id="81" name="object 81"/>
            <p:cNvSpPr/>
            <p:nvPr/>
          </p:nvSpPr>
          <p:spPr>
            <a:xfrm>
              <a:off x="4328160" y="4358640"/>
              <a:ext cx="181610" cy="814069"/>
            </a:xfrm>
            <a:custGeom>
              <a:avLst/>
              <a:gdLst/>
              <a:ahLst/>
              <a:cxnLst/>
              <a:rect l="l" t="t" r="r" b="b"/>
              <a:pathLst>
                <a:path w="181610" h="814070">
                  <a:moveTo>
                    <a:pt x="0" y="813816"/>
                  </a:moveTo>
                  <a:lnTo>
                    <a:pt x="181355" y="813816"/>
                  </a:lnTo>
                  <a:lnTo>
                    <a:pt x="181355" y="0"/>
                  </a:lnTo>
                  <a:lnTo>
                    <a:pt x="0" y="0"/>
                  </a:lnTo>
                  <a:lnTo>
                    <a:pt x="0" y="813816"/>
                  </a:lnTo>
                  <a:close/>
                </a:path>
              </a:pathLst>
            </a:custGeom>
            <a:ln w="6349">
              <a:solidFill>
                <a:srgbClr val="5B9BD4"/>
              </a:solidFill>
            </a:ln>
          </p:spPr>
          <p:txBody>
            <a:bodyPr wrap="square" lIns="0" tIns="0" rIns="0" bIns="0" rtlCol="0"/>
            <a:lstStyle/>
            <a:p/>
          </p:txBody>
        </p:sp>
        <p:pic>
          <p:nvPicPr>
            <p:cNvPr id="82" name="object 82"/>
            <p:cNvPicPr/>
            <p:nvPr/>
          </p:nvPicPr>
          <p:blipFill>
            <a:blip r:embed="rId37" cstate="print"/>
            <a:stretch>
              <a:fillRect/>
            </a:stretch>
          </p:blipFill>
          <p:spPr>
            <a:xfrm>
              <a:off x="4323588" y="4668012"/>
              <a:ext cx="196596" cy="152400"/>
            </a:xfrm>
            <a:prstGeom prst="rect">
              <a:avLst/>
            </a:prstGeom>
          </p:spPr>
        </p:pic>
      </p:grpSp>
      <p:pic>
        <p:nvPicPr>
          <p:cNvPr id="83" name="object 83"/>
          <p:cNvPicPr/>
          <p:nvPr/>
        </p:nvPicPr>
        <p:blipFill>
          <a:blip r:embed="rId38" cstate="print"/>
          <a:stretch>
            <a:fillRect/>
          </a:stretch>
        </p:blipFill>
        <p:spPr>
          <a:xfrm>
            <a:off x="3460241" y="4740402"/>
            <a:ext cx="231012" cy="76200"/>
          </a:xfrm>
          <a:prstGeom prst="rect">
            <a:avLst/>
          </a:prstGeom>
        </p:spPr>
      </p:pic>
      <p:pic>
        <p:nvPicPr>
          <p:cNvPr id="84" name="object 84"/>
          <p:cNvPicPr/>
          <p:nvPr/>
        </p:nvPicPr>
        <p:blipFill>
          <a:blip r:embed="rId1" cstate="print"/>
          <a:stretch>
            <a:fillRect/>
          </a:stretch>
        </p:blipFill>
        <p:spPr>
          <a:xfrm>
            <a:off x="2897885" y="4740402"/>
            <a:ext cx="231012" cy="76200"/>
          </a:xfrm>
          <a:prstGeom prst="rect">
            <a:avLst/>
          </a:prstGeom>
        </p:spPr>
      </p:pic>
      <p:pic>
        <p:nvPicPr>
          <p:cNvPr id="85" name="object 85"/>
          <p:cNvPicPr/>
          <p:nvPr/>
        </p:nvPicPr>
        <p:blipFill>
          <a:blip r:embed="rId39" cstate="print"/>
          <a:stretch>
            <a:fillRect/>
          </a:stretch>
        </p:blipFill>
        <p:spPr>
          <a:xfrm>
            <a:off x="2675382" y="5252465"/>
            <a:ext cx="76200" cy="233045"/>
          </a:xfrm>
          <a:prstGeom prst="rect">
            <a:avLst/>
          </a:prstGeom>
        </p:spPr>
      </p:pic>
      <p:pic>
        <p:nvPicPr>
          <p:cNvPr id="86" name="object 86"/>
          <p:cNvPicPr/>
          <p:nvPr/>
        </p:nvPicPr>
        <p:blipFill>
          <a:blip r:embed="rId39" cstate="print"/>
          <a:stretch>
            <a:fillRect/>
          </a:stretch>
        </p:blipFill>
        <p:spPr>
          <a:xfrm>
            <a:off x="3254502" y="5252465"/>
            <a:ext cx="76200" cy="233045"/>
          </a:xfrm>
          <a:prstGeom prst="rect">
            <a:avLst/>
          </a:prstGeom>
        </p:spPr>
      </p:pic>
      <p:pic>
        <p:nvPicPr>
          <p:cNvPr id="87" name="object 87"/>
          <p:cNvPicPr/>
          <p:nvPr/>
        </p:nvPicPr>
        <p:blipFill>
          <a:blip r:embed="rId39" cstate="print"/>
          <a:stretch>
            <a:fillRect/>
          </a:stretch>
        </p:blipFill>
        <p:spPr>
          <a:xfrm>
            <a:off x="3816858" y="5252465"/>
            <a:ext cx="76200" cy="233045"/>
          </a:xfrm>
          <a:prstGeom prst="rect">
            <a:avLst/>
          </a:prstGeom>
        </p:spPr>
      </p:pic>
      <p:pic>
        <p:nvPicPr>
          <p:cNvPr id="88" name="object 88"/>
          <p:cNvPicPr/>
          <p:nvPr/>
        </p:nvPicPr>
        <p:blipFill>
          <a:blip r:embed="rId40" cstate="print"/>
          <a:stretch>
            <a:fillRect/>
          </a:stretch>
        </p:blipFill>
        <p:spPr>
          <a:xfrm>
            <a:off x="4380738" y="5255514"/>
            <a:ext cx="76200" cy="233045"/>
          </a:xfrm>
          <a:prstGeom prst="rect">
            <a:avLst/>
          </a:prstGeom>
        </p:spPr>
      </p:pic>
      <p:sp>
        <p:nvSpPr>
          <p:cNvPr id="89" name="object 89"/>
          <p:cNvSpPr txBox="1"/>
          <p:nvPr/>
        </p:nvSpPr>
        <p:spPr>
          <a:xfrm>
            <a:off x="2433066" y="5812028"/>
            <a:ext cx="909955" cy="196850"/>
          </a:xfrm>
          <a:prstGeom prst="rect">
            <a:avLst/>
          </a:prstGeom>
        </p:spPr>
        <p:txBody>
          <a:bodyPr vert="horz" wrap="square" lIns="0" tIns="12700" rIns="0" bIns="0" rtlCol="0">
            <a:spAutoFit/>
          </a:bodyPr>
          <a:lstStyle/>
          <a:p>
            <a:pPr marL="12700">
              <a:lnSpc>
                <a:spcPct val="100000"/>
              </a:lnSpc>
              <a:spcBef>
                <a:spcPts val="100"/>
              </a:spcBef>
              <a:tabLst>
                <a:tab pos="808355" algn="l"/>
              </a:tabLst>
            </a:pPr>
            <a:r>
              <a:rPr sz="1200" spc="-10" dirty="0">
                <a:latin typeface="Calibri" panose="020F0502020204030204"/>
                <a:cs typeface="Calibri" panose="020F0502020204030204"/>
              </a:rPr>
              <a:t>&lt;START&gt;</a:t>
            </a:r>
            <a:r>
              <a:rPr sz="1200" dirty="0">
                <a:latin typeface="Calibri" panose="020F0502020204030204"/>
                <a:cs typeface="Calibri" panose="020F0502020204030204"/>
              </a:rPr>
              <a:t>	</a:t>
            </a:r>
            <a:r>
              <a:rPr sz="1200" spc="-50" dirty="0">
                <a:latin typeface="Calibri" panose="020F0502020204030204"/>
                <a:cs typeface="Calibri" panose="020F0502020204030204"/>
              </a:rPr>
              <a:t>A</a:t>
            </a:r>
            <a:endParaRPr sz="1200">
              <a:latin typeface="Calibri" panose="020F0502020204030204"/>
              <a:cs typeface="Calibri" panose="020F0502020204030204"/>
            </a:endParaRPr>
          </a:p>
        </p:txBody>
      </p:sp>
      <p:sp>
        <p:nvSpPr>
          <p:cNvPr id="90" name="object 90"/>
          <p:cNvSpPr txBox="1"/>
          <p:nvPr/>
        </p:nvSpPr>
        <p:spPr>
          <a:xfrm>
            <a:off x="3667125" y="5818733"/>
            <a:ext cx="296545" cy="196850"/>
          </a:xfrm>
          <a:prstGeom prst="rect">
            <a:avLst/>
          </a:prstGeom>
        </p:spPr>
        <p:txBody>
          <a:bodyPr vert="horz" wrap="square" lIns="0" tIns="12700" rIns="0" bIns="0" rtlCol="0">
            <a:spAutoFit/>
          </a:bodyPr>
          <a:lstStyle/>
          <a:p>
            <a:pPr marL="12700">
              <a:lnSpc>
                <a:spcPct val="100000"/>
              </a:lnSpc>
              <a:spcBef>
                <a:spcPts val="100"/>
              </a:spcBef>
            </a:pPr>
            <a:r>
              <a:rPr sz="1200" spc="-20" dirty="0">
                <a:latin typeface="Calibri" panose="020F0502020204030204"/>
                <a:cs typeface="Calibri" panose="020F0502020204030204"/>
              </a:rPr>
              <a:t>cute</a:t>
            </a:r>
            <a:endParaRPr sz="1200">
              <a:latin typeface="Calibri" panose="020F0502020204030204"/>
              <a:cs typeface="Calibri" panose="020F0502020204030204"/>
            </a:endParaRPr>
          </a:p>
        </p:txBody>
      </p:sp>
      <p:sp>
        <p:nvSpPr>
          <p:cNvPr id="91" name="object 91"/>
          <p:cNvSpPr txBox="1"/>
          <p:nvPr/>
        </p:nvSpPr>
        <p:spPr>
          <a:xfrm>
            <a:off x="4196334" y="5818733"/>
            <a:ext cx="415925" cy="196850"/>
          </a:xfrm>
          <a:prstGeom prst="rect">
            <a:avLst/>
          </a:prstGeom>
        </p:spPr>
        <p:txBody>
          <a:bodyPr vert="horz" wrap="square" lIns="0" tIns="12700" rIns="0" bIns="0" rtlCol="0">
            <a:spAutoFit/>
          </a:bodyPr>
          <a:lstStyle/>
          <a:p>
            <a:pPr marL="12700">
              <a:lnSpc>
                <a:spcPct val="100000"/>
              </a:lnSpc>
              <a:spcBef>
                <a:spcPts val="100"/>
              </a:spcBef>
            </a:pPr>
            <a:r>
              <a:rPr sz="1200" spc="-10" dirty="0">
                <a:latin typeface="Calibri" panose="020F0502020204030204"/>
                <a:cs typeface="Calibri" panose="020F0502020204030204"/>
              </a:rPr>
              <a:t>puppy</a:t>
            </a:r>
            <a:endParaRPr sz="1200">
              <a:latin typeface="Calibri" panose="020F0502020204030204"/>
              <a:cs typeface="Calibri" panose="020F0502020204030204"/>
            </a:endParaRPr>
          </a:p>
        </p:txBody>
      </p:sp>
      <p:pic>
        <p:nvPicPr>
          <p:cNvPr id="92" name="object 92"/>
          <p:cNvPicPr/>
          <p:nvPr/>
        </p:nvPicPr>
        <p:blipFill>
          <a:blip r:embed="rId38" cstate="print"/>
          <a:stretch>
            <a:fillRect/>
          </a:stretch>
        </p:blipFill>
        <p:spPr>
          <a:xfrm>
            <a:off x="1674114" y="4728209"/>
            <a:ext cx="231012" cy="76200"/>
          </a:xfrm>
          <a:prstGeom prst="rect">
            <a:avLst/>
          </a:prstGeom>
        </p:spPr>
      </p:pic>
      <p:pic>
        <p:nvPicPr>
          <p:cNvPr id="93" name="object 93"/>
          <p:cNvPicPr/>
          <p:nvPr/>
        </p:nvPicPr>
        <p:blipFill>
          <a:blip r:embed="rId41" cstate="print"/>
          <a:stretch>
            <a:fillRect/>
          </a:stretch>
        </p:blipFill>
        <p:spPr>
          <a:xfrm>
            <a:off x="1107186" y="4728209"/>
            <a:ext cx="231012" cy="76200"/>
          </a:xfrm>
          <a:prstGeom prst="rect">
            <a:avLst/>
          </a:prstGeom>
        </p:spPr>
      </p:pic>
      <p:pic>
        <p:nvPicPr>
          <p:cNvPr id="94" name="object 94"/>
          <p:cNvPicPr/>
          <p:nvPr/>
        </p:nvPicPr>
        <p:blipFill>
          <a:blip r:embed="rId39" cstate="print"/>
          <a:stretch>
            <a:fillRect/>
          </a:stretch>
        </p:blipFill>
        <p:spPr>
          <a:xfrm>
            <a:off x="1465325" y="5240273"/>
            <a:ext cx="76200" cy="233044"/>
          </a:xfrm>
          <a:prstGeom prst="rect">
            <a:avLst/>
          </a:prstGeom>
        </p:spPr>
      </p:pic>
      <p:pic>
        <p:nvPicPr>
          <p:cNvPr id="95" name="object 95"/>
          <p:cNvPicPr/>
          <p:nvPr/>
        </p:nvPicPr>
        <p:blipFill>
          <a:blip r:embed="rId39" cstate="print"/>
          <a:stretch>
            <a:fillRect/>
          </a:stretch>
        </p:blipFill>
        <p:spPr>
          <a:xfrm>
            <a:off x="902969" y="5240273"/>
            <a:ext cx="76200" cy="233044"/>
          </a:xfrm>
          <a:prstGeom prst="rect">
            <a:avLst/>
          </a:prstGeom>
        </p:spPr>
      </p:pic>
      <p:pic>
        <p:nvPicPr>
          <p:cNvPr id="96" name="object 96"/>
          <p:cNvPicPr/>
          <p:nvPr/>
        </p:nvPicPr>
        <p:blipFill>
          <a:blip r:embed="rId39" cstate="print"/>
          <a:stretch>
            <a:fillRect/>
          </a:stretch>
        </p:blipFill>
        <p:spPr>
          <a:xfrm>
            <a:off x="2027682" y="5243321"/>
            <a:ext cx="76200" cy="233044"/>
          </a:xfrm>
          <a:prstGeom prst="rect">
            <a:avLst/>
          </a:prstGeom>
        </p:spPr>
      </p:pic>
      <p:sp>
        <p:nvSpPr>
          <p:cNvPr id="97" name="object 97"/>
          <p:cNvSpPr txBox="1"/>
          <p:nvPr/>
        </p:nvSpPr>
        <p:spPr>
          <a:xfrm>
            <a:off x="1931289" y="5818123"/>
            <a:ext cx="202565" cy="196850"/>
          </a:xfrm>
          <a:prstGeom prst="rect">
            <a:avLst/>
          </a:prstGeom>
        </p:spPr>
        <p:txBody>
          <a:bodyPr vert="horz" wrap="square" lIns="0" tIns="12700" rIns="0" bIns="0" rtlCol="0">
            <a:spAutoFit/>
          </a:bodyPr>
          <a:lstStyle/>
          <a:p>
            <a:pPr marL="12700">
              <a:lnSpc>
                <a:spcPct val="100000"/>
              </a:lnSpc>
              <a:spcBef>
                <a:spcPts val="100"/>
              </a:spcBef>
            </a:pPr>
            <a:r>
              <a:rPr sz="1200" spc="-25" dirty="0">
                <a:latin typeface="Calibri" panose="020F0502020204030204"/>
                <a:cs typeface="Calibri" panose="020F0502020204030204"/>
              </a:rPr>
              <a:t>Un</a:t>
            </a:r>
            <a:endParaRPr sz="1200">
              <a:latin typeface="Calibri" panose="020F0502020204030204"/>
              <a:cs typeface="Calibri" panose="020F0502020204030204"/>
            </a:endParaRPr>
          </a:p>
        </p:txBody>
      </p:sp>
      <p:sp>
        <p:nvSpPr>
          <p:cNvPr id="98" name="object 98"/>
          <p:cNvSpPr txBox="1"/>
          <p:nvPr/>
        </p:nvSpPr>
        <p:spPr>
          <a:xfrm>
            <a:off x="660298" y="5822086"/>
            <a:ext cx="937894" cy="196850"/>
          </a:xfrm>
          <a:prstGeom prst="rect">
            <a:avLst/>
          </a:prstGeom>
        </p:spPr>
        <p:txBody>
          <a:bodyPr vert="horz" wrap="square" lIns="0" tIns="12700" rIns="0" bIns="0" rtlCol="0">
            <a:spAutoFit/>
          </a:bodyPr>
          <a:lstStyle/>
          <a:p>
            <a:pPr marL="12700">
              <a:lnSpc>
                <a:spcPct val="100000"/>
              </a:lnSpc>
              <a:spcBef>
                <a:spcPts val="100"/>
              </a:spcBef>
              <a:tabLst>
                <a:tab pos="613410" algn="l"/>
              </a:tabLst>
            </a:pPr>
            <a:r>
              <a:rPr sz="1200" spc="-10" dirty="0">
                <a:latin typeface="Calibri" panose="020F0502020204030204"/>
                <a:cs typeface="Calibri" panose="020F0502020204030204"/>
              </a:rPr>
              <a:t>mignon</a:t>
            </a:r>
            <a:r>
              <a:rPr sz="1200" dirty="0">
                <a:latin typeface="Calibri" panose="020F0502020204030204"/>
                <a:cs typeface="Calibri" panose="020F0502020204030204"/>
              </a:rPr>
              <a:t>	</a:t>
            </a:r>
            <a:r>
              <a:rPr sz="1200" spc="-10" dirty="0">
                <a:latin typeface="Calibri" panose="020F0502020204030204"/>
                <a:cs typeface="Calibri" panose="020F0502020204030204"/>
              </a:rPr>
              <a:t>chiot</a:t>
            </a:r>
            <a:endParaRPr sz="1200">
              <a:latin typeface="Calibri" panose="020F0502020204030204"/>
              <a:cs typeface="Calibri" panose="020F0502020204030204"/>
            </a:endParaRPr>
          </a:p>
        </p:txBody>
      </p:sp>
      <p:pic>
        <p:nvPicPr>
          <p:cNvPr id="99" name="object 99"/>
          <p:cNvPicPr/>
          <p:nvPr/>
        </p:nvPicPr>
        <p:blipFill>
          <a:blip r:embed="rId42" cstate="print"/>
          <a:stretch>
            <a:fillRect/>
          </a:stretch>
        </p:blipFill>
        <p:spPr>
          <a:xfrm>
            <a:off x="2292730" y="4726813"/>
            <a:ext cx="245744" cy="76200"/>
          </a:xfrm>
          <a:prstGeom prst="rect">
            <a:avLst/>
          </a:prstGeom>
        </p:spPr>
      </p:pic>
      <p:pic>
        <p:nvPicPr>
          <p:cNvPr id="100" name="object 100"/>
          <p:cNvPicPr/>
          <p:nvPr/>
        </p:nvPicPr>
        <p:blipFill>
          <a:blip r:embed="rId43" cstate="print"/>
          <a:stretch>
            <a:fillRect/>
          </a:stretch>
        </p:blipFill>
        <p:spPr>
          <a:xfrm>
            <a:off x="762000" y="5590032"/>
            <a:ext cx="353568" cy="182880"/>
          </a:xfrm>
          <a:prstGeom prst="rect">
            <a:avLst/>
          </a:prstGeom>
        </p:spPr>
      </p:pic>
      <p:pic>
        <p:nvPicPr>
          <p:cNvPr id="101" name="object 101"/>
          <p:cNvPicPr/>
          <p:nvPr/>
        </p:nvPicPr>
        <p:blipFill>
          <a:blip r:embed="rId44" cstate="print"/>
          <a:stretch>
            <a:fillRect/>
          </a:stretch>
        </p:blipFill>
        <p:spPr>
          <a:xfrm>
            <a:off x="1341119" y="5590032"/>
            <a:ext cx="359663" cy="182880"/>
          </a:xfrm>
          <a:prstGeom prst="rect">
            <a:avLst/>
          </a:prstGeom>
        </p:spPr>
      </p:pic>
      <p:pic>
        <p:nvPicPr>
          <p:cNvPr id="102" name="object 102"/>
          <p:cNvPicPr/>
          <p:nvPr/>
        </p:nvPicPr>
        <p:blipFill>
          <a:blip r:embed="rId45" cstate="print"/>
          <a:stretch>
            <a:fillRect/>
          </a:stretch>
        </p:blipFill>
        <p:spPr>
          <a:xfrm>
            <a:off x="1903476" y="5590032"/>
            <a:ext cx="361188" cy="182880"/>
          </a:xfrm>
          <a:prstGeom prst="rect">
            <a:avLst/>
          </a:prstGeom>
        </p:spPr>
      </p:pic>
      <p:pic>
        <p:nvPicPr>
          <p:cNvPr id="103" name="object 103"/>
          <p:cNvPicPr/>
          <p:nvPr/>
        </p:nvPicPr>
        <p:blipFill>
          <a:blip r:embed="rId46" cstate="print"/>
          <a:stretch>
            <a:fillRect/>
          </a:stretch>
        </p:blipFill>
        <p:spPr>
          <a:xfrm>
            <a:off x="2531364" y="5571744"/>
            <a:ext cx="341375" cy="182880"/>
          </a:xfrm>
          <a:prstGeom prst="rect">
            <a:avLst/>
          </a:prstGeom>
        </p:spPr>
      </p:pic>
      <p:pic>
        <p:nvPicPr>
          <p:cNvPr id="104" name="object 104"/>
          <p:cNvPicPr/>
          <p:nvPr/>
        </p:nvPicPr>
        <p:blipFill>
          <a:blip r:embed="rId47" cstate="print"/>
          <a:stretch>
            <a:fillRect/>
          </a:stretch>
        </p:blipFill>
        <p:spPr>
          <a:xfrm>
            <a:off x="3110483" y="5571744"/>
            <a:ext cx="333756" cy="182880"/>
          </a:xfrm>
          <a:prstGeom prst="rect">
            <a:avLst/>
          </a:prstGeom>
        </p:spPr>
      </p:pic>
      <p:pic>
        <p:nvPicPr>
          <p:cNvPr id="105" name="object 105"/>
          <p:cNvPicPr/>
          <p:nvPr/>
        </p:nvPicPr>
        <p:blipFill>
          <a:blip r:embed="rId48" cstate="print"/>
          <a:stretch>
            <a:fillRect/>
          </a:stretch>
        </p:blipFill>
        <p:spPr>
          <a:xfrm>
            <a:off x="3672840" y="5571744"/>
            <a:ext cx="339851" cy="182880"/>
          </a:xfrm>
          <a:prstGeom prst="rect">
            <a:avLst/>
          </a:prstGeom>
        </p:spPr>
      </p:pic>
      <p:pic>
        <p:nvPicPr>
          <p:cNvPr id="106" name="object 106"/>
          <p:cNvPicPr/>
          <p:nvPr/>
        </p:nvPicPr>
        <p:blipFill>
          <a:blip r:embed="rId49" cstate="print"/>
          <a:stretch>
            <a:fillRect/>
          </a:stretch>
        </p:blipFill>
        <p:spPr>
          <a:xfrm>
            <a:off x="4236720" y="5574791"/>
            <a:ext cx="341375" cy="182880"/>
          </a:xfrm>
          <a:prstGeom prst="rect">
            <a:avLst/>
          </a:prstGeom>
        </p:spPr>
      </p:pic>
      <p:sp>
        <p:nvSpPr>
          <p:cNvPr id="107" name="object 107"/>
          <p:cNvSpPr/>
          <p:nvPr/>
        </p:nvSpPr>
        <p:spPr>
          <a:xfrm>
            <a:off x="895350" y="3972305"/>
            <a:ext cx="76200" cy="277495"/>
          </a:xfrm>
          <a:custGeom>
            <a:avLst/>
            <a:gdLst/>
            <a:ahLst/>
            <a:cxnLst/>
            <a:rect l="l" t="t" r="r" b="b"/>
            <a:pathLst>
              <a:path w="76200" h="277495">
                <a:moveTo>
                  <a:pt x="47625" y="63500"/>
                </a:moveTo>
                <a:lnTo>
                  <a:pt x="28575" y="63500"/>
                </a:lnTo>
                <a:lnTo>
                  <a:pt x="28575" y="276987"/>
                </a:lnTo>
                <a:lnTo>
                  <a:pt x="47625" y="276987"/>
                </a:lnTo>
                <a:lnTo>
                  <a:pt x="47625" y="63500"/>
                </a:lnTo>
                <a:close/>
              </a:path>
              <a:path w="76200" h="277495">
                <a:moveTo>
                  <a:pt x="38100" y="0"/>
                </a:moveTo>
                <a:lnTo>
                  <a:pt x="0" y="76200"/>
                </a:lnTo>
                <a:lnTo>
                  <a:pt x="28575" y="76200"/>
                </a:lnTo>
                <a:lnTo>
                  <a:pt x="28575" y="63500"/>
                </a:lnTo>
                <a:lnTo>
                  <a:pt x="69850" y="63500"/>
                </a:lnTo>
                <a:lnTo>
                  <a:pt x="38100" y="0"/>
                </a:lnTo>
                <a:close/>
              </a:path>
              <a:path w="76200" h="277495">
                <a:moveTo>
                  <a:pt x="69850" y="63500"/>
                </a:moveTo>
                <a:lnTo>
                  <a:pt x="47625" y="63500"/>
                </a:lnTo>
                <a:lnTo>
                  <a:pt x="47625" y="76200"/>
                </a:lnTo>
                <a:lnTo>
                  <a:pt x="76200" y="76200"/>
                </a:lnTo>
                <a:lnTo>
                  <a:pt x="69850" y="63500"/>
                </a:lnTo>
                <a:close/>
              </a:path>
            </a:pathLst>
          </a:custGeom>
          <a:solidFill>
            <a:srgbClr val="000000"/>
          </a:solidFill>
        </p:spPr>
        <p:txBody>
          <a:bodyPr wrap="square" lIns="0" tIns="0" rIns="0" bIns="0" rtlCol="0"/>
          <a:lstStyle/>
          <a:p/>
        </p:txBody>
      </p:sp>
      <p:sp>
        <p:nvSpPr>
          <p:cNvPr id="108" name="Title 1"/>
          <p:cNvSpPr>
            <a:spLocks noGrp="1"/>
          </p:cNvSpPr>
          <p:nvPr>
            <p:ph type="title"/>
          </p:nvPr>
        </p:nvSpPr>
        <p:spPr/>
        <p:txBody>
          <a:bodyPr>
            <a:normAutofit fontScale="90000"/>
          </a:bodyPr>
          <a:lstStyle/>
          <a:p>
            <a:r>
              <a:rPr lang="en-US" dirty="0"/>
              <a:t>Attention example</a:t>
            </a:r>
            <a:endParaRPr lang="en-IN" dirty="0"/>
          </a:p>
        </p:txBody>
      </p:sp>
      <mc:AlternateContent xmlns:mc="http://schemas.openxmlformats.org/markup-compatibility/2006" xmlns:p14="http://schemas.microsoft.com/office/powerpoint/2010/main">
        <mc:Choice Requires="p14">
          <p:contentPart r:id="rId50" p14:bwMode="auto">
            <p14:nvContentPartPr>
              <p14:cNvPr id="2" name="Ink 1"/>
              <p14:cNvContentPartPr/>
              <p14:nvPr/>
            </p14:nvContentPartPr>
            <p14:xfrm>
              <a:off x="139320" y="3470400"/>
              <a:ext cx="5595480" cy="2703960"/>
            </p14:xfrm>
          </p:contentPart>
        </mc:Choice>
        <mc:Fallback xmlns="">
          <p:pic>
            <p:nvPicPr>
              <p:cNvPr id="2" name="Ink 1"/>
            </p:nvPicPr>
            <p:blipFill>
              <a:blip r:embed="rId51"/>
            </p:blipFill>
            <p:spPr>
              <a:xfrm>
                <a:off x="139320" y="3470400"/>
                <a:ext cx="5595480" cy="2703960"/>
              </a:xfrm>
              <a:prstGeom prst="rect"/>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Attention example</a:t>
            </a:r>
            <a:endParaRPr lang="en-IN" dirty="0"/>
          </a:p>
        </p:txBody>
      </p:sp>
      <p:pic>
        <p:nvPicPr>
          <p:cNvPr id="4" name="object 4"/>
          <p:cNvPicPr/>
          <p:nvPr/>
        </p:nvPicPr>
        <p:blipFill>
          <a:blip r:embed="rId1" cstate="print"/>
          <a:stretch>
            <a:fillRect/>
          </a:stretch>
        </p:blipFill>
        <p:spPr>
          <a:xfrm>
            <a:off x="4025646" y="4740402"/>
            <a:ext cx="231012" cy="76200"/>
          </a:xfrm>
          <a:prstGeom prst="rect">
            <a:avLst/>
          </a:prstGeom>
        </p:spPr>
      </p:pic>
      <p:grpSp>
        <p:nvGrpSpPr>
          <p:cNvPr id="5" name="object 5"/>
          <p:cNvGrpSpPr/>
          <p:nvPr/>
        </p:nvGrpSpPr>
        <p:grpSpPr>
          <a:xfrm>
            <a:off x="724662" y="1721357"/>
            <a:ext cx="3547237" cy="3440430"/>
            <a:chOff x="724662" y="1721357"/>
            <a:chExt cx="3547237" cy="3440430"/>
          </a:xfrm>
        </p:grpSpPr>
        <p:pic>
          <p:nvPicPr>
            <p:cNvPr id="6" name="object 6"/>
            <p:cNvPicPr/>
            <p:nvPr/>
          </p:nvPicPr>
          <p:blipFill>
            <a:blip r:embed="rId2" cstate="print"/>
            <a:stretch>
              <a:fillRect/>
            </a:stretch>
          </p:blipFill>
          <p:spPr>
            <a:xfrm>
              <a:off x="3762756" y="4346447"/>
              <a:ext cx="179832" cy="815339"/>
            </a:xfrm>
            <a:prstGeom prst="rect">
              <a:avLst/>
            </a:prstGeom>
          </p:spPr>
        </p:pic>
        <p:sp>
          <p:nvSpPr>
            <p:cNvPr id="7" name="object 7"/>
            <p:cNvSpPr/>
            <p:nvPr/>
          </p:nvSpPr>
          <p:spPr>
            <a:xfrm>
              <a:off x="3762756" y="4346447"/>
              <a:ext cx="180340" cy="815340"/>
            </a:xfrm>
            <a:custGeom>
              <a:avLst/>
              <a:gdLst/>
              <a:ahLst/>
              <a:cxnLst/>
              <a:rect l="l" t="t" r="r" b="b"/>
              <a:pathLst>
                <a:path w="180339" h="815339">
                  <a:moveTo>
                    <a:pt x="0" y="815339"/>
                  </a:moveTo>
                  <a:lnTo>
                    <a:pt x="179832" y="815339"/>
                  </a:lnTo>
                  <a:lnTo>
                    <a:pt x="179832" y="0"/>
                  </a:lnTo>
                  <a:lnTo>
                    <a:pt x="0" y="0"/>
                  </a:lnTo>
                  <a:lnTo>
                    <a:pt x="0" y="815339"/>
                  </a:lnTo>
                  <a:close/>
                </a:path>
              </a:pathLst>
            </a:custGeom>
            <a:ln w="6350">
              <a:solidFill>
                <a:srgbClr val="5B9BD4"/>
              </a:solidFill>
            </a:ln>
          </p:spPr>
          <p:txBody>
            <a:bodyPr wrap="square" lIns="0" tIns="0" rIns="0" bIns="0" rtlCol="0"/>
            <a:lstStyle/>
            <a:p/>
          </p:txBody>
        </p:sp>
        <p:pic>
          <p:nvPicPr>
            <p:cNvPr id="8" name="object 8"/>
            <p:cNvPicPr/>
            <p:nvPr/>
          </p:nvPicPr>
          <p:blipFill>
            <a:blip r:embed="rId2" cstate="print"/>
            <a:stretch>
              <a:fillRect/>
            </a:stretch>
          </p:blipFill>
          <p:spPr>
            <a:xfrm>
              <a:off x="3195828" y="4346447"/>
              <a:ext cx="181355" cy="815339"/>
            </a:xfrm>
            <a:prstGeom prst="rect">
              <a:avLst/>
            </a:prstGeom>
          </p:spPr>
        </p:pic>
        <p:sp>
          <p:nvSpPr>
            <p:cNvPr id="9" name="object 9"/>
            <p:cNvSpPr/>
            <p:nvPr/>
          </p:nvSpPr>
          <p:spPr>
            <a:xfrm>
              <a:off x="3195828" y="4346447"/>
              <a:ext cx="181610" cy="815340"/>
            </a:xfrm>
            <a:custGeom>
              <a:avLst/>
              <a:gdLst/>
              <a:ahLst/>
              <a:cxnLst/>
              <a:rect l="l" t="t" r="r" b="b"/>
              <a:pathLst>
                <a:path w="181610" h="815339">
                  <a:moveTo>
                    <a:pt x="0" y="815339"/>
                  </a:moveTo>
                  <a:lnTo>
                    <a:pt x="181355" y="815339"/>
                  </a:lnTo>
                  <a:lnTo>
                    <a:pt x="181355" y="0"/>
                  </a:lnTo>
                  <a:lnTo>
                    <a:pt x="0" y="0"/>
                  </a:lnTo>
                  <a:lnTo>
                    <a:pt x="0" y="815339"/>
                  </a:lnTo>
                  <a:close/>
                </a:path>
              </a:pathLst>
            </a:custGeom>
            <a:ln w="6350">
              <a:solidFill>
                <a:srgbClr val="5B9BD4"/>
              </a:solidFill>
            </a:ln>
          </p:spPr>
          <p:txBody>
            <a:bodyPr wrap="square" lIns="0" tIns="0" rIns="0" bIns="0" rtlCol="0"/>
            <a:lstStyle/>
            <a:p/>
          </p:txBody>
        </p:sp>
        <p:pic>
          <p:nvPicPr>
            <p:cNvPr id="10" name="object 10"/>
            <p:cNvPicPr/>
            <p:nvPr/>
          </p:nvPicPr>
          <p:blipFill>
            <a:blip r:embed="rId2" cstate="print"/>
            <a:stretch>
              <a:fillRect/>
            </a:stretch>
          </p:blipFill>
          <p:spPr>
            <a:xfrm>
              <a:off x="2633472" y="4346447"/>
              <a:ext cx="181356" cy="815339"/>
            </a:xfrm>
            <a:prstGeom prst="rect">
              <a:avLst/>
            </a:prstGeom>
          </p:spPr>
        </p:pic>
        <p:sp>
          <p:nvSpPr>
            <p:cNvPr id="11" name="object 11"/>
            <p:cNvSpPr/>
            <p:nvPr/>
          </p:nvSpPr>
          <p:spPr>
            <a:xfrm>
              <a:off x="2633472" y="4346447"/>
              <a:ext cx="181610" cy="815340"/>
            </a:xfrm>
            <a:custGeom>
              <a:avLst/>
              <a:gdLst/>
              <a:ahLst/>
              <a:cxnLst/>
              <a:rect l="l" t="t" r="r" b="b"/>
              <a:pathLst>
                <a:path w="181610" h="815339">
                  <a:moveTo>
                    <a:pt x="0" y="815339"/>
                  </a:moveTo>
                  <a:lnTo>
                    <a:pt x="181356" y="815339"/>
                  </a:lnTo>
                  <a:lnTo>
                    <a:pt x="181356" y="0"/>
                  </a:lnTo>
                  <a:lnTo>
                    <a:pt x="0" y="0"/>
                  </a:lnTo>
                  <a:lnTo>
                    <a:pt x="0" y="815339"/>
                  </a:lnTo>
                  <a:close/>
                </a:path>
              </a:pathLst>
            </a:custGeom>
            <a:ln w="6350">
              <a:solidFill>
                <a:srgbClr val="5B9BD4"/>
              </a:solidFill>
            </a:ln>
          </p:spPr>
          <p:txBody>
            <a:bodyPr wrap="square" lIns="0" tIns="0" rIns="0" bIns="0" rtlCol="0"/>
            <a:lstStyle/>
            <a:p/>
          </p:txBody>
        </p:sp>
        <p:pic>
          <p:nvPicPr>
            <p:cNvPr id="12" name="object 12"/>
            <p:cNvPicPr/>
            <p:nvPr/>
          </p:nvPicPr>
          <p:blipFill>
            <a:blip r:embed="rId3" cstate="print"/>
            <a:stretch>
              <a:fillRect/>
            </a:stretch>
          </p:blipFill>
          <p:spPr>
            <a:xfrm>
              <a:off x="1409700" y="4335779"/>
              <a:ext cx="181356" cy="813816"/>
            </a:xfrm>
            <a:prstGeom prst="rect">
              <a:avLst/>
            </a:prstGeom>
          </p:spPr>
        </p:pic>
        <p:sp>
          <p:nvSpPr>
            <p:cNvPr id="13" name="object 13"/>
            <p:cNvSpPr/>
            <p:nvPr/>
          </p:nvSpPr>
          <p:spPr>
            <a:xfrm>
              <a:off x="1409700" y="4335779"/>
              <a:ext cx="181610" cy="814069"/>
            </a:xfrm>
            <a:custGeom>
              <a:avLst/>
              <a:gdLst/>
              <a:ahLst/>
              <a:cxnLst/>
              <a:rect l="l" t="t" r="r" b="b"/>
              <a:pathLst>
                <a:path w="181609" h="814070">
                  <a:moveTo>
                    <a:pt x="0" y="813816"/>
                  </a:moveTo>
                  <a:lnTo>
                    <a:pt x="181356" y="813816"/>
                  </a:lnTo>
                  <a:lnTo>
                    <a:pt x="181356" y="0"/>
                  </a:lnTo>
                  <a:lnTo>
                    <a:pt x="0" y="0"/>
                  </a:lnTo>
                  <a:lnTo>
                    <a:pt x="0" y="813816"/>
                  </a:lnTo>
                  <a:close/>
                </a:path>
              </a:pathLst>
            </a:custGeom>
            <a:ln w="6349">
              <a:solidFill>
                <a:srgbClr val="6FAC46"/>
              </a:solidFill>
            </a:ln>
          </p:spPr>
          <p:txBody>
            <a:bodyPr wrap="square" lIns="0" tIns="0" rIns="0" bIns="0" rtlCol="0"/>
            <a:lstStyle/>
            <a:p/>
          </p:txBody>
        </p:sp>
        <p:pic>
          <p:nvPicPr>
            <p:cNvPr id="14" name="object 14"/>
            <p:cNvPicPr/>
            <p:nvPr/>
          </p:nvPicPr>
          <p:blipFill>
            <a:blip r:embed="rId4" cstate="print"/>
            <a:stretch>
              <a:fillRect/>
            </a:stretch>
          </p:blipFill>
          <p:spPr>
            <a:xfrm>
              <a:off x="1975104" y="4346447"/>
              <a:ext cx="181356" cy="815339"/>
            </a:xfrm>
            <a:prstGeom prst="rect">
              <a:avLst/>
            </a:prstGeom>
          </p:spPr>
        </p:pic>
        <p:sp>
          <p:nvSpPr>
            <p:cNvPr id="15" name="object 15"/>
            <p:cNvSpPr/>
            <p:nvPr/>
          </p:nvSpPr>
          <p:spPr>
            <a:xfrm>
              <a:off x="1975104" y="4346447"/>
              <a:ext cx="181610" cy="815340"/>
            </a:xfrm>
            <a:custGeom>
              <a:avLst/>
              <a:gdLst/>
              <a:ahLst/>
              <a:cxnLst/>
              <a:rect l="l" t="t" r="r" b="b"/>
              <a:pathLst>
                <a:path w="181610" h="815339">
                  <a:moveTo>
                    <a:pt x="0" y="815339"/>
                  </a:moveTo>
                  <a:lnTo>
                    <a:pt x="181356" y="815339"/>
                  </a:lnTo>
                  <a:lnTo>
                    <a:pt x="181356" y="0"/>
                  </a:lnTo>
                  <a:lnTo>
                    <a:pt x="0" y="0"/>
                  </a:lnTo>
                  <a:lnTo>
                    <a:pt x="0" y="815339"/>
                  </a:lnTo>
                  <a:close/>
                </a:path>
              </a:pathLst>
            </a:custGeom>
            <a:ln w="6350">
              <a:solidFill>
                <a:srgbClr val="6FAC46"/>
              </a:solidFill>
            </a:ln>
          </p:spPr>
          <p:txBody>
            <a:bodyPr wrap="square" lIns="0" tIns="0" rIns="0" bIns="0" rtlCol="0"/>
            <a:lstStyle/>
            <a:p/>
          </p:txBody>
        </p:sp>
        <p:pic>
          <p:nvPicPr>
            <p:cNvPr id="16" name="object 16"/>
            <p:cNvPicPr/>
            <p:nvPr/>
          </p:nvPicPr>
          <p:blipFill>
            <a:blip r:embed="rId3" cstate="print"/>
            <a:stretch>
              <a:fillRect/>
            </a:stretch>
          </p:blipFill>
          <p:spPr>
            <a:xfrm>
              <a:off x="844296" y="4335779"/>
              <a:ext cx="181356" cy="813816"/>
            </a:xfrm>
            <a:prstGeom prst="rect">
              <a:avLst/>
            </a:prstGeom>
          </p:spPr>
        </p:pic>
        <p:sp>
          <p:nvSpPr>
            <p:cNvPr id="17" name="object 17"/>
            <p:cNvSpPr/>
            <p:nvPr/>
          </p:nvSpPr>
          <p:spPr>
            <a:xfrm>
              <a:off x="844296" y="4335779"/>
              <a:ext cx="181610" cy="814069"/>
            </a:xfrm>
            <a:custGeom>
              <a:avLst/>
              <a:gdLst/>
              <a:ahLst/>
              <a:cxnLst/>
              <a:rect l="l" t="t" r="r" b="b"/>
              <a:pathLst>
                <a:path w="181609" h="814070">
                  <a:moveTo>
                    <a:pt x="0" y="813816"/>
                  </a:moveTo>
                  <a:lnTo>
                    <a:pt x="181356" y="813816"/>
                  </a:lnTo>
                  <a:lnTo>
                    <a:pt x="181356" y="0"/>
                  </a:lnTo>
                  <a:lnTo>
                    <a:pt x="0" y="0"/>
                  </a:lnTo>
                  <a:lnTo>
                    <a:pt x="0" y="813816"/>
                  </a:lnTo>
                  <a:close/>
                </a:path>
              </a:pathLst>
            </a:custGeom>
            <a:ln w="6349">
              <a:solidFill>
                <a:srgbClr val="6FAC46"/>
              </a:solidFill>
            </a:ln>
          </p:spPr>
          <p:txBody>
            <a:bodyPr wrap="square" lIns="0" tIns="0" rIns="0" bIns="0" rtlCol="0"/>
            <a:lstStyle/>
            <a:p/>
          </p:txBody>
        </p:sp>
        <p:sp>
          <p:nvSpPr>
            <p:cNvPr id="18" name="object 18"/>
            <p:cNvSpPr/>
            <p:nvPr/>
          </p:nvSpPr>
          <p:spPr>
            <a:xfrm>
              <a:off x="1465326" y="3972305"/>
              <a:ext cx="638810" cy="277495"/>
            </a:xfrm>
            <a:custGeom>
              <a:avLst/>
              <a:gdLst/>
              <a:ahLst/>
              <a:cxnLst/>
              <a:rect l="l" t="t" r="r" b="b"/>
              <a:pathLst>
                <a:path w="638810" h="277495">
                  <a:moveTo>
                    <a:pt x="76200" y="76200"/>
                  </a:moveTo>
                  <a:lnTo>
                    <a:pt x="69850" y="63500"/>
                  </a:lnTo>
                  <a:lnTo>
                    <a:pt x="38100" y="0"/>
                  </a:lnTo>
                  <a:lnTo>
                    <a:pt x="0" y="76200"/>
                  </a:lnTo>
                  <a:lnTo>
                    <a:pt x="28575" y="76200"/>
                  </a:lnTo>
                  <a:lnTo>
                    <a:pt x="28575" y="276987"/>
                  </a:lnTo>
                  <a:lnTo>
                    <a:pt x="47625" y="276987"/>
                  </a:lnTo>
                  <a:lnTo>
                    <a:pt x="47625" y="76200"/>
                  </a:lnTo>
                  <a:lnTo>
                    <a:pt x="76200" y="76200"/>
                  </a:lnTo>
                  <a:close/>
                </a:path>
                <a:path w="638810" h="277495">
                  <a:moveTo>
                    <a:pt x="638556" y="76200"/>
                  </a:moveTo>
                  <a:lnTo>
                    <a:pt x="632206" y="63500"/>
                  </a:lnTo>
                  <a:lnTo>
                    <a:pt x="600456" y="0"/>
                  </a:lnTo>
                  <a:lnTo>
                    <a:pt x="562356" y="76200"/>
                  </a:lnTo>
                  <a:lnTo>
                    <a:pt x="590931" y="76200"/>
                  </a:lnTo>
                  <a:lnTo>
                    <a:pt x="590931" y="276987"/>
                  </a:lnTo>
                  <a:lnTo>
                    <a:pt x="609981" y="276987"/>
                  </a:lnTo>
                  <a:lnTo>
                    <a:pt x="609981" y="76200"/>
                  </a:lnTo>
                  <a:lnTo>
                    <a:pt x="638556" y="76200"/>
                  </a:lnTo>
                  <a:close/>
                </a:path>
              </a:pathLst>
            </a:custGeom>
            <a:solidFill>
              <a:srgbClr val="000000"/>
            </a:solidFill>
          </p:spPr>
          <p:txBody>
            <a:bodyPr wrap="square" lIns="0" tIns="0" rIns="0" bIns="0" rtlCol="0"/>
            <a:lstStyle/>
            <a:p/>
          </p:txBody>
        </p:sp>
        <p:pic>
          <p:nvPicPr>
            <p:cNvPr id="19" name="object 19"/>
            <p:cNvPicPr/>
            <p:nvPr/>
          </p:nvPicPr>
          <p:blipFill>
            <a:blip r:embed="rId5" cstate="print"/>
            <a:stretch>
              <a:fillRect/>
            </a:stretch>
          </p:blipFill>
          <p:spPr>
            <a:xfrm>
              <a:off x="848868" y="3500627"/>
              <a:ext cx="176784" cy="381000"/>
            </a:xfrm>
            <a:prstGeom prst="rect">
              <a:avLst/>
            </a:prstGeom>
          </p:spPr>
        </p:pic>
        <p:sp>
          <p:nvSpPr>
            <p:cNvPr id="20" name="object 20"/>
            <p:cNvSpPr/>
            <p:nvPr/>
          </p:nvSpPr>
          <p:spPr>
            <a:xfrm>
              <a:off x="848868" y="3500627"/>
              <a:ext cx="177165" cy="381000"/>
            </a:xfrm>
            <a:custGeom>
              <a:avLst/>
              <a:gdLst/>
              <a:ahLst/>
              <a:cxnLst/>
              <a:rect l="l" t="t" r="r" b="b"/>
              <a:pathLst>
                <a:path w="177165" h="381000">
                  <a:moveTo>
                    <a:pt x="0" y="381000"/>
                  </a:moveTo>
                  <a:lnTo>
                    <a:pt x="176784" y="381000"/>
                  </a:lnTo>
                  <a:lnTo>
                    <a:pt x="176784" y="0"/>
                  </a:lnTo>
                  <a:lnTo>
                    <a:pt x="0" y="0"/>
                  </a:lnTo>
                  <a:lnTo>
                    <a:pt x="0" y="381000"/>
                  </a:lnTo>
                  <a:close/>
                </a:path>
              </a:pathLst>
            </a:custGeom>
            <a:ln w="6350">
              <a:solidFill>
                <a:srgbClr val="EC7C30"/>
              </a:solidFill>
            </a:ln>
          </p:spPr>
          <p:txBody>
            <a:bodyPr wrap="square" lIns="0" tIns="0" rIns="0" bIns="0" rtlCol="0"/>
            <a:lstStyle/>
            <a:p/>
          </p:txBody>
        </p:sp>
        <p:pic>
          <p:nvPicPr>
            <p:cNvPr id="21" name="object 21"/>
            <p:cNvPicPr/>
            <p:nvPr/>
          </p:nvPicPr>
          <p:blipFill>
            <a:blip r:embed="rId5" cstate="print"/>
            <a:stretch>
              <a:fillRect/>
            </a:stretch>
          </p:blipFill>
          <p:spPr>
            <a:xfrm>
              <a:off x="1409700" y="3500627"/>
              <a:ext cx="176784" cy="381000"/>
            </a:xfrm>
            <a:prstGeom prst="rect">
              <a:avLst/>
            </a:prstGeom>
          </p:spPr>
        </p:pic>
        <p:sp>
          <p:nvSpPr>
            <p:cNvPr id="22" name="object 22"/>
            <p:cNvSpPr/>
            <p:nvPr/>
          </p:nvSpPr>
          <p:spPr>
            <a:xfrm>
              <a:off x="1409700" y="3500627"/>
              <a:ext cx="177165" cy="381000"/>
            </a:xfrm>
            <a:custGeom>
              <a:avLst/>
              <a:gdLst/>
              <a:ahLst/>
              <a:cxnLst/>
              <a:rect l="l" t="t" r="r" b="b"/>
              <a:pathLst>
                <a:path w="177165" h="381000">
                  <a:moveTo>
                    <a:pt x="0" y="381000"/>
                  </a:moveTo>
                  <a:lnTo>
                    <a:pt x="176784" y="381000"/>
                  </a:lnTo>
                  <a:lnTo>
                    <a:pt x="176784" y="0"/>
                  </a:lnTo>
                  <a:lnTo>
                    <a:pt x="0" y="0"/>
                  </a:lnTo>
                  <a:lnTo>
                    <a:pt x="0" y="381000"/>
                  </a:lnTo>
                  <a:close/>
                </a:path>
              </a:pathLst>
            </a:custGeom>
            <a:ln w="6350">
              <a:solidFill>
                <a:srgbClr val="EC7C30"/>
              </a:solidFill>
            </a:ln>
          </p:spPr>
          <p:txBody>
            <a:bodyPr wrap="square" lIns="0" tIns="0" rIns="0" bIns="0" rtlCol="0"/>
            <a:lstStyle/>
            <a:p/>
          </p:txBody>
        </p:sp>
        <p:pic>
          <p:nvPicPr>
            <p:cNvPr id="23" name="object 23"/>
            <p:cNvPicPr/>
            <p:nvPr/>
          </p:nvPicPr>
          <p:blipFill>
            <a:blip r:embed="rId6" cstate="print"/>
            <a:stretch>
              <a:fillRect/>
            </a:stretch>
          </p:blipFill>
          <p:spPr>
            <a:xfrm>
              <a:off x="1979676" y="3494531"/>
              <a:ext cx="176783" cy="382523"/>
            </a:xfrm>
            <a:prstGeom prst="rect">
              <a:avLst/>
            </a:prstGeom>
          </p:spPr>
        </p:pic>
        <p:sp>
          <p:nvSpPr>
            <p:cNvPr id="24" name="object 24"/>
            <p:cNvSpPr/>
            <p:nvPr/>
          </p:nvSpPr>
          <p:spPr>
            <a:xfrm>
              <a:off x="1979676" y="3494531"/>
              <a:ext cx="177165" cy="382905"/>
            </a:xfrm>
            <a:custGeom>
              <a:avLst/>
              <a:gdLst/>
              <a:ahLst/>
              <a:cxnLst/>
              <a:rect l="l" t="t" r="r" b="b"/>
              <a:pathLst>
                <a:path w="177164" h="382904">
                  <a:moveTo>
                    <a:pt x="0" y="382523"/>
                  </a:moveTo>
                  <a:lnTo>
                    <a:pt x="176783" y="382523"/>
                  </a:lnTo>
                  <a:lnTo>
                    <a:pt x="176783" y="0"/>
                  </a:lnTo>
                  <a:lnTo>
                    <a:pt x="0" y="0"/>
                  </a:lnTo>
                  <a:lnTo>
                    <a:pt x="0" y="382523"/>
                  </a:lnTo>
                  <a:close/>
                </a:path>
              </a:pathLst>
            </a:custGeom>
            <a:ln w="6350">
              <a:solidFill>
                <a:srgbClr val="EC7C30"/>
              </a:solidFill>
            </a:ln>
          </p:spPr>
          <p:txBody>
            <a:bodyPr wrap="square" lIns="0" tIns="0" rIns="0" bIns="0" rtlCol="0"/>
            <a:lstStyle/>
            <a:p/>
          </p:txBody>
        </p:sp>
        <p:pic>
          <p:nvPicPr>
            <p:cNvPr id="25" name="object 25"/>
            <p:cNvPicPr/>
            <p:nvPr/>
          </p:nvPicPr>
          <p:blipFill>
            <a:blip r:embed="rId7" cstate="print"/>
            <a:stretch>
              <a:fillRect/>
            </a:stretch>
          </p:blipFill>
          <p:spPr>
            <a:xfrm>
              <a:off x="836676" y="4629911"/>
              <a:ext cx="216407" cy="213360"/>
            </a:xfrm>
            <a:prstGeom prst="rect">
              <a:avLst/>
            </a:prstGeom>
          </p:spPr>
        </p:pic>
        <p:pic>
          <p:nvPicPr>
            <p:cNvPr id="26" name="object 26"/>
            <p:cNvPicPr/>
            <p:nvPr/>
          </p:nvPicPr>
          <p:blipFill>
            <a:blip r:embed="rId8" cstate="print"/>
            <a:stretch>
              <a:fillRect/>
            </a:stretch>
          </p:blipFill>
          <p:spPr>
            <a:xfrm>
              <a:off x="1392936" y="4629911"/>
              <a:ext cx="220980" cy="213360"/>
            </a:xfrm>
            <a:prstGeom prst="rect">
              <a:avLst/>
            </a:prstGeom>
          </p:spPr>
        </p:pic>
        <p:pic>
          <p:nvPicPr>
            <p:cNvPr id="27" name="object 27"/>
            <p:cNvPicPr/>
            <p:nvPr/>
          </p:nvPicPr>
          <p:blipFill>
            <a:blip r:embed="rId9" cstate="print"/>
            <a:stretch>
              <a:fillRect/>
            </a:stretch>
          </p:blipFill>
          <p:spPr>
            <a:xfrm>
              <a:off x="1956815" y="4629911"/>
              <a:ext cx="224028" cy="216407"/>
            </a:xfrm>
            <a:prstGeom prst="rect">
              <a:avLst/>
            </a:prstGeom>
          </p:spPr>
        </p:pic>
        <p:pic>
          <p:nvPicPr>
            <p:cNvPr id="28" name="object 28"/>
            <p:cNvPicPr/>
            <p:nvPr/>
          </p:nvPicPr>
          <p:blipFill>
            <a:blip r:embed="rId10" cstate="print"/>
            <a:stretch>
              <a:fillRect/>
            </a:stretch>
          </p:blipFill>
          <p:spPr>
            <a:xfrm>
              <a:off x="838200" y="3592067"/>
              <a:ext cx="202692" cy="213360"/>
            </a:xfrm>
            <a:prstGeom prst="rect">
              <a:avLst/>
            </a:prstGeom>
          </p:spPr>
        </p:pic>
        <p:pic>
          <p:nvPicPr>
            <p:cNvPr id="29" name="object 29"/>
            <p:cNvPicPr/>
            <p:nvPr/>
          </p:nvPicPr>
          <p:blipFill>
            <a:blip r:embed="rId11" cstate="print"/>
            <a:stretch>
              <a:fillRect/>
            </a:stretch>
          </p:blipFill>
          <p:spPr>
            <a:xfrm>
              <a:off x="1406652" y="3592067"/>
              <a:ext cx="207264" cy="213360"/>
            </a:xfrm>
            <a:prstGeom prst="rect">
              <a:avLst/>
            </a:prstGeom>
          </p:spPr>
        </p:pic>
        <p:pic>
          <p:nvPicPr>
            <p:cNvPr id="30" name="object 30"/>
            <p:cNvPicPr/>
            <p:nvPr/>
          </p:nvPicPr>
          <p:blipFill>
            <a:blip r:embed="rId12" cstate="print"/>
            <a:stretch>
              <a:fillRect/>
            </a:stretch>
          </p:blipFill>
          <p:spPr>
            <a:xfrm>
              <a:off x="1972056" y="3592067"/>
              <a:ext cx="210312" cy="216408"/>
            </a:xfrm>
            <a:prstGeom prst="rect">
              <a:avLst/>
            </a:prstGeom>
          </p:spPr>
        </p:pic>
        <p:sp>
          <p:nvSpPr>
            <p:cNvPr id="31" name="object 31"/>
            <p:cNvSpPr/>
            <p:nvPr/>
          </p:nvSpPr>
          <p:spPr>
            <a:xfrm>
              <a:off x="2690622" y="3972305"/>
              <a:ext cx="1210310" cy="277495"/>
            </a:xfrm>
            <a:custGeom>
              <a:avLst/>
              <a:gdLst/>
              <a:ahLst/>
              <a:cxnLst/>
              <a:rect l="l" t="t" r="r" b="b"/>
              <a:pathLst>
                <a:path w="1210310" h="277495">
                  <a:moveTo>
                    <a:pt x="76200" y="76200"/>
                  </a:moveTo>
                  <a:lnTo>
                    <a:pt x="69850" y="63500"/>
                  </a:lnTo>
                  <a:lnTo>
                    <a:pt x="38100" y="0"/>
                  </a:lnTo>
                  <a:lnTo>
                    <a:pt x="0" y="76200"/>
                  </a:lnTo>
                  <a:lnTo>
                    <a:pt x="28575" y="76200"/>
                  </a:lnTo>
                  <a:lnTo>
                    <a:pt x="28575" y="276987"/>
                  </a:lnTo>
                  <a:lnTo>
                    <a:pt x="47625" y="276987"/>
                  </a:lnTo>
                  <a:lnTo>
                    <a:pt x="47625" y="76200"/>
                  </a:lnTo>
                  <a:lnTo>
                    <a:pt x="76200" y="76200"/>
                  </a:lnTo>
                  <a:close/>
                </a:path>
                <a:path w="1210310" h="277495">
                  <a:moveTo>
                    <a:pt x="647700" y="76200"/>
                  </a:moveTo>
                  <a:lnTo>
                    <a:pt x="641350" y="63500"/>
                  </a:lnTo>
                  <a:lnTo>
                    <a:pt x="609600" y="0"/>
                  </a:lnTo>
                  <a:lnTo>
                    <a:pt x="571500" y="76200"/>
                  </a:lnTo>
                  <a:lnTo>
                    <a:pt x="600075" y="76200"/>
                  </a:lnTo>
                  <a:lnTo>
                    <a:pt x="600075" y="276987"/>
                  </a:lnTo>
                  <a:lnTo>
                    <a:pt x="619125" y="276987"/>
                  </a:lnTo>
                  <a:lnTo>
                    <a:pt x="619125" y="76200"/>
                  </a:lnTo>
                  <a:lnTo>
                    <a:pt x="647700" y="76200"/>
                  </a:lnTo>
                  <a:close/>
                </a:path>
                <a:path w="1210310" h="277495">
                  <a:moveTo>
                    <a:pt x="1210056" y="76200"/>
                  </a:moveTo>
                  <a:lnTo>
                    <a:pt x="1203706" y="63500"/>
                  </a:lnTo>
                  <a:lnTo>
                    <a:pt x="1171956" y="0"/>
                  </a:lnTo>
                  <a:lnTo>
                    <a:pt x="1133856" y="76200"/>
                  </a:lnTo>
                  <a:lnTo>
                    <a:pt x="1162431" y="76200"/>
                  </a:lnTo>
                  <a:lnTo>
                    <a:pt x="1162431" y="276987"/>
                  </a:lnTo>
                  <a:lnTo>
                    <a:pt x="1181481" y="276987"/>
                  </a:lnTo>
                  <a:lnTo>
                    <a:pt x="1181481" y="76200"/>
                  </a:lnTo>
                  <a:lnTo>
                    <a:pt x="1210056" y="76200"/>
                  </a:lnTo>
                  <a:close/>
                </a:path>
              </a:pathLst>
            </a:custGeom>
            <a:solidFill>
              <a:srgbClr val="000000"/>
            </a:solidFill>
          </p:spPr>
          <p:txBody>
            <a:bodyPr wrap="square" lIns="0" tIns="0" rIns="0" bIns="0" rtlCol="0"/>
            <a:lstStyle/>
            <a:p/>
          </p:txBody>
        </p:sp>
        <p:pic>
          <p:nvPicPr>
            <p:cNvPr id="32" name="object 32"/>
            <p:cNvPicPr/>
            <p:nvPr/>
          </p:nvPicPr>
          <p:blipFill>
            <a:blip r:embed="rId13" cstate="print"/>
            <a:stretch>
              <a:fillRect/>
            </a:stretch>
          </p:blipFill>
          <p:spPr>
            <a:xfrm>
              <a:off x="2638044" y="3503675"/>
              <a:ext cx="176783" cy="381000"/>
            </a:xfrm>
            <a:prstGeom prst="rect">
              <a:avLst/>
            </a:prstGeom>
          </p:spPr>
        </p:pic>
        <p:sp>
          <p:nvSpPr>
            <p:cNvPr id="33" name="object 33"/>
            <p:cNvSpPr/>
            <p:nvPr/>
          </p:nvSpPr>
          <p:spPr>
            <a:xfrm>
              <a:off x="2638044" y="3503675"/>
              <a:ext cx="177165" cy="381000"/>
            </a:xfrm>
            <a:custGeom>
              <a:avLst/>
              <a:gdLst/>
              <a:ahLst/>
              <a:cxnLst/>
              <a:rect l="l" t="t" r="r" b="b"/>
              <a:pathLst>
                <a:path w="177164" h="381000">
                  <a:moveTo>
                    <a:pt x="0" y="381000"/>
                  </a:moveTo>
                  <a:lnTo>
                    <a:pt x="176783" y="381000"/>
                  </a:lnTo>
                  <a:lnTo>
                    <a:pt x="176783" y="0"/>
                  </a:lnTo>
                  <a:lnTo>
                    <a:pt x="0" y="0"/>
                  </a:lnTo>
                  <a:lnTo>
                    <a:pt x="0" y="381000"/>
                  </a:lnTo>
                  <a:close/>
                </a:path>
              </a:pathLst>
            </a:custGeom>
            <a:ln w="6349">
              <a:solidFill>
                <a:srgbClr val="FFC000"/>
              </a:solidFill>
            </a:ln>
          </p:spPr>
          <p:txBody>
            <a:bodyPr wrap="square" lIns="0" tIns="0" rIns="0" bIns="0" rtlCol="0"/>
            <a:lstStyle/>
            <a:p/>
          </p:txBody>
        </p:sp>
        <p:pic>
          <p:nvPicPr>
            <p:cNvPr id="34" name="object 34"/>
            <p:cNvPicPr/>
            <p:nvPr/>
          </p:nvPicPr>
          <p:blipFill>
            <a:blip r:embed="rId14" cstate="print"/>
            <a:stretch>
              <a:fillRect/>
            </a:stretch>
          </p:blipFill>
          <p:spPr>
            <a:xfrm>
              <a:off x="3208019" y="3494531"/>
              <a:ext cx="176783" cy="382523"/>
            </a:xfrm>
            <a:prstGeom prst="rect">
              <a:avLst/>
            </a:prstGeom>
          </p:spPr>
        </p:pic>
        <p:sp>
          <p:nvSpPr>
            <p:cNvPr id="35" name="object 35"/>
            <p:cNvSpPr/>
            <p:nvPr/>
          </p:nvSpPr>
          <p:spPr>
            <a:xfrm>
              <a:off x="3208019" y="3494531"/>
              <a:ext cx="177165" cy="382905"/>
            </a:xfrm>
            <a:custGeom>
              <a:avLst/>
              <a:gdLst/>
              <a:ahLst/>
              <a:cxnLst/>
              <a:rect l="l" t="t" r="r" b="b"/>
              <a:pathLst>
                <a:path w="177164" h="382904">
                  <a:moveTo>
                    <a:pt x="0" y="382523"/>
                  </a:moveTo>
                  <a:lnTo>
                    <a:pt x="176783" y="382523"/>
                  </a:lnTo>
                  <a:lnTo>
                    <a:pt x="176783" y="0"/>
                  </a:lnTo>
                  <a:lnTo>
                    <a:pt x="0" y="0"/>
                  </a:lnTo>
                  <a:lnTo>
                    <a:pt x="0" y="382523"/>
                  </a:lnTo>
                  <a:close/>
                </a:path>
              </a:pathLst>
            </a:custGeom>
            <a:ln w="6350">
              <a:solidFill>
                <a:srgbClr val="FFC000"/>
              </a:solidFill>
            </a:ln>
          </p:spPr>
          <p:txBody>
            <a:bodyPr wrap="square" lIns="0" tIns="0" rIns="0" bIns="0" rtlCol="0"/>
            <a:lstStyle/>
            <a:p/>
          </p:txBody>
        </p:sp>
        <p:pic>
          <p:nvPicPr>
            <p:cNvPr id="36" name="object 36"/>
            <p:cNvPicPr/>
            <p:nvPr/>
          </p:nvPicPr>
          <p:blipFill>
            <a:blip r:embed="rId15" cstate="print"/>
            <a:stretch>
              <a:fillRect/>
            </a:stretch>
          </p:blipFill>
          <p:spPr>
            <a:xfrm>
              <a:off x="3755135" y="3494531"/>
              <a:ext cx="176784" cy="382523"/>
            </a:xfrm>
            <a:prstGeom prst="rect">
              <a:avLst/>
            </a:prstGeom>
          </p:spPr>
        </p:pic>
        <p:sp>
          <p:nvSpPr>
            <p:cNvPr id="37" name="object 37"/>
            <p:cNvSpPr/>
            <p:nvPr/>
          </p:nvSpPr>
          <p:spPr>
            <a:xfrm>
              <a:off x="3755135" y="3494531"/>
              <a:ext cx="177165" cy="382905"/>
            </a:xfrm>
            <a:custGeom>
              <a:avLst/>
              <a:gdLst/>
              <a:ahLst/>
              <a:cxnLst/>
              <a:rect l="l" t="t" r="r" b="b"/>
              <a:pathLst>
                <a:path w="177164" h="382904">
                  <a:moveTo>
                    <a:pt x="0" y="382523"/>
                  </a:moveTo>
                  <a:lnTo>
                    <a:pt x="176784" y="382523"/>
                  </a:lnTo>
                  <a:lnTo>
                    <a:pt x="176784" y="0"/>
                  </a:lnTo>
                  <a:lnTo>
                    <a:pt x="0" y="0"/>
                  </a:lnTo>
                  <a:lnTo>
                    <a:pt x="0" y="382523"/>
                  </a:lnTo>
                  <a:close/>
                </a:path>
              </a:pathLst>
            </a:custGeom>
            <a:ln w="6350">
              <a:solidFill>
                <a:srgbClr val="FFC000"/>
              </a:solidFill>
            </a:ln>
          </p:spPr>
          <p:txBody>
            <a:bodyPr wrap="square" lIns="0" tIns="0" rIns="0" bIns="0" rtlCol="0"/>
            <a:lstStyle/>
            <a:p/>
          </p:txBody>
        </p:sp>
        <p:pic>
          <p:nvPicPr>
            <p:cNvPr id="38" name="object 38"/>
            <p:cNvPicPr/>
            <p:nvPr/>
          </p:nvPicPr>
          <p:blipFill>
            <a:blip r:embed="rId16" cstate="print"/>
            <a:stretch>
              <a:fillRect/>
            </a:stretch>
          </p:blipFill>
          <p:spPr>
            <a:xfrm>
              <a:off x="2642616" y="3627119"/>
              <a:ext cx="187451" cy="160019"/>
            </a:xfrm>
            <a:prstGeom prst="rect">
              <a:avLst/>
            </a:prstGeom>
          </p:spPr>
        </p:pic>
        <p:pic>
          <p:nvPicPr>
            <p:cNvPr id="39" name="object 39"/>
            <p:cNvPicPr/>
            <p:nvPr/>
          </p:nvPicPr>
          <p:blipFill>
            <a:blip r:embed="rId17" cstate="print"/>
            <a:stretch>
              <a:fillRect/>
            </a:stretch>
          </p:blipFill>
          <p:spPr>
            <a:xfrm>
              <a:off x="3209544" y="3627119"/>
              <a:ext cx="193547" cy="160019"/>
            </a:xfrm>
            <a:prstGeom prst="rect">
              <a:avLst/>
            </a:prstGeom>
          </p:spPr>
        </p:pic>
        <p:pic>
          <p:nvPicPr>
            <p:cNvPr id="40" name="object 40"/>
            <p:cNvPicPr/>
            <p:nvPr/>
          </p:nvPicPr>
          <p:blipFill>
            <a:blip r:embed="rId18" cstate="print"/>
            <a:stretch>
              <a:fillRect/>
            </a:stretch>
          </p:blipFill>
          <p:spPr>
            <a:xfrm>
              <a:off x="3755135" y="3627119"/>
              <a:ext cx="195072" cy="160019"/>
            </a:xfrm>
            <a:prstGeom prst="rect">
              <a:avLst/>
            </a:prstGeom>
          </p:spPr>
        </p:pic>
        <p:pic>
          <p:nvPicPr>
            <p:cNvPr id="41" name="object 41"/>
            <p:cNvPicPr/>
            <p:nvPr/>
          </p:nvPicPr>
          <p:blipFill>
            <a:blip r:embed="rId19" cstate="print"/>
            <a:stretch>
              <a:fillRect/>
            </a:stretch>
          </p:blipFill>
          <p:spPr>
            <a:xfrm>
              <a:off x="825754" y="2960877"/>
              <a:ext cx="233680" cy="226060"/>
            </a:xfrm>
            <a:prstGeom prst="rect">
              <a:avLst/>
            </a:prstGeom>
          </p:spPr>
        </p:pic>
        <p:pic>
          <p:nvPicPr>
            <p:cNvPr id="42" name="object 42"/>
            <p:cNvPicPr/>
            <p:nvPr/>
          </p:nvPicPr>
          <p:blipFill>
            <a:blip r:embed="rId20" cstate="print"/>
            <a:stretch>
              <a:fillRect/>
            </a:stretch>
          </p:blipFill>
          <p:spPr>
            <a:xfrm>
              <a:off x="928116" y="3060191"/>
              <a:ext cx="27431" cy="25908"/>
            </a:xfrm>
            <a:prstGeom prst="rect">
              <a:avLst/>
            </a:prstGeom>
          </p:spPr>
        </p:pic>
        <p:pic>
          <p:nvPicPr>
            <p:cNvPr id="43" name="object 43"/>
            <p:cNvPicPr/>
            <p:nvPr/>
          </p:nvPicPr>
          <p:blipFill>
            <a:blip r:embed="rId21" cstate="print"/>
            <a:stretch>
              <a:fillRect/>
            </a:stretch>
          </p:blipFill>
          <p:spPr>
            <a:xfrm>
              <a:off x="1380490" y="2954781"/>
              <a:ext cx="233679" cy="226059"/>
            </a:xfrm>
            <a:prstGeom prst="rect">
              <a:avLst/>
            </a:prstGeom>
          </p:spPr>
        </p:pic>
        <p:pic>
          <p:nvPicPr>
            <p:cNvPr id="44" name="object 44"/>
            <p:cNvPicPr/>
            <p:nvPr/>
          </p:nvPicPr>
          <p:blipFill>
            <a:blip r:embed="rId20" cstate="print"/>
            <a:stretch>
              <a:fillRect/>
            </a:stretch>
          </p:blipFill>
          <p:spPr>
            <a:xfrm>
              <a:off x="1484376" y="3055619"/>
              <a:ext cx="27431" cy="25908"/>
            </a:xfrm>
            <a:prstGeom prst="rect">
              <a:avLst/>
            </a:prstGeom>
          </p:spPr>
        </p:pic>
        <p:pic>
          <p:nvPicPr>
            <p:cNvPr id="45" name="object 45"/>
            <p:cNvPicPr/>
            <p:nvPr/>
          </p:nvPicPr>
          <p:blipFill>
            <a:blip r:embed="rId21" cstate="print"/>
            <a:stretch>
              <a:fillRect/>
            </a:stretch>
          </p:blipFill>
          <p:spPr>
            <a:xfrm>
              <a:off x="1936750" y="2953257"/>
              <a:ext cx="233680" cy="226059"/>
            </a:xfrm>
            <a:prstGeom prst="rect">
              <a:avLst/>
            </a:prstGeom>
          </p:spPr>
        </p:pic>
        <p:pic>
          <p:nvPicPr>
            <p:cNvPr id="46" name="object 46"/>
            <p:cNvPicPr/>
            <p:nvPr/>
          </p:nvPicPr>
          <p:blipFill>
            <a:blip r:embed="rId20" cstate="print"/>
            <a:stretch>
              <a:fillRect/>
            </a:stretch>
          </p:blipFill>
          <p:spPr>
            <a:xfrm>
              <a:off x="2039112" y="3054095"/>
              <a:ext cx="27431" cy="25908"/>
            </a:xfrm>
            <a:prstGeom prst="rect">
              <a:avLst/>
            </a:prstGeom>
          </p:spPr>
        </p:pic>
        <p:sp>
          <p:nvSpPr>
            <p:cNvPr id="47" name="object 47"/>
            <p:cNvSpPr/>
            <p:nvPr/>
          </p:nvSpPr>
          <p:spPr>
            <a:xfrm>
              <a:off x="899922" y="3163696"/>
              <a:ext cx="2946400" cy="341630"/>
            </a:xfrm>
            <a:custGeom>
              <a:avLst/>
              <a:gdLst/>
              <a:ahLst/>
              <a:cxnLst/>
              <a:rect l="l" t="t" r="r" b="b"/>
              <a:pathLst>
                <a:path w="2946400" h="341629">
                  <a:moveTo>
                    <a:pt x="76200" y="106045"/>
                  </a:moveTo>
                  <a:lnTo>
                    <a:pt x="69850" y="93345"/>
                  </a:lnTo>
                  <a:lnTo>
                    <a:pt x="38100" y="29845"/>
                  </a:lnTo>
                  <a:lnTo>
                    <a:pt x="0" y="106045"/>
                  </a:lnTo>
                  <a:lnTo>
                    <a:pt x="28575" y="106045"/>
                  </a:lnTo>
                  <a:lnTo>
                    <a:pt x="28575" y="306832"/>
                  </a:lnTo>
                  <a:lnTo>
                    <a:pt x="47625" y="306832"/>
                  </a:lnTo>
                  <a:lnTo>
                    <a:pt x="47625" y="106045"/>
                  </a:lnTo>
                  <a:lnTo>
                    <a:pt x="76200" y="106045"/>
                  </a:lnTo>
                  <a:close/>
                </a:path>
                <a:path w="2946400" h="341629">
                  <a:moveTo>
                    <a:pt x="2946019" y="322326"/>
                  </a:moveTo>
                  <a:lnTo>
                    <a:pt x="2944977" y="322224"/>
                  </a:lnTo>
                  <a:lnTo>
                    <a:pt x="2945003" y="322072"/>
                  </a:lnTo>
                  <a:lnTo>
                    <a:pt x="2938284" y="321170"/>
                  </a:lnTo>
                  <a:lnTo>
                    <a:pt x="1341564" y="28079"/>
                  </a:lnTo>
                  <a:lnTo>
                    <a:pt x="1341983" y="25781"/>
                  </a:lnTo>
                  <a:lnTo>
                    <a:pt x="1346708" y="0"/>
                  </a:lnTo>
                  <a:lnTo>
                    <a:pt x="1264920" y="23749"/>
                  </a:lnTo>
                  <a:lnTo>
                    <a:pt x="1332992" y="74930"/>
                  </a:lnTo>
                  <a:lnTo>
                    <a:pt x="1338122" y="46875"/>
                  </a:lnTo>
                  <a:lnTo>
                    <a:pt x="2532824" y="266166"/>
                  </a:lnTo>
                  <a:lnTo>
                    <a:pt x="2277313" y="231521"/>
                  </a:lnTo>
                  <a:lnTo>
                    <a:pt x="2277313" y="250710"/>
                  </a:lnTo>
                  <a:lnTo>
                    <a:pt x="1179957" y="133159"/>
                  </a:lnTo>
                  <a:lnTo>
                    <a:pt x="1179957" y="106045"/>
                  </a:lnTo>
                  <a:lnTo>
                    <a:pt x="1208532" y="106045"/>
                  </a:lnTo>
                  <a:lnTo>
                    <a:pt x="1208392" y="105778"/>
                  </a:lnTo>
                  <a:lnTo>
                    <a:pt x="2277313" y="250710"/>
                  </a:lnTo>
                  <a:lnTo>
                    <a:pt x="2277313" y="231521"/>
                  </a:lnTo>
                  <a:lnTo>
                    <a:pt x="1198054" y="85115"/>
                  </a:lnTo>
                  <a:lnTo>
                    <a:pt x="1170432" y="29845"/>
                  </a:lnTo>
                  <a:lnTo>
                    <a:pt x="1146302" y="78092"/>
                  </a:lnTo>
                  <a:lnTo>
                    <a:pt x="785431" y="29133"/>
                  </a:lnTo>
                  <a:lnTo>
                    <a:pt x="785545" y="28321"/>
                  </a:lnTo>
                  <a:lnTo>
                    <a:pt x="785672" y="27432"/>
                  </a:lnTo>
                  <a:lnTo>
                    <a:pt x="789305" y="762"/>
                  </a:lnTo>
                  <a:lnTo>
                    <a:pt x="708660" y="28321"/>
                  </a:lnTo>
                  <a:lnTo>
                    <a:pt x="779018" y="76327"/>
                  </a:lnTo>
                  <a:lnTo>
                    <a:pt x="782853" y="48069"/>
                  </a:lnTo>
                  <a:lnTo>
                    <a:pt x="1137285" y="96139"/>
                  </a:lnTo>
                  <a:lnTo>
                    <a:pt x="1132332" y="106045"/>
                  </a:lnTo>
                  <a:lnTo>
                    <a:pt x="1160907" y="106045"/>
                  </a:lnTo>
                  <a:lnTo>
                    <a:pt x="1160907" y="131114"/>
                  </a:lnTo>
                  <a:lnTo>
                    <a:pt x="630288" y="74282"/>
                  </a:lnTo>
                  <a:lnTo>
                    <a:pt x="608076" y="29845"/>
                  </a:lnTo>
                  <a:lnTo>
                    <a:pt x="588111" y="69761"/>
                  </a:lnTo>
                  <a:lnTo>
                    <a:pt x="203263" y="28536"/>
                  </a:lnTo>
                  <a:lnTo>
                    <a:pt x="203403" y="27178"/>
                  </a:lnTo>
                  <a:lnTo>
                    <a:pt x="206311" y="127"/>
                  </a:lnTo>
                  <a:lnTo>
                    <a:pt x="126492" y="29845"/>
                  </a:lnTo>
                  <a:lnTo>
                    <a:pt x="198196" y="75819"/>
                  </a:lnTo>
                  <a:lnTo>
                    <a:pt x="201231" y="47459"/>
                  </a:lnTo>
                  <a:lnTo>
                    <a:pt x="579031" y="87934"/>
                  </a:lnTo>
                  <a:lnTo>
                    <a:pt x="569976" y="106045"/>
                  </a:lnTo>
                  <a:lnTo>
                    <a:pt x="598551" y="106045"/>
                  </a:lnTo>
                  <a:lnTo>
                    <a:pt x="598551" y="306832"/>
                  </a:lnTo>
                  <a:lnTo>
                    <a:pt x="617601" y="306832"/>
                  </a:lnTo>
                  <a:lnTo>
                    <a:pt x="617601" y="106045"/>
                  </a:lnTo>
                  <a:lnTo>
                    <a:pt x="646176" y="106045"/>
                  </a:lnTo>
                  <a:lnTo>
                    <a:pt x="640397" y="94513"/>
                  </a:lnTo>
                  <a:lnTo>
                    <a:pt x="1160907" y="150266"/>
                  </a:lnTo>
                  <a:lnTo>
                    <a:pt x="1160907" y="306832"/>
                  </a:lnTo>
                  <a:lnTo>
                    <a:pt x="1179957" y="306832"/>
                  </a:lnTo>
                  <a:lnTo>
                    <a:pt x="1179957" y="152298"/>
                  </a:lnTo>
                  <a:lnTo>
                    <a:pt x="2938970" y="340715"/>
                  </a:lnTo>
                  <a:lnTo>
                    <a:pt x="2942590" y="341376"/>
                  </a:lnTo>
                  <a:lnTo>
                    <a:pt x="2942628" y="341109"/>
                  </a:lnTo>
                  <a:lnTo>
                    <a:pt x="2943987" y="341249"/>
                  </a:lnTo>
                  <a:lnTo>
                    <a:pt x="2945942" y="322948"/>
                  </a:lnTo>
                  <a:lnTo>
                    <a:pt x="2946019" y="322580"/>
                  </a:lnTo>
                  <a:lnTo>
                    <a:pt x="2946019" y="322326"/>
                  </a:lnTo>
                  <a:close/>
                </a:path>
              </a:pathLst>
            </a:custGeom>
            <a:solidFill>
              <a:srgbClr val="000000"/>
            </a:solidFill>
          </p:spPr>
          <p:txBody>
            <a:bodyPr wrap="square" lIns="0" tIns="0" rIns="0" bIns="0" rtlCol="0"/>
            <a:lstStyle/>
            <a:p/>
          </p:txBody>
        </p:sp>
        <p:pic>
          <p:nvPicPr>
            <p:cNvPr id="48" name="object 48"/>
            <p:cNvPicPr/>
            <p:nvPr/>
          </p:nvPicPr>
          <p:blipFill>
            <a:blip r:embed="rId22" cstate="print"/>
            <a:stretch>
              <a:fillRect/>
            </a:stretch>
          </p:blipFill>
          <p:spPr>
            <a:xfrm>
              <a:off x="895350" y="2780537"/>
              <a:ext cx="76200" cy="143890"/>
            </a:xfrm>
            <a:prstGeom prst="rect">
              <a:avLst/>
            </a:prstGeom>
          </p:spPr>
        </p:pic>
        <p:pic>
          <p:nvPicPr>
            <p:cNvPr id="49" name="object 49"/>
            <p:cNvPicPr/>
            <p:nvPr/>
          </p:nvPicPr>
          <p:blipFill>
            <a:blip r:embed="rId22" cstate="print"/>
            <a:stretch>
              <a:fillRect/>
            </a:stretch>
          </p:blipFill>
          <p:spPr>
            <a:xfrm>
              <a:off x="1466850" y="2780537"/>
              <a:ext cx="76200" cy="143890"/>
            </a:xfrm>
            <a:prstGeom prst="rect">
              <a:avLst/>
            </a:prstGeom>
          </p:spPr>
        </p:pic>
        <p:pic>
          <p:nvPicPr>
            <p:cNvPr id="50" name="object 50"/>
            <p:cNvPicPr/>
            <p:nvPr/>
          </p:nvPicPr>
          <p:blipFill>
            <a:blip r:embed="rId22" cstate="print"/>
            <a:stretch>
              <a:fillRect/>
            </a:stretch>
          </p:blipFill>
          <p:spPr>
            <a:xfrm>
              <a:off x="2029206" y="2780537"/>
              <a:ext cx="76200" cy="143890"/>
            </a:xfrm>
            <a:prstGeom prst="rect">
              <a:avLst/>
            </a:prstGeom>
          </p:spPr>
        </p:pic>
        <p:pic>
          <p:nvPicPr>
            <p:cNvPr id="51" name="object 51"/>
            <p:cNvPicPr/>
            <p:nvPr/>
          </p:nvPicPr>
          <p:blipFill>
            <a:blip r:embed="rId23" cstate="print"/>
            <a:stretch>
              <a:fillRect/>
            </a:stretch>
          </p:blipFill>
          <p:spPr>
            <a:xfrm>
              <a:off x="1440215" y="2604515"/>
              <a:ext cx="193512" cy="149351"/>
            </a:xfrm>
            <a:prstGeom prst="rect">
              <a:avLst/>
            </a:prstGeom>
          </p:spPr>
        </p:pic>
        <p:pic>
          <p:nvPicPr>
            <p:cNvPr id="52" name="object 52"/>
            <p:cNvPicPr/>
            <p:nvPr/>
          </p:nvPicPr>
          <p:blipFill>
            <a:blip r:embed="rId24" cstate="print"/>
            <a:stretch>
              <a:fillRect/>
            </a:stretch>
          </p:blipFill>
          <p:spPr>
            <a:xfrm>
              <a:off x="842883" y="2604515"/>
              <a:ext cx="187340" cy="149351"/>
            </a:xfrm>
            <a:prstGeom prst="rect">
              <a:avLst/>
            </a:prstGeom>
          </p:spPr>
        </p:pic>
        <p:pic>
          <p:nvPicPr>
            <p:cNvPr id="53" name="object 53"/>
            <p:cNvPicPr/>
            <p:nvPr/>
          </p:nvPicPr>
          <p:blipFill>
            <a:blip r:embed="rId25" cstate="print"/>
            <a:stretch>
              <a:fillRect/>
            </a:stretch>
          </p:blipFill>
          <p:spPr>
            <a:xfrm>
              <a:off x="1984318" y="2601467"/>
              <a:ext cx="195001" cy="152400"/>
            </a:xfrm>
            <a:prstGeom prst="rect">
              <a:avLst/>
            </a:prstGeom>
          </p:spPr>
        </p:pic>
        <p:pic>
          <p:nvPicPr>
            <p:cNvPr id="54" name="object 54"/>
            <p:cNvPicPr/>
            <p:nvPr/>
          </p:nvPicPr>
          <p:blipFill>
            <a:blip r:embed="rId22" cstate="print"/>
            <a:stretch>
              <a:fillRect/>
            </a:stretch>
          </p:blipFill>
          <p:spPr>
            <a:xfrm>
              <a:off x="892302" y="2405633"/>
              <a:ext cx="76200" cy="143890"/>
            </a:xfrm>
            <a:prstGeom prst="rect">
              <a:avLst/>
            </a:prstGeom>
          </p:spPr>
        </p:pic>
        <p:pic>
          <p:nvPicPr>
            <p:cNvPr id="55" name="object 55"/>
            <p:cNvPicPr/>
            <p:nvPr/>
          </p:nvPicPr>
          <p:blipFill>
            <a:blip r:embed="rId22" cstate="print"/>
            <a:stretch>
              <a:fillRect/>
            </a:stretch>
          </p:blipFill>
          <p:spPr>
            <a:xfrm>
              <a:off x="1462278" y="2405633"/>
              <a:ext cx="76200" cy="143890"/>
            </a:xfrm>
            <a:prstGeom prst="rect">
              <a:avLst/>
            </a:prstGeom>
          </p:spPr>
        </p:pic>
        <p:pic>
          <p:nvPicPr>
            <p:cNvPr id="56" name="object 56"/>
            <p:cNvPicPr/>
            <p:nvPr/>
          </p:nvPicPr>
          <p:blipFill>
            <a:blip r:embed="rId22" cstate="print"/>
            <a:stretch>
              <a:fillRect/>
            </a:stretch>
          </p:blipFill>
          <p:spPr>
            <a:xfrm>
              <a:off x="2024634" y="2405633"/>
              <a:ext cx="76200" cy="143890"/>
            </a:xfrm>
            <a:prstGeom prst="rect">
              <a:avLst/>
            </a:prstGeom>
          </p:spPr>
        </p:pic>
        <p:sp>
          <p:nvSpPr>
            <p:cNvPr id="57" name="object 57"/>
            <p:cNvSpPr/>
            <p:nvPr/>
          </p:nvSpPr>
          <p:spPr>
            <a:xfrm>
              <a:off x="780288" y="2173223"/>
              <a:ext cx="1454150" cy="189230"/>
            </a:xfrm>
            <a:custGeom>
              <a:avLst/>
              <a:gdLst/>
              <a:ahLst/>
              <a:cxnLst/>
              <a:rect l="l" t="t" r="r" b="b"/>
              <a:pathLst>
                <a:path w="1454150" h="189230">
                  <a:moveTo>
                    <a:pt x="0" y="188975"/>
                  </a:moveTo>
                  <a:lnTo>
                    <a:pt x="1453896" y="188975"/>
                  </a:lnTo>
                  <a:lnTo>
                    <a:pt x="1453896" y="0"/>
                  </a:lnTo>
                  <a:lnTo>
                    <a:pt x="0" y="0"/>
                  </a:lnTo>
                  <a:lnTo>
                    <a:pt x="0" y="188975"/>
                  </a:lnTo>
                  <a:close/>
                </a:path>
              </a:pathLst>
            </a:custGeom>
            <a:ln w="12700">
              <a:solidFill>
                <a:srgbClr val="000000"/>
              </a:solidFill>
            </a:ln>
          </p:spPr>
          <p:txBody>
            <a:bodyPr wrap="square" lIns="0" tIns="0" rIns="0" bIns="0" rtlCol="0"/>
            <a:lstStyle/>
            <a:p/>
          </p:txBody>
        </p:sp>
        <p:pic>
          <p:nvPicPr>
            <p:cNvPr id="58" name="object 58"/>
            <p:cNvPicPr/>
            <p:nvPr/>
          </p:nvPicPr>
          <p:blipFill>
            <a:blip r:embed="rId26" cstate="print"/>
            <a:stretch>
              <a:fillRect/>
            </a:stretch>
          </p:blipFill>
          <p:spPr>
            <a:xfrm>
              <a:off x="1161288" y="2191511"/>
              <a:ext cx="646176" cy="135636"/>
            </a:xfrm>
            <a:prstGeom prst="rect">
              <a:avLst/>
            </a:prstGeom>
          </p:spPr>
        </p:pic>
        <p:sp>
          <p:nvSpPr>
            <p:cNvPr id="59" name="object 59"/>
            <p:cNvSpPr/>
            <p:nvPr/>
          </p:nvSpPr>
          <p:spPr>
            <a:xfrm>
              <a:off x="1996440" y="2029967"/>
              <a:ext cx="143510" cy="94615"/>
            </a:xfrm>
            <a:custGeom>
              <a:avLst/>
              <a:gdLst/>
              <a:ahLst/>
              <a:cxnLst/>
              <a:rect l="l" t="t" r="r" b="b"/>
              <a:pathLst>
                <a:path w="143510" h="94614">
                  <a:moveTo>
                    <a:pt x="143256" y="0"/>
                  </a:moveTo>
                  <a:lnTo>
                    <a:pt x="0" y="0"/>
                  </a:lnTo>
                  <a:lnTo>
                    <a:pt x="0" y="94487"/>
                  </a:lnTo>
                  <a:lnTo>
                    <a:pt x="143256" y="94487"/>
                  </a:lnTo>
                  <a:lnTo>
                    <a:pt x="143256" y="0"/>
                  </a:lnTo>
                  <a:close/>
                </a:path>
              </a:pathLst>
            </a:custGeom>
            <a:solidFill>
              <a:srgbClr val="EC7C30"/>
            </a:solidFill>
          </p:spPr>
          <p:txBody>
            <a:bodyPr wrap="square" lIns="0" tIns="0" rIns="0" bIns="0" rtlCol="0"/>
            <a:lstStyle/>
            <a:p/>
          </p:txBody>
        </p:sp>
        <p:sp>
          <p:nvSpPr>
            <p:cNvPr id="60" name="object 60"/>
            <p:cNvSpPr/>
            <p:nvPr/>
          </p:nvSpPr>
          <p:spPr>
            <a:xfrm>
              <a:off x="1996440" y="2029967"/>
              <a:ext cx="143510" cy="94615"/>
            </a:xfrm>
            <a:custGeom>
              <a:avLst/>
              <a:gdLst/>
              <a:ahLst/>
              <a:cxnLst/>
              <a:rect l="l" t="t" r="r" b="b"/>
              <a:pathLst>
                <a:path w="143510" h="94614">
                  <a:moveTo>
                    <a:pt x="0" y="94487"/>
                  </a:moveTo>
                  <a:lnTo>
                    <a:pt x="143256" y="94487"/>
                  </a:lnTo>
                  <a:lnTo>
                    <a:pt x="143256" y="0"/>
                  </a:lnTo>
                  <a:lnTo>
                    <a:pt x="0" y="0"/>
                  </a:lnTo>
                  <a:lnTo>
                    <a:pt x="0" y="94487"/>
                  </a:lnTo>
                  <a:close/>
                </a:path>
              </a:pathLst>
            </a:custGeom>
            <a:ln w="12700">
              <a:solidFill>
                <a:srgbClr val="AD5A20"/>
              </a:solidFill>
            </a:ln>
          </p:spPr>
          <p:txBody>
            <a:bodyPr wrap="square" lIns="0" tIns="0" rIns="0" bIns="0" rtlCol="0"/>
            <a:lstStyle/>
            <a:p/>
          </p:txBody>
        </p:sp>
        <p:sp>
          <p:nvSpPr>
            <p:cNvPr id="61" name="object 61"/>
            <p:cNvSpPr/>
            <p:nvPr/>
          </p:nvSpPr>
          <p:spPr>
            <a:xfrm>
              <a:off x="1412748" y="1732787"/>
              <a:ext cx="143510" cy="384175"/>
            </a:xfrm>
            <a:custGeom>
              <a:avLst/>
              <a:gdLst/>
              <a:ahLst/>
              <a:cxnLst/>
              <a:rect l="l" t="t" r="r" b="b"/>
              <a:pathLst>
                <a:path w="143509" h="384175">
                  <a:moveTo>
                    <a:pt x="143256" y="0"/>
                  </a:moveTo>
                  <a:lnTo>
                    <a:pt x="0" y="0"/>
                  </a:lnTo>
                  <a:lnTo>
                    <a:pt x="0" y="384048"/>
                  </a:lnTo>
                  <a:lnTo>
                    <a:pt x="143256" y="384048"/>
                  </a:lnTo>
                  <a:lnTo>
                    <a:pt x="143256" y="0"/>
                  </a:lnTo>
                  <a:close/>
                </a:path>
              </a:pathLst>
            </a:custGeom>
            <a:solidFill>
              <a:srgbClr val="EC7C30"/>
            </a:solidFill>
          </p:spPr>
          <p:txBody>
            <a:bodyPr wrap="square" lIns="0" tIns="0" rIns="0" bIns="0" rtlCol="0"/>
            <a:lstStyle/>
            <a:p/>
          </p:txBody>
        </p:sp>
        <p:sp>
          <p:nvSpPr>
            <p:cNvPr id="62" name="object 62"/>
            <p:cNvSpPr/>
            <p:nvPr/>
          </p:nvSpPr>
          <p:spPr>
            <a:xfrm>
              <a:off x="1412748" y="1732787"/>
              <a:ext cx="143510" cy="384175"/>
            </a:xfrm>
            <a:custGeom>
              <a:avLst/>
              <a:gdLst/>
              <a:ahLst/>
              <a:cxnLst/>
              <a:rect l="l" t="t" r="r" b="b"/>
              <a:pathLst>
                <a:path w="143509" h="384175">
                  <a:moveTo>
                    <a:pt x="0" y="384048"/>
                  </a:moveTo>
                  <a:lnTo>
                    <a:pt x="143256" y="384048"/>
                  </a:lnTo>
                  <a:lnTo>
                    <a:pt x="143256" y="0"/>
                  </a:lnTo>
                  <a:lnTo>
                    <a:pt x="0" y="0"/>
                  </a:lnTo>
                  <a:lnTo>
                    <a:pt x="0" y="384048"/>
                  </a:lnTo>
                  <a:close/>
                </a:path>
              </a:pathLst>
            </a:custGeom>
            <a:ln w="12700">
              <a:solidFill>
                <a:srgbClr val="AD5A20"/>
              </a:solidFill>
            </a:ln>
          </p:spPr>
          <p:txBody>
            <a:bodyPr wrap="square" lIns="0" tIns="0" rIns="0" bIns="0" rtlCol="0"/>
            <a:lstStyle/>
            <a:p/>
          </p:txBody>
        </p:sp>
        <p:sp>
          <p:nvSpPr>
            <p:cNvPr id="63" name="object 63"/>
            <p:cNvSpPr/>
            <p:nvPr/>
          </p:nvSpPr>
          <p:spPr>
            <a:xfrm>
              <a:off x="882396" y="2066543"/>
              <a:ext cx="143510" cy="45720"/>
            </a:xfrm>
            <a:custGeom>
              <a:avLst/>
              <a:gdLst/>
              <a:ahLst/>
              <a:cxnLst/>
              <a:rect l="l" t="t" r="r" b="b"/>
              <a:pathLst>
                <a:path w="143509" h="45719">
                  <a:moveTo>
                    <a:pt x="143256" y="0"/>
                  </a:moveTo>
                  <a:lnTo>
                    <a:pt x="0" y="0"/>
                  </a:lnTo>
                  <a:lnTo>
                    <a:pt x="0" y="45720"/>
                  </a:lnTo>
                  <a:lnTo>
                    <a:pt x="143256" y="45720"/>
                  </a:lnTo>
                  <a:lnTo>
                    <a:pt x="143256" y="0"/>
                  </a:lnTo>
                  <a:close/>
                </a:path>
              </a:pathLst>
            </a:custGeom>
            <a:solidFill>
              <a:srgbClr val="EC7C30"/>
            </a:solidFill>
          </p:spPr>
          <p:txBody>
            <a:bodyPr wrap="square" lIns="0" tIns="0" rIns="0" bIns="0" rtlCol="0"/>
            <a:lstStyle/>
            <a:p/>
          </p:txBody>
        </p:sp>
        <p:sp>
          <p:nvSpPr>
            <p:cNvPr id="64" name="object 64"/>
            <p:cNvSpPr/>
            <p:nvPr/>
          </p:nvSpPr>
          <p:spPr>
            <a:xfrm>
              <a:off x="882396" y="2066543"/>
              <a:ext cx="143510" cy="45720"/>
            </a:xfrm>
            <a:custGeom>
              <a:avLst/>
              <a:gdLst/>
              <a:ahLst/>
              <a:cxnLst/>
              <a:rect l="l" t="t" r="r" b="b"/>
              <a:pathLst>
                <a:path w="143509" h="45719">
                  <a:moveTo>
                    <a:pt x="0" y="45720"/>
                  </a:moveTo>
                  <a:lnTo>
                    <a:pt x="143256" y="45720"/>
                  </a:lnTo>
                  <a:lnTo>
                    <a:pt x="143256" y="0"/>
                  </a:lnTo>
                  <a:lnTo>
                    <a:pt x="0" y="0"/>
                  </a:lnTo>
                  <a:lnTo>
                    <a:pt x="0" y="45720"/>
                  </a:lnTo>
                  <a:close/>
                </a:path>
              </a:pathLst>
            </a:custGeom>
            <a:ln w="12700">
              <a:solidFill>
                <a:srgbClr val="AD5A20"/>
              </a:solidFill>
            </a:ln>
          </p:spPr>
          <p:txBody>
            <a:bodyPr wrap="square" lIns="0" tIns="0" rIns="0" bIns="0" rtlCol="0"/>
            <a:lstStyle/>
            <a:p/>
          </p:txBody>
        </p:sp>
        <p:sp>
          <p:nvSpPr>
            <p:cNvPr id="65" name="object 65"/>
            <p:cNvSpPr/>
            <p:nvPr/>
          </p:nvSpPr>
          <p:spPr>
            <a:xfrm>
              <a:off x="724662" y="1721357"/>
              <a:ext cx="1568450" cy="429895"/>
            </a:xfrm>
            <a:custGeom>
              <a:avLst/>
              <a:gdLst/>
              <a:ahLst/>
              <a:cxnLst/>
              <a:rect l="l" t="t" r="r" b="b"/>
              <a:pathLst>
                <a:path w="1568450" h="429894">
                  <a:moveTo>
                    <a:pt x="1568196" y="391668"/>
                  </a:moveTo>
                  <a:lnTo>
                    <a:pt x="1549146" y="382143"/>
                  </a:lnTo>
                  <a:lnTo>
                    <a:pt x="1491996" y="353568"/>
                  </a:lnTo>
                  <a:lnTo>
                    <a:pt x="1491996" y="382143"/>
                  </a:lnTo>
                  <a:lnTo>
                    <a:pt x="47625" y="382143"/>
                  </a:lnTo>
                  <a:lnTo>
                    <a:pt x="47625" y="76200"/>
                  </a:lnTo>
                  <a:lnTo>
                    <a:pt x="76200" y="76200"/>
                  </a:lnTo>
                  <a:lnTo>
                    <a:pt x="69850" y="63500"/>
                  </a:lnTo>
                  <a:lnTo>
                    <a:pt x="38100" y="0"/>
                  </a:lnTo>
                  <a:lnTo>
                    <a:pt x="0" y="76200"/>
                  </a:lnTo>
                  <a:lnTo>
                    <a:pt x="28575" y="76200"/>
                  </a:lnTo>
                  <a:lnTo>
                    <a:pt x="28575" y="402844"/>
                  </a:lnTo>
                  <a:lnTo>
                    <a:pt x="47625" y="402844"/>
                  </a:lnTo>
                  <a:lnTo>
                    <a:pt x="47625" y="401193"/>
                  </a:lnTo>
                  <a:lnTo>
                    <a:pt x="1491996" y="401193"/>
                  </a:lnTo>
                  <a:lnTo>
                    <a:pt x="1491996" y="429768"/>
                  </a:lnTo>
                  <a:lnTo>
                    <a:pt x="1549146" y="401193"/>
                  </a:lnTo>
                  <a:lnTo>
                    <a:pt x="1568196" y="391668"/>
                  </a:lnTo>
                  <a:close/>
                </a:path>
              </a:pathLst>
            </a:custGeom>
            <a:solidFill>
              <a:srgbClr val="000000"/>
            </a:solidFill>
          </p:spPr>
          <p:txBody>
            <a:bodyPr wrap="square" lIns="0" tIns="0" rIns="0" bIns="0" rtlCol="0"/>
            <a:lstStyle/>
            <a:p/>
          </p:txBody>
        </p:sp>
        <p:pic>
          <p:nvPicPr>
            <p:cNvPr id="66" name="object 66"/>
            <p:cNvPicPr/>
            <p:nvPr/>
          </p:nvPicPr>
          <p:blipFill>
            <a:blip r:embed="rId27" cstate="print"/>
            <a:stretch>
              <a:fillRect/>
            </a:stretch>
          </p:blipFill>
          <p:spPr>
            <a:xfrm>
              <a:off x="830580" y="1792223"/>
              <a:ext cx="236219" cy="149351"/>
            </a:xfrm>
            <a:prstGeom prst="rect">
              <a:avLst/>
            </a:prstGeom>
          </p:spPr>
        </p:pic>
        <p:pic>
          <p:nvPicPr>
            <p:cNvPr id="67" name="object 67"/>
            <p:cNvPicPr/>
            <p:nvPr/>
          </p:nvPicPr>
          <p:blipFill>
            <a:blip r:embed="rId28" cstate="print"/>
            <a:stretch>
              <a:fillRect/>
            </a:stretch>
          </p:blipFill>
          <p:spPr>
            <a:xfrm>
              <a:off x="1365504" y="1790699"/>
              <a:ext cx="240791" cy="149351"/>
            </a:xfrm>
            <a:prstGeom prst="rect">
              <a:avLst/>
            </a:prstGeom>
          </p:spPr>
        </p:pic>
        <p:pic>
          <p:nvPicPr>
            <p:cNvPr id="68" name="object 68"/>
            <p:cNvPicPr/>
            <p:nvPr/>
          </p:nvPicPr>
          <p:blipFill>
            <a:blip r:embed="rId29" cstate="print"/>
            <a:stretch>
              <a:fillRect/>
            </a:stretch>
          </p:blipFill>
          <p:spPr>
            <a:xfrm>
              <a:off x="1955292" y="1786127"/>
              <a:ext cx="243839" cy="152400"/>
            </a:xfrm>
            <a:prstGeom prst="rect">
              <a:avLst/>
            </a:prstGeom>
          </p:spPr>
        </p:pic>
        <p:sp>
          <p:nvSpPr>
            <p:cNvPr id="69" name="object 69"/>
            <p:cNvSpPr/>
            <p:nvPr/>
          </p:nvSpPr>
          <p:spPr>
            <a:xfrm>
              <a:off x="1059129" y="2244216"/>
              <a:ext cx="2835910" cy="2169160"/>
            </a:xfrm>
            <a:custGeom>
              <a:avLst/>
              <a:gdLst/>
              <a:ahLst/>
              <a:cxnLst/>
              <a:rect l="l" t="t" r="r" b="b"/>
              <a:pathLst>
                <a:path w="2835910" h="2169160">
                  <a:moveTo>
                    <a:pt x="2835325" y="593852"/>
                  </a:moveTo>
                  <a:lnTo>
                    <a:pt x="2823413" y="581406"/>
                  </a:lnTo>
                  <a:lnTo>
                    <a:pt x="2776397" y="532257"/>
                  </a:lnTo>
                  <a:lnTo>
                    <a:pt x="2766758" y="559257"/>
                  </a:lnTo>
                  <a:lnTo>
                    <a:pt x="1198803" y="0"/>
                  </a:lnTo>
                  <a:lnTo>
                    <a:pt x="1192453" y="18034"/>
                  </a:lnTo>
                  <a:lnTo>
                    <a:pt x="2760370" y="577151"/>
                  </a:lnTo>
                  <a:lnTo>
                    <a:pt x="2750743" y="604139"/>
                  </a:lnTo>
                  <a:lnTo>
                    <a:pt x="2835325" y="593852"/>
                  </a:lnTo>
                  <a:close/>
                </a:path>
                <a:path w="2835910" h="2169160">
                  <a:moveTo>
                    <a:pt x="2835706" y="902081"/>
                  </a:moveTo>
                  <a:lnTo>
                    <a:pt x="2750616" y="898144"/>
                  </a:lnTo>
                  <a:lnTo>
                    <a:pt x="2753817" y="905357"/>
                  </a:lnTo>
                  <a:lnTo>
                    <a:pt x="2749981" y="905510"/>
                  </a:lnTo>
                  <a:lnTo>
                    <a:pt x="2755620" y="915784"/>
                  </a:lnTo>
                  <a:lnTo>
                    <a:pt x="2751124" y="916559"/>
                  </a:lnTo>
                  <a:lnTo>
                    <a:pt x="2758135" y="926084"/>
                  </a:lnTo>
                  <a:lnTo>
                    <a:pt x="0" y="2151380"/>
                  </a:lnTo>
                  <a:lnTo>
                    <a:pt x="7721" y="2168779"/>
                  </a:lnTo>
                  <a:lnTo>
                    <a:pt x="2632164" y="1002893"/>
                  </a:lnTo>
                  <a:lnTo>
                    <a:pt x="589076" y="2128012"/>
                  </a:lnTo>
                  <a:lnTo>
                    <a:pt x="598220" y="2144649"/>
                  </a:lnTo>
                  <a:lnTo>
                    <a:pt x="2712593" y="980478"/>
                  </a:lnTo>
                  <a:lnTo>
                    <a:pt x="1148892" y="2132711"/>
                  </a:lnTo>
                  <a:lnTo>
                    <a:pt x="1160068" y="2148078"/>
                  </a:lnTo>
                  <a:lnTo>
                    <a:pt x="2776715" y="956919"/>
                  </a:lnTo>
                  <a:lnTo>
                    <a:pt x="2781604" y="967867"/>
                  </a:lnTo>
                  <a:lnTo>
                    <a:pt x="2783217" y="965911"/>
                  </a:lnTo>
                  <a:lnTo>
                    <a:pt x="2786684" y="972185"/>
                  </a:lnTo>
                  <a:lnTo>
                    <a:pt x="2789313" y="968387"/>
                  </a:lnTo>
                  <a:lnTo>
                    <a:pt x="2796336" y="977900"/>
                  </a:lnTo>
                  <a:lnTo>
                    <a:pt x="2819755" y="932053"/>
                  </a:lnTo>
                  <a:lnTo>
                    <a:pt x="2834017" y="904125"/>
                  </a:lnTo>
                  <a:lnTo>
                    <a:pt x="2835706" y="902081"/>
                  </a:lnTo>
                  <a:close/>
                </a:path>
              </a:pathLst>
            </a:custGeom>
            <a:solidFill>
              <a:srgbClr val="000000"/>
            </a:solidFill>
          </p:spPr>
          <p:txBody>
            <a:bodyPr wrap="square" lIns="0" tIns="0" rIns="0" bIns="0" rtlCol="0"/>
            <a:lstStyle/>
            <a:p/>
          </p:txBody>
        </p:sp>
        <p:pic>
          <p:nvPicPr>
            <p:cNvPr id="70" name="object 70"/>
            <p:cNvPicPr/>
            <p:nvPr/>
          </p:nvPicPr>
          <p:blipFill>
            <a:blip r:embed="rId30" cstate="print"/>
            <a:stretch>
              <a:fillRect/>
            </a:stretch>
          </p:blipFill>
          <p:spPr>
            <a:xfrm>
              <a:off x="3745991" y="2188463"/>
              <a:ext cx="358140" cy="277368"/>
            </a:xfrm>
            <a:prstGeom prst="rect">
              <a:avLst/>
            </a:prstGeom>
          </p:spPr>
        </p:pic>
        <p:sp>
          <p:nvSpPr>
            <p:cNvPr id="71" name="object 71"/>
            <p:cNvSpPr/>
            <p:nvPr/>
          </p:nvSpPr>
          <p:spPr>
            <a:xfrm>
              <a:off x="3745991" y="2188463"/>
              <a:ext cx="358140" cy="277495"/>
            </a:xfrm>
            <a:custGeom>
              <a:avLst/>
              <a:gdLst/>
              <a:ahLst/>
              <a:cxnLst/>
              <a:rect l="l" t="t" r="r" b="b"/>
              <a:pathLst>
                <a:path w="358139" h="277494">
                  <a:moveTo>
                    <a:pt x="0" y="138684"/>
                  </a:moveTo>
                  <a:lnTo>
                    <a:pt x="179070" y="0"/>
                  </a:lnTo>
                  <a:lnTo>
                    <a:pt x="358140" y="138684"/>
                  </a:lnTo>
                  <a:lnTo>
                    <a:pt x="268605" y="138684"/>
                  </a:lnTo>
                  <a:lnTo>
                    <a:pt x="268605" y="277368"/>
                  </a:lnTo>
                  <a:lnTo>
                    <a:pt x="89535" y="277368"/>
                  </a:lnTo>
                  <a:lnTo>
                    <a:pt x="89535" y="138684"/>
                  </a:lnTo>
                  <a:lnTo>
                    <a:pt x="0" y="138684"/>
                  </a:lnTo>
                  <a:close/>
                </a:path>
              </a:pathLst>
            </a:custGeom>
            <a:ln w="6350">
              <a:solidFill>
                <a:srgbClr val="FFC000"/>
              </a:solidFill>
            </a:ln>
          </p:spPr>
          <p:txBody>
            <a:bodyPr wrap="square" lIns="0" tIns="0" rIns="0" bIns="0" rtlCol="0"/>
            <a:lstStyle/>
            <a:p/>
          </p:txBody>
        </p:sp>
        <p:pic>
          <p:nvPicPr>
            <p:cNvPr id="72" name="object 72"/>
            <p:cNvPicPr/>
            <p:nvPr/>
          </p:nvPicPr>
          <p:blipFill>
            <a:blip r:embed="rId31" cstate="print"/>
            <a:stretch>
              <a:fillRect/>
            </a:stretch>
          </p:blipFill>
          <p:spPr>
            <a:xfrm>
              <a:off x="3800856" y="1903475"/>
              <a:ext cx="341375" cy="246887"/>
            </a:xfrm>
            <a:prstGeom prst="rect">
              <a:avLst/>
            </a:prstGeom>
          </p:spPr>
        </p:pic>
        <p:sp>
          <p:nvSpPr>
            <p:cNvPr id="73" name="object 73"/>
            <p:cNvSpPr/>
            <p:nvPr/>
          </p:nvSpPr>
          <p:spPr>
            <a:xfrm>
              <a:off x="3640835" y="2837687"/>
              <a:ext cx="506095" cy="307975"/>
            </a:xfrm>
            <a:custGeom>
              <a:avLst/>
              <a:gdLst/>
              <a:ahLst/>
              <a:cxnLst/>
              <a:rect l="l" t="t" r="r" b="b"/>
              <a:pathLst>
                <a:path w="506095" h="307975">
                  <a:moveTo>
                    <a:pt x="0" y="307848"/>
                  </a:moveTo>
                  <a:lnTo>
                    <a:pt x="505967" y="307848"/>
                  </a:lnTo>
                  <a:lnTo>
                    <a:pt x="505967" y="0"/>
                  </a:lnTo>
                  <a:lnTo>
                    <a:pt x="0" y="0"/>
                  </a:lnTo>
                  <a:lnTo>
                    <a:pt x="0" y="307848"/>
                  </a:lnTo>
                  <a:close/>
                </a:path>
              </a:pathLst>
            </a:custGeom>
            <a:ln w="12699">
              <a:solidFill>
                <a:srgbClr val="000000"/>
              </a:solidFill>
            </a:ln>
          </p:spPr>
          <p:txBody>
            <a:bodyPr wrap="square" lIns="0" tIns="0" rIns="0" bIns="0" rtlCol="0"/>
            <a:lstStyle/>
            <a:p/>
          </p:txBody>
        </p:sp>
        <p:pic>
          <p:nvPicPr>
            <p:cNvPr id="74" name="object 74"/>
            <p:cNvPicPr/>
            <p:nvPr/>
          </p:nvPicPr>
          <p:blipFill>
            <a:blip r:embed="rId32" cstate="print"/>
            <a:stretch>
              <a:fillRect/>
            </a:stretch>
          </p:blipFill>
          <p:spPr>
            <a:xfrm>
              <a:off x="3656076" y="2915411"/>
              <a:ext cx="461772" cy="146303"/>
            </a:xfrm>
            <a:prstGeom prst="rect">
              <a:avLst/>
            </a:prstGeom>
          </p:spPr>
        </p:pic>
        <p:sp>
          <p:nvSpPr>
            <p:cNvPr id="75" name="object 75"/>
            <p:cNvSpPr/>
            <p:nvPr/>
          </p:nvSpPr>
          <p:spPr>
            <a:xfrm>
              <a:off x="3922014" y="2503169"/>
              <a:ext cx="349885" cy="1783714"/>
            </a:xfrm>
            <a:custGeom>
              <a:avLst/>
              <a:gdLst/>
              <a:ahLst/>
              <a:cxnLst/>
              <a:rect l="l" t="t" r="r" b="b"/>
              <a:pathLst>
                <a:path w="349885" h="1783714">
                  <a:moveTo>
                    <a:pt x="76200" y="76200"/>
                  </a:moveTo>
                  <a:lnTo>
                    <a:pt x="69850" y="63500"/>
                  </a:lnTo>
                  <a:lnTo>
                    <a:pt x="38100" y="0"/>
                  </a:lnTo>
                  <a:lnTo>
                    <a:pt x="0" y="76200"/>
                  </a:lnTo>
                  <a:lnTo>
                    <a:pt x="28575" y="76200"/>
                  </a:lnTo>
                  <a:lnTo>
                    <a:pt x="28575" y="276987"/>
                  </a:lnTo>
                  <a:lnTo>
                    <a:pt x="47625" y="276987"/>
                  </a:lnTo>
                  <a:lnTo>
                    <a:pt x="47625" y="76200"/>
                  </a:lnTo>
                  <a:lnTo>
                    <a:pt x="76200" y="76200"/>
                  </a:lnTo>
                  <a:close/>
                </a:path>
                <a:path w="349885" h="1783714">
                  <a:moveTo>
                    <a:pt x="349377" y="613156"/>
                  </a:moveTo>
                  <a:lnTo>
                    <a:pt x="348742" y="560451"/>
                  </a:lnTo>
                  <a:lnTo>
                    <a:pt x="348107" y="534924"/>
                  </a:lnTo>
                  <a:lnTo>
                    <a:pt x="347243" y="510032"/>
                  </a:lnTo>
                  <a:lnTo>
                    <a:pt x="346138" y="486283"/>
                  </a:lnTo>
                  <a:lnTo>
                    <a:pt x="346075" y="484759"/>
                  </a:lnTo>
                  <a:lnTo>
                    <a:pt x="344741" y="462026"/>
                  </a:lnTo>
                  <a:lnTo>
                    <a:pt x="344678" y="460883"/>
                  </a:lnTo>
                  <a:lnTo>
                    <a:pt x="343128" y="439293"/>
                  </a:lnTo>
                  <a:lnTo>
                    <a:pt x="338963" y="394081"/>
                  </a:lnTo>
                  <a:lnTo>
                    <a:pt x="333629" y="353949"/>
                  </a:lnTo>
                  <a:lnTo>
                    <a:pt x="323596" y="300990"/>
                  </a:lnTo>
                  <a:lnTo>
                    <a:pt x="310642" y="254254"/>
                  </a:lnTo>
                  <a:lnTo>
                    <a:pt x="294894" y="212852"/>
                  </a:lnTo>
                  <a:lnTo>
                    <a:pt x="270129" y="165100"/>
                  </a:lnTo>
                  <a:lnTo>
                    <a:pt x="241935" y="124587"/>
                  </a:lnTo>
                  <a:lnTo>
                    <a:pt x="210947" y="89916"/>
                  </a:lnTo>
                  <a:lnTo>
                    <a:pt x="177927" y="59817"/>
                  </a:lnTo>
                  <a:lnTo>
                    <a:pt x="170078" y="53721"/>
                  </a:lnTo>
                  <a:lnTo>
                    <a:pt x="175933" y="45974"/>
                  </a:lnTo>
                  <a:lnTo>
                    <a:pt x="187452" y="30734"/>
                  </a:lnTo>
                  <a:lnTo>
                    <a:pt x="103632" y="15240"/>
                  </a:lnTo>
                  <a:lnTo>
                    <a:pt x="141478" y="91567"/>
                  </a:lnTo>
                  <a:lnTo>
                    <a:pt x="158597" y="68910"/>
                  </a:lnTo>
                  <a:lnTo>
                    <a:pt x="148463" y="60960"/>
                  </a:lnTo>
                  <a:lnTo>
                    <a:pt x="158635" y="68910"/>
                  </a:lnTo>
                  <a:lnTo>
                    <a:pt x="166484" y="75082"/>
                  </a:lnTo>
                  <a:lnTo>
                    <a:pt x="180555" y="87401"/>
                  </a:lnTo>
                  <a:lnTo>
                    <a:pt x="197319" y="103352"/>
                  </a:lnTo>
                  <a:lnTo>
                    <a:pt x="197637" y="103581"/>
                  </a:lnTo>
                  <a:lnTo>
                    <a:pt x="227190" y="136652"/>
                  </a:lnTo>
                  <a:lnTo>
                    <a:pt x="254254" y="175666"/>
                  </a:lnTo>
                  <a:lnTo>
                    <a:pt x="277787" y="221373"/>
                  </a:lnTo>
                  <a:lnTo>
                    <a:pt x="292214" y="259130"/>
                  </a:lnTo>
                  <a:lnTo>
                    <a:pt x="305460" y="307124"/>
                  </a:lnTo>
                  <a:lnTo>
                    <a:pt x="314833" y="356743"/>
                  </a:lnTo>
                  <a:lnTo>
                    <a:pt x="320001" y="395998"/>
                  </a:lnTo>
                  <a:lnTo>
                    <a:pt x="320027" y="396240"/>
                  </a:lnTo>
                  <a:lnTo>
                    <a:pt x="320141" y="397078"/>
                  </a:lnTo>
                  <a:lnTo>
                    <a:pt x="322072" y="417195"/>
                  </a:lnTo>
                  <a:lnTo>
                    <a:pt x="323977" y="439293"/>
                  </a:lnTo>
                  <a:lnTo>
                    <a:pt x="325539" y="460883"/>
                  </a:lnTo>
                  <a:lnTo>
                    <a:pt x="325628" y="462026"/>
                  </a:lnTo>
                  <a:lnTo>
                    <a:pt x="328129" y="509270"/>
                  </a:lnTo>
                  <a:lnTo>
                    <a:pt x="329806" y="560197"/>
                  </a:lnTo>
                  <a:lnTo>
                    <a:pt x="330327" y="613156"/>
                  </a:lnTo>
                  <a:lnTo>
                    <a:pt x="330073" y="667385"/>
                  </a:lnTo>
                  <a:lnTo>
                    <a:pt x="329057" y="722757"/>
                  </a:lnTo>
                  <a:lnTo>
                    <a:pt x="327152" y="778637"/>
                  </a:lnTo>
                  <a:lnTo>
                    <a:pt x="324485" y="834771"/>
                  </a:lnTo>
                  <a:lnTo>
                    <a:pt x="321056" y="890524"/>
                  </a:lnTo>
                  <a:lnTo>
                    <a:pt x="316992" y="945388"/>
                  </a:lnTo>
                  <a:lnTo>
                    <a:pt x="312166" y="998855"/>
                  </a:lnTo>
                  <a:lnTo>
                    <a:pt x="306959" y="1050544"/>
                  </a:lnTo>
                  <a:lnTo>
                    <a:pt x="301117" y="1099820"/>
                  </a:lnTo>
                  <a:lnTo>
                    <a:pt x="294767" y="1146302"/>
                  </a:lnTo>
                  <a:lnTo>
                    <a:pt x="287566" y="1190650"/>
                  </a:lnTo>
                  <a:lnTo>
                    <a:pt x="287604" y="1190904"/>
                  </a:lnTo>
                  <a:lnTo>
                    <a:pt x="279920" y="1232065"/>
                  </a:lnTo>
                  <a:lnTo>
                    <a:pt x="270510" y="1276477"/>
                  </a:lnTo>
                  <a:lnTo>
                    <a:pt x="260781" y="1318044"/>
                  </a:lnTo>
                  <a:lnTo>
                    <a:pt x="260781" y="1318285"/>
                  </a:lnTo>
                  <a:lnTo>
                    <a:pt x="251040" y="1355839"/>
                  </a:lnTo>
                  <a:lnTo>
                    <a:pt x="239433" y="1397215"/>
                  </a:lnTo>
                  <a:lnTo>
                    <a:pt x="228003" y="1435277"/>
                  </a:lnTo>
                  <a:lnTo>
                    <a:pt x="213690" y="1479372"/>
                  </a:lnTo>
                  <a:lnTo>
                    <a:pt x="187782" y="1553895"/>
                  </a:lnTo>
                  <a:lnTo>
                    <a:pt x="187718" y="1554111"/>
                  </a:lnTo>
                  <a:lnTo>
                    <a:pt x="159639" y="1628902"/>
                  </a:lnTo>
                  <a:lnTo>
                    <a:pt x="130429" y="1702943"/>
                  </a:lnTo>
                  <a:lnTo>
                    <a:pt x="100584" y="1776476"/>
                  </a:lnTo>
                  <a:lnTo>
                    <a:pt x="118237" y="1783588"/>
                  </a:lnTo>
                  <a:lnTo>
                    <a:pt x="148082" y="1710055"/>
                  </a:lnTo>
                  <a:lnTo>
                    <a:pt x="177419" y="1635760"/>
                  </a:lnTo>
                  <a:lnTo>
                    <a:pt x="205613" y="1560449"/>
                  </a:lnTo>
                  <a:lnTo>
                    <a:pt x="232410" y="1483614"/>
                  </a:lnTo>
                  <a:lnTo>
                    <a:pt x="245110" y="1444371"/>
                  </a:lnTo>
                  <a:lnTo>
                    <a:pt x="257175" y="1404493"/>
                  </a:lnTo>
                  <a:lnTo>
                    <a:pt x="268605" y="1363980"/>
                  </a:lnTo>
                  <a:lnTo>
                    <a:pt x="279273" y="1322705"/>
                  </a:lnTo>
                  <a:lnTo>
                    <a:pt x="289179" y="1280668"/>
                  </a:lnTo>
                  <a:lnTo>
                    <a:pt x="298196" y="1237869"/>
                  </a:lnTo>
                  <a:lnTo>
                    <a:pt x="306273" y="1194181"/>
                  </a:lnTo>
                  <a:lnTo>
                    <a:pt x="313563" y="1149223"/>
                  </a:lnTo>
                  <a:lnTo>
                    <a:pt x="319913" y="1102360"/>
                  </a:lnTo>
                  <a:lnTo>
                    <a:pt x="325882" y="1052703"/>
                  </a:lnTo>
                  <a:lnTo>
                    <a:pt x="331089" y="1000760"/>
                  </a:lnTo>
                  <a:lnTo>
                    <a:pt x="335915" y="947039"/>
                  </a:lnTo>
                  <a:lnTo>
                    <a:pt x="339979" y="891921"/>
                  </a:lnTo>
                  <a:lnTo>
                    <a:pt x="343408" y="835914"/>
                  </a:lnTo>
                  <a:lnTo>
                    <a:pt x="346075" y="779526"/>
                  </a:lnTo>
                  <a:lnTo>
                    <a:pt x="347980" y="723265"/>
                  </a:lnTo>
                  <a:lnTo>
                    <a:pt x="349123" y="667766"/>
                  </a:lnTo>
                  <a:lnTo>
                    <a:pt x="349377" y="613156"/>
                  </a:lnTo>
                  <a:close/>
                </a:path>
              </a:pathLst>
            </a:custGeom>
            <a:solidFill>
              <a:srgbClr val="000000"/>
            </a:solidFill>
          </p:spPr>
          <p:txBody>
            <a:bodyPr wrap="square" lIns="0" tIns="0" rIns="0" bIns="0" rtlCol="0"/>
            <a:lstStyle/>
            <a:p/>
          </p:txBody>
        </p:sp>
        <p:pic>
          <p:nvPicPr>
            <p:cNvPr id="76" name="object 76"/>
            <p:cNvPicPr/>
            <p:nvPr/>
          </p:nvPicPr>
          <p:blipFill>
            <a:blip r:embed="rId33" cstate="print"/>
            <a:stretch>
              <a:fillRect/>
            </a:stretch>
          </p:blipFill>
          <p:spPr>
            <a:xfrm>
              <a:off x="2613660" y="4666487"/>
              <a:ext cx="196595" cy="152400"/>
            </a:xfrm>
            <a:prstGeom prst="rect">
              <a:avLst/>
            </a:prstGeom>
          </p:spPr>
        </p:pic>
        <p:pic>
          <p:nvPicPr>
            <p:cNvPr id="77" name="object 77"/>
            <p:cNvPicPr/>
            <p:nvPr/>
          </p:nvPicPr>
          <p:blipFill>
            <a:blip r:embed="rId34" cstate="print"/>
            <a:stretch>
              <a:fillRect/>
            </a:stretch>
          </p:blipFill>
          <p:spPr>
            <a:xfrm>
              <a:off x="3189732" y="4668011"/>
              <a:ext cx="188976" cy="149351"/>
            </a:xfrm>
            <a:prstGeom prst="rect">
              <a:avLst/>
            </a:prstGeom>
          </p:spPr>
        </p:pic>
        <p:pic>
          <p:nvPicPr>
            <p:cNvPr id="78" name="object 78"/>
            <p:cNvPicPr/>
            <p:nvPr/>
          </p:nvPicPr>
          <p:blipFill>
            <a:blip r:embed="rId35" cstate="print"/>
            <a:stretch>
              <a:fillRect/>
            </a:stretch>
          </p:blipFill>
          <p:spPr>
            <a:xfrm>
              <a:off x="3745991" y="4668011"/>
              <a:ext cx="195072" cy="149351"/>
            </a:xfrm>
            <a:prstGeom prst="rect">
              <a:avLst/>
            </a:prstGeom>
          </p:spPr>
        </p:pic>
      </p:grpSp>
      <p:grpSp>
        <p:nvGrpSpPr>
          <p:cNvPr id="79" name="object 79"/>
          <p:cNvGrpSpPr/>
          <p:nvPr/>
        </p:nvGrpSpPr>
        <p:grpSpPr>
          <a:xfrm>
            <a:off x="4323588" y="4355465"/>
            <a:ext cx="196850" cy="820419"/>
            <a:chOff x="4323588" y="4355465"/>
            <a:chExt cx="196850" cy="820419"/>
          </a:xfrm>
        </p:grpSpPr>
        <p:pic>
          <p:nvPicPr>
            <p:cNvPr id="80" name="object 80"/>
            <p:cNvPicPr/>
            <p:nvPr/>
          </p:nvPicPr>
          <p:blipFill>
            <a:blip r:embed="rId36" cstate="print"/>
            <a:stretch>
              <a:fillRect/>
            </a:stretch>
          </p:blipFill>
          <p:spPr>
            <a:xfrm>
              <a:off x="4328160" y="4358640"/>
              <a:ext cx="181355" cy="813816"/>
            </a:xfrm>
            <a:prstGeom prst="rect">
              <a:avLst/>
            </a:prstGeom>
          </p:spPr>
        </p:pic>
        <p:sp>
          <p:nvSpPr>
            <p:cNvPr id="81" name="object 81"/>
            <p:cNvSpPr/>
            <p:nvPr/>
          </p:nvSpPr>
          <p:spPr>
            <a:xfrm>
              <a:off x="4328160" y="4358640"/>
              <a:ext cx="181610" cy="814069"/>
            </a:xfrm>
            <a:custGeom>
              <a:avLst/>
              <a:gdLst/>
              <a:ahLst/>
              <a:cxnLst/>
              <a:rect l="l" t="t" r="r" b="b"/>
              <a:pathLst>
                <a:path w="181610" h="814070">
                  <a:moveTo>
                    <a:pt x="0" y="813816"/>
                  </a:moveTo>
                  <a:lnTo>
                    <a:pt x="181355" y="813816"/>
                  </a:lnTo>
                  <a:lnTo>
                    <a:pt x="181355" y="0"/>
                  </a:lnTo>
                  <a:lnTo>
                    <a:pt x="0" y="0"/>
                  </a:lnTo>
                  <a:lnTo>
                    <a:pt x="0" y="813816"/>
                  </a:lnTo>
                  <a:close/>
                </a:path>
              </a:pathLst>
            </a:custGeom>
            <a:ln w="6349">
              <a:solidFill>
                <a:srgbClr val="5B9BD4"/>
              </a:solidFill>
            </a:ln>
          </p:spPr>
          <p:txBody>
            <a:bodyPr wrap="square" lIns="0" tIns="0" rIns="0" bIns="0" rtlCol="0"/>
            <a:lstStyle/>
            <a:p/>
          </p:txBody>
        </p:sp>
        <p:pic>
          <p:nvPicPr>
            <p:cNvPr id="82" name="object 82"/>
            <p:cNvPicPr/>
            <p:nvPr/>
          </p:nvPicPr>
          <p:blipFill>
            <a:blip r:embed="rId37" cstate="print"/>
            <a:stretch>
              <a:fillRect/>
            </a:stretch>
          </p:blipFill>
          <p:spPr>
            <a:xfrm>
              <a:off x="4323588" y="4668012"/>
              <a:ext cx="196596" cy="152400"/>
            </a:xfrm>
            <a:prstGeom prst="rect">
              <a:avLst/>
            </a:prstGeom>
          </p:spPr>
        </p:pic>
      </p:grpSp>
      <p:pic>
        <p:nvPicPr>
          <p:cNvPr id="83" name="object 83"/>
          <p:cNvPicPr/>
          <p:nvPr/>
        </p:nvPicPr>
        <p:blipFill>
          <a:blip r:embed="rId38" cstate="print"/>
          <a:stretch>
            <a:fillRect/>
          </a:stretch>
        </p:blipFill>
        <p:spPr>
          <a:xfrm>
            <a:off x="3460241" y="4740402"/>
            <a:ext cx="231012" cy="76200"/>
          </a:xfrm>
          <a:prstGeom prst="rect">
            <a:avLst/>
          </a:prstGeom>
        </p:spPr>
      </p:pic>
      <p:pic>
        <p:nvPicPr>
          <p:cNvPr id="84" name="object 84"/>
          <p:cNvPicPr/>
          <p:nvPr/>
        </p:nvPicPr>
        <p:blipFill>
          <a:blip r:embed="rId1" cstate="print"/>
          <a:stretch>
            <a:fillRect/>
          </a:stretch>
        </p:blipFill>
        <p:spPr>
          <a:xfrm>
            <a:off x="2897885" y="4740402"/>
            <a:ext cx="231012" cy="76200"/>
          </a:xfrm>
          <a:prstGeom prst="rect">
            <a:avLst/>
          </a:prstGeom>
        </p:spPr>
      </p:pic>
      <p:pic>
        <p:nvPicPr>
          <p:cNvPr id="85" name="object 85"/>
          <p:cNvPicPr/>
          <p:nvPr/>
        </p:nvPicPr>
        <p:blipFill>
          <a:blip r:embed="rId39" cstate="print"/>
          <a:stretch>
            <a:fillRect/>
          </a:stretch>
        </p:blipFill>
        <p:spPr>
          <a:xfrm>
            <a:off x="2675382" y="5252465"/>
            <a:ext cx="76200" cy="233045"/>
          </a:xfrm>
          <a:prstGeom prst="rect">
            <a:avLst/>
          </a:prstGeom>
        </p:spPr>
      </p:pic>
      <p:pic>
        <p:nvPicPr>
          <p:cNvPr id="86" name="object 86"/>
          <p:cNvPicPr/>
          <p:nvPr/>
        </p:nvPicPr>
        <p:blipFill>
          <a:blip r:embed="rId39" cstate="print"/>
          <a:stretch>
            <a:fillRect/>
          </a:stretch>
        </p:blipFill>
        <p:spPr>
          <a:xfrm>
            <a:off x="3254502" y="5252465"/>
            <a:ext cx="76200" cy="233045"/>
          </a:xfrm>
          <a:prstGeom prst="rect">
            <a:avLst/>
          </a:prstGeom>
        </p:spPr>
      </p:pic>
      <p:pic>
        <p:nvPicPr>
          <p:cNvPr id="87" name="object 87"/>
          <p:cNvPicPr/>
          <p:nvPr/>
        </p:nvPicPr>
        <p:blipFill>
          <a:blip r:embed="rId39" cstate="print"/>
          <a:stretch>
            <a:fillRect/>
          </a:stretch>
        </p:blipFill>
        <p:spPr>
          <a:xfrm>
            <a:off x="3816858" y="5252465"/>
            <a:ext cx="76200" cy="233045"/>
          </a:xfrm>
          <a:prstGeom prst="rect">
            <a:avLst/>
          </a:prstGeom>
        </p:spPr>
      </p:pic>
      <p:pic>
        <p:nvPicPr>
          <p:cNvPr id="88" name="object 88"/>
          <p:cNvPicPr/>
          <p:nvPr/>
        </p:nvPicPr>
        <p:blipFill>
          <a:blip r:embed="rId40" cstate="print"/>
          <a:stretch>
            <a:fillRect/>
          </a:stretch>
        </p:blipFill>
        <p:spPr>
          <a:xfrm>
            <a:off x="4380738" y="5255514"/>
            <a:ext cx="76200" cy="233045"/>
          </a:xfrm>
          <a:prstGeom prst="rect">
            <a:avLst/>
          </a:prstGeom>
        </p:spPr>
      </p:pic>
      <p:sp>
        <p:nvSpPr>
          <p:cNvPr id="89" name="object 89"/>
          <p:cNvSpPr txBox="1"/>
          <p:nvPr/>
        </p:nvSpPr>
        <p:spPr>
          <a:xfrm>
            <a:off x="2433066" y="5812028"/>
            <a:ext cx="909955" cy="196850"/>
          </a:xfrm>
          <a:prstGeom prst="rect">
            <a:avLst/>
          </a:prstGeom>
        </p:spPr>
        <p:txBody>
          <a:bodyPr vert="horz" wrap="square" lIns="0" tIns="12700" rIns="0" bIns="0" rtlCol="0">
            <a:spAutoFit/>
          </a:bodyPr>
          <a:lstStyle/>
          <a:p>
            <a:pPr marL="12700">
              <a:lnSpc>
                <a:spcPct val="100000"/>
              </a:lnSpc>
              <a:spcBef>
                <a:spcPts val="100"/>
              </a:spcBef>
              <a:tabLst>
                <a:tab pos="808355" algn="l"/>
              </a:tabLst>
            </a:pPr>
            <a:r>
              <a:rPr sz="1200" spc="-10" dirty="0">
                <a:latin typeface="Calibri" panose="020F0502020204030204"/>
                <a:cs typeface="Calibri" panose="020F0502020204030204"/>
              </a:rPr>
              <a:t>&lt;START&gt;</a:t>
            </a:r>
            <a:r>
              <a:rPr sz="1200" dirty="0">
                <a:latin typeface="Calibri" panose="020F0502020204030204"/>
                <a:cs typeface="Calibri" panose="020F0502020204030204"/>
              </a:rPr>
              <a:t>	</a:t>
            </a:r>
            <a:r>
              <a:rPr sz="1200" spc="-50" dirty="0">
                <a:latin typeface="Calibri" panose="020F0502020204030204"/>
                <a:cs typeface="Calibri" panose="020F0502020204030204"/>
              </a:rPr>
              <a:t>A</a:t>
            </a:r>
            <a:endParaRPr sz="1200">
              <a:latin typeface="Calibri" panose="020F0502020204030204"/>
              <a:cs typeface="Calibri" panose="020F0502020204030204"/>
            </a:endParaRPr>
          </a:p>
        </p:txBody>
      </p:sp>
      <p:sp>
        <p:nvSpPr>
          <p:cNvPr id="90" name="object 90"/>
          <p:cNvSpPr txBox="1"/>
          <p:nvPr/>
        </p:nvSpPr>
        <p:spPr>
          <a:xfrm>
            <a:off x="3667125" y="5818733"/>
            <a:ext cx="296545" cy="196850"/>
          </a:xfrm>
          <a:prstGeom prst="rect">
            <a:avLst/>
          </a:prstGeom>
        </p:spPr>
        <p:txBody>
          <a:bodyPr vert="horz" wrap="square" lIns="0" tIns="12700" rIns="0" bIns="0" rtlCol="0">
            <a:spAutoFit/>
          </a:bodyPr>
          <a:lstStyle/>
          <a:p>
            <a:pPr marL="12700">
              <a:lnSpc>
                <a:spcPct val="100000"/>
              </a:lnSpc>
              <a:spcBef>
                <a:spcPts val="100"/>
              </a:spcBef>
            </a:pPr>
            <a:r>
              <a:rPr sz="1200" spc="-20" dirty="0">
                <a:latin typeface="Calibri" panose="020F0502020204030204"/>
                <a:cs typeface="Calibri" panose="020F0502020204030204"/>
              </a:rPr>
              <a:t>cute</a:t>
            </a:r>
            <a:endParaRPr sz="1200">
              <a:latin typeface="Calibri" panose="020F0502020204030204"/>
              <a:cs typeface="Calibri" panose="020F0502020204030204"/>
            </a:endParaRPr>
          </a:p>
        </p:txBody>
      </p:sp>
      <p:sp>
        <p:nvSpPr>
          <p:cNvPr id="91" name="object 91"/>
          <p:cNvSpPr txBox="1"/>
          <p:nvPr/>
        </p:nvSpPr>
        <p:spPr>
          <a:xfrm>
            <a:off x="4196334" y="5818733"/>
            <a:ext cx="415925" cy="196850"/>
          </a:xfrm>
          <a:prstGeom prst="rect">
            <a:avLst/>
          </a:prstGeom>
        </p:spPr>
        <p:txBody>
          <a:bodyPr vert="horz" wrap="square" lIns="0" tIns="12700" rIns="0" bIns="0" rtlCol="0">
            <a:spAutoFit/>
          </a:bodyPr>
          <a:lstStyle/>
          <a:p>
            <a:pPr marL="12700">
              <a:lnSpc>
                <a:spcPct val="100000"/>
              </a:lnSpc>
              <a:spcBef>
                <a:spcPts val="100"/>
              </a:spcBef>
            </a:pPr>
            <a:r>
              <a:rPr sz="1200" spc="-10" dirty="0">
                <a:latin typeface="Calibri" panose="020F0502020204030204"/>
                <a:cs typeface="Calibri" panose="020F0502020204030204"/>
              </a:rPr>
              <a:t>puppy</a:t>
            </a:r>
            <a:endParaRPr sz="1200">
              <a:latin typeface="Calibri" panose="020F0502020204030204"/>
              <a:cs typeface="Calibri" panose="020F0502020204030204"/>
            </a:endParaRPr>
          </a:p>
        </p:txBody>
      </p:sp>
      <p:pic>
        <p:nvPicPr>
          <p:cNvPr id="92" name="object 92"/>
          <p:cNvPicPr/>
          <p:nvPr/>
        </p:nvPicPr>
        <p:blipFill>
          <a:blip r:embed="rId38" cstate="print"/>
          <a:stretch>
            <a:fillRect/>
          </a:stretch>
        </p:blipFill>
        <p:spPr>
          <a:xfrm>
            <a:off x="1674114" y="4728209"/>
            <a:ext cx="231012" cy="76200"/>
          </a:xfrm>
          <a:prstGeom prst="rect">
            <a:avLst/>
          </a:prstGeom>
        </p:spPr>
      </p:pic>
      <p:pic>
        <p:nvPicPr>
          <p:cNvPr id="93" name="object 93"/>
          <p:cNvPicPr/>
          <p:nvPr/>
        </p:nvPicPr>
        <p:blipFill>
          <a:blip r:embed="rId41" cstate="print"/>
          <a:stretch>
            <a:fillRect/>
          </a:stretch>
        </p:blipFill>
        <p:spPr>
          <a:xfrm>
            <a:off x="1107186" y="4728209"/>
            <a:ext cx="231012" cy="76200"/>
          </a:xfrm>
          <a:prstGeom prst="rect">
            <a:avLst/>
          </a:prstGeom>
        </p:spPr>
      </p:pic>
      <p:pic>
        <p:nvPicPr>
          <p:cNvPr id="94" name="object 94"/>
          <p:cNvPicPr/>
          <p:nvPr/>
        </p:nvPicPr>
        <p:blipFill>
          <a:blip r:embed="rId39" cstate="print"/>
          <a:stretch>
            <a:fillRect/>
          </a:stretch>
        </p:blipFill>
        <p:spPr>
          <a:xfrm>
            <a:off x="1465325" y="5240273"/>
            <a:ext cx="76200" cy="233044"/>
          </a:xfrm>
          <a:prstGeom prst="rect">
            <a:avLst/>
          </a:prstGeom>
        </p:spPr>
      </p:pic>
      <p:pic>
        <p:nvPicPr>
          <p:cNvPr id="95" name="object 95"/>
          <p:cNvPicPr/>
          <p:nvPr/>
        </p:nvPicPr>
        <p:blipFill>
          <a:blip r:embed="rId39" cstate="print"/>
          <a:stretch>
            <a:fillRect/>
          </a:stretch>
        </p:blipFill>
        <p:spPr>
          <a:xfrm>
            <a:off x="902969" y="5240273"/>
            <a:ext cx="76200" cy="233044"/>
          </a:xfrm>
          <a:prstGeom prst="rect">
            <a:avLst/>
          </a:prstGeom>
        </p:spPr>
      </p:pic>
      <p:pic>
        <p:nvPicPr>
          <p:cNvPr id="96" name="object 96"/>
          <p:cNvPicPr/>
          <p:nvPr/>
        </p:nvPicPr>
        <p:blipFill>
          <a:blip r:embed="rId39" cstate="print"/>
          <a:stretch>
            <a:fillRect/>
          </a:stretch>
        </p:blipFill>
        <p:spPr>
          <a:xfrm>
            <a:off x="2027682" y="5243321"/>
            <a:ext cx="76200" cy="233044"/>
          </a:xfrm>
          <a:prstGeom prst="rect">
            <a:avLst/>
          </a:prstGeom>
        </p:spPr>
      </p:pic>
      <p:sp>
        <p:nvSpPr>
          <p:cNvPr id="97" name="object 97"/>
          <p:cNvSpPr txBox="1"/>
          <p:nvPr/>
        </p:nvSpPr>
        <p:spPr>
          <a:xfrm>
            <a:off x="1931289" y="5818123"/>
            <a:ext cx="202565" cy="196850"/>
          </a:xfrm>
          <a:prstGeom prst="rect">
            <a:avLst/>
          </a:prstGeom>
        </p:spPr>
        <p:txBody>
          <a:bodyPr vert="horz" wrap="square" lIns="0" tIns="12700" rIns="0" bIns="0" rtlCol="0">
            <a:spAutoFit/>
          </a:bodyPr>
          <a:lstStyle/>
          <a:p>
            <a:pPr marL="12700">
              <a:lnSpc>
                <a:spcPct val="100000"/>
              </a:lnSpc>
              <a:spcBef>
                <a:spcPts val="100"/>
              </a:spcBef>
            </a:pPr>
            <a:r>
              <a:rPr sz="1200" spc="-25" dirty="0">
                <a:latin typeface="Calibri" panose="020F0502020204030204"/>
                <a:cs typeface="Calibri" panose="020F0502020204030204"/>
              </a:rPr>
              <a:t>Un</a:t>
            </a:r>
            <a:endParaRPr sz="1200">
              <a:latin typeface="Calibri" panose="020F0502020204030204"/>
              <a:cs typeface="Calibri" panose="020F0502020204030204"/>
            </a:endParaRPr>
          </a:p>
        </p:txBody>
      </p:sp>
      <p:sp>
        <p:nvSpPr>
          <p:cNvPr id="98" name="object 98"/>
          <p:cNvSpPr txBox="1"/>
          <p:nvPr/>
        </p:nvSpPr>
        <p:spPr>
          <a:xfrm>
            <a:off x="660298" y="5822086"/>
            <a:ext cx="937894" cy="196850"/>
          </a:xfrm>
          <a:prstGeom prst="rect">
            <a:avLst/>
          </a:prstGeom>
        </p:spPr>
        <p:txBody>
          <a:bodyPr vert="horz" wrap="square" lIns="0" tIns="12700" rIns="0" bIns="0" rtlCol="0">
            <a:spAutoFit/>
          </a:bodyPr>
          <a:lstStyle/>
          <a:p>
            <a:pPr marL="12700">
              <a:lnSpc>
                <a:spcPct val="100000"/>
              </a:lnSpc>
              <a:spcBef>
                <a:spcPts val="100"/>
              </a:spcBef>
              <a:tabLst>
                <a:tab pos="613410" algn="l"/>
              </a:tabLst>
            </a:pPr>
            <a:r>
              <a:rPr sz="1200" spc="-10" dirty="0">
                <a:latin typeface="Calibri" panose="020F0502020204030204"/>
                <a:cs typeface="Calibri" panose="020F0502020204030204"/>
              </a:rPr>
              <a:t>mignon</a:t>
            </a:r>
            <a:r>
              <a:rPr sz="1200" dirty="0">
                <a:latin typeface="Calibri" panose="020F0502020204030204"/>
                <a:cs typeface="Calibri" panose="020F0502020204030204"/>
              </a:rPr>
              <a:t>	</a:t>
            </a:r>
            <a:r>
              <a:rPr sz="1200" spc="-10" dirty="0">
                <a:latin typeface="Calibri" panose="020F0502020204030204"/>
                <a:cs typeface="Calibri" panose="020F0502020204030204"/>
              </a:rPr>
              <a:t>chiot</a:t>
            </a:r>
            <a:endParaRPr sz="1200">
              <a:latin typeface="Calibri" panose="020F0502020204030204"/>
              <a:cs typeface="Calibri" panose="020F0502020204030204"/>
            </a:endParaRPr>
          </a:p>
        </p:txBody>
      </p:sp>
      <p:pic>
        <p:nvPicPr>
          <p:cNvPr id="99" name="object 99"/>
          <p:cNvPicPr/>
          <p:nvPr/>
        </p:nvPicPr>
        <p:blipFill>
          <a:blip r:embed="rId42" cstate="print"/>
          <a:stretch>
            <a:fillRect/>
          </a:stretch>
        </p:blipFill>
        <p:spPr>
          <a:xfrm>
            <a:off x="2292730" y="4726813"/>
            <a:ext cx="245744" cy="76200"/>
          </a:xfrm>
          <a:prstGeom prst="rect">
            <a:avLst/>
          </a:prstGeom>
        </p:spPr>
      </p:pic>
      <p:pic>
        <p:nvPicPr>
          <p:cNvPr id="100" name="object 100"/>
          <p:cNvPicPr/>
          <p:nvPr/>
        </p:nvPicPr>
        <p:blipFill>
          <a:blip r:embed="rId43" cstate="print"/>
          <a:stretch>
            <a:fillRect/>
          </a:stretch>
        </p:blipFill>
        <p:spPr>
          <a:xfrm>
            <a:off x="762000" y="5590032"/>
            <a:ext cx="353568" cy="182880"/>
          </a:xfrm>
          <a:prstGeom prst="rect">
            <a:avLst/>
          </a:prstGeom>
        </p:spPr>
      </p:pic>
      <p:pic>
        <p:nvPicPr>
          <p:cNvPr id="101" name="object 101"/>
          <p:cNvPicPr/>
          <p:nvPr/>
        </p:nvPicPr>
        <p:blipFill>
          <a:blip r:embed="rId44" cstate="print"/>
          <a:stretch>
            <a:fillRect/>
          </a:stretch>
        </p:blipFill>
        <p:spPr>
          <a:xfrm>
            <a:off x="1341119" y="5590032"/>
            <a:ext cx="359663" cy="182880"/>
          </a:xfrm>
          <a:prstGeom prst="rect">
            <a:avLst/>
          </a:prstGeom>
        </p:spPr>
      </p:pic>
      <p:pic>
        <p:nvPicPr>
          <p:cNvPr id="102" name="object 102"/>
          <p:cNvPicPr/>
          <p:nvPr/>
        </p:nvPicPr>
        <p:blipFill>
          <a:blip r:embed="rId45" cstate="print"/>
          <a:stretch>
            <a:fillRect/>
          </a:stretch>
        </p:blipFill>
        <p:spPr>
          <a:xfrm>
            <a:off x="1903476" y="5590032"/>
            <a:ext cx="361188" cy="182880"/>
          </a:xfrm>
          <a:prstGeom prst="rect">
            <a:avLst/>
          </a:prstGeom>
        </p:spPr>
      </p:pic>
      <p:pic>
        <p:nvPicPr>
          <p:cNvPr id="103" name="object 103"/>
          <p:cNvPicPr/>
          <p:nvPr/>
        </p:nvPicPr>
        <p:blipFill>
          <a:blip r:embed="rId46" cstate="print"/>
          <a:stretch>
            <a:fillRect/>
          </a:stretch>
        </p:blipFill>
        <p:spPr>
          <a:xfrm>
            <a:off x="2531364" y="5571744"/>
            <a:ext cx="341375" cy="182880"/>
          </a:xfrm>
          <a:prstGeom prst="rect">
            <a:avLst/>
          </a:prstGeom>
        </p:spPr>
      </p:pic>
      <p:pic>
        <p:nvPicPr>
          <p:cNvPr id="104" name="object 104"/>
          <p:cNvPicPr/>
          <p:nvPr/>
        </p:nvPicPr>
        <p:blipFill>
          <a:blip r:embed="rId47" cstate="print"/>
          <a:stretch>
            <a:fillRect/>
          </a:stretch>
        </p:blipFill>
        <p:spPr>
          <a:xfrm>
            <a:off x="3110483" y="5571744"/>
            <a:ext cx="333756" cy="182880"/>
          </a:xfrm>
          <a:prstGeom prst="rect">
            <a:avLst/>
          </a:prstGeom>
        </p:spPr>
      </p:pic>
      <p:pic>
        <p:nvPicPr>
          <p:cNvPr id="105" name="object 105"/>
          <p:cNvPicPr/>
          <p:nvPr/>
        </p:nvPicPr>
        <p:blipFill>
          <a:blip r:embed="rId48" cstate="print"/>
          <a:stretch>
            <a:fillRect/>
          </a:stretch>
        </p:blipFill>
        <p:spPr>
          <a:xfrm>
            <a:off x="3672840" y="5571744"/>
            <a:ext cx="339851" cy="182880"/>
          </a:xfrm>
          <a:prstGeom prst="rect">
            <a:avLst/>
          </a:prstGeom>
        </p:spPr>
      </p:pic>
      <p:pic>
        <p:nvPicPr>
          <p:cNvPr id="106" name="object 106"/>
          <p:cNvPicPr/>
          <p:nvPr/>
        </p:nvPicPr>
        <p:blipFill>
          <a:blip r:embed="rId49" cstate="print"/>
          <a:stretch>
            <a:fillRect/>
          </a:stretch>
        </p:blipFill>
        <p:spPr>
          <a:xfrm>
            <a:off x="4236720" y="5574791"/>
            <a:ext cx="341375" cy="182880"/>
          </a:xfrm>
          <a:prstGeom prst="rect">
            <a:avLst/>
          </a:prstGeom>
        </p:spPr>
      </p:pic>
      <p:sp>
        <p:nvSpPr>
          <p:cNvPr id="107" name="object 107"/>
          <p:cNvSpPr/>
          <p:nvPr/>
        </p:nvSpPr>
        <p:spPr>
          <a:xfrm>
            <a:off x="895350" y="3972305"/>
            <a:ext cx="76200" cy="277495"/>
          </a:xfrm>
          <a:custGeom>
            <a:avLst/>
            <a:gdLst/>
            <a:ahLst/>
            <a:cxnLst/>
            <a:rect l="l" t="t" r="r" b="b"/>
            <a:pathLst>
              <a:path w="76200" h="277495">
                <a:moveTo>
                  <a:pt x="47625" y="63500"/>
                </a:moveTo>
                <a:lnTo>
                  <a:pt x="28575" y="63500"/>
                </a:lnTo>
                <a:lnTo>
                  <a:pt x="28575" y="276987"/>
                </a:lnTo>
                <a:lnTo>
                  <a:pt x="47625" y="276987"/>
                </a:lnTo>
                <a:lnTo>
                  <a:pt x="47625" y="63500"/>
                </a:lnTo>
                <a:close/>
              </a:path>
              <a:path w="76200" h="277495">
                <a:moveTo>
                  <a:pt x="38100" y="0"/>
                </a:moveTo>
                <a:lnTo>
                  <a:pt x="0" y="76200"/>
                </a:lnTo>
                <a:lnTo>
                  <a:pt x="28575" y="76200"/>
                </a:lnTo>
                <a:lnTo>
                  <a:pt x="28575" y="63500"/>
                </a:lnTo>
                <a:lnTo>
                  <a:pt x="69850" y="63500"/>
                </a:lnTo>
                <a:lnTo>
                  <a:pt x="38100" y="0"/>
                </a:lnTo>
                <a:close/>
              </a:path>
              <a:path w="76200" h="277495">
                <a:moveTo>
                  <a:pt x="69850" y="63500"/>
                </a:moveTo>
                <a:lnTo>
                  <a:pt x="47625" y="63500"/>
                </a:lnTo>
                <a:lnTo>
                  <a:pt x="47625" y="76200"/>
                </a:lnTo>
                <a:lnTo>
                  <a:pt x="76200" y="76200"/>
                </a:lnTo>
                <a:lnTo>
                  <a:pt x="69850" y="63500"/>
                </a:lnTo>
                <a:close/>
              </a:path>
            </a:pathLst>
          </a:custGeom>
          <a:solidFill>
            <a:srgbClr val="000000"/>
          </a:solidFill>
        </p:spPr>
        <p:txBody>
          <a:bodyPr wrap="square" lIns="0" tIns="0" rIns="0" bIns="0" rtlCol="0"/>
          <a:lstStyle/>
          <a:p/>
        </p:txBody>
      </p:sp>
      <p:sp>
        <p:nvSpPr>
          <p:cNvPr id="108" name="Content Placeholder 2"/>
          <p:cNvSpPr>
            <a:spLocks noGrp="1"/>
          </p:cNvSpPr>
          <p:nvPr>
            <p:ph idx="1"/>
          </p:nvPr>
        </p:nvSpPr>
        <p:spPr>
          <a:xfrm>
            <a:off x="5055235" y="843915"/>
            <a:ext cx="6826250" cy="5648325"/>
          </a:xfrm>
        </p:spPr>
        <p:txBody>
          <a:bodyPr/>
          <a:lstStyle/>
          <a:p>
            <a:pPr>
              <a:lnSpc>
                <a:spcPct val="100000"/>
              </a:lnSpc>
            </a:pPr>
            <a:r>
              <a:rPr lang="en-US" sz="2800"/>
              <a:t>If we have attention, do we even need recurrent connections?</a:t>
            </a:r>
            <a:endParaRPr lang="en-US" sz="2800"/>
          </a:p>
          <a:p>
            <a:pPr>
              <a:lnSpc>
                <a:spcPct val="100000"/>
              </a:lnSpc>
            </a:pPr>
            <a:r>
              <a:rPr lang="en-US" sz="2800"/>
              <a:t>Can we transform our RNN into a purely attention-based model?</a:t>
            </a:r>
            <a:endParaRPr lang="en-US" sz="2800"/>
          </a:p>
          <a:p>
            <a:pPr>
              <a:lnSpc>
                <a:spcPct val="100000"/>
              </a:lnSpc>
            </a:pPr>
            <a:r>
              <a:rPr lang="en-US" sz="2800"/>
              <a:t>Attention can access all time steps simultaneously, potentially doing everything that recurrence can, and even more.</a:t>
            </a:r>
            <a:endParaRPr lang="en-US" sz="2800"/>
          </a:p>
          <a:p>
            <a:pPr>
              <a:lnSpc>
                <a:spcPct val="100000"/>
              </a:lnSpc>
            </a:pPr>
            <a:r>
              <a:rPr lang="en-US" altLang="en-IN" sz="2800"/>
              <a:t>But encoder has no temporal/causal dependencies … positional embedding (soon)</a:t>
            </a:r>
            <a:endParaRPr lang="en-US" altLang="en-IN" sz="2800"/>
          </a:p>
        </p:txBody>
      </p:sp>
      <mc:AlternateContent xmlns:mc="http://schemas.openxmlformats.org/markup-compatibility/2006" xmlns:p14="http://schemas.microsoft.com/office/powerpoint/2010/main">
        <mc:Choice Requires="p14">
          <p:contentPart r:id="rId50" p14:bwMode="auto">
            <p14:nvContentPartPr>
              <p14:cNvPr id="3" name="Ink 2"/>
              <p14:cNvContentPartPr/>
              <p14:nvPr/>
            </p14:nvContentPartPr>
            <p14:xfrm>
              <a:off x="4049640" y="2878200"/>
              <a:ext cx="744840" cy="461880"/>
            </p14:xfrm>
          </p:contentPart>
        </mc:Choice>
        <mc:Fallback xmlns="">
          <p:pic>
            <p:nvPicPr>
              <p:cNvPr id="3" name="Ink 2"/>
            </p:nvPicPr>
            <p:blipFill>
              <a:blip r:embed="rId51"/>
            </p:blipFill>
            <p:spPr>
              <a:xfrm>
                <a:off x="4049640" y="2878200"/>
                <a:ext cx="744840" cy="461880"/>
              </a:xfrm>
              <a:prstGeom prst="rect"/>
            </p:spPr>
          </p:pic>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34592" y="868218"/>
            <a:ext cx="6579093" cy="3753457"/>
          </a:xfrm>
          <a:prstGeom prst="rect">
            <a:avLst/>
          </a:prstGeom>
        </p:spPr>
      </p:pic>
      <p:sp>
        <p:nvSpPr>
          <p:cNvPr id="2" name="Title 1"/>
          <p:cNvSpPr>
            <a:spLocks noGrp="1"/>
          </p:cNvSpPr>
          <p:nvPr>
            <p:ph type="title"/>
          </p:nvPr>
        </p:nvSpPr>
        <p:spPr/>
        <p:txBody>
          <a:bodyPr/>
          <a:lstStyle/>
          <a:p>
            <a:r>
              <a:rPr lang="en-US"/>
              <a:t>Attention improves translation</a:t>
            </a:r>
            <a:endParaRPr lang="en-IN"/>
          </a:p>
        </p:txBody>
      </p:sp>
      <p:sp>
        <p:nvSpPr>
          <p:cNvPr id="7" name="Content Placeholder 6"/>
          <p:cNvSpPr>
            <a:spLocks noGrp="1"/>
          </p:cNvSpPr>
          <p:nvPr>
            <p:ph idx="1"/>
          </p:nvPr>
        </p:nvSpPr>
        <p:spPr>
          <a:xfrm>
            <a:off x="310661" y="4882718"/>
            <a:ext cx="11570677" cy="1609668"/>
          </a:xfrm>
        </p:spPr>
        <p:txBody>
          <a:bodyPr>
            <a:normAutofit fontScale="85000" lnSpcReduction="20000"/>
          </a:bodyPr>
          <a:lstStyle/>
          <a:p>
            <a:r>
              <a:rPr lang="en-US">
                <a:hlinkClick r:id="rId2"/>
              </a:rPr>
              <a:t>Neural machine translation by jointly learning to align and translate</a:t>
            </a:r>
            <a:endParaRPr lang="en-US"/>
          </a:p>
          <a:p>
            <a:r>
              <a:rPr lang="en-US"/>
              <a:t>But note the one-sidedness of the “alignment”</a:t>
            </a:r>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Attention strength examples</a:t>
            </a:r>
            <a:endParaRPr lang="en-IN"/>
          </a:p>
        </p:txBody>
      </p:sp>
      <p:sp>
        <p:nvSpPr>
          <p:cNvPr id="5" name="Content Placeholder 4"/>
          <p:cNvSpPr>
            <a:spLocks noGrp="1"/>
          </p:cNvSpPr>
          <p:nvPr>
            <p:ph idx="1"/>
          </p:nvPr>
        </p:nvSpPr>
        <p:spPr>
          <a:xfrm>
            <a:off x="310661" y="4634144"/>
            <a:ext cx="11570677" cy="2130640"/>
          </a:xfrm>
        </p:spPr>
        <p:txBody>
          <a:bodyPr>
            <a:normAutofit fontScale="55000" lnSpcReduction="20000"/>
          </a:bodyPr>
          <a:lstStyle/>
          <a:p>
            <a:r>
              <a:rPr lang="en-US" i="1" err="1"/>
              <a:t>Wirtschafts</a:t>
            </a:r>
            <a:r>
              <a:rPr lang="en-US"/>
              <a:t> means economic</a:t>
            </a:r>
            <a:endParaRPr lang="en-US"/>
          </a:p>
          <a:p>
            <a:r>
              <a:rPr lang="en-US" i="1" err="1"/>
              <a:t>Wirtschaftswachstum</a:t>
            </a:r>
            <a:r>
              <a:rPr lang="en-US"/>
              <a:t> means economic growth</a:t>
            </a:r>
            <a:endParaRPr lang="en-US"/>
          </a:p>
          <a:p>
            <a:r>
              <a:rPr lang="en-US"/>
              <a:t>Note the missing line from growth </a:t>
            </a:r>
            <a:endParaRPr lang="en-US"/>
          </a:p>
          <a:p>
            <a:r>
              <a:rPr lang="en-US"/>
              <a:t>Also, </a:t>
            </a:r>
            <a:r>
              <a:rPr lang="en-US" i="1" err="1"/>
              <a:t>derni</a:t>
            </a:r>
            <a:r>
              <a:rPr lang="az-Cyrl-AZ" i="1"/>
              <a:t>ѐ</a:t>
            </a:r>
            <a:r>
              <a:rPr lang="en-US" i="1"/>
              <a:t>res</a:t>
            </a:r>
            <a:r>
              <a:rPr lang="en-US"/>
              <a:t> means latest, faint link to recent </a:t>
            </a:r>
            <a:endParaRPr lang="en-US"/>
          </a:p>
          <a:p>
            <a:r>
              <a:rPr lang="en-US"/>
              <a:t>Should allow many-to-many ‘fractional’ links in general </a:t>
            </a:r>
            <a:endParaRPr lang="en-IN"/>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53238" y="844061"/>
            <a:ext cx="8216386" cy="371317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Sequence network nomenclature</a:t>
            </a:r>
            <a:endParaRPr lang="en-US"/>
          </a:p>
        </p:txBody>
      </p:sp>
      <p:sp>
        <p:nvSpPr>
          <p:cNvPr id="4" name="Content Placeholder 3"/>
          <p:cNvSpPr>
            <a:spLocks noGrp="1"/>
          </p:cNvSpPr>
          <p:nvPr>
            <p:ph idx="1"/>
          </p:nvPr>
        </p:nvSpPr>
        <p:spPr>
          <a:xfrm>
            <a:off x="310515" y="4846955"/>
            <a:ext cx="11570970" cy="1645285"/>
          </a:xfrm>
        </p:spPr>
        <p:txBody>
          <a:bodyPr/>
          <a:lstStyle/>
          <a:p>
            <a:r>
              <a:rPr lang="en-US" sz="4000"/>
              <a:t>Classification/tagging, generation, translation</a:t>
            </a:r>
            <a:endParaRPr lang="en-US" sz="4000"/>
          </a:p>
          <a:p>
            <a:r>
              <a:rPr lang="en-US" sz="4000"/>
              <a:t>Encoder can look ahead, decoder cannot</a:t>
            </a:r>
            <a:endParaRPr lang="en-US" sz="4000"/>
          </a:p>
        </p:txBody>
      </p:sp>
      <p:pic>
        <p:nvPicPr>
          <p:cNvPr id="3" name="Picture 2"/>
          <p:cNvPicPr>
            <a:picLocks noChangeAspect="1"/>
          </p:cNvPicPr>
          <p:nvPr/>
        </p:nvPicPr>
        <p:blipFill>
          <a:blip r:embed="rId1"/>
          <a:stretch>
            <a:fillRect/>
          </a:stretch>
        </p:blipFill>
        <p:spPr>
          <a:xfrm>
            <a:off x="140970" y="999490"/>
            <a:ext cx="11929110" cy="36347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325" y="258763"/>
            <a:ext cx="11307763" cy="676210"/>
          </a:xfrm>
        </p:spPr>
        <p:txBody>
          <a:bodyPr/>
          <a:lstStyle/>
          <a:p>
            <a:r>
              <a:rPr lang="en-US" dirty="0"/>
              <a:t>Self-Attention</a:t>
            </a:r>
            <a:endParaRPr lang="en-IN" dirty="0"/>
          </a:p>
        </p:txBody>
      </p:sp>
      <p:pic>
        <p:nvPicPr>
          <p:cNvPr id="65" name="object 64"/>
          <p:cNvPicPr/>
          <p:nvPr/>
        </p:nvPicPr>
        <p:blipFill>
          <a:blip r:embed="rId1" cstate="print"/>
          <a:stretch>
            <a:fillRect/>
          </a:stretch>
        </p:blipFill>
        <p:spPr>
          <a:xfrm>
            <a:off x="1024127" y="5917531"/>
            <a:ext cx="222503" cy="149351"/>
          </a:xfrm>
          <a:prstGeom prst="rect">
            <a:avLst/>
          </a:prstGeom>
        </p:spPr>
      </p:pic>
      <p:pic>
        <p:nvPicPr>
          <p:cNvPr id="66" name="object 65"/>
          <p:cNvPicPr/>
          <p:nvPr/>
        </p:nvPicPr>
        <p:blipFill>
          <a:blip r:embed="rId2" cstate="print"/>
          <a:stretch>
            <a:fillRect/>
          </a:stretch>
        </p:blipFill>
        <p:spPr>
          <a:xfrm>
            <a:off x="2414016" y="5917531"/>
            <a:ext cx="227075" cy="149351"/>
          </a:xfrm>
          <a:prstGeom prst="rect">
            <a:avLst/>
          </a:prstGeom>
        </p:spPr>
      </p:pic>
      <p:pic>
        <p:nvPicPr>
          <p:cNvPr id="67" name="object 66"/>
          <p:cNvPicPr/>
          <p:nvPr/>
        </p:nvPicPr>
        <p:blipFill>
          <a:blip r:embed="rId3" cstate="print"/>
          <a:stretch>
            <a:fillRect/>
          </a:stretch>
        </p:blipFill>
        <p:spPr>
          <a:xfrm>
            <a:off x="3768852" y="5917531"/>
            <a:ext cx="230124" cy="152400"/>
          </a:xfrm>
          <a:prstGeom prst="rect">
            <a:avLst/>
          </a:prstGeom>
        </p:spPr>
      </p:pic>
      <p:grpSp>
        <p:nvGrpSpPr>
          <p:cNvPr id="68" name="object 67"/>
          <p:cNvGrpSpPr/>
          <p:nvPr/>
        </p:nvGrpSpPr>
        <p:grpSpPr>
          <a:xfrm>
            <a:off x="897508" y="4669248"/>
            <a:ext cx="427355" cy="821690"/>
            <a:chOff x="897508" y="5210428"/>
            <a:chExt cx="427355" cy="821690"/>
          </a:xfrm>
        </p:grpSpPr>
        <p:pic>
          <p:nvPicPr>
            <p:cNvPr id="69" name="object 68"/>
            <p:cNvPicPr/>
            <p:nvPr/>
          </p:nvPicPr>
          <p:blipFill>
            <a:blip r:embed="rId4" cstate="print"/>
            <a:stretch>
              <a:fillRect/>
            </a:stretch>
          </p:blipFill>
          <p:spPr>
            <a:xfrm>
              <a:off x="900683" y="5213603"/>
              <a:ext cx="420623" cy="815340"/>
            </a:xfrm>
            <a:prstGeom prst="rect">
              <a:avLst/>
            </a:prstGeom>
          </p:spPr>
        </p:pic>
        <p:sp>
          <p:nvSpPr>
            <p:cNvPr id="70" name="object 69"/>
            <p:cNvSpPr/>
            <p:nvPr/>
          </p:nvSpPr>
          <p:spPr>
            <a:xfrm>
              <a:off x="900683" y="5213603"/>
              <a:ext cx="421005" cy="815340"/>
            </a:xfrm>
            <a:custGeom>
              <a:avLst/>
              <a:gdLst/>
              <a:ahLst/>
              <a:cxnLst/>
              <a:rect l="l" t="t" r="r" b="b"/>
              <a:pathLst>
                <a:path w="421005" h="815339">
                  <a:moveTo>
                    <a:pt x="0" y="815340"/>
                  </a:moveTo>
                  <a:lnTo>
                    <a:pt x="420623" y="815340"/>
                  </a:lnTo>
                  <a:lnTo>
                    <a:pt x="420623" y="0"/>
                  </a:lnTo>
                  <a:lnTo>
                    <a:pt x="0" y="0"/>
                  </a:lnTo>
                  <a:lnTo>
                    <a:pt x="0" y="815340"/>
                  </a:lnTo>
                  <a:close/>
                </a:path>
              </a:pathLst>
            </a:custGeom>
            <a:ln w="6350">
              <a:solidFill>
                <a:srgbClr val="6FAC46"/>
              </a:solidFill>
            </a:ln>
          </p:spPr>
          <p:txBody>
            <a:bodyPr wrap="square" lIns="0" tIns="0" rIns="0" bIns="0" rtlCol="0"/>
            <a:lstStyle/>
            <a:p/>
          </p:txBody>
        </p:sp>
        <p:pic>
          <p:nvPicPr>
            <p:cNvPr id="71" name="object 70"/>
            <p:cNvPicPr/>
            <p:nvPr/>
          </p:nvPicPr>
          <p:blipFill>
            <a:blip r:embed="rId5" cstate="print"/>
            <a:stretch>
              <a:fillRect/>
            </a:stretch>
          </p:blipFill>
          <p:spPr>
            <a:xfrm>
              <a:off x="1016507" y="5507735"/>
              <a:ext cx="216408" cy="213359"/>
            </a:xfrm>
            <a:prstGeom prst="rect">
              <a:avLst/>
            </a:prstGeom>
          </p:spPr>
        </p:pic>
      </p:grpSp>
      <p:pic>
        <p:nvPicPr>
          <p:cNvPr id="72" name="object 71"/>
          <p:cNvPicPr/>
          <p:nvPr/>
        </p:nvPicPr>
        <p:blipFill>
          <a:blip r:embed="rId6" cstate="print"/>
          <a:stretch>
            <a:fillRect/>
          </a:stretch>
        </p:blipFill>
        <p:spPr>
          <a:xfrm>
            <a:off x="1082802" y="5578441"/>
            <a:ext cx="76200" cy="233045"/>
          </a:xfrm>
          <a:prstGeom prst="rect">
            <a:avLst/>
          </a:prstGeom>
        </p:spPr>
      </p:pic>
      <p:pic>
        <p:nvPicPr>
          <p:cNvPr id="73" name="object 72"/>
          <p:cNvPicPr/>
          <p:nvPr/>
        </p:nvPicPr>
        <p:blipFill>
          <a:blip r:embed="rId6" cstate="print"/>
          <a:stretch>
            <a:fillRect/>
          </a:stretch>
        </p:blipFill>
        <p:spPr>
          <a:xfrm>
            <a:off x="2472689" y="5578441"/>
            <a:ext cx="76200" cy="233045"/>
          </a:xfrm>
          <a:prstGeom prst="rect">
            <a:avLst/>
          </a:prstGeom>
        </p:spPr>
      </p:pic>
      <p:grpSp>
        <p:nvGrpSpPr>
          <p:cNvPr id="74" name="object 73"/>
          <p:cNvGrpSpPr/>
          <p:nvPr/>
        </p:nvGrpSpPr>
        <p:grpSpPr>
          <a:xfrm>
            <a:off x="2296541" y="4669248"/>
            <a:ext cx="425450" cy="821690"/>
            <a:chOff x="2296541" y="5210428"/>
            <a:chExt cx="425450" cy="821690"/>
          </a:xfrm>
        </p:grpSpPr>
        <p:pic>
          <p:nvPicPr>
            <p:cNvPr id="75" name="object 74"/>
            <p:cNvPicPr/>
            <p:nvPr/>
          </p:nvPicPr>
          <p:blipFill>
            <a:blip r:embed="rId4" cstate="print"/>
            <a:stretch>
              <a:fillRect/>
            </a:stretch>
          </p:blipFill>
          <p:spPr>
            <a:xfrm>
              <a:off x="2299716" y="5213603"/>
              <a:ext cx="419100" cy="815340"/>
            </a:xfrm>
            <a:prstGeom prst="rect">
              <a:avLst/>
            </a:prstGeom>
          </p:spPr>
        </p:pic>
        <p:sp>
          <p:nvSpPr>
            <p:cNvPr id="76" name="object 75"/>
            <p:cNvSpPr/>
            <p:nvPr/>
          </p:nvSpPr>
          <p:spPr>
            <a:xfrm>
              <a:off x="2299716" y="5213603"/>
              <a:ext cx="419100" cy="815340"/>
            </a:xfrm>
            <a:custGeom>
              <a:avLst/>
              <a:gdLst/>
              <a:ahLst/>
              <a:cxnLst/>
              <a:rect l="l" t="t" r="r" b="b"/>
              <a:pathLst>
                <a:path w="419100" h="815339">
                  <a:moveTo>
                    <a:pt x="0" y="815340"/>
                  </a:moveTo>
                  <a:lnTo>
                    <a:pt x="419100" y="815340"/>
                  </a:lnTo>
                  <a:lnTo>
                    <a:pt x="419100" y="0"/>
                  </a:lnTo>
                  <a:lnTo>
                    <a:pt x="0" y="0"/>
                  </a:lnTo>
                  <a:lnTo>
                    <a:pt x="0" y="815340"/>
                  </a:lnTo>
                  <a:close/>
                </a:path>
              </a:pathLst>
            </a:custGeom>
            <a:ln w="6350">
              <a:solidFill>
                <a:srgbClr val="6FAC46"/>
              </a:solidFill>
            </a:ln>
          </p:spPr>
          <p:txBody>
            <a:bodyPr wrap="square" lIns="0" tIns="0" rIns="0" bIns="0" rtlCol="0"/>
            <a:lstStyle/>
            <a:p/>
          </p:txBody>
        </p:sp>
        <p:pic>
          <p:nvPicPr>
            <p:cNvPr id="77" name="object 76"/>
            <p:cNvPicPr/>
            <p:nvPr/>
          </p:nvPicPr>
          <p:blipFill>
            <a:blip r:embed="rId7" cstate="print"/>
            <a:stretch>
              <a:fillRect/>
            </a:stretch>
          </p:blipFill>
          <p:spPr>
            <a:xfrm>
              <a:off x="2406396" y="5507735"/>
              <a:ext cx="220980" cy="213359"/>
            </a:xfrm>
            <a:prstGeom prst="rect">
              <a:avLst/>
            </a:prstGeom>
          </p:spPr>
        </p:pic>
      </p:grpSp>
      <p:pic>
        <p:nvPicPr>
          <p:cNvPr id="78" name="object 77"/>
          <p:cNvPicPr/>
          <p:nvPr/>
        </p:nvPicPr>
        <p:blipFill>
          <a:blip r:embed="rId6" cstate="print"/>
          <a:stretch>
            <a:fillRect/>
          </a:stretch>
        </p:blipFill>
        <p:spPr>
          <a:xfrm>
            <a:off x="3815334" y="5575393"/>
            <a:ext cx="76200" cy="233045"/>
          </a:xfrm>
          <a:prstGeom prst="rect">
            <a:avLst/>
          </a:prstGeom>
        </p:spPr>
      </p:pic>
      <p:grpSp>
        <p:nvGrpSpPr>
          <p:cNvPr id="79" name="object 78"/>
          <p:cNvGrpSpPr/>
          <p:nvPr/>
        </p:nvGrpSpPr>
        <p:grpSpPr>
          <a:xfrm>
            <a:off x="3636136" y="4663153"/>
            <a:ext cx="425450" cy="820419"/>
            <a:chOff x="3636136" y="5204333"/>
            <a:chExt cx="425450" cy="820419"/>
          </a:xfrm>
        </p:grpSpPr>
        <p:pic>
          <p:nvPicPr>
            <p:cNvPr id="80" name="object 79"/>
            <p:cNvPicPr/>
            <p:nvPr/>
          </p:nvPicPr>
          <p:blipFill>
            <a:blip r:embed="rId8" cstate="print"/>
            <a:stretch>
              <a:fillRect/>
            </a:stretch>
          </p:blipFill>
          <p:spPr>
            <a:xfrm>
              <a:off x="3639311" y="5207508"/>
              <a:ext cx="419100" cy="813815"/>
            </a:xfrm>
            <a:prstGeom prst="rect">
              <a:avLst/>
            </a:prstGeom>
          </p:spPr>
        </p:pic>
        <p:sp>
          <p:nvSpPr>
            <p:cNvPr id="81" name="object 80"/>
            <p:cNvSpPr/>
            <p:nvPr/>
          </p:nvSpPr>
          <p:spPr>
            <a:xfrm>
              <a:off x="3639311" y="5207508"/>
              <a:ext cx="419100" cy="814069"/>
            </a:xfrm>
            <a:custGeom>
              <a:avLst/>
              <a:gdLst/>
              <a:ahLst/>
              <a:cxnLst/>
              <a:rect l="l" t="t" r="r" b="b"/>
              <a:pathLst>
                <a:path w="419100" h="814070">
                  <a:moveTo>
                    <a:pt x="0" y="813815"/>
                  </a:moveTo>
                  <a:lnTo>
                    <a:pt x="419100" y="813815"/>
                  </a:lnTo>
                  <a:lnTo>
                    <a:pt x="419100" y="0"/>
                  </a:lnTo>
                  <a:lnTo>
                    <a:pt x="0" y="0"/>
                  </a:lnTo>
                  <a:lnTo>
                    <a:pt x="0" y="813815"/>
                  </a:lnTo>
                  <a:close/>
                </a:path>
              </a:pathLst>
            </a:custGeom>
            <a:ln w="6350">
              <a:solidFill>
                <a:srgbClr val="6FAC46"/>
              </a:solidFill>
            </a:ln>
          </p:spPr>
          <p:txBody>
            <a:bodyPr wrap="square" lIns="0" tIns="0" rIns="0" bIns="0" rtlCol="0"/>
            <a:lstStyle/>
            <a:p/>
          </p:txBody>
        </p:sp>
        <p:pic>
          <p:nvPicPr>
            <p:cNvPr id="82" name="object 81"/>
            <p:cNvPicPr/>
            <p:nvPr/>
          </p:nvPicPr>
          <p:blipFill>
            <a:blip r:embed="rId9" cstate="print"/>
            <a:stretch>
              <a:fillRect/>
            </a:stretch>
          </p:blipFill>
          <p:spPr>
            <a:xfrm>
              <a:off x="3749039" y="5506212"/>
              <a:ext cx="222503" cy="216407"/>
            </a:xfrm>
            <a:prstGeom prst="rect">
              <a:avLst/>
            </a:prstGeom>
          </p:spPr>
        </p:pic>
      </p:grpSp>
      <p:pic>
        <p:nvPicPr>
          <p:cNvPr id="93" name="object 82"/>
          <p:cNvPicPr/>
          <p:nvPr/>
        </p:nvPicPr>
        <p:blipFill>
          <a:blip r:embed="rId10" cstate="print"/>
          <a:stretch>
            <a:fillRect/>
          </a:stretch>
        </p:blipFill>
        <p:spPr>
          <a:xfrm>
            <a:off x="5234648" y="4170904"/>
            <a:ext cx="3225418" cy="182880"/>
          </a:xfrm>
          <a:prstGeom prst="rect">
            <a:avLst/>
          </a:prstGeom>
        </p:spPr>
      </p:pic>
      <p:pic>
        <p:nvPicPr>
          <p:cNvPr id="94" name="object 83"/>
          <p:cNvPicPr/>
          <p:nvPr/>
        </p:nvPicPr>
        <p:blipFill>
          <a:blip r:embed="rId11" cstate="print"/>
          <a:stretch>
            <a:fillRect/>
          </a:stretch>
        </p:blipFill>
        <p:spPr>
          <a:xfrm>
            <a:off x="5232236" y="4513804"/>
            <a:ext cx="2607564" cy="227075"/>
          </a:xfrm>
          <a:prstGeom prst="rect">
            <a:avLst/>
          </a:prstGeom>
        </p:spPr>
      </p:pic>
      <p:grpSp>
        <p:nvGrpSpPr>
          <p:cNvPr id="95" name="object 84"/>
          <p:cNvGrpSpPr/>
          <p:nvPr/>
        </p:nvGrpSpPr>
        <p:grpSpPr>
          <a:xfrm>
            <a:off x="5416640" y="4899377"/>
            <a:ext cx="1811020" cy="434340"/>
            <a:chOff x="5323332" y="5141976"/>
            <a:chExt cx="1811020" cy="434340"/>
          </a:xfrm>
        </p:grpSpPr>
        <p:pic>
          <p:nvPicPr>
            <p:cNvPr id="96" name="object 85"/>
            <p:cNvPicPr/>
            <p:nvPr/>
          </p:nvPicPr>
          <p:blipFill>
            <a:blip r:embed="rId12" cstate="print"/>
            <a:stretch>
              <a:fillRect/>
            </a:stretch>
          </p:blipFill>
          <p:spPr>
            <a:xfrm>
              <a:off x="5323332" y="5141976"/>
              <a:ext cx="1810512" cy="252984"/>
            </a:xfrm>
            <a:prstGeom prst="rect">
              <a:avLst/>
            </a:prstGeom>
          </p:spPr>
        </p:pic>
        <p:pic>
          <p:nvPicPr>
            <p:cNvPr id="97" name="object 86"/>
            <p:cNvPicPr/>
            <p:nvPr/>
          </p:nvPicPr>
          <p:blipFill>
            <a:blip r:embed="rId13" cstate="print"/>
            <a:stretch>
              <a:fillRect/>
            </a:stretch>
          </p:blipFill>
          <p:spPr>
            <a:xfrm>
              <a:off x="6319266" y="5385054"/>
              <a:ext cx="196723" cy="191008"/>
            </a:xfrm>
            <a:prstGeom prst="rect">
              <a:avLst/>
            </a:prstGeom>
          </p:spPr>
        </p:pic>
      </p:grpSp>
      <p:pic>
        <p:nvPicPr>
          <p:cNvPr id="98" name="object 87"/>
          <p:cNvPicPr/>
          <p:nvPr/>
        </p:nvPicPr>
        <p:blipFill>
          <a:blip r:embed="rId14" cstate="print"/>
          <a:stretch>
            <a:fillRect/>
          </a:stretch>
        </p:blipFill>
        <p:spPr>
          <a:xfrm>
            <a:off x="5234394" y="5668997"/>
            <a:ext cx="3615816" cy="252984"/>
          </a:xfrm>
          <a:prstGeom prst="rect">
            <a:avLst/>
          </a:prstGeom>
        </p:spPr>
      </p:pic>
      <p:sp>
        <p:nvSpPr>
          <p:cNvPr id="99" name="object 88"/>
          <p:cNvSpPr txBox="1"/>
          <p:nvPr/>
        </p:nvSpPr>
        <p:spPr>
          <a:xfrm>
            <a:off x="6637110" y="5231710"/>
            <a:ext cx="2296795"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Calibri" panose="020F0502020204030204"/>
                <a:cs typeface="Calibri" panose="020F0502020204030204"/>
              </a:rPr>
              <a:t>shared</a:t>
            </a:r>
            <a:r>
              <a:rPr sz="1400" spc="-40" dirty="0">
                <a:latin typeface="Calibri" panose="020F0502020204030204"/>
                <a:cs typeface="Calibri" panose="020F0502020204030204"/>
              </a:rPr>
              <a:t> </a:t>
            </a:r>
            <a:r>
              <a:rPr sz="1400" spc="-10" dirty="0">
                <a:latin typeface="Calibri" panose="020F0502020204030204"/>
                <a:cs typeface="Calibri" panose="020F0502020204030204"/>
              </a:rPr>
              <a:t>weights</a:t>
            </a:r>
            <a:r>
              <a:rPr sz="1400" spc="-25" dirty="0">
                <a:latin typeface="Calibri" panose="020F0502020204030204"/>
                <a:cs typeface="Calibri" panose="020F0502020204030204"/>
              </a:rPr>
              <a:t> </a:t>
            </a:r>
            <a:r>
              <a:rPr sz="1400" dirty="0">
                <a:latin typeface="Calibri" panose="020F0502020204030204"/>
                <a:cs typeface="Calibri" panose="020F0502020204030204"/>
              </a:rPr>
              <a:t>at</a:t>
            </a:r>
            <a:r>
              <a:rPr sz="1400" spc="-30" dirty="0">
                <a:latin typeface="Calibri" panose="020F0502020204030204"/>
                <a:cs typeface="Calibri" panose="020F0502020204030204"/>
              </a:rPr>
              <a:t> </a:t>
            </a:r>
            <a:r>
              <a:rPr sz="1400" dirty="0">
                <a:latin typeface="Calibri" panose="020F0502020204030204"/>
                <a:cs typeface="Calibri" panose="020F0502020204030204"/>
              </a:rPr>
              <a:t>all</a:t>
            </a:r>
            <a:r>
              <a:rPr sz="1400" spc="-30" dirty="0">
                <a:latin typeface="Calibri" panose="020F0502020204030204"/>
                <a:cs typeface="Calibri" panose="020F0502020204030204"/>
              </a:rPr>
              <a:t> </a:t>
            </a:r>
            <a:r>
              <a:rPr sz="1400" dirty="0">
                <a:latin typeface="Calibri" panose="020F0502020204030204"/>
                <a:cs typeface="Calibri" panose="020F0502020204030204"/>
              </a:rPr>
              <a:t>time</a:t>
            </a:r>
            <a:r>
              <a:rPr sz="1400" spc="-30" dirty="0">
                <a:latin typeface="Calibri" panose="020F0502020204030204"/>
                <a:cs typeface="Calibri" panose="020F0502020204030204"/>
              </a:rPr>
              <a:t> </a:t>
            </a:r>
            <a:r>
              <a:rPr sz="1400" spc="-20" dirty="0">
                <a:latin typeface="Calibri" panose="020F0502020204030204"/>
                <a:cs typeface="Calibri" panose="020F0502020204030204"/>
              </a:rPr>
              <a:t>steps</a:t>
            </a:r>
            <a:endParaRPr sz="1400">
              <a:latin typeface="Calibri" panose="020F0502020204030204"/>
              <a:cs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325" y="258763"/>
            <a:ext cx="11307763" cy="676210"/>
          </a:xfrm>
        </p:spPr>
        <p:txBody>
          <a:bodyPr/>
          <a:lstStyle/>
          <a:p>
            <a:r>
              <a:rPr lang="en-US" dirty="0"/>
              <a:t>Self-Attention</a:t>
            </a:r>
            <a:endParaRPr lang="en-IN" dirty="0"/>
          </a:p>
        </p:txBody>
      </p:sp>
      <p:pic>
        <p:nvPicPr>
          <p:cNvPr id="65" name="object 64"/>
          <p:cNvPicPr/>
          <p:nvPr/>
        </p:nvPicPr>
        <p:blipFill>
          <a:blip r:embed="rId1" cstate="print"/>
          <a:stretch>
            <a:fillRect/>
          </a:stretch>
        </p:blipFill>
        <p:spPr>
          <a:xfrm>
            <a:off x="1024127" y="5917531"/>
            <a:ext cx="222503" cy="149351"/>
          </a:xfrm>
          <a:prstGeom prst="rect">
            <a:avLst/>
          </a:prstGeom>
        </p:spPr>
      </p:pic>
      <p:pic>
        <p:nvPicPr>
          <p:cNvPr id="66" name="object 65"/>
          <p:cNvPicPr/>
          <p:nvPr/>
        </p:nvPicPr>
        <p:blipFill>
          <a:blip r:embed="rId2" cstate="print"/>
          <a:stretch>
            <a:fillRect/>
          </a:stretch>
        </p:blipFill>
        <p:spPr>
          <a:xfrm>
            <a:off x="2414016" y="5917531"/>
            <a:ext cx="227075" cy="149351"/>
          </a:xfrm>
          <a:prstGeom prst="rect">
            <a:avLst/>
          </a:prstGeom>
        </p:spPr>
      </p:pic>
      <p:pic>
        <p:nvPicPr>
          <p:cNvPr id="67" name="object 66"/>
          <p:cNvPicPr/>
          <p:nvPr/>
        </p:nvPicPr>
        <p:blipFill>
          <a:blip r:embed="rId3" cstate="print"/>
          <a:stretch>
            <a:fillRect/>
          </a:stretch>
        </p:blipFill>
        <p:spPr>
          <a:xfrm>
            <a:off x="3768852" y="5917531"/>
            <a:ext cx="230124" cy="152400"/>
          </a:xfrm>
          <a:prstGeom prst="rect">
            <a:avLst/>
          </a:prstGeom>
        </p:spPr>
      </p:pic>
      <p:grpSp>
        <p:nvGrpSpPr>
          <p:cNvPr id="68" name="object 67"/>
          <p:cNvGrpSpPr/>
          <p:nvPr/>
        </p:nvGrpSpPr>
        <p:grpSpPr>
          <a:xfrm>
            <a:off x="897508" y="4669248"/>
            <a:ext cx="427355" cy="821690"/>
            <a:chOff x="897508" y="5210428"/>
            <a:chExt cx="427355" cy="821690"/>
          </a:xfrm>
        </p:grpSpPr>
        <p:pic>
          <p:nvPicPr>
            <p:cNvPr id="69" name="object 68"/>
            <p:cNvPicPr/>
            <p:nvPr/>
          </p:nvPicPr>
          <p:blipFill>
            <a:blip r:embed="rId4" cstate="print"/>
            <a:stretch>
              <a:fillRect/>
            </a:stretch>
          </p:blipFill>
          <p:spPr>
            <a:xfrm>
              <a:off x="900683" y="5213603"/>
              <a:ext cx="420623" cy="815340"/>
            </a:xfrm>
            <a:prstGeom prst="rect">
              <a:avLst/>
            </a:prstGeom>
          </p:spPr>
        </p:pic>
        <p:sp>
          <p:nvSpPr>
            <p:cNvPr id="70" name="object 69"/>
            <p:cNvSpPr/>
            <p:nvPr/>
          </p:nvSpPr>
          <p:spPr>
            <a:xfrm>
              <a:off x="900683" y="5213603"/>
              <a:ext cx="421005" cy="815340"/>
            </a:xfrm>
            <a:custGeom>
              <a:avLst/>
              <a:gdLst/>
              <a:ahLst/>
              <a:cxnLst/>
              <a:rect l="l" t="t" r="r" b="b"/>
              <a:pathLst>
                <a:path w="421005" h="815339">
                  <a:moveTo>
                    <a:pt x="0" y="815340"/>
                  </a:moveTo>
                  <a:lnTo>
                    <a:pt x="420623" y="815340"/>
                  </a:lnTo>
                  <a:lnTo>
                    <a:pt x="420623" y="0"/>
                  </a:lnTo>
                  <a:lnTo>
                    <a:pt x="0" y="0"/>
                  </a:lnTo>
                  <a:lnTo>
                    <a:pt x="0" y="815340"/>
                  </a:lnTo>
                  <a:close/>
                </a:path>
              </a:pathLst>
            </a:custGeom>
            <a:ln w="6350">
              <a:solidFill>
                <a:srgbClr val="6FAC46"/>
              </a:solidFill>
            </a:ln>
          </p:spPr>
          <p:txBody>
            <a:bodyPr wrap="square" lIns="0" tIns="0" rIns="0" bIns="0" rtlCol="0"/>
            <a:lstStyle/>
            <a:p/>
          </p:txBody>
        </p:sp>
        <p:pic>
          <p:nvPicPr>
            <p:cNvPr id="71" name="object 70"/>
            <p:cNvPicPr/>
            <p:nvPr/>
          </p:nvPicPr>
          <p:blipFill>
            <a:blip r:embed="rId5" cstate="print"/>
            <a:stretch>
              <a:fillRect/>
            </a:stretch>
          </p:blipFill>
          <p:spPr>
            <a:xfrm>
              <a:off x="1016507" y="5507735"/>
              <a:ext cx="216408" cy="213359"/>
            </a:xfrm>
            <a:prstGeom prst="rect">
              <a:avLst/>
            </a:prstGeom>
          </p:spPr>
        </p:pic>
      </p:grpSp>
      <p:pic>
        <p:nvPicPr>
          <p:cNvPr id="72" name="object 71"/>
          <p:cNvPicPr/>
          <p:nvPr/>
        </p:nvPicPr>
        <p:blipFill>
          <a:blip r:embed="rId6" cstate="print"/>
          <a:stretch>
            <a:fillRect/>
          </a:stretch>
        </p:blipFill>
        <p:spPr>
          <a:xfrm>
            <a:off x="1082802" y="5578441"/>
            <a:ext cx="76200" cy="233045"/>
          </a:xfrm>
          <a:prstGeom prst="rect">
            <a:avLst/>
          </a:prstGeom>
        </p:spPr>
      </p:pic>
      <p:pic>
        <p:nvPicPr>
          <p:cNvPr id="73" name="object 72"/>
          <p:cNvPicPr/>
          <p:nvPr/>
        </p:nvPicPr>
        <p:blipFill>
          <a:blip r:embed="rId6" cstate="print"/>
          <a:stretch>
            <a:fillRect/>
          </a:stretch>
        </p:blipFill>
        <p:spPr>
          <a:xfrm>
            <a:off x="2472689" y="5578441"/>
            <a:ext cx="76200" cy="233045"/>
          </a:xfrm>
          <a:prstGeom prst="rect">
            <a:avLst/>
          </a:prstGeom>
        </p:spPr>
      </p:pic>
      <p:grpSp>
        <p:nvGrpSpPr>
          <p:cNvPr id="74" name="object 73"/>
          <p:cNvGrpSpPr/>
          <p:nvPr/>
        </p:nvGrpSpPr>
        <p:grpSpPr>
          <a:xfrm>
            <a:off x="2296541" y="4669248"/>
            <a:ext cx="425450" cy="821690"/>
            <a:chOff x="2296541" y="5210428"/>
            <a:chExt cx="425450" cy="821690"/>
          </a:xfrm>
        </p:grpSpPr>
        <p:pic>
          <p:nvPicPr>
            <p:cNvPr id="75" name="object 74"/>
            <p:cNvPicPr/>
            <p:nvPr/>
          </p:nvPicPr>
          <p:blipFill>
            <a:blip r:embed="rId4" cstate="print"/>
            <a:stretch>
              <a:fillRect/>
            </a:stretch>
          </p:blipFill>
          <p:spPr>
            <a:xfrm>
              <a:off x="2299716" y="5213603"/>
              <a:ext cx="419100" cy="815340"/>
            </a:xfrm>
            <a:prstGeom prst="rect">
              <a:avLst/>
            </a:prstGeom>
          </p:spPr>
        </p:pic>
        <p:sp>
          <p:nvSpPr>
            <p:cNvPr id="76" name="object 75"/>
            <p:cNvSpPr/>
            <p:nvPr/>
          </p:nvSpPr>
          <p:spPr>
            <a:xfrm>
              <a:off x="2299716" y="5213603"/>
              <a:ext cx="419100" cy="815340"/>
            </a:xfrm>
            <a:custGeom>
              <a:avLst/>
              <a:gdLst/>
              <a:ahLst/>
              <a:cxnLst/>
              <a:rect l="l" t="t" r="r" b="b"/>
              <a:pathLst>
                <a:path w="419100" h="815339">
                  <a:moveTo>
                    <a:pt x="0" y="815340"/>
                  </a:moveTo>
                  <a:lnTo>
                    <a:pt x="419100" y="815340"/>
                  </a:lnTo>
                  <a:lnTo>
                    <a:pt x="419100" y="0"/>
                  </a:lnTo>
                  <a:lnTo>
                    <a:pt x="0" y="0"/>
                  </a:lnTo>
                  <a:lnTo>
                    <a:pt x="0" y="815340"/>
                  </a:lnTo>
                  <a:close/>
                </a:path>
              </a:pathLst>
            </a:custGeom>
            <a:ln w="6350">
              <a:solidFill>
                <a:srgbClr val="6FAC46"/>
              </a:solidFill>
            </a:ln>
          </p:spPr>
          <p:txBody>
            <a:bodyPr wrap="square" lIns="0" tIns="0" rIns="0" bIns="0" rtlCol="0"/>
            <a:lstStyle/>
            <a:p/>
          </p:txBody>
        </p:sp>
        <p:pic>
          <p:nvPicPr>
            <p:cNvPr id="77" name="object 76"/>
            <p:cNvPicPr/>
            <p:nvPr/>
          </p:nvPicPr>
          <p:blipFill>
            <a:blip r:embed="rId7" cstate="print"/>
            <a:stretch>
              <a:fillRect/>
            </a:stretch>
          </p:blipFill>
          <p:spPr>
            <a:xfrm>
              <a:off x="2406396" y="5507735"/>
              <a:ext cx="220980" cy="213359"/>
            </a:xfrm>
            <a:prstGeom prst="rect">
              <a:avLst/>
            </a:prstGeom>
          </p:spPr>
        </p:pic>
      </p:grpSp>
      <p:pic>
        <p:nvPicPr>
          <p:cNvPr id="78" name="object 77"/>
          <p:cNvPicPr/>
          <p:nvPr/>
        </p:nvPicPr>
        <p:blipFill>
          <a:blip r:embed="rId6" cstate="print"/>
          <a:stretch>
            <a:fillRect/>
          </a:stretch>
        </p:blipFill>
        <p:spPr>
          <a:xfrm>
            <a:off x="3815334" y="5575393"/>
            <a:ext cx="76200" cy="233045"/>
          </a:xfrm>
          <a:prstGeom prst="rect">
            <a:avLst/>
          </a:prstGeom>
        </p:spPr>
      </p:pic>
      <p:grpSp>
        <p:nvGrpSpPr>
          <p:cNvPr id="79" name="object 78"/>
          <p:cNvGrpSpPr/>
          <p:nvPr/>
        </p:nvGrpSpPr>
        <p:grpSpPr>
          <a:xfrm>
            <a:off x="3636136" y="4663153"/>
            <a:ext cx="425450" cy="820419"/>
            <a:chOff x="3636136" y="5204333"/>
            <a:chExt cx="425450" cy="820419"/>
          </a:xfrm>
        </p:grpSpPr>
        <p:pic>
          <p:nvPicPr>
            <p:cNvPr id="80" name="object 79"/>
            <p:cNvPicPr/>
            <p:nvPr/>
          </p:nvPicPr>
          <p:blipFill>
            <a:blip r:embed="rId8" cstate="print"/>
            <a:stretch>
              <a:fillRect/>
            </a:stretch>
          </p:blipFill>
          <p:spPr>
            <a:xfrm>
              <a:off x="3639311" y="5207508"/>
              <a:ext cx="419100" cy="813815"/>
            </a:xfrm>
            <a:prstGeom prst="rect">
              <a:avLst/>
            </a:prstGeom>
          </p:spPr>
        </p:pic>
        <p:sp>
          <p:nvSpPr>
            <p:cNvPr id="81" name="object 80"/>
            <p:cNvSpPr/>
            <p:nvPr/>
          </p:nvSpPr>
          <p:spPr>
            <a:xfrm>
              <a:off x="3639311" y="5207508"/>
              <a:ext cx="419100" cy="814069"/>
            </a:xfrm>
            <a:custGeom>
              <a:avLst/>
              <a:gdLst/>
              <a:ahLst/>
              <a:cxnLst/>
              <a:rect l="l" t="t" r="r" b="b"/>
              <a:pathLst>
                <a:path w="419100" h="814070">
                  <a:moveTo>
                    <a:pt x="0" y="813815"/>
                  </a:moveTo>
                  <a:lnTo>
                    <a:pt x="419100" y="813815"/>
                  </a:lnTo>
                  <a:lnTo>
                    <a:pt x="419100" y="0"/>
                  </a:lnTo>
                  <a:lnTo>
                    <a:pt x="0" y="0"/>
                  </a:lnTo>
                  <a:lnTo>
                    <a:pt x="0" y="813815"/>
                  </a:lnTo>
                  <a:close/>
                </a:path>
              </a:pathLst>
            </a:custGeom>
            <a:ln w="6350">
              <a:solidFill>
                <a:srgbClr val="6FAC46"/>
              </a:solidFill>
            </a:ln>
          </p:spPr>
          <p:txBody>
            <a:bodyPr wrap="square" lIns="0" tIns="0" rIns="0" bIns="0" rtlCol="0"/>
            <a:lstStyle/>
            <a:p/>
          </p:txBody>
        </p:sp>
        <p:pic>
          <p:nvPicPr>
            <p:cNvPr id="82" name="object 81"/>
            <p:cNvPicPr/>
            <p:nvPr/>
          </p:nvPicPr>
          <p:blipFill>
            <a:blip r:embed="rId9" cstate="print"/>
            <a:stretch>
              <a:fillRect/>
            </a:stretch>
          </p:blipFill>
          <p:spPr>
            <a:xfrm>
              <a:off x="3749039" y="5506212"/>
              <a:ext cx="222503" cy="216407"/>
            </a:xfrm>
            <a:prstGeom prst="rect">
              <a:avLst/>
            </a:prstGeom>
          </p:spPr>
        </p:pic>
      </p:grpSp>
      <p:pic>
        <p:nvPicPr>
          <p:cNvPr id="93" name="object 82"/>
          <p:cNvPicPr/>
          <p:nvPr/>
        </p:nvPicPr>
        <p:blipFill>
          <a:blip r:embed="rId10" cstate="print"/>
          <a:stretch>
            <a:fillRect/>
          </a:stretch>
        </p:blipFill>
        <p:spPr>
          <a:xfrm>
            <a:off x="5234648" y="4170904"/>
            <a:ext cx="3225418" cy="182880"/>
          </a:xfrm>
          <a:prstGeom prst="rect">
            <a:avLst/>
          </a:prstGeom>
        </p:spPr>
      </p:pic>
      <p:pic>
        <p:nvPicPr>
          <p:cNvPr id="94" name="object 83"/>
          <p:cNvPicPr/>
          <p:nvPr/>
        </p:nvPicPr>
        <p:blipFill>
          <a:blip r:embed="rId11" cstate="print"/>
          <a:stretch>
            <a:fillRect/>
          </a:stretch>
        </p:blipFill>
        <p:spPr>
          <a:xfrm>
            <a:off x="5232236" y="4513804"/>
            <a:ext cx="2607564" cy="227075"/>
          </a:xfrm>
          <a:prstGeom prst="rect">
            <a:avLst/>
          </a:prstGeom>
        </p:spPr>
      </p:pic>
      <p:grpSp>
        <p:nvGrpSpPr>
          <p:cNvPr id="95" name="object 84"/>
          <p:cNvGrpSpPr/>
          <p:nvPr/>
        </p:nvGrpSpPr>
        <p:grpSpPr>
          <a:xfrm>
            <a:off x="5416640" y="4899377"/>
            <a:ext cx="1811020" cy="434340"/>
            <a:chOff x="5323332" y="5141976"/>
            <a:chExt cx="1811020" cy="434340"/>
          </a:xfrm>
        </p:grpSpPr>
        <p:pic>
          <p:nvPicPr>
            <p:cNvPr id="96" name="object 85"/>
            <p:cNvPicPr/>
            <p:nvPr/>
          </p:nvPicPr>
          <p:blipFill>
            <a:blip r:embed="rId12" cstate="print"/>
            <a:stretch>
              <a:fillRect/>
            </a:stretch>
          </p:blipFill>
          <p:spPr>
            <a:xfrm>
              <a:off x="5323332" y="5141976"/>
              <a:ext cx="1810512" cy="252984"/>
            </a:xfrm>
            <a:prstGeom prst="rect">
              <a:avLst/>
            </a:prstGeom>
          </p:spPr>
        </p:pic>
        <p:pic>
          <p:nvPicPr>
            <p:cNvPr id="97" name="object 86"/>
            <p:cNvPicPr/>
            <p:nvPr/>
          </p:nvPicPr>
          <p:blipFill>
            <a:blip r:embed="rId13" cstate="print"/>
            <a:stretch>
              <a:fillRect/>
            </a:stretch>
          </p:blipFill>
          <p:spPr>
            <a:xfrm>
              <a:off x="6319266" y="5385054"/>
              <a:ext cx="196723" cy="191008"/>
            </a:xfrm>
            <a:prstGeom prst="rect">
              <a:avLst/>
            </a:prstGeom>
          </p:spPr>
        </p:pic>
      </p:grpSp>
      <p:pic>
        <p:nvPicPr>
          <p:cNvPr id="98" name="object 87"/>
          <p:cNvPicPr/>
          <p:nvPr/>
        </p:nvPicPr>
        <p:blipFill>
          <a:blip r:embed="rId14" cstate="print"/>
          <a:stretch>
            <a:fillRect/>
          </a:stretch>
        </p:blipFill>
        <p:spPr>
          <a:xfrm>
            <a:off x="5234394" y="5668997"/>
            <a:ext cx="3615816" cy="252984"/>
          </a:xfrm>
          <a:prstGeom prst="rect">
            <a:avLst/>
          </a:prstGeom>
        </p:spPr>
      </p:pic>
      <p:sp>
        <p:nvSpPr>
          <p:cNvPr id="99" name="object 88"/>
          <p:cNvSpPr txBox="1"/>
          <p:nvPr/>
        </p:nvSpPr>
        <p:spPr>
          <a:xfrm>
            <a:off x="6637110" y="5231710"/>
            <a:ext cx="2296795"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Calibri" panose="020F0502020204030204"/>
                <a:cs typeface="Calibri" panose="020F0502020204030204"/>
              </a:rPr>
              <a:t>shared</a:t>
            </a:r>
            <a:r>
              <a:rPr sz="1400" spc="-40" dirty="0">
                <a:latin typeface="Calibri" panose="020F0502020204030204"/>
                <a:cs typeface="Calibri" panose="020F0502020204030204"/>
              </a:rPr>
              <a:t> </a:t>
            </a:r>
            <a:r>
              <a:rPr sz="1400" spc="-10" dirty="0">
                <a:latin typeface="Calibri" panose="020F0502020204030204"/>
                <a:cs typeface="Calibri" panose="020F0502020204030204"/>
              </a:rPr>
              <a:t>weights</a:t>
            </a:r>
            <a:r>
              <a:rPr sz="1400" spc="-25" dirty="0">
                <a:latin typeface="Calibri" panose="020F0502020204030204"/>
                <a:cs typeface="Calibri" panose="020F0502020204030204"/>
              </a:rPr>
              <a:t> </a:t>
            </a:r>
            <a:r>
              <a:rPr sz="1400" dirty="0">
                <a:latin typeface="Calibri" panose="020F0502020204030204"/>
                <a:cs typeface="Calibri" panose="020F0502020204030204"/>
              </a:rPr>
              <a:t>at</a:t>
            </a:r>
            <a:r>
              <a:rPr sz="1400" spc="-30" dirty="0">
                <a:latin typeface="Calibri" panose="020F0502020204030204"/>
                <a:cs typeface="Calibri" panose="020F0502020204030204"/>
              </a:rPr>
              <a:t> </a:t>
            </a:r>
            <a:r>
              <a:rPr sz="1400" dirty="0">
                <a:latin typeface="Calibri" panose="020F0502020204030204"/>
                <a:cs typeface="Calibri" panose="020F0502020204030204"/>
              </a:rPr>
              <a:t>all</a:t>
            </a:r>
            <a:r>
              <a:rPr sz="1400" spc="-30" dirty="0">
                <a:latin typeface="Calibri" panose="020F0502020204030204"/>
                <a:cs typeface="Calibri" panose="020F0502020204030204"/>
              </a:rPr>
              <a:t> </a:t>
            </a:r>
            <a:r>
              <a:rPr sz="1400" dirty="0">
                <a:latin typeface="Calibri" panose="020F0502020204030204"/>
                <a:cs typeface="Calibri" panose="020F0502020204030204"/>
              </a:rPr>
              <a:t>time</a:t>
            </a:r>
            <a:r>
              <a:rPr sz="1400" spc="-30" dirty="0">
                <a:latin typeface="Calibri" panose="020F0502020204030204"/>
                <a:cs typeface="Calibri" panose="020F0502020204030204"/>
              </a:rPr>
              <a:t> </a:t>
            </a:r>
            <a:r>
              <a:rPr sz="1400" spc="-20" dirty="0">
                <a:latin typeface="Calibri" panose="020F0502020204030204"/>
                <a:cs typeface="Calibri" panose="020F0502020204030204"/>
              </a:rPr>
              <a:t>steps</a:t>
            </a:r>
            <a:endParaRPr sz="1400">
              <a:latin typeface="Calibri" panose="020F0502020204030204"/>
              <a:cs typeface="Calibri" panose="020F0502020204030204"/>
            </a:endParaRPr>
          </a:p>
        </p:txBody>
      </p:sp>
      <p:pic>
        <p:nvPicPr>
          <p:cNvPr id="3" name="object 21"/>
          <p:cNvPicPr/>
          <p:nvPr/>
        </p:nvPicPr>
        <p:blipFill>
          <a:blip r:embed="rId15" cstate="print"/>
          <a:stretch>
            <a:fillRect/>
          </a:stretch>
        </p:blipFill>
        <p:spPr>
          <a:xfrm>
            <a:off x="1314068" y="4383625"/>
            <a:ext cx="141986" cy="214375"/>
          </a:xfrm>
          <a:prstGeom prst="rect">
            <a:avLst/>
          </a:prstGeom>
        </p:spPr>
      </p:pic>
      <p:pic>
        <p:nvPicPr>
          <p:cNvPr id="4" name="object 97"/>
          <p:cNvPicPr/>
          <p:nvPr/>
        </p:nvPicPr>
        <p:blipFill>
          <a:blip r:embed="rId15" cstate="print"/>
          <a:stretch>
            <a:fillRect/>
          </a:stretch>
        </p:blipFill>
        <p:spPr>
          <a:xfrm>
            <a:off x="2714625" y="4383625"/>
            <a:ext cx="141986" cy="214375"/>
          </a:xfrm>
          <a:prstGeom prst="rect">
            <a:avLst/>
          </a:prstGeom>
        </p:spPr>
      </p:pic>
      <p:pic>
        <p:nvPicPr>
          <p:cNvPr id="5" name="object 98"/>
          <p:cNvPicPr/>
          <p:nvPr/>
        </p:nvPicPr>
        <p:blipFill>
          <a:blip r:embed="rId15" cstate="print"/>
          <a:stretch>
            <a:fillRect/>
          </a:stretch>
        </p:blipFill>
        <p:spPr>
          <a:xfrm>
            <a:off x="4049648" y="4385149"/>
            <a:ext cx="141986" cy="214375"/>
          </a:xfrm>
          <a:prstGeom prst="rect">
            <a:avLst/>
          </a:prstGeom>
        </p:spPr>
      </p:pic>
      <p:pic>
        <p:nvPicPr>
          <p:cNvPr id="13" name="object 29"/>
          <p:cNvPicPr/>
          <p:nvPr/>
        </p:nvPicPr>
        <p:blipFill>
          <a:blip r:embed="rId16" cstate="print"/>
          <a:stretch>
            <a:fillRect/>
          </a:stretch>
        </p:blipFill>
        <p:spPr>
          <a:xfrm>
            <a:off x="1322831" y="3951571"/>
            <a:ext cx="332231" cy="382524"/>
          </a:xfrm>
          <a:prstGeom prst="rect">
            <a:avLst/>
          </a:prstGeom>
        </p:spPr>
      </p:pic>
      <p:pic>
        <p:nvPicPr>
          <p:cNvPr id="14" name="object 31"/>
          <p:cNvPicPr/>
          <p:nvPr/>
        </p:nvPicPr>
        <p:blipFill>
          <a:blip r:embed="rId17" cstate="print"/>
          <a:stretch>
            <a:fillRect/>
          </a:stretch>
        </p:blipFill>
        <p:spPr>
          <a:xfrm>
            <a:off x="1394459" y="4084159"/>
            <a:ext cx="199644" cy="149351"/>
          </a:xfrm>
          <a:prstGeom prst="rect">
            <a:avLst/>
          </a:prstGeom>
        </p:spPr>
      </p:pic>
      <p:pic>
        <p:nvPicPr>
          <p:cNvPr id="17" name="object 32"/>
          <p:cNvPicPr/>
          <p:nvPr/>
        </p:nvPicPr>
        <p:blipFill>
          <a:blip r:embed="rId16" cstate="print"/>
          <a:stretch>
            <a:fillRect/>
          </a:stretch>
        </p:blipFill>
        <p:spPr>
          <a:xfrm>
            <a:off x="2723387" y="3951571"/>
            <a:ext cx="333756" cy="382524"/>
          </a:xfrm>
          <a:prstGeom prst="rect">
            <a:avLst/>
          </a:prstGeom>
        </p:spPr>
      </p:pic>
      <p:pic>
        <p:nvPicPr>
          <p:cNvPr id="18" name="object 34"/>
          <p:cNvPicPr/>
          <p:nvPr/>
        </p:nvPicPr>
        <p:blipFill>
          <a:blip r:embed="rId18" cstate="print"/>
          <a:stretch>
            <a:fillRect/>
          </a:stretch>
        </p:blipFill>
        <p:spPr>
          <a:xfrm>
            <a:off x="2795016" y="4084159"/>
            <a:ext cx="205739" cy="149351"/>
          </a:xfrm>
          <a:prstGeom prst="rect">
            <a:avLst/>
          </a:prstGeom>
        </p:spPr>
      </p:pic>
      <p:pic>
        <p:nvPicPr>
          <p:cNvPr id="19" name="object 35"/>
          <p:cNvPicPr/>
          <p:nvPr/>
        </p:nvPicPr>
        <p:blipFill>
          <a:blip r:embed="rId19" cstate="print"/>
          <a:stretch>
            <a:fillRect/>
          </a:stretch>
        </p:blipFill>
        <p:spPr>
          <a:xfrm>
            <a:off x="4058411" y="3954620"/>
            <a:ext cx="333756" cy="381000"/>
          </a:xfrm>
          <a:prstGeom prst="rect">
            <a:avLst/>
          </a:prstGeom>
        </p:spPr>
      </p:pic>
      <p:pic>
        <p:nvPicPr>
          <p:cNvPr id="20" name="object 37"/>
          <p:cNvPicPr/>
          <p:nvPr/>
        </p:nvPicPr>
        <p:blipFill>
          <a:blip r:embed="rId20" cstate="print"/>
          <a:stretch>
            <a:fillRect/>
          </a:stretch>
        </p:blipFill>
        <p:spPr>
          <a:xfrm>
            <a:off x="4130040" y="4087207"/>
            <a:ext cx="207263" cy="1524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325" y="258763"/>
            <a:ext cx="11307763" cy="676210"/>
          </a:xfrm>
        </p:spPr>
        <p:txBody>
          <a:bodyPr/>
          <a:lstStyle/>
          <a:p>
            <a:r>
              <a:rPr lang="en-US" dirty="0"/>
              <a:t>Self-Attention</a:t>
            </a:r>
            <a:endParaRPr lang="en-IN" dirty="0"/>
          </a:p>
        </p:txBody>
      </p:sp>
      <p:pic>
        <p:nvPicPr>
          <p:cNvPr id="65" name="object 64"/>
          <p:cNvPicPr/>
          <p:nvPr/>
        </p:nvPicPr>
        <p:blipFill>
          <a:blip r:embed="rId1" cstate="print"/>
          <a:stretch>
            <a:fillRect/>
          </a:stretch>
        </p:blipFill>
        <p:spPr>
          <a:xfrm>
            <a:off x="1024127" y="5917531"/>
            <a:ext cx="222503" cy="149351"/>
          </a:xfrm>
          <a:prstGeom prst="rect">
            <a:avLst/>
          </a:prstGeom>
        </p:spPr>
      </p:pic>
      <p:pic>
        <p:nvPicPr>
          <p:cNvPr id="66" name="object 65"/>
          <p:cNvPicPr/>
          <p:nvPr/>
        </p:nvPicPr>
        <p:blipFill>
          <a:blip r:embed="rId2" cstate="print"/>
          <a:stretch>
            <a:fillRect/>
          </a:stretch>
        </p:blipFill>
        <p:spPr>
          <a:xfrm>
            <a:off x="2414016" y="5917531"/>
            <a:ext cx="227075" cy="149351"/>
          </a:xfrm>
          <a:prstGeom prst="rect">
            <a:avLst/>
          </a:prstGeom>
        </p:spPr>
      </p:pic>
      <p:pic>
        <p:nvPicPr>
          <p:cNvPr id="67" name="object 66"/>
          <p:cNvPicPr/>
          <p:nvPr/>
        </p:nvPicPr>
        <p:blipFill>
          <a:blip r:embed="rId3" cstate="print"/>
          <a:stretch>
            <a:fillRect/>
          </a:stretch>
        </p:blipFill>
        <p:spPr>
          <a:xfrm>
            <a:off x="3768852" y="5917531"/>
            <a:ext cx="230124" cy="152400"/>
          </a:xfrm>
          <a:prstGeom prst="rect">
            <a:avLst/>
          </a:prstGeom>
        </p:spPr>
      </p:pic>
      <p:grpSp>
        <p:nvGrpSpPr>
          <p:cNvPr id="68" name="object 67"/>
          <p:cNvGrpSpPr/>
          <p:nvPr/>
        </p:nvGrpSpPr>
        <p:grpSpPr>
          <a:xfrm>
            <a:off x="897508" y="4669248"/>
            <a:ext cx="427355" cy="821690"/>
            <a:chOff x="897508" y="5210428"/>
            <a:chExt cx="427355" cy="821690"/>
          </a:xfrm>
        </p:grpSpPr>
        <p:pic>
          <p:nvPicPr>
            <p:cNvPr id="69" name="object 68"/>
            <p:cNvPicPr/>
            <p:nvPr/>
          </p:nvPicPr>
          <p:blipFill>
            <a:blip r:embed="rId4" cstate="print"/>
            <a:stretch>
              <a:fillRect/>
            </a:stretch>
          </p:blipFill>
          <p:spPr>
            <a:xfrm>
              <a:off x="900683" y="5213603"/>
              <a:ext cx="420623" cy="815340"/>
            </a:xfrm>
            <a:prstGeom prst="rect">
              <a:avLst/>
            </a:prstGeom>
          </p:spPr>
        </p:pic>
        <p:sp>
          <p:nvSpPr>
            <p:cNvPr id="70" name="object 69"/>
            <p:cNvSpPr/>
            <p:nvPr/>
          </p:nvSpPr>
          <p:spPr>
            <a:xfrm>
              <a:off x="900683" y="5213603"/>
              <a:ext cx="421005" cy="815340"/>
            </a:xfrm>
            <a:custGeom>
              <a:avLst/>
              <a:gdLst/>
              <a:ahLst/>
              <a:cxnLst/>
              <a:rect l="l" t="t" r="r" b="b"/>
              <a:pathLst>
                <a:path w="421005" h="815339">
                  <a:moveTo>
                    <a:pt x="0" y="815340"/>
                  </a:moveTo>
                  <a:lnTo>
                    <a:pt x="420623" y="815340"/>
                  </a:lnTo>
                  <a:lnTo>
                    <a:pt x="420623" y="0"/>
                  </a:lnTo>
                  <a:lnTo>
                    <a:pt x="0" y="0"/>
                  </a:lnTo>
                  <a:lnTo>
                    <a:pt x="0" y="815340"/>
                  </a:lnTo>
                  <a:close/>
                </a:path>
              </a:pathLst>
            </a:custGeom>
            <a:ln w="6350">
              <a:solidFill>
                <a:srgbClr val="6FAC46"/>
              </a:solidFill>
            </a:ln>
          </p:spPr>
          <p:txBody>
            <a:bodyPr wrap="square" lIns="0" tIns="0" rIns="0" bIns="0" rtlCol="0"/>
            <a:lstStyle/>
            <a:p/>
          </p:txBody>
        </p:sp>
        <p:pic>
          <p:nvPicPr>
            <p:cNvPr id="71" name="object 70"/>
            <p:cNvPicPr/>
            <p:nvPr/>
          </p:nvPicPr>
          <p:blipFill>
            <a:blip r:embed="rId5" cstate="print"/>
            <a:stretch>
              <a:fillRect/>
            </a:stretch>
          </p:blipFill>
          <p:spPr>
            <a:xfrm>
              <a:off x="1016507" y="5507735"/>
              <a:ext cx="216408" cy="213359"/>
            </a:xfrm>
            <a:prstGeom prst="rect">
              <a:avLst/>
            </a:prstGeom>
          </p:spPr>
        </p:pic>
      </p:grpSp>
      <p:pic>
        <p:nvPicPr>
          <p:cNvPr id="72" name="object 71"/>
          <p:cNvPicPr/>
          <p:nvPr/>
        </p:nvPicPr>
        <p:blipFill>
          <a:blip r:embed="rId6" cstate="print"/>
          <a:stretch>
            <a:fillRect/>
          </a:stretch>
        </p:blipFill>
        <p:spPr>
          <a:xfrm>
            <a:off x="1082802" y="5578441"/>
            <a:ext cx="76200" cy="233045"/>
          </a:xfrm>
          <a:prstGeom prst="rect">
            <a:avLst/>
          </a:prstGeom>
        </p:spPr>
      </p:pic>
      <p:pic>
        <p:nvPicPr>
          <p:cNvPr id="73" name="object 72"/>
          <p:cNvPicPr/>
          <p:nvPr/>
        </p:nvPicPr>
        <p:blipFill>
          <a:blip r:embed="rId6" cstate="print"/>
          <a:stretch>
            <a:fillRect/>
          </a:stretch>
        </p:blipFill>
        <p:spPr>
          <a:xfrm>
            <a:off x="2472689" y="5578441"/>
            <a:ext cx="76200" cy="233045"/>
          </a:xfrm>
          <a:prstGeom prst="rect">
            <a:avLst/>
          </a:prstGeom>
        </p:spPr>
      </p:pic>
      <p:grpSp>
        <p:nvGrpSpPr>
          <p:cNvPr id="74" name="object 73"/>
          <p:cNvGrpSpPr/>
          <p:nvPr/>
        </p:nvGrpSpPr>
        <p:grpSpPr>
          <a:xfrm>
            <a:off x="2296541" y="4669248"/>
            <a:ext cx="425450" cy="821690"/>
            <a:chOff x="2296541" y="5210428"/>
            <a:chExt cx="425450" cy="821690"/>
          </a:xfrm>
        </p:grpSpPr>
        <p:pic>
          <p:nvPicPr>
            <p:cNvPr id="75" name="object 74"/>
            <p:cNvPicPr/>
            <p:nvPr/>
          </p:nvPicPr>
          <p:blipFill>
            <a:blip r:embed="rId4" cstate="print"/>
            <a:stretch>
              <a:fillRect/>
            </a:stretch>
          </p:blipFill>
          <p:spPr>
            <a:xfrm>
              <a:off x="2299716" y="5213603"/>
              <a:ext cx="419100" cy="815340"/>
            </a:xfrm>
            <a:prstGeom prst="rect">
              <a:avLst/>
            </a:prstGeom>
          </p:spPr>
        </p:pic>
        <p:sp>
          <p:nvSpPr>
            <p:cNvPr id="76" name="object 75"/>
            <p:cNvSpPr/>
            <p:nvPr/>
          </p:nvSpPr>
          <p:spPr>
            <a:xfrm>
              <a:off x="2299716" y="5213603"/>
              <a:ext cx="419100" cy="815340"/>
            </a:xfrm>
            <a:custGeom>
              <a:avLst/>
              <a:gdLst/>
              <a:ahLst/>
              <a:cxnLst/>
              <a:rect l="l" t="t" r="r" b="b"/>
              <a:pathLst>
                <a:path w="419100" h="815339">
                  <a:moveTo>
                    <a:pt x="0" y="815340"/>
                  </a:moveTo>
                  <a:lnTo>
                    <a:pt x="419100" y="815340"/>
                  </a:lnTo>
                  <a:lnTo>
                    <a:pt x="419100" y="0"/>
                  </a:lnTo>
                  <a:lnTo>
                    <a:pt x="0" y="0"/>
                  </a:lnTo>
                  <a:lnTo>
                    <a:pt x="0" y="815340"/>
                  </a:lnTo>
                  <a:close/>
                </a:path>
              </a:pathLst>
            </a:custGeom>
            <a:ln w="6350">
              <a:solidFill>
                <a:srgbClr val="6FAC46"/>
              </a:solidFill>
            </a:ln>
          </p:spPr>
          <p:txBody>
            <a:bodyPr wrap="square" lIns="0" tIns="0" rIns="0" bIns="0" rtlCol="0"/>
            <a:lstStyle/>
            <a:p/>
          </p:txBody>
        </p:sp>
        <p:pic>
          <p:nvPicPr>
            <p:cNvPr id="77" name="object 76"/>
            <p:cNvPicPr/>
            <p:nvPr/>
          </p:nvPicPr>
          <p:blipFill>
            <a:blip r:embed="rId7" cstate="print"/>
            <a:stretch>
              <a:fillRect/>
            </a:stretch>
          </p:blipFill>
          <p:spPr>
            <a:xfrm>
              <a:off x="2406396" y="5507735"/>
              <a:ext cx="220980" cy="213359"/>
            </a:xfrm>
            <a:prstGeom prst="rect">
              <a:avLst/>
            </a:prstGeom>
          </p:spPr>
        </p:pic>
      </p:grpSp>
      <p:pic>
        <p:nvPicPr>
          <p:cNvPr id="78" name="object 77"/>
          <p:cNvPicPr/>
          <p:nvPr/>
        </p:nvPicPr>
        <p:blipFill>
          <a:blip r:embed="rId6" cstate="print"/>
          <a:stretch>
            <a:fillRect/>
          </a:stretch>
        </p:blipFill>
        <p:spPr>
          <a:xfrm>
            <a:off x="3815334" y="5575393"/>
            <a:ext cx="76200" cy="233045"/>
          </a:xfrm>
          <a:prstGeom prst="rect">
            <a:avLst/>
          </a:prstGeom>
        </p:spPr>
      </p:pic>
      <p:grpSp>
        <p:nvGrpSpPr>
          <p:cNvPr id="79" name="object 78"/>
          <p:cNvGrpSpPr/>
          <p:nvPr/>
        </p:nvGrpSpPr>
        <p:grpSpPr>
          <a:xfrm>
            <a:off x="3636136" y="4663153"/>
            <a:ext cx="425450" cy="820419"/>
            <a:chOff x="3636136" y="5204333"/>
            <a:chExt cx="425450" cy="820419"/>
          </a:xfrm>
        </p:grpSpPr>
        <p:pic>
          <p:nvPicPr>
            <p:cNvPr id="80" name="object 79"/>
            <p:cNvPicPr/>
            <p:nvPr/>
          </p:nvPicPr>
          <p:blipFill>
            <a:blip r:embed="rId8" cstate="print"/>
            <a:stretch>
              <a:fillRect/>
            </a:stretch>
          </p:blipFill>
          <p:spPr>
            <a:xfrm>
              <a:off x="3639311" y="5207508"/>
              <a:ext cx="419100" cy="813815"/>
            </a:xfrm>
            <a:prstGeom prst="rect">
              <a:avLst/>
            </a:prstGeom>
          </p:spPr>
        </p:pic>
        <p:sp>
          <p:nvSpPr>
            <p:cNvPr id="81" name="object 80"/>
            <p:cNvSpPr/>
            <p:nvPr/>
          </p:nvSpPr>
          <p:spPr>
            <a:xfrm>
              <a:off x="3639311" y="5207508"/>
              <a:ext cx="419100" cy="814069"/>
            </a:xfrm>
            <a:custGeom>
              <a:avLst/>
              <a:gdLst/>
              <a:ahLst/>
              <a:cxnLst/>
              <a:rect l="l" t="t" r="r" b="b"/>
              <a:pathLst>
                <a:path w="419100" h="814070">
                  <a:moveTo>
                    <a:pt x="0" y="813815"/>
                  </a:moveTo>
                  <a:lnTo>
                    <a:pt x="419100" y="813815"/>
                  </a:lnTo>
                  <a:lnTo>
                    <a:pt x="419100" y="0"/>
                  </a:lnTo>
                  <a:lnTo>
                    <a:pt x="0" y="0"/>
                  </a:lnTo>
                  <a:lnTo>
                    <a:pt x="0" y="813815"/>
                  </a:lnTo>
                  <a:close/>
                </a:path>
              </a:pathLst>
            </a:custGeom>
            <a:ln w="6350">
              <a:solidFill>
                <a:srgbClr val="6FAC46"/>
              </a:solidFill>
            </a:ln>
          </p:spPr>
          <p:txBody>
            <a:bodyPr wrap="square" lIns="0" tIns="0" rIns="0" bIns="0" rtlCol="0"/>
            <a:lstStyle/>
            <a:p/>
          </p:txBody>
        </p:sp>
        <p:pic>
          <p:nvPicPr>
            <p:cNvPr id="82" name="object 81"/>
            <p:cNvPicPr/>
            <p:nvPr/>
          </p:nvPicPr>
          <p:blipFill>
            <a:blip r:embed="rId9" cstate="print"/>
            <a:stretch>
              <a:fillRect/>
            </a:stretch>
          </p:blipFill>
          <p:spPr>
            <a:xfrm>
              <a:off x="3749039" y="5506212"/>
              <a:ext cx="222503" cy="216407"/>
            </a:xfrm>
            <a:prstGeom prst="rect">
              <a:avLst/>
            </a:prstGeom>
          </p:spPr>
        </p:pic>
      </p:grpSp>
      <p:pic>
        <p:nvPicPr>
          <p:cNvPr id="93" name="object 82"/>
          <p:cNvPicPr/>
          <p:nvPr/>
        </p:nvPicPr>
        <p:blipFill>
          <a:blip r:embed="rId10" cstate="print"/>
          <a:stretch>
            <a:fillRect/>
          </a:stretch>
        </p:blipFill>
        <p:spPr>
          <a:xfrm>
            <a:off x="5234648" y="4170904"/>
            <a:ext cx="3225418" cy="182880"/>
          </a:xfrm>
          <a:prstGeom prst="rect">
            <a:avLst/>
          </a:prstGeom>
        </p:spPr>
      </p:pic>
      <p:pic>
        <p:nvPicPr>
          <p:cNvPr id="94" name="object 83"/>
          <p:cNvPicPr/>
          <p:nvPr/>
        </p:nvPicPr>
        <p:blipFill>
          <a:blip r:embed="rId11" cstate="print"/>
          <a:stretch>
            <a:fillRect/>
          </a:stretch>
        </p:blipFill>
        <p:spPr>
          <a:xfrm>
            <a:off x="5232236" y="4513804"/>
            <a:ext cx="2607564" cy="227075"/>
          </a:xfrm>
          <a:prstGeom prst="rect">
            <a:avLst/>
          </a:prstGeom>
        </p:spPr>
      </p:pic>
      <p:grpSp>
        <p:nvGrpSpPr>
          <p:cNvPr id="95" name="object 84"/>
          <p:cNvGrpSpPr/>
          <p:nvPr/>
        </p:nvGrpSpPr>
        <p:grpSpPr>
          <a:xfrm>
            <a:off x="5416640" y="4899377"/>
            <a:ext cx="1811020" cy="434340"/>
            <a:chOff x="5323332" y="5141976"/>
            <a:chExt cx="1811020" cy="434340"/>
          </a:xfrm>
        </p:grpSpPr>
        <p:pic>
          <p:nvPicPr>
            <p:cNvPr id="96" name="object 85"/>
            <p:cNvPicPr/>
            <p:nvPr/>
          </p:nvPicPr>
          <p:blipFill>
            <a:blip r:embed="rId12" cstate="print"/>
            <a:stretch>
              <a:fillRect/>
            </a:stretch>
          </p:blipFill>
          <p:spPr>
            <a:xfrm>
              <a:off x="5323332" y="5141976"/>
              <a:ext cx="1810512" cy="252984"/>
            </a:xfrm>
            <a:prstGeom prst="rect">
              <a:avLst/>
            </a:prstGeom>
          </p:spPr>
        </p:pic>
        <p:pic>
          <p:nvPicPr>
            <p:cNvPr id="97" name="object 86"/>
            <p:cNvPicPr/>
            <p:nvPr/>
          </p:nvPicPr>
          <p:blipFill>
            <a:blip r:embed="rId13" cstate="print"/>
            <a:stretch>
              <a:fillRect/>
            </a:stretch>
          </p:blipFill>
          <p:spPr>
            <a:xfrm>
              <a:off x="6319266" y="5385054"/>
              <a:ext cx="196723" cy="191008"/>
            </a:xfrm>
            <a:prstGeom prst="rect">
              <a:avLst/>
            </a:prstGeom>
          </p:spPr>
        </p:pic>
      </p:grpSp>
      <p:pic>
        <p:nvPicPr>
          <p:cNvPr id="98" name="object 87"/>
          <p:cNvPicPr/>
          <p:nvPr/>
        </p:nvPicPr>
        <p:blipFill>
          <a:blip r:embed="rId14" cstate="print"/>
          <a:stretch>
            <a:fillRect/>
          </a:stretch>
        </p:blipFill>
        <p:spPr>
          <a:xfrm>
            <a:off x="5234394" y="5668997"/>
            <a:ext cx="3615816" cy="252984"/>
          </a:xfrm>
          <a:prstGeom prst="rect">
            <a:avLst/>
          </a:prstGeom>
        </p:spPr>
      </p:pic>
      <p:sp>
        <p:nvSpPr>
          <p:cNvPr id="99" name="object 88"/>
          <p:cNvSpPr txBox="1"/>
          <p:nvPr/>
        </p:nvSpPr>
        <p:spPr>
          <a:xfrm>
            <a:off x="6637110" y="5231710"/>
            <a:ext cx="2296795"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Calibri" panose="020F0502020204030204"/>
                <a:cs typeface="Calibri" panose="020F0502020204030204"/>
              </a:rPr>
              <a:t>shared</a:t>
            </a:r>
            <a:r>
              <a:rPr sz="1400" spc="-40" dirty="0">
                <a:latin typeface="Calibri" panose="020F0502020204030204"/>
                <a:cs typeface="Calibri" panose="020F0502020204030204"/>
              </a:rPr>
              <a:t> </a:t>
            </a:r>
            <a:r>
              <a:rPr sz="1400" spc="-10" dirty="0">
                <a:latin typeface="Calibri" panose="020F0502020204030204"/>
                <a:cs typeface="Calibri" panose="020F0502020204030204"/>
              </a:rPr>
              <a:t>weights</a:t>
            </a:r>
            <a:r>
              <a:rPr sz="1400" spc="-25" dirty="0">
                <a:latin typeface="Calibri" panose="020F0502020204030204"/>
                <a:cs typeface="Calibri" panose="020F0502020204030204"/>
              </a:rPr>
              <a:t> </a:t>
            </a:r>
            <a:r>
              <a:rPr sz="1400" dirty="0">
                <a:latin typeface="Calibri" panose="020F0502020204030204"/>
                <a:cs typeface="Calibri" panose="020F0502020204030204"/>
              </a:rPr>
              <a:t>at</a:t>
            </a:r>
            <a:r>
              <a:rPr sz="1400" spc="-30" dirty="0">
                <a:latin typeface="Calibri" panose="020F0502020204030204"/>
                <a:cs typeface="Calibri" panose="020F0502020204030204"/>
              </a:rPr>
              <a:t> </a:t>
            </a:r>
            <a:r>
              <a:rPr sz="1400" dirty="0">
                <a:latin typeface="Calibri" panose="020F0502020204030204"/>
                <a:cs typeface="Calibri" panose="020F0502020204030204"/>
              </a:rPr>
              <a:t>all</a:t>
            </a:r>
            <a:r>
              <a:rPr sz="1400" spc="-30" dirty="0">
                <a:latin typeface="Calibri" panose="020F0502020204030204"/>
                <a:cs typeface="Calibri" panose="020F0502020204030204"/>
              </a:rPr>
              <a:t> </a:t>
            </a:r>
            <a:r>
              <a:rPr sz="1400" dirty="0">
                <a:latin typeface="Calibri" panose="020F0502020204030204"/>
                <a:cs typeface="Calibri" panose="020F0502020204030204"/>
              </a:rPr>
              <a:t>time</a:t>
            </a:r>
            <a:r>
              <a:rPr sz="1400" spc="-30" dirty="0">
                <a:latin typeface="Calibri" panose="020F0502020204030204"/>
                <a:cs typeface="Calibri" panose="020F0502020204030204"/>
              </a:rPr>
              <a:t> </a:t>
            </a:r>
            <a:r>
              <a:rPr sz="1400" spc="-20" dirty="0">
                <a:latin typeface="Calibri" panose="020F0502020204030204"/>
                <a:cs typeface="Calibri" panose="020F0502020204030204"/>
              </a:rPr>
              <a:t>steps</a:t>
            </a:r>
            <a:endParaRPr sz="1400">
              <a:latin typeface="Calibri" panose="020F0502020204030204"/>
              <a:cs typeface="Calibri" panose="020F0502020204030204"/>
            </a:endParaRPr>
          </a:p>
        </p:txBody>
      </p:sp>
      <p:pic>
        <p:nvPicPr>
          <p:cNvPr id="3" name="object 21"/>
          <p:cNvPicPr/>
          <p:nvPr/>
        </p:nvPicPr>
        <p:blipFill>
          <a:blip r:embed="rId15" cstate="print"/>
          <a:stretch>
            <a:fillRect/>
          </a:stretch>
        </p:blipFill>
        <p:spPr>
          <a:xfrm>
            <a:off x="1314068" y="4383625"/>
            <a:ext cx="141986" cy="214375"/>
          </a:xfrm>
          <a:prstGeom prst="rect">
            <a:avLst/>
          </a:prstGeom>
        </p:spPr>
      </p:pic>
      <p:pic>
        <p:nvPicPr>
          <p:cNvPr id="4" name="object 97"/>
          <p:cNvPicPr/>
          <p:nvPr/>
        </p:nvPicPr>
        <p:blipFill>
          <a:blip r:embed="rId15" cstate="print"/>
          <a:stretch>
            <a:fillRect/>
          </a:stretch>
        </p:blipFill>
        <p:spPr>
          <a:xfrm>
            <a:off x="2714625" y="4383625"/>
            <a:ext cx="141986" cy="214375"/>
          </a:xfrm>
          <a:prstGeom prst="rect">
            <a:avLst/>
          </a:prstGeom>
        </p:spPr>
      </p:pic>
      <p:pic>
        <p:nvPicPr>
          <p:cNvPr id="5" name="object 98"/>
          <p:cNvPicPr/>
          <p:nvPr/>
        </p:nvPicPr>
        <p:blipFill>
          <a:blip r:embed="rId15" cstate="print"/>
          <a:stretch>
            <a:fillRect/>
          </a:stretch>
        </p:blipFill>
        <p:spPr>
          <a:xfrm>
            <a:off x="4049648" y="4385149"/>
            <a:ext cx="141986" cy="214375"/>
          </a:xfrm>
          <a:prstGeom prst="rect">
            <a:avLst/>
          </a:prstGeom>
        </p:spPr>
      </p:pic>
      <p:pic>
        <p:nvPicPr>
          <p:cNvPr id="13" name="object 29"/>
          <p:cNvPicPr/>
          <p:nvPr/>
        </p:nvPicPr>
        <p:blipFill>
          <a:blip r:embed="rId16" cstate="print"/>
          <a:stretch>
            <a:fillRect/>
          </a:stretch>
        </p:blipFill>
        <p:spPr>
          <a:xfrm>
            <a:off x="1322831" y="3951571"/>
            <a:ext cx="332231" cy="382524"/>
          </a:xfrm>
          <a:prstGeom prst="rect">
            <a:avLst/>
          </a:prstGeom>
        </p:spPr>
      </p:pic>
      <p:pic>
        <p:nvPicPr>
          <p:cNvPr id="14" name="object 31"/>
          <p:cNvPicPr/>
          <p:nvPr/>
        </p:nvPicPr>
        <p:blipFill>
          <a:blip r:embed="rId17" cstate="print"/>
          <a:stretch>
            <a:fillRect/>
          </a:stretch>
        </p:blipFill>
        <p:spPr>
          <a:xfrm>
            <a:off x="1394459" y="4084159"/>
            <a:ext cx="199644" cy="149351"/>
          </a:xfrm>
          <a:prstGeom prst="rect">
            <a:avLst/>
          </a:prstGeom>
        </p:spPr>
      </p:pic>
      <p:pic>
        <p:nvPicPr>
          <p:cNvPr id="17" name="object 32"/>
          <p:cNvPicPr/>
          <p:nvPr/>
        </p:nvPicPr>
        <p:blipFill>
          <a:blip r:embed="rId16" cstate="print"/>
          <a:stretch>
            <a:fillRect/>
          </a:stretch>
        </p:blipFill>
        <p:spPr>
          <a:xfrm>
            <a:off x="2723387" y="3951571"/>
            <a:ext cx="333756" cy="382524"/>
          </a:xfrm>
          <a:prstGeom prst="rect">
            <a:avLst/>
          </a:prstGeom>
        </p:spPr>
      </p:pic>
      <p:pic>
        <p:nvPicPr>
          <p:cNvPr id="18" name="object 34"/>
          <p:cNvPicPr/>
          <p:nvPr/>
        </p:nvPicPr>
        <p:blipFill>
          <a:blip r:embed="rId18" cstate="print"/>
          <a:stretch>
            <a:fillRect/>
          </a:stretch>
        </p:blipFill>
        <p:spPr>
          <a:xfrm>
            <a:off x="2795016" y="4084159"/>
            <a:ext cx="205739" cy="149351"/>
          </a:xfrm>
          <a:prstGeom prst="rect">
            <a:avLst/>
          </a:prstGeom>
        </p:spPr>
      </p:pic>
      <p:pic>
        <p:nvPicPr>
          <p:cNvPr id="19" name="object 35"/>
          <p:cNvPicPr/>
          <p:nvPr/>
        </p:nvPicPr>
        <p:blipFill>
          <a:blip r:embed="rId19" cstate="print"/>
          <a:stretch>
            <a:fillRect/>
          </a:stretch>
        </p:blipFill>
        <p:spPr>
          <a:xfrm>
            <a:off x="4058411" y="3954620"/>
            <a:ext cx="333756" cy="381000"/>
          </a:xfrm>
          <a:prstGeom prst="rect">
            <a:avLst/>
          </a:prstGeom>
        </p:spPr>
      </p:pic>
      <p:pic>
        <p:nvPicPr>
          <p:cNvPr id="20" name="object 37"/>
          <p:cNvPicPr/>
          <p:nvPr/>
        </p:nvPicPr>
        <p:blipFill>
          <a:blip r:embed="rId20" cstate="print"/>
          <a:stretch>
            <a:fillRect/>
          </a:stretch>
        </p:blipFill>
        <p:spPr>
          <a:xfrm>
            <a:off x="4130040" y="4087207"/>
            <a:ext cx="207263" cy="152400"/>
          </a:xfrm>
          <a:prstGeom prst="rect">
            <a:avLst/>
          </a:prstGeom>
        </p:spPr>
      </p:pic>
      <p:pic>
        <p:nvPicPr>
          <p:cNvPr id="21" name="object 99"/>
          <p:cNvPicPr/>
          <p:nvPr/>
        </p:nvPicPr>
        <p:blipFill>
          <a:blip r:embed="rId21" cstate="print"/>
          <a:stretch>
            <a:fillRect/>
          </a:stretch>
        </p:blipFill>
        <p:spPr>
          <a:xfrm>
            <a:off x="5231084" y="3183635"/>
            <a:ext cx="986027" cy="231648"/>
          </a:xfrm>
          <a:prstGeom prst="rect">
            <a:avLst/>
          </a:prstGeom>
        </p:spPr>
      </p:pic>
      <p:pic>
        <p:nvPicPr>
          <p:cNvPr id="22" name="object 100"/>
          <p:cNvPicPr/>
          <p:nvPr/>
        </p:nvPicPr>
        <p:blipFill>
          <a:blip r:embed="rId22" cstate="print"/>
          <a:stretch>
            <a:fillRect/>
          </a:stretch>
        </p:blipFill>
        <p:spPr>
          <a:xfrm>
            <a:off x="6457904" y="3200400"/>
            <a:ext cx="4692396" cy="21488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325" y="258763"/>
            <a:ext cx="11307763" cy="676210"/>
          </a:xfrm>
        </p:spPr>
        <p:txBody>
          <a:bodyPr/>
          <a:lstStyle/>
          <a:p>
            <a:r>
              <a:rPr lang="en-US" dirty="0"/>
              <a:t>Self-Attention</a:t>
            </a:r>
            <a:endParaRPr lang="en-IN" dirty="0"/>
          </a:p>
        </p:txBody>
      </p:sp>
      <p:pic>
        <p:nvPicPr>
          <p:cNvPr id="65" name="object 64"/>
          <p:cNvPicPr/>
          <p:nvPr/>
        </p:nvPicPr>
        <p:blipFill>
          <a:blip r:embed="rId1" cstate="print"/>
          <a:stretch>
            <a:fillRect/>
          </a:stretch>
        </p:blipFill>
        <p:spPr>
          <a:xfrm>
            <a:off x="1024127" y="5917531"/>
            <a:ext cx="222503" cy="149351"/>
          </a:xfrm>
          <a:prstGeom prst="rect">
            <a:avLst/>
          </a:prstGeom>
        </p:spPr>
      </p:pic>
      <p:pic>
        <p:nvPicPr>
          <p:cNvPr id="66" name="object 65"/>
          <p:cNvPicPr/>
          <p:nvPr/>
        </p:nvPicPr>
        <p:blipFill>
          <a:blip r:embed="rId2" cstate="print"/>
          <a:stretch>
            <a:fillRect/>
          </a:stretch>
        </p:blipFill>
        <p:spPr>
          <a:xfrm>
            <a:off x="2414016" y="5917531"/>
            <a:ext cx="227075" cy="149351"/>
          </a:xfrm>
          <a:prstGeom prst="rect">
            <a:avLst/>
          </a:prstGeom>
        </p:spPr>
      </p:pic>
      <p:pic>
        <p:nvPicPr>
          <p:cNvPr id="67" name="object 66"/>
          <p:cNvPicPr/>
          <p:nvPr/>
        </p:nvPicPr>
        <p:blipFill>
          <a:blip r:embed="rId3" cstate="print"/>
          <a:stretch>
            <a:fillRect/>
          </a:stretch>
        </p:blipFill>
        <p:spPr>
          <a:xfrm>
            <a:off x="3768852" y="5917531"/>
            <a:ext cx="230124" cy="152400"/>
          </a:xfrm>
          <a:prstGeom prst="rect">
            <a:avLst/>
          </a:prstGeom>
        </p:spPr>
      </p:pic>
      <p:grpSp>
        <p:nvGrpSpPr>
          <p:cNvPr id="68" name="object 67"/>
          <p:cNvGrpSpPr/>
          <p:nvPr/>
        </p:nvGrpSpPr>
        <p:grpSpPr>
          <a:xfrm>
            <a:off x="897508" y="4669248"/>
            <a:ext cx="427355" cy="821690"/>
            <a:chOff x="897508" y="5210428"/>
            <a:chExt cx="427355" cy="821690"/>
          </a:xfrm>
        </p:grpSpPr>
        <p:pic>
          <p:nvPicPr>
            <p:cNvPr id="69" name="object 68"/>
            <p:cNvPicPr/>
            <p:nvPr/>
          </p:nvPicPr>
          <p:blipFill>
            <a:blip r:embed="rId4" cstate="print"/>
            <a:stretch>
              <a:fillRect/>
            </a:stretch>
          </p:blipFill>
          <p:spPr>
            <a:xfrm>
              <a:off x="900683" y="5213603"/>
              <a:ext cx="420623" cy="815340"/>
            </a:xfrm>
            <a:prstGeom prst="rect">
              <a:avLst/>
            </a:prstGeom>
          </p:spPr>
        </p:pic>
        <p:sp>
          <p:nvSpPr>
            <p:cNvPr id="70" name="object 69"/>
            <p:cNvSpPr/>
            <p:nvPr/>
          </p:nvSpPr>
          <p:spPr>
            <a:xfrm>
              <a:off x="900683" y="5213603"/>
              <a:ext cx="421005" cy="815340"/>
            </a:xfrm>
            <a:custGeom>
              <a:avLst/>
              <a:gdLst/>
              <a:ahLst/>
              <a:cxnLst/>
              <a:rect l="l" t="t" r="r" b="b"/>
              <a:pathLst>
                <a:path w="421005" h="815339">
                  <a:moveTo>
                    <a:pt x="0" y="815340"/>
                  </a:moveTo>
                  <a:lnTo>
                    <a:pt x="420623" y="815340"/>
                  </a:lnTo>
                  <a:lnTo>
                    <a:pt x="420623" y="0"/>
                  </a:lnTo>
                  <a:lnTo>
                    <a:pt x="0" y="0"/>
                  </a:lnTo>
                  <a:lnTo>
                    <a:pt x="0" y="815340"/>
                  </a:lnTo>
                  <a:close/>
                </a:path>
              </a:pathLst>
            </a:custGeom>
            <a:ln w="6350">
              <a:solidFill>
                <a:srgbClr val="6FAC46"/>
              </a:solidFill>
            </a:ln>
          </p:spPr>
          <p:txBody>
            <a:bodyPr wrap="square" lIns="0" tIns="0" rIns="0" bIns="0" rtlCol="0"/>
            <a:lstStyle/>
            <a:p/>
          </p:txBody>
        </p:sp>
        <p:pic>
          <p:nvPicPr>
            <p:cNvPr id="71" name="object 70"/>
            <p:cNvPicPr/>
            <p:nvPr/>
          </p:nvPicPr>
          <p:blipFill>
            <a:blip r:embed="rId5" cstate="print"/>
            <a:stretch>
              <a:fillRect/>
            </a:stretch>
          </p:blipFill>
          <p:spPr>
            <a:xfrm>
              <a:off x="1016507" y="5507735"/>
              <a:ext cx="216408" cy="213359"/>
            </a:xfrm>
            <a:prstGeom prst="rect">
              <a:avLst/>
            </a:prstGeom>
          </p:spPr>
        </p:pic>
      </p:grpSp>
      <p:pic>
        <p:nvPicPr>
          <p:cNvPr id="72" name="object 71"/>
          <p:cNvPicPr/>
          <p:nvPr/>
        </p:nvPicPr>
        <p:blipFill>
          <a:blip r:embed="rId6" cstate="print"/>
          <a:stretch>
            <a:fillRect/>
          </a:stretch>
        </p:blipFill>
        <p:spPr>
          <a:xfrm>
            <a:off x="1082802" y="5578441"/>
            <a:ext cx="76200" cy="233045"/>
          </a:xfrm>
          <a:prstGeom prst="rect">
            <a:avLst/>
          </a:prstGeom>
        </p:spPr>
      </p:pic>
      <p:pic>
        <p:nvPicPr>
          <p:cNvPr id="73" name="object 72"/>
          <p:cNvPicPr/>
          <p:nvPr/>
        </p:nvPicPr>
        <p:blipFill>
          <a:blip r:embed="rId6" cstate="print"/>
          <a:stretch>
            <a:fillRect/>
          </a:stretch>
        </p:blipFill>
        <p:spPr>
          <a:xfrm>
            <a:off x="2472689" y="5578441"/>
            <a:ext cx="76200" cy="233045"/>
          </a:xfrm>
          <a:prstGeom prst="rect">
            <a:avLst/>
          </a:prstGeom>
        </p:spPr>
      </p:pic>
      <p:grpSp>
        <p:nvGrpSpPr>
          <p:cNvPr id="74" name="object 73"/>
          <p:cNvGrpSpPr/>
          <p:nvPr/>
        </p:nvGrpSpPr>
        <p:grpSpPr>
          <a:xfrm>
            <a:off x="2296541" y="4669248"/>
            <a:ext cx="425450" cy="821690"/>
            <a:chOff x="2296541" y="5210428"/>
            <a:chExt cx="425450" cy="821690"/>
          </a:xfrm>
        </p:grpSpPr>
        <p:pic>
          <p:nvPicPr>
            <p:cNvPr id="75" name="object 74"/>
            <p:cNvPicPr/>
            <p:nvPr/>
          </p:nvPicPr>
          <p:blipFill>
            <a:blip r:embed="rId4" cstate="print"/>
            <a:stretch>
              <a:fillRect/>
            </a:stretch>
          </p:blipFill>
          <p:spPr>
            <a:xfrm>
              <a:off x="2299716" y="5213603"/>
              <a:ext cx="419100" cy="815340"/>
            </a:xfrm>
            <a:prstGeom prst="rect">
              <a:avLst/>
            </a:prstGeom>
          </p:spPr>
        </p:pic>
        <p:sp>
          <p:nvSpPr>
            <p:cNvPr id="76" name="object 75"/>
            <p:cNvSpPr/>
            <p:nvPr/>
          </p:nvSpPr>
          <p:spPr>
            <a:xfrm>
              <a:off x="2299716" y="5213603"/>
              <a:ext cx="419100" cy="815340"/>
            </a:xfrm>
            <a:custGeom>
              <a:avLst/>
              <a:gdLst/>
              <a:ahLst/>
              <a:cxnLst/>
              <a:rect l="l" t="t" r="r" b="b"/>
              <a:pathLst>
                <a:path w="419100" h="815339">
                  <a:moveTo>
                    <a:pt x="0" y="815340"/>
                  </a:moveTo>
                  <a:lnTo>
                    <a:pt x="419100" y="815340"/>
                  </a:lnTo>
                  <a:lnTo>
                    <a:pt x="419100" y="0"/>
                  </a:lnTo>
                  <a:lnTo>
                    <a:pt x="0" y="0"/>
                  </a:lnTo>
                  <a:lnTo>
                    <a:pt x="0" y="815340"/>
                  </a:lnTo>
                  <a:close/>
                </a:path>
              </a:pathLst>
            </a:custGeom>
            <a:ln w="6350">
              <a:solidFill>
                <a:srgbClr val="6FAC46"/>
              </a:solidFill>
            </a:ln>
          </p:spPr>
          <p:txBody>
            <a:bodyPr wrap="square" lIns="0" tIns="0" rIns="0" bIns="0" rtlCol="0"/>
            <a:lstStyle/>
            <a:p/>
          </p:txBody>
        </p:sp>
        <p:pic>
          <p:nvPicPr>
            <p:cNvPr id="77" name="object 76"/>
            <p:cNvPicPr/>
            <p:nvPr/>
          </p:nvPicPr>
          <p:blipFill>
            <a:blip r:embed="rId7" cstate="print"/>
            <a:stretch>
              <a:fillRect/>
            </a:stretch>
          </p:blipFill>
          <p:spPr>
            <a:xfrm>
              <a:off x="2406396" y="5507735"/>
              <a:ext cx="220980" cy="213359"/>
            </a:xfrm>
            <a:prstGeom prst="rect">
              <a:avLst/>
            </a:prstGeom>
          </p:spPr>
        </p:pic>
      </p:grpSp>
      <p:pic>
        <p:nvPicPr>
          <p:cNvPr id="78" name="object 77"/>
          <p:cNvPicPr/>
          <p:nvPr/>
        </p:nvPicPr>
        <p:blipFill>
          <a:blip r:embed="rId6" cstate="print"/>
          <a:stretch>
            <a:fillRect/>
          </a:stretch>
        </p:blipFill>
        <p:spPr>
          <a:xfrm>
            <a:off x="3815334" y="5575393"/>
            <a:ext cx="76200" cy="233045"/>
          </a:xfrm>
          <a:prstGeom prst="rect">
            <a:avLst/>
          </a:prstGeom>
        </p:spPr>
      </p:pic>
      <p:grpSp>
        <p:nvGrpSpPr>
          <p:cNvPr id="79" name="object 78"/>
          <p:cNvGrpSpPr/>
          <p:nvPr/>
        </p:nvGrpSpPr>
        <p:grpSpPr>
          <a:xfrm>
            <a:off x="3636136" y="4663153"/>
            <a:ext cx="425450" cy="820419"/>
            <a:chOff x="3636136" y="5204333"/>
            <a:chExt cx="425450" cy="820419"/>
          </a:xfrm>
        </p:grpSpPr>
        <p:pic>
          <p:nvPicPr>
            <p:cNvPr id="80" name="object 79"/>
            <p:cNvPicPr/>
            <p:nvPr/>
          </p:nvPicPr>
          <p:blipFill>
            <a:blip r:embed="rId8" cstate="print"/>
            <a:stretch>
              <a:fillRect/>
            </a:stretch>
          </p:blipFill>
          <p:spPr>
            <a:xfrm>
              <a:off x="3639311" y="5207508"/>
              <a:ext cx="419100" cy="813815"/>
            </a:xfrm>
            <a:prstGeom prst="rect">
              <a:avLst/>
            </a:prstGeom>
          </p:spPr>
        </p:pic>
        <p:sp>
          <p:nvSpPr>
            <p:cNvPr id="81" name="object 80"/>
            <p:cNvSpPr/>
            <p:nvPr/>
          </p:nvSpPr>
          <p:spPr>
            <a:xfrm>
              <a:off x="3639311" y="5207508"/>
              <a:ext cx="419100" cy="814069"/>
            </a:xfrm>
            <a:custGeom>
              <a:avLst/>
              <a:gdLst/>
              <a:ahLst/>
              <a:cxnLst/>
              <a:rect l="l" t="t" r="r" b="b"/>
              <a:pathLst>
                <a:path w="419100" h="814070">
                  <a:moveTo>
                    <a:pt x="0" y="813815"/>
                  </a:moveTo>
                  <a:lnTo>
                    <a:pt x="419100" y="813815"/>
                  </a:lnTo>
                  <a:lnTo>
                    <a:pt x="419100" y="0"/>
                  </a:lnTo>
                  <a:lnTo>
                    <a:pt x="0" y="0"/>
                  </a:lnTo>
                  <a:lnTo>
                    <a:pt x="0" y="813815"/>
                  </a:lnTo>
                  <a:close/>
                </a:path>
              </a:pathLst>
            </a:custGeom>
            <a:ln w="6350">
              <a:solidFill>
                <a:srgbClr val="6FAC46"/>
              </a:solidFill>
            </a:ln>
          </p:spPr>
          <p:txBody>
            <a:bodyPr wrap="square" lIns="0" tIns="0" rIns="0" bIns="0" rtlCol="0"/>
            <a:lstStyle/>
            <a:p/>
          </p:txBody>
        </p:sp>
        <p:pic>
          <p:nvPicPr>
            <p:cNvPr id="82" name="object 81"/>
            <p:cNvPicPr/>
            <p:nvPr/>
          </p:nvPicPr>
          <p:blipFill>
            <a:blip r:embed="rId9" cstate="print"/>
            <a:stretch>
              <a:fillRect/>
            </a:stretch>
          </p:blipFill>
          <p:spPr>
            <a:xfrm>
              <a:off x="3749039" y="5506212"/>
              <a:ext cx="222503" cy="216407"/>
            </a:xfrm>
            <a:prstGeom prst="rect">
              <a:avLst/>
            </a:prstGeom>
          </p:spPr>
        </p:pic>
      </p:grpSp>
      <p:pic>
        <p:nvPicPr>
          <p:cNvPr id="93" name="object 82"/>
          <p:cNvPicPr/>
          <p:nvPr/>
        </p:nvPicPr>
        <p:blipFill>
          <a:blip r:embed="rId10" cstate="print"/>
          <a:stretch>
            <a:fillRect/>
          </a:stretch>
        </p:blipFill>
        <p:spPr>
          <a:xfrm>
            <a:off x="5234648" y="4170904"/>
            <a:ext cx="3225418" cy="182880"/>
          </a:xfrm>
          <a:prstGeom prst="rect">
            <a:avLst/>
          </a:prstGeom>
        </p:spPr>
      </p:pic>
      <p:pic>
        <p:nvPicPr>
          <p:cNvPr id="94" name="object 83"/>
          <p:cNvPicPr/>
          <p:nvPr/>
        </p:nvPicPr>
        <p:blipFill>
          <a:blip r:embed="rId11" cstate="print"/>
          <a:stretch>
            <a:fillRect/>
          </a:stretch>
        </p:blipFill>
        <p:spPr>
          <a:xfrm>
            <a:off x="5232236" y="4513804"/>
            <a:ext cx="2607564" cy="227075"/>
          </a:xfrm>
          <a:prstGeom prst="rect">
            <a:avLst/>
          </a:prstGeom>
        </p:spPr>
      </p:pic>
      <p:grpSp>
        <p:nvGrpSpPr>
          <p:cNvPr id="95" name="object 84"/>
          <p:cNvGrpSpPr/>
          <p:nvPr/>
        </p:nvGrpSpPr>
        <p:grpSpPr>
          <a:xfrm>
            <a:off x="5416640" y="4899377"/>
            <a:ext cx="1811020" cy="434340"/>
            <a:chOff x="5323332" y="5141976"/>
            <a:chExt cx="1811020" cy="434340"/>
          </a:xfrm>
        </p:grpSpPr>
        <p:pic>
          <p:nvPicPr>
            <p:cNvPr id="96" name="object 85"/>
            <p:cNvPicPr/>
            <p:nvPr/>
          </p:nvPicPr>
          <p:blipFill>
            <a:blip r:embed="rId12" cstate="print"/>
            <a:stretch>
              <a:fillRect/>
            </a:stretch>
          </p:blipFill>
          <p:spPr>
            <a:xfrm>
              <a:off x="5323332" y="5141976"/>
              <a:ext cx="1810512" cy="252984"/>
            </a:xfrm>
            <a:prstGeom prst="rect">
              <a:avLst/>
            </a:prstGeom>
          </p:spPr>
        </p:pic>
        <p:pic>
          <p:nvPicPr>
            <p:cNvPr id="97" name="object 86"/>
            <p:cNvPicPr/>
            <p:nvPr/>
          </p:nvPicPr>
          <p:blipFill>
            <a:blip r:embed="rId13" cstate="print"/>
            <a:stretch>
              <a:fillRect/>
            </a:stretch>
          </p:blipFill>
          <p:spPr>
            <a:xfrm>
              <a:off x="6319266" y="5385054"/>
              <a:ext cx="196723" cy="191008"/>
            </a:xfrm>
            <a:prstGeom prst="rect">
              <a:avLst/>
            </a:prstGeom>
          </p:spPr>
        </p:pic>
      </p:grpSp>
      <p:pic>
        <p:nvPicPr>
          <p:cNvPr id="98" name="object 87"/>
          <p:cNvPicPr/>
          <p:nvPr/>
        </p:nvPicPr>
        <p:blipFill>
          <a:blip r:embed="rId14" cstate="print"/>
          <a:stretch>
            <a:fillRect/>
          </a:stretch>
        </p:blipFill>
        <p:spPr>
          <a:xfrm>
            <a:off x="5234394" y="5668997"/>
            <a:ext cx="3615816" cy="252984"/>
          </a:xfrm>
          <a:prstGeom prst="rect">
            <a:avLst/>
          </a:prstGeom>
        </p:spPr>
      </p:pic>
      <p:sp>
        <p:nvSpPr>
          <p:cNvPr id="99" name="object 88"/>
          <p:cNvSpPr txBox="1"/>
          <p:nvPr/>
        </p:nvSpPr>
        <p:spPr>
          <a:xfrm>
            <a:off x="6637110" y="5231710"/>
            <a:ext cx="2296795"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Calibri" panose="020F0502020204030204"/>
                <a:cs typeface="Calibri" panose="020F0502020204030204"/>
              </a:rPr>
              <a:t>shared</a:t>
            </a:r>
            <a:r>
              <a:rPr sz="1400" spc="-40" dirty="0">
                <a:latin typeface="Calibri" panose="020F0502020204030204"/>
                <a:cs typeface="Calibri" panose="020F0502020204030204"/>
              </a:rPr>
              <a:t> </a:t>
            </a:r>
            <a:r>
              <a:rPr sz="1400" spc="-10" dirty="0">
                <a:latin typeface="Calibri" panose="020F0502020204030204"/>
                <a:cs typeface="Calibri" panose="020F0502020204030204"/>
              </a:rPr>
              <a:t>weights</a:t>
            </a:r>
            <a:r>
              <a:rPr sz="1400" spc="-25" dirty="0">
                <a:latin typeface="Calibri" panose="020F0502020204030204"/>
                <a:cs typeface="Calibri" panose="020F0502020204030204"/>
              </a:rPr>
              <a:t> </a:t>
            </a:r>
            <a:r>
              <a:rPr sz="1400" dirty="0">
                <a:latin typeface="Calibri" panose="020F0502020204030204"/>
                <a:cs typeface="Calibri" panose="020F0502020204030204"/>
              </a:rPr>
              <a:t>at</a:t>
            </a:r>
            <a:r>
              <a:rPr sz="1400" spc="-30" dirty="0">
                <a:latin typeface="Calibri" panose="020F0502020204030204"/>
                <a:cs typeface="Calibri" panose="020F0502020204030204"/>
              </a:rPr>
              <a:t> </a:t>
            </a:r>
            <a:r>
              <a:rPr sz="1400" dirty="0">
                <a:latin typeface="Calibri" panose="020F0502020204030204"/>
                <a:cs typeface="Calibri" panose="020F0502020204030204"/>
              </a:rPr>
              <a:t>all</a:t>
            </a:r>
            <a:r>
              <a:rPr sz="1400" spc="-30" dirty="0">
                <a:latin typeface="Calibri" panose="020F0502020204030204"/>
                <a:cs typeface="Calibri" panose="020F0502020204030204"/>
              </a:rPr>
              <a:t> </a:t>
            </a:r>
            <a:r>
              <a:rPr sz="1400" dirty="0">
                <a:latin typeface="Calibri" panose="020F0502020204030204"/>
                <a:cs typeface="Calibri" panose="020F0502020204030204"/>
              </a:rPr>
              <a:t>time</a:t>
            </a:r>
            <a:r>
              <a:rPr sz="1400" spc="-30" dirty="0">
                <a:latin typeface="Calibri" panose="020F0502020204030204"/>
                <a:cs typeface="Calibri" panose="020F0502020204030204"/>
              </a:rPr>
              <a:t> </a:t>
            </a:r>
            <a:r>
              <a:rPr sz="1400" spc="-20" dirty="0">
                <a:latin typeface="Calibri" panose="020F0502020204030204"/>
                <a:cs typeface="Calibri" panose="020F0502020204030204"/>
              </a:rPr>
              <a:t>steps</a:t>
            </a:r>
            <a:endParaRPr sz="1400">
              <a:latin typeface="Calibri" panose="020F0502020204030204"/>
              <a:cs typeface="Calibri" panose="020F0502020204030204"/>
            </a:endParaRPr>
          </a:p>
        </p:txBody>
      </p:sp>
      <p:pic>
        <p:nvPicPr>
          <p:cNvPr id="3" name="object 21"/>
          <p:cNvPicPr/>
          <p:nvPr/>
        </p:nvPicPr>
        <p:blipFill>
          <a:blip r:embed="rId15" cstate="print"/>
          <a:stretch>
            <a:fillRect/>
          </a:stretch>
        </p:blipFill>
        <p:spPr>
          <a:xfrm>
            <a:off x="1314068" y="4383625"/>
            <a:ext cx="141986" cy="214375"/>
          </a:xfrm>
          <a:prstGeom prst="rect">
            <a:avLst/>
          </a:prstGeom>
        </p:spPr>
      </p:pic>
      <p:pic>
        <p:nvPicPr>
          <p:cNvPr id="4" name="object 97"/>
          <p:cNvPicPr/>
          <p:nvPr/>
        </p:nvPicPr>
        <p:blipFill>
          <a:blip r:embed="rId15" cstate="print"/>
          <a:stretch>
            <a:fillRect/>
          </a:stretch>
        </p:blipFill>
        <p:spPr>
          <a:xfrm>
            <a:off x="2714625" y="4383625"/>
            <a:ext cx="141986" cy="214375"/>
          </a:xfrm>
          <a:prstGeom prst="rect">
            <a:avLst/>
          </a:prstGeom>
        </p:spPr>
      </p:pic>
      <p:pic>
        <p:nvPicPr>
          <p:cNvPr id="5" name="object 98"/>
          <p:cNvPicPr/>
          <p:nvPr/>
        </p:nvPicPr>
        <p:blipFill>
          <a:blip r:embed="rId15" cstate="print"/>
          <a:stretch>
            <a:fillRect/>
          </a:stretch>
        </p:blipFill>
        <p:spPr>
          <a:xfrm>
            <a:off x="4049648" y="4385149"/>
            <a:ext cx="141986" cy="214375"/>
          </a:xfrm>
          <a:prstGeom prst="rect">
            <a:avLst/>
          </a:prstGeom>
        </p:spPr>
      </p:pic>
      <p:pic>
        <p:nvPicPr>
          <p:cNvPr id="13" name="object 29"/>
          <p:cNvPicPr/>
          <p:nvPr/>
        </p:nvPicPr>
        <p:blipFill>
          <a:blip r:embed="rId16" cstate="print"/>
          <a:stretch>
            <a:fillRect/>
          </a:stretch>
        </p:blipFill>
        <p:spPr>
          <a:xfrm>
            <a:off x="1322831" y="3951571"/>
            <a:ext cx="332231" cy="382524"/>
          </a:xfrm>
          <a:prstGeom prst="rect">
            <a:avLst/>
          </a:prstGeom>
        </p:spPr>
      </p:pic>
      <p:pic>
        <p:nvPicPr>
          <p:cNvPr id="14" name="object 31"/>
          <p:cNvPicPr/>
          <p:nvPr/>
        </p:nvPicPr>
        <p:blipFill>
          <a:blip r:embed="rId17" cstate="print"/>
          <a:stretch>
            <a:fillRect/>
          </a:stretch>
        </p:blipFill>
        <p:spPr>
          <a:xfrm>
            <a:off x="1394459" y="4084159"/>
            <a:ext cx="199644" cy="149351"/>
          </a:xfrm>
          <a:prstGeom prst="rect">
            <a:avLst/>
          </a:prstGeom>
        </p:spPr>
      </p:pic>
      <p:pic>
        <p:nvPicPr>
          <p:cNvPr id="17" name="object 32"/>
          <p:cNvPicPr/>
          <p:nvPr/>
        </p:nvPicPr>
        <p:blipFill>
          <a:blip r:embed="rId16" cstate="print"/>
          <a:stretch>
            <a:fillRect/>
          </a:stretch>
        </p:blipFill>
        <p:spPr>
          <a:xfrm>
            <a:off x="2723387" y="3951571"/>
            <a:ext cx="333756" cy="382524"/>
          </a:xfrm>
          <a:prstGeom prst="rect">
            <a:avLst/>
          </a:prstGeom>
        </p:spPr>
      </p:pic>
      <p:pic>
        <p:nvPicPr>
          <p:cNvPr id="18" name="object 34"/>
          <p:cNvPicPr/>
          <p:nvPr/>
        </p:nvPicPr>
        <p:blipFill>
          <a:blip r:embed="rId18" cstate="print"/>
          <a:stretch>
            <a:fillRect/>
          </a:stretch>
        </p:blipFill>
        <p:spPr>
          <a:xfrm>
            <a:off x="2795016" y="4084159"/>
            <a:ext cx="205739" cy="149351"/>
          </a:xfrm>
          <a:prstGeom prst="rect">
            <a:avLst/>
          </a:prstGeom>
        </p:spPr>
      </p:pic>
      <p:pic>
        <p:nvPicPr>
          <p:cNvPr id="19" name="object 35"/>
          <p:cNvPicPr/>
          <p:nvPr/>
        </p:nvPicPr>
        <p:blipFill>
          <a:blip r:embed="rId19" cstate="print"/>
          <a:stretch>
            <a:fillRect/>
          </a:stretch>
        </p:blipFill>
        <p:spPr>
          <a:xfrm>
            <a:off x="4058411" y="3954620"/>
            <a:ext cx="333756" cy="381000"/>
          </a:xfrm>
          <a:prstGeom prst="rect">
            <a:avLst/>
          </a:prstGeom>
        </p:spPr>
      </p:pic>
      <p:pic>
        <p:nvPicPr>
          <p:cNvPr id="20" name="object 37"/>
          <p:cNvPicPr/>
          <p:nvPr/>
        </p:nvPicPr>
        <p:blipFill>
          <a:blip r:embed="rId20" cstate="print"/>
          <a:stretch>
            <a:fillRect/>
          </a:stretch>
        </p:blipFill>
        <p:spPr>
          <a:xfrm>
            <a:off x="4130040" y="4087207"/>
            <a:ext cx="207263" cy="152400"/>
          </a:xfrm>
          <a:prstGeom prst="rect">
            <a:avLst/>
          </a:prstGeom>
        </p:spPr>
      </p:pic>
      <p:pic>
        <p:nvPicPr>
          <p:cNvPr id="21" name="object 99"/>
          <p:cNvPicPr/>
          <p:nvPr/>
        </p:nvPicPr>
        <p:blipFill>
          <a:blip r:embed="rId21" cstate="print"/>
          <a:stretch>
            <a:fillRect/>
          </a:stretch>
        </p:blipFill>
        <p:spPr>
          <a:xfrm>
            <a:off x="5231084" y="3183635"/>
            <a:ext cx="986027" cy="231648"/>
          </a:xfrm>
          <a:prstGeom prst="rect">
            <a:avLst/>
          </a:prstGeom>
        </p:spPr>
      </p:pic>
      <p:pic>
        <p:nvPicPr>
          <p:cNvPr id="22" name="object 100"/>
          <p:cNvPicPr/>
          <p:nvPr/>
        </p:nvPicPr>
        <p:blipFill>
          <a:blip r:embed="rId22" cstate="print"/>
          <a:stretch>
            <a:fillRect/>
          </a:stretch>
        </p:blipFill>
        <p:spPr>
          <a:xfrm>
            <a:off x="6457904" y="3200400"/>
            <a:ext cx="4692396" cy="214884"/>
          </a:xfrm>
          <a:prstGeom prst="rect">
            <a:avLst/>
          </a:prstGeom>
        </p:spPr>
      </p:pic>
      <p:pic>
        <p:nvPicPr>
          <p:cNvPr id="6" name="object 8"/>
          <p:cNvPicPr/>
          <p:nvPr/>
        </p:nvPicPr>
        <p:blipFill>
          <a:blip r:embed="rId23" cstate="print"/>
          <a:stretch>
            <a:fillRect/>
          </a:stretch>
        </p:blipFill>
        <p:spPr>
          <a:xfrm>
            <a:off x="573023" y="3959191"/>
            <a:ext cx="332232" cy="382524"/>
          </a:xfrm>
          <a:prstGeom prst="rect">
            <a:avLst/>
          </a:prstGeom>
        </p:spPr>
      </p:pic>
      <p:pic>
        <p:nvPicPr>
          <p:cNvPr id="7" name="object 10"/>
          <p:cNvPicPr/>
          <p:nvPr/>
        </p:nvPicPr>
        <p:blipFill>
          <a:blip r:embed="rId24" cstate="print"/>
          <a:stretch>
            <a:fillRect/>
          </a:stretch>
        </p:blipFill>
        <p:spPr>
          <a:xfrm>
            <a:off x="637031" y="4065871"/>
            <a:ext cx="202692" cy="213360"/>
          </a:xfrm>
          <a:prstGeom prst="rect">
            <a:avLst/>
          </a:prstGeom>
        </p:spPr>
      </p:pic>
      <p:pic>
        <p:nvPicPr>
          <p:cNvPr id="8" name="object 12"/>
          <p:cNvPicPr/>
          <p:nvPr/>
        </p:nvPicPr>
        <p:blipFill>
          <a:blip r:embed="rId23" cstate="print"/>
          <a:stretch>
            <a:fillRect/>
          </a:stretch>
        </p:blipFill>
        <p:spPr>
          <a:xfrm>
            <a:off x="1970531" y="3950047"/>
            <a:ext cx="332231" cy="382524"/>
          </a:xfrm>
          <a:prstGeom prst="rect">
            <a:avLst/>
          </a:prstGeom>
        </p:spPr>
      </p:pic>
      <p:pic>
        <p:nvPicPr>
          <p:cNvPr id="9" name="object 14"/>
          <p:cNvPicPr/>
          <p:nvPr/>
        </p:nvPicPr>
        <p:blipFill>
          <a:blip r:embed="rId25" cstate="print"/>
          <a:stretch>
            <a:fillRect/>
          </a:stretch>
        </p:blipFill>
        <p:spPr>
          <a:xfrm>
            <a:off x="2036063" y="4056727"/>
            <a:ext cx="207263" cy="213360"/>
          </a:xfrm>
          <a:prstGeom prst="rect">
            <a:avLst/>
          </a:prstGeom>
        </p:spPr>
      </p:pic>
      <p:pic>
        <p:nvPicPr>
          <p:cNvPr id="10" name="object 15"/>
          <p:cNvPicPr/>
          <p:nvPr/>
        </p:nvPicPr>
        <p:blipFill>
          <a:blip r:embed="rId23" cstate="print"/>
          <a:stretch>
            <a:fillRect/>
          </a:stretch>
        </p:blipFill>
        <p:spPr>
          <a:xfrm>
            <a:off x="3305556" y="3950047"/>
            <a:ext cx="333755" cy="382524"/>
          </a:xfrm>
          <a:prstGeom prst="rect">
            <a:avLst/>
          </a:prstGeom>
        </p:spPr>
      </p:pic>
      <p:pic>
        <p:nvPicPr>
          <p:cNvPr id="11" name="object 17"/>
          <p:cNvPicPr/>
          <p:nvPr/>
        </p:nvPicPr>
        <p:blipFill>
          <a:blip r:embed="rId26" cstate="print"/>
          <a:stretch>
            <a:fillRect/>
          </a:stretch>
        </p:blipFill>
        <p:spPr>
          <a:xfrm>
            <a:off x="3371087" y="4056727"/>
            <a:ext cx="208787" cy="216407"/>
          </a:xfrm>
          <a:prstGeom prst="rect">
            <a:avLst/>
          </a:prstGeom>
        </p:spPr>
      </p:pic>
      <p:pic>
        <p:nvPicPr>
          <p:cNvPr id="12" name="object 11"/>
          <p:cNvPicPr/>
          <p:nvPr/>
        </p:nvPicPr>
        <p:blipFill>
          <a:blip r:embed="rId27" cstate="print"/>
          <a:stretch>
            <a:fillRect/>
          </a:stretch>
        </p:blipFill>
        <p:spPr>
          <a:xfrm>
            <a:off x="796455" y="4386673"/>
            <a:ext cx="111302" cy="215137"/>
          </a:xfrm>
          <a:prstGeom prst="rect">
            <a:avLst/>
          </a:prstGeom>
        </p:spPr>
      </p:pic>
      <p:pic>
        <p:nvPicPr>
          <p:cNvPr id="15" name="object 89"/>
          <p:cNvPicPr/>
          <p:nvPr/>
        </p:nvPicPr>
        <p:blipFill>
          <a:blip r:embed="rId28" cstate="print"/>
          <a:stretch>
            <a:fillRect/>
          </a:stretch>
        </p:blipFill>
        <p:spPr>
          <a:xfrm>
            <a:off x="2196973" y="4400390"/>
            <a:ext cx="111378" cy="215137"/>
          </a:xfrm>
          <a:prstGeom prst="rect">
            <a:avLst/>
          </a:prstGeom>
        </p:spPr>
      </p:pic>
      <p:pic>
        <p:nvPicPr>
          <p:cNvPr id="16" name="object 94"/>
          <p:cNvPicPr/>
          <p:nvPr/>
        </p:nvPicPr>
        <p:blipFill>
          <a:blip r:embed="rId29" cstate="print"/>
          <a:stretch>
            <a:fillRect/>
          </a:stretch>
        </p:blipFill>
        <p:spPr>
          <a:xfrm>
            <a:off x="3536569" y="4386673"/>
            <a:ext cx="111378" cy="21513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325" y="258763"/>
            <a:ext cx="11307763" cy="676210"/>
          </a:xfrm>
        </p:spPr>
        <p:txBody>
          <a:bodyPr/>
          <a:lstStyle/>
          <a:p>
            <a:r>
              <a:rPr lang="en-US" dirty="0"/>
              <a:t>Self-Attention</a:t>
            </a:r>
            <a:endParaRPr lang="en-IN" dirty="0"/>
          </a:p>
        </p:txBody>
      </p:sp>
      <p:pic>
        <p:nvPicPr>
          <p:cNvPr id="65" name="object 64"/>
          <p:cNvPicPr/>
          <p:nvPr/>
        </p:nvPicPr>
        <p:blipFill>
          <a:blip r:embed="rId1" cstate="print"/>
          <a:stretch>
            <a:fillRect/>
          </a:stretch>
        </p:blipFill>
        <p:spPr>
          <a:xfrm>
            <a:off x="1024127" y="5917531"/>
            <a:ext cx="222503" cy="149351"/>
          </a:xfrm>
          <a:prstGeom prst="rect">
            <a:avLst/>
          </a:prstGeom>
        </p:spPr>
      </p:pic>
      <p:pic>
        <p:nvPicPr>
          <p:cNvPr id="66" name="object 65"/>
          <p:cNvPicPr/>
          <p:nvPr/>
        </p:nvPicPr>
        <p:blipFill>
          <a:blip r:embed="rId2" cstate="print"/>
          <a:stretch>
            <a:fillRect/>
          </a:stretch>
        </p:blipFill>
        <p:spPr>
          <a:xfrm>
            <a:off x="2414016" y="5917531"/>
            <a:ext cx="227075" cy="149351"/>
          </a:xfrm>
          <a:prstGeom prst="rect">
            <a:avLst/>
          </a:prstGeom>
        </p:spPr>
      </p:pic>
      <p:pic>
        <p:nvPicPr>
          <p:cNvPr id="67" name="object 66"/>
          <p:cNvPicPr/>
          <p:nvPr/>
        </p:nvPicPr>
        <p:blipFill>
          <a:blip r:embed="rId3" cstate="print"/>
          <a:stretch>
            <a:fillRect/>
          </a:stretch>
        </p:blipFill>
        <p:spPr>
          <a:xfrm>
            <a:off x="3768852" y="5917531"/>
            <a:ext cx="230124" cy="152400"/>
          </a:xfrm>
          <a:prstGeom prst="rect">
            <a:avLst/>
          </a:prstGeom>
        </p:spPr>
      </p:pic>
      <p:grpSp>
        <p:nvGrpSpPr>
          <p:cNvPr id="68" name="object 67"/>
          <p:cNvGrpSpPr/>
          <p:nvPr/>
        </p:nvGrpSpPr>
        <p:grpSpPr>
          <a:xfrm>
            <a:off x="897508" y="4669248"/>
            <a:ext cx="427355" cy="821690"/>
            <a:chOff x="897508" y="5210428"/>
            <a:chExt cx="427355" cy="821690"/>
          </a:xfrm>
        </p:grpSpPr>
        <p:pic>
          <p:nvPicPr>
            <p:cNvPr id="69" name="object 68"/>
            <p:cNvPicPr/>
            <p:nvPr/>
          </p:nvPicPr>
          <p:blipFill>
            <a:blip r:embed="rId4" cstate="print"/>
            <a:stretch>
              <a:fillRect/>
            </a:stretch>
          </p:blipFill>
          <p:spPr>
            <a:xfrm>
              <a:off x="900683" y="5213603"/>
              <a:ext cx="420623" cy="815340"/>
            </a:xfrm>
            <a:prstGeom prst="rect">
              <a:avLst/>
            </a:prstGeom>
          </p:spPr>
        </p:pic>
        <p:sp>
          <p:nvSpPr>
            <p:cNvPr id="70" name="object 69"/>
            <p:cNvSpPr/>
            <p:nvPr/>
          </p:nvSpPr>
          <p:spPr>
            <a:xfrm>
              <a:off x="900683" y="5213603"/>
              <a:ext cx="421005" cy="815340"/>
            </a:xfrm>
            <a:custGeom>
              <a:avLst/>
              <a:gdLst/>
              <a:ahLst/>
              <a:cxnLst/>
              <a:rect l="l" t="t" r="r" b="b"/>
              <a:pathLst>
                <a:path w="421005" h="815339">
                  <a:moveTo>
                    <a:pt x="0" y="815340"/>
                  </a:moveTo>
                  <a:lnTo>
                    <a:pt x="420623" y="815340"/>
                  </a:lnTo>
                  <a:lnTo>
                    <a:pt x="420623" y="0"/>
                  </a:lnTo>
                  <a:lnTo>
                    <a:pt x="0" y="0"/>
                  </a:lnTo>
                  <a:lnTo>
                    <a:pt x="0" y="815340"/>
                  </a:lnTo>
                  <a:close/>
                </a:path>
              </a:pathLst>
            </a:custGeom>
            <a:ln w="6350">
              <a:solidFill>
                <a:srgbClr val="6FAC46"/>
              </a:solidFill>
            </a:ln>
          </p:spPr>
          <p:txBody>
            <a:bodyPr wrap="square" lIns="0" tIns="0" rIns="0" bIns="0" rtlCol="0"/>
            <a:lstStyle/>
            <a:p/>
          </p:txBody>
        </p:sp>
        <p:pic>
          <p:nvPicPr>
            <p:cNvPr id="71" name="object 70"/>
            <p:cNvPicPr/>
            <p:nvPr/>
          </p:nvPicPr>
          <p:blipFill>
            <a:blip r:embed="rId5" cstate="print"/>
            <a:stretch>
              <a:fillRect/>
            </a:stretch>
          </p:blipFill>
          <p:spPr>
            <a:xfrm>
              <a:off x="1016507" y="5507735"/>
              <a:ext cx="216408" cy="213359"/>
            </a:xfrm>
            <a:prstGeom prst="rect">
              <a:avLst/>
            </a:prstGeom>
          </p:spPr>
        </p:pic>
      </p:grpSp>
      <p:pic>
        <p:nvPicPr>
          <p:cNvPr id="72" name="object 71"/>
          <p:cNvPicPr/>
          <p:nvPr/>
        </p:nvPicPr>
        <p:blipFill>
          <a:blip r:embed="rId6" cstate="print"/>
          <a:stretch>
            <a:fillRect/>
          </a:stretch>
        </p:blipFill>
        <p:spPr>
          <a:xfrm>
            <a:off x="1082802" y="5578441"/>
            <a:ext cx="76200" cy="233045"/>
          </a:xfrm>
          <a:prstGeom prst="rect">
            <a:avLst/>
          </a:prstGeom>
        </p:spPr>
      </p:pic>
      <p:pic>
        <p:nvPicPr>
          <p:cNvPr id="73" name="object 72"/>
          <p:cNvPicPr/>
          <p:nvPr/>
        </p:nvPicPr>
        <p:blipFill>
          <a:blip r:embed="rId6" cstate="print"/>
          <a:stretch>
            <a:fillRect/>
          </a:stretch>
        </p:blipFill>
        <p:spPr>
          <a:xfrm>
            <a:off x="2472689" y="5578441"/>
            <a:ext cx="76200" cy="233045"/>
          </a:xfrm>
          <a:prstGeom prst="rect">
            <a:avLst/>
          </a:prstGeom>
        </p:spPr>
      </p:pic>
      <p:grpSp>
        <p:nvGrpSpPr>
          <p:cNvPr id="74" name="object 73"/>
          <p:cNvGrpSpPr/>
          <p:nvPr/>
        </p:nvGrpSpPr>
        <p:grpSpPr>
          <a:xfrm>
            <a:off x="2296541" y="4669248"/>
            <a:ext cx="425450" cy="821690"/>
            <a:chOff x="2296541" y="5210428"/>
            <a:chExt cx="425450" cy="821690"/>
          </a:xfrm>
        </p:grpSpPr>
        <p:pic>
          <p:nvPicPr>
            <p:cNvPr id="75" name="object 74"/>
            <p:cNvPicPr/>
            <p:nvPr/>
          </p:nvPicPr>
          <p:blipFill>
            <a:blip r:embed="rId4" cstate="print"/>
            <a:stretch>
              <a:fillRect/>
            </a:stretch>
          </p:blipFill>
          <p:spPr>
            <a:xfrm>
              <a:off x="2299716" y="5213603"/>
              <a:ext cx="419100" cy="815340"/>
            </a:xfrm>
            <a:prstGeom prst="rect">
              <a:avLst/>
            </a:prstGeom>
          </p:spPr>
        </p:pic>
        <p:sp>
          <p:nvSpPr>
            <p:cNvPr id="76" name="object 75"/>
            <p:cNvSpPr/>
            <p:nvPr/>
          </p:nvSpPr>
          <p:spPr>
            <a:xfrm>
              <a:off x="2299716" y="5213603"/>
              <a:ext cx="419100" cy="815340"/>
            </a:xfrm>
            <a:custGeom>
              <a:avLst/>
              <a:gdLst/>
              <a:ahLst/>
              <a:cxnLst/>
              <a:rect l="l" t="t" r="r" b="b"/>
              <a:pathLst>
                <a:path w="419100" h="815339">
                  <a:moveTo>
                    <a:pt x="0" y="815340"/>
                  </a:moveTo>
                  <a:lnTo>
                    <a:pt x="419100" y="815340"/>
                  </a:lnTo>
                  <a:lnTo>
                    <a:pt x="419100" y="0"/>
                  </a:lnTo>
                  <a:lnTo>
                    <a:pt x="0" y="0"/>
                  </a:lnTo>
                  <a:lnTo>
                    <a:pt x="0" y="815340"/>
                  </a:lnTo>
                  <a:close/>
                </a:path>
              </a:pathLst>
            </a:custGeom>
            <a:ln w="6350">
              <a:solidFill>
                <a:srgbClr val="6FAC46"/>
              </a:solidFill>
            </a:ln>
          </p:spPr>
          <p:txBody>
            <a:bodyPr wrap="square" lIns="0" tIns="0" rIns="0" bIns="0" rtlCol="0"/>
            <a:lstStyle/>
            <a:p/>
          </p:txBody>
        </p:sp>
        <p:pic>
          <p:nvPicPr>
            <p:cNvPr id="77" name="object 76"/>
            <p:cNvPicPr/>
            <p:nvPr/>
          </p:nvPicPr>
          <p:blipFill>
            <a:blip r:embed="rId7" cstate="print"/>
            <a:stretch>
              <a:fillRect/>
            </a:stretch>
          </p:blipFill>
          <p:spPr>
            <a:xfrm>
              <a:off x="2406396" y="5507735"/>
              <a:ext cx="220980" cy="213359"/>
            </a:xfrm>
            <a:prstGeom prst="rect">
              <a:avLst/>
            </a:prstGeom>
          </p:spPr>
        </p:pic>
      </p:grpSp>
      <p:pic>
        <p:nvPicPr>
          <p:cNvPr id="78" name="object 77"/>
          <p:cNvPicPr/>
          <p:nvPr/>
        </p:nvPicPr>
        <p:blipFill>
          <a:blip r:embed="rId6" cstate="print"/>
          <a:stretch>
            <a:fillRect/>
          </a:stretch>
        </p:blipFill>
        <p:spPr>
          <a:xfrm>
            <a:off x="3815334" y="5575393"/>
            <a:ext cx="76200" cy="233045"/>
          </a:xfrm>
          <a:prstGeom prst="rect">
            <a:avLst/>
          </a:prstGeom>
        </p:spPr>
      </p:pic>
      <p:grpSp>
        <p:nvGrpSpPr>
          <p:cNvPr id="79" name="object 78"/>
          <p:cNvGrpSpPr/>
          <p:nvPr/>
        </p:nvGrpSpPr>
        <p:grpSpPr>
          <a:xfrm>
            <a:off x="3636136" y="4663153"/>
            <a:ext cx="425450" cy="820419"/>
            <a:chOff x="3636136" y="5204333"/>
            <a:chExt cx="425450" cy="820419"/>
          </a:xfrm>
        </p:grpSpPr>
        <p:pic>
          <p:nvPicPr>
            <p:cNvPr id="80" name="object 79"/>
            <p:cNvPicPr/>
            <p:nvPr/>
          </p:nvPicPr>
          <p:blipFill>
            <a:blip r:embed="rId8" cstate="print"/>
            <a:stretch>
              <a:fillRect/>
            </a:stretch>
          </p:blipFill>
          <p:spPr>
            <a:xfrm>
              <a:off x="3639311" y="5207508"/>
              <a:ext cx="419100" cy="813815"/>
            </a:xfrm>
            <a:prstGeom prst="rect">
              <a:avLst/>
            </a:prstGeom>
          </p:spPr>
        </p:pic>
        <p:sp>
          <p:nvSpPr>
            <p:cNvPr id="81" name="object 80"/>
            <p:cNvSpPr/>
            <p:nvPr/>
          </p:nvSpPr>
          <p:spPr>
            <a:xfrm>
              <a:off x="3639311" y="5207508"/>
              <a:ext cx="419100" cy="814069"/>
            </a:xfrm>
            <a:custGeom>
              <a:avLst/>
              <a:gdLst/>
              <a:ahLst/>
              <a:cxnLst/>
              <a:rect l="l" t="t" r="r" b="b"/>
              <a:pathLst>
                <a:path w="419100" h="814070">
                  <a:moveTo>
                    <a:pt x="0" y="813815"/>
                  </a:moveTo>
                  <a:lnTo>
                    <a:pt x="419100" y="813815"/>
                  </a:lnTo>
                  <a:lnTo>
                    <a:pt x="419100" y="0"/>
                  </a:lnTo>
                  <a:lnTo>
                    <a:pt x="0" y="0"/>
                  </a:lnTo>
                  <a:lnTo>
                    <a:pt x="0" y="813815"/>
                  </a:lnTo>
                  <a:close/>
                </a:path>
              </a:pathLst>
            </a:custGeom>
            <a:ln w="6350">
              <a:solidFill>
                <a:srgbClr val="6FAC46"/>
              </a:solidFill>
            </a:ln>
          </p:spPr>
          <p:txBody>
            <a:bodyPr wrap="square" lIns="0" tIns="0" rIns="0" bIns="0" rtlCol="0"/>
            <a:lstStyle/>
            <a:p/>
          </p:txBody>
        </p:sp>
        <p:pic>
          <p:nvPicPr>
            <p:cNvPr id="82" name="object 81"/>
            <p:cNvPicPr/>
            <p:nvPr/>
          </p:nvPicPr>
          <p:blipFill>
            <a:blip r:embed="rId9" cstate="print"/>
            <a:stretch>
              <a:fillRect/>
            </a:stretch>
          </p:blipFill>
          <p:spPr>
            <a:xfrm>
              <a:off x="3749039" y="5506212"/>
              <a:ext cx="222503" cy="216407"/>
            </a:xfrm>
            <a:prstGeom prst="rect">
              <a:avLst/>
            </a:prstGeom>
          </p:spPr>
        </p:pic>
      </p:grpSp>
      <p:pic>
        <p:nvPicPr>
          <p:cNvPr id="93" name="object 82"/>
          <p:cNvPicPr/>
          <p:nvPr/>
        </p:nvPicPr>
        <p:blipFill>
          <a:blip r:embed="rId10" cstate="print"/>
          <a:stretch>
            <a:fillRect/>
          </a:stretch>
        </p:blipFill>
        <p:spPr>
          <a:xfrm>
            <a:off x="5234648" y="4170904"/>
            <a:ext cx="3225418" cy="182880"/>
          </a:xfrm>
          <a:prstGeom prst="rect">
            <a:avLst/>
          </a:prstGeom>
        </p:spPr>
      </p:pic>
      <p:pic>
        <p:nvPicPr>
          <p:cNvPr id="94" name="object 83"/>
          <p:cNvPicPr/>
          <p:nvPr/>
        </p:nvPicPr>
        <p:blipFill>
          <a:blip r:embed="rId11" cstate="print"/>
          <a:stretch>
            <a:fillRect/>
          </a:stretch>
        </p:blipFill>
        <p:spPr>
          <a:xfrm>
            <a:off x="5232236" y="4513804"/>
            <a:ext cx="2607564" cy="227075"/>
          </a:xfrm>
          <a:prstGeom prst="rect">
            <a:avLst/>
          </a:prstGeom>
        </p:spPr>
      </p:pic>
      <p:grpSp>
        <p:nvGrpSpPr>
          <p:cNvPr id="95" name="object 84"/>
          <p:cNvGrpSpPr/>
          <p:nvPr/>
        </p:nvGrpSpPr>
        <p:grpSpPr>
          <a:xfrm>
            <a:off x="5416640" y="4899377"/>
            <a:ext cx="1811020" cy="434340"/>
            <a:chOff x="5323332" y="5141976"/>
            <a:chExt cx="1811020" cy="434340"/>
          </a:xfrm>
        </p:grpSpPr>
        <p:pic>
          <p:nvPicPr>
            <p:cNvPr id="96" name="object 85"/>
            <p:cNvPicPr/>
            <p:nvPr/>
          </p:nvPicPr>
          <p:blipFill>
            <a:blip r:embed="rId12" cstate="print"/>
            <a:stretch>
              <a:fillRect/>
            </a:stretch>
          </p:blipFill>
          <p:spPr>
            <a:xfrm>
              <a:off x="5323332" y="5141976"/>
              <a:ext cx="1810512" cy="252984"/>
            </a:xfrm>
            <a:prstGeom prst="rect">
              <a:avLst/>
            </a:prstGeom>
          </p:spPr>
        </p:pic>
        <p:pic>
          <p:nvPicPr>
            <p:cNvPr id="97" name="object 86"/>
            <p:cNvPicPr/>
            <p:nvPr/>
          </p:nvPicPr>
          <p:blipFill>
            <a:blip r:embed="rId13" cstate="print"/>
            <a:stretch>
              <a:fillRect/>
            </a:stretch>
          </p:blipFill>
          <p:spPr>
            <a:xfrm>
              <a:off x="6319266" y="5385054"/>
              <a:ext cx="196723" cy="191008"/>
            </a:xfrm>
            <a:prstGeom prst="rect">
              <a:avLst/>
            </a:prstGeom>
          </p:spPr>
        </p:pic>
      </p:grpSp>
      <p:pic>
        <p:nvPicPr>
          <p:cNvPr id="98" name="object 87"/>
          <p:cNvPicPr/>
          <p:nvPr/>
        </p:nvPicPr>
        <p:blipFill>
          <a:blip r:embed="rId14" cstate="print"/>
          <a:stretch>
            <a:fillRect/>
          </a:stretch>
        </p:blipFill>
        <p:spPr>
          <a:xfrm>
            <a:off x="5234394" y="5668997"/>
            <a:ext cx="3615816" cy="252984"/>
          </a:xfrm>
          <a:prstGeom prst="rect">
            <a:avLst/>
          </a:prstGeom>
        </p:spPr>
      </p:pic>
      <p:sp>
        <p:nvSpPr>
          <p:cNvPr id="99" name="object 88"/>
          <p:cNvSpPr txBox="1"/>
          <p:nvPr/>
        </p:nvSpPr>
        <p:spPr>
          <a:xfrm>
            <a:off x="6637110" y="5231710"/>
            <a:ext cx="2296795"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Calibri" panose="020F0502020204030204"/>
                <a:cs typeface="Calibri" panose="020F0502020204030204"/>
              </a:rPr>
              <a:t>shared</a:t>
            </a:r>
            <a:r>
              <a:rPr sz="1400" spc="-40" dirty="0">
                <a:latin typeface="Calibri" panose="020F0502020204030204"/>
                <a:cs typeface="Calibri" panose="020F0502020204030204"/>
              </a:rPr>
              <a:t> </a:t>
            </a:r>
            <a:r>
              <a:rPr sz="1400" spc="-10" dirty="0">
                <a:latin typeface="Calibri" panose="020F0502020204030204"/>
                <a:cs typeface="Calibri" panose="020F0502020204030204"/>
              </a:rPr>
              <a:t>weights</a:t>
            </a:r>
            <a:r>
              <a:rPr sz="1400" spc="-25" dirty="0">
                <a:latin typeface="Calibri" panose="020F0502020204030204"/>
                <a:cs typeface="Calibri" panose="020F0502020204030204"/>
              </a:rPr>
              <a:t> </a:t>
            </a:r>
            <a:r>
              <a:rPr sz="1400" dirty="0">
                <a:latin typeface="Calibri" panose="020F0502020204030204"/>
                <a:cs typeface="Calibri" panose="020F0502020204030204"/>
              </a:rPr>
              <a:t>at</a:t>
            </a:r>
            <a:r>
              <a:rPr sz="1400" spc="-30" dirty="0">
                <a:latin typeface="Calibri" panose="020F0502020204030204"/>
                <a:cs typeface="Calibri" panose="020F0502020204030204"/>
              </a:rPr>
              <a:t> </a:t>
            </a:r>
            <a:r>
              <a:rPr sz="1400" dirty="0">
                <a:latin typeface="Calibri" panose="020F0502020204030204"/>
                <a:cs typeface="Calibri" panose="020F0502020204030204"/>
              </a:rPr>
              <a:t>all</a:t>
            </a:r>
            <a:r>
              <a:rPr sz="1400" spc="-30" dirty="0">
                <a:latin typeface="Calibri" panose="020F0502020204030204"/>
                <a:cs typeface="Calibri" panose="020F0502020204030204"/>
              </a:rPr>
              <a:t> </a:t>
            </a:r>
            <a:r>
              <a:rPr sz="1400" dirty="0">
                <a:latin typeface="Calibri" panose="020F0502020204030204"/>
                <a:cs typeface="Calibri" panose="020F0502020204030204"/>
              </a:rPr>
              <a:t>time</a:t>
            </a:r>
            <a:r>
              <a:rPr sz="1400" spc="-30" dirty="0">
                <a:latin typeface="Calibri" panose="020F0502020204030204"/>
                <a:cs typeface="Calibri" panose="020F0502020204030204"/>
              </a:rPr>
              <a:t> </a:t>
            </a:r>
            <a:r>
              <a:rPr sz="1400" spc="-20" dirty="0">
                <a:latin typeface="Calibri" panose="020F0502020204030204"/>
                <a:cs typeface="Calibri" panose="020F0502020204030204"/>
              </a:rPr>
              <a:t>steps</a:t>
            </a:r>
            <a:endParaRPr sz="1400">
              <a:latin typeface="Calibri" panose="020F0502020204030204"/>
              <a:cs typeface="Calibri" panose="020F0502020204030204"/>
            </a:endParaRPr>
          </a:p>
        </p:txBody>
      </p:sp>
      <p:pic>
        <p:nvPicPr>
          <p:cNvPr id="3" name="object 21"/>
          <p:cNvPicPr/>
          <p:nvPr/>
        </p:nvPicPr>
        <p:blipFill>
          <a:blip r:embed="rId15" cstate="print"/>
          <a:stretch>
            <a:fillRect/>
          </a:stretch>
        </p:blipFill>
        <p:spPr>
          <a:xfrm>
            <a:off x="1314068" y="4383625"/>
            <a:ext cx="141986" cy="214375"/>
          </a:xfrm>
          <a:prstGeom prst="rect">
            <a:avLst/>
          </a:prstGeom>
        </p:spPr>
      </p:pic>
      <p:pic>
        <p:nvPicPr>
          <p:cNvPr id="4" name="object 97"/>
          <p:cNvPicPr/>
          <p:nvPr/>
        </p:nvPicPr>
        <p:blipFill>
          <a:blip r:embed="rId15" cstate="print"/>
          <a:stretch>
            <a:fillRect/>
          </a:stretch>
        </p:blipFill>
        <p:spPr>
          <a:xfrm>
            <a:off x="2714625" y="4383625"/>
            <a:ext cx="141986" cy="214375"/>
          </a:xfrm>
          <a:prstGeom prst="rect">
            <a:avLst/>
          </a:prstGeom>
        </p:spPr>
      </p:pic>
      <p:pic>
        <p:nvPicPr>
          <p:cNvPr id="5" name="object 98"/>
          <p:cNvPicPr/>
          <p:nvPr/>
        </p:nvPicPr>
        <p:blipFill>
          <a:blip r:embed="rId15" cstate="print"/>
          <a:stretch>
            <a:fillRect/>
          </a:stretch>
        </p:blipFill>
        <p:spPr>
          <a:xfrm>
            <a:off x="4049648" y="4385149"/>
            <a:ext cx="141986" cy="214375"/>
          </a:xfrm>
          <a:prstGeom prst="rect">
            <a:avLst/>
          </a:prstGeom>
        </p:spPr>
      </p:pic>
      <p:pic>
        <p:nvPicPr>
          <p:cNvPr id="13" name="object 29"/>
          <p:cNvPicPr/>
          <p:nvPr/>
        </p:nvPicPr>
        <p:blipFill>
          <a:blip r:embed="rId16" cstate="print"/>
          <a:stretch>
            <a:fillRect/>
          </a:stretch>
        </p:blipFill>
        <p:spPr>
          <a:xfrm>
            <a:off x="1322831" y="3951571"/>
            <a:ext cx="332231" cy="382524"/>
          </a:xfrm>
          <a:prstGeom prst="rect">
            <a:avLst/>
          </a:prstGeom>
        </p:spPr>
      </p:pic>
      <p:pic>
        <p:nvPicPr>
          <p:cNvPr id="14" name="object 31"/>
          <p:cNvPicPr/>
          <p:nvPr/>
        </p:nvPicPr>
        <p:blipFill>
          <a:blip r:embed="rId17" cstate="print"/>
          <a:stretch>
            <a:fillRect/>
          </a:stretch>
        </p:blipFill>
        <p:spPr>
          <a:xfrm>
            <a:off x="1394459" y="4084159"/>
            <a:ext cx="199644" cy="149351"/>
          </a:xfrm>
          <a:prstGeom prst="rect">
            <a:avLst/>
          </a:prstGeom>
        </p:spPr>
      </p:pic>
      <p:pic>
        <p:nvPicPr>
          <p:cNvPr id="17" name="object 32"/>
          <p:cNvPicPr/>
          <p:nvPr/>
        </p:nvPicPr>
        <p:blipFill>
          <a:blip r:embed="rId16" cstate="print"/>
          <a:stretch>
            <a:fillRect/>
          </a:stretch>
        </p:blipFill>
        <p:spPr>
          <a:xfrm>
            <a:off x="2723387" y="3951571"/>
            <a:ext cx="333756" cy="382524"/>
          </a:xfrm>
          <a:prstGeom prst="rect">
            <a:avLst/>
          </a:prstGeom>
        </p:spPr>
      </p:pic>
      <p:pic>
        <p:nvPicPr>
          <p:cNvPr id="18" name="object 34"/>
          <p:cNvPicPr/>
          <p:nvPr/>
        </p:nvPicPr>
        <p:blipFill>
          <a:blip r:embed="rId18" cstate="print"/>
          <a:stretch>
            <a:fillRect/>
          </a:stretch>
        </p:blipFill>
        <p:spPr>
          <a:xfrm>
            <a:off x="2795016" y="4084159"/>
            <a:ext cx="205739" cy="149351"/>
          </a:xfrm>
          <a:prstGeom prst="rect">
            <a:avLst/>
          </a:prstGeom>
        </p:spPr>
      </p:pic>
      <p:pic>
        <p:nvPicPr>
          <p:cNvPr id="19" name="object 35"/>
          <p:cNvPicPr/>
          <p:nvPr/>
        </p:nvPicPr>
        <p:blipFill>
          <a:blip r:embed="rId19" cstate="print"/>
          <a:stretch>
            <a:fillRect/>
          </a:stretch>
        </p:blipFill>
        <p:spPr>
          <a:xfrm>
            <a:off x="4058411" y="3954620"/>
            <a:ext cx="333756" cy="381000"/>
          </a:xfrm>
          <a:prstGeom prst="rect">
            <a:avLst/>
          </a:prstGeom>
        </p:spPr>
      </p:pic>
      <p:pic>
        <p:nvPicPr>
          <p:cNvPr id="20" name="object 37"/>
          <p:cNvPicPr/>
          <p:nvPr/>
        </p:nvPicPr>
        <p:blipFill>
          <a:blip r:embed="rId20" cstate="print"/>
          <a:stretch>
            <a:fillRect/>
          </a:stretch>
        </p:blipFill>
        <p:spPr>
          <a:xfrm>
            <a:off x="4130040" y="4087207"/>
            <a:ext cx="207263" cy="152400"/>
          </a:xfrm>
          <a:prstGeom prst="rect">
            <a:avLst/>
          </a:prstGeom>
        </p:spPr>
      </p:pic>
      <p:pic>
        <p:nvPicPr>
          <p:cNvPr id="21" name="object 99"/>
          <p:cNvPicPr/>
          <p:nvPr/>
        </p:nvPicPr>
        <p:blipFill>
          <a:blip r:embed="rId21" cstate="print"/>
          <a:stretch>
            <a:fillRect/>
          </a:stretch>
        </p:blipFill>
        <p:spPr>
          <a:xfrm>
            <a:off x="5231084" y="3183635"/>
            <a:ext cx="986027" cy="231648"/>
          </a:xfrm>
          <a:prstGeom prst="rect">
            <a:avLst/>
          </a:prstGeom>
        </p:spPr>
      </p:pic>
      <p:pic>
        <p:nvPicPr>
          <p:cNvPr id="22" name="object 100"/>
          <p:cNvPicPr/>
          <p:nvPr/>
        </p:nvPicPr>
        <p:blipFill>
          <a:blip r:embed="rId22" cstate="print"/>
          <a:stretch>
            <a:fillRect/>
          </a:stretch>
        </p:blipFill>
        <p:spPr>
          <a:xfrm>
            <a:off x="6457904" y="3200400"/>
            <a:ext cx="4692396" cy="214884"/>
          </a:xfrm>
          <a:prstGeom prst="rect">
            <a:avLst/>
          </a:prstGeom>
        </p:spPr>
      </p:pic>
      <p:pic>
        <p:nvPicPr>
          <p:cNvPr id="6" name="object 8"/>
          <p:cNvPicPr/>
          <p:nvPr/>
        </p:nvPicPr>
        <p:blipFill>
          <a:blip r:embed="rId23" cstate="print"/>
          <a:stretch>
            <a:fillRect/>
          </a:stretch>
        </p:blipFill>
        <p:spPr>
          <a:xfrm>
            <a:off x="573023" y="3959191"/>
            <a:ext cx="332232" cy="382524"/>
          </a:xfrm>
          <a:prstGeom prst="rect">
            <a:avLst/>
          </a:prstGeom>
        </p:spPr>
      </p:pic>
      <p:pic>
        <p:nvPicPr>
          <p:cNvPr id="7" name="object 10"/>
          <p:cNvPicPr/>
          <p:nvPr/>
        </p:nvPicPr>
        <p:blipFill>
          <a:blip r:embed="rId24" cstate="print"/>
          <a:stretch>
            <a:fillRect/>
          </a:stretch>
        </p:blipFill>
        <p:spPr>
          <a:xfrm>
            <a:off x="637031" y="4065871"/>
            <a:ext cx="202692" cy="213360"/>
          </a:xfrm>
          <a:prstGeom prst="rect">
            <a:avLst/>
          </a:prstGeom>
        </p:spPr>
      </p:pic>
      <p:pic>
        <p:nvPicPr>
          <p:cNvPr id="8" name="object 12"/>
          <p:cNvPicPr/>
          <p:nvPr/>
        </p:nvPicPr>
        <p:blipFill>
          <a:blip r:embed="rId23" cstate="print"/>
          <a:stretch>
            <a:fillRect/>
          </a:stretch>
        </p:blipFill>
        <p:spPr>
          <a:xfrm>
            <a:off x="1970531" y="3950047"/>
            <a:ext cx="332231" cy="382524"/>
          </a:xfrm>
          <a:prstGeom prst="rect">
            <a:avLst/>
          </a:prstGeom>
        </p:spPr>
      </p:pic>
      <p:pic>
        <p:nvPicPr>
          <p:cNvPr id="9" name="object 14"/>
          <p:cNvPicPr/>
          <p:nvPr/>
        </p:nvPicPr>
        <p:blipFill>
          <a:blip r:embed="rId25" cstate="print"/>
          <a:stretch>
            <a:fillRect/>
          </a:stretch>
        </p:blipFill>
        <p:spPr>
          <a:xfrm>
            <a:off x="2036063" y="4056727"/>
            <a:ext cx="207263" cy="213360"/>
          </a:xfrm>
          <a:prstGeom prst="rect">
            <a:avLst/>
          </a:prstGeom>
        </p:spPr>
      </p:pic>
      <p:pic>
        <p:nvPicPr>
          <p:cNvPr id="10" name="object 15"/>
          <p:cNvPicPr/>
          <p:nvPr/>
        </p:nvPicPr>
        <p:blipFill>
          <a:blip r:embed="rId23" cstate="print"/>
          <a:stretch>
            <a:fillRect/>
          </a:stretch>
        </p:blipFill>
        <p:spPr>
          <a:xfrm>
            <a:off x="3305556" y="3950047"/>
            <a:ext cx="333755" cy="382524"/>
          </a:xfrm>
          <a:prstGeom prst="rect">
            <a:avLst/>
          </a:prstGeom>
        </p:spPr>
      </p:pic>
      <p:pic>
        <p:nvPicPr>
          <p:cNvPr id="11" name="object 17"/>
          <p:cNvPicPr/>
          <p:nvPr/>
        </p:nvPicPr>
        <p:blipFill>
          <a:blip r:embed="rId26" cstate="print"/>
          <a:stretch>
            <a:fillRect/>
          </a:stretch>
        </p:blipFill>
        <p:spPr>
          <a:xfrm>
            <a:off x="3371087" y="4056727"/>
            <a:ext cx="208787" cy="216407"/>
          </a:xfrm>
          <a:prstGeom prst="rect">
            <a:avLst/>
          </a:prstGeom>
        </p:spPr>
      </p:pic>
      <p:pic>
        <p:nvPicPr>
          <p:cNvPr id="12" name="object 11"/>
          <p:cNvPicPr/>
          <p:nvPr/>
        </p:nvPicPr>
        <p:blipFill>
          <a:blip r:embed="rId27" cstate="print"/>
          <a:stretch>
            <a:fillRect/>
          </a:stretch>
        </p:blipFill>
        <p:spPr>
          <a:xfrm>
            <a:off x="796455" y="4386673"/>
            <a:ext cx="111302" cy="215137"/>
          </a:xfrm>
          <a:prstGeom prst="rect">
            <a:avLst/>
          </a:prstGeom>
        </p:spPr>
      </p:pic>
      <p:pic>
        <p:nvPicPr>
          <p:cNvPr id="15" name="object 89"/>
          <p:cNvPicPr/>
          <p:nvPr/>
        </p:nvPicPr>
        <p:blipFill>
          <a:blip r:embed="rId28" cstate="print"/>
          <a:stretch>
            <a:fillRect/>
          </a:stretch>
        </p:blipFill>
        <p:spPr>
          <a:xfrm>
            <a:off x="2196973" y="4400390"/>
            <a:ext cx="111378" cy="215137"/>
          </a:xfrm>
          <a:prstGeom prst="rect">
            <a:avLst/>
          </a:prstGeom>
        </p:spPr>
      </p:pic>
      <p:pic>
        <p:nvPicPr>
          <p:cNvPr id="16" name="object 94"/>
          <p:cNvPicPr/>
          <p:nvPr/>
        </p:nvPicPr>
        <p:blipFill>
          <a:blip r:embed="rId29" cstate="print"/>
          <a:stretch>
            <a:fillRect/>
          </a:stretch>
        </p:blipFill>
        <p:spPr>
          <a:xfrm>
            <a:off x="3536569" y="4386673"/>
            <a:ext cx="111378" cy="215137"/>
          </a:xfrm>
          <a:prstGeom prst="rect">
            <a:avLst/>
          </a:prstGeom>
        </p:spPr>
      </p:pic>
      <p:pic>
        <p:nvPicPr>
          <p:cNvPr id="23" name="object 90"/>
          <p:cNvPicPr/>
          <p:nvPr/>
        </p:nvPicPr>
        <p:blipFill>
          <a:blip r:embed="rId30" cstate="print"/>
          <a:stretch>
            <a:fillRect/>
          </a:stretch>
        </p:blipFill>
        <p:spPr>
          <a:xfrm>
            <a:off x="5231084" y="3498113"/>
            <a:ext cx="2749296" cy="230124"/>
          </a:xfrm>
          <a:prstGeom prst="rect">
            <a:avLst/>
          </a:prstGeom>
        </p:spPr>
      </p:pic>
      <p:pic>
        <p:nvPicPr>
          <p:cNvPr id="24" name="object 92"/>
          <p:cNvPicPr/>
          <p:nvPr/>
        </p:nvPicPr>
        <p:blipFill>
          <a:blip r:embed="rId31" cstate="print"/>
          <a:stretch>
            <a:fillRect/>
          </a:stretch>
        </p:blipFill>
        <p:spPr>
          <a:xfrm>
            <a:off x="8413196" y="3476778"/>
            <a:ext cx="1520952" cy="20726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325" y="258763"/>
            <a:ext cx="11307763" cy="676210"/>
          </a:xfrm>
        </p:spPr>
        <p:txBody>
          <a:bodyPr/>
          <a:lstStyle/>
          <a:p>
            <a:r>
              <a:rPr lang="en-US" dirty="0"/>
              <a:t>Self-Attention</a:t>
            </a:r>
            <a:endParaRPr lang="en-IN" dirty="0"/>
          </a:p>
        </p:txBody>
      </p:sp>
      <p:pic>
        <p:nvPicPr>
          <p:cNvPr id="65" name="object 64"/>
          <p:cNvPicPr/>
          <p:nvPr/>
        </p:nvPicPr>
        <p:blipFill>
          <a:blip r:embed="rId1" cstate="print"/>
          <a:stretch>
            <a:fillRect/>
          </a:stretch>
        </p:blipFill>
        <p:spPr>
          <a:xfrm>
            <a:off x="1024127" y="5917531"/>
            <a:ext cx="222503" cy="149351"/>
          </a:xfrm>
          <a:prstGeom prst="rect">
            <a:avLst/>
          </a:prstGeom>
        </p:spPr>
      </p:pic>
      <p:pic>
        <p:nvPicPr>
          <p:cNvPr id="66" name="object 65"/>
          <p:cNvPicPr/>
          <p:nvPr/>
        </p:nvPicPr>
        <p:blipFill>
          <a:blip r:embed="rId2" cstate="print"/>
          <a:stretch>
            <a:fillRect/>
          </a:stretch>
        </p:blipFill>
        <p:spPr>
          <a:xfrm>
            <a:off x="2414016" y="5917531"/>
            <a:ext cx="227075" cy="149351"/>
          </a:xfrm>
          <a:prstGeom prst="rect">
            <a:avLst/>
          </a:prstGeom>
        </p:spPr>
      </p:pic>
      <p:pic>
        <p:nvPicPr>
          <p:cNvPr id="67" name="object 66"/>
          <p:cNvPicPr/>
          <p:nvPr/>
        </p:nvPicPr>
        <p:blipFill>
          <a:blip r:embed="rId3" cstate="print"/>
          <a:stretch>
            <a:fillRect/>
          </a:stretch>
        </p:blipFill>
        <p:spPr>
          <a:xfrm>
            <a:off x="3768852" y="5917531"/>
            <a:ext cx="230124" cy="152400"/>
          </a:xfrm>
          <a:prstGeom prst="rect">
            <a:avLst/>
          </a:prstGeom>
        </p:spPr>
      </p:pic>
      <p:grpSp>
        <p:nvGrpSpPr>
          <p:cNvPr id="68" name="object 67"/>
          <p:cNvGrpSpPr/>
          <p:nvPr/>
        </p:nvGrpSpPr>
        <p:grpSpPr>
          <a:xfrm>
            <a:off x="897508" y="4669248"/>
            <a:ext cx="427355" cy="821690"/>
            <a:chOff x="897508" y="5210428"/>
            <a:chExt cx="427355" cy="821690"/>
          </a:xfrm>
        </p:grpSpPr>
        <p:pic>
          <p:nvPicPr>
            <p:cNvPr id="69" name="object 68"/>
            <p:cNvPicPr/>
            <p:nvPr/>
          </p:nvPicPr>
          <p:blipFill>
            <a:blip r:embed="rId4" cstate="print"/>
            <a:stretch>
              <a:fillRect/>
            </a:stretch>
          </p:blipFill>
          <p:spPr>
            <a:xfrm>
              <a:off x="900683" y="5213603"/>
              <a:ext cx="420623" cy="815340"/>
            </a:xfrm>
            <a:prstGeom prst="rect">
              <a:avLst/>
            </a:prstGeom>
          </p:spPr>
        </p:pic>
        <p:sp>
          <p:nvSpPr>
            <p:cNvPr id="70" name="object 69"/>
            <p:cNvSpPr/>
            <p:nvPr/>
          </p:nvSpPr>
          <p:spPr>
            <a:xfrm>
              <a:off x="900683" y="5213603"/>
              <a:ext cx="421005" cy="815340"/>
            </a:xfrm>
            <a:custGeom>
              <a:avLst/>
              <a:gdLst/>
              <a:ahLst/>
              <a:cxnLst/>
              <a:rect l="l" t="t" r="r" b="b"/>
              <a:pathLst>
                <a:path w="421005" h="815339">
                  <a:moveTo>
                    <a:pt x="0" y="815340"/>
                  </a:moveTo>
                  <a:lnTo>
                    <a:pt x="420623" y="815340"/>
                  </a:lnTo>
                  <a:lnTo>
                    <a:pt x="420623" y="0"/>
                  </a:lnTo>
                  <a:lnTo>
                    <a:pt x="0" y="0"/>
                  </a:lnTo>
                  <a:lnTo>
                    <a:pt x="0" y="815340"/>
                  </a:lnTo>
                  <a:close/>
                </a:path>
              </a:pathLst>
            </a:custGeom>
            <a:ln w="6350">
              <a:solidFill>
                <a:srgbClr val="6FAC46"/>
              </a:solidFill>
            </a:ln>
          </p:spPr>
          <p:txBody>
            <a:bodyPr wrap="square" lIns="0" tIns="0" rIns="0" bIns="0" rtlCol="0"/>
            <a:lstStyle/>
            <a:p/>
          </p:txBody>
        </p:sp>
        <p:pic>
          <p:nvPicPr>
            <p:cNvPr id="71" name="object 70"/>
            <p:cNvPicPr/>
            <p:nvPr/>
          </p:nvPicPr>
          <p:blipFill>
            <a:blip r:embed="rId5" cstate="print"/>
            <a:stretch>
              <a:fillRect/>
            </a:stretch>
          </p:blipFill>
          <p:spPr>
            <a:xfrm>
              <a:off x="1016507" y="5507735"/>
              <a:ext cx="216408" cy="213359"/>
            </a:xfrm>
            <a:prstGeom prst="rect">
              <a:avLst/>
            </a:prstGeom>
          </p:spPr>
        </p:pic>
      </p:grpSp>
      <p:pic>
        <p:nvPicPr>
          <p:cNvPr id="72" name="object 71"/>
          <p:cNvPicPr/>
          <p:nvPr/>
        </p:nvPicPr>
        <p:blipFill>
          <a:blip r:embed="rId6" cstate="print"/>
          <a:stretch>
            <a:fillRect/>
          </a:stretch>
        </p:blipFill>
        <p:spPr>
          <a:xfrm>
            <a:off x="1082802" y="5578441"/>
            <a:ext cx="76200" cy="233045"/>
          </a:xfrm>
          <a:prstGeom prst="rect">
            <a:avLst/>
          </a:prstGeom>
        </p:spPr>
      </p:pic>
      <p:pic>
        <p:nvPicPr>
          <p:cNvPr id="73" name="object 72"/>
          <p:cNvPicPr/>
          <p:nvPr/>
        </p:nvPicPr>
        <p:blipFill>
          <a:blip r:embed="rId6" cstate="print"/>
          <a:stretch>
            <a:fillRect/>
          </a:stretch>
        </p:blipFill>
        <p:spPr>
          <a:xfrm>
            <a:off x="2472689" y="5578441"/>
            <a:ext cx="76200" cy="233045"/>
          </a:xfrm>
          <a:prstGeom prst="rect">
            <a:avLst/>
          </a:prstGeom>
        </p:spPr>
      </p:pic>
      <p:grpSp>
        <p:nvGrpSpPr>
          <p:cNvPr id="74" name="object 73"/>
          <p:cNvGrpSpPr/>
          <p:nvPr/>
        </p:nvGrpSpPr>
        <p:grpSpPr>
          <a:xfrm>
            <a:off x="2296541" y="4669248"/>
            <a:ext cx="425450" cy="821690"/>
            <a:chOff x="2296541" y="5210428"/>
            <a:chExt cx="425450" cy="821690"/>
          </a:xfrm>
        </p:grpSpPr>
        <p:pic>
          <p:nvPicPr>
            <p:cNvPr id="75" name="object 74"/>
            <p:cNvPicPr/>
            <p:nvPr/>
          </p:nvPicPr>
          <p:blipFill>
            <a:blip r:embed="rId4" cstate="print"/>
            <a:stretch>
              <a:fillRect/>
            </a:stretch>
          </p:blipFill>
          <p:spPr>
            <a:xfrm>
              <a:off x="2299716" y="5213603"/>
              <a:ext cx="419100" cy="815340"/>
            </a:xfrm>
            <a:prstGeom prst="rect">
              <a:avLst/>
            </a:prstGeom>
          </p:spPr>
        </p:pic>
        <p:sp>
          <p:nvSpPr>
            <p:cNvPr id="76" name="object 75"/>
            <p:cNvSpPr/>
            <p:nvPr/>
          </p:nvSpPr>
          <p:spPr>
            <a:xfrm>
              <a:off x="2299716" y="5213603"/>
              <a:ext cx="419100" cy="815340"/>
            </a:xfrm>
            <a:custGeom>
              <a:avLst/>
              <a:gdLst/>
              <a:ahLst/>
              <a:cxnLst/>
              <a:rect l="l" t="t" r="r" b="b"/>
              <a:pathLst>
                <a:path w="419100" h="815339">
                  <a:moveTo>
                    <a:pt x="0" y="815340"/>
                  </a:moveTo>
                  <a:lnTo>
                    <a:pt x="419100" y="815340"/>
                  </a:lnTo>
                  <a:lnTo>
                    <a:pt x="419100" y="0"/>
                  </a:lnTo>
                  <a:lnTo>
                    <a:pt x="0" y="0"/>
                  </a:lnTo>
                  <a:lnTo>
                    <a:pt x="0" y="815340"/>
                  </a:lnTo>
                  <a:close/>
                </a:path>
              </a:pathLst>
            </a:custGeom>
            <a:ln w="6350">
              <a:solidFill>
                <a:srgbClr val="6FAC46"/>
              </a:solidFill>
            </a:ln>
          </p:spPr>
          <p:txBody>
            <a:bodyPr wrap="square" lIns="0" tIns="0" rIns="0" bIns="0" rtlCol="0"/>
            <a:lstStyle/>
            <a:p/>
          </p:txBody>
        </p:sp>
        <p:pic>
          <p:nvPicPr>
            <p:cNvPr id="77" name="object 76"/>
            <p:cNvPicPr/>
            <p:nvPr/>
          </p:nvPicPr>
          <p:blipFill>
            <a:blip r:embed="rId7" cstate="print"/>
            <a:stretch>
              <a:fillRect/>
            </a:stretch>
          </p:blipFill>
          <p:spPr>
            <a:xfrm>
              <a:off x="2406396" y="5507735"/>
              <a:ext cx="220980" cy="213359"/>
            </a:xfrm>
            <a:prstGeom prst="rect">
              <a:avLst/>
            </a:prstGeom>
          </p:spPr>
        </p:pic>
      </p:grpSp>
      <p:pic>
        <p:nvPicPr>
          <p:cNvPr id="78" name="object 77"/>
          <p:cNvPicPr/>
          <p:nvPr/>
        </p:nvPicPr>
        <p:blipFill>
          <a:blip r:embed="rId6" cstate="print"/>
          <a:stretch>
            <a:fillRect/>
          </a:stretch>
        </p:blipFill>
        <p:spPr>
          <a:xfrm>
            <a:off x="3815334" y="5575393"/>
            <a:ext cx="76200" cy="233045"/>
          </a:xfrm>
          <a:prstGeom prst="rect">
            <a:avLst/>
          </a:prstGeom>
        </p:spPr>
      </p:pic>
      <p:grpSp>
        <p:nvGrpSpPr>
          <p:cNvPr id="79" name="object 78"/>
          <p:cNvGrpSpPr/>
          <p:nvPr/>
        </p:nvGrpSpPr>
        <p:grpSpPr>
          <a:xfrm>
            <a:off x="3636136" y="4663153"/>
            <a:ext cx="425450" cy="820419"/>
            <a:chOff x="3636136" y="5204333"/>
            <a:chExt cx="425450" cy="820419"/>
          </a:xfrm>
        </p:grpSpPr>
        <p:pic>
          <p:nvPicPr>
            <p:cNvPr id="80" name="object 79"/>
            <p:cNvPicPr/>
            <p:nvPr/>
          </p:nvPicPr>
          <p:blipFill>
            <a:blip r:embed="rId8" cstate="print"/>
            <a:stretch>
              <a:fillRect/>
            </a:stretch>
          </p:blipFill>
          <p:spPr>
            <a:xfrm>
              <a:off x="3639311" y="5207508"/>
              <a:ext cx="419100" cy="813815"/>
            </a:xfrm>
            <a:prstGeom prst="rect">
              <a:avLst/>
            </a:prstGeom>
          </p:spPr>
        </p:pic>
        <p:sp>
          <p:nvSpPr>
            <p:cNvPr id="81" name="object 80"/>
            <p:cNvSpPr/>
            <p:nvPr/>
          </p:nvSpPr>
          <p:spPr>
            <a:xfrm>
              <a:off x="3639311" y="5207508"/>
              <a:ext cx="419100" cy="814069"/>
            </a:xfrm>
            <a:custGeom>
              <a:avLst/>
              <a:gdLst/>
              <a:ahLst/>
              <a:cxnLst/>
              <a:rect l="l" t="t" r="r" b="b"/>
              <a:pathLst>
                <a:path w="419100" h="814070">
                  <a:moveTo>
                    <a:pt x="0" y="813815"/>
                  </a:moveTo>
                  <a:lnTo>
                    <a:pt x="419100" y="813815"/>
                  </a:lnTo>
                  <a:lnTo>
                    <a:pt x="419100" y="0"/>
                  </a:lnTo>
                  <a:lnTo>
                    <a:pt x="0" y="0"/>
                  </a:lnTo>
                  <a:lnTo>
                    <a:pt x="0" y="813815"/>
                  </a:lnTo>
                  <a:close/>
                </a:path>
              </a:pathLst>
            </a:custGeom>
            <a:ln w="6350">
              <a:solidFill>
                <a:srgbClr val="6FAC46"/>
              </a:solidFill>
            </a:ln>
          </p:spPr>
          <p:txBody>
            <a:bodyPr wrap="square" lIns="0" tIns="0" rIns="0" bIns="0" rtlCol="0"/>
            <a:lstStyle/>
            <a:p/>
          </p:txBody>
        </p:sp>
        <p:pic>
          <p:nvPicPr>
            <p:cNvPr id="82" name="object 81"/>
            <p:cNvPicPr/>
            <p:nvPr/>
          </p:nvPicPr>
          <p:blipFill>
            <a:blip r:embed="rId9" cstate="print"/>
            <a:stretch>
              <a:fillRect/>
            </a:stretch>
          </p:blipFill>
          <p:spPr>
            <a:xfrm>
              <a:off x="3749039" y="5506212"/>
              <a:ext cx="222503" cy="216407"/>
            </a:xfrm>
            <a:prstGeom prst="rect">
              <a:avLst/>
            </a:prstGeom>
          </p:spPr>
        </p:pic>
      </p:grpSp>
      <p:pic>
        <p:nvPicPr>
          <p:cNvPr id="93" name="object 82"/>
          <p:cNvPicPr/>
          <p:nvPr/>
        </p:nvPicPr>
        <p:blipFill>
          <a:blip r:embed="rId10" cstate="print"/>
          <a:stretch>
            <a:fillRect/>
          </a:stretch>
        </p:blipFill>
        <p:spPr>
          <a:xfrm>
            <a:off x="5234648" y="4170904"/>
            <a:ext cx="3225418" cy="182880"/>
          </a:xfrm>
          <a:prstGeom prst="rect">
            <a:avLst/>
          </a:prstGeom>
        </p:spPr>
      </p:pic>
      <p:pic>
        <p:nvPicPr>
          <p:cNvPr id="94" name="object 83"/>
          <p:cNvPicPr/>
          <p:nvPr/>
        </p:nvPicPr>
        <p:blipFill>
          <a:blip r:embed="rId11" cstate="print"/>
          <a:stretch>
            <a:fillRect/>
          </a:stretch>
        </p:blipFill>
        <p:spPr>
          <a:xfrm>
            <a:off x="5232236" y="4513804"/>
            <a:ext cx="2607564" cy="227075"/>
          </a:xfrm>
          <a:prstGeom prst="rect">
            <a:avLst/>
          </a:prstGeom>
        </p:spPr>
      </p:pic>
      <p:grpSp>
        <p:nvGrpSpPr>
          <p:cNvPr id="95" name="object 84"/>
          <p:cNvGrpSpPr/>
          <p:nvPr/>
        </p:nvGrpSpPr>
        <p:grpSpPr>
          <a:xfrm>
            <a:off x="5416640" y="4899377"/>
            <a:ext cx="1811020" cy="434340"/>
            <a:chOff x="5323332" y="5141976"/>
            <a:chExt cx="1811020" cy="434340"/>
          </a:xfrm>
        </p:grpSpPr>
        <p:pic>
          <p:nvPicPr>
            <p:cNvPr id="96" name="object 85"/>
            <p:cNvPicPr/>
            <p:nvPr/>
          </p:nvPicPr>
          <p:blipFill>
            <a:blip r:embed="rId12" cstate="print"/>
            <a:stretch>
              <a:fillRect/>
            </a:stretch>
          </p:blipFill>
          <p:spPr>
            <a:xfrm>
              <a:off x="5323332" y="5141976"/>
              <a:ext cx="1810512" cy="252984"/>
            </a:xfrm>
            <a:prstGeom prst="rect">
              <a:avLst/>
            </a:prstGeom>
          </p:spPr>
        </p:pic>
        <p:pic>
          <p:nvPicPr>
            <p:cNvPr id="97" name="object 86"/>
            <p:cNvPicPr/>
            <p:nvPr/>
          </p:nvPicPr>
          <p:blipFill>
            <a:blip r:embed="rId13" cstate="print"/>
            <a:stretch>
              <a:fillRect/>
            </a:stretch>
          </p:blipFill>
          <p:spPr>
            <a:xfrm>
              <a:off x="6319266" y="5385054"/>
              <a:ext cx="196723" cy="191008"/>
            </a:xfrm>
            <a:prstGeom prst="rect">
              <a:avLst/>
            </a:prstGeom>
          </p:spPr>
        </p:pic>
      </p:grpSp>
      <p:pic>
        <p:nvPicPr>
          <p:cNvPr id="98" name="object 87"/>
          <p:cNvPicPr/>
          <p:nvPr/>
        </p:nvPicPr>
        <p:blipFill>
          <a:blip r:embed="rId14" cstate="print"/>
          <a:stretch>
            <a:fillRect/>
          </a:stretch>
        </p:blipFill>
        <p:spPr>
          <a:xfrm>
            <a:off x="5234394" y="5668997"/>
            <a:ext cx="3615816" cy="252984"/>
          </a:xfrm>
          <a:prstGeom prst="rect">
            <a:avLst/>
          </a:prstGeom>
        </p:spPr>
      </p:pic>
      <p:sp>
        <p:nvSpPr>
          <p:cNvPr id="99" name="object 88"/>
          <p:cNvSpPr txBox="1"/>
          <p:nvPr/>
        </p:nvSpPr>
        <p:spPr>
          <a:xfrm>
            <a:off x="6637110" y="5231710"/>
            <a:ext cx="2296795"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Calibri" panose="020F0502020204030204"/>
                <a:cs typeface="Calibri" panose="020F0502020204030204"/>
              </a:rPr>
              <a:t>shared</a:t>
            </a:r>
            <a:r>
              <a:rPr sz="1400" spc="-40" dirty="0">
                <a:latin typeface="Calibri" panose="020F0502020204030204"/>
                <a:cs typeface="Calibri" panose="020F0502020204030204"/>
              </a:rPr>
              <a:t> </a:t>
            </a:r>
            <a:r>
              <a:rPr sz="1400" spc="-10" dirty="0">
                <a:latin typeface="Calibri" panose="020F0502020204030204"/>
                <a:cs typeface="Calibri" panose="020F0502020204030204"/>
              </a:rPr>
              <a:t>weights</a:t>
            </a:r>
            <a:r>
              <a:rPr sz="1400" spc="-25" dirty="0">
                <a:latin typeface="Calibri" panose="020F0502020204030204"/>
                <a:cs typeface="Calibri" panose="020F0502020204030204"/>
              </a:rPr>
              <a:t> </a:t>
            </a:r>
            <a:r>
              <a:rPr sz="1400" dirty="0">
                <a:latin typeface="Calibri" panose="020F0502020204030204"/>
                <a:cs typeface="Calibri" panose="020F0502020204030204"/>
              </a:rPr>
              <a:t>at</a:t>
            </a:r>
            <a:r>
              <a:rPr sz="1400" spc="-30" dirty="0">
                <a:latin typeface="Calibri" panose="020F0502020204030204"/>
                <a:cs typeface="Calibri" panose="020F0502020204030204"/>
              </a:rPr>
              <a:t> </a:t>
            </a:r>
            <a:r>
              <a:rPr sz="1400" dirty="0">
                <a:latin typeface="Calibri" panose="020F0502020204030204"/>
                <a:cs typeface="Calibri" panose="020F0502020204030204"/>
              </a:rPr>
              <a:t>all</a:t>
            </a:r>
            <a:r>
              <a:rPr sz="1400" spc="-30" dirty="0">
                <a:latin typeface="Calibri" panose="020F0502020204030204"/>
                <a:cs typeface="Calibri" panose="020F0502020204030204"/>
              </a:rPr>
              <a:t> </a:t>
            </a:r>
            <a:r>
              <a:rPr sz="1400" dirty="0">
                <a:latin typeface="Calibri" panose="020F0502020204030204"/>
                <a:cs typeface="Calibri" panose="020F0502020204030204"/>
              </a:rPr>
              <a:t>time</a:t>
            </a:r>
            <a:r>
              <a:rPr sz="1400" spc="-30" dirty="0">
                <a:latin typeface="Calibri" panose="020F0502020204030204"/>
                <a:cs typeface="Calibri" panose="020F0502020204030204"/>
              </a:rPr>
              <a:t> </a:t>
            </a:r>
            <a:r>
              <a:rPr sz="1400" spc="-20" dirty="0">
                <a:latin typeface="Calibri" panose="020F0502020204030204"/>
                <a:cs typeface="Calibri" panose="020F0502020204030204"/>
              </a:rPr>
              <a:t>steps</a:t>
            </a:r>
            <a:endParaRPr sz="1400">
              <a:latin typeface="Calibri" panose="020F0502020204030204"/>
              <a:cs typeface="Calibri" panose="020F0502020204030204"/>
            </a:endParaRPr>
          </a:p>
        </p:txBody>
      </p:sp>
      <p:pic>
        <p:nvPicPr>
          <p:cNvPr id="3" name="object 21"/>
          <p:cNvPicPr/>
          <p:nvPr/>
        </p:nvPicPr>
        <p:blipFill>
          <a:blip r:embed="rId15" cstate="print"/>
          <a:stretch>
            <a:fillRect/>
          </a:stretch>
        </p:blipFill>
        <p:spPr>
          <a:xfrm>
            <a:off x="1314068" y="4383625"/>
            <a:ext cx="141986" cy="214375"/>
          </a:xfrm>
          <a:prstGeom prst="rect">
            <a:avLst/>
          </a:prstGeom>
        </p:spPr>
      </p:pic>
      <p:pic>
        <p:nvPicPr>
          <p:cNvPr id="4" name="object 97"/>
          <p:cNvPicPr/>
          <p:nvPr/>
        </p:nvPicPr>
        <p:blipFill>
          <a:blip r:embed="rId15" cstate="print"/>
          <a:stretch>
            <a:fillRect/>
          </a:stretch>
        </p:blipFill>
        <p:spPr>
          <a:xfrm>
            <a:off x="2714625" y="4383625"/>
            <a:ext cx="141986" cy="214375"/>
          </a:xfrm>
          <a:prstGeom prst="rect">
            <a:avLst/>
          </a:prstGeom>
        </p:spPr>
      </p:pic>
      <p:pic>
        <p:nvPicPr>
          <p:cNvPr id="5" name="object 98"/>
          <p:cNvPicPr/>
          <p:nvPr/>
        </p:nvPicPr>
        <p:blipFill>
          <a:blip r:embed="rId15" cstate="print"/>
          <a:stretch>
            <a:fillRect/>
          </a:stretch>
        </p:blipFill>
        <p:spPr>
          <a:xfrm>
            <a:off x="4049648" y="4385149"/>
            <a:ext cx="141986" cy="214375"/>
          </a:xfrm>
          <a:prstGeom prst="rect">
            <a:avLst/>
          </a:prstGeom>
        </p:spPr>
      </p:pic>
      <p:pic>
        <p:nvPicPr>
          <p:cNvPr id="13" name="object 29"/>
          <p:cNvPicPr/>
          <p:nvPr/>
        </p:nvPicPr>
        <p:blipFill>
          <a:blip r:embed="rId16" cstate="print"/>
          <a:stretch>
            <a:fillRect/>
          </a:stretch>
        </p:blipFill>
        <p:spPr>
          <a:xfrm>
            <a:off x="1322831" y="3951571"/>
            <a:ext cx="332231" cy="382524"/>
          </a:xfrm>
          <a:prstGeom prst="rect">
            <a:avLst/>
          </a:prstGeom>
        </p:spPr>
      </p:pic>
      <p:pic>
        <p:nvPicPr>
          <p:cNvPr id="14" name="object 31"/>
          <p:cNvPicPr/>
          <p:nvPr/>
        </p:nvPicPr>
        <p:blipFill>
          <a:blip r:embed="rId17" cstate="print"/>
          <a:stretch>
            <a:fillRect/>
          </a:stretch>
        </p:blipFill>
        <p:spPr>
          <a:xfrm>
            <a:off x="1394459" y="4084159"/>
            <a:ext cx="199644" cy="149351"/>
          </a:xfrm>
          <a:prstGeom prst="rect">
            <a:avLst/>
          </a:prstGeom>
        </p:spPr>
      </p:pic>
      <p:pic>
        <p:nvPicPr>
          <p:cNvPr id="17" name="object 32"/>
          <p:cNvPicPr/>
          <p:nvPr/>
        </p:nvPicPr>
        <p:blipFill>
          <a:blip r:embed="rId16" cstate="print"/>
          <a:stretch>
            <a:fillRect/>
          </a:stretch>
        </p:blipFill>
        <p:spPr>
          <a:xfrm>
            <a:off x="2723387" y="3951571"/>
            <a:ext cx="333756" cy="382524"/>
          </a:xfrm>
          <a:prstGeom prst="rect">
            <a:avLst/>
          </a:prstGeom>
        </p:spPr>
      </p:pic>
      <p:pic>
        <p:nvPicPr>
          <p:cNvPr id="18" name="object 34"/>
          <p:cNvPicPr/>
          <p:nvPr/>
        </p:nvPicPr>
        <p:blipFill>
          <a:blip r:embed="rId18" cstate="print"/>
          <a:stretch>
            <a:fillRect/>
          </a:stretch>
        </p:blipFill>
        <p:spPr>
          <a:xfrm>
            <a:off x="2795016" y="4084159"/>
            <a:ext cx="205739" cy="149351"/>
          </a:xfrm>
          <a:prstGeom prst="rect">
            <a:avLst/>
          </a:prstGeom>
        </p:spPr>
      </p:pic>
      <p:pic>
        <p:nvPicPr>
          <p:cNvPr id="19" name="object 35"/>
          <p:cNvPicPr/>
          <p:nvPr/>
        </p:nvPicPr>
        <p:blipFill>
          <a:blip r:embed="rId19" cstate="print"/>
          <a:stretch>
            <a:fillRect/>
          </a:stretch>
        </p:blipFill>
        <p:spPr>
          <a:xfrm>
            <a:off x="4058411" y="3954620"/>
            <a:ext cx="333756" cy="381000"/>
          </a:xfrm>
          <a:prstGeom prst="rect">
            <a:avLst/>
          </a:prstGeom>
        </p:spPr>
      </p:pic>
      <p:pic>
        <p:nvPicPr>
          <p:cNvPr id="20" name="object 37"/>
          <p:cNvPicPr/>
          <p:nvPr/>
        </p:nvPicPr>
        <p:blipFill>
          <a:blip r:embed="rId20" cstate="print"/>
          <a:stretch>
            <a:fillRect/>
          </a:stretch>
        </p:blipFill>
        <p:spPr>
          <a:xfrm>
            <a:off x="4130040" y="4087207"/>
            <a:ext cx="207263" cy="152400"/>
          </a:xfrm>
          <a:prstGeom prst="rect">
            <a:avLst/>
          </a:prstGeom>
        </p:spPr>
      </p:pic>
      <p:pic>
        <p:nvPicPr>
          <p:cNvPr id="21" name="object 99"/>
          <p:cNvPicPr/>
          <p:nvPr/>
        </p:nvPicPr>
        <p:blipFill>
          <a:blip r:embed="rId21" cstate="print"/>
          <a:stretch>
            <a:fillRect/>
          </a:stretch>
        </p:blipFill>
        <p:spPr>
          <a:xfrm>
            <a:off x="5231084" y="3183635"/>
            <a:ext cx="986027" cy="231648"/>
          </a:xfrm>
          <a:prstGeom prst="rect">
            <a:avLst/>
          </a:prstGeom>
        </p:spPr>
      </p:pic>
      <p:pic>
        <p:nvPicPr>
          <p:cNvPr id="22" name="object 100"/>
          <p:cNvPicPr/>
          <p:nvPr/>
        </p:nvPicPr>
        <p:blipFill>
          <a:blip r:embed="rId22" cstate="print"/>
          <a:stretch>
            <a:fillRect/>
          </a:stretch>
        </p:blipFill>
        <p:spPr>
          <a:xfrm>
            <a:off x="6457904" y="3200400"/>
            <a:ext cx="4692396" cy="214884"/>
          </a:xfrm>
          <a:prstGeom prst="rect">
            <a:avLst/>
          </a:prstGeom>
        </p:spPr>
      </p:pic>
      <p:pic>
        <p:nvPicPr>
          <p:cNvPr id="6" name="object 8"/>
          <p:cNvPicPr/>
          <p:nvPr/>
        </p:nvPicPr>
        <p:blipFill>
          <a:blip r:embed="rId23" cstate="print"/>
          <a:stretch>
            <a:fillRect/>
          </a:stretch>
        </p:blipFill>
        <p:spPr>
          <a:xfrm>
            <a:off x="573023" y="3959191"/>
            <a:ext cx="332232" cy="382524"/>
          </a:xfrm>
          <a:prstGeom prst="rect">
            <a:avLst/>
          </a:prstGeom>
        </p:spPr>
      </p:pic>
      <p:pic>
        <p:nvPicPr>
          <p:cNvPr id="7" name="object 10"/>
          <p:cNvPicPr/>
          <p:nvPr/>
        </p:nvPicPr>
        <p:blipFill>
          <a:blip r:embed="rId24" cstate="print"/>
          <a:stretch>
            <a:fillRect/>
          </a:stretch>
        </p:blipFill>
        <p:spPr>
          <a:xfrm>
            <a:off x="637031" y="4065871"/>
            <a:ext cx="202692" cy="213360"/>
          </a:xfrm>
          <a:prstGeom prst="rect">
            <a:avLst/>
          </a:prstGeom>
        </p:spPr>
      </p:pic>
      <p:pic>
        <p:nvPicPr>
          <p:cNvPr id="8" name="object 12"/>
          <p:cNvPicPr/>
          <p:nvPr/>
        </p:nvPicPr>
        <p:blipFill>
          <a:blip r:embed="rId23" cstate="print"/>
          <a:stretch>
            <a:fillRect/>
          </a:stretch>
        </p:blipFill>
        <p:spPr>
          <a:xfrm>
            <a:off x="1970531" y="3950047"/>
            <a:ext cx="332231" cy="382524"/>
          </a:xfrm>
          <a:prstGeom prst="rect">
            <a:avLst/>
          </a:prstGeom>
        </p:spPr>
      </p:pic>
      <p:pic>
        <p:nvPicPr>
          <p:cNvPr id="9" name="object 14"/>
          <p:cNvPicPr/>
          <p:nvPr/>
        </p:nvPicPr>
        <p:blipFill>
          <a:blip r:embed="rId25" cstate="print"/>
          <a:stretch>
            <a:fillRect/>
          </a:stretch>
        </p:blipFill>
        <p:spPr>
          <a:xfrm>
            <a:off x="2036063" y="4056727"/>
            <a:ext cx="207263" cy="213360"/>
          </a:xfrm>
          <a:prstGeom prst="rect">
            <a:avLst/>
          </a:prstGeom>
        </p:spPr>
      </p:pic>
      <p:pic>
        <p:nvPicPr>
          <p:cNvPr id="10" name="object 15"/>
          <p:cNvPicPr/>
          <p:nvPr/>
        </p:nvPicPr>
        <p:blipFill>
          <a:blip r:embed="rId23" cstate="print"/>
          <a:stretch>
            <a:fillRect/>
          </a:stretch>
        </p:blipFill>
        <p:spPr>
          <a:xfrm>
            <a:off x="3305556" y="3950047"/>
            <a:ext cx="333755" cy="382524"/>
          </a:xfrm>
          <a:prstGeom prst="rect">
            <a:avLst/>
          </a:prstGeom>
        </p:spPr>
      </p:pic>
      <p:pic>
        <p:nvPicPr>
          <p:cNvPr id="11" name="object 17"/>
          <p:cNvPicPr/>
          <p:nvPr/>
        </p:nvPicPr>
        <p:blipFill>
          <a:blip r:embed="rId26" cstate="print"/>
          <a:stretch>
            <a:fillRect/>
          </a:stretch>
        </p:blipFill>
        <p:spPr>
          <a:xfrm>
            <a:off x="3371087" y="4056727"/>
            <a:ext cx="208787" cy="216407"/>
          </a:xfrm>
          <a:prstGeom prst="rect">
            <a:avLst/>
          </a:prstGeom>
        </p:spPr>
      </p:pic>
      <p:pic>
        <p:nvPicPr>
          <p:cNvPr id="12" name="object 11"/>
          <p:cNvPicPr/>
          <p:nvPr/>
        </p:nvPicPr>
        <p:blipFill>
          <a:blip r:embed="rId27" cstate="print"/>
          <a:stretch>
            <a:fillRect/>
          </a:stretch>
        </p:blipFill>
        <p:spPr>
          <a:xfrm>
            <a:off x="796455" y="4386673"/>
            <a:ext cx="111302" cy="215137"/>
          </a:xfrm>
          <a:prstGeom prst="rect">
            <a:avLst/>
          </a:prstGeom>
        </p:spPr>
      </p:pic>
      <p:pic>
        <p:nvPicPr>
          <p:cNvPr id="15" name="object 89"/>
          <p:cNvPicPr/>
          <p:nvPr/>
        </p:nvPicPr>
        <p:blipFill>
          <a:blip r:embed="rId28" cstate="print"/>
          <a:stretch>
            <a:fillRect/>
          </a:stretch>
        </p:blipFill>
        <p:spPr>
          <a:xfrm>
            <a:off x="2196973" y="4400390"/>
            <a:ext cx="111378" cy="215137"/>
          </a:xfrm>
          <a:prstGeom prst="rect">
            <a:avLst/>
          </a:prstGeom>
        </p:spPr>
      </p:pic>
      <p:pic>
        <p:nvPicPr>
          <p:cNvPr id="16" name="object 94"/>
          <p:cNvPicPr/>
          <p:nvPr/>
        </p:nvPicPr>
        <p:blipFill>
          <a:blip r:embed="rId29" cstate="print"/>
          <a:stretch>
            <a:fillRect/>
          </a:stretch>
        </p:blipFill>
        <p:spPr>
          <a:xfrm>
            <a:off x="3536569" y="4386673"/>
            <a:ext cx="111378" cy="215137"/>
          </a:xfrm>
          <a:prstGeom prst="rect">
            <a:avLst/>
          </a:prstGeom>
        </p:spPr>
      </p:pic>
      <p:pic>
        <p:nvPicPr>
          <p:cNvPr id="23" name="object 90"/>
          <p:cNvPicPr/>
          <p:nvPr/>
        </p:nvPicPr>
        <p:blipFill>
          <a:blip r:embed="rId30" cstate="print"/>
          <a:stretch>
            <a:fillRect/>
          </a:stretch>
        </p:blipFill>
        <p:spPr>
          <a:xfrm>
            <a:off x="5231084" y="3498113"/>
            <a:ext cx="2749296" cy="230124"/>
          </a:xfrm>
          <a:prstGeom prst="rect">
            <a:avLst/>
          </a:prstGeom>
        </p:spPr>
      </p:pic>
      <p:pic>
        <p:nvPicPr>
          <p:cNvPr id="24" name="object 92"/>
          <p:cNvPicPr/>
          <p:nvPr/>
        </p:nvPicPr>
        <p:blipFill>
          <a:blip r:embed="rId31" cstate="print"/>
          <a:stretch>
            <a:fillRect/>
          </a:stretch>
        </p:blipFill>
        <p:spPr>
          <a:xfrm>
            <a:off x="8413196" y="3476778"/>
            <a:ext cx="1520952" cy="207264"/>
          </a:xfrm>
          <a:prstGeom prst="rect">
            <a:avLst/>
          </a:prstGeom>
        </p:spPr>
      </p:pic>
      <p:pic>
        <p:nvPicPr>
          <p:cNvPr id="25" name="object 18"/>
          <p:cNvPicPr/>
          <p:nvPr/>
        </p:nvPicPr>
        <p:blipFill>
          <a:blip r:embed="rId32" cstate="print"/>
          <a:stretch>
            <a:fillRect/>
          </a:stretch>
        </p:blipFill>
        <p:spPr>
          <a:xfrm>
            <a:off x="944879" y="3950047"/>
            <a:ext cx="332231" cy="382524"/>
          </a:xfrm>
          <a:prstGeom prst="rect">
            <a:avLst/>
          </a:prstGeom>
        </p:spPr>
      </p:pic>
      <p:pic>
        <p:nvPicPr>
          <p:cNvPr id="26" name="object 20"/>
          <p:cNvPicPr/>
          <p:nvPr/>
        </p:nvPicPr>
        <p:blipFill>
          <a:blip r:embed="rId33" cstate="print"/>
          <a:stretch>
            <a:fillRect/>
          </a:stretch>
        </p:blipFill>
        <p:spPr>
          <a:xfrm>
            <a:off x="1045463" y="4082635"/>
            <a:ext cx="187452" cy="160019"/>
          </a:xfrm>
          <a:prstGeom prst="rect">
            <a:avLst/>
          </a:prstGeom>
        </p:spPr>
      </p:pic>
      <p:pic>
        <p:nvPicPr>
          <p:cNvPr id="27" name="object 23"/>
          <p:cNvPicPr/>
          <p:nvPr/>
        </p:nvPicPr>
        <p:blipFill>
          <a:blip r:embed="rId34" cstate="print"/>
          <a:stretch>
            <a:fillRect/>
          </a:stretch>
        </p:blipFill>
        <p:spPr>
          <a:xfrm>
            <a:off x="2342387" y="3953095"/>
            <a:ext cx="333756" cy="381000"/>
          </a:xfrm>
          <a:prstGeom prst="rect">
            <a:avLst/>
          </a:prstGeom>
        </p:spPr>
      </p:pic>
      <p:pic>
        <p:nvPicPr>
          <p:cNvPr id="28" name="object 25"/>
          <p:cNvPicPr/>
          <p:nvPr/>
        </p:nvPicPr>
        <p:blipFill>
          <a:blip r:embed="rId35" cstate="print"/>
          <a:stretch>
            <a:fillRect/>
          </a:stretch>
        </p:blipFill>
        <p:spPr>
          <a:xfrm>
            <a:off x="2444495" y="4084159"/>
            <a:ext cx="193548" cy="160019"/>
          </a:xfrm>
          <a:prstGeom prst="rect">
            <a:avLst/>
          </a:prstGeom>
        </p:spPr>
      </p:pic>
      <p:pic>
        <p:nvPicPr>
          <p:cNvPr id="29" name="object 26"/>
          <p:cNvPicPr/>
          <p:nvPr/>
        </p:nvPicPr>
        <p:blipFill>
          <a:blip r:embed="rId32" cstate="print"/>
          <a:stretch>
            <a:fillRect/>
          </a:stretch>
        </p:blipFill>
        <p:spPr>
          <a:xfrm>
            <a:off x="3678935" y="3954620"/>
            <a:ext cx="332232" cy="382524"/>
          </a:xfrm>
          <a:prstGeom prst="rect">
            <a:avLst/>
          </a:prstGeom>
        </p:spPr>
      </p:pic>
      <p:pic>
        <p:nvPicPr>
          <p:cNvPr id="30" name="object 28"/>
          <p:cNvPicPr/>
          <p:nvPr/>
        </p:nvPicPr>
        <p:blipFill>
          <a:blip r:embed="rId36" cstate="print"/>
          <a:stretch>
            <a:fillRect/>
          </a:stretch>
        </p:blipFill>
        <p:spPr>
          <a:xfrm>
            <a:off x="3779519" y="4085683"/>
            <a:ext cx="195072" cy="160019"/>
          </a:xfrm>
          <a:prstGeom prst="rect">
            <a:avLst/>
          </a:prstGeom>
        </p:spPr>
      </p:pic>
      <p:pic>
        <p:nvPicPr>
          <p:cNvPr id="31" name="object 22"/>
          <p:cNvPicPr/>
          <p:nvPr/>
        </p:nvPicPr>
        <p:blipFill>
          <a:blip r:embed="rId37" cstate="print"/>
          <a:stretch>
            <a:fillRect/>
          </a:stretch>
        </p:blipFill>
        <p:spPr>
          <a:xfrm>
            <a:off x="1071867" y="4388197"/>
            <a:ext cx="76161" cy="213614"/>
          </a:xfrm>
          <a:prstGeom prst="rect">
            <a:avLst/>
          </a:prstGeom>
        </p:spPr>
      </p:pic>
      <p:pic>
        <p:nvPicPr>
          <p:cNvPr id="32" name="object 95"/>
          <p:cNvPicPr/>
          <p:nvPr/>
        </p:nvPicPr>
        <p:blipFill>
          <a:blip r:embed="rId38" cstate="print"/>
          <a:stretch>
            <a:fillRect/>
          </a:stretch>
        </p:blipFill>
        <p:spPr>
          <a:xfrm>
            <a:off x="2469388" y="4389722"/>
            <a:ext cx="76200" cy="213614"/>
          </a:xfrm>
          <a:prstGeom prst="rect">
            <a:avLst/>
          </a:prstGeom>
        </p:spPr>
      </p:pic>
      <p:pic>
        <p:nvPicPr>
          <p:cNvPr id="33" name="object 96"/>
          <p:cNvPicPr/>
          <p:nvPr/>
        </p:nvPicPr>
        <p:blipFill>
          <a:blip r:embed="rId38" cstate="print"/>
          <a:stretch>
            <a:fillRect/>
          </a:stretch>
        </p:blipFill>
        <p:spPr>
          <a:xfrm>
            <a:off x="3805935" y="4392770"/>
            <a:ext cx="76200" cy="21361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325" y="258763"/>
            <a:ext cx="11307763" cy="676210"/>
          </a:xfrm>
        </p:spPr>
        <p:txBody>
          <a:bodyPr/>
          <a:lstStyle/>
          <a:p>
            <a:r>
              <a:rPr lang="en-US" dirty="0"/>
              <a:t>Self-Attention</a:t>
            </a:r>
            <a:endParaRPr lang="en-IN" dirty="0"/>
          </a:p>
        </p:txBody>
      </p:sp>
      <p:pic>
        <p:nvPicPr>
          <p:cNvPr id="65" name="object 64"/>
          <p:cNvPicPr/>
          <p:nvPr/>
        </p:nvPicPr>
        <p:blipFill>
          <a:blip r:embed="rId1" cstate="print"/>
          <a:stretch>
            <a:fillRect/>
          </a:stretch>
        </p:blipFill>
        <p:spPr>
          <a:xfrm>
            <a:off x="1024127" y="5917531"/>
            <a:ext cx="222503" cy="149351"/>
          </a:xfrm>
          <a:prstGeom prst="rect">
            <a:avLst/>
          </a:prstGeom>
        </p:spPr>
      </p:pic>
      <p:pic>
        <p:nvPicPr>
          <p:cNvPr id="66" name="object 65"/>
          <p:cNvPicPr/>
          <p:nvPr/>
        </p:nvPicPr>
        <p:blipFill>
          <a:blip r:embed="rId2" cstate="print"/>
          <a:stretch>
            <a:fillRect/>
          </a:stretch>
        </p:blipFill>
        <p:spPr>
          <a:xfrm>
            <a:off x="2414016" y="5917531"/>
            <a:ext cx="227075" cy="149351"/>
          </a:xfrm>
          <a:prstGeom prst="rect">
            <a:avLst/>
          </a:prstGeom>
        </p:spPr>
      </p:pic>
      <p:pic>
        <p:nvPicPr>
          <p:cNvPr id="67" name="object 66"/>
          <p:cNvPicPr/>
          <p:nvPr/>
        </p:nvPicPr>
        <p:blipFill>
          <a:blip r:embed="rId3" cstate="print"/>
          <a:stretch>
            <a:fillRect/>
          </a:stretch>
        </p:blipFill>
        <p:spPr>
          <a:xfrm>
            <a:off x="3768852" y="5917531"/>
            <a:ext cx="230124" cy="152400"/>
          </a:xfrm>
          <a:prstGeom prst="rect">
            <a:avLst/>
          </a:prstGeom>
        </p:spPr>
      </p:pic>
      <p:grpSp>
        <p:nvGrpSpPr>
          <p:cNvPr id="68" name="object 67"/>
          <p:cNvGrpSpPr/>
          <p:nvPr/>
        </p:nvGrpSpPr>
        <p:grpSpPr>
          <a:xfrm>
            <a:off x="897508" y="4669248"/>
            <a:ext cx="427355" cy="821690"/>
            <a:chOff x="897508" y="5210428"/>
            <a:chExt cx="427355" cy="821690"/>
          </a:xfrm>
        </p:grpSpPr>
        <p:pic>
          <p:nvPicPr>
            <p:cNvPr id="69" name="object 68"/>
            <p:cNvPicPr/>
            <p:nvPr/>
          </p:nvPicPr>
          <p:blipFill>
            <a:blip r:embed="rId4" cstate="print"/>
            <a:stretch>
              <a:fillRect/>
            </a:stretch>
          </p:blipFill>
          <p:spPr>
            <a:xfrm>
              <a:off x="900683" y="5213603"/>
              <a:ext cx="420623" cy="815340"/>
            </a:xfrm>
            <a:prstGeom prst="rect">
              <a:avLst/>
            </a:prstGeom>
          </p:spPr>
        </p:pic>
        <p:sp>
          <p:nvSpPr>
            <p:cNvPr id="70" name="object 69"/>
            <p:cNvSpPr/>
            <p:nvPr/>
          </p:nvSpPr>
          <p:spPr>
            <a:xfrm>
              <a:off x="900683" y="5213603"/>
              <a:ext cx="421005" cy="815340"/>
            </a:xfrm>
            <a:custGeom>
              <a:avLst/>
              <a:gdLst/>
              <a:ahLst/>
              <a:cxnLst/>
              <a:rect l="l" t="t" r="r" b="b"/>
              <a:pathLst>
                <a:path w="421005" h="815339">
                  <a:moveTo>
                    <a:pt x="0" y="815340"/>
                  </a:moveTo>
                  <a:lnTo>
                    <a:pt x="420623" y="815340"/>
                  </a:lnTo>
                  <a:lnTo>
                    <a:pt x="420623" y="0"/>
                  </a:lnTo>
                  <a:lnTo>
                    <a:pt x="0" y="0"/>
                  </a:lnTo>
                  <a:lnTo>
                    <a:pt x="0" y="815340"/>
                  </a:lnTo>
                  <a:close/>
                </a:path>
              </a:pathLst>
            </a:custGeom>
            <a:ln w="6350">
              <a:solidFill>
                <a:srgbClr val="6FAC46"/>
              </a:solidFill>
            </a:ln>
          </p:spPr>
          <p:txBody>
            <a:bodyPr wrap="square" lIns="0" tIns="0" rIns="0" bIns="0" rtlCol="0"/>
            <a:lstStyle/>
            <a:p/>
          </p:txBody>
        </p:sp>
        <p:pic>
          <p:nvPicPr>
            <p:cNvPr id="71" name="object 70"/>
            <p:cNvPicPr/>
            <p:nvPr/>
          </p:nvPicPr>
          <p:blipFill>
            <a:blip r:embed="rId5" cstate="print"/>
            <a:stretch>
              <a:fillRect/>
            </a:stretch>
          </p:blipFill>
          <p:spPr>
            <a:xfrm>
              <a:off x="1016507" y="5507735"/>
              <a:ext cx="216408" cy="213359"/>
            </a:xfrm>
            <a:prstGeom prst="rect">
              <a:avLst/>
            </a:prstGeom>
          </p:spPr>
        </p:pic>
      </p:grpSp>
      <p:pic>
        <p:nvPicPr>
          <p:cNvPr id="72" name="object 71"/>
          <p:cNvPicPr/>
          <p:nvPr/>
        </p:nvPicPr>
        <p:blipFill>
          <a:blip r:embed="rId6" cstate="print"/>
          <a:stretch>
            <a:fillRect/>
          </a:stretch>
        </p:blipFill>
        <p:spPr>
          <a:xfrm>
            <a:off x="1082802" y="5578441"/>
            <a:ext cx="76200" cy="233045"/>
          </a:xfrm>
          <a:prstGeom prst="rect">
            <a:avLst/>
          </a:prstGeom>
        </p:spPr>
      </p:pic>
      <p:pic>
        <p:nvPicPr>
          <p:cNvPr id="73" name="object 72"/>
          <p:cNvPicPr/>
          <p:nvPr/>
        </p:nvPicPr>
        <p:blipFill>
          <a:blip r:embed="rId6" cstate="print"/>
          <a:stretch>
            <a:fillRect/>
          </a:stretch>
        </p:blipFill>
        <p:spPr>
          <a:xfrm>
            <a:off x="2472689" y="5578441"/>
            <a:ext cx="76200" cy="233045"/>
          </a:xfrm>
          <a:prstGeom prst="rect">
            <a:avLst/>
          </a:prstGeom>
        </p:spPr>
      </p:pic>
      <p:grpSp>
        <p:nvGrpSpPr>
          <p:cNvPr id="74" name="object 73"/>
          <p:cNvGrpSpPr/>
          <p:nvPr/>
        </p:nvGrpSpPr>
        <p:grpSpPr>
          <a:xfrm>
            <a:off x="2296541" y="4669248"/>
            <a:ext cx="425450" cy="821690"/>
            <a:chOff x="2296541" y="5210428"/>
            <a:chExt cx="425450" cy="821690"/>
          </a:xfrm>
        </p:grpSpPr>
        <p:pic>
          <p:nvPicPr>
            <p:cNvPr id="75" name="object 74"/>
            <p:cNvPicPr/>
            <p:nvPr/>
          </p:nvPicPr>
          <p:blipFill>
            <a:blip r:embed="rId4" cstate="print"/>
            <a:stretch>
              <a:fillRect/>
            </a:stretch>
          </p:blipFill>
          <p:spPr>
            <a:xfrm>
              <a:off x="2299716" y="5213603"/>
              <a:ext cx="419100" cy="815340"/>
            </a:xfrm>
            <a:prstGeom prst="rect">
              <a:avLst/>
            </a:prstGeom>
          </p:spPr>
        </p:pic>
        <p:sp>
          <p:nvSpPr>
            <p:cNvPr id="76" name="object 75"/>
            <p:cNvSpPr/>
            <p:nvPr/>
          </p:nvSpPr>
          <p:spPr>
            <a:xfrm>
              <a:off x="2299716" y="5213603"/>
              <a:ext cx="419100" cy="815340"/>
            </a:xfrm>
            <a:custGeom>
              <a:avLst/>
              <a:gdLst/>
              <a:ahLst/>
              <a:cxnLst/>
              <a:rect l="l" t="t" r="r" b="b"/>
              <a:pathLst>
                <a:path w="419100" h="815339">
                  <a:moveTo>
                    <a:pt x="0" y="815340"/>
                  </a:moveTo>
                  <a:lnTo>
                    <a:pt x="419100" y="815340"/>
                  </a:lnTo>
                  <a:lnTo>
                    <a:pt x="419100" y="0"/>
                  </a:lnTo>
                  <a:lnTo>
                    <a:pt x="0" y="0"/>
                  </a:lnTo>
                  <a:lnTo>
                    <a:pt x="0" y="815340"/>
                  </a:lnTo>
                  <a:close/>
                </a:path>
              </a:pathLst>
            </a:custGeom>
            <a:ln w="6350">
              <a:solidFill>
                <a:srgbClr val="6FAC46"/>
              </a:solidFill>
            </a:ln>
          </p:spPr>
          <p:txBody>
            <a:bodyPr wrap="square" lIns="0" tIns="0" rIns="0" bIns="0" rtlCol="0"/>
            <a:lstStyle/>
            <a:p/>
          </p:txBody>
        </p:sp>
        <p:pic>
          <p:nvPicPr>
            <p:cNvPr id="77" name="object 76"/>
            <p:cNvPicPr/>
            <p:nvPr/>
          </p:nvPicPr>
          <p:blipFill>
            <a:blip r:embed="rId7" cstate="print"/>
            <a:stretch>
              <a:fillRect/>
            </a:stretch>
          </p:blipFill>
          <p:spPr>
            <a:xfrm>
              <a:off x="2406396" y="5507735"/>
              <a:ext cx="220980" cy="213359"/>
            </a:xfrm>
            <a:prstGeom prst="rect">
              <a:avLst/>
            </a:prstGeom>
          </p:spPr>
        </p:pic>
      </p:grpSp>
      <p:pic>
        <p:nvPicPr>
          <p:cNvPr id="78" name="object 77"/>
          <p:cNvPicPr/>
          <p:nvPr/>
        </p:nvPicPr>
        <p:blipFill>
          <a:blip r:embed="rId6" cstate="print"/>
          <a:stretch>
            <a:fillRect/>
          </a:stretch>
        </p:blipFill>
        <p:spPr>
          <a:xfrm>
            <a:off x="3815334" y="5575393"/>
            <a:ext cx="76200" cy="233045"/>
          </a:xfrm>
          <a:prstGeom prst="rect">
            <a:avLst/>
          </a:prstGeom>
        </p:spPr>
      </p:pic>
      <p:grpSp>
        <p:nvGrpSpPr>
          <p:cNvPr id="79" name="object 78"/>
          <p:cNvGrpSpPr/>
          <p:nvPr/>
        </p:nvGrpSpPr>
        <p:grpSpPr>
          <a:xfrm>
            <a:off x="3636136" y="4663153"/>
            <a:ext cx="425450" cy="820419"/>
            <a:chOff x="3636136" y="5204333"/>
            <a:chExt cx="425450" cy="820419"/>
          </a:xfrm>
        </p:grpSpPr>
        <p:pic>
          <p:nvPicPr>
            <p:cNvPr id="80" name="object 79"/>
            <p:cNvPicPr/>
            <p:nvPr/>
          </p:nvPicPr>
          <p:blipFill>
            <a:blip r:embed="rId8" cstate="print"/>
            <a:stretch>
              <a:fillRect/>
            </a:stretch>
          </p:blipFill>
          <p:spPr>
            <a:xfrm>
              <a:off x="3639311" y="5207508"/>
              <a:ext cx="419100" cy="813815"/>
            </a:xfrm>
            <a:prstGeom prst="rect">
              <a:avLst/>
            </a:prstGeom>
          </p:spPr>
        </p:pic>
        <p:sp>
          <p:nvSpPr>
            <p:cNvPr id="81" name="object 80"/>
            <p:cNvSpPr/>
            <p:nvPr/>
          </p:nvSpPr>
          <p:spPr>
            <a:xfrm>
              <a:off x="3639311" y="5207508"/>
              <a:ext cx="419100" cy="814069"/>
            </a:xfrm>
            <a:custGeom>
              <a:avLst/>
              <a:gdLst/>
              <a:ahLst/>
              <a:cxnLst/>
              <a:rect l="l" t="t" r="r" b="b"/>
              <a:pathLst>
                <a:path w="419100" h="814070">
                  <a:moveTo>
                    <a:pt x="0" y="813815"/>
                  </a:moveTo>
                  <a:lnTo>
                    <a:pt x="419100" y="813815"/>
                  </a:lnTo>
                  <a:lnTo>
                    <a:pt x="419100" y="0"/>
                  </a:lnTo>
                  <a:lnTo>
                    <a:pt x="0" y="0"/>
                  </a:lnTo>
                  <a:lnTo>
                    <a:pt x="0" y="813815"/>
                  </a:lnTo>
                  <a:close/>
                </a:path>
              </a:pathLst>
            </a:custGeom>
            <a:ln w="6350">
              <a:solidFill>
                <a:srgbClr val="6FAC46"/>
              </a:solidFill>
            </a:ln>
          </p:spPr>
          <p:txBody>
            <a:bodyPr wrap="square" lIns="0" tIns="0" rIns="0" bIns="0" rtlCol="0"/>
            <a:lstStyle/>
            <a:p/>
          </p:txBody>
        </p:sp>
        <p:pic>
          <p:nvPicPr>
            <p:cNvPr id="82" name="object 81"/>
            <p:cNvPicPr/>
            <p:nvPr/>
          </p:nvPicPr>
          <p:blipFill>
            <a:blip r:embed="rId9" cstate="print"/>
            <a:stretch>
              <a:fillRect/>
            </a:stretch>
          </p:blipFill>
          <p:spPr>
            <a:xfrm>
              <a:off x="3749039" y="5506212"/>
              <a:ext cx="222503" cy="216407"/>
            </a:xfrm>
            <a:prstGeom prst="rect">
              <a:avLst/>
            </a:prstGeom>
          </p:spPr>
        </p:pic>
      </p:grpSp>
      <p:pic>
        <p:nvPicPr>
          <p:cNvPr id="93" name="object 82"/>
          <p:cNvPicPr/>
          <p:nvPr/>
        </p:nvPicPr>
        <p:blipFill>
          <a:blip r:embed="rId10" cstate="print"/>
          <a:stretch>
            <a:fillRect/>
          </a:stretch>
        </p:blipFill>
        <p:spPr>
          <a:xfrm>
            <a:off x="5234648" y="4170904"/>
            <a:ext cx="3225418" cy="182880"/>
          </a:xfrm>
          <a:prstGeom prst="rect">
            <a:avLst/>
          </a:prstGeom>
        </p:spPr>
      </p:pic>
      <p:pic>
        <p:nvPicPr>
          <p:cNvPr id="94" name="object 83"/>
          <p:cNvPicPr/>
          <p:nvPr/>
        </p:nvPicPr>
        <p:blipFill>
          <a:blip r:embed="rId11" cstate="print"/>
          <a:stretch>
            <a:fillRect/>
          </a:stretch>
        </p:blipFill>
        <p:spPr>
          <a:xfrm>
            <a:off x="5232236" y="4513804"/>
            <a:ext cx="2607564" cy="227075"/>
          </a:xfrm>
          <a:prstGeom prst="rect">
            <a:avLst/>
          </a:prstGeom>
        </p:spPr>
      </p:pic>
      <p:grpSp>
        <p:nvGrpSpPr>
          <p:cNvPr id="95" name="object 84"/>
          <p:cNvGrpSpPr/>
          <p:nvPr/>
        </p:nvGrpSpPr>
        <p:grpSpPr>
          <a:xfrm>
            <a:off x="5416640" y="4899377"/>
            <a:ext cx="1811020" cy="434340"/>
            <a:chOff x="5323332" y="5141976"/>
            <a:chExt cx="1811020" cy="434340"/>
          </a:xfrm>
        </p:grpSpPr>
        <p:pic>
          <p:nvPicPr>
            <p:cNvPr id="96" name="object 85"/>
            <p:cNvPicPr/>
            <p:nvPr/>
          </p:nvPicPr>
          <p:blipFill>
            <a:blip r:embed="rId12" cstate="print"/>
            <a:stretch>
              <a:fillRect/>
            </a:stretch>
          </p:blipFill>
          <p:spPr>
            <a:xfrm>
              <a:off x="5323332" y="5141976"/>
              <a:ext cx="1810512" cy="252984"/>
            </a:xfrm>
            <a:prstGeom prst="rect">
              <a:avLst/>
            </a:prstGeom>
          </p:spPr>
        </p:pic>
        <p:pic>
          <p:nvPicPr>
            <p:cNvPr id="97" name="object 86"/>
            <p:cNvPicPr/>
            <p:nvPr/>
          </p:nvPicPr>
          <p:blipFill>
            <a:blip r:embed="rId13" cstate="print"/>
            <a:stretch>
              <a:fillRect/>
            </a:stretch>
          </p:blipFill>
          <p:spPr>
            <a:xfrm>
              <a:off x="6319266" y="5385054"/>
              <a:ext cx="196723" cy="191008"/>
            </a:xfrm>
            <a:prstGeom prst="rect">
              <a:avLst/>
            </a:prstGeom>
          </p:spPr>
        </p:pic>
      </p:grpSp>
      <p:pic>
        <p:nvPicPr>
          <p:cNvPr id="98" name="object 87"/>
          <p:cNvPicPr/>
          <p:nvPr/>
        </p:nvPicPr>
        <p:blipFill>
          <a:blip r:embed="rId14" cstate="print"/>
          <a:stretch>
            <a:fillRect/>
          </a:stretch>
        </p:blipFill>
        <p:spPr>
          <a:xfrm>
            <a:off x="5234394" y="5668997"/>
            <a:ext cx="3615816" cy="252984"/>
          </a:xfrm>
          <a:prstGeom prst="rect">
            <a:avLst/>
          </a:prstGeom>
        </p:spPr>
      </p:pic>
      <p:sp>
        <p:nvSpPr>
          <p:cNvPr id="99" name="object 88"/>
          <p:cNvSpPr txBox="1"/>
          <p:nvPr/>
        </p:nvSpPr>
        <p:spPr>
          <a:xfrm>
            <a:off x="6637110" y="5231710"/>
            <a:ext cx="2296795"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Calibri" panose="020F0502020204030204"/>
                <a:cs typeface="Calibri" panose="020F0502020204030204"/>
              </a:rPr>
              <a:t>shared</a:t>
            </a:r>
            <a:r>
              <a:rPr sz="1400" spc="-40" dirty="0">
                <a:latin typeface="Calibri" panose="020F0502020204030204"/>
                <a:cs typeface="Calibri" panose="020F0502020204030204"/>
              </a:rPr>
              <a:t> </a:t>
            </a:r>
            <a:r>
              <a:rPr sz="1400" spc="-10" dirty="0">
                <a:latin typeface="Calibri" panose="020F0502020204030204"/>
                <a:cs typeface="Calibri" panose="020F0502020204030204"/>
              </a:rPr>
              <a:t>weights</a:t>
            </a:r>
            <a:r>
              <a:rPr sz="1400" spc="-25" dirty="0">
                <a:latin typeface="Calibri" panose="020F0502020204030204"/>
                <a:cs typeface="Calibri" panose="020F0502020204030204"/>
              </a:rPr>
              <a:t> </a:t>
            </a:r>
            <a:r>
              <a:rPr sz="1400" dirty="0">
                <a:latin typeface="Calibri" panose="020F0502020204030204"/>
                <a:cs typeface="Calibri" panose="020F0502020204030204"/>
              </a:rPr>
              <a:t>at</a:t>
            </a:r>
            <a:r>
              <a:rPr sz="1400" spc="-30" dirty="0">
                <a:latin typeface="Calibri" panose="020F0502020204030204"/>
                <a:cs typeface="Calibri" panose="020F0502020204030204"/>
              </a:rPr>
              <a:t> </a:t>
            </a:r>
            <a:r>
              <a:rPr sz="1400" dirty="0">
                <a:latin typeface="Calibri" panose="020F0502020204030204"/>
                <a:cs typeface="Calibri" panose="020F0502020204030204"/>
              </a:rPr>
              <a:t>all</a:t>
            </a:r>
            <a:r>
              <a:rPr sz="1400" spc="-30" dirty="0">
                <a:latin typeface="Calibri" panose="020F0502020204030204"/>
                <a:cs typeface="Calibri" panose="020F0502020204030204"/>
              </a:rPr>
              <a:t> </a:t>
            </a:r>
            <a:r>
              <a:rPr sz="1400" dirty="0">
                <a:latin typeface="Calibri" panose="020F0502020204030204"/>
                <a:cs typeface="Calibri" panose="020F0502020204030204"/>
              </a:rPr>
              <a:t>time</a:t>
            </a:r>
            <a:r>
              <a:rPr sz="1400" spc="-30" dirty="0">
                <a:latin typeface="Calibri" panose="020F0502020204030204"/>
                <a:cs typeface="Calibri" panose="020F0502020204030204"/>
              </a:rPr>
              <a:t> </a:t>
            </a:r>
            <a:r>
              <a:rPr sz="1400" spc="-20" dirty="0">
                <a:latin typeface="Calibri" panose="020F0502020204030204"/>
                <a:cs typeface="Calibri" panose="020F0502020204030204"/>
              </a:rPr>
              <a:t>steps</a:t>
            </a:r>
            <a:endParaRPr sz="1400">
              <a:latin typeface="Calibri" panose="020F0502020204030204"/>
              <a:cs typeface="Calibri" panose="020F0502020204030204"/>
            </a:endParaRPr>
          </a:p>
        </p:txBody>
      </p:sp>
      <p:pic>
        <p:nvPicPr>
          <p:cNvPr id="3" name="object 21"/>
          <p:cNvPicPr/>
          <p:nvPr/>
        </p:nvPicPr>
        <p:blipFill>
          <a:blip r:embed="rId15" cstate="print"/>
          <a:stretch>
            <a:fillRect/>
          </a:stretch>
        </p:blipFill>
        <p:spPr>
          <a:xfrm>
            <a:off x="1314068" y="4383625"/>
            <a:ext cx="141986" cy="214375"/>
          </a:xfrm>
          <a:prstGeom prst="rect">
            <a:avLst/>
          </a:prstGeom>
        </p:spPr>
      </p:pic>
      <p:pic>
        <p:nvPicPr>
          <p:cNvPr id="4" name="object 97"/>
          <p:cNvPicPr/>
          <p:nvPr/>
        </p:nvPicPr>
        <p:blipFill>
          <a:blip r:embed="rId15" cstate="print"/>
          <a:stretch>
            <a:fillRect/>
          </a:stretch>
        </p:blipFill>
        <p:spPr>
          <a:xfrm>
            <a:off x="2714625" y="4383625"/>
            <a:ext cx="141986" cy="214375"/>
          </a:xfrm>
          <a:prstGeom prst="rect">
            <a:avLst/>
          </a:prstGeom>
        </p:spPr>
      </p:pic>
      <p:pic>
        <p:nvPicPr>
          <p:cNvPr id="5" name="object 98"/>
          <p:cNvPicPr/>
          <p:nvPr/>
        </p:nvPicPr>
        <p:blipFill>
          <a:blip r:embed="rId15" cstate="print"/>
          <a:stretch>
            <a:fillRect/>
          </a:stretch>
        </p:blipFill>
        <p:spPr>
          <a:xfrm>
            <a:off x="4049648" y="4385149"/>
            <a:ext cx="141986" cy="214375"/>
          </a:xfrm>
          <a:prstGeom prst="rect">
            <a:avLst/>
          </a:prstGeom>
        </p:spPr>
      </p:pic>
      <p:pic>
        <p:nvPicPr>
          <p:cNvPr id="13" name="object 29"/>
          <p:cNvPicPr/>
          <p:nvPr/>
        </p:nvPicPr>
        <p:blipFill>
          <a:blip r:embed="rId16" cstate="print"/>
          <a:stretch>
            <a:fillRect/>
          </a:stretch>
        </p:blipFill>
        <p:spPr>
          <a:xfrm>
            <a:off x="1322831" y="3951571"/>
            <a:ext cx="332231" cy="382524"/>
          </a:xfrm>
          <a:prstGeom prst="rect">
            <a:avLst/>
          </a:prstGeom>
        </p:spPr>
      </p:pic>
      <p:pic>
        <p:nvPicPr>
          <p:cNvPr id="14" name="object 31"/>
          <p:cNvPicPr/>
          <p:nvPr/>
        </p:nvPicPr>
        <p:blipFill>
          <a:blip r:embed="rId17" cstate="print"/>
          <a:stretch>
            <a:fillRect/>
          </a:stretch>
        </p:blipFill>
        <p:spPr>
          <a:xfrm>
            <a:off x="1394459" y="4084159"/>
            <a:ext cx="199644" cy="149351"/>
          </a:xfrm>
          <a:prstGeom prst="rect">
            <a:avLst/>
          </a:prstGeom>
        </p:spPr>
      </p:pic>
      <p:pic>
        <p:nvPicPr>
          <p:cNvPr id="17" name="object 32"/>
          <p:cNvPicPr/>
          <p:nvPr/>
        </p:nvPicPr>
        <p:blipFill>
          <a:blip r:embed="rId16" cstate="print"/>
          <a:stretch>
            <a:fillRect/>
          </a:stretch>
        </p:blipFill>
        <p:spPr>
          <a:xfrm>
            <a:off x="2723387" y="3951571"/>
            <a:ext cx="333756" cy="382524"/>
          </a:xfrm>
          <a:prstGeom prst="rect">
            <a:avLst/>
          </a:prstGeom>
        </p:spPr>
      </p:pic>
      <p:pic>
        <p:nvPicPr>
          <p:cNvPr id="18" name="object 34"/>
          <p:cNvPicPr/>
          <p:nvPr/>
        </p:nvPicPr>
        <p:blipFill>
          <a:blip r:embed="rId18" cstate="print"/>
          <a:stretch>
            <a:fillRect/>
          </a:stretch>
        </p:blipFill>
        <p:spPr>
          <a:xfrm>
            <a:off x="2795016" y="4084159"/>
            <a:ext cx="205739" cy="149351"/>
          </a:xfrm>
          <a:prstGeom prst="rect">
            <a:avLst/>
          </a:prstGeom>
        </p:spPr>
      </p:pic>
      <p:pic>
        <p:nvPicPr>
          <p:cNvPr id="19" name="object 35"/>
          <p:cNvPicPr/>
          <p:nvPr/>
        </p:nvPicPr>
        <p:blipFill>
          <a:blip r:embed="rId19" cstate="print"/>
          <a:stretch>
            <a:fillRect/>
          </a:stretch>
        </p:blipFill>
        <p:spPr>
          <a:xfrm>
            <a:off x="4058411" y="3954620"/>
            <a:ext cx="333756" cy="381000"/>
          </a:xfrm>
          <a:prstGeom prst="rect">
            <a:avLst/>
          </a:prstGeom>
        </p:spPr>
      </p:pic>
      <p:pic>
        <p:nvPicPr>
          <p:cNvPr id="20" name="object 37"/>
          <p:cNvPicPr/>
          <p:nvPr/>
        </p:nvPicPr>
        <p:blipFill>
          <a:blip r:embed="rId20" cstate="print"/>
          <a:stretch>
            <a:fillRect/>
          </a:stretch>
        </p:blipFill>
        <p:spPr>
          <a:xfrm>
            <a:off x="4130040" y="4087207"/>
            <a:ext cx="207263" cy="152400"/>
          </a:xfrm>
          <a:prstGeom prst="rect">
            <a:avLst/>
          </a:prstGeom>
        </p:spPr>
      </p:pic>
      <p:pic>
        <p:nvPicPr>
          <p:cNvPr id="21" name="object 99"/>
          <p:cNvPicPr/>
          <p:nvPr/>
        </p:nvPicPr>
        <p:blipFill>
          <a:blip r:embed="rId21" cstate="print"/>
          <a:stretch>
            <a:fillRect/>
          </a:stretch>
        </p:blipFill>
        <p:spPr>
          <a:xfrm>
            <a:off x="5231084" y="3183635"/>
            <a:ext cx="986027" cy="231648"/>
          </a:xfrm>
          <a:prstGeom prst="rect">
            <a:avLst/>
          </a:prstGeom>
        </p:spPr>
      </p:pic>
      <p:pic>
        <p:nvPicPr>
          <p:cNvPr id="22" name="object 100"/>
          <p:cNvPicPr/>
          <p:nvPr/>
        </p:nvPicPr>
        <p:blipFill>
          <a:blip r:embed="rId22" cstate="print"/>
          <a:stretch>
            <a:fillRect/>
          </a:stretch>
        </p:blipFill>
        <p:spPr>
          <a:xfrm>
            <a:off x="6457904" y="3200400"/>
            <a:ext cx="4692396" cy="214884"/>
          </a:xfrm>
          <a:prstGeom prst="rect">
            <a:avLst/>
          </a:prstGeom>
        </p:spPr>
      </p:pic>
      <p:pic>
        <p:nvPicPr>
          <p:cNvPr id="6" name="object 8"/>
          <p:cNvPicPr/>
          <p:nvPr/>
        </p:nvPicPr>
        <p:blipFill>
          <a:blip r:embed="rId23" cstate="print"/>
          <a:stretch>
            <a:fillRect/>
          </a:stretch>
        </p:blipFill>
        <p:spPr>
          <a:xfrm>
            <a:off x="573023" y="3959191"/>
            <a:ext cx="332232" cy="382524"/>
          </a:xfrm>
          <a:prstGeom prst="rect">
            <a:avLst/>
          </a:prstGeom>
        </p:spPr>
      </p:pic>
      <p:pic>
        <p:nvPicPr>
          <p:cNvPr id="7" name="object 10"/>
          <p:cNvPicPr/>
          <p:nvPr/>
        </p:nvPicPr>
        <p:blipFill>
          <a:blip r:embed="rId24" cstate="print"/>
          <a:stretch>
            <a:fillRect/>
          </a:stretch>
        </p:blipFill>
        <p:spPr>
          <a:xfrm>
            <a:off x="637031" y="4065871"/>
            <a:ext cx="202692" cy="213360"/>
          </a:xfrm>
          <a:prstGeom prst="rect">
            <a:avLst/>
          </a:prstGeom>
        </p:spPr>
      </p:pic>
      <p:pic>
        <p:nvPicPr>
          <p:cNvPr id="8" name="object 12"/>
          <p:cNvPicPr/>
          <p:nvPr/>
        </p:nvPicPr>
        <p:blipFill>
          <a:blip r:embed="rId23" cstate="print"/>
          <a:stretch>
            <a:fillRect/>
          </a:stretch>
        </p:blipFill>
        <p:spPr>
          <a:xfrm>
            <a:off x="1970531" y="3950047"/>
            <a:ext cx="332231" cy="382524"/>
          </a:xfrm>
          <a:prstGeom prst="rect">
            <a:avLst/>
          </a:prstGeom>
        </p:spPr>
      </p:pic>
      <p:pic>
        <p:nvPicPr>
          <p:cNvPr id="9" name="object 14"/>
          <p:cNvPicPr/>
          <p:nvPr/>
        </p:nvPicPr>
        <p:blipFill>
          <a:blip r:embed="rId25" cstate="print"/>
          <a:stretch>
            <a:fillRect/>
          </a:stretch>
        </p:blipFill>
        <p:spPr>
          <a:xfrm>
            <a:off x="2036063" y="4056727"/>
            <a:ext cx="207263" cy="213360"/>
          </a:xfrm>
          <a:prstGeom prst="rect">
            <a:avLst/>
          </a:prstGeom>
        </p:spPr>
      </p:pic>
      <p:pic>
        <p:nvPicPr>
          <p:cNvPr id="10" name="object 15"/>
          <p:cNvPicPr/>
          <p:nvPr/>
        </p:nvPicPr>
        <p:blipFill>
          <a:blip r:embed="rId23" cstate="print"/>
          <a:stretch>
            <a:fillRect/>
          </a:stretch>
        </p:blipFill>
        <p:spPr>
          <a:xfrm>
            <a:off x="3305556" y="3950047"/>
            <a:ext cx="333755" cy="382524"/>
          </a:xfrm>
          <a:prstGeom prst="rect">
            <a:avLst/>
          </a:prstGeom>
        </p:spPr>
      </p:pic>
      <p:pic>
        <p:nvPicPr>
          <p:cNvPr id="11" name="object 17"/>
          <p:cNvPicPr/>
          <p:nvPr/>
        </p:nvPicPr>
        <p:blipFill>
          <a:blip r:embed="rId26" cstate="print"/>
          <a:stretch>
            <a:fillRect/>
          </a:stretch>
        </p:blipFill>
        <p:spPr>
          <a:xfrm>
            <a:off x="3371087" y="4056727"/>
            <a:ext cx="208787" cy="216407"/>
          </a:xfrm>
          <a:prstGeom prst="rect">
            <a:avLst/>
          </a:prstGeom>
        </p:spPr>
      </p:pic>
      <p:pic>
        <p:nvPicPr>
          <p:cNvPr id="12" name="object 11"/>
          <p:cNvPicPr/>
          <p:nvPr/>
        </p:nvPicPr>
        <p:blipFill>
          <a:blip r:embed="rId27" cstate="print"/>
          <a:stretch>
            <a:fillRect/>
          </a:stretch>
        </p:blipFill>
        <p:spPr>
          <a:xfrm>
            <a:off x="796455" y="4386673"/>
            <a:ext cx="111302" cy="215137"/>
          </a:xfrm>
          <a:prstGeom prst="rect">
            <a:avLst/>
          </a:prstGeom>
        </p:spPr>
      </p:pic>
      <p:pic>
        <p:nvPicPr>
          <p:cNvPr id="15" name="object 89"/>
          <p:cNvPicPr/>
          <p:nvPr/>
        </p:nvPicPr>
        <p:blipFill>
          <a:blip r:embed="rId28" cstate="print"/>
          <a:stretch>
            <a:fillRect/>
          </a:stretch>
        </p:blipFill>
        <p:spPr>
          <a:xfrm>
            <a:off x="2196973" y="4400390"/>
            <a:ext cx="111378" cy="215137"/>
          </a:xfrm>
          <a:prstGeom prst="rect">
            <a:avLst/>
          </a:prstGeom>
        </p:spPr>
      </p:pic>
      <p:pic>
        <p:nvPicPr>
          <p:cNvPr id="16" name="object 94"/>
          <p:cNvPicPr/>
          <p:nvPr/>
        </p:nvPicPr>
        <p:blipFill>
          <a:blip r:embed="rId29" cstate="print"/>
          <a:stretch>
            <a:fillRect/>
          </a:stretch>
        </p:blipFill>
        <p:spPr>
          <a:xfrm>
            <a:off x="3536569" y="4386673"/>
            <a:ext cx="111378" cy="215137"/>
          </a:xfrm>
          <a:prstGeom prst="rect">
            <a:avLst/>
          </a:prstGeom>
        </p:spPr>
      </p:pic>
      <p:pic>
        <p:nvPicPr>
          <p:cNvPr id="23" name="object 90"/>
          <p:cNvPicPr/>
          <p:nvPr/>
        </p:nvPicPr>
        <p:blipFill>
          <a:blip r:embed="rId30" cstate="print"/>
          <a:stretch>
            <a:fillRect/>
          </a:stretch>
        </p:blipFill>
        <p:spPr>
          <a:xfrm>
            <a:off x="5231084" y="3498113"/>
            <a:ext cx="2749296" cy="230124"/>
          </a:xfrm>
          <a:prstGeom prst="rect">
            <a:avLst/>
          </a:prstGeom>
        </p:spPr>
      </p:pic>
      <p:pic>
        <p:nvPicPr>
          <p:cNvPr id="24" name="object 92"/>
          <p:cNvPicPr/>
          <p:nvPr/>
        </p:nvPicPr>
        <p:blipFill>
          <a:blip r:embed="rId31" cstate="print"/>
          <a:stretch>
            <a:fillRect/>
          </a:stretch>
        </p:blipFill>
        <p:spPr>
          <a:xfrm>
            <a:off x="8413196" y="3476778"/>
            <a:ext cx="1520952" cy="207264"/>
          </a:xfrm>
          <a:prstGeom prst="rect">
            <a:avLst/>
          </a:prstGeom>
        </p:spPr>
      </p:pic>
      <p:pic>
        <p:nvPicPr>
          <p:cNvPr id="25" name="object 18"/>
          <p:cNvPicPr/>
          <p:nvPr/>
        </p:nvPicPr>
        <p:blipFill>
          <a:blip r:embed="rId32" cstate="print"/>
          <a:stretch>
            <a:fillRect/>
          </a:stretch>
        </p:blipFill>
        <p:spPr>
          <a:xfrm>
            <a:off x="944879" y="3950047"/>
            <a:ext cx="332231" cy="382524"/>
          </a:xfrm>
          <a:prstGeom prst="rect">
            <a:avLst/>
          </a:prstGeom>
        </p:spPr>
      </p:pic>
      <p:pic>
        <p:nvPicPr>
          <p:cNvPr id="26" name="object 20"/>
          <p:cNvPicPr/>
          <p:nvPr/>
        </p:nvPicPr>
        <p:blipFill>
          <a:blip r:embed="rId33" cstate="print"/>
          <a:stretch>
            <a:fillRect/>
          </a:stretch>
        </p:blipFill>
        <p:spPr>
          <a:xfrm>
            <a:off x="1045463" y="4082635"/>
            <a:ext cx="187452" cy="160019"/>
          </a:xfrm>
          <a:prstGeom prst="rect">
            <a:avLst/>
          </a:prstGeom>
        </p:spPr>
      </p:pic>
      <p:pic>
        <p:nvPicPr>
          <p:cNvPr id="27" name="object 23"/>
          <p:cNvPicPr/>
          <p:nvPr/>
        </p:nvPicPr>
        <p:blipFill>
          <a:blip r:embed="rId34" cstate="print"/>
          <a:stretch>
            <a:fillRect/>
          </a:stretch>
        </p:blipFill>
        <p:spPr>
          <a:xfrm>
            <a:off x="2342387" y="3953095"/>
            <a:ext cx="333756" cy="381000"/>
          </a:xfrm>
          <a:prstGeom prst="rect">
            <a:avLst/>
          </a:prstGeom>
        </p:spPr>
      </p:pic>
      <p:pic>
        <p:nvPicPr>
          <p:cNvPr id="28" name="object 25"/>
          <p:cNvPicPr/>
          <p:nvPr/>
        </p:nvPicPr>
        <p:blipFill>
          <a:blip r:embed="rId35" cstate="print"/>
          <a:stretch>
            <a:fillRect/>
          </a:stretch>
        </p:blipFill>
        <p:spPr>
          <a:xfrm>
            <a:off x="2444495" y="4084159"/>
            <a:ext cx="193548" cy="160019"/>
          </a:xfrm>
          <a:prstGeom prst="rect">
            <a:avLst/>
          </a:prstGeom>
        </p:spPr>
      </p:pic>
      <p:pic>
        <p:nvPicPr>
          <p:cNvPr id="29" name="object 26"/>
          <p:cNvPicPr/>
          <p:nvPr/>
        </p:nvPicPr>
        <p:blipFill>
          <a:blip r:embed="rId32" cstate="print"/>
          <a:stretch>
            <a:fillRect/>
          </a:stretch>
        </p:blipFill>
        <p:spPr>
          <a:xfrm>
            <a:off x="3678935" y="3954620"/>
            <a:ext cx="332232" cy="382524"/>
          </a:xfrm>
          <a:prstGeom prst="rect">
            <a:avLst/>
          </a:prstGeom>
        </p:spPr>
      </p:pic>
      <p:pic>
        <p:nvPicPr>
          <p:cNvPr id="30" name="object 28"/>
          <p:cNvPicPr/>
          <p:nvPr/>
        </p:nvPicPr>
        <p:blipFill>
          <a:blip r:embed="rId36" cstate="print"/>
          <a:stretch>
            <a:fillRect/>
          </a:stretch>
        </p:blipFill>
        <p:spPr>
          <a:xfrm>
            <a:off x="3779519" y="4085683"/>
            <a:ext cx="195072" cy="160019"/>
          </a:xfrm>
          <a:prstGeom prst="rect">
            <a:avLst/>
          </a:prstGeom>
        </p:spPr>
      </p:pic>
      <p:pic>
        <p:nvPicPr>
          <p:cNvPr id="31" name="object 22"/>
          <p:cNvPicPr/>
          <p:nvPr/>
        </p:nvPicPr>
        <p:blipFill>
          <a:blip r:embed="rId37" cstate="print"/>
          <a:stretch>
            <a:fillRect/>
          </a:stretch>
        </p:blipFill>
        <p:spPr>
          <a:xfrm>
            <a:off x="1071867" y="4388197"/>
            <a:ext cx="76161" cy="213614"/>
          </a:xfrm>
          <a:prstGeom prst="rect">
            <a:avLst/>
          </a:prstGeom>
        </p:spPr>
      </p:pic>
      <p:pic>
        <p:nvPicPr>
          <p:cNvPr id="32" name="object 95"/>
          <p:cNvPicPr/>
          <p:nvPr/>
        </p:nvPicPr>
        <p:blipFill>
          <a:blip r:embed="rId38" cstate="print"/>
          <a:stretch>
            <a:fillRect/>
          </a:stretch>
        </p:blipFill>
        <p:spPr>
          <a:xfrm>
            <a:off x="2469388" y="4389722"/>
            <a:ext cx="76200" cy="213614"/>
          </a:xfrm>
          <a:prstGeom prst="rect">
            <a:avLst/>
          </a:prstGeom>
        </p:spPr>
      </p:pic>
      <p:pic>
        <p:nvPicPr>
          <p:cNvPr id="33" name="object 96"/>
          <p:cNvPicPr/>
          <p:nvPr/>
        </p:nvPicPr>
        <p:blipFill>
          <a:blip r:embed="rId38" cstate="print"/>
          <a:stretch>
            <a:fillRect/>
          </a:stretch>
        </p:blipFill>
        <p:spPr>
          <a:xfrm>
            <a:off x="3805935" y="4392770"/>
            <a:ext cx="76200" cy="213613"/>
          </a:xfrm>
          <a:prstGeom prst="rect">
            <a:avLst/>
          </a:prstGeom>
        </p:spPr>
      </p:pic>
      <p:pic>
        <p:nvPicPr>
          <p:cNvPr id="34" name="object 91"/>
          <p:cNvPicPr/>
          <p:nvPr/>
        </p:nvPicPr>
        <p:blipFill>
          <a:blip r:embed="rId39" cstate="print"/>
          <a:stretch>
            <a:fillRect/>
          </a:stretch>
        </p:blipFill>
        <p:spPr>
          <a:xfrm>
            <a:off x="5231083" y="3801422"/>
            <a:ext cx="966215" cy="230124"/>
          </a:xfrm>
          <a:prstGeom prst="rect">
            <a:avLst/>
          </a:prstGeom>
        </p:spPr>
      </p:pic>
      <p:pic>
        <p:nvPicPr>
          <p:cNvPr id="35" name="object 93"/>
          <p:cNvPicPr/>
          <p:nvPr/>
        </p:nvPicPr>
        <p:blipFill>
          <a:blip r:embed="rId40" cstate="print"/>
          <a:stretch>
            <a:fillRect/>
          </a:stretch>
        </p:blipFill>
        <p:spPr>
          <a:xfrm>
            <a:off x="8413195" y="3792278"/>
            <a:ext cx="1490472" cy="22555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325" y="258763"/>
            <a:ext cx="11307763" cy="676210"/>
          </a:xfrm>
        </p:spPr>
        <p:txBody>
          <a:bodyPr/>
          <a:lstStyle/>
          <a:p>
            <a:r>
              <a:rPr lang="en-US" dirty="0"/>
              <a:t>Self-Attention</a:t>
            </a:r>
            <a:endParaRPr lang="en-IN" dirty="0"/>
          </a:p>
        </p:txBody>
      </p:sp>
      <p:pic>
        <p:nvPicPr>
          <p:cNvPr id="65" name="object 64"/>
          <p:cNvPicPr/>
          <p:nvPr/>
        </p:nvPicPr>
        <p:blipFill>
          <a:blip r:embed="rId1" cstate="print"/>
          <a:stretch>
            <a:fillRect/>
          </a:stretch>
        </p:blipFill>
        <p:spPr>
          <a:xfrm>
            <a:off x="1024127" y="5917531"/>
            <a:ext cx="222503" cy="149351"/>
          </a:xfrm>
          <a:prstGeom prst="rect">
            <a:avLst/>
          </a:prstGeom>
        </p:spPr>
      </p:pic>
      <p:pic>
        <p:nvPicPr>
          <p:cNvPr id="66" name="object 65"/>
          <p:cNvPicPr/>
          <p:nvPr/>
        </p:nvPicPr>
        <p:blipFill>
          <a:blip r:embed="rId2" cstate="print"/>
          <a:stretch>
            <a:fillRect/>
          </a:stretch>
        </p:blipFill>
        <p:spPr>
          <a:xfrm>
            <a:off x="2414016" y="5917531"/>
            <a:ext cx="227075" cy="149351"/>
          </a:xfrm>
          <a:prstGeom prst="rect">
            <a:avLst/>
          </a:prstGeom>
        </p:spPr>
      </p:pic>
      <p:pic>
        <p:nvPicPr>
          <p:cNvPr id="67" name="object 66"/>
          <p:cNvPicPr/>
          <p:nvPr/>
        </p:nvPicPr>
        <p:blipFill>
          <a:blip r:embed="rId3" cstate="print"/>
          <a:stretch>
            <a:fillRect/>
          </a:stretch>
        </p:blipFill>
        <p:spPr>
          <a:xfrm>
            <a:off x="3768852" y="5917531"/>
            <a:ext cx="230124" cy="152400"/>
          </a:xfrm>
          <a:prstGeom prst="rect">
            <a:avLst/>
          </a:prstGeom>
        </p:spPr>
      </p:pic>
      <p:grpSp>
        <p:nvGrpSpPr>
          <p:cNvPr id="68" name="object 67"/>
          <p:cNvGrpSpPr/>
          <p:nvPr/>
        </p:nvGrpSpPr>
        <p:grpSpPr>
          <a:xfrm>
            <a:off x="897508" y="4669248"/>
            <a:ext cx="427355" cy="821690"/>
            <a:chOff x="897508" y="5210428"/>
            <a:chExt cx="427355" cy="821690"/>
          </a:xfrm>
        </p:grpSpPr>
        <p:pic>
          <p:nvPicPr>
            <p:cNvPr id="69" name="object 68"/>
            <p:cNvPicPr/>
            <p:nvPr/>
          </p:nvPicPr>
          <p:blipFill>
            <a:blip r:embed="rId4" cstate="print"/>
            <a:stretch>
              <a:fillRect/>
            </a:stretch>
          </p:blipFill>
          <p:spPr>
            <a:xfrm>
              <a:off x="900683" y="5213603"/>
              <a:ext cx="420623" cy="815340"/>
            </a:xfrm>
            <a:prstGeom prst="rect">
              <a:avLst/>
            </a:prstGeom>
          </p:spPr>
        </p:pic>
        <p:sp>
          <p:nvSpPr>
            <p:cNvPr id="70" name="object 69"/>
            <p:cNvSpPr/>
            <p:nvPr/>
          </p:nvSpPr>
          <p:spPr>
            <a:xfrm>
              <a:off x="900683" y="5213603"/>
              <a:ext cx="421005" cy="815340"/>
            </a:xfrm>
            <a:custGeom>
              <a:avLst/>
              <a:gdLst/>
              <a:ahLst/>
              <a:cxnLst/>
              <a:rect l="l" t="t" r="r" b="b"/>
              <a:pathLst>
                <a:path w="421005" h="815339">
                  <a:moveTo>
                    <a:pt x="0" y="815340"/>
                  </a:moveTo>
                  <a:lnTo>
                    <a:pt x="420623" y="815340"/>
                  </a:lnTo>
                  <a:lnTo>
                    <a:pt x="420623" y="0"/>
                  </a:lnTo>
                  <a:lnTo>
                    <a:pt x="0" y="0"/>
                  </a:lnTo>
                  <a:lnTo>
                    <a:pt x="0" y="815340"/>
                  </a:lnTo>
                  <a:close/>
                </a:path>
              </a:pathLst>
            </a:custGeom>
            <a:ln w="6350">
              <a:solidFill>
                <a:srgbClr val="6FAC46"/>
              </a:solidFill>
            </a:ln>
          </p:spPr>
          <p:txBody>
            <a:bodyPr wrap="square" lIns="0" tIns="0" rIns="0" bIns="0" rtlCol="0"/>
            <a:lstStyle/>
            <a:p/>
          </p:txBody>
        </p:sp>
        <p:pic>
          <p:nvPicPr>
            <p:cNvPr id="71" name="object 70"/>
            <p:cNvPicPr/>
            <p:nvPr/>
          </p:nvPicPr>
          <p:blipFill>
            <a:blip r:embed="rId5" cstate="print"/>
            <a:stretch>
              <a:fillRect/>
            </a:stretch>
          </p:blipFill>
          <p:spPr>
            <a:xfrm>
              <a:off x="1016507" y="5507735"/>
              <a:ext cx="216408" cy="213359"/>
            </a:xfrm>
            <a:prstGeom prst="rect">
              <a:avLst/>
            </a:prstGeom>
          </p:spPr>
        </p:pic>
      </p:grpSp>
      <p:pic>
        <p:nvPicPr>
          <p:cNvPr id="72" name="object 71"/>
          <p:cNvPicPr/>
          <p:nvPr/>
        </p:nvPicPr>
        <p:blipFill>
          <a:blip r:embed="rId6" cstate="print"/>
          <a:stretch>
            <a:fillRect/>
          </a:stretch>
        </p:blipFill>
        <p:spPr>
          <a:xfrm>
            <a:off x="1082802" y="5578441"/>
            <a:ext cx="76200" cy="233045"/>
          </a:xfrm>
          <a:prstGeom prst="rect">
            <a:avLst/>
          </a:prstGeom>
        </p:spPr>
      </p:pic>
      <p:pic>
        <p:nvPicPr>
          <p:cNvPr id="73" name="object 72"/>
          <p:cNvPicPr/>
          <p:nvPr/>
        </p:nvPicPr>
        <p:blipFill>
          <a:blip r:embed="rId6" cstate="print"/>
          <a:stretch>
            <a:fillRect/>
          </a:stretch>
        </p:blipFill>
        <p:spPr>
          <a:xfrm>
            <a:off x="2472689" y="5578441"/>
            <a:ext cx="76200" cy="233045"/>
          </a:xfrm>
          <a:prstGeom prst="rect">
            <a:avLst/>
          </a:prstGeom>
        </p:spPr>
      </p:pic>
      <p:grpSp>
        <p:nvGrpSpPr>
          <p:cNvPr id="74" name="object 73"/>
          <p:cNvGrpSpPr/>
          <p:nvPr/>
        </p:nvGrpSpPr>
        <p:grpSpPr>
          <a:xfrm>
            <a:off x="2296541" y="4669248"/>
            <a:ext cx="425450" cy="821690"/>
            <a:chOff x="2296541" y="5210428"/>
            <a:chExt cx="425450" cy="821690"/>
          </a:xfrm>
        </p:grpSpPr>
        <p:pic>
          <p:nvPicPr>
            <p:cNvPr id="75" name="object 74"/>
            <p:cNvPicPr/>
            <p:nvPr/>
          </p:nvPicPr>
          <p:blipFill>
            <a:blip r:embed="rId4" cstate="print"/>
            <a:stretch>
              <a:fillRect/>
            </a:stretch>
          </p:blipFill>
          <p:spPr>
            <a:xfrm>
              <a:off x="2299716" y="5213603"/>
              <a:ext cx="419100" cy="815340"/>
            </a:xfrm>
            <a:prstGeom prst="rect">
              <a:avLst/>
            </a:prstGeom>
          </p:spPr>
        </p:pic>
        <p:sp>
          <p:nvSpPr>
            <p:cNvPr id="76" name="object 75"/>
            <p:cNvSpPr/>
            <p:nvPr/>
          </p:nvSpPr>
          <p:spPr>
            <a:xfrm>
              <a:off x="2299716" y="5213603"/>
              <a:ext cx="419100" cy="815340"/>
            </a:xfrm>
            <a:custGeom>
              <a:avLst/>
              <a:gdLst/>
              <a:ahLst/>
              <a:cxnLst/>
              <a:rect l="l" t="t" r="r" b="b"/>
              <a:pathLst>
                <a:path w="419100" h="815339">
                  <a:moveTo>
                    <a:pt x="0" y="815340"/>
                  </a:moveTo>
                  <a:lnTo>
                    <a:pt x="419100" y="815340"/>
                  </a:lnTo>
                  <a:lnTo>
                    <a:pt x="419100" y="0"/>
                  </a:lnTo>
                  <a:lnTo>
                    <a:pt x="0" y="0"/>
                  </a:lnTo>
                  <a:lnTo>
                    <a:pt x="0" y="815340"/>
                  </a:lnTo>
                  <a:close/>
                </a:path>
              </a:pathLst>
            </a:custGeom>
            <a:ln w="6350">
              <a:solidFill>
                <a:srgbClr val="6FAC46"/>
              </a:solidFill>
            </a:ln>
          </p:spPr>
          <p:txBody>
            <a:bodyPr wrap="square" lIns="0" tIns="0" rIns="0" bIns="0" rtlCol="0"/>
            <a:lstStyle/>
            <a:p/>
          </p:txBody>
        </p:sp>
        <p:pic>
          <p:nvPicPr>
            <p:cNvPr id="77" name="object 76"/>
            <p:cNvPicPr/>
            <p:nvPr/>
          </p:nvPicPr>
          <p:blipFill>
            <a:blip r:embed="rId7" cstate="print"/>
            <a:stretch>
              <a:fillRect/>
            </a:stretch>
          </p:blipFill>
          <p:spPr>
            <a:xfrm>
              <a:off x="2406396" y="5507735"/>
              <a:ext cx="220980" cy="213359"/>
            </a:xfrm>
            <a:prstGeom prst="rect">
              <a:avLst/>
            </a:prstGeom>
          </p:spPr>
        </p:pic>
      </p:grpSp>
      <p:pic>
        <p:nvPicPr>
          <p:cNvPr id="78" name="object 77"/>
          <p:cNvPicPr/>
          <p:nvPr/>
        </p:nvPicPr>
        <p:blipFill>
          <a:blip r:embed="rId6" cstate="print"/>
          <a:stretch>
            <a:fillRect/>
          </a:stretch>
        </p:blipFill>
        <p:spPr>
          <a:xfrm>
            <a:off x="3815334" y="5575393"/>
            <a:ext cx="76200" cy="233045"/>
          </a:xfrm>
          <a:prstGeom prst="rect">
            <a:avLst/>
          </a:prstGeom>
        </p:spPr>
      </p:pic>
      <p:grpSp>
        <p:nvGrpSpPr>
          <p:cNvPr id="79" name="object 78"/>
          <p:cNvGrpSpPr/>
          <p:nvPr/>
        </p:nvGrpSpPr>
        <p:grpSpPr>
          <a:xfrm>
            <a:off x="3636136" y="4663153"/>
            <a:ext cx="425450" cy="820419"/>
            <a:chOff x="3636136" y="5204333"/>
            <a:chExt cx="425450" cy="820419"/>
          </a:xfrm>
        </p:grpSpPr>
        <p:pic>
          <p:nvPicPr>
            <p:cNvPr id="80" name="object 79"/>
            <p:cNvPicPr/>
            <p:nvPr/>
          </p:nvPicPr>
          <p:blipFill>
            <a:blip r:embed="rId8" cstate="print"/>
            <a:stretch>
              <a:fillRect/>
            </a:stretch>
          </p:blipFill>
          <p:spPr>
            <a:xfrm>
              <a:off x="3639311" y="5207508"/>
              <a:ext cx="419100" cy="813815"/>
            </a:xfrm>
            <a:prstGeom prst="rect">
              <a:avLst/>
            </a:prstGeom>
          </p:spPr>
        </p:pic>
        <p:sp>
          <p:nvSpPr>
            <p:cNvPr id="81" name="object 80"/>
            <p:cNvSpPr/>
            <p:nvPr/>
          </p:nvSpPr>
          <p:spPr>
            <a:xfrm>
              <a:off x="3639311" y="5207508"/>
              <a:ext cx="419100" cy="814069"/>
            </a:xfrm>
            <a:custGeom>
              <a:avLst/>
              <a:gdLst/>
              <a:ahLst/>
              <a:cxnLst/>
              <a:rect l="l" t="t" r="r" b="b"/>
              <a:pathLst>
                <a:path w="419100" h="814070">
                  <a:moveTo>
                    <a:pt x="0" y="813815"/>
                  </a:moveTo>
                  <a:lnTo>
                    <a:pt x="419100" y="813815"/>
                  </a:lnTo>
                  <a:lnTo>
                    <a:pt x="419100" y="0"/>
                  </a:lnTo>
                  <a:lnTo>
                    <a:pt x="0" y="0"/>
                  </a:lnTo>
                  <a:lnTo>
                    <a:pt x="0" y="813815"/>
                  </a:lnTo>
                  <a:close/>
                </a:path>
              </a:pathLst>
            </a:custGeom>
            <a:ln w="6350">
              <a:solidFill>
                <a:srgbClr val="6FAC46"/>
              </a:solidFill>
            </a:ln>
          </p:spPr>
          <p:txBody>
            <a:bodyPr wrap="square" lIns="0" tIns="0" rIns="0" bIns="0" rtlCol="0"/>
            <a:lstStyle/>
            <a:p/>
          </p:txBody>
        </p:sp>
        <p:pic>
          <p:nvPicPr>
            <p:cNvPr id="82" name="object 81"/>
            <p:cNvPicPr/>
            <p:nvPr/>
          </p:nvPicPr>
          <p:blipFill>
            <a:blip r:embed="rId9" cstate="print"/>
            <a:stretch>
              <a:fillRect/>
            </a:stretch>
          </p:blipFill>
          <p:spPr>
            <a:xfrm>
              <a:off x="3749039" y="5506212"/>
              <a:ext cx="222503" cy="216407"/>
            </a:xfrm>
            <a:prstGeom prst="rect">
              <a:avLst/>
            </a:prstGeom>
          </p:spPr>
        </p:pic>
      </p:grpSp>
      <p:pic>
        <p:nvPicPr>
          <p:cNvPr id="93" name="object 82"/>
          <p:cNvPicPr/>
          <p:nvPr/>
        </p:nvPicPr>
        <p:blipFill>
          <a:blip r:embed="rId10" cstate="print"/>
          <a:stretch>
            <a:fillRect/>
          </a:stretch>
        </p:blipFill>
        <p:spPr>
          <a:xfrm>
            <a:off x="5234648" y="4170904"/>
            <a:ext cx="3225418" cy="182880"/>
          </a:xfrm>
          <a:prstGeom prst="rect">
            <a:avLst/>
          </a:prstGeom>
        </p:spPr>
      </p:pic>
      <p:pic>
        <p:nvPicPr>
          <p:cNvPr id="94" name="object 83"/>
          <p:cNvPicPr/>
          <p:nvPr/>
        </p:nvPicPr>
        <p:blipFill>
          <a:blip r:embed="rId11" cstate="print"/>
          <a:stretch>
            <a:fillRect/>
          </a:stretch>
        </p:blipFill>
        <p:spPr>
          <a:xfrm>
            <a:off x="5232236" y="4513804"/>
            <a:ext cx="2607564" cy="227075"/>
          </a:xfrm>
          <a:prstGeom prst="rect">
            <a:avLst/>
          </a:prstGeom>
        </p:spPr>
      </p:pic>
      <p:grpSp>
        <p:nvGrpSpPr>
          <p:cNvPr id="95" name="object 84"/>
          <p:cNvGrpSpPr/>
          <p:nvPr/>
        </p:nvGrpSpPr>
        <p:grpSpPr>
          <a:xfrm>
            <a:off x="5416640" y="4899377"/>
            <a:ext cx="1811020" cy="434340"/>
            <a:chOff x="5323332" y="5141976"/>
            <a:chExt cx="1811020" cy="434340"/>
          </a:xfrm>
        </p:grpSpPr>
        <p:pic>
          <p:nvPicPr>
            <p:cNvPr id="96" name="object 85"/>
            <p:cNvPicPr/>
            <p:nvPr/>
          </p:nvPicPr>
          <p:blipFill>
            <a:blip r:embed="rId12" cstate="print"/>
            <a:stretch>
              <a:fillRect/>
            </a:stretch>
          </p:blipFill>
          <p:spPr>
            <a:xfrm>
              <a:off x="5323332" y="5141976"/>
              <a:ext cx="1810512" cy="252984"/>
            </a:xfrm>
            <a:prstGeom prst="rect">
              <a:avLst/>
            </a:prstGeom>
          </p:spPr>
        </p:pic>
        <p:pic>
          <p:nvPicPr>
            <p:cNvPr id="97" name="object 86"/>
            <p:cNvPicPr/>
            <p:nvPr/>
          </p:nvPicPr>
          <p:blipFill>
            <a:blip r:embed="rId13" cstate="print"/>
            <a:stretch>
              <a:fillRect/>
            </a:stretch>
          </p:blipFill>
          <p:spPr>
            <a:xfrm>
              <a:off x="6319266" y="5385054"/>
              <a:ext cx="196723" cy="191008"/>
            </a:xfrm>
            <a:prstGeom prst="rect">
              <a:avLst/>
            </a:prstGeom>
          </p:spPr>
        </p:pic>
      </p:grpSp>
      <p:pic>
        <p:nvPicPr>
          <p:cNvPr id="98" name="object 87"/>
          <p:cNvPicPr/>
          <p:nvPr/>
        </p:nvPicPr>
        <p:blipFill>
          <a:blip r:embed="rId14" cstate="print"/>
          <a:stretch>
            <a:fillRect/>
          </a:stretch>
        </p:blipFill>
        <p:spPr>
          <a:xfrm>
            <a:off x="5234394" y="5668997"/>
            <a:ext cx="3615816" cy="252984"/>
          </a:xfrm>
          <a:prstGeom prst="rect">
            <a:avLst/>
          </a:prstGeom>
        </p:spPr>
      </p:pic>
      <p:sp>
        <p:nvSpPr>
          <p:cNvPr id="99" name="object 88"/>
          <p:cNvSpPr txBox="1"/>
          <p:nvPr/>
        </p:nvSpPr>
        <p:spPr>
          <a:xfrm>
            <a:off x="6637110" y="5231710"/>
            <a:ext cx="2296795"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Calibri" panose="020F0502020204030204"/>
                <a:cs typeface="Calibri" panose="020F0502020204030204"/>
              </a:rPr>
              <a:t>shared</a:t>
            </a:r>
            <a:r>
              <a:rPr sz="1400" spc="-40" dirty="0">
                <a:latin typeface="Calibri" panose="020F0502020204030204"/>
                <a:cs typeface="Calibri" panose="020F0502020204030204"/>
              </a:rPr>
              <a:t> </a:t>
            </a:r>
            <a:r>
              <a:rPr sz="1400" spc="-10" dirty="0">
                <a:latin typeface="Calibri" panose="020F0502020204030204"/>
                <a:cs typeface="Calibri" panose="020F0502020204030204"/>
              </a:rPr>
              <a:t>weights</a:t>
            </a:r>
            <a:r>
              <a:rPr sz="1400" spc="-25" dirty="0">
                <a:latin typeface="Calibri" panose="020F0502020204030204"/>
                <a:cs typeface="Calibri" panose="020F0502020204030204"/>
              </a:rPr>
              <a:t> </a:t>
            </a:r>
            <a:r>
              <a:rPr sz="1400" dirty="0">
                <a:latin typeface="Calibri" panose="020F0502020204030204"/>
                <a:cs typeface="Calibri" panose="020F0502020204030204"/>
              </a:rPr>
              <a:t>at</a:t>
            </a:r>
            <a:r>
              <a:rPr sz="1400" spc="-30" dirty="0">
                <a:latin typeface="Calibri" panose="020F0502020204030204"/>
                <a:cs typeface="Calibri" panose="020F0502020204030204"/>
              </a:rPr>
              <a:t> </a:t>
            </a:r>
            <a:r>
              <a:rPr sz="1400" dirty="0">
                <a:latin typeface="Calibri" panose="020F0502020204030204"/>
                <a:cs typeface="Calibri" panose="020F0502020204030204"/>
              </a:rPr>
              <a:t>all</a:t>
            </a:r>
            <a:r>
              <a:rPr sz="1400" spc="-30" dirty="0">
                <a:latin typeface="Calibri" panose="020F0502020204030204"/>
                <a:cs typeface="Calibri" panose="020F0502020204030204"/>
              </a:rPr>
              <a:t> </a:t>
            </a:r>
            <a:r>
              <a:rPr sz="1400" dirty="0">
                <a:latin typeface="Calibri" panose="020F0502020204030204"/>
                <a:cs typeface="Calibri" panose="020F0502020204030204"/>
              </a:rPr>
              <a:t>time</a:t>
            </a:r>
            <a:r>
              <a:rPr sz="1400" spc="-30" dirty="0">
                <a:latin typeface="Calibri" panose="020F0502020204030204"/>
                <a:cs typeface="Calibri" panose="020F0502020204030204"/>
              </a:rPr>
              <a:t> </a:t>
            </a:r>
            <a:r>
              <a:rPr sz="1400" spc="-20" dirty="0">
                <a:latin typeface="Calibri" panose="020F0502020204030204"/>
                <a:cs typeface="Calibri" panose="020F0502020204030204"/>
              </a:rPr>
              <a:t>steps</a:t>
            </a:r>
            <a:endParaRPr sz="1400">
              <a:latin typeface="Calibri" panose="020F0502020204030204"/>
              <a:cs typeface="Calibri" panose="020F0502020204030204"/>
            </a:endParaRPr>
          </a:p>
        </p:txBody>
      </p:sp>
      <p:pic>
        <p:nvPicPr>
          <p:cNvPr id="3" name="object 21"/>
          <p:cNvPicPr/>
          <p:nvPr/>
        </p:nvPicPr>
        <p:blipFill>
          <a:blip r:embed="rId15" cstate="print"/>
          <a:stretch>
            <a:fillRect/>
          </a:stretch>
        </p:blipFill>
        <p:spPr>
          <a:xfrm>
            <a:off x="1314068" y="4383625"/>
            <a:ext cx="141986" cy="214375"/>
          </a:xfrm>
          <a:prstGeom prst="rect">
            <a:avLst/>
          </a:prstGeom>
        </p:spPr>
      </p:pic>
      <p:pic>
        <p:nvPicPr>
          <p:cNvPr id="4" name="object 97"/>
          <p:cNvPicPr/>
          <p:nvPr/>
        </p:nvPicPr>
        <p:blipFill>
          <a:blip r:embed="rId15" cstate="print"/>
          <a:stretch>
            <a:fillRect/>
          </a:stretch>
        </p:blipFill>
        <p:spPr>
          <a:xfrm>
            <a:off x="2714625" y="4383625"/>
            <a:ext cx="141986" cy="214375"/>
          </a:xfrm>
          <a:prstGeom prst="rect">
            <a:avLst/>
          </a:prstGeom>
        </p:spPr>
      </p:pic>
      <p:pic>
        <p:nvPicPr>
          <p:cNvPr id="5" name="object 98"/>
          <p:cNvPicPr/>
          <p:nvPr/>
        </p:nvPicPr>
        <p:blipFill>
          <a:blip r:embed="rId15" cstate="print"/>
          <a:stretch>
            <a:fillRect/>
          </a:stretch>
        </p:blipFill>
        <p:spPr>
          <a:xfrm>
            <a:off x="4049648" y="4385149"/>
            <a:ext cx="141986" cy="214375"/>
          </a:xfrm>
          <a:prstGeom prst="rect">
            <a:avLst/>
          </a:prstGeom>
        </p:spPr>
      </p:pic>
      <p:pic>
        <p:nvPicPr>
          <p:cNvPr id="13" name="object 29"/>
          <p:cNvPicPr/>
          <p:nvPr/>
        </p:nvPicPr>
        <p:blipFill>
          <a:blip r:embed="rId16" cstate="print"/>
          <a:stretch>
            <a:fillRect/>
          </a:stretch>
        </p:blipFill>
        <p:spPr>
          <a:xfrm>
            <a:off x="1322831" y="3951571"/>
            <a:ext cx="332231" cy="382524"/>
          </a:xfrm>
          <a:prstGeom prst="rect">
            <a:avLst/>
          </a:prstGeom>
        </p:spPr>
      </p:pic>
      <p:pic>
        <p:nvPicPr>
          <p:cNvPr id="14" name="object 31"/>
          <p:cNvPicPr/>
          <p:nvPr/>
        </p:nvPicPr>
        <p:blipFill>
          <a:blip r:embed="rId17" cstate="print"/>
          <a:stretch>
            <a:fillRect/>
          </a:stretch>
        </p:blipFill>
        <p:spPr>
          <a:xfrm>
            <a:off x="1394459" y="4084159"/>
            <a:ext cx="199644" cy="149351"/>
          </a:xfrm>
          <a:prstGeom prst="rect">
            <a:avLst/>
          </a:prstGeom>
        </p:spPr>
      </p:pic>
      <p:pic>
        <p:nvPicPr>
          <p:cNvPr id="17" name="object 32"/>
          <p:cNvPicPr/>
          <p:nvPr/>
        </p:nvPicPr>
        <p:blipFill>
          <a:blip r:embed="rId16" cstate="print"/>
          <a:stretch>
            <a:fillRect/>
          </a:stretch>
        </p:blipFill>
        <p:spPr>
          <a:xfrm>
            <a:off x="2723387" y="3951571"/>
            <a:ext cx="333756" cy="382524"/>
          </a:xfrm>
          <a:prstGeom prst="rect">
            <a:avLst/>
          </a:prstGeom>
        </p:spPr>
      </p:pic>
      <p:pic>
        <p:nvPicPr>
          <p:cNvPr id="18" name="object 34"/>
          <p:cNvPicPr/>
          <p:nvPr/>
        </p:nvPicPr>
        <p:blipFill>
          <a:blip r:embed="rId18" cstate="print"/>
          <a:stretch>
            <a:fillRect/>
          </a:stretch>
        </p:blipFill>
        <p:spPr>
          <a:xfrm>
            <a:off x="2795016" y="4084159"/>
            <a:ext cx="205739" cy="149351"/>
          </a:xfrm>
          <a:prstGeom prst="rect">
            <a:avLst/>
          </a:prstGeom>
        </p:spPr>
      </p:pic>
      <p:pic>
        <p:nvPicPr>
          <p:cNvPr id="19" name="object 35"/>
          <p:cNvPicPr/>
          <p:nvPr/>
        </p:nvPicPr>
        <p:blipFill>
          <a:blip r:embed="rId19" cstate="print"/>
          <a:stretch>
            <a:fillRect/>
          </a:stretch>
        </p:blipFill>
        <p:spPr>
          <a:xfrm>
            <a:off x="4058411" y="3954620"/>
            <a:ext cx="333756" cy="381000"/>
          </a:xfrm>
          <a:prstGeom prst="rect">
            <a:avLst/>
          </a:prstGeom>
        </p:spPr>
      </p:pic>
      <p:pic>
        <p:nvPicPr>
          <p:cNvPr id="20" name="object 37"/>
          <p:cNvPicPr/>
          <p:nvPr/>
        </p:nvPicPr>
        <p:blipFill>
          <a:blip r:embed="rId20" cstate="print"/>
          <a:stretch>
            <a:fillRect/>
          </a:stretch>
        </p:blipFill>
        <p:spPr>
          <a:xfrm>
            <a:off x="4130040" y="4087207"/>
            <a:ext cx="207263" cy="152400"/>
          </a:xfrm>
          <a:prstGeom prst="rect">
            <a:avLst/>
          </a:prstGeom>
        </p:spPr>
      </p:pic>
      <p:pic>
        <p:nvPicPr>
          <p:cNvPr id="21" name="object 99"/>
          <p:cNvPicPr/>
          <p:nvPr/>
        </p:nvPicPr>
        <p:blipFill>
          <a:blip r:embed="rId21" cstate="print"/>
          <a:stretch>
            <a:fillRect/>
          </a:stretch>
        </p:blipFill>
        <p:spPr>
          <a:xfrm>
            <a:off x="5231084" y="3183635"/>
            <a:ext cx="986027" cy="231648"/>
          </a:xfrm>
          <a:prstGeom prst="rect">
            <a:avLst/>
          </a:prstGeom>
        </p:spPr>
      </p:pic>
      <p:pic>
        <p:nvPicPr>
          <p:cNvPr id="22" name="object 100"/>
          <p:cNvPicPr/>
          <p:nvPr/>
        </p:nvPicPr>
        <p:blipFill>
          <a:blip r:embed="rId22" cstate="print"/>
          <a:stretch>
            <a:fillRect/>
          </a:stretch>
        </p:blipFill>
        <p:spPr>
          <a:xfrm>
            <a:off x="6457904" y="3200400"/>
            <a:ext cx="4692396" cy="214884"/>
          </a:xfrm>
          <a:prstGeom prst="rect">
            <a:avLst/>
          </a:prstGeom>
        </p:spPr>
      </p:pic>
      <p:pic>
        <p:nvPicPr>
          <p:cNvPr id="6" name="object 8"/>
          <p:cNvPicPr/>
          <p:nvPr/>
        </p:nvPicPr>
        <p:blipFill>
          <a:blip r:embed="rId23" cstate="print"/>
          <a:stretch>
            <a:fillRect/>
          </a:stretch>
        </p:blipFill>
        <p:spPr>
          <a:xfrm>
            <a:off x="573023" y="3959191"/>
            <a:ext cx="332232" cy="382524"/>
          </a:xfrm>
          <a:prstGeom prst="rect">
            <a:avLst/>
          </a:prstGeom>
        </p:spPr>
      </p:pic>
      <p:pic>
        <p:nvPicPr>
          <p:cNvPr id="7" name="object 10"/>
          <p:cNvPicPr/>
          <p:nvPr/>
        </p:nvPicPr>
        <p:blipFill>
          <a:blip r:embed="rId24" cstate="print"/>
          <a:stretch>
            <a:fillRect/>
          </a:stretch>
        </p:blipFill>
        <p:spPr>
          <a:xfrm>
            <a:off x="637031" y="4065871"/>
            <a:ext cx="202692" cy="213360"/>
          </a:xfrm>
          <a:prstGeom prst="rect">
            <a:avLst/>
          </a:prstGeom>
        </p:spPr>
      </p:pic>
      <p:pic>
        <p:nvPicPr>
          <p:cNvPr id="8" name="object 12"/>
          <p:cNvPicPr/>
          <p:nvPr/>
        </p:nvPicPr>
        <p:blipFill>
          <a:blip r:embed="rId23" cstate="print"/>
          <a:stretch>
            <a:fillRect/>
          </a:stretch>
        </p:blipFill>
        <p:spPr>
          <a:xfrm>
            <a:off x="1970531" y="3950047"/>
            <a:ext cx="332231" cy="382524"/>
          </a:xfrm>
          <a:prstGeom prst="rect">
            <a:avLst/>
          </a:prstGeom>
        </p:spPr>
      </p:pic>
      <p:pic>
        <p:nvPicPr>
          <p:cNvPr id="9" name="object 14"/>
          <p:cNvPicPr/>
          <p:nvPr/>
        </p:nvPicPr>
        <p:blipFill>
          <a:blip r:embed="rId25" cstate="print"/>
          <a:stretch>
            <a:fillRect/>
          </a:stretch>
        </p:blipFill>
        <p:spPr>
          <a:xfrm>
            <a:off x="2036063" y="4056727"/>
            <a:ext cx="207263" cy="213360"/>
          </a:xfrm>
          <a:prstGeom prst="rect">
            <a:avLst/>
          </a:prstGeom>
        </p:spPr>
      </p:pic>
      <p:pic>
        <p:nvPicPr>
          <p:cNvPr id="10" name="object 15"/>
          <p:cNvPicPr/>
          <p:nvPr/>
        </p:nvPicPr>
        <p:blipFill>
          <a:blip r:embed="rId23" cstate="print"/>
          <a:stretch>
            <a:fillRect/>
          </a:stretch>
        </p:blipFill>
        <p:spPr>
          <a:xfrm>
            <a:off x="3305556" y="3950047"/>
            <a:ext cx="333755" cy="382524"/>
          </a:xfrm>
          <a:prstGeom prst="rect">
            <a:avLst/>
          </a:prstGeom>
        </p:spPr>
      </p:pic>
      <p:pic>
        <p:nvPicPr>
          <p:cNvPr id="11" name="object 17"/>
          <p:cNvPicPr/>
          <p:nvPr/>
        </p:nvPicPr>
        <p:blipFill>
          <a:blip r:embed="rId26" cstate="print"/>
          <a:stretch>
            <a:fillRect/>
          </a:stretch>
        </p:blipFill>
        <p:spPr>
          <a:xfrm>
            <a:off x="3371087" y="4056727"/>
            <a:ext cx="208787" cy="216407"/>
          </a:xfrm>
          <a:prstGeom prst="rect">
            <a:avLst/>
          </a:prstGeom>
        </p:spPr>
      </p:pic>
      <p:pic>
        <p:nvPicPr>
          <p:cNvPr id="12" name="object 11"/>
          <p:cNvPicPr/>
          <p:nvPr/>
        </p:nvPicPr>
        <p:blipFill>
          <a:blip r:embed="rId27" cstate="print"/>
          <a:stretch>
            <a:fillRect/>
          </a:stretch>
        </p:blipFill>
        <p:spPr>
          <a:xfrm>
            <a:off x="796455" y="4386673"/>
            <a:ext cx="111302" cy="215137"/>
          </a:xfrm>
          <a:prstGeom prst="rect">
            <a:avLst/>
          </a:prstGeom>
        </p:spPr>
      </p:pic>
      <p:pic>
        <p:nvPicPr>
          <p:cNvPr id="15" name="object 89"/>
          <p:cNvPicPr/>
          <p:nvPr/>
        </p:nvPicPr>
        <p:blipFill>
          <a:blip r:embed="rId28" cstate="print"/>
          <a:stretch>
            <a:fillRect/>
          </a:stretch>
        </p:blipFill>
        <p:spPr>
          <a:xfrm>
            <a:off x="2196973" y="4400390"/>
            <a:ext cx="111378" cy="215137"/>
          </a:xfrm>
          <a:prstGeom prst="rect">
            <a:avLst/>
          </a:prstGeom>
        </p:spPr>
      </p:pic>
      <p:pic>
        <p:nvPicPr>
          <p:cNvPr id="16" name="object 94"/>
          <p:cNvPicPr/>
          <p:nvPr/>
        </p:nvPicPr>
        <p:blipFill>
          <a:blip r:embed="rId29" cstate="print"/>
          <a:stretch>
            <a:fillRect/>
          </a:stretch>
        </p:blipFill>
        <p:spPr>
          <a:xfrm>
            <a:off x="3536569" y="4386673"/>
            <a:ext cx="111378" cy="215137"/>
          </a:xfrm>
          <a:prstGeom prst="rect">
            <a:avLst/>
          </a:prstGeom>
        </p:spPr>
      </p:pic>
      <p:pic>
        <p:nvPicPr>
          <p:cNvPr id="23" name="object 90"/>
          <p:cNvPicPr/>
          <p:nvPr/>
        </p:nvPicPr>
        <p:blipFill>
          <a:blip r:embed="rId30" cstate="print"/>
          <a:stretch>
            <a:fillRect/>
          </a:stretch>
        </p:blipFill>
        <p:spPr>
          <a:xfrm>
            <a:off x="5231084" y="3498113"/>
            <a:ext cx="2749296" cy="230124"/>
          </a:xfrm>
          <a:prstGeom prst="rect">
            <a:avLst/>
          </a:prstGeom>
        </p:spPr>
      </p:pic>
      <p:pic>
        <p:nvPicPr>
          <p:cNvPr id="24" name="object 92"/>
          <p:cNvPicPr/>
          <p:nvPr/>
        </p:nvPicPr>
        <p:blipFill>
          <a:blip r:embed="rId31" cstate="print"/>
          <a:stretch>
            <a:fillRect/>
          </a:stretch>
        </p:blipFill>
        <p:spPr>
          <a:xfrm>
            <a:off x="8413196" y="3476778"/>
            <a:ext cx="1520952" cy="207264"/>
          </a:xfrm>
          <a:prstGeom prst="rect">
            <a:avLst/>
          </a:prstGeom>
        </p:spPr>
      </p:pic>
      <p:pic>
        <p:nvPicPr>
          <p:cNvPr id="25" name="object 18"/>
          <p:cNvPicPr/>
          <p:nvPr/>
        </p:nvPicPr>
        <p:blipFill>
          <a:blip r:embed="rId32" cstate="print"/>
          <a:stretch>
            <a:fillRect/>
          </a:stretch>
        </p:blipFill>
        <p:spPr>
          <a:xfrm>
            <a:off x="944879" y="3950047"/>
            <a:ext cx="332231" cy="382524"/>
          </a:xfrm>
          <a:prstGeom prst="rect">
            <a:avLst/>
          </a:prstGeom>
        </p:spPr>
      </p:pic>
      <p:pic>
        <p:nvPicPr>
          <p:cNvPr id="26" name="object 20"/>
          <p:cNvPicPr/>
          <p:nvPr/>
        </p:nvPicPr>
        <p:blipFill>
          <a:blip r:embed="rId33" cstate="print"/>
          <a:stretch>
            <a:fillRect/>
          </a:stretch>
        </p:blipFill>
        <p:spPr>
          <a:xfrm>
            <a:off x="1045463" y="4082635"/>
            <a:ext cx="187452" cy="160019"/>
          </a:xfrm>
          <a:prstGeom prst="rect">
            <a:avLst/>
          </a:prstGeom>
        </p:spPr>
      </p:pic>
      <p:pic>
        <p:nvPicPr>
          <p:cNvPr id="27" name="object 23"/>
          <p:cNvPicPr/>
          <p:nvPr/>
        </p:nvPicPr>
        <p:blipFill>
          <a:blip r:embed="rId34" cstate="print"/>
          <a:stretch>
            <a:fillRect/>
          </a:stretch>
        </p:blipFill>
        <p:spPr>
          <a:xfrm>
            <a:off x="2342387" y="3953095"/>
            <a:ext cx="333756" cy="381000"/>
          </a:xfrm>
          <a:prstGeom prst="rect">
            <a:avLst/>
          </a:prstGeom>
        </p:spPr>
      </p:pic>
      <p:pic>
        <p:nvPicPr>
          <p:cNvPr id="28" name="object 25"/>
          <p:cNvPicPr/>
          <p:nvPr/>
        </p:nvPicPr>
        <p:blipFill>
          <a:blip r:embed="rId35" cstate="print"/>
          <a:stretch>
            <a:fillRect/>
          </a:stretch>
        </p:blipFill>
        <p:spPr>
          <a:xfrm>
            <a:off x="2444495" y="4084159"/>
            <a:ext cx="193548" cy="160019"/>
          </a:xfrm>
          <a:prstGeom prst="rect">
            <a:avLst/>
          </a:prstGeom>
        </p:spPr>
      </p:pic>
      <p:pic>
        <p:nvPicPr>
          <p:cNvPr id="29" name="object 26"/>
          <p:cNvPicPr/>
          <p:nvPr/>
        </p:nvPicPr>
        <p:blipFill>
          <a:blip r:embed="rId32" cstate="print"/>
          <a:stretch>
            <a:fillRect/>
          </a:stretch>
        </p:blipFill>
        <p:spPr>
          <a:xfrm>
            <a:off x="3678935" y="3954620"/>
            <a:ext cx="332232" cy="382524"/>
          </a:xfrm>
          <a:prstGeom prst="rect">
            <a:avLst/>
          </a:prstGeom>
        </p:spPr>
      </p:pic>
      <p:pic>
        <p:nvPicPr>
          <p:cNvPr id="30" name="object 28"/>
          <p:cNvPicPr/>
          <p:nvPr/>
        </p:nvPicPr>
        <p:blipFill>
          <a:blip r:embed="rId36" cstate="print"/>
          <a:stretch>
            <a:fillRect/>
          </a:stretch>
        </p:blipFill>
        <p:spPr>
          <a:xfrm>
            <a:off x="3779519" y="4085683"/>
            <a:ext cx="195072" cy="160019"/>
          </a:xfrm>
          <a:prstGeom prst="rect">
            <a:avLst/>
          </a:prstGeom>
        </p:spPr>
      </p:pic>
      <p:pic>
        <p:nvPicPr>
          <p:cNvPr id="31" name="object 22"/>
          <p:cNvPicPr/>
          <p:nvPr/>
        </p:nvPicPr>
        <p:blipFill>
          <a:blip r:embed="rId37" cstate="print"/>
          <a:stretch>
            <a:fillRect/>
          </a:stretch>
        </p:blipFill>
        <p:spPr>
          <a:xfrm>
            <a:off x="1071867" y="4388197"/>
            <a:ext cx="76161" cy="213614"/>
          </a:xfrm>
          <a:prstGeom prst="rect">
            <a:avLst/>
          </a:prstGeom>
        </p:spPr>
      </p:pic>
      <p:pic>
        <p:nvPicPr>
          <p:cNvPr id="32" name="object 95"/>
          <p:cNvPicPr/>
          <p:nvPr/>
        </p:nvPicPr>
        <p:blipFill>
          <a:blip r:embed="rId38" cstate="print"/>
          <a:stretch>
            <a:fillRect/>
          </a:stretch>
        </p:blipFill>
        <p:spPr>
          <a:xfrm>
            <a:off x="2469388" y="4389722"/>
            <a:ext cx="76200" cy="213614"/>
          </a:xfrm>
          <a:prstGeom prst="rect">
            <a:avLst/>
          </a:prstGeom>
        </p:spPr>
      </p:pic>
      <p:pic>
        <p:nvPicPr>
          <p:cNvPr id="33" name="object 96"/>
          <p:cNvPicPr/>
          <p:nvPr/>
        </p:nvPicPr>
        <p:blipFill>
          <a:blip r:embed="rId38" cstate="print"/>
          <a:stretch>
            <a:fillRect/>
          </a:stretch>
        </p:blipFill>
        <p:spPr>
          <a:xfrm>
            <a:off x="3805935" y="4392770"/>
            <a:ext cx="76200" cy="213613"/>
          </a:xfrm>
          <a:prstGeom prst="rect">
            <a:avLst/>
          </a:prstGeom>
        </p:spPr>
      </p:pic>
      <p:pic>
        <p:nvPicPr>
          <p:cNvPr id="34" name="object 91"/>
          <p:cNvPicPr/>
          <p:nvPr/>
        </p:nvPicPr>
        <p:blipFill>
          <a:blip r:embed="rId39" cstate="print"/>
          <a:stretch>
            <a:fillRect/>
          </a:stretch>
        </p:blipFill>
        <p:spPr>
          <a:xfrm>
            <a:off x="5231083" y="3801422"/>
            <a:ext cx="966215" cy="230124"/>
          </a:xfrm>
          <a:prstGeom prst="rect">
            <a:avLst/>
          </a:prstGeom>
        </p:spPr>
      </p:pic>
      <p:pic>
        <p:nvPicPr>
          <p:cNvPr id="35" name="object 93"/>
          <p:cNvPicPr/>
          <p:nvPr/>
        </p:nvPicPr>
        <p:blipFill>
          <a:blip r:embed="rId40" cstate="print"/>
          <a:stretch>
            <a:fillRect/>
          </a:stretch>
        </p:blipFill>
        <p:spPr>
          <a:xfrm>
            <a:off x="8413195" y="3792278"/>
            <a:ext cx="1490472" cy="225551"/>
          </a:xfrm>
          <a:prstGeom prst="rect">
            <a:avLst/>
          </a:prstGeom>
        </p:spPr>
      </p:pic>
      <p:sp>
        <p:nvSpPr>
          <p:cNvPr id="36" name="object 38"/>
          <p:cNvSpPr/>
          <p:nvPr/>
        </p:nvSpPr>
        <p:spPr>
          <a:xfrm>
            <a:off x="576834" y="3310729"/>
            <a:ext cx="2874645" cy="601980"/>
          </a:xfrm>
          <a:custGeom>
            <a:avLst/>
            <a:gdLst/>
            <a:ahLst/>
            <a:cxnLst/>
            <a:rect l="l" t="t" r="r" b="b"/>
            <a:pathLst>
              <a:path w="2874645" h="601979">
                <a:moveTo>
                  <a:pt x="76200" y="76200"/>
                </a:moveTo>
                <a:lnTo>
                  <a:pt x="69850" y="63500"/>
                </a:lnTo>
                <a:lnTo>
                  <a:pt x="38100" y="0"/>
                </a:lnTo>
                <a:lnTo>
                  <a:pt x="0" y="76200"/>
                </a:lnTo>
                <a:lnTo>
                  <a:pt x="28575" y="76200"/>
                </a:lnTo>
                <a:lnTo>
                  <a:pt x="28575" y="530098"/>
                </a:lnTo>
                <a:lnTo>
                  <a:pt x="47625" y="530098"/>
                </a:lnTo>
                <a:lnTo>
                  <a:pt x="47625" y="76200"/>
                </a:lnTo>
                <a:lnTo>
                  <a:pt x="76200" y="76200"/>
                </a:lnTo>
                <a:close/>
              </a:path>
              <a:path w="2874645" h="601979">
                <a:moveTo>
                  <a:pt x="264058" y="121285"/>
                </a:moveTo>
                <a:lnTo>
                  <a:pt x="263779" y="121031"/>
                </a:lnTo>
                <a:lnTo>
                  <a:pt x="263347" y="120650"/>
                </a:lnTo>
                <a:lnTo>
                  <a:pt x="261620" y="119253"/>
                </a:lnTo>
                <a:lnTo>
                  <a:pt x="261404" y="119087"/>
                </a:lnTo>
                <a:lnTo>
                  <a:pt x="259727" y="117729"/>
                </a:lnTo>
                <a:lnTo>
                  <a:pt x="222059" y="98933"/>
                </a:lnTo>
                <a:lnTo>
                  <a:pt x="213093" y="98933"/>
                </a:lnTo>
                <a:lnTo>
                  <a:pt x="179273" y="120650"/>
                </a:lnTo>
                <a:lnTo>
                  <a:pt x="160070" y="157607"/>
                </a:lnTo>
                <a:lnTo>
                  <a:pt x="145326" y="207772"/>
                </a:lnTo>
                <a:lnTo>
                  <a:pt x="136156" y="253238"/>
                </a:lnTo>
                <a:lnTo>
                  <a:pt x="128295" y="304165"/>
                </a:lnTo>
                <a:lnTo>
                  <a:pt x="119494" y="378587"/>
                </a:lnTo>
                <a:lnTo>
                  <a:pt x="115481" y="417957"/>
                </a:lnTo>
                <a:lnTo>
                  <a:pt x="111696" y="459994"/>
                </a:lnTo>
                <a:lnTo>
                  <a:pt x="111302" y="464591"/>
                </a:lnTo>
                <a:lnTo>
                  <a:pt x="82829" y="462153"/>
                </a:lnTo>
                <a:lnTo>
                  <a:pt x="114300" y="541274"/>
                </a:lnTo>
                <a:lnTo>
                  <a:pt x="152450" y="478917"/>
                </a:lnTo>
                <a:lnTo>
                  <a:pt x="158750" y="468630"/>
                </a:lnTo>
                <a:lnTo>
                  <a:pt x="130289" y="466204"/>
                </a:lnTo>
                <a:lnTo>
                  <a:pt x="130987" y="458216"/>
                </a:lnTo>
                <a:lnTo>
                  <a:pt x="134442" y="419735"/>
                </a:lnTo>
                <a:lnTo>
                  <a:pt x="138417" y="380657"/>
                </a:lnTo>
                <a:lnTo>
                  <a:pt x="147154" y="306705"/>
                </a:lnTo>
                <a:lnTo>
                  <a:pt x="154914" y="256540"/>
                </a:lnTo>
                <a:lnTo>
                  <a:pt x="163753" y="212636"/>
                </a:lnTo>
                <a:lnTo>
                  <a:pt x="174167" y="175018"/>
                </a:lnTo>
                <a:lnTo>
                  <a:pt x="177787" y="164592"/>
                </a:lnTo>
                <a:lnTo>
                  <a:pt x="177850" y="164401"/>
                </a:lnTo>
                <a:lnTo>
                  <a:pt x="198361" y="127635"/>
                </a:lnTo>
                <a:lnTo>
                  <a:pt x="198843" y="127076"/>
                </a:lnTo>
                <a:lnTo>
                  <a:pt x="199123" y="126746"/>
                </a:lnTo>
                <a:lnTo>
                  <a:pt x="201269" y="124841"/>
                </a:lnTo>
                <a:lnTo>
                  <a:pt x="202514" y="123698"/>
                </a:lnTo>
                <a:lnTo>
                  <a:pt x="203822" y="122809"/>
                </a:lnTo>
                <a:lnTo>
                  <a:pt x="206629" y="120904"/>
                </a:lnTo>
                <a:lnTo>
                  <a:pt x="207010" y="120650"/>
                </a:lnTo>
                <a:lnTo>
                  <a:pt x="208457" y="120015"/>
                </a:lnTo>
                <a:lnTo>
                  <a:pt x="210591" y="119087"/>
                </a:lnTo>
                <a:lnTo>
                  <a:pt x="210159" y="119087"/>
                </a:lnTo>
                <a:lnTo>
                  <a:pt x="209994" y="119087"/>
                </a:lnTo>
                <a:lnTo>
                  <a:pt x="210400" y="119011"/>
                </a:lnTo>
                <a:lnTo>
                  <a:pt x="211137" y="118846"/>
                </a:lnTo>
                <a:lnTo>
                  <a:pt x="213436" y="118364"/>
                </a:lnTo>
                <a:lnTo>
                  <a:pt x="215265" y="117983"/>
                </a:lnTo>
                <a:lnTo>
                  <a:pt x="219583" y="117983"/>
                </a:lnTo>
                <a:lnTo>
                  <a:pt x="224828" y="119087"/>
                </a:lnTo>
                <a:lnTo>
                  <a:pt x="230644" y="121285"/>
                </a:lnTo>
                <a:lnTo>
                  <a:pt x="231330" y="121539"/>
                </a:lnTo>
                <a:lnTo>
                  <a:pt x="230746" y="121285"/>
                </a:lnTo>
                <a:lnTo>
                  <a:pt x="264058" y="121285"/>
                </a:lnTo>
                <a:close/>
              </a:path>
              <a:path w="2874645" h="601979">
                <a:moveTo>
                  <a:pt x="1938540" y="167462"/>
                </a:moveTo>
                <a:lnTo>
                  <a:pt x="1938223" y="167462"/>
                </a:lnTo>
                <a:lnTo>
                  <a:pt x="1936013" y="167957"/>
                </a:lnTo>
                <a:lnTo>
                  <a:pt x="1938540" y="167462"/>
                </a:lnTo>
                <a:close/>
              </a:path>
              <a:path w="2874645" h="601979">
                <a:moveTo>
                  <a:pt x="2874518" y="460756"/>
                </a:moveTo>
                <a:lnTo>
                  <a:pt x="2848711" y="472948"/>
                </a:lnTo>
                <a:lnTo>
                  <a:pt x="2842260" y="459486"/>
                </a:lnTo>
                <a:lnTo>
                  <a:pt x="2821559" y="418846"/>
                </a:lnTo>
                <a:lnTo>
                  <a:pt x="2804541" y="388429"/>
                </a:lnTo>
                <a:lnTo>
                  <a:pt x="2804541" y="82296"/>
                </a:lnTo>
                <a:lnTo>
                  <a:pt x="2833116" y="82296"/>
                </a:lnTo>
                <a:lnTo>
                  <a:pt x="2826766" y="69596"/>
                </a:lnTo>
                <a:lnTo>
                  <a:pt x="2795016" y="6096"/>
                </a:lnTo>
                <a:lnTo>
                  <a:pt x="2756916" y="82296"/>
                </a:lnTo>
                <a:lnTo>
                  <a:pt x="2785491" y="82296"/>
                </a:lnTo>
                <a:lnTo>
                  <a:pt x="2785491" y="356793"/>
                </a:lnTo>
                <a:lnTo>
                  <a:pt x="2763139" y="322326"/>
                </a:lnTo>
                <a:lnTo>
                  <a:pt x="2735821" y="286512"/>
                </a:lnTo>
                <a:lnTo>
                  <a:pt x="2705735" y="252857"/>
                </a:lnTo>
                <a:lnTo>
                  <a:pt x="2672461" y="221615"/>
                </a:lnTo>
                <a:lnTo>
                  <a:pt x="2635377" y="193294"/>
                </a:lnTo>
                <a:lnTo>
                  <a:pt x="2594229" y="168148"/>
                </a:lnTo>
                <a:lnTo>
                  <a:pt x="2548636" y="146685"/>
                </a:lnTo>
                <a:lnTo>
                  <a:pt x="2498090" y="129032"/>
                </a:lnTo>
                <a:lnTo>
                  <a:pt x="2487536" y="126263"/>
                </a:lnTo>
                <a:lnTo>
                  <a:pt x="2473452" y="122555"/>
                </a:lnTo>
                <a:lnTo>
                  <a:pt x="2412492" y="110998"/>
                </a:lnTo>
                <a:lnTo>
                  <a:pt x="2348230" y="104648"/>
                </a:lnTo>
                <a:lnTo>
                  <a:pt x="2317356" y="103505"/>
                </a:lnTo>
                <a:lnTo>
                  <a:pt x="2277745" y="103505"/>
                </a:lnTo>
                <a:lnTo>
                  <a:pt x="2200783" y="107696"/>
                </a:lnTo>
                <a:lnTo>
                  <a:pt x="2160016" y="111633"/>
                </a:lnTo>
                <a:lnTo>
                  <a:pt x="2117725" y="116713"/>
                </a:lnTo>
                <a:lnTo>
                  <a:pt x="2028825" y="130683"/>
                </a:lnTo>
                <a:lnTo>
                  <a:pt x="1934464" y="148844"/>
                </a:lnTo>
                <a:lnTo>
                  <a:pt x="1835150" y="171069"/>
                </a:lnTo>
                <a:lnTo>
                  <a:pt x="1731264" y="196850"/>
                </a:lnTo>
                <a:lnTo>
                  <a:pt x="1623314" y="226060"/>
                </a:lnTo>
                <a:lnTo>
                  <a:pt x="1541805" y="249478"/>
                </a:lnTo>
                <a:lnTo>
                  <a:pt x="1538097" y="240792"/>
                </a:lnTo>
                <a:lnTo>
                  <a:pt x="1530604" y="224917"/>
                </a:lnTo>
                <a:lnTo>
                  <a:pt x="1523403" y="210870"/>
                </a:lnTo>
                <a:lnTo>
                  <a:pt x="1523403" y="254762"/>
                </a:lnTo>
                <a:lnTo>
                  <a:pt x="1511427" y="258191"/>
                </a:lnTo>
                <a:lnTo>
                  <a:pt x="1461897" y="273227"/>
                </a:lnTo>
                <a:lnTo>
                  <a:pt x="1461897" y="156629"/>
                </a:lnTo>
                <a:lnTo>
                  <a:pt x="1462328" y="157035"/>
                </a:lnTo>
                <a:lnTo>
                  <a:pt x="1471815" y="167500"/>
                </a:lnTo>
                <a:lnTo>
                  <a:pt x="1471993" y="167767"/>
                </a:lnTo>
                <a:lnTo>
                  <a:pt x="1481150" y="179222"/>
                </a:lnTo>
                <a:lnTo>
                  <a:pt x="1489837" y="191465"/>
                </a:lnTo>
                <a:lnTo>
                  <a:pt x="1497965" y="204470"/>
                </a:lnTo>
                <a:lnTo>
                  <a:pt x="1498180" y="204876"/>
                </a:lnTo>
                <a:lnTo>
                  <a:pt x="1506651" y="219684"/>
                </a:lnTo>
                <a:lnTo>
                  <a:pt x="1513484" y="233248"/>
                </a:lnTo>
                <a:lnTo>
                  <a:pt x="1521231" y="249682"/>
                </a:lnTo>
                <a:lnTo>
                  <a:pt x="1523403" y="254762"/>
                </a:lnTo>
                <a:lnTo>
                  <a:pt x="1523403" y="210870"/>
                </a:lnTo>
                <a:lnTo>
                  <a:pt x="1522730" y="209550"/>
                </a:lnTo>
                <a:lnTo>
                  <a:pt x="1514475" y="194818"/>
                </a:lnTo>
                <a:lnTo>
                  <a:pt x="1505585" y="180975"/>
                </a:lnTo>
                <a:lnTo>
                  <a:pt x="1496542" y="167932"/>
                </a:lnTo>
                <a:lnTo>
                  <a:pt x="1496441" y="167767"/>
                </a:lnTo>
                <a:lnTo>
                  <a:pt x="1486535" y="155321"/>
                </a:lnTo>
                <a:lnTo>
                  <a:pt x="1476121" y="143891"/>
                </a:lnTo>
                <a:lnTo>
                  <a:pt x="1464945" y="133223"/>
                </a:lnTo>
                <a:lnTo>
                  <a:pt x="1461897" y="130721"/>
                </a:lnTo>
                <a:lnTo>
                  <a:pt x="1461897" y="79248"/>
                </a:lnTo>
                <a:lnTo>
                  <a:pt x="1490472" y="79248"/>
                </a:lnTo>
                <a:lnTo>
                  <a:pt x="1484122" y="66548"/>
                </a:lnTo>
                <a:lnTo>
                  <a:pt x="1452372" y="3048"/>
                </a:lnTo>
                <a:lnTo>
                  <a:pt x="1414272" y="79248"/>
                </a:lnTo>
                <a:lnTo>
                  <a:pt x="1442847" y="79248"/>
                </a:lnTo>
                <a:lnTo>
                  <a:pt x="1442847" y="116319"/>
                </a:lnTo>
                <a:lnTo>
                  <a:pt x="1441246" y="115189"/>
                </a:lnTo>
                <a:lnTo>
                  <a:pt x="1439964" y="114427"/>
                </a:lnTo>
                <a:lnTo>
                  <a:pt x="1433868" y="110909"/>
                </a:lnTo>
                <a:lnTo>
                  <a:pt x="1381696" y="110909"/>
                </a:lnTo>
                <a:lnTo>
                  <a:pt x="1381556" y="110909"/>
                </a:lnTo>
                <a:lnTo>
                  <a:pt x="1394841" y="114427"/>
                </a:lnTo>
                <a:lnTo>
                  <a:pt x="1394193" y="114274"/>
                </a:lnTo>
                <a:lnTo>
                  <a:pt x="1407731" y="119075"/>
                </a:lnTo>
                <a:lnTo>
                  <a:pt x="1418907" y="124333"/>
                </a:lnTo>
                <a:lnTo>
                  <a:pt x="1442847" y="124333"/>
                </a:lnTo>
                <a:lnTo>
                  <a:pt x="1442847" y="124714"/>
                </a:lnTo>
                <a:lnTo>
                  <a:pt x="1419872" y="124714"/>
                </a:lnTo>
                <a:lnTo>
                  <a:pt x="1419733" y="124714"/>
                </a:lnTo>
                <a:lnTo>
                  <a:pt x="1420291" y="124980"/>
                </a:lnTo>
                <a:lnTo>
                  <a:pt x="1424051" y="127177"/>
                </a:lnTo>
                <a:lnTo>
                  <a:pt x="1430401" y="130810"/>
                </a:lnTo>
                <a:lnTo>
                  <a:pt x="1442186" y="139065"/>
                </a:lnTo>
                <a:lnTo>
                  <a:pt x="1442847" y="139623"/>
                </a:lnTo>
                <a:lnTo>
                  <a:pt x="1442847" y="279019"/>
                </a:lnTo>
                <a:lnTo>
                  <a:pt x="1396365" y="293116"/>
                </a:lnTo>
                <a:lnTo>
                  <a:pt x="1278255" y="330327"/>
                </a:lnTo>
                <a:lnTo>
                  <a:pt x="1035050" y="410464"/>
                </a:lnTo>
                <a:lnTo>
                  <a:pt x="555180" y="575767"/>
                </a:lnTo>
                <a:lnTo>
                  <a:pt x="714629" y="455041"/>
                </a:lnTo>
                <a:lnTo>
                  <a:pt x="828040" y="371856"/>
                </a:lnTo>
                <a:lnTo>
                  <a:pt x="883285" y="332613"/>
                </a:lnTo>
                <a:lnTo>
                  <a:pt x="934935" y="297078"/>
                </a:lnTo>
                <a:lnTo>
                  <a:pt x="990092" y="260604"/>
                </a:lnTo>
                <a:lnTo>
                  <a:pt x="1038110" y="230441"/>
                </a:lnTo>
                <a:lnTo>
                  <a:pt x="1086764" y="201637"/>
                </a:lnTo>
                <a:lnTo>
                  <a:pt x="1138021" y="173685"/>
                </a:lnTo>
                <a:lnTo>
                  <a:pt x="1140294" y="172491"/>
                </a:lnTo>
                <a:lnTo>
                  <a:pt x="1137881" y="173685"/>
                </a:lnTo>
                <a:lnTo>
                  <a:pt x="1183005" y="151638"/>
                </a:lnTo>
                <a:lnTo>
                  <a:pt x="1224610" y="134213"/>
                </a:lnTo>
                <a:lnTo>
                  <a:pt x="1246047" y="126403"/>
                </a:lnTo>
                <a:lnTo>
                  <a:pt x="1245743" y="126403"/>
                </a:lnTo>
                <a:lnTo>
                  <a:pt x="1265212" y="120332"/>
                </a:lnTo>
                <a:lnTo>
                  <a:pt x="1284249" y="115189"/>
                </a:lnTo>
                <a:lnTo>
                  <a:pt x="1302054" y="111429"/>
                </a:lnTo>
                <a:lnTo>
                  <a:pt x="1319669" y="108813"/>
                </a:lnTo>
                <a:lnTo>
                  <a:pt x="1320634" y="108661"/>
                </a:lnTo>
                <a:lnTo>
                  <a:pt x="1320279" y="108661"/>
                </a:lnTo>
                <a:lnTo>
                  <a:pt x="1336802" y="107315"/>
                </a:lnTo>
                <a:lnTo>
                  <a:pt x="1353210" y="107315"/>
                </a:lnTo>
                <a:lnTo>
                  <a:pt x="1367256" y="108458"/>
                </a:lnTo>
                <a:lnTo>
                  <a:pt x="1380464" y="110718"/>
                </a:lnTo>
                <a:lnTo>
                  <a:pt x="1433550" y="110718"/>
                </a:lnTo>
                <a:lnTo>
                  <a:pt x="1428115" y="107569"/>
                </a:lnTo>
                <a:lnTo>
                  <a:pt x="1427556" y="107315"/>
                </a:lnTo>
                <a:lnTo>
                  <a:pt x="1414399" y="101219"/>
                </a:lnTo>
                <a:lnTo>
                  <a:pt x="1400048" y="96012"/>
                </a:lnTo>
                <a:lnTo>
                  <a:pt x="1384935" y="92075"/>
                </a:lnTo>
                <a:lnTo>
                  <a:pt x="1369187" y="89535"/>
                </a:lnTo>
                <a:lnTo>
                  <a:pt x="1354175" y="88265"/>
                </a:lnTo>
                <a:lnTo>
                  <a:pt x="1335532" y="88265"/>
                </a:lnTo>
                <a:lnTo>
                  <a:pt x="1280033" y="96520"/>
                </a:lnTo>
                <a:lnTo>
                  <a:pt x="1239545" y="108458"/>
                </a:lnTo>
                <a:lnTo>
                  <a:pt x="1197229" y="124714"/>
                </a:lnTo>
                <a:lnTo>
                  <a:pt x="1152398" y="145034"/>
                </a:lnTo>
                <a:lnTo>
                  <a:pt x="1105408" y="169418"/>
                </a:lnTo>
                <a:lnTo>
                  <a:pt x="1056386" y="197104"/>
                </a:lnTo>
                <a:lnTo>
                  <a:pt x="1005713" y="228092"/>
                </a:lnTo>
                <a:lnTo>
                  <a:pt x="926719" y="279654"/>
                </a:lnTo>
                <a:lnTo>
                  <a:pt x="816864" y="356362"/>
                </a:lnTo>
                <a:lnTo>
                  <a:pt x="703199" y="439801"/>
                </a:lnTo>
                <a:lnTo>
                  <a:pt x="533692" y="568071"/>
                </a:lnTo>
                <a:lnTo>
                  <a:pt x="496519" y="495808"/>
                </a:lnTo>
                <a:lnTo>
                  <a:pt x="473925" y="452628"/>
                </a:lnTo>
                <a:lnTo>
                  <a:pt x="451700" y="410464"/>
                </a:lnTo>
                <a:lnTo>
                  <a:pt x="429653" y="369443"/>
                </a:lnTo>
                <a:lnTo>
                  <a:pt x="407987" y="330200"/>
                </a:lnTo>
                <a:lnTo>
                  <a:pt x="386765" y="292862"/>
                </a:lnTo>
                <a:lnTo>
                  <a:pt x="366001" y="257810"/>
                </a:lnTo>
                <a:lnTo>
                  <a:pt x="336067" y="210439"/>
                </a:lnTo>
                <a:lnTo>
                  <a:pt x="307632" y="170180"/>
                </a:lnTo>
                <a:lnTo>
                  <a:pt x="280619" y="137541"/>
                </a:lnTo>
                <a:lnTo>
                  <a:pt x="264325" y="121539"/>
                </a:lnTo>
                <a:lnTo>
                  <a:pt x="231330" y="121539"/>
                </a:lnTo>
                <a:lnTo>
                  <a:pt x="231127" y="121539"/>
                </a:lnTo>
                <a:lnTo>
                  <a:pt x="235483" y="123825"/>
                </a:lnTo>
                <a:lnTo>
                  <a:pt x="236562" y="124333"/>
                </a:lnTo>
                <a:lnTo>
                  <a:pt x="244055" y="129540"/>
                </a:lnTo>
                <a:lnTo>
                  <a:pt x="274574" y="159270"/>
                </a:lnTo>
                <a:lnTo>
                  <a:pt x="292227" y="181406"/>
                </a:lnTo>
                <a:lnTo>
                  <a:pt x="292442" y="181571"/>
                </a:lnTo>
                <a:lnTo>
                  <a:pt x="293166" y="182626"/>
                </a:lnTo>
                <a:lnTo>
                  <a:pt x="294665" y="184581"/>
                </a:lnTo>
                <a:lnTo>
                  <a:pt x="301345" y="193700"/>
                </a:lnTo>
                <a:lnTo>
                  <a:pt x="301548" y="193916"/>
                </a:lnTo>
                <a:lnTo>
                  <a:pt x="301701" y="194183"/>
                </a:lnTo>
                <a:lnTo>
                  <a:pt x="302336" y="195046"/>
                </a:lnTo>
                <a:lnTo>
                  <a:pt x="310629" y="206883"/>
                </a:lnTo>
                <a:lnTo>
                  <a:pt x="320141" y="220980"/>
                </a:lnTo>
                <a:lnTo>
                  <a:pt x="329819" y="235839"/>
                </a:lnTo>
                <a:lnTo>
                  <a:pt x="339661" y="251371"/>
                </a:lnTo>
                <a:lnTo>
                  <a:pt x="339852" y="251561"/>
                </a:lnTo>
                <a:lnTo>
                  <a:pt x="340855" y="253238"/>
                </a:lnTo>
                <a:lnTo>
                  <a:pt x="341350" y="254025"/>
                </a:lnTo>
                <a:lnTo>
                  <a:pt x="349681" y="267716"/>
                </a:lnTo>
                <a:lnTo>
                  <a:pt x="370255" y="302387"/>
                </a:lnTo>
                <a:lnTo>
                  <a:pt x="391325" y="339344"/>
                </a:lnTo>
                <a:lnTo>
                  <a:pt x="412902" y="378587"/>
                </a:lnTo>
                <a:lnTo>
                  <a:pt x="436359" y="422186"/>
                </a:lnTo>
                <a:lnTo>
                  <a:pt x="457047" y="461391"/>
                </a:lnTo>
                <a:lnTo>
                  <a:pt x="479590" y="504571"/>
                </a:lnTo>
                <a:lnTo>
                  <a:pt x="524929" y="592582"/>
                </a:lnTo>
                <a:lnTo>
                  <a:pt x="533349" y="588302"/>
                </a:lnTo>
                <a:lnTo>
                  <a:pt x="538048" y="601853"/>
                </a:lnTo>
                <a:lnTo>
                  <a:pt x="1041273" y="428459"/>
                </a:lnTo>
                <a:lnTo>
                  <a:pt x="1043419" y="427736"/>
                </a:lnTo>
                <a:lnTo>
                  <a:pt x="1042377" y="428053"/>
                </a:lnTo>
                <a:lnTo>
                  <a:pt x="1284097" y="348488"/>
                </a:lnTo>
                <a:lnTo>
                  <a:pt x="1401953" y="311277"/>
                </a:lnTo>
                <a:lnTo>
                  <a:pt x="1442847" y="298907"/>
                </a:lnTo>
                <a:lnTo>
                  <a:pt x="1442847" y="533146"/>
                </a:lnTo>
                <a:lnTo>
                  <a:pt x="1461897" y="533146"/>
                </a:lnTo>
                <a:lnTo>
                  <a:pt x="1461897" y="293128"/>
                </a:lnTo>
                <a:lnTo>
                  <a:pt x="1519148" y="275793"/>
                </a:lnTo>
                <a:lnTo>
                  <a:pt x="1530667" y="272491"/>
                </a:lnTo>
                <a:lnTo>
                  <a:pt x="1533461" y="279654"/>
                </a:lnTo>
                <a:lnTo>
                  <a:pt x="1540192" y="298069"/>
                </a:lnTo>
                <a:lnTo>
                  <a:pt x="1551965" y="334378"/>
                </a:lnTo>
                <a:lnTo>
                  <a:pt x="1563306" y="374396"/>
                </a:lnTo>
                <a:lnTo>
                  <a:pt x="1572577" y="411251"/>
                </a:lnTo>
                <a:lnTo>
                  <a:pt x="1572691" y="411505"/>
                </a:lnTo>
                <a:lnTo>
                  <a:pt x="1581531" y="449453"/>
                </a:lnTo>
                <a:lnTo>
                  <a:pt x="1582064" y="451612"/>
                </a:lnTo>
                <a:lnTo>
                  <a:pt x="1583766" y="459536"/>
                </a:lnTo>
                <a:lnTo>
                  <a:pt x="1555877" y="465582"/>
                </a:lnTo>
                <a:lnTo>
                  <a:pt x="1609344" y="532003"/>
                </a:lnTo>
                <a:lnTo>
                  <a:pt x="1624584" y="471932"/>
                </a:lnTo>
                <a:lnTo>
                  <a:pt x="1630299" y="449453"/>
                </a:lnTo>
                <a:lnTo>
                  <a:pt x="1602384" y="455510"/>
                </a:lnTo>
                <a:lnTo>
                  <a:pt x="1600581" y="447421"/>
                </a:lnTo>
                <a:lnTo>
                  <a:pt x="1591183" y="406781"/>
                </a:lnTo>
                <a:lnTo>
                  <a:pt x="1581150" y="367284"/>
                </a:lnTo>
                <a:lnTo>
                  <a:pt x="1570228" y="328930"/>
                </a:lnTo>
                <a:lnTo>
                  <a:pt x="1558290" y="292227"/>
                </a:lnTo>
                <a:lnTo>
                  <a:pt x="1549044" y="267220"/>
                </a:lnTo>
                <a:lnTo>
                  <a:pt x="1628394" y="244475"/>
                </a:lnTo>
                <a:lnTo>
                  <a:pt x="1736090" y="215265"/>
                </a:lnTo>
                <a:lnTo>
                  <a:pt x="1839480" y="189674"/>
                </a:lnTo>
                <a:lnTo>
                  <a:pt x="1842173" y="189014"/>
                </a:lnTo>
                <a:lnTo>
                  <a:pt x="1936013" y="167957"/>
                </a:lnTo>
                <a:lnTo>
                  <a:pt x="1938185" y="167462"/>
                </a:lnTo>
                <a:lnTo>
                  <a:pt x="2030399" y="149720"/>
                </a:lnTo>
                <a:lnTo>
                  <a:pt x="2030564" y="149694"/>
                </a:lnTo>
                <a:lnTo>
                  <a:pt x="2032190" y="149428"/>
                </a:lnTo>
                <a:lnTo>
                  <a:pt x="2031911" y="149428"/>
                </a:lnTo>
                <a:lnTo>
                  <a:pt x="2120138" y="135699"/>
                </a:lnTo>
                <a:lnTo>
                  <a:pt x="2120277" y="135699"/>
                </a:lnTo>
                <a:lnTo>
                  <a:pt x="2121662" y="135458"/>
                </a:lnTo>
                <a:lnTo>
                  <a:pt x="2161108" y="130683"/>
                </a:lnTo>
                <a:lnTo>
                  <a:pt x="2160600" y="130683"/>
                </a:lnTo>
                <a:lnTo>
                  <a:pt x="2202294" y="126644"/>
                </a:lnTo>
                <a:lnTo>
                  <a:pt x="2201938" y="126644"/>
                </a:lnTo>
                <a:lnTo>
                  <a:pt x="2241029" y="123977"/>
                </a:lnTo>
                <a:lnTo>
                  <a:pt x="2240572" y="123977"/>
                </a:lnTo>
                <a:lnTo>
                  <a:pt x="2278380" y="122555"/>
                </a:lnTo>
                <a:lnTo>
                  <a:pt x="2316810" y="122555"/>
                </a:lnTo>
                <a:lnTo>
                  <a:pt x="2348128" y="123736"/>
                </a:lnTo>
                <a:lnTo>
                  <a:pt x="2347328" y="123736"/>
                </a:lnTo>
                <a:lnTo>
                  <a:pt x="2379535" y="126263"/>
                </a:lnTo>
                <a:lnTo>
                  <a:pt x="2381364" y="126403"/>
                </a:lnTo>
                <a:lnTo>
                  <a:pt x="2381491" y="126403"/>
                </a:lnTo>
                <a:lnTo>
                  <a:pt x="2410549" y="129857"/>
                </a:lnTo>
                <a:lnTo>
                  <a:pt x="2410333" y="129857"/>
                </a:lnTo>
                <a:lnTo>
                  <a:pt x="2439581" y="134696"/>
                </a:lnTo>
                <a:lnTo>
                  <a:pt x="2492476" y="147320"/>
                </a:lnTo>
                <a:lnTo>
                  <a:pt x="2540139" y="163779"/>
                </a:lnTo>
                <a:lnTo>
                  <a:pt x="2541613" y="164426"/>
                </a:lnTo>
                <a:lnTo>
                  <a:pt x="2541295" y="164249"/>
                </a:lnTo>
                <a:lnTo>
                  <a:pt x="2585872" y="185318"/>
                </a:lnTo>
                <a:lnTo>
                  <a:pt x="2624391" y="208965"/>
                </a:lnTo>
                <a:lnTo>
                  <a:pt x="2660726" y="236728"/>
                </a:lnTo>
                <a:lnTo>
                  <a:pt x="2691968" y="266026"/>
                </a:lnTo>
                <a:lnTo>
                  <a:pt x="2707030" y="282282"/>
                </a:lnTo>
                <a:lnTo>
                  <a:pt x="2706840" y="281927"/>
                </a:lnTo>
                <a:lnTo>
                  <a:pt x="2733751" y="314680"/>
                </a:lnTo>
                <a:lnTo>
                  <a:pt x="2747581" y="333540"/>
                </a:lnTo>
                <a:lnTo>
                  <a:pt x="2760205" y="352082"/>
                </a:lnTo>
                <a:lnTo>
                  <a:pt x="2782951" y="388747"/>
                </a:lnTo>
                <a:lnTo>
                  <a:pt x="2785491" y="393319"/>
                </a:lnTo>
                <a:lnTo>
                  <a:pt x="2785491" y="536194"/>
                </a:lnTo>
                <a:lnTo>
                  <a:pt x="2804541" y="536194"/>
                </a:lnTo>
                <a:lnTo>
                  <a:pt x="2804541" y="427520"/>
                </a:lnTo>
                <a:lnTo>
                  <a:pt x="2804668" y="427736"/>
                </a:lnTo>
                <a:lnTo>
                  <a:pt x="2825153" y="467829"/>
                </a:lnTo>
                <a:lnTo>
                  <a:pt x="2831439" y="481101"/>
                </a:lnTo>
                <a:lnTo>
                  <a:pt x="2805684" y="493268"/>
                </a:lnTo>
                <a:lnTo>
                  <a:pt x="2872740" y="545846"/>
                </a:lnTo>
                <a:lnTo>
                  <a:pt x="2873781" y="495808"/>
                </a:lnTo>
                <a:lnTo>
                  <a:pt x="2873845" y="492633"/>
                </a:lnTo>
                <a:lnTo>
                  <a:pt x="2874518" y="460756"/>
                </a:lnTo>
                <a:close/>
              </a:path>
            </a:pathLst>
          </a:custGeom>
          <a:solidFill>
            <a:srgbClr val="000000"/>
          </a:solidFill>
        </p:spPr>
        <p:txBody>
          <a:bodyPr wrap="square" lIns="0" tIns="0" rIns="0" bIns="0" rtlCol="0"/>
          <a:lstStyle/>
          <a:p>
            <a:endParaRPr dirty="0"/>
          </a:p>
        </p:txBody>
      </p:sp>
      <p:pic>
        <p:nvPicPr>
          <p:cNvPr id="37" name="object 102"/>
          <p:cNvPicPr/>
          <p:nvPr/>
        </p:nvPicPr>
        <p:blipFill>
          <a:blip r:embed="rId41" cstate="print"/>
          <a:stretch>
            <a:fillRect/>
          </a:stretch>
        </p:blipFill>
        <p:spPr>
          <a:xfrm>
            <a:off x="492271" y="3073748"/>
            <a:ext cx="348976" cy="182880"/>
          </a:xfrm>
          <a:prstGeom prst="rect">
            <a:avLst/>
          </a:prstGeom>
        </p:spPr>
      </p:pic>
      <p:pic>
        <p:nvPicPr>
          <p:cNvPr id="38" name="object 103"/>
          <p:cNvPicPr/>
          <p:nvPr/>
        </p:nvPicPr>
        <p:blipFill>
          <a:blip r:embed="rId42" cstate="print"/>
          <a:stretch>
            <a:fillRect/>
          </a:stretch>
        </p:blipFill>
        <p:spPr>
          <a:xfrm>
            <a:off x="1905019" y="3076796"/>
            <a:ext cx="353548" cy="182880"/>
          </a:xfrm>
          <a:prstGeom prst="rect">
            <a:avLst/>
          </a:prstGeom>
        </p:spPr>
      </p:pic>
      <p:pic>
        <p:nvPicPr>
          <p:cNvPr id="39" name="object 104"/>
          <p:cNvPicPr/>
          <p:nvPr/>
        </p:nvPicPr>
        <p:blipFill>
          <a:blip r:embed="rId43" cstate="print"/>
          <a:stretch>
            <a:fillRect/>
          </a:stretch>
        </p:blipFill>
        <p:spPr>
          <a:xfrm>
            <a:off x="3247683" y="3079843"/>
            <a:ext cx="355052" cy="182880"/>
          </a:xfrm>
          <a:prstGeom prst="rect">
            <a:avLst/>
          </a:prstGeom>
        </p:spPr>
      </p:pic>
      <mc:AlternateContent xmlns:mc="http://schemas.openxmlformats.org/markup-compatibility/2006" xmlns:p14="http://schemas.microsoft.com/office/powerpoint/2010/main">
        <mc:Choice Requires="p14">
          <p:contentPart r:id="rId44" p14:bwMode="auto">
            <p14:nvContentPartPr>
              <p14:cNvPr id="40" name="Ink 39"/>
              <p14:cNvContentPartPr/>
              <p14:nvPr/>
            </p14:nvContentPartPr>
            <p14:xfrm>
              <a:off x="622800" y="3257280"/>
              <a:ext cx="640800" cy="1136160"/>
            </p14:xfrm>
          </p:contentPart>
        </mc:Choice>
        <mc:Fallback xmlns="">
          <p:pic>
            <p:nvPicPr>
              <p:cNvPr id="40" name="Ink 39"/>
            </p:nvPicPr>
            <p:blipFill>
              <a:blip r:embed="rId45"/>
            </p:blipFill>
            <p:spPr>
              <a:xfrm>
                <a:off x="622800" y="3257280"/>
                <a:ext cx="640800" cy="1136160"/>
              </a:xfrm>
              <a:prstGeom prst="rect"/>
            </p:spPr>
          </p:pic>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325" y="258763"/>
            <a:ext cx="11307763" cy="676210"/>
          </a:xfrm>
        </p:spPr>
        <p:txBody>
          <a:bodyPr/>
          <a:lstStyle/>
          <a:p>
            <a:r>
              <a:rPr lang="en-US" dirty="0"/>
              <a:t>Self-Attention</a:t>
            </a:r>
            <a:endParaRPr lang="en-IN" dirty="0"/>
          </a:p>
        </p:txBody>
      </p:sp>
      <p:pic>
        <p:nvPicPr>
          <p:cNvPr id="65" name="object 64"/>
          <p:cNvPicPr/>
          <p:nvPr/>
        </p:nvPicPr>
        <p:blipFill>
          <a:blip r:embed="rId1" cstate="print"/>
          <a:stretch>
            <a:fillRect/>
          </a:stretch>
        </p:blipFill>
        <p:spPr>
          <a:xfrm>
            <a:off x="1024127" y="5917531"/>
            <a:ext cx="222503" cy="149351"/>
          </a:xfrm>
          <a:prstGeom prst="rect">
            <a:avLst/>
          </a:prstGeom>
        </p:spPr>
      </p:pic>
      <p:pic>
        <p:nvPicPr>
          <p:cNvPr id="66" name="object 65"/>
          <p:cNvPicPr/>
          <p:nvPr/>
        </p:nvPicPr>
        <p:blipFill>
          <a:blip r:embed="rId2" cstate="print"/>
          <a:stretch>
            <a:fillRect/>
          </a:stretch>
        </p:blipFill>
        <p:spPr>
          <a:xfrm>
            <a:off x="2414016" y="5917531"/>
            <a:ext cx="227075" cy="149351"/>
          </a:xfrm>
          <a:prstGeom prst="rect">
            <a:avLst/>
          </a:prstGeom>
        </p:spPr>
      </p:pic>
      <p:pic>
        <p:nvPicPr>
          <p:cNvPr id="67" name="object 66"/>
          <p:cNvPicPr/>
          <p:nvPr/>
        </p:nvPicPr>
        <p:blipFill>
          <a:blip r:embed="rId3" cstate="print"/>
          <a:stretch>
            <a:fillRect/>
          </a:stretch>
        </p:blipFill>
        <p:spPr>
          <a:xfrm>
            <a:off x="3768852" y="5917531"/>
            <a:ext cx="230124" cy="152400"/>
          </a:xfrm>
          <a:prstGeom prst="rect">
            <a:avLst/>
          </a:prstGeom>
        </p:spPr>
      </p:pic>
      <p:grpSp>
        <p:nvGrpSpPr>
          <p:cNvPr id="68" name="object 67"/>
          <p:cNvGrpSpPr/>
          <p:nvPr/>
        </p:nvGrpSpPr>
        <p:grpSpPr>
          <a:xfrm>
            <a:off x="897508" y="4669248"/>
            <a:ext cx="427355" cy="821690"/>
            <a:chOff x="897508" y="5210428"/>
            <a:chExt cx="427355" cy="821690"/>
          </a:xfrm>
        </p:grpSpPr>
        <p:pic>
          <p:nvPicPr>
            <p:cNvPr id="69" name="object 68"/>
            <p:cNvPicPr/>
            <p:nvPr/>
          </p:nvPicPr>
          <p:blipFill>
            <a:blip r:embed="rId4" cstate="print"/>
            <a:stretch>
              <a:fillRect/>
            </a:stretch>
          </p:blipFill>
          <p:spPr>
            <a:xfrm>
              <a:off x="900683" y="5213603"/>
              <a:ext cx="420623" cy="815340"/>
            </a:xfrm>
            <a:prstGeom prst="rect">
              <a:avLst/>
            </a:prstGeom>
          </p:spPr>
        </p:pic>
        <p:sp>
          <p:nvSpPr>
            <p:cNvPr id="70" name="object 69"/>
            <p:cNvSpPr/>
            <p:nvPr/>
          </p:nvSpPr>
          <p:spPr>
            <a:xfrm>
              <a:off x="900683" y="5213603"/>
              <a:ext cx="421005" cy="815340"/>
            </a:xfrm>
            <a:custGeom>
              <a:avLst/>
              <a:gdLst/>
              <a:ahLst/>
              <a:cxnLst/>
              <a:rect l="l" t="t" r="r" b="b"/>
              <a:pathLst>
                <a:path w="421005" h="815339">
                  <a:moveTo>
                    <a:pt x="0" y="815340"/>
                  </a:moveTo>
                  <a:lnTo>
                    <a:pt x="420623" y="815340"/>
                  </a:lnTo>
                  <a:lnTo>
                    <a:pt x="420623" y="0"/>
                  </a:lnTo>
                  <a:lnTo>
                    <a:pt x="0" y="0"/>
                  </a:lnTo>
                  <a:lnTo>
                    <a:pt x="0" y="815340"/>
                  </a:lnTo>
                  <a:close/>
                </a:path>
              </a:pathLst>
            </a:custGeom>
            <a:ln w="6350">
              <a:solidFill>
                <a:srgbClr val="6FAC46"/>
              </a:solidFill>
            </a:ln>
          </p:spPr>
          <p:txBody>
            <a:bodyPr wrap="square" lIns="0" tIns="0" rIns="0" bIns="0" rtlCol="0"/>
            <a:lstStyle/>
            <a:p/>
          </p:txBody>
        </p:sp>
        <p:pic>
          <p:nvPicPr>
            <p:cNvPr id="71" name="object 70"/>
            <p:cNvPicPr/>
            <p:nvPr/>
          </p:nvPicPr>
          <p:blipFill>
            <a:blip r:embed="rId5" cstate="print"/>
            <a:stretch>
              <a:fillRect/>
            </a:stretch>
          </p:blipFill>
          <p:spPr>
            <a:xfrm>
              <a:off x="1016507" y="5507735"/>
              <a:ext cx="216408" cy="213359"/>
            </a:xfrm>
            <a:prstGeom prst="rect">
              <a:avLst/>
            </a:prstGeom>
          </p:spPr>
        </p:pic>
      </p:grpSp>
      <p:pic>
        <p:nvPicPr>
          <p:cNvPr id="72" name="object 71"/>
          <p:cNvPicPr/>
          <p:nvPr/>
        </p:nvPicPr>
        <p:blipFill>
          <a:blip r:embed="rId6" cstate="print"/>
          <a:stretch>
            <a:fillRect/>
          </a:stretch>
        </p:blipFill>
        <p:spPr>
          <a:xfrm>
            <a:off x="1082802" y="5578441"/>
            <a:ext cx="76200" cy="233045"/>
          </a:xfrm>
          <a:prstGeom prst="rect">
            <a:avLst/>
          </a:prstGeom>
        </p:spPr>
      </p:pic>
      <p:pic>
        <p:nvPicPr>
          <p:cNvPr id="73" name="object 72"/>
          <p:cNvPicPr/>
          <p:nvPr/>
        </p:nvPicPr>
        <p:blipFill>
          <a:blip r:embed="rId6" cstate="print"/>
          <a:stretch>
            <a:fillRect/>
          </a:stretch>
        </p:blipFill>
        <p:spPr>
          <a:xfrm>
            <a:off x="2472689" y="5578441"/>
            <a:ext cx="76200" cy="233045"/>
          </a:xfrm>
          <a:prstGeom prst="rect">
            <a:avLst/>
          </a:prstGeom>
        </p:spPr>
      </p:pic>
      <p:grpSp>
        <p:nvGrpSpPr>
          <p:cNvPr id="74" name="object 73"/>
          <p:cNvGrpSpPr/>
          <p:nvPr/>
        </p:nvGrpSpPr>
        <p:grpSpPr>
          <a:xfrm>
            <a:off x="2296541" y="4669248"/>
            <a:ext cx="425450" cy="821690"/>
            <a:chOff x="2296541" y="5210428"/>
            <a:chExt cx="425450" cy="821690"/>
          </a:xfrm>
        </p:grpSpPr>
        <p:pic>
          <p:nvPicPr>
            <p:cNvPr id="75" name="object 74"/>
            <p:cNvPicPr/>
            <p:nvPr/>
          </p:nvPicPr>
          <p:blipFill>
            <a:blip r:embed="rId4" cstate="print"/>
            <a:stretch>
              <a:fillRect/>
            </a:stretch>
          </p:blipFill>
          <p:spPr>
            <a:xfrm>
              <a:off x="2299716" y="5213603"/>
              <a:ext cx="419100" cy="815340"/>
            </a:xfrm>
            <a:prstGeom prst="rect">
              <a:avLst/>
            </a:prstGeom>
          </p:spPr>
        </p:pic>
        <p:sp>
          <p:nvSpPr>
            <p:cNvPr id="76" name="object 75"/>
            <p:cNvSpPr/>
            <p:nvPr/>
          </p:nvSpPr>
          <p:spPr>
            <a:xfrm>
              <a:off x="2299716" y="5213603"/>
              <a:ext cx="419100" cy="815340"/>
            </a:xfrm>
            <a:custGeom>
              <a:avLst/>
              <a:gdLst/>
              <a:ahLst/>
              <a:cxnLst/>
              <a:rect l="l" t="t" r="r" b="b"/>
              <a:pathLst>
                <a:path w="419100" h="815339">
                  <a:moveTo>
                    <a:pt x="0" y="815340"/>
                  </a:moveTo>
                  <a:lnTo>
                    <a:pt x="419100" y="815340"/>
                  </a:lnTo>
                  <a:lnTo>
                    <a:pt x="419100" y="0"/>
                  </a:lnTo>
                  <a:lnTo>
                    <a:pt x="0" y="0"/>
                  </a:lnTo>
                  <a:lnTo>
                    <a:pt x="0" y="815340"/>
                  </a:lnTo>
                  <a:close/>
                </a:path>
              </a:pathLst>
            </a:custGeom>
            <a:ln w="6350">
              <a:solidFill>
                <a:srgbClr val="6FAC46"/>
              </a:solidFill>
            </a:ln>
          </p:spPr>
          <p:txBody>
            <a:bodyPr wrap="square" lIns="0" tIns="0" rIns="0" bIns="0" rtlCol="0"/>
            <a:lstStyle/>
            <a:p/>
          </p:txBody>
        </p:sp>
        <p:pic>
          <p:nvPicPr>
            <p:cNvPr id="77" name="object 76"/>
            <p:cNvPicPr/>
            <p:nvPr/>
          </p:nvPicPr>
          <p:blipFill>
            <a:blip r:embed="rId7" cstate="print"/>
            <a:stretch>
              <a:fillRect/>
            </a:stretch>
          </p:blipFill>
          <p:spPr>
            <a:xfrm>
              <a:off x="2406396" y="5507735"/>
              <a:ext cx="220980" cy="213359"/>
            </a:xfrm>
            <a:prstGeom prst="rect">
              <a:avLst/>
            </a:prstGeom>
          </p:spPr>
        </p:pic>
      </p:grpSp>
      <p:pic>
        <p:nvPicPr>
          <p:cNvPr id="78" name="object 77"/>
          <p:cNvPicPr/>
          <p:nvPr/>
        </p:nvPicPr>
        <p:blipFill>
          <a:blip r:embed="rId6" cstate="print"/>
          <a:stretch>
            <a:fillRect/>
          </a:stretch>
        </p:blipFill>
        <p:spPr>
          <a:xfrm>
            <a:off x="3815334" y="5575393"/>
            <a:ext cx="76200" cy="233045"/>
          </a:xfrm>
          <a:prstGeom prst="rect">
            <a:avLst/>
          </a:prstGeom>
        </p:spPr>
      </p:pic>
      <p:grpSp>
        <p:nvGrpSpPr>
          <p:cNvPr id="79" name="object 78"/>
          <p:cNvGrpSpPr/>
          <p:nvPr/>
        </p:nvGrpSpPr>
        <p:grpSpPr>
          <a:xfrm>
            <a:off x="3636136" y="4663153"/>
            <a:ext cx="425450" cy="820419"/>
            <a:chOff x="3636136" y="5204333"/>
            <a:chExt cx="425450" cy="820419"/>
          </a:xfrm>
        </p:grpSpPr>
        <p:pic>
          <p:nvPicPr>
            <p:cNvPr id="80" name="object 79"/>
            <p:cNvPicPr/>
            <p:nvPr/>
          </p:nvPicPr>
          <p:blipFill>
            <a:blip r:embed="rId8" cstate="print"/>
            <a:stretch>
              <a:fillRect/>
            </a:stretch>
          </p:blipFill>
          <p:spPr>
            <a:xfrm>
              <a:off x="3639311" y="5207508"/>
              <a:ext cx="419100" cy="813815"/>
            </a:xfrm>
            <a:prstGeom prst="rect">
              <a:avLst/>
            </a:prstGeom>
          </p:spPr>
        </p:pic>
        <p:sp>
          <p:nvSpPr>
            <p:cNvPr id="81" name="object 80"/>
            <p:cNvSpPr/>
            <p:nvPr/>
          </p:nvSpPr>
          <p:spPr>
            <a:xfrm>
              <a:off x="3639311" y="5207508"/>
              <a:ext cx="419100" cy="814069"/>
            </a:xfrm>
            <a:custGeom>
              <a:avLst/>
              <a:gdLst/>
              <a:ahLst/>
              <a:cxnLst/>
              <a:rect l="l" t="t" r="r" b="b"/>
              <a:pathLst>
                <a:path w="419100" h="814070">
                  <a:moveTo>
                    <a:pt x="0" y="813815"/>
                  </a:moveTo>
                  <a:lnTo>
                    <a:pt x="419100" y="813815"/>
                  </a:lnTo>
                  <a:lnTo>
                    <a:pt x="419100" y="0"/>
                  </a:lnTo>
                  <a:lnTo>
                    <a:pt x="0" y="0"/>
                  </a:lnTo>
                  <a:lnTo>
                    <a:pt x="0" y="813815"/>
                  </a:lnTo>
                  <a:close/>
                </a:path>
              </a:pathLst>
            </a:custGeom>
            <a:ln w="6350">
              <a:solidFill>
                <a:srgbClr val="6FAC46"/>
              </a:solidFill>
            </a:ln>
          </p:spPr>
          <p:txBody>
            <a:bodyPr wrap="square" lIns="0" tIns="0" rIns="0" bIns="0" rtlCol="0"/>
            <a:lstStyle/>
            <a:p/>
          </p:txBody>
        </p:sp>
        <p:pic>
          <p:nvPicPr>
            <p:cNvPr id="82" name="object 81"/>
            <p:cNvPicPr/>
            <p:nvPr/>
          </p:nvPicPr>
          <p:blipFill>
            <a:blip r:embed="rId9" cstate="print"/>
            <a:stretch>
              <a:fillRect/>
            </a:stretch>
          </p:blipFill>
          <p:spPr>
            <a:xfrm>
              <a:off x="3749039" y="5506212"/>
              <a:ext cx="222503" cy="216407"/>
            </a:xfrm>
            <a:prstGeom prst="rect">
              <a:avLst/>
            </a:prstGeom>
          </p:spPr>
        </p:pic>
      </p:grpSp>
      <p:pic>
        <p:nvPicPr>
          <p:cNvPr id="93" name="object 82"/>
          <p:cNvPicPr/>
          <p:nvPr/>
        </p:nvPicPr>
        <p:blipFill>
          <a:blip r:embed="rId10" cstate="print"/>
          <a:stretch>
            <a:fillRect/>
          </a:stretch>
        </p:blipFill>
        <p:spPr>
          <a:xfrm>
            <a:off x="5234648" y="4170904"/>
            <a:ext cx="3225418" cy="182880"/>
          </a:xfrm>
          <a:prstGeom prst="rect">
            <a:avLst/>
          </a:prstGeom>
        </p:spPr>
      </p:pic>
      <p:pic>
        <p:nvPicPr>
          <p:cNvPr id="94" name="object 83"/>
          <p:cNvPicPr/>
          <p:nvPr/>
        </p:nvPicPr>
        <p:blipFill>
          <a:blip r:embed="rId11" cstate="print"/>
          <a:stretch>
            <a:fillRect/>
          </a:stretch>
        </p:blipFill>
        <p:spPr>
          <a:xfrm>
            <a:off x="5232236" y="4513804"/>
            <a:ext cx="2607564" cy="227075"/>
          </a:xfrm>
          <a:prstGeom prst="rect">
            <a:avLst/>
          </a:prstGeom>
        </p:spPr>
      </p:pic>
      <p:grpSp>
        <p:nvGrpSpPr>
          <p:cNvPr id="95" name="object 84"/>
          <p:cNvGrpSpPr/>
          <p:nvPr/>
        </p:nvGrpSpPr>
        <p:grpSpPr>
          <a:xfrm>
            <a:off x="5416640" y="4899377"/>
            <a:ext cx="1811020" cy="434340"/>
            <a:chOff x="5323332" y="5141976"/>
            <a:chExt cx="1811020" cy="434340"/>
          </a:xfrm>
        </p:grpSpPr>
        <p:pic>
          <p:nvPicPr>
            <p:cNvPr id="96" name="object 85"/>
            <p:cNvPicPr/>
            <p:nvPr/>
          </p:nvPicPr>
          <p:blipFill>
            <a:blip r:embed="rId12" cstate="print"/>
            <a:stretch>
              <a:fillRect/>
            </a:stretch>
          </p:blipFill>
          <p:spPr>
            <a:xfrm>
              <a:off x="5323332" y="5141976"/>
              <a:ext cx="1810512" cy="252984"/>
            </a:xfrm>
            <a:prstGeom prst="rect">
              <a:avLst/>
            </a:prstGeom>
          </p:spPr>
        </p:pic>
        <p:pic>
          <p:nvPicPr>
            <p:cNvPr id="97" name="object 86"/>
            <p:cNvPicPr/>
            <p:nvPr/>
          </p:nvPicPr>
          <p:blipFill>
            <a:blip r:embed="rId13" cstate="print"/>
            <a:stretch>
              <a:fillRect/>
            </a:stretch>
          </p:blipFill>
          <p:spPr>
            <a:xfrm>
              <a:off x="6319266" y="5385054"/>
              <a:ext cx="196723" cy="191008"/>
            </a:xfrm>
            <a:prstGeom prst="rect">
              <a:avLst/>
            </a:prstGeom>
          </p:spPr>
        </p:pic>
      </p:grpSp>
      <p:pic>
        <p:nvPicPr>
          <p:cNvPr id="98" name="object 87"/>
          <p:cNvPicPr/>
          <p:nvPr/>
        </p:nvPicPr>
        <p:blipFill>
          <a:blip r:embed="rId14" cstate="print"/>
          <a:stretch>
            <a:fillRect/>
          </a:stretch>
        </p:blipFill>
        <p:spPr>
          <a:xfrm>
            <a:off x="5234394" y="5668997"/>
            <a:ext cx="3615816" cy="252984"/>
          </a:xfrm>
          <a:prstGeom prst="rect">
            <a:avLst/>
          </a:prstGeom>
        </p:spPr>
      </p:pic>
      <p:sp>
        <p:nvSpPr>
          <p:cNvPr id="99" name="object 88"/>
          <p:cNvSpPr txBox="1"/>
          <p:nvPr/>
        </p:nvSpPr>
        <p:spPr>
          <a:xfrm>
            <a:off x="6637110" y="5231710"/>
            <a:ext cx="2296795"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Calibri" panose="020F0502020204030204"/>
                <a:cs typeface="Calibri" panose="020F0502020204030204"/>
              </a:rPr>
              <a:t>shared</a:t>
            </a:r>
            <a:r>
              <a:rPr sz="1400" spc="-40" dirty="0">
                <a:latin typeface="Calibri" panose="020F0502020204030204"/>
                <a:cs typeface="Calibri" panose="020F0502020204030204"/>
              </a:rPr>
              <a:t> </a:t>
            </a:r>
            <a:r>
              <a:rPr sz="1400" spc="-10" dirty="0">
                <a:latin typeface="Calibri" panose="020F0502020204030204"/>
                <a:cs typeface="Calibri" panose="020F0502020204030204"/>
              </a:rPr>
              <a:t>weights</a:t>
            </a:r>
            <a:r>
              <a:rPr sz="1400" spc="-25" dirty="0">
                <a:latin typeface="Calibri" panose="020F0502020204030204"/>
                <a:cs typeface="Calibri" panose="020F0502020204030204"/>
              </a:rPr>
              <a:t> </a:t>
            </a:r>
            <a:r>
              <a:rPr sz="1400" dirty="0">
                <a:latin typeface="Calibri" panose="020F0502020204030204"/>
                <a:cs typeface="Calibri" panose="020F0502020204030204"/>
              </a:rPr>
              <a:t>at</a:t>
            </a:r>
            <a:r>
              <a:rPr sz="1400" spc="-30" dirty="0">
                <a:latin typeface="Calibri" panose="020F0502020204030204"/>
                <a:cs typeface="Calibri" panose="020F0502020204030204"/>
              </a:rPr>
              <a:t> </a:t>
            </a:r>
            <a:r>
              <a:rPr sz="1400" dirty="0">
                <a:latin typeface="Calibri" panose="020F0502020204030204"/>
                <a:cs typeface="Calibri" panose="020F0502020204030204"/>
              </a:rPr>
              <a:t>all</a:t>
            </a:r>
            <a:r>
              <a:rPr sz="1400" spc="-30" dirty="0">
                <a:latin typeface="Calibri" panose="020F0502020204030204"/>
                <a:cs typeface="Calibri" panose="020F0502020204030204"/>
              </a:rPr>
              <a:t> </a:t>
            </a:r>
            <a:r>
              <a:rPr sz="1400" dirty="0">
                <a:latin typeface="Calibri" panose="020F0502020204030204"/>
                <a:cs typeface="Calibri" panose="020F0502020204030204"/>
              </a:rPr>
              <a:t>time</a:t>
            </a:r>
            <a:r>
              <a:rPr sz="1400" spc="-30" dirty="0">
                <a:latin typeface="Calibri" panose="020F0502020204030204"/>
                <a:cs typeface="Calibri" panose="020F0502020204030204"/>
              </a:rPr>
              <a:t> </a:t>
            </a:r>
            <a:r>
              <a:rPr sz="1400" spc="-20" dirty="0">
                <a:latin typeface="Calibri" panose="020F0502020204030204"/>
                <a:cs typeface="Calibri" panose="020F0502020204030204"/>
              </a:rPr>
              <a:t>steps</a:t>
            </a:r>
            <a:endParaRPr sz="1400">
              <a:latin typeface="Calibri" panose="020F0502020204030204"/>
              <a:cs typeface="Calibri" panose="020F0502020204030204"/>
            </a:endParaRPr>
          </a:p>
        </p:txBody>
      </p:sp>
      <p:pic>
        <p:nvPicPr>
          <p:cNvPr id="3" name="object 21"/>
          <p:cNvPicPr/>
          <p:nvPr/>
        </p:nvPicPr>
        <p:blipFill>
          <a:blip r:embed="rId15" cstate="print"/>
          <a:stretch>
            <a:fillRect/>
          </a:stretch>
        </p:blipFill>
        <p:spPr>
          <a:xfrm>
            <a:off x="1314068" y="4383625"/>
            <a:ext cx="141986" cy="214375"/>
          </a:xfrm>
          <a:prstGeom prst="rect">
            <a:avLst/>
          </a:prstGeom>
        </p:spPr>
      </p:pic>
      <p:pic>
        <p:nvPicPr>
          <p:cNvPr id="4" name="object 97"/>
          <p:cNvPicPr/>
          <p:nvPr/>
        </p:nvPicPr>
        <p:blipFill>
          <a:blip r:embed="rId15" cstate="print"/>
          <a:stretch>
            <a:fillRect/>
          </a:stretch>
        </p:blipFill>
        <p:spPr>
          <a:xfrm>
            <a:off x="2714625" y="4383625"/>
            <a:ext cx="141986" cy="214375"/>
          </a:xfrm>
          <a:prstGeom prst="rect">
            <a:avLst/>
          </a:prstGeom>
        </p:spPr>
      </p:pic>
      <p:pic>
        <p:nvPicPr>
          <p:cNvPr id="5" name="object 98"/>
          <p:cNvPicPr/>
          <p:nvPr/>
        </p:nvPicPr>
        <p:blipFill>
          <a:blip r:embed="rId15" cstate="print"/>
          <a:stretch>
            <a:fillRect/>
          </a:stretch>
        </p:blipFill>
        <p:spPr>
          <a:xfrm>
            <a:off x="4049648" y="4385149"/>
            <a:ext cx="141986" cy="214375"/>
          </a:xfrm>
          <a:prstGeom prst="rect">
            <a:avLst/>
          </a:prstGeom>
        </p:spPr>
      </p:pic>
      <p:pic>
        <p:nvPicPr>
          <p:cNvPr id="13" name="object 29"/>
          <p:cNvPicPr/>
          <p:nvPr/>
        </p:nvPicPr>
        <p:blipFill>
          <a:blip r:embed="rId16" cstate="print"/>
          <a:stretch>
            <a:fillRect/>
          </a:stretch>
        </p:blipFill>
        <p:spPr>
          <a:xfrm>
            <a:off x="1322831" y="3951571"/>
            <a:ext cx="332231" cy="382524"/>
          </a:xfrm>
          <a:prstGeom prst="rect">
            <a:avLst/>
          </a:prstGeom>
        </p:spPr>
      </p:pic>
      <p:pic>
        <p:nvPicPr>
          <p:cNvPr id="14" name="object 31"/>
          <p:cNvPicPr/>
          <p:nvPr/>
        </p:nvPicPr>
        <p:blipFill>
          <a:blip r:embed="rId17" cstate="print"/>
          <a:stretch>
            <a:fillRect/>
          </a:stretch>
        </p:blipFill>
        <p:spPr>
          <a:xfrm>
            <a:off x="1394459" y="4084159"/>
            <a:ext cx="199644" cy="149351"/>
          </a:xfrm>
          <a:prstGeom prst="rect">
            <a:avLst/>
          </a:prstGeom>
        </p:spPr>
      </p:pic>
      <p:pic>
        <p:nvPicPr>
          <p:cNvPr id="17" name="object 32"/>
          <p:cNvPicPr/>
          <p:nvPr/>
        </p:nvPicPr>
        <p:blipFill>
          <a:blip r:embed="rId16" cstate="print"/>
          <a:stretch>
            <a:fillRect/>
          </a:stretch>
        </p:blipFill>
        <p:spPr>
          <a:xfrm>
            <a:off x="2723387" y="3951571"/>
            <a:ext cx="333756" cy="382524"/>
          </a:xfrm>
          <a:prstGeom prst="rect">
            <a:avLst/>
          </a:prstGeom>
        </p:spPr>
      </p:pic>
      <p:pic>
        <p:nvPicPr>
          <p:cNvPr id="18" name="object 34"/>
          <p:cNvPicPr/>
          <p:nvPr/>
        </p:nvPicPr>
        <p:blipFill>
          <a:blip r:embed="rId18" cstate="print"/>
          <a:stretch>
            <a:fillRect/>
          </a:stretch>
        </p:blipFill>
        <p:spPr>
          <a:xfrm>
            <a:off x="2795016" y="4084159"/>
            <a:ext cx="205739" cy="149351"/>
          </a:xfrm>
          <a:prstGeom prst="rect">
            <a:avLst/>
          </a:prstGeom>
        </p:spPr>
      </p:pic>
      <p:pic>
        <p:nvPicPr>
          <p:cNvPr id="19" name="object 35"/>
          <p:cNvPicPr/>
          <p:nvPr/>
        </p:nvPicPr>
        <p:blipFill>
          <a:blip r:embed="rId19" cstate="print"/>
          <a:stretch>
            <a:fillRect/>
          </a:stretch>
        </p:blipFill>
        <p:spPr>
          <a:xfrm>
            <a:off x="4058411" y="3954620"/>
            <a:ext cx="333756" cy="381000"/>
          </a:xfrm>
          <a:prstGeom prst="rect">
            <a:avLst/>
          </a:prstGeom>
        </p:spPr>
      </p:pic>
      <p:pic>
        <p:nvPicPr>
          <p:cNvPr id="20" name="object 37"/>
          <p:cNvPicPr/>
          <p:nvPr/>
        </p:nvPicPr>
        <p:blipFill>
          <a:blip r:embed="rId20" cstate="print"/>
          <a:stretch>
            <a:fillRect/>
          </a:stretch>
        </p:blipFill>
        <p:spPr>
          <a:xfrm>
            <a:off x="4130040" y="4087207"/>
            <a:ext cx="207263" cy="152400"/>
          </a:xfrm>
          <a:prstGeom prst="rect">
            <a:avLst/>
          </a:prstGeom>
        </p:spPr>
      </p:pic>
      <p:pic>
        <p:nvPicPr>
          <p:cNvPr id="21" name="object 99"/>
          <p:cNvPicPr/>
          <p:nvPr/>
        </p:nvPicPr>
        <p:blipFill>
          <a:blip r:embed="rId21" cstate="print"/>
          <a:stretch>
            <a:fillRect/>
          </a:stretch>
        </p:blipFill>
        <p:spPr>
          <a:xfrm>
            <a:off x="5231084" y="3183635"/>
            <a:ext cx="986027" cy="231648"/>
          </a:xfrm>
          <a:prstGeom prst="rect">
            <a:avLst/>
          </a:prstGeom>
        </p:spPr>
      </p:pic>
      <p:pic>
        <p:nvPicPr>
          <p:cNvPr id="22" name="object 100"/>
          <p:cNvPicPr/>
          <p:nvPr/>
        </p:nvPicPr>
        <p:blipFill>
          <a:blip r:embed="rId22" cstate="print"/>
          <a:stretch>
            <a:fillRect/>
          </a:stretch>
        </p:blipFill>
        <p:spPr>
          <a:xfrm>
            <a:off x="6457904" y="3200400"/>
            <a:ext cx="4692396" cy="214884"/>
          </a:xfrm>
          <a:prstGeom prst="rect">
            <a:avLst/>
          </a:prstGeom>
        </p:spPr>
      </p:pic>
      <p:pic>
        <p:nvPicPr>
          <p:cNvPr id="6" name="object 8"/>
          <p:cNvPicPr/>
          <p:nvPr/>
        </p:nvPicPr>
        <p:blipFill>
          <a:blip r:embed="rId23" cstate="print"/>
          <a:stretch>
            <a:fillRect/>
          </a:stretch>
        </p:blipFill>
        <p:spPr>
          <a:xfrm>
            <a:off x="573023" y="3959191"/>
            <a:ext cx="332232" cy="382524"/>
          </a:xfrm>
          <a:prstGeom prst="rect">
            <a:avLst/>
          </a:prstGeom>
        </p:spPr>
      </p:pic>
      <p:pic>
        <p:nvPicPr>
          <p:cNvPr id="7" name="object 10"/>
          <p:cNvPicPr/>
          <p:nvPr/>
        </p:nvPicPr>
        <p:blipFill>
          <a:blip r:embed="rId24" cstate="print"/>
          <a:stretch>
            <a:fillRect/>
          </a:stretch>
        </p:blipFill>
        <p:spPr>
          <a:xfrm>
            <a:off x="637031" y="4065871"/>
            <a:ext cx="202692" cy="213360"/>
          </a:xfrm>
          <a:prstGeom prst="rect">
            <a:avLst/>
          </a:prstGeom>
        </p:spPr>
      </p:pic>
      <p:pic>
        <p:nvPicPr>
          <p:cNvPr id="8" name="object 12"/>
          <p:cNvPicPr/>
          <p:nvPr/>
        </p:nvPicPr>
        <p:blipFill>
          <a:blip r:embed="rId23" cstate="print"/>
          <a:stretch>
            <a:fillRect/>
          </a:stretch>
        </p:blipFill>
        <p:spPr>
          <a:xfrm>
            <a:off x="1970531" y="3950047"/>
            <a:ext cx="332231" cy="382524"/>
          </a:xfrm>
          <a:prstGeom prst="rect">
            <a:avLst/>
          </a:prstGeom>
        </p:spPr>
      </p:pic>
      <p:pic>
        <p:nvPicPr>
          <p:cNvPr id="9" name="object 14"/>
          <p:cNvPicPr/>
          <p:nvPr/>
        </p:nvPicPr>
        <p:blipFill>
          <a:blip r:embed="rId25" cstate="print"/>
          <a:stretch>
            <a:fillRect/>
          </a:stretch>
        </p:blipFill>
        <p:spPr>
          <a:xfrm>
            <a:off x="2036063" y="4056727"/>
            <a:ext cx="207263" cy="213360"/>
          </a:xfrm>
          <a:prstGeom prst="rect">
            <a:avLst/>
          </a:prstGeom>
        </p:spPr>
      </p:pic>
      <p:pic>
        <p:nvPicPr>
          <p:cNvPr id="10" name="object 15"/>
          <p:cNvPicPr/>
          <p:nvPr/>
        </p:nvPicPr>
        <p:blipFill>
          <a:blip r:embed="rId23" cstate="print"/>
          <a:stretch>
            <a:fillRect/>
          </a:stretch>
        </p:blipFill>
        <p:spPr>
          <a:xfrm>
            <a:off x="3305556" y="3950047"/>
            <a:ext cx="333755" cy="382524"/>
          </a:xfrm>
          <a:prstGeom prst="rect">
            <a:avLst/>
          </a:prstGeom>
        </p:spPr>
      </p:pic>
      <p:pic>
        <p:nvPicPr>
          <p:cNvPr id="11" name="object 17"/>
          <p:cNvPicPr/>
          <p:nvPr/>
        </p:nvPicPr>
        <p:blipFill>
          <a:blip r:embed="rId26" cstate="print"/>
          <a:stretch>
            <a:fillRect/>
          </a:stretch>
        </p:blipFill>
        <p:spPr>
          <a:xfrm>
            <a:off x="3371087" y="4056727"/>
            <a:ext cx="208787" cy="216407"/>
          </a:xfrm>
          <a:prstGeom prst="rect">
            <a:avLst/>
          </a:prstGeom>
        </p:spPr>
      </p:pic>
      <p:pic>
        <p:nvPicPr>
          <p:cNvPr id="12" name="object 11"/>
          <p:cNvPicPr/>
          <p:nvPr/>
        </p:nvPicPr>
        <p:blipFill>
          <a:blip r:embed="rId27" cstate="print"/>
          <a:stretch>
            <a:fillRect/>
          </a:stretch>
        </p:blipFill>
        <p:spPr>
          <a:xfrm>
            <a:off x="796455" y="4386673"/>
            <a:ext cx="111302" cy="215137"/>
          </a:xfrm>
          <a:prstGeom prst="rect">
            <a:avLst/>
          </a:prstGeom>
        </p:spPr>
      </p:pic>
      <p:pic>
        <p:nvPicPr>
          <p:cNvPr id="15" name="object 89"/>
          <p:cNvPicPr/>
          <p:nvPr/>
        </p:nvPicPr>
        <p:blipFill>
          <a:blip r:embed="rId28" cstate="print"/>
          <a:stretch>
            <a:fillRect/>
          </a:stretch>
        </p:blipFill>
        <p:spPr>
          <a:xfrm>
            <a:off x="2196973" y="4400390"/>
            <a:ext cx="111378" cy="215137"/>
          </a:xfrm>
          <a:prstGeom prst="rect">
            <a:avLst/>
          </a:prstGeom>
        </p:spPr>
      </p:pic>
      <p:pic>
        <p:nvPicPr>
          <p:cNvPr id="16" name="object 94"/>
          <p:cNvPicPr/>
          <p:nvPr/>
        </p:nvPicPr>
        <p:blipFill>
          <a:blip r:embed="rId29" cstate="print"/>
          <a:stretch>
            <a:fillRect/>
          </a:stretch>
        </p:blipFill>
        <p:spPr>
          <a:xfrm>
            <a:off x="3536569" y="4386673"/>
            <a:ext cx="111378" cy="215137"/>
          </a:xfrm>
          <a:prstGeom prst="rect">
            <a:avLst/>
          </a:prstGeom>
        </p:spPr>
      </p:pic>
      <p:pic>
        <p:nvPicPr>
          <p:cNvPr id="23" name="object 90"/>
          <p:cNvPicPr/>
          <p:nvPr/>
        </p:nvPicPr>
        <p:blipFill>
          <a:blip r:embed="rId30" cstate="print"/>
          <a:stretch>
            <a:fillRect/>
          </a:stretch>
        </p:blipFill>
        <p:spPr>
          <a:xfrm>
            <a:off x="5231084" y="3498113"/>
            <a:ext cx="2749296" cy="230124"/>
          </a:xfrm>
          <a:prstGeom prst="rect">
            <a:avLst/>
          </a:prstGeom>
        </p:spPr>
      </p:pic>
      <p:pic>
        <p:nvPicPr>
          <p:cNvPr id="24" name="object 92"/>
          <p:cNvPicPr/>
          <p:nvPr/>
        </p:nvPicPr>
        <p:blipFill>
          <a:blip r:embed="rId31" cstate="print"/>
          <a:stretch>
            <a:fillRect/>
          </a:stretch>
        </p:blipFill>
        <p:spPr>
          <a:xfrm>
            <a:off x="8413196" y="3476778"/>
            <a:ext cx="1520952" cy="207264"/>
          </a:xfrm>
          <a:prstGeom prst="rect">
            <a:avLst/>
          </a:prstGeom>
        </p:spPr>
      </p:pic>
      <p:pic>
        <p:nvPicPr>
          <p:cNvPr id="25" name="object 18"/>
          <p:cNvPicPr/>
          <p:nvPr/>
        </p:nvPicPr>
        <p:blipFill>
          <a:blip r:embed="rId32" cstate="print"/>
          <a:stretch>
            <a:fillRect/>
          </a:stretch>
        </p:blipFill>
        <p:spPr>
          <a:xfrm>
            <a:off x="944879" y="3950047"/>
            <a:ext cx="332231" cy="382524"/>
          </a:xfrm>
          <a:prstGeom prst="rect">
            <a:avLst/>
          </a:prstGeom>
        </p:spPr>
      </p:pic>
      <p:pic>
        <p:nvPicPr>
          <p:cNvPr id="26" name="object 20"/>
          <p:cNvPicPr/>
          <p:nvPr/>
        </p:nvPicPr>
        <p:blipFill>
          <a:blip r:embed="rId33" cstate="print"/>
          <a:stretch>
            <a:fillRect/>
          </a:stretch>
        </p:blipFill>
        <p:spPr>
          <a:xfrm>
            <a:off x="1045463" y="4082635"/>
            <a:ext cx="187452" cy="160019"/>
          </a:xfrm>
          <a:prstGeom prst="rect">
            <a:avLst/>
          </a:prstGeom>
        </p:spPr>
      </p:pic>
      <p:pic>
        <p:nvPicPr>
          <p:cNvPr id="27" name="object 23"/>
          <p:cNvPicPr/>
          <p:nvPr/>
        </p:nvPicPr>
        <p:blipFill>
          <a:blip r:embed="rId34" cstate="print"/>
          <a:stretch>
            <a:fillRect/>
          </a:stretch>
        </p:blipFill>
        <p:spPr>
          <a:xfrm>
            <a:off x="2342387" y="3953095"/>
            <a:ext cx="333756" cy="381000"/>
          </a:xfrm>
          <a:prstGeom prst="rect">
            <a:avLst/>
          </a:prstGeom>
        </p:spPr>
      </p:pic>
      <p:pic>
        <p:nvPicPr>
          <p:cNvPr id="28" name="object 25"/>
          <p:cNvPicPr/>
          <p:nvPr/>
        </p:nvPicPr>
        <p:blipFill>
          <a:blip r:embed="rId35" cstate="print"/>
          <a:stretch>
            <a:fillRect/>
          </a:stretch>
        </p:blipFill>
        <p:spPr>
          <a:xfrm>
            <a:off x="2444495" y="4084159"/>
            <a:ext cx="193548" cy="160019"/>
          </a:xfrm>
          <a:prstGeom prst="rect">
            <a:avLst/>
          </a:prstGeom>
        </p:spPr>
      </p:pic>
      <p:pic>
        <p:nvPicPr>
          <p:cNvPr id="29" name="object 26"/>
          <p:cNvPicPr/>
          <p:nvPr/>
        </p:nvPicPr>
        <p:blipFill>
          <a:blip r:embed="rId32" cstate="print"/>
          <a:stretch>
            <a:fillRect/>
          </a:stretch>
        </p:blipFill>
        <p:spPr>
          <a:xfrm>
            <a:off x="3678935" y="3954620"/>
            <a:ext cx="332232" cy="382524"/>
          </a:xfrm>
          <a:prstGeom prst="rect">
            <a:avLst/>
          </a:prstGeom>
        </p:spPr>
      </p:pic>
      <p:pic>
        <p:nvPicPr>
          <p:cNvPr id="30" name="object 28"/>
          <p:cNvPicPr/>
          <p:nvPr/>
        </p:nvPicPr>
        <p:blipFill>
          <a:blip r:embed="rId36" cstate="print"/>
          <a:stretch>
            <a:fillRect/>
          </a:stretch>
        </p:blipFill>
        <p:spPr>
          <a:xfrm>
            <a:off x="3779519" y="4085683"/>
            <a:ext cx="195072" cy="160019"/>
          </a:xfrm>
          <a:prstGeom prst="rect">
            <a:avLst/>
          </a:prstGeom>
        </p:spPr>
      </p:pic>
      <p:pic>
        <p:nvPicPr>
          <p:cNvPr id="31" name="object 22"/>
          <p:cNvPicPr/>
          <p:nvPr/>
        </p:nvPicPr>
        <p:blipFill>
          <a:blip r:embed="rId37" cstate="print"/>
          <a:stretch>
            <a:fillRect/>
          </a:stretch>
        </p:blipFill>
        <p:spPr>
          <a:xfrm>
            <a:off x="1071867" y="4388197"/>
            <a:ext cx="76161" cy="213614"/>
          </a:xfrm>
          <a:prstGeom prst="rect">
            <a:avLst/>
          </a:prstGeom>
        </p:spPr>
      </p:pic>
      <p:pic>
        <p:nvPicPr>
          <p:cNvPr id="32" name="object 95"/>
          <p:cNvPicPr/>
          <p:nvPr/>
        </p:nvPicPr>
        <p:blipFill>
          <a:blip r:embed="rId38" cstate="print"/>
          <a:stretch>
            <a:fillRect/>
          </a:stretch>
        </p:blipFill>
        <p:spPr>
          <a:xfrm>
            <a:off x="2469388" y="4389722"/>
            <a:ext cx="76200" cy="213614"/>
          </a:xfrm>
          <a:prstGeom prst="rect">
            <a:avLst/>
          </a:prstGeom>
        </p:spPr>
      </p:pic>
      <p:pic>
        <p:nvPicPr>
          <p:cNvPr id="33" name="object 96"/>
          <p:cNvPicPr/>
          <p:nvPr/>
        </p:nvPicPr>
        <p:blipFill>
          <a:blip r:embed="rId38" cstate="print"/>
          <a:stretch>
            <a:fillRect/>
          </a:stretch>
        </p:blipFill>
        <p:spPr>
          <a:xfrm>
            <a:off x="3805935" y="4392770"/>
            <a:ext cx="76200" cy="213613"/>
          </a:xfrm>
          <a:prstGeom prst="rect">
            <a:avLst/>
          </a:prstGeom>
        </p:spPr>
      </p:pic>
      <p:pic>
        <p:nvPicPr>
          <p:cNvPr id="34" name="object 91"/>
          <p:cNvPicPr/>
          <p:nvPr/>
        </p:nvPicPr>
        <p:blipFill>
          <a:blip r:embed="rId39" cstate="print"/>
          <a:stretch>
            <a:fillRect/>
          </a:stretch>
        </p:blipFill>
        <p:spPr>
          <a:xfrm>
            <a:off x="5231083" y="3801422"/>
            <a:ext cx="966215" cy="230124"/>
          </a:xfrm>
          <a:prstGeom prst="rect">
            <a:avLst/>
          </a:prstGeom>
        </p:spPr>
      </p:pic>
      <p:pic>
        <p:nvPicPr>
          <p:cNvPr id="35" name="object 93"/>
          <p:cNvPicPr/>
          <p:nvPr/>
        </p:nvPicPr>
        <p:blipFill>
          <a:blip r:embed="rId40" cstate="print"/>
          <a:stretch>
            <a:fillRect/>
          </a:stretch>
        </p:blipFill>
        <p:spPr>
          <a:xfrm>
            <a:off x="8413195" y="3792278"/>
            <a:ext cx="1490472" cy="225551"/>
          </a:xfrm>
          <a:prstGeom prst="rect">
            <a:avLst/>
          </a:prstGeom>
        </p:spPr>
      </p:pic>
      <p:sp>
        <p:nvSpPr>
          <p:cNvPr id="36" name="object 38"/>
          <p:cNvSpPr/>
          <p:nvPr/>
        </p:nvSpPr>
        <p:spPr>
          <a:xfrm>
            <a:off x="576834" y="3310729"/>
            <a:ext cx="2874645" cy="601980"/>
          </a:xfrm>
          <a:custGeom>
            <a:avLst/>
            <a:gdLst/>
            <a:ahLst/>
            <a:cxnLst/>
            <a:rect l="l" t="t" r="r" b="b"/>
            <a:pathLst>
              <a:path w="2874645" h="601979">
                <a:moveTo>
                  <a:pt x="76200" y="76200"/>
                </a:moveTo>
                <a:lnTo>
                  <a:pt x="69850" y="63500"/>
                </a:lnTo>
                <a:lnTo>
                  <a:pt x="38100" y="0"/>
                </a:lnTo>
                <a:lnTo>
                  <a:pt x="0" y="76200"/>
                </a:lnTo>
                <a:lnTo>
                  <a:pt x="28575" y="76200"/>
                </a:lnTo>
                <a:lnTo>
                  <a:pt x="28575" y="530098"/>
                </a:lnTo>
                <a:lnTo>
                  <a:pt x="47625" y="530098"/>
                </a:lnTo>
                <a:lnTo>
                  <a:pt x="47625" y="76200"/>
                </a:lnTo>
                <a:lnTo>
                  <a:pt x="76200" y="76200"/>
                </a:lnTo>
                <a:close/>
              </a:path>
              <a:path w="2874645" h="601979">
                <a:moveTo>
                  <a:pt x="264058" y="121285"/>
                </a:moveTo>
                <a:lnTo>
                  <a:pt x="263779" y="121031"/>
                </a:lnTo>
                <a:lnTo>
                  <a:pt x="263347" y="120650"/>
                </a:lnTo>
                <a:lnTo>
                  <a:pt x="261620" y="119253"/>
                </a:lnTo>
                <a:lnTo>
                  <a:pt x="261404" y="119087"/>
                </a:lnTo>
                <a:lnTo>
                  <a:pt x="259727" y="117729"/>
                </a:lnTo>
                <a:lnTo>
                  <a:pt x="222059" y="98933"/>
                </a:lnTo>
                <a:lnTo>
                  <a:pt x="213093" y="98933"/>
                </a:lnTo>
                <a:lnTo>
                  <a:pt x="179273" y="120650"/>
                </a:lnTo>
                <a:lnTo>
                  <a:pt x="160070" y="157607"/>
                </a:lnTo>
                <a:lnTo>
                  <a:pt x="145326" y="207772"/>
                </a:lnTo>
                <a:lnTo>
                  <a:pt x="136156" y="253238"/>
                </a:lnTo>
                <a:lnTo>
                  <a:pt x="128295" y="304165"/>
                </a:lnTo>
                <a:lnTo>
                  <a:pt x="119494" y="378587"/>
                </a:lnTo>
                <a:lnTo>
                  <a:pt x="115481" y="417957"/>
                </a:lnTo>
                <a:lnTo>
                  <a:pt x="111696" y="459994"/>
                </a:lnTo>
                <a:lnTo>
                  <a:pt x="111302" y="464591"/>
                </a:lnTo>
                <a:lnTo>
                  <a:pt x="82829" y="462153"/>
                </a:lnTo>
                <a:lnTo>
                  <a:pt x="114300" y="541274"/>
                </a:lnTo>
                <a:lnTo>
                  <a:pt x="152450" y="478917"/>
                </a:lnTo>
                <a:lnTo>
                  <a:pt x="158750" y="468630"/>
                </a:lnTo>
                <a:lnTo>
                  <a:pt x="130289" y="466204"/>
                </a:lnTo>
                <a:lnTo>
                  <a:pt x="130987" y="458216"/>
                </a:lnTo>
                <a:lnTo>
                  <a:pt x="134442" y="419735"/>
                </a:lnTo>
                <a:lnTo>
                  <a:pt x="138417" y="380657"/>
                </a:lnTo>
                <a:lnTo>
                  <a:pt x="147154" y="306705"/>
                </a:lnTo>
                <a:lnTo>
                  <a:pt x="154914" y="256540"/>
                </a:lnTo>
                <a:lnTo>
                  <a:pt x="163753" y="212636"/>
                </a:lnTo>
                <a:lnTo>
                  <a:pt x="174167" y="175018"/>
                </a:lnTo>
                <a:lnTo>
                  <a:pt x="177787" y="164592"/>
                </a:lnTo>
                <a:lnTo>
                  <a:pt x="177850" y="164401"/>
                </a:lnTo>
                <a:lnTo>
                  <a:pt x="198361" y="127635"/>
                </a:lnTo>
                <a:lnTo>
                  <a:pt x="198843" y="127076"/>
                </a:lnTo>
                <a:lnTo>
                  <a:pt x="199123" y="126746"/>
                </a:lnTo>
                <a:lnTo>
                  <a:pt x="201269" y="124841"/>
                </a:lnTo>
                <a:lnTo>
                  <a:pt x="202514" y="123698"/>
                </a:lnTo>
                <a:lnTo>
                  <a:pt x="203822" y="122809"/>
                </a:lnTo>
                <a:lnTo>
                  <a:pt x="206629" y="120904"/>
                </a:lnTo>
                <a:lnTo>
                  <a:pt x="207010" y="120650"/>
                </a:lnTo>
                <a:lnTo>
                  <a:pt x="208457" y="120015"/>
                </a:lnTo>
                <a:lnTo>
                  <a:pt x="210591" y="119087"/>
                </a:lnTo>
                <a:lnTo>
                  <a:pt x="210159" y="119087"/>
                </a:lnTo>
                <a:lnTo>
                  <a:pt x="209994" y="119087"/>
                </a:lnTo>
                <a:lnTo>
                  <a:pt x="210400" y="119011"/>
                </a:lnTo>
                <a:lnTo>
                  <a:pt x="211137" y="118846"/>
                </a:lnTo>
                <a:lnTo>
                  <a:pt x="213436" y="118364"/>
                </a:lnTo>
                <a:lnTo>
                  <a:pt x="215265" y="117983"/>
                </a:lnTo>
                <a:lnTo>
                  <a:pt x="219583" y="117983"/>
                </a:lnTo>
                <a:lnTo>
                  <a:pt x="224828" y="119087"/>
                </a:lnTo>
                <a:lnTo>
                  <a:pt x="230644" y="121285"/>
                </a:lnTo>
                <a:lnTo>
                  <a:pt x="231330" y="121539"/>
                </a:lnTo>
                <a:lnTo>
                  <a:pt x="230746" y="121285"/>
                </a:lnTo>
                <a:lnTo>
                  <a:pt x="264058" y="121285"/>
                </a:lnTo>
                <a:close/>
              </a:path>
              <a:path w="2874645" h="601979">
                <a:moveTo>
                  <a:pt x="1938540" y="167462"/>
                </a:moveTo>
                <a:lnTo>
                  <a:pt x="1938223" y="167462"/>
                </a:lnTo>
                <a:lnTo>
                  <a:pt x="1936013" y="167957"/>
                </a:lnTo>
                <a:lnTo>
                  <a:pt x="1938540" y="167462"/>
                </a:lnTo>
                <a:close/>
              </a:path>
              <a:path w="2874645" h="601979">
                <a:moveTo>
                  <a:pt x="2874518" y="460756"/>
                </a:moveTo>
                <a:lnTo>
                  <a:pt x="2848711" y="472948"/>
                </a:lnTo>
                <a:lnTo>
                  <a:pt x="2842260" y="459486"/>
                </a:lnTo>
                <a:lnTo>
                  <a:pt x="2821559" y="418846"/>
                </a:lnTo>
                <a:lnTo>
                  <a:pt x="2804541" y="388429"/>
                </a:lnTo>
                <a:lnTo>
                  <a:pt x="2804541" y="82296"/>
                </a:lnTo>
                <a:lnTo>
                  <a:pt x="2833116" y="82296"/>
                </a:lnTo>
                <a:lnTo>
                  <a:pt x="2826766" y="69596"/>
                </a:lnTo>
                <a:lnTo>
                  <a:pt x="2795016" y="6096"/>
                </a:lnTo>
                <a:lnTo>
                  <a:pt x="2756916" y="82296"/>
                </a:lnTo>
                <a:lnTo>
                  <a:pt x="2785491" y="82296"/>
                </a:lnTo>
                <a:lnTo>
                  <a:pt x="2785491" y="356793"/>
                </a:lnTo>
                <a:lnTo>
                  <a:pt x="2763139" y="322326"/>
                </a:lnTo>
                <a:lnTo>
                  <a:pt x="2735821" y="286512"/>
                </a:lnTo>
                <a:lnTo>
                  <a:pt x="2705735" y="252857"/>
                </a:lnTo>
                <a:lnTo>
                  <a:pt x="2672461" y="221615"/>
                </a:lnTo>
                <a:lnTo>
                  <a:pt x="2635377" y="193294"/>
                </a:lnTo>
                <a:lnTo>
                  <a:pt x="2594229" y="168148"/>
                </a:lnTo>
                <a:lnTo>
                  <a:pt x="2548636" y="146685"/>
                </a:lnTo>
                <a:lnTo>
                  <a:pt x="2498090" y="129032"/>
                </a:lnTo>
                <a:lnTo>
                  <a:pt x="2487536" y="126263"/>
                </a:lnTo>
                <a:lnTo>
                  <a:pt x="2473452" y="122555"/>
                </a:lnTo>
                <a:lnTo>
                  <a:pt x="2412492" y="110998"/>
                </a:lnTo>
                <a:lnTo>
                  <a:pt x="2348230" y="104648"/>
                </a:lnTo>
                <a:lnTo>
                  <a:pt x="2317356" y="103505"/>
                </a:lnTo>
                <a:lnTo>
                  <a:pt x="2277745" y="103505"/>
                </a:lnTo>
                <a:lnTo>
                  <a:pt x="2200783" y="107696"/>
                </a:lnTo>
                <a:lnTo>
                  <a:pt x="2160016" y="111633"/>
                </a:lnTo>
                <a:lnTo>
                  <a:pt x="2117725" y="116713"/>
                </a:lnTo>
                <a:lnTo>
                  <a:pt x="2028825" y="130683"/>
                </a:lnTo>
                <a:lnTo>
                  <a:pt x="1934464" y="148844"/>
                </a:lnTo>
                <a:lnTo>
                  <a:pt x="1835150" y="171069"/>
                </a:lnTo>
                <a:lnTo>
                  <a:pt x="1731264" y="196850"/>
                </a:lnTo>
                <a:lnTo>
                  <a:pt x="1623314" y="226060"/>
                </a:lnTo>
                <a:lnTo>
                  <a:pt x="1541805" y="249478"/>
                </a:lnTo>
                <a:lnTo>
                  <a:pt x="1538097" y="240792"/>
                </a:lnTo>
                <a:lnTo>
                  <a:pt x="1530604" y="224917"/>
                </a:lnTo>
                <a:lnTo>
                  <a:pt x="1523403" y="210870"/>
                </a:lnTo>
                <a:lnTo>
                  <a:pt x="1523403" y="254762"/>
                </a:lnTo>
                <a:lnTo>
                  <a:pt x="1511427" y="258191"/>
                </a:lnTo>
                <a:lnTo>
                  <a:pt x="1461897" y="273227"/>
                </a:lnTo>
                <a:lnTo>
                  <a:pt x="1461897" y="156629"/>
                </a:lnTo>
                <a:lnTo>
                  <a:pt x="1462328" y="157035"/>
                </a:lnTo>
                <a:lnTo>
                  <a:pt x="1471815" y="167500"/>
                </a:lnTo>
                <a:lnTo>
                  <a:pt x="1471993" y="167767"/>
                </a:lnTo>
                <a:lnTo>
                  <a:pt x="1481150" y="179222"/>
                </a:lnTo>
                <a:lnTo>
                  <a:pt x="1489837" y="191465"/>
                </a:lnTo>
                <a:lnTo>
                  <a:pt x="1497965" y="204470"/>
                </a:lnTo>
                <a:lnTo>
                  <a:pt x="1498180" y="204876"/>
                </a:lnTo>
                <a:lnTo>
                  <a:pt x="1506651" y="219684"/>
                </a:lnTo>
                <a:lnTo>
                  <a:pt x="1513484" y="233248"/>
                </a:lnTo>
                <a:lnTo>
                  <a:pt x="1521231" y="249682"/>
                </a:lnTo>
                <a:lnTo>
                  <a:pt x="1523403" y="254762"/>
                </a:lnTo>
                <a:lnTo>
                  <a:pt x="1523403" y="210870"/>
                </a:lnTo>
                <a:lnTo>
                  <a:pt x="1522730" y="209550"/>
                </a:lnTo>
                <a:lnTo>
                  <a:pt x="1514475" y="194818"/>
                </a:lnTo>
                <a:lnTo>
                  <a:pt x="1505585" y="180975"/>
                </a:lnTo>
                <a:lnTo>
                  <a:pt x="1496542" y="167932"/>
                </a:lnTo>
                <a:lnTo>
                  <a:pt x="1496441" y="167767"/>
                </a:lnTo>
                <a:lnTo>
                  <a:pt x="1486535" y="155321"/>
                </a:lnTo>
                <a:lnTo>
                  <a:pt x="1476121" y="143891"/>
                </a:lnTo>
                <a:lnTo>
                  <a:pt x="1464945" y="133223"/>
                </a:lnTo>
                <a:lnTo>
                  <a:pt x="1461897" y="130721"/>
                </a:lnTo>
                <a:lnTo>
                  <a:pt x="1461897" y="79248"/>
                </a:lnTo>
                <a:lnTo>
                  <a:pt x="1490472" y="79248"/>
                </a:lnTo>
                <a:lnTo>
                  <a:pt x="1484122" y="66548"/>
                </a:lnTo>
                <a:lnTo>
                  <a:pt x="1452372" y="3048"/>
                </a:lnTo>
                <a:lnTo>
                  <a:pt x="1414272" y="79248"/>
                </a:lnTo>
                <a:lnTo>
                  <a:pt x="1442847" y="79248"/>
                </a:lnTo>
                <a:lnTo>
                  <a:pt x="1442847" y="116319"/>
                </a:lnTo>
                <a:lnTo>
                  <a:pt x="1441246" y="115189"/>
                </a:lnTo>
                <a:lnTo>
                  <a:pt x="1439964" y="114427"/>
                </a:lnTo>
                <a:lnTo>
                  <a:pt x="1433868" y="110909"/>
                </a:lnTo>
                <a:lnTo>
                  <a:pt x="1381696" y="110909"/>
                </a:lnTo>
                <a:lnTo>
                  <a:pt x="1381556" y="110909"/>
                </a:lnTo>
                <a:lnTo>
                  <a:pt x="1394841" y="114427"/>
                </a:lnTo>
                <a:lnTo>
                  <a:pt x="1394193" y="114274"/>
                </a:lnTo>
                <a:lnTo>
                  <a:pt x="1407731" y="119075"/>
                </a:lnTo>
                <a:lnTo>
                  <a:pt x="1418907" y="124333"/>
                </a:lnTo>
                <a:lnTo>
                  <a:pt x="1442847" y="124333"/>
                </a:lnTo>
                <a:lnTo>
                  <a:pt x="1442847" y="124714"/>
                </a:lnTo>
                <a:lnTo>
                  <a:pt x="1419872" y="124714"/>
                </a:lnTo>
                <a:lnTo>
                  <a:pt x="1419733" y="124714"/>
                </a:lnTo>
                <a:lnTo>
                  <a:pt x="1420291" y="124980"/>
                </a:lnTo>
                <a:lnTo>
                  <a:pt x="1424051" y="127177"/>
                </a:lnTo>
                <a:lnTo>
                  <a:pt x="1430401" y="130810"/>
                </a:lnTo>
                <a:lnTo>
                  <a:pt x="1442186" y="139065"/>
                </a:lnTo>
                <a:lnTo>
                  <a:pt x="1442847" y="139623"/>
                </a:lnTo>
                <a:lnTo>
                  <a:pt x="1442847" y="279019"/>
                </a:lnTo>
                <a:lnTo>
                  <a:pt x="1396365" y="293116"/>
                </a:lnTo>
                <a:lnTo>
                  <a:pt x="1278255" y="330327"/>
                </a:lnTo>
                <a:lnTo>
                  <a:pt x="1035050" y="410464"/>
                </a:lnTo>
                <a:lnTo>
                  <a:pt x="555180" y="575767"/>
                </a:lnTo>
                <a:lnTo>
                  <a:pt x="714629" y="455041"/>
                </a:lnTo>
                <a:lnTo>
                  <a:pt x="828040" y="371856"/>
                </a:lnTo>
                <a:lnTo>
                  <a:pt x="883285" y="332613"/>
                </a:lnTo>
                <a:lnTo>
                  <a:pt x="934935" y="297078"/>
                </a:lnTo>
                <a:lnTo>
                  <a:pt x="990092" y="260604"/>
                </a:lnTo>
                <a:lnTo>
                  <a:pt x="1038110" y="230441"/>
                </a:lnTo>
                <a:lnTo>
                  <a:pt x="1086764" y="201637"/>
                </a:lnTo>
                <a:lnTo>
                  <a:pt x="1138021" y="173685"/>
                </a:lnTo>
                <a:lnTo>
                  <a:pt x="1140294" y="172491"/>
                </a:lnTo>
                <a:lnTo>
                  <a:pt x="1137881" y="173685"/>
                </a:lnTo>
                <a:lnTo>
                  <a:pt x="1183005" y="151638"/>
                </a:lnTo>
                <a:lnTo>
                  <a:pt x="1224610" y="134213"/>
                </a:lnTo>
                <a:lnTo>
                  <a:pt x="1246047" y="126403"/>
                </a:lnTo>
                <a:lnTo>
                  <a:pt x="1245743" y="126403"/>
                </a:lnTo>
                <a:lnTo>
                  <a:pt x="1265212" y="120332"/>
                </a:lnTo>
                <a:lnTo>
                  <a:pt x="1284249" y="115189"/>
                </a:lnTo>
                <a:lnTo>
                  <a:pt x="1302054" y="111429"/>
                </a:lnTo>
                <a:lnTo>
                  <a:pt x="1319669" y="108813"/>
                </a:lnTo>
                <a:lnTo>
                  <a:pt x="1320634" y="108661"/>
                </a:lnTo>
                <a:lnTo>
                  <a:pt x="1320279" y="108661"/>
                </a:lnTo>
                <a:lnTo>
                  <a:pt x="1336802" y="107315"/>
                </a:lnTo>
                <a:lnTo>
                  <a:pt x="1353210" y="107315"/>
                </a:lnTo>
                <a:lnTo>
                  <a:pt x="1367256" y="108458"/>
                </a:lnTo>
                <a:lnTo>
                  <a:pt x="1380464" y="110718"/>
                </a:lnTo>
                <a:lnTo>
                  <a:pt x="1433550" y="110718"/>
                </a:lnTo>
                <a:lnTo>
                  <a:pt x="1428115" y="107569"/>
                </a:lnTo>
                <a:lnTo>
                  <a:pt x="1427556" y="107315"/>
                </a:lnTo>
                <a:lnTo>
                  <a:pt x="1414399" y="101219"/>
                </a:lnTo>
                <a:lnTo>
                  <a:pt x="1400048" y="96012"/>
                </a:lnTo>
                <a:lnTo>
                  <a:pt x="1384935" y="92075"/>
                </a:lnTo>
                <a:lnTo>
                  <a:pt x="1369187" y="89535"/>
                </a:lnTo>
                <a:lnTo>
                  <a:pt x="1354175" y="88265"/>
                </a:lnTo>
                <a:lnTo>
                  <a:pt x="1335532" y="88265"/>
                </a:lnTo>
                <a:lnTo>
                  <a:pt x="1280033" y="96520"/>
                </a:lnTo>
                <a:lnTo>
                  <a:pt x="1239545" y="108458"/>
                </a:lnTo>
                <a:lnTo>
                  <a:pt x="1197229" y="124714"/>
                </a:lnTo>
                <a:lnTo>
                  <a:pt x="1152398" y="145034"/>
                </a:lnTo>
                <a:lnTo>
                  <a:pt x="1105408" y="169418"/>
                </a:lnTo>
                <a:lnTo>
                  <a:pt x="1056386" y="197104"/>
                </a:lnTo>
                <a:lnTo>
                  <a:pt x="1005713" y="228092"/>
                </a:lnTo>
                <a:lnTo>
                  <a:pt x="926719" y="279654"/>
                </a:lnTo>
                <a:lnTo>
                  <a:pt x="816864" y="356362"/>
                </a:lnTo>
                <a:lnTo>
                  <a:pt x="703199" y="439801"/>
                </a:lnTo>
                <a:lnTo>
                  <a:pt x="533692" y="568071"/>
                </a:lnTo>
                <a:lnTo>
                  <a:pt x="496519" y="495808"/>
                </a:lnTo>
                <a:lnTo>
                  <a:pt x="473925" y="452628"/>
                </a:lnTo>
                <a:lnTo>
                  <a:pt x="451700" y="410464"/>
                </a:lnTo>
                <a:lnTo>
                  <a:pt x="429653" y="369443"/>
                </a:lnTo>
                <a:lnTo>
                  <a:pt x="407987" y="330200"/>
                </a:lnTo>
                <a:lnTo>
                  <a:pt x="386765" y="292862"/>
                </a:lnTo>
                <a:lnTo>
                  <a:pt x="366001" y="257810"/>
                </a:lnTo>
                <a:lnTo>
                  <a:pt x="336067" y="210439"/>
                </a:lnTo>
                <a:lnTo>
                  <a:pt x="307632" y="170180"/>
                </a:lnTo>
                <a:lnTo>
                  <a:pt x="280619" y="137541"/>
                </a:lnTo>
                <a:lnTo>
                  <a:pt x="264325" y="121539"/>
                </a:lnTo>
                <a:lnTo>
                  <a:pt x="231330" y="121539"/>
                </a:lnTo>
                <a:lnTo>
                  <a:pt x="231127" y="121539"/>
                </a:lnTo>
                <a:lnTo>
                  <a:pt x="235483" y="123825"/>
                </a:lnTo>
                <a:lnTo>
                  <a:pt x="236562" y="124333"/>
                </a:lnTo>
                <a:lnTo>
                  <a:pt x="244055" y="129540"/>
                </a:lnTo>
                <a:lnTo>
                  <a:pt x="274574" y="159270"/>
                </a:lnTo>
                <a:lnTo>
                  <a:pt x="292227" y="181406"/>
                </a:lnTo>
                <a:lnTo>
                  <a:pt x="292442" y="181571"/>
                </a:lnTo>
                <a:lnTo>
                  <a:pt x="293166" y="182626"/>
                </a:lnTo>
                <a:lnTo>
                  <a:pt x="294665" y="184581"/>
                </a:lnTo>
                <a:lnTo>
                  <a:pt x="301345" y="193700"/>
                </a:lnTo>
                <a:lnTo>
                  <a:pt x="301548" y="193916"/>
                </a:lnTo>
                <a:lnTo>
                  <a:pt x="301701" y="194183"/>
                </a:lnTo>
                <a:lnTo>
                  <a:pt x="302336" y="195046"/>
                </a:lnTo>
                <a:lnTo>
                  <a:pt x="310629" y="206883"/>
                </a:lnTo>
                <a:lnTo>
                  <a:pt x="320141" y="220980"/>
                </a:lnTo>
                <a:lnTo>
                  <a:pt x="329819" y="235839"/>
                </a:lnTo>
                <a:lnTo>
                  <a:pt x="339661" y="251371"/>
                </a:lnTo>
                <a:lnTo>
                  <a:pt x="339852" y="251561"/>
                </a:lnTo>
                <a:lnTo>
                  <a:pt x="340855" y="253238"/>
                </a:lnTo>
                <a:lnTo>
                  <a:pt x="341350" y="254025"/>
                </a:lnTo>
                <a:lnTo>
                  <a:pt x="349681" y="267716"/>
                </a:lnTo>
                <a:lnTo>
                  <a:pt x="370255" y="302387"/>
                </a:lnTo>
                <a:lnTo>
                  <a:pt x="391325" y="339344"/>
                </a:lnTo>
                <a:lnTo>
                  <a:pt x="412902" y="378587"/>
                </a:lnTo>
                <a:lnTo>
                  <a:pt x="436359" y="422186"/>
                </a:lnTo>
                <a:lnTo>
                  <a:pt x="457047" y="461391"/>
                </a:lnTo>
                <a:lnTo>
                  <a:pt x="479590" y="504571"/>
                </a:lnTo>
                <a:lnTo>
                  <a:pt x="524929" y="592582"/>
                </a:lnTo>
                <a:lnTo>
                  <a:pt x="533349" y="588302"/>
                </a:lnTo>
                <a:lnTo>
                  <a:pt x="538048" y="601853"/>
                </a:lnTo>
                <a:lnTo>
                  <a:pt x="1041273" y="428459"/>
                </a:lnTo>
                <a:lnTo>
                  <a:pt x="1043419" y="427736"/>
                </a:lnTo>
                <a:lnTo>
                  <a:pt x="1042377" y="428053"/>
                </a:lnTo>
                <a:lnTo>
                  <a:pt x="1284097" y="348488"/>
                </a:lnTo>
                <a:lnTo>
                  <a:pt x="1401953" y="311277"/>
                </a:lnTo>
                <a:lnTo>
                  <a:pt x="1442847" y="298907"/>
                </a:lnTo>
                <a:lnTo>
                  <a:pt x="1442847" y="533146"/>
                </a:lnTo>
                <a:lnTo>
                  <a:pt x="1461897" y="533146"/>
                </a:lnTo>
                <a:lnTo>
                  <a:pt x="1461897" y="293128"/>
                </a:lnTo>
                <a:lnTo>
                  <a:pt x="1519148" y="275793"/>
                </a:lnTo>
                <a:lnTo>
                  <a:pt x="1530667" y="272491"/>
                </a:lnTo>
                <a:lnTo>
                  <a:pt x="1533461" y="279654"/>
                </a:lnTo>
                <a:lnTo>
                  <a:pt x="1540192" y="298069"/>
                </a:lnTo>
                <a:lnTo>
                  <a:pt x="1551965" y="334378"/>
                </a:lnTo>
                <a:lnTo>
                  <a:pt x="1563306" y="374396"/>
                </a:lnTo>
                <a:lnTo>
                  <a:pt x="1572577" y="411251"/>
                </a:lnTo>
                <a:lnTo>
                  <a:pt x="1572691" y="411505"/>
                </a:lnTo>
                <a:lnTo>
                  <a:pt x="1581531" y="449453"/>
                </a:lnTo>
                <a:lnTo>
                  <a:pt x="1582064" y="451612"/>
                </a:lnTo>
                <a:lnTo>
                  <a:pt x="1583766" y="459536"/>
                </a:lnTo>
                <a:lnTo>
                  <a:pt x="1555877" y="465582"/>
                </a:lnTo>
                <a:lnTo>
                  <a:pt x="1609344" y="532003"/>
                </a:lnTo>
                <a:lnTo>
                  <a:pt x="1624584" y="471932"/>
                </a:lnTo>
                <a:lnTo>
                  <a:pt x="1630299" y="449453"/>
                </a:lnTo>
                <a:lnTo>
                  <a:pt x="1602384" y="455510"/>
                </a:lnTo>
                <a:lnTo>
                  <a:pt x="1600581" y="447421"/>
                </a:lnTo>
                <a:lnTo>
                  <a:pt x="1591183" y="406781"/>
                </a:lnTo>
                <a:lnTo>
                  <a:pt x="1581150" y="367284"/>
                </a:lnTo>
                <a:lnTo>
                  <a:pt x="1570228" y="328930"/>
                </a:lnTo>
                <a:lnTo>
                  <a:pt x="1558290" y="292227"/>
                </a:lnTo>
                <a:lnTo>
                  <a:pt x="1549044" y="267220"/>
                </a:lnTo>
                <a:lnTo>
                  <a:pt x="1628394" y="244475"/>
                </a:lnTo>
                <a:lnTo>
                  <a:pt x="1736090" y="215265"/>
                </a:lnTo>
                <a:lnTo>
                  <a:pt x="1839480" y="189674"/>
                </a:lnTo>
                <a:lnTo>
                  <a:pt x="1842173" y="189014"/>
                </a:lnTo>
                <a:lnTo>
                  <a:pt x="1936013" y="167957"/>
                </a:lnTo>
                <a:lnTo>
                  <a:pt x="1938185" y="167462"/>
                </a:lnTo>
                <a:lnTo>
                  <a:pt x="2030399" y="149720"/>
                </a:lnTo>
                <a:lnTo>
                  <a:pt x="2030564" y="149694"/>
                </a:lnTo>
                <a:lnTo>
                  <a:pt x="2032190" y="149428"/>
                </a:lnTo>
                <a:lnTo>
                  <a:pt x="2031911" y="149428"/>
                </a:lnTo>
                <a:lnTo>
                  <a:pt x="2120138" y="135699"/>
                </a:lnTo>
                <a:lnTo>
                  <a:pt x="2120277" y="135699"/>
                </a:lnTo>
                <a:lnTo>
                  <a:pt x="2121662" y="135458"/>
                </a:lnTo>
                <a:lnTo>
                  <a:pt x="2161108" y="130683"/>
                </a:lnTo>
                <a:lnTo>
                  <a:pt x="2160600" y="130683"/>
                </a:lnTo>
                <a:lnTo>
                  <a:pt x="2202294" y="126644"/>
                </a:lnTo>
                <a:lnTo>
                  <a:pt x="2201938" y="126644"/>
                </a:lnTo>
                <a:lnTo>
                  <a:pt x="2241029" y="123977"/>
                </a:lnTo>
                <a:lnTo>
                  <a:pt x="2240572" y="123977"/>
                </a:lnTo>
                <a:lnTo>
                  <a:pt x="2278380" y="122555"/>
                </a:lnTo>
                <a:lnTo>
                  <a:pt x="2316810" y="122555"/>
                </a:lnTo>
                <a:lnTo>
                  <a:pt x="2348128" y="123736"/>
                </a:lnTo>
                <a:lnTo>
                  <a:pt x="2347328" y="123736"/>
                </a:lnTo>
                <a:lnTo>
                  <a:pt x="2379535" y="126263"/>
                </a:lnTo>
                <a:lnTo>
                  <a:pt x="2381364" y="126403"/>
                </a:lnTo>
                <a:lnTo>
                  <a:pt x="2381491" y="126403"/>
                </a:lnTo>
                <a:lnTo>
                  <a:pt x="2410549" y="129857"/>
                </a:lnTo>
                <a:lnTo>
                  <a:pt x="2410333" y="129857"/>
                </a:lnTo>
                <a:lnTo>
                  <a:pt x="2439581" y="134696"/>
                </a:lnTo>
                <a:lnTo>
                  <a:pt x="2492476" y="147320"/>
                </a:lnTo>
                <a:lnTo>
                  <a:pt x="2540139" y="163779"/>
                </a:lnTo>
                <a:lnTo>
                  <a:pt x="2541613" y="164426"/>
                </a:lnTo>
                <a:lnTo>
                  <a:pt x="2541295" y="164249"/>
                </a:lnTo>
                <a:lnTo>
                  <a:pt x="2585872" y="185318"/>
                </a:lnTo>
                <a:lnTo>
                  <a:pt x="2624391" y="208965"/>
                </a:lnTo>
                <a:lnTo>
                  <a:pt x="2660726" y="236728"/>
                </a:lnTo>
                <a:lnTo>
                  <a:pt x="2691968" y="266026"/>
                </a:lnTo>
                <a:lnTo>
                  <a:pt x="2707030" y="282282"/>
                </a:lnTo>
                <a:lnTo>
                  <a:pt x="2706840" y="281927"/>
                </a:lnTo>
                <a:lnTo>
                  <a:pt x="2733751" y="314680"/>
                </a:lnTo>
                <a:lnTo>
                  <a:pt x="2747581" y="333540"/>
                </a:lnTo>
                <a:lnTo>
                  <a:pt x="2760205" y="352082"/>
                </a:lnTo>
                <a:lnTo>
                  <a:pt x="2782951" y="388747"/>
                </a:lnTo>
                <a:lnTo>
                  <a:pt x="2785491" y="393319"/>
                </a:lnTo>
                <a:lnTo>
                  <a:pt x="2785491" y="536194"/>
                </a:lnTo>
                <a:lnTo>
                  <a:pt x="2804541" y="536194"/>
                </a:lnTo>
                <a:lnTo>
                  <a:pt x="2804541" y="427520"/>
                </a:lnTo>
                <a:lnTo>
                  <a:pt x="2804668" y="427736"/>
                </a:lnTo>
                <a:lnTo>
                  <a:pt x="2825153" y="467829"/>
                </a:lnTo>
                <a:lnTo>
                  <a:pt x="2831439" y="481101"/>
                </a:lnTo>
                <a:lnTo>
                  <a:pt x="2805684" y="493268"/>
                </a:lnTo>
                <a:lnTo>
                  <a:pt x="2872740" y="545846"/>
                </a:lnTo>
                <a:lnTo>
                  <a:pt x="2873781" y="495808"/>
                </a:lnTo>
                <a:lnTo>
                  <a:pt x="2873845" y="492633"/>
                </a:lnTo>
                <a:lnTo>
                  <a:pt x="2874518" y="460756"/>
                </a:lnTo>
                <a:close/>
              </a:path>
            </a:pathLst>
          </a:custGeom>
          <a:solidFill>
            <a:srgbClr val="000000"/>
          </a:solidFill>
        </p:spPr>
        <p:txBody>
          <a:bodyPr wrap="square" lIns="0" tIns="0" rIns="0" bIns="0" rtlCol="0"/>
          <a:lstStyle/>
          <a:p>
            <a:endParaRPr dirty="0"/>
          </a:p>
        </p:txBody>
      </p:sp>
      <p:pic>
        <p:nvPicPr>
          <p:cNvPr id="37" name="object 102"/>
          <p:cNvPicPr/>
          <p:nvPr/>
        </p:nvPicPr>
        <p:blipFill>
          <a:blip r:embed="rId41" cstate="print"/>
          <a:stretch>
            <a:fillRect/>
          </a:stretch>
        </p:blipFill>
        <p:spPr>
          <a:xfrm>
            <a:off x="492271" y="3073748"/>
            <a:ext cx="348976" cy="182880"/>
          </a:xfrm>
          <a:prstGeom prst="rect">
            <a:avLst/>
          </a:prstGeom>
        </p:spPr>
      </p:pic>
      <p:pic>
        <p:nvPicPr>
          <p:cNvPr id="38" name="object 103"/>
          <p:cNvPicPr/>
          <p:nvPr/>
        </p:nvPicPr>
        <p:blipFill>
          <a:blip r:embed="rId42" cstate="print"/>
          <a:stretch>
            <a:fillRect/>
          </a:stretch>
        </p:blipFill>
        <p:spPr>
          <a:xfrm>
            <a:off x="1905019" y="3076796"/>
            <a:ext cx="353548" cy="182880"/>
          </a:xfrm>
          <a:prstGeom prst="rect">
            <a:avLst/>
          </a:prstGeom>
        </p:spPr>
      </p:pic>
      <p:pic>
        <p:nvPicPr>
          <p:cNvPr id="39" name="object 104"/>
          <p:cNvPicPr/>
          <p:nvPr/>
        </p:nvPicPr>
        <p:blipFill>
          <a:blip r:embed="rId43" cstate="print"/>
          <a:stretch>
            <a:fillRect/>
          </a:stretch>
        </p:blipFill>
        <p:spPr>
          <a:xfrm>
            <a:off x="3247683" y="3079843"/>
            <a:ext cx="355052" cy="182880"/>
          </a:xfrm>
          <a:prstGeom prst="rect">
            <a:avLst/>
          </a:prstGeom>
        </p:spPr>
      </p:pic>
      <p:pic>
        <p:nvPicPr>
          <p:cNvPr id="40" name="object 106"/>
          <p:cNvPicPr/>
          <p:nvPr/>
        </p:nvPicPr>
        <p:blipFill>
          <a:blip r:embed="rId44" cstate="print"/>
          <a:stretch>
            <a:fillRect/>
          </a:stretch>
        </p:blipFill>
        <p:spPr>
          <a:xfrm>
            <a:off x="5231083" y="2839385"/>
            <a:ext cx="1231391" cy="24688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325" y="258763"/>
            <a:ext cx="11307763" cy="676210"/>
          </a:xfrm>
        </p:spPr>
        <p:txBody>
          <a:bodyPr/>
          <a:lstStyle/>
          <a:p>
            <a:r>
              <a:rPr lang="en-US" dirty="0"/>
              <a:t>Self-Attention</a:t>
            </a:r>
            <a:endParaRPr lang="en-IN" dirty="0"/>
          </a:p>
        </p:txBody>
      </p:sp>
      <p:pic>
        <p:nvPicPr>
          <p:cNvPr id="65" name="object 64"/>
          <p:cNvPicPr/>
          <p:nvPr/>
        </p:nvPicPr>
        <p:blipFill>
          <a:blip r:embed="rId1" cstate="print"/>
          <a:stretch>
            <a:fillRect/>
          </a:stretch>
        </p:blipFill>
        <p:spPr>
          <a:xfrm>
            <a:off x="1024127" y="5917531"/>
            <a:ext cx="222503" cy="149351"/>
          </a:xfrm>
          <a:prstGeom prst="rect">
            <a:avLst/>
          </a:prstGeom>
        </p:spPr>
      </p:pic>
      <p:pic>
        <p:nvPicPr>
          <p:cNvPr id="66" name="object 65"/>
          <p:cNvPicPr/>
          <p:nvPr/>
        </p:nvPicPr>
        <p:blipFill>
          <a:blip r:embed="rId2" cstate="print"/>
          <a:stretch>
            <a:fillRect/>
          </a:stretch>
        </p:blipFill>
        <p:spPr>
          <a:xfrm>
            <a:off x="2414016" y="5917531"/>
            <a:ext cx="227075" cy="149351"/>
          </a:xfrm>
          <a:prstGeom prst="rect">
            <a:avLst/>
          </a:prstGeom>
        </p:spPr>
      </p:pic>
      <p:pic>
        <p:nvPicPr>
          <p:cNvPr id="67" name="object 66"/>
          <p:cNvPicPr/>
          <p:nvPr/>
        </p:nvPicPr>
        <p:blipFill>
          <a:blip r:embed="rId3" cstate="print"/>
          <a:stretch>
            <a:fillRect/>
          </a:stretch>
        </p:blipFill>
        <p:spPr>
          <a:xfrm>
            <a:off x="3768852" y="5917531"/>
            <a:ext cx="230124" cy="152400"/>
          </a:xfrm>
          <a:prstGeom prst="rect">
            <a:avLst/>
          </a:prstGeom>
        </p:spPr>
      </p:pic>
      <p:grpSp>
        <p:nvGrpSpPr>
          <p:cNvPr id="68" name="object 67"/>
          <p:cNvGrpSpPr/>
          <p:nvPr/>
        </p:nvGrpSpPr>
        <p:grpSpPr>
          <a:xfrm>
            <a:off x="897508" y="4669248"/>
            <a:ext cx="427355" cy="821690"/>
            <a:chOff x="897508" y="5210428"/>
            <a:chExt cx="427355" cy="821690"/>
          </a:xfrm>
        </p:grpSpPr>
        <p:pic>
          <p:nvPicPr>
            <p:cNvPr id="69" name="object 68"/>
            <p:cNvPicPr/>
            <p:nvPr/>
          </p:nvPicPr>
          <p:blipFill>
            <a:blip r:embed="rId4" cstate="print"/>
            <a:stretch>
              <a:fillRect/>
            </a:stretch>
          </p:blipFill>
          <p:spPr>
            <a:xfrm>
              <a:off x="900683" y="5213603"/>
              <a:ext cx="420623" cy="815340"/>
            </a:xfrm>
            <a:prstGeom prst="rect">
              <a:avLst/>
            </a:prstGeom>
          </p:spPr>
        </p:pic>
        <p:sp>
          <p:nvSpPr>
            <p:cNvPr id="70" name="object 69"/>
            <p:cNvSpPr/>
            <p:nvPr/>
          </p:nvSpPr>
          <p:spPr>
            <a:xfrm>
              <a:off x="900683" y="5213603"/>
              <a:ext cx="421005" cy="815340"/>
            </a:xfrm>
            <a:custGeom>
              <a:avLst/>
              <a:gdLst/>
              <a:ahLst/>
              <a:cxnLst/>
              <a:rect l="l" t="t" r="r" b="b"/>
              <a:pathLst>
                <a:path w="421005" h="815339">
                  <a:moveTo>
                    <a:pt x="0" y="815340"/>
                  </a:moveTo>
                  <a:lnTo>
                    <a:pt x="420623" y="815340"/>
                  </a:lnTo>
                  <a:lnTo>
                    <a:pt x="420623" y="0"/>
                  </a:lnTo>
                  <a:lnTo>
                    <a:pt x="0" y="0"/>
                  </a:lnTo>
                  <a:lnTo>
                    <a:pt x="0" y="815340"/>
                  </a:lnTo>
                  <a:close/>
                </a:path>
              </a:pathLst>
            </a:custGeom>
            <a:ln w="6350">
              <a:solidFill>
                <a:srgbClr val="6FAC46"/>
              </a:solidFill>
            </a:ln>
          </p:spPr>
          <p:txBody>
            <a:bodyPr wrap="square" lIns="0" tIns="0" rIns="0" bIns="0" rtlCol="0"/>
            <a:lstStyle/>
            <a:p/>
          </p:txBody>
        </p:sp>
        <p:pic>
          <p:nvPicPr>
            <p:cNvPr id="71" name="object 70"/>
            <p:cNvPicPr/>
            <p:nvPr/>
          </p:nvPicPr>
          <p:blipFill>
            <a:blip r:embed="rId5" cstate="print"/>
            <a:stretch>
              <a:fillRect/>
            </a:stretch>
          </p:blipFill>
          <p:spPr>
            <a:xfrm>
              <a:off x="1016507" y="5507735"/>
              <a:ext cx="216408" cy="213359"/>
            </a:xfrm>
            <a:prstGeom prst="rect">
              <a:avLst/>
            </a:prstGeom>
          </p:spPr>
        </p:pic>
      </p:grpSp>
      <p:pic>
        <p:nvPicPr>
          <p:cNvPr id="72" name="object 71"/>
          <p:cNvPicPr/>
          <p:nvPr/>
        </p:nvPicPr>
        <p:blipFill>
          <a:blip r:embed="rId6" cstate="print"/>
          <a:stretch>
            <a:fillRect/>
          </a:stretch>
        </p:blipFill>
        <p:spPr>
          <a:xfrm>
            <a:off x="1082802" y="5578441"/>
            <a:ext cx="76200" cy="233045"/>
          </a:xfrm>
          <a:prstGeom prst="rect">
            <a:avLst/>
          </a:prstGeom>
        </p:spPr>
      </p:pic>
      <p:pic>
        <p:nvPicPr>
          <p:cNvPr id="73" name="object 72"/>
          <p:cNvPicPr/>
          <p:nvPr/>
        </p:nvPicPr>
        <p:blipFill>
          <a:blip r:embed="rId6" cstate="print"/>
          <a:stretch>
            <a:fillRect/>
          </a:stretch>
        </p:blipFill>
        <p:spPr>
          <a:xfrm>
            <a:off x="2472689" y="5578441"/>
            <a:ext cx="76200" cy="233045"/>
          </a:xfrm>
          <a:prstGeom prst="rect">
            <a:avLst/>
          </a:prstGeom>
        </p:spPr>
      </p:pic>
      <p:grpSp>
        <p:nvGrpSpPr>
          <p:cNvPr id="74" name="object 73"/>
          <p:cNvGrpSpPr/>
          <p:nvPr/>
        </p:nvGrpSpPr>
        <p:grpSpPr>
          <a:xfrm>
            <a:off x="2296541" y="4669248"/>
            <a:ext cx="425450" cy="821690"/>
            <a:chOff x="2296541" y="5210428"/>
            <a:chExt cx="425450" cy="821690"/>
          </a:xfrm>
        </p:grpSpPr>
        <p:pic>
          <p:nvPicPr>
            <p:cNvPr id="75" name="object 74"/>
            <p:cNvPicPr/>
            <p:nvPr/>
          </p:nvPicPr>
          <p:blipFill>
            <a:blip r:embed="rId4" cstate="print"/>
            <a:stretch>
              <a:fillRect/>
            </a:stretch>
          </p:blipFill>
          <p:spPr>
            <a:xfrm>
              <a:off x="2299716" y="5213603"/>
              <a:ext cx="419100" cy="815340"/>
            </a:xfrm>
            <a:prstGeom prst="rect">
              <a:avLst/>
            </a:prstGeom>
          </p:spPr>
        </p:pic>
        <p:sp>
          <p:nvSpPr>
            <p:cNvPr id="76" name="object 75"/>
            <p:cNvSpPr/>
            <p:nvPr/>
          </p:nvSpPr>
          <p:spPr>
            <a:xfrm>
              <a:off x="2299716" y="5213603"/>
              <a:ext cx="419100" cy="815340"/>
            </a:xfrm>
            <a:custGeom>
              <a:avLst/>
              <a:gdLst/>
              <a:ahLst/>
              <a:cxnLst/>
              <a:rect l="l" t="t" r="r" b="b"/>
              <a:pathLst>
                <a:path w="419100" h="815339">
                  <a:moveTo>
                    <a:pt x="0" y="815340"/>
                  </a:moveTo>
                  <a:lnTo>
                    <a:pt x="419100" y="815340"/>
                  </a:lnTo>
                  <a:lnTo>
                    <a:pt x="419100" y="0"/>
                  </a:lnTo>
                  <a:lnTo>
                    <a:pt x="0" y="0"/>
                  </a:lnTo>
                  <a:lnTo>
                    <a:pt x="0" y="815340"/>
                  </a:lnTo>
                  <a:close/>
                </a:path>
              </a:pathLst>
            </a:custGeom>
            <a:ln w="6350">
              <a:solidFill>
                <a:srgbClr val="6FAC46"/>
              </a:solidFill>
            </a:ln>
          </p:spPr>
          <p:txBody>
            <a:bodyPr wrap="square" lIns="0" tIns="0" rIns="0" bIns="0" rtlCol="0"/>
            <a:lstStyle/>
            <a:p/>
          </p:txBody>
        </p:sp>
        <p:pic>
          <p:nvPicPr>
            <p:cNvPr id="77" name="object 76"/>
            <p:cNvPicPr/>
            <p:nvPr/>
          </p:nvPicPr>
          <p:blipFill>
            <a:blip r:embed="rId7" cstate="print"/>
            <a:stretch>
              <a:fillRect/>
            </a:stretch>
          </p:blipFill>
          <p:spPr>
            <a:xfrm>
              <a:off x="2406396" y="5507735"/>
              <a:ext cx="220980" cy="213359"/>
            </a:xfrm>
            <a:prstGeom prst="rect">
              <a:avLst/>
            </a:prstGeom>
          </p:spPr>
        </p:pic>
      </p:grpSp>
      <p:pic>
        <p:nvPicPr>
          <p:cNvPr id="78" name="object 77"/>
          <p:cNvPicPr/>
          <p:nvPr/>
        </p:nvPicPr>
        <p:blipFill>
          <a:blip r:embed="rId6" cstate="print"/>
          <a:stretch>
            <a:fillRect/>
          </a:stretch>
        </p:blipFill>
        <p:spPr>
          <a:xfrm>
            <a:off x="3815334" y="5575393"/>
            <a:ext cx="76200" cy="233045"/>
          </a:xfrm>
          <a:prstGeom prst="rect">
            <a:avLst/>
          </a:prstGeom>
        </p:spPr>
      </p:pic>
      <p:grpSp>
        <p:nvGrpSpPr>
          <p:cNvPr id="79" name="object 78"/>
          <p:cNvGrpSpPr/>
          <p:nvPr/>
        </p:nvGrpSpPr>
        <p:grpSpPr>
          <a:xfrm>
            <a:off x="3636136" y="4663153"/>
            <a:ext cx="425450" cy="820419"/>
            <a:chOff x="3636136" y="5204333"/>
            <a:chExt cx="425450" cy="820419"/>
          </a:xfrm>
        </p:grpSpPr>
        <p:pic>
          <p:nvPicPr>
            <p:cNvPr id="80" name="object 79"/>
            <p:cNvPicPr/>
            <p:nvPr/>
          </p:nvPicPr>
          <p:blipFill>
            <a:blip r:embed="rId8" cstate="print"/>
            <a:stretch>
              <a:fillRect/>
            </a:stretch>
          </p:blipFill>
          <p:spPr>
            <a:xfrm>
              <a:off x="3639311" y="5207508"/>
              <a:ext cx="419100" cy="813815"/>
            </a:xfrm>
            <a:prstGeom prst="rect">
              <a:avLst/>
            </a:prstGeom>
          </p:spPr>
        </p:pic>
        <p:sp>
          <p:nvSpPr>
            <p:cNvPr id="81" name="object 80"/>
            <p:cNvSpPr/>
            <p:nvPr/>
          </p:nvSpPr>
          <p:spPr>
            <a:xfrm>
              <a:off x="3639311" y="5207508"/>
              <a:ext cx="419100" cy="814069"/>
            </a:xfrm>
            <a:custGeom>
              <a:avLst/>
              <a:gdLst/>
              <a:ahLst/>
              <a:cxnLst/>
              <a:rect l="l" t="t" r="r" b="b"/>
              <a:pathLst>
                <a:path w="419100" h="814070">
                  <a:moveTo>
                    <a:pt x="0" y="813815"/>
                  </a:moveTo>
                  <a:lnTo>
                    <a:pt x="419100" y="813815"/>
                  </a:lnTo>
                  <a:lnTo>
                    <a:pt x="419100" y="0"/>
                  </a:lnTo>
                  <a:lnTo>
                    <a:pt x="0" y="0"/>
                  </a:lnTo>
                  <a:lnTo>
                    <a:pt x="0" y="813815"/>
                  </a:lnTo>
                  <a:close/>
                </a:path>
              </a:pathLst>
            </a:custGeom>
            <a:ln w="6350">
              <a:solidFill>
                <a:srgbClr val="6FAC46"/>
              </a:solidFill>
            </a:ln>
          </p:spPr>
          <p:txBody>
            <a:bodyPr wrap="square" lIns="0" tIns="0" rIns="0" bIns="0" rtlCol="0"/>
            <a:lstStyle/>
            <a:p/>
          </p:txBody>
        </p:sp>
        <p:pic>
          <p:nvPicPr>
            <p:cNvPr id="82" name="object 81"/>
            <p:cNvPicPr/>
            <p:nvPr/>
          </p:nvPicPr>
          <p:blipFill>
            <a:blip r:embed="rId9" cstate="print"/>
            <a:stretch>
              <a:fillRect/>
            </a:stretch>
          </p:blipFill>
          <p:spPr>
            <a:xfrm>
              <a:off x="3749039" y="5506212"/>
              <a:ext cx="222503" cy="216407"/>
            </a:xfrm>
            <a:prstGeom prst="rect">
              <a:avLst/>
            </a:prstGeom>
          </p:spPr>
        </p:pic>
      </p:grpSp>
      <p:pic>
        <p:nvPicPr>
          <p:cNvPr id="93" name="object 82"/>
          <p:cNvPicPr/>
          <p:nvPr/>
        </p:nvPicPr>
        <p:blipFill>
          <a:blip r:embed="rId10" cstate="print"/>
          <a:stretch>
            <a:fillRect/>
          </a:stretch>
        </p:blipFill>
        <p:spPr>
          <a:xfrm>
            <a:off x="5234648" y="4170904"/>
            <a:ext cx="3225418" cy="182880"/>
          </a:xfrm>
          <a:prstGeom prst="rect">
            <a:avLst/>
          </a:prstGeom>
        </p:spPr>
      </p:pic>
      <p:pic>
        <p:nvPicPr>
          <p:cNvPr id="94" name="object 83"/>
          <p:cNvPicPr/>
          <p:nvPr/>
        </p:nvPicPr>
        <p:blipFill>
          <a:blip r:embed="rId11" cstate="print"/>
          <a:stretch>
            <a:fillRect/>
          </a:stretch>
        </p:blipFill>
        <p:spPr>
          <a:xfrm>
            <a:off x="5232236" y="4513804"/>
            <a:ext cx="2607564" cy="227075"/>
          </a:xfrm>
          <a:prstGeom prst="rect">
            <a:avLst/>
          </a:prstGeom>
        </p:spPr>
      </p:pic>
      <p:grpSp>
        <p:nvGrpSpPr>
          <p:cNvPr id="95" name="object 84"/>
          <p:cNvGrpSpPr/>
          <p:nvPr/>
        </p:nvGrpSpPr>
        <p:grpSpPr>
          <a:xfrm>
            <a:off x="5416640" y="4899377"/>
            <a:ext cx="1811020" cy="434340"/>
            <a:chOff x="5323332" y="5141976"/>
            <a:chExt cx="1811020" cy="434340"/>
          </a:xfrm>
        </p:grpSpPr>
        <p:pic>
          <p:nvPicPr>
            <p:cNvPr id="96" name="object 85"/>
            <p:cNvPicPr/>
            <p:nvPr/>
          </p:nvPicPr>
          <p:blipFill>
            <a:blip r:embed="rId12" cstate="print"/>
            <a:stretch>
              <a:fillRect/>
            </a:stretch>
          </p:blipFill>
          <p:spPr>
            <a:xfrm>
              <a:off x="5323332" y="5141976"/>
              <a:ext cx="1810512" cy="252984"/>
            </a:xfrm>
            <a:prstGeom prst="rect">
              <a:avLst/>
            </a:prstGeom>
          </p:spPr>
        </p:pic>
        <p:pic>
          <p:nvPicPr>
            <p:cNvPr id="97" name="object 86"/>
            <p:cNvPicPr/>
            <p:nvPr/>
          </p:nvPicPr>
          <p:blipFill>
            <a:blip r:embed="rId13" cstate="print"/>
            <a:stretch>
              <a:fillRect/>
            </a:stretch>
          </p:blipFill>
          <p:spPr>
            <a:xfrm>
              <a:off x="6319266" y="5385054"/>
              <a:ext cx="196723" cy="191008"/>
            </a:xfrm>
            <a:prstGeom prst="rect">
              <a:avLst/>
            </a:prstGeom>
          </p:spPr>
        </p:pic>
      </p:grpSp>
      <p:pic>
        <p:nvPicPr>
          <p:cNvPr id="98" name="object 87"/>
          <p:cNvPicPr/>
          <p:nvPr/>
        </p:nvPicPr>
        <p:blipFill>
          <a:blip r:embed="rId14" cstate="print"/>
          <a:stretch>
            <a:fillRect/>
          </a:stretch>
        </p:blipFill>
        <p:spPr>
          <a:xfrm>
            <a:off x="5234394" y="5668997"/>
            <a:ext cx="3615816" cy="252984"/>
          </a:xfrm>
          <a:prstGeom prst="rect">
            <a:avLst/>
          </a:prstGeom>
        </p:spPr>
      </p:pic>
      <p:sp>
        <p:nvSpPr>
          <p:cNvPr id="99" name="object 88"/>
          <p:cNvSpPr txBox="1"/>
          <p:nvPr/>
        </p:nvSpPr>
        <p:spPr>
          <a:xfrm>
            <a:off x="6637110" y="5231710"/>
            <a:ext cx="2296795"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Calibri" panose="020F0502020204030204"/>
                <a:cs typeface="Calibri" panose="020F0502020204030204"/>
              </a:rPr>
              <a:t>shared</a:t>
            </a:r>
            <a:r>
              <a:rPr sz="1400" spc="-40" dirty="0">
                <a:latin typeface="Calibri" panose="020F0502020204030204"/>
                <a:cs typeface="Calibri" panose="020F0502020204030204"/>
              </a:rPr>
              <a:t> </a:t>
            </a:r>
            <a:r>
              <a:rPr sz="1400" spc="-10" dirty="0">
                <a:latin typeface="Calibri" panose="020F0502020204030204"/>
                <a:cs typeface="Calibri" panose="020F0502020204030204"/>
              </a:rPr>
              <a:t>weights</a:t>
            </a:r>
            <a:r>
              <a:rPr sz="1400" spc="-25" dirty="0">
                <a:latin typeface="Calibri" panose="020F0502020204030204"/>
                <a:cs typeface="Calibri" panose="020F0502020204030204"/>
              </a:rPr>
              <a:t> </a:t>
            </a:r>
            <a:r>
              <a:rPr sz="1400" dirty="0">
                <a:latin typeface="Calibri" panose="020F0502020204030204"/>
                <a:cs typeface="Calibri" panose="020F0502020204030204"/>
              </a:rPr>
              <a:t>at</a:t>
            </a:r>
            <a:r>
              <a:rPr sz="1400" spc="-30" dirty="0">
                <a:latin typeface="Calibri" panose="020F0502020204030204"/>
                <a:cs typeface="Calibri" panose="020F0502020204030204"/>
              </a:rPr>
              <a:t> </a:t>
            </a:r>
            <a:r>
              <a:rPr sz="1400" dirty="0">
                <a:latin typeface="Calibri" panose="020F0502020204030204"/>
                <a:cs typeface="Calibri" panose="020F0502020204030204"/>
              </a:rPr>
              <a:t>all</a:t>
            </a:r>
            <a:r>
              <a:rPr sz="1400" spc="-30" dirty="0">
                <a:latin typeface="Calibri" panose="020F0502020204030204"/>
                <a:cs typeface="Calibri" panose="020F0502020204030204"/>
              </a:rPr>
              <a:t> </a:t>
            </a:r>
            <a:r>
              <a:rPr sz="1400" dirty="0">
                <a:latin typeface="Calibri" panose="020F0502020204030204"/>
                <a:cs typeface="Calibri" panose="020F0502020204030204"/>
              </a:rPr>
              <a:t>time</a:t>
            </a:r>
            <a:r>
              <a:rPr sz="1400" spc="-30" dirty="0">
                <a:latin typeface="Calibri" panose="020F0502020204030204"/>
                <a:cs typeface="Calibri" panose="020F0502020204030204"/>
              </a:rPr>
              <a:t> </a:t>
            </a:r>
            <a:r>
              <a:rPr sz="1400" spc="-20" dirty="0">
                <a:latin typeface="Calibri" panose="020F0502020204030204"/>
                <a:cs typeface="Calibri" panose="020F0502020204030204"/>
              </a:rPr>
              <a:t>steps</a:t>
            </a:r>
            <a:endParaRPr sz="1400">
              <a:latin typeface="Calibri" panose="020F0502020204030204"/>
              <a:cs typeface="Calibri" panose="020F0502020204030204"/>
            </a:endParaRPr>
          </a:p>
        </p:txBody>
      </p:sp>
      <p:pic>
        <p:nvPicPr>
          <p:cNvPr id="3" name="object 21"/>
          <p:cNvPicPr/>
          <p:nvPr/>
        </p:nvPicPr>
        <p:blipFill>
          <a:blip r:embed="rId15" cstate="print"/>
          <a:stretch>
            <a:fillRect/>
          </a:stretch>
        </p:blipFill>
        <p:spPr>
          <a:xfrm>
            <a:off x="1314068" y="4383625"/>
            <a:ext cx="141986" cy="214375"/>
          </a:xfrm>
          <a:prstGeom prst="rect">
            <a:avLst/>
          </a:prstGeom>
        </p:spPr>
      </p:pic>
      <p:pic>
        <p:nvPicPr>
          <p:cNvPr id="4" name="object 97"/>
          <p:cNvPicPr/>
          <p:nvPr/>
        </p:nvPicPr>
        <p:blipFill>
          <a:blip r:embed="rId15" cstate="print"/>
          <a:stretch>
            <a:fillRect/>
          </a:stretch>
        </p:blipFill>
        <p:spPr>
          <a:xfrm>
            <a:off x="2714625" y="4383625"/>
            <a:ext cx="141986" cy="214375"/>
          </a:xfrm>
          <a:prstGeom prst="rect">
            <a:avLst/>
          </a:prstGeom>
        </p:spPr>
      </p:pic>
      <p:pic>
        <p:nvPicPr>
          <p:cNvPr id="5" name="object 98"/>
          <p:cNvPicPr/>
          <p:nvPr/>
        </p:nvPicPr>
        <p:blipFill>
          <a:blip r:embed="rId15" cstate="print"/>
          <a:stretch>
            <a:fillRect/>
          </a:stretch>
        </p:blipFill>
        <p:spPr>
          <a:xfrm>
            <a:off x="4049648" y="4385149"/>
            <a:ext cx="141986" cy="214375"/>
          </a:xfrm>
          <a:prstGeom prst="rect">
            <a:avLst/>
          </a:prstGeom>
        </p:spPr>
      </p:pic>
      <p:pic>
        <p:nvPicPr>
          <p:cNvPr id="13" name="object 29"/>
          <p:cNvPicPr/>
          <p:nvPr/>
        </p:nvPicPr>
        <p:blipFill>
          <a:blip r:embed="rId16" cstate="print"/>
          <a:stretch>
            <a:fillRect/>
          </a:stretch>
        </p:blipFill>
        <p:spPr>
          <a:xfrm>
            <a:off x="1322831" y="3951571"/>
            <a:ext cx="332231" cy="382524"/>
          </a:xfrm>
          <a:prstGeom prst="rect">
            <a:avLst/>
          </a:prstGeom>
        </p:spPr>
      </p:pic>
      <p:pic>
        <p:nvPicPr>
          <p:cNvPr id="14" name="object 31"/>
          <p:cNvPicPr/>
          <p:nvPr/>
        </p:nvPicPr>
        <p:blipFill>
          <a:blip r:embed="rId17" cstate="print"/>
          <a:stretch>
            <a:fillRect/>
          </a:stretch>
        </p:blipFill>
        <p:spPr>
          <a:xfrm>
            <a:off x="1394459" y="4084159"/>
            <a:ext cx="199644" cy="149351"/>
          </a:xfrm>
          <a:prstGeom prst="rect">
            <a:avLst/>
          </a:prstGeom>
        </p:spPr>
      </p:pic>
      <p:pic>
        <p:nvPicPr>
          <p:cNvPr id="17" name="object 32"/>
          <p:cNvPicPr/>
          <p:nvPr/>
        </p:nvPicPr>
        <p:blipFill>
          <a:blip r:embed="rId16" cstate="print"/>
          <a:stretch>
            <a:fillRect/>
          </a:stretch>
        </p:blipFill>
        <p:spPr>
          <a:xfrm>
            <a:off x="2723387" y="3951571"/>
            <a:ext cx="333756" cy="382524"/>
          </a:xfrm>
          <a:prstGeom prst="rect">
            <a:avLst/>
          </a:prstGeom>
        </p:spPr>
      </p:pic>
      <p:pic>
        <p:nvPicPr>
          <p:cNvPr id="18" name="object 34"/>
          <p:cNvPicPr/>
          <p:nvPr/>
        </p:nvPicPr>
        <p:blipFill>
          <a:blip r:embed="rId18" cstate="print"/>
          <a:stretch>
            <a:fillRect/>
          </a:stretch>
        </p:blipFill>
        <p:spPr>
          <a:xfrm>
            <a:off x="2795016" y="4084159"/>
            <a:ext cx="205739" cy="149351"/>
          </a:xfrm>
          <a:prstGeom prst="rect">
            <a:avLst/>
          </a:prstGeom>
        </p:spPr>
      </p:pic>
      <p:pic>
        <p:nvPicPr>
          <p:cNvPr id="19" name="object 35"/>
          <p:cNvPicPr/>
          <p:nvPr/>
        </p:nvPicPr>
        <p:blipFill>
          <a:blip r:embed="rId19" cstate="print"/>
          <a:stretch>
            <a:fillRect/>
          </a:stretch>
        </p:blipFill>
        <p:spPr>
          <a:xfrm>
            <a:off x="4058411" y="3954620"/>
            <a:ext cx="333756" cy="381000"/>
          </a:xfrm>
          <a:prstGeom prst="rect">
            <a:avLst/>
          </a:prstGeom>
        </p:spPr>
      </p:pic>
      <p:pic>
        <p:nvPicPr>
          <p:cNvPr id="20" name="object 37"/>
          <p:cNvPicPr/>
          <p:nvPr/>
        </p:nvPicPr>
        <p:blipFill>
          <a:blip r:embed="rId20" cstate="print"/>
          <a:stretch>
            <a:fillRect/>
          </a:stretch>
        </p:blipFill>
        <p:spPr>
          <a:xfrm>
            <a:off x="4130040" y="4087207"/>
            <a:ext cx="207263" cy="152400"/>
          </a:xfrm>
          <a:prstGeom prst="rect">
            <a:avLst/>
          </a:prstGeom>
        </p:spPr>
      </p:pic>
      <p:pic>
        <p:nvPicPr>
          <p:cNvPr id="21" name="object 99"/>
          <p:cNvPicPr/>
          <p:nvPr/>
        </p:nvPicPr>
        <p:blipFill>
          <a:blip r:embed="rId21" cstate="print"/>
          <a:stretch>
            <a:fillRect/>
          </a:stretch>
        </p:blipFill>
        <p:spPr>
          <a:xfrm>
            <a:off x="5231084" y="3183635"/>
            <a:ext cx="986027" cy="231648"/>
          </a:xfrm>
          <a:prstGeom prst="rect">
            <a:avLst/>
          </a:prstGeom>
        </p:spPr>
      </p:pic>
      <p:pic>
        <p:nvPicPr>
          <p:cNvPr id="22" name="object 100"/>
          <p:cNvPicPr/>
          <p:nvPr/>
        </p:nvPicPr>
        <p:blipFill>
          <a:blip r:embed="rId22" cstate="print"/>
          <a:stretch>
            <a:fillRect/>
          </a:stretch>
        </p:blipFill>
        <p:spPr>
          <a:xfrm>
            <a:off x="6457904" y="3200400"/>
            <a:ext cx="4692396" cy="214884"/>
          </a:xfrm>
          <a:prstGeom prst="rect">
            <a:avLst/>
          </a:prstGeom>
        </p:spPr>
      </p:pic>
      <p:pic>
        <p:nvPicPr>
          <p:cNvPr id="6" name="object 8"/>
          <p:cNvPicPr/>
          <p:nvPr/>
        </p:nvPicPr>
        <p:blipFill>
          <a:blip r:embed="rId23" cstate="print"/>
          <a:stretch>
            <a:fillRect/>
          </a:stretch>
        </p:blipFill>
        <p:spPr>
          <a:xfrm>
            <a:off x="573023" y="3959191"/>
            <a:ext cx="332232" cy="382524"/>
          </a:xfrm>
          <a:prstGeom prst="rect">
            <a:avLst/>
          </a:prstGeom>
        </p:spPr>
      </p:pic>
      <p:pic>
        <p:nvPicPr>
          <p:cNvPr id="7" name="object 10"/>
          <p:cNvPicPr/>
          <p:nvPr/>
        </p:nvPicPr>
        <p:blipFill>
          <a:blip r:embed="rId24" cstate="print"/>
          <a:stretch>
            <a:fillRect/>
          </a:stretch>
        </p:blipFill>
        <p:spPr>
          <a:xfrm>
            <a:off x="637031" y="4065871"/>
            <a:ext cx="202692" cy="213360"/>
          </a:xfrm>
          <a:prstGeom prst="rect">
            <a:avLst/>
          </a:prstGeom>
        </p:spPr>
      </p:pic>
      <p:pic>
        <p:nvPicPr>
          <p:cNvPr id="8" name="object 12"/>
          <p:cNvPicPr/>
          <p:nvPr/>
        </p:nvPicPr>
        <p:blipFill>
          <a:blip r:embed="rId23" cstate="print"/>
          <a:stretch>
            <a:fillRect/>
          </a:stretch>
        </p:blipFill>
        <p:spPr>
          <a:xfrm>
            <a:off x="1970531" y="3950047"/>
            <a:ext cx="332231" cy="382524"/>
          </a:xfrm>
          <a:prstGeom prst="rect">
            <a:avLst/>
          </a:prstGeom>
        </p:spPr>
      </p:pic>
      <p:pic>
        <p:nvPicPr>
          <p:cNvPr id="9" name="object 14"/>
          <p:cNvPicPr/>
          <p:nvPr/>
        </p:nvPicPr>
        <p:blipFill>
          <a:blip r:embed="rId25" cstate="print"/>
          <a:stretch>
            <a:fillRect/>
          </a:stretch>
        </p:blipFill>
        <p:spPr>
          <a:xfrm>
            <a:off x="2036063" y="4056727"/>
            <a:ext cx="207263" cy="213360"/>
          </a:xfrm>
          <a:prstGeom prst="rect">
            <a:avLst/>
          </a:prstGeom>
        </p:spPr>
      </p:pic>
      <p:pic>
        <p:nvPicPr>
          <p:cNvPr id="10" name="object 15"/>
          <p:cNvPicPr/>
          <p:nvPr/>
        </p:nvPicPr>
        <p:blipFill>
          <a:blip r:embed="rId23" cstate="print"/>
          <a:stretch>
            <a:fillRect/>
          </a:stretch>
        </p:blipFill>
        <p:spPr>
          <a:xfrm>
            <a:off x="3305556" y="3950047"/>
            <a:ext cx="333755" cy="382524"/>
          </a:xfrm>
          <a:prstGeom prst="rect">
            <a:avLst/>
          </a:prstGeom>
        </p:spPr>
      </p:pic>
      <p:pic>
        <p:nvPicPr>
          <p:cNvPr id="11" name="object 17"/>
          <p:cNvPicPr/>
          <p:nvPr/>
        </p:nvPicPr>
        <p:blipFill>
          <a:blip r:embed="rId26" cstate="print"/>
          <a:stretch>
            <a:fillRect/>
          </a:stretch>
        </p:blipFill>
        <p:spPr>
          <a:xfrm>
            <a:off x="3371087" y="4056727"/>
            <a:ext cx="208787" cy="216407"/>
          </a:xfrm>
          <a:prstGeom prst="rect">
            <a:avLst/>
          </a:prstGeom>
        </p:spPr>
      </p:pic>
      <p:pic>
        <p:nvPicPr>
          <p:cNvPr id="12" name="object 11"/>
          <p:cNvPicPr/>
          <p:nvPr/>
        </p:nvPicPr>
        <p:blipFill>
          <a:blip r:embed="rId27" cstate="print"/>
          <a:stretch>
            <a:fillRect/>
          </a:stretch>
        </p:blipFill>
        <p:spPr>
          <a:xfrm>
            <a:off x="796455" y="4386673"/>
            <a:ext cx="111302" cy="215137"/>
          </a:xfrm>
          <a:prstGeom prst="rect">
            <a:avLst/>
          </a:prstGeom>
        </p:spPr>
      </p:pic>
      <p:pic>
        <p:nvPicPr>
          <p:cNvPr id="15" name="object 89"/>
          <p:cNvPicPr/>
          <p:nvPr/>
        </p:nvPicPr>
        <p:blipFill>
          <a:blip r:embed="rId28" cstate="print"/>
          <a:stretch>
            <a:fillRect/>
          </a:stretch>
        </p:blipFill>
        <p:spPr>
          <a:xfrm>
            <a:off x="2196973" y="4400390"/>
            <a:ext cx="111378" cy="215137"/>
          </a:xfrm>
          <a:prstGeom prst="rect">
            <a:avLst/>
          </a:prstGeom>
        </p:spPr>
      </p:pic>
      <p:pic>
        <p:nvPicPr>
          <p:cNvPr id="16" name="object 94"/>
          <p:cNvPicPr/>
          <p:nvPr/>
        </p:nvPicPr>
        <p:blipFill>
          <a:blip r:embed="rId29" cstate="print"/>
          <a:stretch>
            <a:fillRect/>
          </a:stretch>
        </p:blipFill>
        <p:spPr>
          <a:xfrm>
            <a:off x="3536569" y="4386673"/>
            <a:ext cx="111378" cy="215137"/>
          </a:xfrm>
          <a:prstGeom prst="rect">
            <a:avLst/>
          </a:prstGeom>
        </p:spPr>
      </p:pic>
      <p:pic>
        <p:nvPicPr>
          <p:cNvPr id="23" name="object 90"/>
          <p:cNvPicPr/>
          <p:nvPr/>
        </p:nvPicPr>
        <p:blipFill>
          <a:blip r:embed="rId30" cstate="print"/>
          <a:stretch>
            <a:fillRect/>
          </a:stretch>
        </p:blipFill>
        <p:spPr>
          <a:xfrm>
            <a:off x="5231084" y="3498113"/>
            <a:ext cx="2749296" cy="230124"/>
          </a:xfrm>
          <a:prstGeom prst="rect">
            <a:avLst/>
          </a:prstGeom>
        </p:spPr>
      </p:pic>
      <p:pic>
        <p:nvPicPr>
          <p:cNvPr id="24" name="object 92"/>
          <p:cNvPicPr/>
          <p:nvPr/>
        </p:nvPicPr>
        <p:blipFill>
          <a:blip r:embed="rId31" cstate="print"/>
          <a:stretch>
            <a:fillRect/>
          </a:stretch>
        </p:blipFill>
        <p:spPr>
          <a:xfrm>
            <a:off x="8413196" y="3476778"/>
            <a:ext cx="1520952" cy="207264"/>
          </a:xfrm>
          <a:prstGeom prst="rect">
            <a:avLst/>
          </a:prstGeom>
        </p:spPr>
      </p:pic>
      <p:pic>
        <p:nvPicPr>
          <p:cNvPr id="25" name="object 18"/>
          <p:cNvPicPr/>
          <p:nvPr/>
        </p:nvPicPr>
        <p:blipFill>
          <a:blip r:embed="rId32" cstate="print"/>
          <a:stretch>
            <a:fillRect/>
          </a:stretch>
        </p:blipFill>
        <p:spPr>
          <a:xfrm>
            <a:off x="944879" y="3950047"/>
            <a:ext cx="332231" cy="382524"/>
          </a:xfrm>
          <a:prstGeom prst="rect">
            <a:avLst/>
          </a:prstGeom>
        </p:spPr>
      </p:pic>
      <p:pic>
        <p:nvPicPr>
          <p:cNvPr id="26" name="object 20"/>
          <p:cNvPicPr/>
          <p:nvPr/>
        </p:nvPicPr>
        <p:blipFill>
          <a:blip r:embed="rId33" cstate="print"/>
          <a:stretch>
            <a:fillRect/>
          </a:stretch>
        </p:blipFill>
        <p:spPr>
          <a:xfrm>
            <a:off x="1045463" y="4082635"/>
            <a:ext cx="187452" cy="160019"/>
          </a:xfrm>
          <a:prstGeom prst="rect">
            <a:avLst/>
          </a:prstGeom>
        </p:spPr>
      </p:pic>
      <p:pic>
        <p:nvPicPr>
          <p:cNvPr id="27" name="object 23"/>
          <p:cNvPicPr/>
          <p:nvPr/>
        </p:nvPicPr>
        <p:blipFill>
          <a:blip r:embed="rId34" cstate="print"/>
          <a:stretch>
            <a:fillRect/>
          </a:stretch>
        </p:blipFill>
        <p:spPr>
          <a:xfrm>
            <a:off x="2342387" y="3953095"/>
            <a:ext cx="333756" cy="381000"/>
          </a:xfrm>
          <a:prstGeom prst="rect">
            <a:avLst/>
          </a:prstGeom>
        </p:spPr>
      </p:pic>
      <p:pic>
        <p:nvPicPr>
          <p:cNvPr id="28" name="object 25"/>
          <p:cNvPicPr/>
          <p:nvPr/>
        </p:nvPicPr>
        <p:blipFill>
          <a:blip r:embed="rId35" cstate="print"/>
          <a:stretch>
            <a:fillRect/>
          </a:stretch>
        </p:blipFill>
        <p:spPr>
          <a:xfrm>
            <a:off x="2444495" y="4084159"/>
            <a:ext cx="193548" cy="160019"/>
          </a:xfrm>
          <a:prstGeom prst="rect">
            <a:avLst/>
          </a:prstGeom>
        </p:spPr>
      </p:pic>
      <p:pic>
        <p:nvPicPr>
          <p:cNvPr id="29" name="object 26"/>
          <p:cNvPicPr/>
          <p:nvPr/>
        </p:nvPicPr>
        <p:blipFill>
          <a:blip r:embed="rId32" cstate="print"/>
          <a:stretch>
            <a:fillRect/>
          </a:stretch>
        </p:blipFill>
        <p:spPr>
          <a:xfrm>
            <a:off x="3678935" y="3954620"/>
            <a:ext cx="332232" cy="382524"/>
          </a:xfrm>
          <a:prstGeom prst="rect">
            <a:avLst/>
          </a:prstGeom>
        </p:spPr>
      </p:pic>
      <p:pic>
        <p:nvPicPr>
          <p:cNvPr id="30" name="object 28"/>
          <p:cNvPicPr/>
          <p:nvPr/>
        </p:nvPicPr>
        <p:blipFill>
          <a:blip r:embed="rId36" cstate="print"/>
          <a:stretch>
            <a:fillRect/>
          </a:stretch>
        </p:blipFill>
        <p:spPr>
          <a:xfrm>
            <a:off x="3779519" y="4085683"/>
            <a:ext cx="195072" cy="160019"/>
          </a:xfrm>
          <a:prstGeom prst="rect">
            <a:avLst/>
          </a:prstGeom>
        </p:spPr>
      </p:pic>
      <p:pic>
        <p:nvPicPr>
          <p:cNvPr id="31" name="object 22"/>
          <p:cNvPicPr/>
          <p:nvPr/>
        </p:nvPicPr>
        <p:blipFill>
          <a:blip r:embed="rId37" cstate="print"/>
          <a:stretch>
            <a:fillRect/>
          </a:stretch>
        </p:blipFill>
        <p:spPr>
          <a:xfrm>
            <a:off x="1071867" y="4388197"/>
            <a:ext cx="76161" cy="213614"/>
          </a:xfrm>
          <a:prstGeom prst="rect">
            <a:avLst/>
          </a:prstGeom>
        </p:spPr>
      </p:pic>
      <p:pic>
        <p:nvPicPr>
          <p:cNvPr id="32" name="object 95"/>
          <p:cNvPicPr/>
          <p:nvPr/>
        </p:nvPicPr>
        <p:blipFill>
          <a:blip r:embed="rId38" cstate="print"/>
          <a:stretch>
            <a:fillRect/>
          </a:stretch>
        </p:blipFill>
        <p:spPr>
          <a:xfrm>
            <a:off x="2469388" y="4389722"/>
            <a:ext cx="76200" cy="213614"/>
          </a:xfrm>
          <a:prstGeom prst="rect">
            <a:avLst/>
          </a:prstGeom>
        </p:spPr>
      </p:pic>
      <p:pic>
        <p:nvPicPr>
          <p:cNvPr id="33" name="object 96"/>
          <p:cNvPicPr/>
          <p:nvPr/>
        </p:nvPicPr>
        <p:blipFill>
          <a:blip r:embed="rId38" cstate="print"/>
          <a:stretch>
            <a:fillRect/>
          </a:stretch>
        </p:blipFill>
        <p:spPr>
          <a:xfrm>
            <a:off x="3805935" y="4392770"/>
            <a:ext cx="76200" cy="213613"/>
          </a:xfrm>
          <a:prstGeom prst="rect">
            <a:avLst/>
          </a:prstGeom>
        </p:spPr>
      </p:pic>
      <p:pic>
        <p:nvPicPr>
          <p:cNvPr id="34" name="object 91"/>
          <p:cNvPicPr/>
          <p:nvPr/>
        </p:nvPicPr>
        <p:blipFill>
          <a:blip r:embed="rId39" cstate="print"/>
          <a:stretch>
            <a:fillRect/>
          </a:stretch>
        </p:blipFill>
        <p:spPr>
          <a:xfrm>
            <a:off x="5231083" y="3801422"/>
            <a:ext cx="966215" cy="230124"/>
          </a:xfrm>
          <a:prstGeom prst="rect">
            <a:avLst/>
          </a:prstGeom>
        </p:spPr>
      </p:pic>
      <p:pic>
        <p:nvPicPr>
          <p:cNvPr id="35" name="object 93"/>
          <p:cNvPicPr/>
          <p:nvPr/>
        </p:nvPicPr>
        <p:blipFill>
          <a:blip r:embed="rId40" cstate="print"/>
          <a:stretch>
            <a:fillRect/>
          </a:stretch>
        </p:blipFill>
        <p:spPr>
          <a:xfrm>
            <a:off x="8413195" y="3792278"/>
            <a:ext cx="1490472" cy="225551"/>
          </a:xfrm>
          <a:prstGeom prst="rect">
            <a:avLst/>
          </a:prstGeom>
        </p:spPr>
      </p:pic>
      <p:sp>
        <p:nvSpPr>
          <p:cNvPr id="36" name="object 38"/>
          <p:cNvSpPr/>
          <p:nvPr/>
        </p:nvSpPr>
        <p:spPr>
          <a:xfrm>
            <a:off x="576834" y="3310729"/>
            <a:ext cx="2874645" cy="601980"/>
          </a:xfrm>
          <a:custGeom>
            <a:avLst/>
            <a:gdLst/>
            <a:ahLst/>
            <a:cxnLst/>
            <a:rect l="l" t="t" r="r" b="b"/>
            <a:pathLst>
              <a:path w="2874645" h="601979">
                <a:moveTo>
                  <a:pt x="76200" y="76200"/>
                </a:moveTo>
                <a:lnTo>
                  <a:pt x="69850" y="63500"/>
                </a:lnTo>
                <a:lnTo>
                  <a:pt x="38100" y="0"/>
                </a:lnTo>
                <a:lnTo>
                  <a:pt x="0" y="76200"/>
                </a:lnTo>
                <a:lnTo>
                  <a:pt x="28575" y="76200"/>
                </a:lnTo>
                <a:lnTo>
                  <a:pt x="28575" y="530098"/>
                </a:lnTo>
                <a:lnTo>
                  <a:pt x="47625" y="530098"/>
                </a:lnTo>
                <a:lnTo>
                  <a:pt x="47625" y="76200"/>
                </a:lnTo>
                <a:lnTo>
                  <a:pt x="76200" y="76200"/>
                </a:lnTo>
                <a:close/>
              </a:path>
              <a:path w="2874645" h="601979">
                <a:moveTo>
                  <a:pt x="264058" y="121285"/>
                </a:moveTo>
                <a:lnTo>
                  <a:pt x="263779" y="121031"/>
                </a:lnTo>
                <a:lnTo>
                  <a:pt x="263347" y="120650"/>
                </a:lnTo>
                <a:lnTo>
                  <a:pt x="261620" y="119253"/>
                </a:lnTo>
                <a:lnTo>
                  <a:pt x="261404" y="119087"/>
                </a:lnTo>
                <a:lnTo>
                  <a:pt x="259727" y="117729"/>
                </a:lnTo>
                <a:lnTo>
                  <a:pt x="222059" y="98933"/>
                </a:lnTo>
                <a:lnTo>
                  <a:pt x="213093" y="98933"/>
                </a:lnTo>
                <a:lnTo>
                  <a:pt x="179273" y="120650"/>
                </a:lnTo>
                <a:lnTo>
                  <a:pt x="160070" y="157607"/>
                </a:lnTo>
                <a:lnTo>
                  <a:pt x="145326" y="207772"/>
                </a:lnTo>
                <a:lnTo>
                  <a:pt x="136156" y="253238"/>
                </a:lnTo>
                <a:lnTo>
                  <a:pt x="128295" y="304165"/>
                </a:lnTo>
                <a:lnTo>
                  <a:pt x="119494" y="378587"/>
                </a:lnTo>
                <a:lnTo>
                  <a:pt x="115481" y="417957"/>
                </a:lnTo>
                <a:lnTo>
                  <a:pt x="111696" y="459994"/>
                </a:lnTo>
                <a:lnTo>
                  <a:pt x="111302" y="464591"/>
                </a:lnTo>
                <a:lnTo>
                  <a:pt x="82829" y="462153"/>
                </a:lnTo>
                <a:lnTo>
                  <a:pt x="114300" y="541274"/>
                </a:lnTo>
                <a:lnTo>
                  <a:pt x="152450" y="478917"/>
                </a:lnTo>
                <a:lnTo>
                  <a:pt x="158750" y="468630"/>
                </a:lnTo>
                <a:lnTo>
                  <a:pt x="130289" y="466204"/>
                </a:lnTo>
                <a:lnTo>
                  <a:pt x="130987" y="458216"/>
                </a:lnTo>
                <a:lnTo>
                  <a:pt x="134442" y="419735"/>
                </a:lnTo>
                <a:lnTo>
                  <a:pt x="138417" y="380657"/>
                </a:lnTo>
                <a:lnTo>
                  <a:pt x="147154" y="306705"/>
                </a:lnTo>
                <a:lnTo>
                  <a:pt x="154914" y="256540"/>
                </a:lnTo>
                <a:lnTo>
                  <a:pt x="163753" y="212636"/>
                </a:lnTo>
                <a:lnTo>
                  <a:pt x="174167" y="175018"/>
                </a:lnTo>
                <a:lnTo>
                  <a:pt x="177787" y="164592"/>
                </a:lnTo>
                <a:lnTo>
                  <a:pt x="177850" y="164401"/>
                </a:lnTo>
                <a:lnTo>
                  <a:pt x="198361" y="127635"/>
                </a:lnTo>
                <a:lnTo>
                  <a:pt x="198843" y="127076"/>
                </a:lnTo>
                <a:lnTo>
                  <a:pt x="199123" y="126746"/>
                </a:lnTo>
                <a:lnTo>
                  <a:pt x="201269" y="124841"/>
                </a:lnTo>
                <a:lnTo>
                  <a:pt x="202514" y="123698"/>
                </a:lnTo>
                <a:lnTo>
                  <a:pt x="203822" y="122809"/>
                </a:lnTo>
                <a:lnTo>
                  <a:pt x="206629" y="120904"/>
                </a:lnTo>
                <a:lnTo>
                  <a:pt x="207010" y="120650"/>
                </a:lnTo>
                <a:lnTo>
                  <a:pt x="208457" y="120015"/>
                </a:lnTo>
                <a:lnTo>
                  <a:pt x="210591" y="119087"/>
                </a:lnTo>
                <a:lnTo>
                  <a:pt x="210159" y="119087"/>
                </a:lnTo>
                <a:lnTo>
                  <a:pt x="209994" y="119087"/>
                </a:lnTo>
                <a:lnTo>
                  <a:pt x="210400" y="119011"/>
                </a:lnTo>
                <a:lnTo>
                  <a:pt x="211137" y="118846"/>
                </a:lnTo>
                <a:lnTo>
                  <a:pt x="213436" y="118364"/>
                </a:lnTo>
                <a:lnTo>
                  <a:pt x="215265" y="117983"/>
                </a:lnTo>
                <a:lnTo>
                  <a:pt x="219583" y="117983"/>
                </a:lnTo>
                <a:lnTo>
                  <a:pt x="224828" y="119087"/>
                </a:lnTo>
                <a:lnTo>
                  <a:pt x="230644" y="121285"/>
                </a:lnTo>
                <a:lnTo>
                  <a:pt x="231330" y="121539"/>
                </a:lnTo>
                <a:lnTo>
                  <a:pt x="230746" y="121285"/>
                </a:lnTo>
                <a:lnTo>
                  <a:pt x="264058" y="121285"/>
                </a:lnTo>
                <a:close/>
              </a:path>
              <a:path w="2874645" h="601979">
                <a:moveTo>
                  <a:pt x="1938540" y="167462"/>
                </a:moveTo>
                <a:lnTo>
                  <a:pt x="1938223" y="167462"/>
                </a:lnTo>
                <a:lnTo>
                  <a:pt x="1936013" y="167957"/>
                </a:lnTo>
                <a:lnTo>
                  <a:pt x="1938540" y="167462"/>
                </a:lnTo>
                <a:close/>
              </a:path>
              <a:path w="2874645" h="601979">
                <a:moveTo>
                  <a:pt x="2874518" y="460756"/>
                </a:moveTo>
                <a:lnTo>
                  <a:pt x="2848711" y="472948"/>
                </a:lnTo>
                <a:lnTo>
                  <a:pt x="2842260" y="459486"/>
                </a:lnTo>
                <a:lnTo>
                  <a:pt x="2821559" y="418846"/>
                </a:lnTo>
                <a:lnTo>
                  <a:pt x="2804541" y="388429"/>
                </a:lnTo>
                <a:lnTo>
                  <a:pt x="2804541" y="82296"/>
                </a:lnTo>
                <a:lnTo>
                  <a:pt x="2833116" y="82296"/>
                </a:lnTo>
                <a:lnTo>
                  <a:pt x="2826766" y="69596"/>
                </a:lnTo>
                <a:lnTo>
                  <a:pt x="2795016" y="6096"/>
                </a:lnTo>
                <a:lnTo>
                  <a:pt x="2756916" y="82296"/>
                </a:lnTo>
                <a:lnTo>
                  <a:pt x="2785491" y="82296"/>
                </a:lnTo>
                <a:lnTo>
                  <a:pt x="2785491" y="356793"/>
                </a:lnTo>
                <a:lnTo>
                  <a:pt x="2763139" y="322326"/>
                </a:lnTo>
                <a:lnTo>
                  <a:pt x="2735821" y="286512"/>
                </a:lnTo>
                <a:lnTo>
                  <a:pt x="2705735" y="252857"/>
                </a:lnTo>
                <a:lnTo>
                  <a:pt x="2672461" y="221615"/>
                </a:lnTo>
                <a:lnTo>
                  <a:pt x="2635377" y="193294"/>
                </a:lnTo>
                <a:lnTo>
                  <a:pt x="2594229" y="168148"/>
                </a:lnTo>
                <a:lnTo>
                  <a:pt x="2548636" y="146685"/>
                </a:lnTo>
                <a:lnTo>
                  <a:pt x="2498090" y="129032"/>
                </a:lnTo>
                <a:lnTo>
                  <a:pt x="2487536" y="126263"/>
                </a:lnTo>
                <a:lnTo>
                  <a:pt x="2473452" y="122555"/>
                </a:lnTo>
                <a:lnTo>
                  <a:pt x="2412492" y="110998"/>
                </a:lnTo>
                <a:lnTo>
                  <a:pt x="2348230" y="104648"/>
                </a:lnTo>
                <a:lnTo>
                  <a:pt x="2317356" y="103505"/>
                </a:lnTo>
                <a:lnTo>
                  <a:pt x="2277745" y="103505"/>
                </a:lnTo>
                <a:lnTo>
                  <a:pt x="2200783" y="107696"/>
                </a:lnTo>
                <a:lnTo>
                  <a:pt x="2160016" y="111633"/>
                </a:lnTo>
                <a:lnTo>
                  <a:pt x="2117725" y="116713"/>
                </a:lnTo>
                <a:lnTo>
                  <a:pt x="2028825" y="130683"/>
                </a:lnTo>
                <a:lnTo>
                  <a:pt x="1934464" y="148844"/>
                </a:lnTo>
                <a:lnTo>
                  <a:pt x="1835150" y="171069"/>
                </a:lnTo>
                <a:lnTo>
                  <a:pt x="1731264" y="196850"/>
                </a:lnTo>
                <a:lnTo>
                  <a:pt x="1623314" y="226060"/>
                </a:lnTo>
                <a:lnTo>
                  <a:pt x="1541805" y="249478"/>
                </a:lnTo>
                <a:lnTo>
                  <a:pt x="1538097" y="240792"/>
                </a:lnTo>
                <a:lnTo>
                  <a:pt x="1530604" y="224917"/>
                </a:lnTo>
                <a:lnTo>
                  <a:pt x="1523403" y="210870"/>
                </a:lnTo>
                <a:lnTo>
                  <a:pt x="1523403" y="254762"/>
                </a:lnTo>
                <a:lnTo>
                  <a:pt x="1511427" y="258191"/>
                </a:lnTo>
                <a:lnTo>
                  <a:pt x="1461897" y="273227"/>
                </a:lnTo>
                <a:lnTo>
                  <a:pt x="1461897" y="156629"/>
                </a:lnTo>
                <a:lnTo>
                  <a:pt x="1462328" y="157035"/>
                </a:lnTo>
                <a:lnTo>
                  <a:pt x="1471815" y="167500"/>
                </a:lnTo>
                <a:lnTo>
                  <a:pt x="1471993" y="167767"/>
                </a:lnTo>
                <a:lnTo>
                  <a:pt x="1481150" y="179222"/>
                </a:lnTo>
                <a:lnTo>
                  <a:pt x="1489837" y="191465"/>
                </a:lnTo>
                <a:lnTo>
                  <a:pt x="1497965" y="204470"/>
                </a:lnTo>
                <a:lnTo>
                  <a:pt x="1498180" y="204876"/>
                </a:lnTo>
                <a:lnTo>
                  <a:pt x="1506651" y="219684"/>
                </a:lnTo>
                <a:lnTo>
                  <a:pt x="1513484" y="233248"/>
                </a:lnTo>
                <a:lnTo>
                  <a:pt x="1521231" y="249682"/>
                </a:lnTo>
                <a:lnTo>
                  <a:pt x="1523403" y="254762"/>
                </a:lnTo>
                <a:lnTo>
                  <a:pt x="1523403" y="210870"/>
                </a:lnTo>
                <a:lnTo>
                  <a:pt x="1522730" y="209550"/>
                </a:lnTo>
                <a:lnTo>
                  <a:pt x="1514475" y="194818"/>
                </a:lnTo>
                <a:lnTo>
                  <a:pt x="1505585" y="180975"/>
                </a:lnTo>
                <a:lnTo>
                  <a:pt x="1496542" y="167932"/>
                </a:lnTo>
                <a:lnTo>
                  <a:pt x="1496441" y="167767"/>
                </a:lnTo>
                <a:lnTo>
                  <a:pt x="1486535" y="155321"/>
                </a:lnTo>
                <a:lnTo>
                  <a:pt x="1476121" y="143891"/>
                </a:lnTo>
                <a:lnTo>
                  <a:pt x="1464945" y="133223"/>
                </a:lnTo>
                <a:lnTo>
                  <a:pt x="1461897" y="130721"/>
                </a:lnTo>
                <a:lnTo>
                  <a:pt x="1461897" y="79248"/>
                </a:lnTo>
                <a:lnTo>
                  <a:pt x="1490472" y="79248"/>
                </a:lnTo>
                <a:lnTo>
                  <a:pt x="1484122" y="66548"/>
                </a:lnTo>
                <a:lnTo>
                  <a:pt x="1452372" y="3048"/>
                </a:lnTo>
                <a:lnTo>
                  <a:pt x="1414272" y="79248"/>
                </a:lnTo>
                <a:lnTo>
                  <a:pt x="1442847" y="79248"/>
                </a:lnTo>
                <a:lnTo>
                  <a:pt x="1442847" y="116319"/>
                </a:lnTo>
                <a:lnTo>
                  <a:pt x="1441246" y="115189"/>
                </a:lnTo>
                <a:lnTo>
                  <a:pt x="1439964" y="114427"/>
                </a:lnTo>
                <a:lnTo>
                  <a:pt x="1433868" y="110909"/>
                </a:lnTo>
                <a:lnTo>
                  <a:pt x="1381696" y="110909"/>
                </a:lnTo>
                <a:lnTo>
                  <a:pt x="1381556" y="110909"/>
                </a:lnTo>
                <a:lnTo>
                  <a:pt x="1394841" y="114427"/>
                </a:lnTo>
                <a:lnTo>
                  <a:pt x="1394193" y="114274"/>
                </a:lnTo>
                <a:lnTo>
                  <a:pt x="1407731" y="119075"/>
                </a:lnTo>
                <a:lnTo>
                  <a:pt x="1418907" y="124333"/>
                </a:lnTo>
                <a:lnTo>
                  <a:pt x="1442847" y="124333"/>
                </a:lnTo>
                <a:lnTo>
                  <a:pt x="1442847" y="124714"/>
                </a:lnTo>
                <a:lnTo>
                  <a:pt x="1419872" y="124714"/>
                </a:lnTo>
                <a:lnTo>
                  <a:pt x="1419733" y="124714"/>
                </a:lnTo>
                <a:lnTo>
                  <a:pt x="1420291" y="124980"/>
                </a:lnTo>
                <a:lnTo>
                  <a:pt x="1424051" y="127177"/>
                </a:lnTo>
                <a:lnTo>
                  <a:pt x="1430401" y="130810"/>
                </a:lnTo>
                <a:lnTo>
                  <a:pt x="1442186" y="139065"/>
                </a:lnTo>
                <a:lnTo>
                  <a:pt x="1442847" y="139623"/>
                </a:lnTo>
                <a:lnTo>
                  <a:pt x="1442847" y="279019"/>
                </a:lnTo>
                <a:lnTo>
                  <a:pt x="1396365" y="293116"/>
                </a:lnTo>
                <a:lnTo>
                  <a:pt x="1278255" y="330327"/>
                </a:lnTo>
                <a:lnTo>
                  <a:pt x="1035050" y="410464"/>
                </a:lnTo>
                <a:lnTo>
                  <a:pt x="555180" y="575767"/>
                </a:lnTo>
                <a:lnTo>
                  <a:pt x="714629" y="455041"/>
                </a:lnTo>
                <a:lnTo>
                  <a:pt x="828040" y="371856"/>
                </a:lnTo>
                <a:lnTo>
                  <a:pt x="883285" y="332613"/>
                </a:lnTo>
                <a:lnTo>
                  <a:pt x="934935" y="297078"/>
                </a:lnTo>
                <a:lnTo>
                  <a:pt x="990092" y="260604"/>
                </a:lnTo>
                <a:lnTo>
                  <a:pt x="1038110" y="230441"/>
                </a:lnTo>
                <a:lnTo>
                  <a:pt x="1086764" y="201637"/>
                </a:lnTo>
                <a:lnTo>
                  <a:pt x="1138021" y="173685"/>
                </a:lnTo>
                <a:lnTo>
                  <a:pt x="1140294" y="172491"/>
                </a:lnTo>
                <a:lnTo>
                  <a:pt x="1137881" y="173685"/>
                </a:lnTo>
                <a:lnTo>
                  <a:pt x="1183005" y="151638"/>
                </a:lnTo>
                <a:lnTo>
                  <a:pt x="1224610" y="134213"/>
                </a:lnTo>
                <a:lnTo>
                  <a:pt x="1246047" y="126403"/>
                </a:lnTo>
                <a:lnTo>
                  <a:pt x="1245743" y="126403"/>
                </a:lnTo>
                <a:lnTo>
                  <a:pt x="1265212" y="120332"/>
                </a:lnTo>
                <a:lnTo>
                  <a:pt x="1284249" y="115189"/>
                </a:lnTo>
                <a:lnTo>
                  <a:pt x="1302054" y="111429"/>
                </a:lnTo>
                <a:lnTo>
                  <a:pt x="1319669" y="108813"/>
                </a:lnTo>
                <a:lnTo>
                  <a:pt x="1320634" y="108661"/>
                </a:lnTo>
                <a:lnTo>
                  <a:pt x="1320279" y="108661"/>
                </a:lnTo>
                <a:lnTo>
                  <a:pt x="1336802" y="107315"/>
                </a:lnTo>
                <a:lnTo>
                  <a:pt x="1353210" y="107315"/>
                </a:lnTo>
                <a:lnTo>
                  <a:pt x="1367256" y="108458"/>
                </a:lnTo>
                <a:lnTo>
                  <a:pt x="1380464" y="110718"/>
                </a:lnTo>
                <a:lnTo>
                  <a:pt x="1433550" y="110718"/>
                </a:lnTo>
                <a:lnTo>
                  <a:pt x="1428115" y="107569"/>
                </a:lnTo>
                <a:lnTo>
                  <a:pt x="1427556" y="107315"/>
                </a:lnTo>
                <a:lnTo>
                  <a:pt x="1414399" y="101219"/>
                </a:lnTo>
                <a:lnTo>
                  <a:pt x="1400048" y="96012"/>
                </a:lnTo>
                <a:lnTo>
                  <a:pt x="1384935" y="92075"/>
                </a:lnTo>
                <a:lnTo>
                  <a:pt x="1369187" y="89535"/>
                </a:lnTo>
                <a:lnTo>
                  <a:pt x="1354175" y="88265"/>
                </a:lnTo>
                <a:lnTo>
                  <a:pt x="1335532" y="88265"/>
                </a:lnTo>
                <a:lnTo>
                  <a:pt x="1280033" y="96520"/>
                </a:lnTo>
                <a:lnTo>
                  <a:pt x="1239545" y="108458"/>
                </a:lnTo>
                <a:lnTo>
                  <a:pt x="1197229" y="124714"/>
                </a:lnTo>
                <a:lnTo>
                  <a:pt x="1152398" y="145034"/>
                </a:lnTo>
                <a:lnTo>
                  <a:pt x="1105408" y="169418"/>
                </a:lnTo>
                <a:lnTo>
                  <a:pt x="1056386" y="197104"/>
                </a:lnTo>
                <a:lnTo>
                  <a:pt x="1005713" y="228092"/>
                </a:lnTo>
                <a:lnTo>
                  <a:pt x="926719" y="279654"/>
                </a:lnTo>
                <a:lnTo>
                  <a:pt x="816864" y="356362"/>
                </a:lnTo>
                <a:lnTo>
                  <a:pt x="703199" y="439801"/>
                </a:lnTo>
                <a:lnTo>
                  <a:pt x="533692" y="568071"/>
                </a:lnTo>
                <a:lnTo>
                  <a:pt x="496519" y="495808"/>
                </a:lnTo>
                <a:lnTo>
                  <a:pt x="473925" y="452628"/>
                </a:lnTo>
                <a:lnTo>
                  <a:pt x="451700" y="410464"/>
                </a:lnTo>
                <a:lnTo>
                  <a:pt x="429653" y="369443"/>
                </a:lnTo>
                <a:lnTo>
                  <a:pt x="407987" y="330200"/>
                </a:lnTo>
                <a:lnTo>
                  <a:pt x="386765" y="292862"/>
                </a:lnTo>
                <a:lnTo>
                  <a:pt x="366001" y="257810"/>
                </a:lnTo>
                <a:lnTo>
                  <a:pt x="336067" y="210439"/>
                </a:lnTo>
                <a:lnTo>
                  <a:pt x="307632" y="170180"/>
                </a:lnTo>
                <a:lnTo>
                  <a:pt x="280619" y="137541"/>
                </a:lnTo>
                <a:lnTo>
                  <a:pt x="264325" y="121539"/>
                </a:lnTo>
                <a:lnTo>
                  <a:pt x="231330" y="121539"/>
                </a:lnTo>
                <a:lnTo>
                  <a:pt x="231127" y="121539"/>
                </a:lnTo>
                <a:lnTo>
                  <a:pt x="235483" y="123825"/>
                </a:lnTo>
                <a:lnTo>
                  <a:pt x="236562" y="124333"/>
                </a:lnTo>
                <a:lnTo>
                  <a:pt x="244055" y="129540"/>
                </a:lnTo>
                <a:lnTo>
                  <a:pt x="274574" y="159270"/>
                </a:lnTo>
                <a:lnTo>
                  <a:pt x="292227" y="181406"/>
                </a:lnTo>
                <a:lnTo>
                  <a:pt x="292442" y="181571"/>
                </a:lnTo>
                <a:lnTo>
                  <a:pt x="293166" y="182626"/>
                </a:lnTo>
                <a:lnTo>
                  <a:pt x="294665" y="184581"/>
                </a:lnTo>
                <a:lnTo>
                  <a:pt x="301345" y="193700"/>
                </a:lnTo>
                <a:lnTo>
                  <a:pt x="301548" y="193916"/>
                </a:lnTo>
                <a:lnTo>
                  <a:pt x="301701" y="194183"/>
                </a:lnTo>
                <a:lnTo>
                  <a:pt x="302336" y="195046"/>
                </a:lnTo>
                <a:lnTo>
                  <a:pt x="310629" y="206883"/>
                </a:lnTo>
                <a:lnTo>
                  <a:pt x="320141" y="220980"/>
                </a:lnTo>
                <a:lnTo>
                  <a:pt x="329819" y="235839"/>
                </a:lnTo>
                <a:lnTo>
                  <a:pt x="339661" y="251371"/>
                </a:lnTo>
                <a:lnTo>
                  <a:pt x="339852" y="251561"/>
                </a:lnTo>
                <a:lnTo>
                  <a:pt x="340855" y="253238"/>
                </a:lnTo>
                <a:lnTo>
                  <a:pt x="341350" y="254025"/>
                </a:lnTo>
                <a:lnTo>
                  <a:pt x="349681" y="267716"/>
                </a:lnTo>
                <a:lnTo>
                  <a:pt x="370255" y="302387"/>
                </a:lnTo>
                <a:lnTo>
                  <a:pt x="391325" y="339344"/>
                </a:lnTo>
                <a:lnTo>
                  <a:pt x="412902" y="378587"/>
                </a:lnTo>
                <a:lnTo>
                  <a:pt x="436359" y="422186"/>
                </a:lnTo>
                <a:lnTo>
                  <a:pt x="457047" y="461391"/>
                </a:lnTo>
                <a:lnTo>
                  <a:pt x="479590" y="504571"/>
                </a:lnTo>
                <a:lnTo>
                  <a:pt x="524929" y="592582"/>
                </a:lnTo>
                <a:lnTo>
                  <a:pt x="533349" y="588302"/>
                </a:lnTo>
                <a:lnTo>
                  <a:pt x="538048" y="601853"/>
                </a:lnTo>
                <a:lnTo>
                  <a:pt x="1041273" y="428459"/>
                </a:lnTo>
                <a:lnTo>
                  <a:pt x="1043419" y="427736"/>
                </a:lnTo>
                <a:lnTo>
                  <a:pt x="1042377" y="428053"/>
                </a:lnTo>
                <a:lnTo>
                  <a:pt x="1284097" y="348488"/>
                </a:lnTo>
                <a:lnTo>
                  <a:pt x="1401953" y="311277"/>
                </a:lnTo>
                <a:lnTo>
                  <a:pt x="1442847" y="298907"/>
                </a:lnTo>
                <a:lnTo>
                  <a:pt x="1442847" y="533146"/>
                </a:lnTo>
                <a:lnTo>
                  <a:pt x="1461897" y="533146"/>
                </a:lnTo>
                <a:lnTo>
                  <a:pt x="1461897" y="293128"/>
                </a:lnTo>
                <a:lnTo>
                  <a:pt x="1519148" y="275793"/>
                </a:lnTo>
                <a:lnTo>
                  <a:pt x="1530667" y="272491"/>
                </a:lnTo>
                <a:lnTo>
                  <a:pt x="1533461" y="279654"/>
                </a:lnTo>
                <a:lnTo>
                  <a:pt x="1540192" y="298069"/>
                </a:lnTo>
                <a:lnTo>
                  <a:pt x="1551965" y="334378"/>
                </a:lnTo>
                <a:lnTo>
                  <a:pt x="1563306" y="374396"/>
                </a:lnTo>
                <a:lnTo>
                  <a:pt x="1572577" y="411251"/>
                </a:lnTo>
                <a:lnTo>
                  <a:pt x="1572691" y="411505"/>
                </a:lnTo>
                <a:lnTo>
                  <a:pt x="1581531" y="449453"/>
                </a:lnTo>
                <a:lnTo>
                  <a:pt x="1582064" y="451612"/>
                </a:lnTo>
                <a:lnTo>
                  <a:pt x="1583766" y="459536"/>
                </a:lnTo>
                <a:lnTo>
                  <a:pt x="1555877" y="465582"/>
                </a:lnTo>
                <a:lnTo>
                  <a:pt x="1609344" y="532003"/>
                </a:lnTo>
                <a:lnTo>
                  <a:pt x="1624584" y="471932"/>
                </a:lnTo>
                <a:lnTo>
                  <a:pt x="1630299" y="449453"/>
                </a:lnTo>
                <a:lnTo>
                  <a:pt x="1602384" y="455510"/>
                </a:lnTo>
                <a:lnTo>
                  <a:pt x="1600581" y="447421"/>
                </a:lnTo>
                <a:lnTo>
                  <a:pt x="1591183" y="406781"/>
                </a:lnTo>
                <a:lnTo>
                  <a:pt x="1581150" y="367284"/>
                </a:lnTo>
                <a:lnTo>
                  <a:pt x="1570228" y="328930"/>
                </a:lnTo>
                <a:lnTo>
                  <a:pt x="1558290" y="292227"/>
                </a:lnTo>
                <a:lnTo>
                  <a:pt x="1549044" y="267220"/>
                </a:lnTo>
                <a:lnTo>
                  <a:pt x="1628394" y="244475"/>
                </a:lnTo>
                <a:lnTo>
                  <a:pt x="1736090" y="215265"/>
                </a:lnTo>
                <a:lnTo>
                  <a:pt x="1839480" y="189674"/>
                </a:lnTo>
                <a:lnTo>
                  <a:pt x="1842173" y="189014"/>
                </a:lnTo>
                <a:lnTo>
                  <a:pt x="1936013" y="167957"/>
                </a:lnTo>
                <a:lnTo>
                  <a:pt x="1938185" y="167462"/>
                </a:lnTo>
                <a:lnTo>
                  <a:pt x="2030399" y="149720"/>
                </a:lnTo>
                <a:lnTo>
                  <a:pt x="2030564" y="149694"/>
                </a:lnTo>
                <a:lnTo>
                  <a:pt x="2032190" y="149428"/>
                </a:lnTo>
                <a:lnTo>
                  <a:pt x="2031911" y="149428"/>
                </a:lnTo>
                <a:lnTo>
                  <a:pt x="2120138" y="135699"/>
                </a:lnTo>
                <a:lnTo>
                  <a:pt x="2120277" y="135699"/>
                </a:lnTo>
                <a:lnTo>
                  <a:pt x="2121662" y="135458"/>
                </a:lnTo>
                <a:lnTo>
                  <a:pt x="2161108" y="130683"/>
                </a:lnTo>
                <a:lnTo>
                  <a:pt x="2160600" y="130683"/>
                </a:lnTo>
                <a:lnTo>
                  <a:pt x="2202294" y="126644"/>
                </a:lnTo>
                <a:lnTo>
                  <a:pt x="2201938" y="126644"/>
                </a:lnTo>
                <a:lnTo>
                  <a:pt x="2241029" y="123977"/>
                </a:lnTo>
                <a:lnTo>
                  <a:pt x="2240572" y="123977"/>
                </a:lnTo>
                <a:lnTo>
                  <a:pt x="2278380" y="122555"/>
                </a:lnTo>
                <a:lnTo>
                  <a:pt x="2316810" y="122555"/>
                </a:lnTo>
                <a:lnTo>
                  <a:pt x="2348128" y="123736"/>
                </a:lnTo>
                <a:lnTo>
                  <a:pt x="2347328" y="123736"/>
                </a:lnTo>
                <a:lnTo>
                  <a:pt x="2379535" y="126263"/>
                </a:lnTo>
                <a:lnTo>
                  <a:pt x="2381364" y="126403"/>
                </a:lnTo>
                <a:lnTo>
                  <a:pt x="2381491" y="126403"/>
                </a:lnTo>
                <a:lnTo>
                  <a:pt x="2410549" y="129857"/>
                </a:lnTo>
                <a:lnTo>
                  <a:pt x="2410333" y="129857"/>
                </a:lnTo>
                <a:lnTo>
                  <a:pt x="2439581" y="134696"/>
                </a:lnTo>
                <a:lnTo>
                  <a:pt x="2492476" y="147320"/>
                </a:lnTo>
                <a:lnTo>
                  <a:pt x="2540139" y="163779"/>
                </a:lnTo>
                <a:lnTo>
                  <a:pt x="2541613" y="164426"/>
                </a:lnTo>
                <a:lnTo>
                  <a:pt x="2541295" y="164249"/>
                </a:lnTo>
                <a:lnTo>
                  <a:pt x="2585872" y="185318"/>
                </a:lnTo>
                <a:lnTo>
                  <a:pt x="2624391" y="208965"/>
                </a:lnTo>
                <a:lnTo>
                  <a:pt x="2660726" y="236728"/>
                </a:lnTo>
                <a:lnTo>
                  <a:pt x="2691968" y="266026"/>
                </a:lnTo>
                <a:lnTo>
                  <a:pt x="2707030" y="282282"/>
                </a:lnTo>
                <a:lnTo>
                  <a:pt x="2706840" y="281927"/>
                </a:lnTo>
                <a:lnTo>
                  <a:pt x="2733751" y="314680"/>
                </a:lnTo>
                <a:lnTo>
                  <a:pt x="2747581" y="333540"/>
                </a:lnTo>
                <a:lnTo>
                  <a:pt x="2760205" y="352082"/>
                </a:lnTo>
                <a:lnTo>
                  <a:pt x="2782951" y="388747"/>
                </a:lnTo>
                <a:lnTo>
                  <a:pt x="2785491" y="393319"/>
                </a:lnTo>
                <a:lnTo>
                  <a:pt x="2785491" y="536194"/>
                </a:lnTo>
                <a:lnTo>
                  <a:pt x="2804541" y="536194"/>
                </a:lnTo>
                <a:lnTo>
                  <a:pt x="2804541" y="427520"/>
                </a:lnTo>
                <a:lnTo>
                  <a:pt x="2804668" y="427736"/>
                </a:lnTo>
                <a:lnTo>
                  <a:pt x="2825153" y="467829"/>
                </a:lnTo>
                <a:lnTo>
                  <a:pt x="2831439" y="481101"/>
                </a:lnTo>
                <a:lnTo>
                  <a:pt x="2805684" y="493268"/>
                </a:lnTo>
                <a:lnTo>
                  <a:pt x="2872740" y="545846"/>
                </a:lnTo>
                <a:lnTo>
                  <a:pt x="2873781" y="495808"/>
                </a:lnTo>
                <a:lnTo>
                  <a:pt x="2873845" y="492633"/>
                </a:lnTo>
                <a:lnTo>
                  <a:pt x="2874518" y="460756"/>
                </a:lnTo>
                <a:close/>
              </a:path>
            </a:pathLst>
          </a:custGeom>
          <a:solidFill>
            <a:srgbClr val="000000"/>
          </a:solidFill>
        </p:spPr>
        <p:txBody>
          <a:bodyPr wrap="square" lIns="0" tIns="0" rIns="0" bIns="0" rtlCol="0"/>
          <a:lstStyle/>
          <a:p>
            <a:endParaRPr dirty="0"/>
          </a:p>
        </p:txBody>
      </p:sp>
      <p:pic>
        <p:nvPicPr>
          <p:cNvPr id="37" name="object 102"/>
          <p:cNvPicPr/>
          <p:nvPr/>
        </p:nvPicPr>
        <p:blipFill>
          <a:blip r:embed="rId41" cstate="print"/>
          <a:stretch>
            <a:fillRect/>
          </a:stretch>
        </p:blipFill>
        <p:spPr>
          <a:xfrm>
            <a:off x="492271" y="3073748"/>
            <a:ext cx="348976" cy="182880"/>
          </a:xfrm>
          <a:prstGeom prst="rect">
            <a:avLst/>
          </a:prstGeom>
        </p:spPr>
      </p:pic>
      <p:pic>
        <p:nvPicPr>
          <p:cNvPr id="38" name="object 103"/>
          <p:cNvPicPr/>
          <p:nvPr/>
        </p:nvPicPr>
        <p:blipFill>
          <a:blip r:embed="rId42" cstate="print"/>
          <a:stretch>
            <a:fillRect/>
          </a:stretch>
        </p:blipFill>
        <p:spPr>
          <a:xfrm>
            <a:off x="1905019" y="3076796"/>
            <a:ext cx="353548" cy="182880"/>
          </a:xfrm>
          <a:prstGeom prst="rect">
            <a:avLst/>
          </a:prstGeom>
        </p:spPr>
      </p:pic>
      <p:pic>
        <p:nvPicPr>
          <p:cNvPr id="39" name="object 104"/>
          <p:cNvPicPr/>
          <p:nvPr/>
        </p:nvPicPr>
        <p:blipFill>
          <a:blip r:embed="rId43" cstate="print"/>
          <a:stretch>
            <a:fillRect/>
          </a:stretch>
        </p:blipFill>
        <p:spPr>
          <a:xfrm>
            <a:off x="3247683" y="3079843"/>
            <a:ext cx="355052" cy="182880"/>
          </a:xfrm>
          <a:prstGeom prst="rect">
            <a:avLst/>
          </a:prstGeom>
        </p:spPr>
      </p:pic>
      <p:pic>
        <p:nvPicPr>
          <p:cNvPr id="40" name="object 106"/>
          <p:cNvPicPr/>
          <p:nvPr/>
        </p:nvPicPr>
        <p:blipFill>
          <a:blip r:embed="rId44" cstate="print"/>
          <a:stretch>
            <a:fillRect/>
          </a:stretch>
        </p:blipFill>
        <p:spPr>
          <a:xfrm>
            <a:off x="5231083" y="2839385"/>
            <a:ext cx="1231391" cy="246887"/>
          </a:xfrm>
          <a:prstGeom prst="rect">
            <a:avLst/>
          </a:prstGeom>
        </p:spPr>
      </p:pic>
      <p:sp>
        <p:nvSpPr>
          <p:cNvPr id="41" name="object 39"/>
          <p:cNvSpPr/>
          <p:nvPr/>
        </p:nvSpPr>
        <p:spPr>
          <a:xfrm>
            <a:off x="492251" y="2776567"/>
            <a:ext cx="3904615" cy="207645"/>
          </a:xfrm>
          <a:custGeom>
            <a:avLst/>
            <a:gdLst/>
            <a:ahLst/>
            <a:cxnLst/>
            <a:rect l="l" t="t" r="r" b="b"/>
            <a:pathLst>
              <a:path w="3904615" h="207645">
                <a:moveTo>
                  <a:pt x="0" y="207263"/>
                </a:moveTo>
                <a:lnTo>
                  <a:pt x="3904488" y="207263"/>
                </a:lnTo>
                <a:lnTo>
                  <a:pt x="3904488" y="0"/>
                </a:lnTo>
                <a:lnTo>
                  <a:pt x="0" y="0"/>
                </a:lnTo>
                <a:lnTo>
                  <a:pt x="0" y="207263"/>
                </a:lnTo>
                <a:close/>
              </a:path>
            </a:pathLst>
          </a:custGeom>
          <a:ln w="12700">
            <a:solidFill>
              <a:srgbClr val="000000"/>
            </a:solidFill>
          </a:ln>
        </p:spPr>
        <p:txBody>
          <a:bodyPr wrap="square" lIns="0" tIns="0" rIns="0" bIns="0" rtlCol="0"/>
          <a:lstStyle/>
          <a:p/>
        </p:txBody>
      </p:sp>
      <p:pic>
        <p:nvPicPr>
          <p:cNvPr id="42" name="object 40"/>
          <p:cNvPicPr/>
          <p:nvPr/>
        </p:nvPicPr>
        <p:blipFill>
          <a:blip r:embed="rId45" cstate="print"/>
          <a:stretch>
            <a:fillRect/>
          </a:stretch>
        </p:blipFill>
        <p:spPr>
          <a:xfrm>
            <a:off x="2141219" y="2805523"/>
            <a:ext cx="647700" cy="135636"/>
          </a:xfrm>
          <a:prstGeom prst="rect">
            <a:avLst/>
          </a:prstGeom>
        </p:spPr>
      </p:pic>
      <p:sp>
        <p:nvSpPr>
          <p:cNvPr id="43" name="object 43"/>
          <p:cNvSpPr/>
          <p:nvPr/>
        </p:nvSpPr>
        <p:spPr>
          <a:xfrm>
            <a:off x="525018" y="2277457"/>
            <a:ext cx="3868420" cy="441959"/>
          </a:xfrm>
          <a:custGeom>
            <a:avLst/>
            <a:gdLst/>
            <a:ahLst/>
            <a:cxnLst/>
            <a:rect l="l" t="t" r="r" b="b"/>
            <a:pathLst>
              <a:path w="3868420" h="441960">
                <a:moveTo>
                  <a:pt x="3868039" y="403860"/>
                </a:moveTo>
                <a:lnTo>
                  <a:pt x="3848989" y="394335"/>
                </a:lnTo>
                <a:lnTo>
                  <a:pt x="3791839" y="365760"/>
                </a:lnTo>
                <a:lnTo>
                  <a:pt x="3791839" y="394335"/>
                </a:lnTo>
                <a:lnTo>
                  <a:pt x="47625" y="394335"/>
                </a:lnTo>
                <a:lnTo>
                  <a:pt x="47625" y="76200"/>
                </a:lnTo>
                <a:lnTo>
                  <a:pt x="76200" y="76200"/>
                </a:lnTo>
                <a:lnTo>
                  <a:pt x="69850" y="63500"/>
                </a:lnTo>
                <a:lnTo>
                  <a:pt x="38100" y="0"/>
                </a:lnTo>
                <a:lnTo>
                  <a:pt x="0" y="76200"/>
                </a:lnTo>
                <a:lnTo>
                  <a:pt x="28575" y="76200"/>
                </a:lnTo>
                <a:lnTo>
                  <a:pt x="28575" y="402844"/>
                </a:lnTo>
                <a:lnTo>
                  <a:pt x="32004" y="402844"/>
                </a:lnTo>
                <a:lnTo>
                  <a:pt x="32004" y="413385"/>
                </a:lnTo>
                <a:lnTo>
                  <a:pt x="3791839" y="413385"/>
                </a:lnTo>
                <a:lnTo>
                  <a:pt x="3791839" y="441960"/>
                </a:lnTo>
                <a:lnTo>
                  <a:pt x="3848989" y="413385"/>
                </a:lnTo>
                <a:lnTo>
                  <a:pt x="3868039" y="403860"/>
                </a:lnTo>
                <a:close/>
              </a:path>
            </a:pathLst>
          </a:custGeom>
          <a:solidFill>
            <a:srgbClr val="000000"/>
          </a:solidFill>
        </p:spPr>
        <p:txBody>
          <a:bodyPr wrap="square" lIns="0" tIns="0" rIns="0" bIns="0" rtlCol="0"/>
          <a:lstStyle/>
          <a:p/>
        </p:txBody>
      </p:sp>
      <p:grpSp>
        <p:nvGrpSpPr>
          <p:cNvPr id="44" name="object 2"/>
          <p:cNvGrpSpPr/>
          <p:nvPr/>
        </p:nvGrpSpPr>
        <p:grpSpPr>
          <a:xfrm>
            <a:off x="830325" y="2509614"/>
            <a:ext cx="431800" cy="175895"/>
            <a:chOff x="830325" y="3050794"/>
            <a:chExt cx="431800" cy="175895"/>
          </a:xfrm>
        </p:grpSpPr>
        <p:sp>
          <p:nvSpPr>
            <p:cNvPr id="45" name="object 3"/>
            <p:cNvSpPr/>
            <p:nvPr/>
          </p:nvSpPr>
          <p:spPr>
            <a:xfrm>
              <a:off x="836675" y="3057144"/>
              <a:ext cx="419100" cy="163195"/>
            </a:xfrm>
            <a:custGeom>
              <a:avLst/>
              <a:gdLst/>
              <a:ahLst/>
              <a:cxnLst/>
              <a:rect l="l" t="t" r="r" b="b"/>
              <a:pathLst>
                <a:path w="419100" h="163194">
                  <a:moveTo>
                    <a:pt x="419100" y="0"/>
                  </a:moveTo>
                  <a:lnTo>
                    <a:pt x="0" y="0"/>
                  </a:lnTo>
                  <a:lnTo>
                    <a:pt x="0" y="163067"/>
                  </a:lnTo>
                  <a:lnTo>
                    <a:pt x="419100" y="163067"/>
                  </a:lnTo>
                  <a:lnTo>
                    <a:pt x="419100" y="0"/>
                  </a:lnTo>
                  <a:close/>
                </a:path>
              </a:pathLst>
            </a:custGeom>
            <a:solidFill>
              <a:srgbClr val="EC7C30"/>
            </a:solidFill>
          </p:spPr>
          <p:txBody>
            <a:bodyPr wrap="square" lIns="0" tIns="0" rIns="0" bIns="0" rtlCol="0"/>
            <a:lstStyle/>
            <a:p>
              <a:endParaRPr dirty="0"/>
            </a:p>
          </p:txBody>
        </p:sp>
        <p:sp>
          <p:nvSpPr>
            <p:cNvPr id="46" name="object 4"/>
            <p:cNvSpPr/>
            <p:nvPr/>
          </p:nvSpPr>
          <p:spPr>
            <a:xfrm>
              <a:off x="836675" y="3057144"/>
              <a:ext cx="419100" cy="163195"/>
            </a:xfrm>
            <a:custGeom>
              <a:avLst/>
              <a:gdLst/>
              <a:ahLst/>
              <a:cxnLst/>
              <a:rect l="l" t="t" r="r" b="b"/>
              <a:pathLst>
                <a:path w="419100" h="163194">
                  <a:moveTo>
                    <a:pt x="0" y="163067"/>
                  </a:moveTo>
                  <a:lnTo>
                    <a:pt x="419100" y="163067"/>
                  </a:lnTo>
                  <a:lnTo>
                    <a:pt x="419100" y="0"/>
                  </a:lnTo>
                  <a:lnTo>
                    <a:pt x="0" y="0"/>
                  </a:lnTo>
                  <a:lnTo>
                    <a:pt x="0" y="163067"/>
                  </a:lnTo>
                  <a:close/>
                </a:path>
              </a:pathLst>
            </a:custGeom>
            <a:ln w="12700">
              <a:solidFill>
                <a:srgbClr val="AD5A20"/>
              </a:solidFill>
            </a:ln>
          </p:spPr>
          <p:txBody>
            <a:bodyPr wrap="square" lIns="0" tIns="0" rIns="0" bIns="0" rtlCol="0"/>
            <a:lstStyle/>
            <a:p/>
          </p:txBody>
        </p:sp>
      </p:grpSp>
      <p:sp>
        <p:nvSpPr>
          <p:cNvPr id="50" name="object 6"/>
          <p:cNvSpPr/>
          <p:nvPr/>
        </p:nvSpPr>
        <p:spPr>
          <a:xfrm>
            <a:off x="2314956" y="2191351"/>
            <a:ext cx="417830" cy="483234"/>
          </a:xfrm>
          <a:custGeom>
            <a:avLst/>
            <a:gdLst/>
            <a:ahLst/>
            <a:cxnLst/>
            <a:rect l="l" t="t" r="r" b="b"/>
            <a:pathLst>
              <a:path w="417830" h="483235">
                <a:moveTo>
                  <a:pt x="417575" y="0"/>
                </a:moveTo>
                <a:lnTo>
                  <a:pt x="0" y="0"/>
                </a:lnTo>
                <a:lnTo>
                  <a:pt x="0" y="483108"/>
                </a:lnTo>
                <a:lnTo>
                  <a:pt x="417575" y="483108"/>
                </a:lnTo>
                <a:lnTo>
                  <a:pt x="417575" y="0"/>
                </a:lnTo>
                <a:close/>
              </a:path>
            </a:pathLst>
          </a:custGeom>
          <a:solidFill>
            <a:srgbClr val="EC7C30"/>
          </a:solidFill>
        </p:spPr>
        <p:txBody>
          <a:bodyPr wrap="square" lIns="0" tIns="0" rIns="0" bIns="0" rtlCol="0"/>
          <a:lstStyle/>
          <a:p>
            <a:endParaRPr dirty="0"/>
          </a:p>
        </p:txBody>
      </p:sp>
      <p:sp>
        <p:nvSpPr>
          <p:cNvPr id="53" name="object 42"/>
          <p:cNvSpPr/>
          <p:nvPr/>
        </p:nvSpPr>
        <p:spPr>
          <a:xfrm>
            <a:off x="3639312" y="2583019"/>
            <a:ext cx="417830" cy="94615"/>
          </a:xfrm>
          <a:custGeom>
            <a:avLst/>
            <a:gdLst/>
            <a:ahLst/>
            <a:cxnLst/>
            <a:rect l="l" t="t" r="r" b="b"/>
            <a:pathLst>
              <a:path w="417829" h="94614">
                <a:moveTo>
                  <a:pt x="0" y="94487"/>
                </a:moveTo>
                <a:lnTo>
                  <a:pt x="417575" y="94487"/>
                </a:lnTo>
                <a:lnTo>
                  <a:pt x="417575" y="0"/>
                </a:lnTo>
                <a:lnTo>
                  <a:pt x="0" y="0"/>
                </a:lnTo>
                <a:lnTo>
                  <a:pt x="0" y="94487"/>
                </a:lnTo>
                <a:close/>
              </a:path>
            </a:pathLst>
          </a:custGeom>
          <a:solidFill>
            <a:srgbClr val="EC7C30"/>
          </a:solidFill>
          <a:ln w="12700">
            <a:solidFill>
              <a:srgbClr val="AD5A20"/>
            </a:solidFill>
          </a:ln>
        </p:spPr>
        <p:txBody>
          <a:bodyPr wrap="square" lIns="0" tIns="0" rIns="0" bIns="0" rtlCol="0"/>
          <a:lstStyle/>
          <a:p>
            <a:endParaRPr dirty="0"/>
          </a:p>
        </p:txBody>
      </p:sp>
      <p:pic>
        <p:nvPicPr>
          <p:cNvPr id="54" name="object 44"/>
          <p:cNvPicPr/>
          <p:nvPr/>
        </p:nvPicPr>
        <p:blipFill>
          <a:blip r:embed="rId46" cstate="print"/>
          <a:stretch>
            <a:fillRect/>
          </a:stretch>
        </p:blipFill>
        <p:spPr>
          <a:xfrm>
            <a:off x="954023" y="2337655"/>
            <a:ext cx="236219" cy="149351"/>
          </a:xfrm>
          <a:prstGeom prst="rect">
            <a:avLst/>
          </a:prstGeom>
        </p:spPr>
      </p:pic>
      <p:pic>
        <p:nvPicPr>
          <p:cNvPr id="55" name="object 45"/>
          <p:cNvPicPr/>
          <p:nvPr/>
        </p:nvPicPr>
        <p:blipFill>
          <a:blip r:embed="rId47" cstate="print"/>
          <a:stretch>
            <a:fillRect/>
          </a:stretch>
        </p:blipFill>
        <p:spPr>
          <a:xfrm>
            <a:off x="2403347" y="2334607"/>
            <a:ext cx="240792" cy="149351"/>
          </a:xfrm>
          <a:prstGeom prst="rect">
            <a:avLst/>
          </a:prstGeom>
        </p:spPr>
      </p:pic>
      <p:pic>
        <p:nvPicPr>
          <p:cNvPr id="56" name="object 46"/>
          <p:cNvPicPr/>
          <p:nvPr/>
        </p:nvPicPr>
        <p:blipFill>
          <a:blip r:embed="rId48" cstate="print"/>
          <a:stretch>
            <a:fillRect/>
          </a:stretch>
        </p:blipFill>
        <p:spPr>
          <a:xfrm>
            <a:off x="3723131" y="2340703"/>
            <a:ext cx="243839" cy="1524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325" y="258763"/>
            <a:ext cx="11307763" cy="676210"/>
          </a:xfrm>
        </p:spPr>
        <p:txBody>
          <a:bodyPr/>
          <a:lstStyle/>
          <a:p>
            <a:r>
              <a:rPr lang="en-US" dirty="0"/>
              <a:t>Self-Attention</a:t>
            </a:r>
            <a:endParaRPr lang="en-IN" dirty="0"/>
          </a:p>
        </p:txBody>
      </p:sp>
      <p:pic>
        <p:nvPicPr>
          <p:cNvPr id="65" name="object 64"/>
          <p:cNvPicPr/>
          <p:nvPr/>
        </p:nvPicPr>
        <p:blipFill>
          <a:blip r:embed="rId1" cstate="print"/>
          <a:stretch>
            <a:fillRect/>
          </a:stretch>
        </p:blipFill>
        <p:spPr>
          <a:xfrm>
            <a:off x="1024127" y="5917531"/>
            <a:ext cx="222503" cy="149351"/>
          </a:xfrm>
          <a:prstGeom prst="rect">
            <a:avLst/>
          </a:prstGeom>
        </p:spPr>
      </p:pic>
      <p:pic>
        <p:nvPicPr>
          <p:cNvPr id="66" name="object 65"/>
          <p:cNvPicPr/>
          <p:nvPr/>
        </p:nvPicPr>
        <p:blipFill>
          <a:blip r:embed="rId2" cstate="print"/>
          <a:stretch>
            <a:fillRect/>
          </a:stretch>
        </p:blipFill>
        <p:spPr>
          <a:xfrm>
            <a:off x="2414016" y="5917531"/>
            <a:ext cx="227075" cy="149351"/>
          </a:xfrm>
          <a:prstGeom prst="rect">
            <a:avLst/>
          </a:prstGeom>
        </p:spPr>
      </p:pic>
      <p:pic>
        <p:nvPicPr>
          <p:cNvPr id="67" name="object 66"/>
          <p:cNvPicPr/>
          <p:nvPr/>
        </p:nvPicPr>
        <p:blipFill>
          <a:blip r:embed="rId3" cstate="print"/>
          <a:stretch>
            <a:fillRect/>
          </a:stretch>
        </p:blipFill>
        <p:spPr>
          <a:xfrm>
            <a:off x="3768852" y="5917531"/>
            <a:ext cx="230124" cy="152400"/>
          </a:xfrm>
          <a:prstGeom prst="rect">
            <a:avLst/>
          </a:prstGeom>
        </p:spPr>
      </p:pic>
      <p:grpSp>
        <p:nvGrpSpPr>
          <p:cNvPr id="68" name="object 67"/>
          <p:cNvGrpSpPr/>
          <p:nvPr/>
        </p:nvGrpSpPr>
        <p:grpSpPr>
          <a:xfrm>
            <a:off x="897508" y="4669248"/>
            <a:ext cx="427355" cy="821690"/>
            <a:chOff x="897508" y="5210428"/>
            <a:chExt cx="427355" cy="821690"/>
          </a:xfrm>
        </p:grpSpPr>
        <p:pic>
          <p:nvPicPr>
            <p:cNvPr id="69" name="object 68"/>
            <p:cNvPicPr/>
            <p:nvPr/>
          </p:nvPicPr>
          <p:blipFill>
            <a:blip r:embed="rId4" cstate="print"/>
            <a:stretch>
              <a:fillRect/>
            </a:stretch>
          </p:blipFill>
          <p:spPr>
            <a:xfrm>
              <a:off x="900683" y="5213603"/>
              <a:ext cx="420623" cy="815340"/>
            </a:xfrm>
            <a:prstGeom prst="rect">
              <a:avLst/>
            </a:prstGeom>
          </p:spPr>
        </p:pic>
        <p:sp>
          <p:nvSpPr>
            <p:cNvPr id="70" name="object 69"/>
            <p:cNvSpPr/>
            <p:nvPr/>
          </p:nvSpPr>
          <p:spPr>
            <a:xfrm>
              <a:off x="900683" y="5213603"/>
              <a:ext cx="421005" cy="815340"/>
            </a:xfrm>
            <a:custGeom>
              <a:avLst/>
              <a:gdLst/>
              <a:ahLst/>
              <a:cxnLst/>
              <a:rect l="l" t="t" r="r" b="b"/>
              <a:pathLst>
                <a:path w="421005" h="815339">
                  <a:moveTo>
                    <a:pt x="0" y="815340"/>
                  </a:moveTo>
                  <a:lnTo>
                    <a:pt x="420623" y="815340"/>
                  </a:lnTo>
                  <a:lnTo>
                    <a:pt x="420623" y="0"/>
                  </a:lnTo>
                  <a:lnTo>
                    <a:pt x="0" y="0"/>
                  </a:lnTo>
                  <a:lnTo>
                    <a:pt x="0" y="815340"/>
                  </a:lnTo>
                  <a:close/>
                </a:path>
              </a:pathLst>
            </a:custGeom>
            <a:ln w="6350">
              <a:solidFill>
                <a:srgbClr val="6FAC46"/>
              </a:solidFill>
            </a:ln>
          </p:spPr>
          <p:txBody>
            <a:bodyPr wrap="square" lIns="0" tIns="0" rIns="0" bIns="0" rtlCol="0"/>
            <a:lstStyle/>
            <a:p/>
          </p:txBody>
        </p:sp>
        <p:pic>
          <p:nvPicPr>
            <p:cNvPr id="71" name="object 70"/>
            <p:cNvPicPr/>
            <p:nvPr/>
          </p:nvPicPr>
          <p:blipFill>
            <a:blip r:embed="rId5" cstate="print"/>
            <a:stretch>
              <a:fillRect/>
            </a:stretch>
          </p:blipFill>
          <p:spPr>
            <a:xfrm>
              <a:off x="1016507" y="5507735"/>
              <a:ext cx="216408" cy="213359"/>
            </a:xfrm>
            <a:prstGeom prst="rect">
              <a:avLst/>
            </a:prstGeom>
          </p:spPr>
        </p:pic>
      </p:grpSp>
      <p:pic>
        <p:nvPicPr>
          <p:cNvPr id="72" name="object 71"/>
          <p:cNvPicPr/>
          <p:nvPr/>
        </p:nvPicPr>
        <p:blipFill>
          <a:blip r:embed="rId6" cstate="print"/>
          <a:stretch>
            <a:fillRect/>
          </a:stretch>
        </p:blipFill>
        <p:spPr>
          <a:xfrm>
            <a:off x="1082802" y="5578441"/>
            <a:ext cx="76200" cy="233045"/>
          </a:xfrm>
          <a:prstGeom prst="rect">
            <a:avLst/>
          </a:prstGeom>
        </p:spPr>
      </p:pic>
      <p:pic>
        <p:nvPicPr>
          <p:cNvPr id="73" name="object 72"/>
          <p:cNvPicPr/>
          <p:nvPr/>
        </p:nvPicPr>
        <p:blipFill>
          <a:blip r:embed="rId6" cstate="print"/>
          <a:stretch>
            <a:fillRect/>
          </a:stretch>
        </p:blipFill>
        <p:spPr>
          <a:xfrm>
            <a:off x="2472689" y="5578441"/>
            <a:ext cx="76200" cy="233045"/>
          </a:xfrm>
          <a:prstGeom prst="rect">
            <a:avLst/>
          </a:prstGeom>
        </p:spPr>
      </p:pic>
      <p:grpSp>
        <p:nvGrpSpPr>
          <p:cNvPr id="74" name="object 73"/>
          <p:cNvGrpSpPr/>
          <p:nvPr/>
        </p:nvGrpSpPr>
        <p:grpSpPr>
          <a:xfrm>
            <a:off x="2296541" y="4669248"/>
            <a:ext cx="425450" cy="821690"/>
            <a:chOff x="2296541" y="5210428"/>
            <a:chExt cx="425450" cy="821690"/>
          </a:xfrm>
        </p:grpSpPr>
        <p:pic>
          <p:nvPicPr>
            <p:cNvPr id="75" name="object 74"/>
            <p:cNvPicPr/>
            <p:nvPr/>
          </p:nvPicPr>
          <p:blipFill>
            <a:blip r:embed="rId4" cstate="print"/>
            <a:stretch>
              <a:fillRect/>
            </a:stretch>
          </p:blipFill>
          <p:spPr>
            <a:xfrm>
              <a:off x="2299716" y="5213603"/>
              <a:ext cx="419100" cy="815340"/>
            </a:xfrm>
            <a:prstGeom prst="rect">
              <a:avLst/>
            </a:prstGeom>
          </p:spPr>
        </p:pic>
        <p:sp>
          <p:nvSpPr>
            <p:cNvPr id="76" name="object 75"/>
            <p:cNvSpPr/>
            <p:nvPr/>
          </p:nvSpPr>
          <p:spPr>
            <a:xfrm>
              <a:off x="2299716" y="5213603"/>
              <a:ext cx="419100" cy="815340"/>
            </a:xfrm>
            <a:custGeom>
              <a:avLst/>
              <a:gdLst/>
              <a:ahLst/>
              <a:cxnLst/>
              <a:rect l="l" t="t" r="r" b="b"/>
              <a:pathLst>
                <a:path w="419100" h="815339">
                  <a:moveTo>
                    <a:pt x="0" y="815340"/>
                  </a:moveTo>
                  <a:lnTo>
                    <a:pt x="419100" y="815340"/>
                  </a:lnTo>
                  <a:lnTo>
                    <a:pt x="419100" y="0"/>
                  </a:lnTo>
                  <a:lnTo>
                    <a:pt x="0" y="0"/>
                  </a:lnTo>
                  <a:lnTo>
                    <a:pt x="0" y="815340"/>
                  </a:lnTo>
                  <a:close/>
                </a:path>
              </a:pathLst>
            </a:custGeom>
            <a:ln w="6350">
              <a:solidFill>
                <a:srgbClr val="6FAC46"/>
              </a:solidFill>
            </a:ln>
          </p:spPr>
          <p:txBody>
            <a:bodyPr wrap="square" lIns="0" tIns="0" rIns="0" bIns="0" rtlCol="0"/>
            <a:lstStyle/>
            <a:p/>
          </p:txBody>
        </p:sp>
        <p:pic>
          <p:nvPicPr>
            <p:cNvPr id="77" name="object 76"/>
            <p:cNvPicPr/>
            <p:nvPr/>
          </p:nvPicPr>
          <p:blipFill>
            <a:blip r:embed="rId7" cstate="print"/>
            <a:stretch>
              <a:fillRect/>
            </a:stretch>
          </p:blipFill>
          <p:spPr>
            <a:xfrm>
              <a:off x="2406396" y="5507735"/>
              <a:ext cx="220980" cy="213359"/>
            </a:xfrm>
            <a:prstGeom prst="rect">
              <a:avLst/>
            </a:prstGeom>
          </p:spPr>
        </p:pic>
      </p:grpSp>
      <p:pic>
        <p:nvPicPr>
          <p:cNvPr id="78" name="object 77"/>
          <p:cNvPicPr/>
          <p:nvPr/>
        </p:nvPicPr>
        <p:blipFill>
          <a:blip r:embed="rId6" cstate="print"/>
          <a:stretch>
            <a:fillRect/>
          </a:stretch>
        </p:blipFill>
        <p:spPr>
          <a:xfrm>
            <a:off x="3815334" y="5575393"/>
            <a:ext cx="76200" cy="233045"/>
          </a:xfrm>
          <a:prstGeom prst="rect">
            <a:avLst/>
          </a:prstGeom>
        </p:spPr>
      </p:pic>
      <p:grpSp>
        <p:nvGrpSpPr>
          <p:cNvPr id="79" name="object 78"/>
          <p:cNvGrpSpPr/>
          <p:nvPr/>
        </p:nvGrpSpPr>
        <p:grpSpPr>
          <a:xfrm>
            <a:off x="3636136" y="4663153"/>
            <a:ext cx="425450" cy="820419"/>
            <a:chOff x="3636136" y="5204333"/>
            <a:chExt cx="425450" cy="820419"/>
          </a:xfrm>
        </p:grpSpPr>
        <p:pic>
          <p:nvPicPr>
            <p:cNvPr id="80" name="object 79"/>
            <p:cNvPicPr/>
            <p:nvPr/>
          </p:nvPicPr>
          <p:blipFill>
            <a:blip r:embed="rId8" cstate="print"/>
            <a:stretch>
              <a:fillRect/>
            </a:stretch>
          </p:blipFill>
          <p:spPr>
            <a:xfrm>
              <a:off x="3639311" y="5207508"/>
              <a:ext cx="419100" cy="813815"/>
            </a:xfrm>
            <a:prstGeom prst="rect">
              <a:avLst/>
            </a:prstGeom>
          </p:spPr>
        </p:pic>
        <p:sp>
          <p:nvSpPr>
            <p:cNvPr id="81" name="object 80"/>
            <p:cNvSpPr/>
            <p:nvPr/>
          </p:nvSpPr>
          <p:spPr>
            <a:xfrm>
              <a:off x="3639311" y="5207508"/>
              <a:ext cx="419100" cy="814069"/>
            </a:xfrm>
            <a:custGeom>
              <a:avLst/>
              <a:gdLst/>
              <a:ahLst/>
              <a:cxnLst/>
              <a:rect l="l" t="t" r="r" b="b"/>
              <a:pathLst>
                <a:path w="419100" h="814070">
                  <a:moveTo>
                    <a:pt x="0" y="813815"/>
                  </a:moveTo>
                  <a:lnTo>
                    <a:pt x="419100" y="813815"/>
                  </a:lnTo>
                  <a:lnTo>
                    <a:pt x="419100" y="0"/>
                  </a:lnTo>
                  <a:lnTo>
                    <a:pt x="0" y="0"/>
                  </a:lnTo>
                  <a:lnTo>
                    <a:pt x="0" y="813815"/>
                  </a:lnTo>
                  <a:close/>
                </a:path>
              </a:pathLst>
            </a:custGeom>
            <a:ln w="6350">
              <a:solidFill>
                <a:srgbClr val="6FAC46"/>
              </a:solidFill>
            </a:ln>
          </p:spPr>
          <p:txBody>
            <a:bodyPr wrap="square" lIns="0" tIns="0" rIns="0" bIns="0" rtlCol="0"/>
            <a:lstStyle/>
            <a:p/>
          </p:txBody>
        </p:sp>
        <p:pic>
          <p:nvPicPr>
            <p:cNvPr id="82" name="object 81"/>
            <p:cNvPicPr/>
            <p:nvPr/>
          </p:nvPicPr>
          <p:blipFill>
            <a:blip r:embed="rId9" cstate="print"/>
            <a:stretch>
              <a:fillRect/>
            </a:stretch>
          </p:blipFill>
          <p:spPr>
            <a:xfrm>
              <a:off x="3749039" y="5506212"/>
              <a:ext cx="222503" cy="216407"/>
            </a:xfrm>
            <a:prstGeom prst="rect">
              <a:avLst/>
            </a:prstGeom>
          </p:spPr>
        </p:pic>
      </p:grpSp>
      <p:pic>
        <p:nvPicPr>
          <p:cNvPr id="93" name="object 82"/>
          <p:cNvPicPr/>
          <p:nvPr/>
        </p:nvPicPr>
        <p:blipFill>
          <a:blip r:embed="rId10" cstate="print"/>
          <a:stretch>
            <a:fillRect/>
          </a:stretch>
        </p:blipFill>
        <p:spPr>
          <a:xfrm>
            <a:off x="5234648" y="4170904"/>
            <a:ext cx="3225418" cy="182880"/>
          </a:xfrm>
          <a:prstGeom prst="rect">
            <a:avLst/>
          </a:prstGeom>
        </p:spPr>
      </p:pic>
      <p:pic>
        <p:nvPicPr>
          <p:cNvPr id="94" name="object 83"/>
          <p:cNvPicPr/>
          <p:nvPr/>
        </p:nvPicPr>
        <p:blipFill>
          <a:blip r:embed="rId11" cstate="print"/>
          <a:stretch>
            <a:fillRect/>
          </a:stretch>
        </p:blipFill>
        <p:spPr>
          <a:xfrm>
            <a:off x="5232236" y="4513804"/>
            <a:ext cx="2607564" cy="227075"/>
          </a:xfrm>
          <a:prstGeom prst="rect">
            <a:avLst/>
          </a:prstGeom>
        </p:spPr>
      </p:pic>
      <p:grpSp>
        <p:nvGrpSpPr>
          <p:cNvPr id="95" name="object 84"/>
          <p:cNvGrpSpPr/>
          <p:nvPr/>
        </p:nvGrpSpPr>
        <p:grpSpPr>
          <a:xfrm>
            <a:off x="5416640" y="4899377"/>
            <a:ext cx="1811020" cy="434340"/>
            <a:chOff x="5323332" y="5141976"/>
            <a:chExt cx="1811020" cy="434340"/>
          </a:xfrm>
        </p:grpSpPr>
        <p:pic>
          <p:nvPicPr>
            <p:cNvPr id="96" name="object 85"/>
            <p:cNvPicPr/>
            <p:nvPr/>
          </p:nvPicPr>
          <p:blipFill>
            <a:blip r:embed="rId12" cstate="print"/>
            <a:stretch>
              <a:fillRect/>
            </a:stretch>
          </p:blipFill>
          <p:spPr>
            <a:xfrm>
              <a:off x="5323332" y="5141976"/>
              <a:ext cx="1810512" cy="252984"/>
            </a:xfrm>
            <a:prstGeom prst="rect">
              <a:avLst/>
            </a:prstGeom>
          </p:spPr>
        </p:pic>
        <p:pic>
          <p:nvPicPr>
            <p:cNvPr id="97" name="object 86"/>
            <p:cNvPicPr/>
            <p:nvPr/>
          </p:nvPicPr>
          <p:blipFill>
            <a:blip r:embed="rId13" cstate="print"/>
            <a:stretch>
              <a:fillRect/>
            </a:stretch>
          </p:blipFill>
          <p:spPr>
            <a:xfrm>
              <a:off x="6319266" y="5385054"/>
              <a:ext cx="196723" cy="191008"/>
            </a:xfrm>
            <a:prstGeom prst="rect">
              <a:avLst/>
            </a:prstGeom>
          </p:spPr>
        </p:pic>
      </p:grpSp>
      <p:pic>
        <p:nvPicPr>
          <p:cNvPr id="98" name="object 87"/>
          <p:cNvPicPr/>
          <p:nvPr/>
        </p:nvPicPr>
        <p:blipFill>
          <a:blip r:embed="rId14" cstate="print"/>
          <a:stretch>
            <a:fillRect/>
          </a:stretch>
        </p:blipFill>
        <p:spPr>
          <a:xfrm>
            <a:off x="5234394" y="5668997"/>
            <a:ext cx="3615816" cy="252984"/>
          </a:xfrm>
          <a:prstGeom prst="rect">
            <a:avLst/>
          </a:prstGeom>
        </p:spPr>
      </p:pic>
      <p:sp>
        <p:nvSpPr>
          <p:cNvPr id="99" name="object 88"/>
          <p:cNvSpPr txBox="1"/>
          <p:nvPr/>
        </p:nvSpPr>
        <p:spPr>
          <a:xfrm>
            <a:off x="6637110" y="5231710"/>
            <a:ext cx="2296795"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Calibri" panose="020F0502020204030204"/>
                <a:cs typeface="Calibri" panose="020F0502020204030204"/>
              </a:rPr>
              <a:t>shared</a:t>
            </a:r>
            <a:r>
              <a:rPr sz="1400" spc="-40" dirty="0">
                <a:latin typeface="Calibri" panose="020F0502020204030204"/>
                <a:cs typeface="Calibri" panose="020F0502020204030204"/>
              </a:rPr>
              <a:t> </a:t>
            </a:r>
            <a:r>
              <a:rPr sz="1400" spc="-10" dirty="0">
                <a:latin typeface="Calibri" panose="020F0502020204030204"/>
                <a:cs typeface="Calibri" panose="020F0502020204030204"/>
              </a:rPr>
              <a:t>weights</a:t>
            </a:r>
            <a:r>
              <a:rPr sz="1400" spc="-25" dirty="0">
                <a:latin typeface="Calibri" panose="020F0502020204030204"/>
                <a:cs typeface="Calibri" panose="020F0502020204030204"/>
              </a:rPr>
              <a:t> </a:t>
            </a:r>
            <a:r>
              <a:rPr sz="1400" dirty="0">
                <a:latin typeface="Calibri" panose="020F0502020204030204"/>
                <a:cs typeface="Calibri" panose="020F0502020204030204"/>
              </a:rPr>
              <a:t>at</a:t>
            </a:r>
            <a:r>
              <a:rPr sz="1400" spc="-30" dirty="0">
                <a:latin typeface="Calibri" panose="020F0502020204030204"/>
                <a:cs typeface="Calibri" panose="020F0502020204030204"/>
              </a:rPr>
              <a:t> </a:t>
            </a:r>
            <a:r>
              <a:rPr sz="1400" dirty="0">
                <a:latin typeface="Calibri" panose="020F0502020204030204"/>
                <a:cs typeface="Calibri" panose="020F0502020204030204"/>
              </a:rPr>
              <a:t>all</a:t>
            </a:r>
            <a:r>
              <a:rPr sz="1400" spc="-30" dirty="0">
                <a:latin typeface="Calibri" panose="020F0502020204030204"/>
                <a:cs typeface="Calibri" panose="020F0502020204030204"/>
              </a:rPr>
              <a:t> </a:t>
            </a:r>
            <a:r>
              <a:rPr sz="1400" dirty="0">
                <a:latin typeface="Calibri" panose="020F0502020204030204"/>
                <a:cs typeface="Calibri" panose="020F0502020204030204"/>
              </a:rPr>
              <a:t>time</a:t>
            </a:r>
            <a:r>
              <a:rPr sz="1400" spc="-30" dirty="0">
                <a:latin typeface="Calibri" panose="020F0502020204030204"/>
                <a:cs typeface="Calibri" panose="020F0502020204030204"/>
              </a:rPr>
              <a:t> </a:t>
            </a:r>
            <a:r>
              <a:rPr sz="1400" spc="-20" dirty="0">
                <a:latin typeface="Calibri" panose="020F0502020204030204"/>
                <a:cs typeface="Calibri" panose="020F0502020204030204"/>
              </a:rPr>
              <a:t>steps</a:t>
            </a:r>
            <a:endParaRPr sz="1400">
              <a:latin typeface="Calibri" panose="020F0502020204030204"/>
              <a:cs typeface="Calibri" panose="020F0502020204030204"/>
            </a:endParaRPr>
          </a:p>
        </p:txBody>
      </p:sp>
      <p:pic>
        <p:nvPicPr>
          <p:cNvPr id="3" name="object 21"/>
          <p:cNvPicPr/>
          <p:nvPr/>
        </p:nvPicPr>
        <p:blipFill>
          <a:blip r:embed="rId15" cstate="print"/>
          <a:stretch>
            <a:fillRect/>
          </a:stretch>
        </p:blipFill>
        <p:spPr>
          <a:xfrm>
            <a:off x="1314068" y="4383625"/>
            <a:ext cx="141986" cy="214375"/>
          </a:xfrm>
          <a:prstGeom prst="rect">
            <a:avLst/>
          </a:prstGeom>
        </p:spPr>
      </p:pic>
      <p:pic>
        <p:nvPicPr>
          <p:cNvPr id="4" name="object 97"/>
          <p:cNvPicPr/>
          <p:nvPr/>
        </p:nvPicPr>
        <p:blipFill>
          <a:blip r:embed="rId15" cstate="print"/>
          <a:stretch>
            <a:fillRect/>
          </a:stretch>
        </p:blipFill>
        <p:spPr>
          <a:xfrm>
            <a:off x="2714625" y="4383625"/>
            <a:ext cx="141986" cy="214375"/>
          </a:xfrm>
          <a:prstGeom prst="rect">
            <a:avLst/>
          </a:prstGeom>
        </p:spPr>
      </p:pic>
      <p:pic>
        <p:nvPicPr>
          <p:cNvPr id="5" name="object 98"/>
          <p:cNvPicPr/>
          <p:nvPr/>
        </p:nvPicPr>
        <p:blipFill>
          <a:blip r:embed="rId15" cstate="print"/>
          <a:stretch>
            <a:fillRect/>
          </a:stretch>
        </p:blipFill>
        <p:spPr>
          <a:xfrm>
            <a:off x="4049648" y="4385149"/>
            <a:ext cx="141986" cy="214375"/>
          </a:xfrm>
          <a:prstGeom prst="rect">
            <a:avLst/>
          </a:prstGeom>
        </p:spPr>
      </p:pic>
      <p:pic>
        <p:nvPicPr>
          <p:cNvPr id="13" name="object 29"/>
          <p:cNvPicPr/>
          <p:nvPr/>
        </p:nvPicPr>
        <p:blipFill>
          <a:blip r:embed="rId16" cstate="print"/>
          <a:stretch>
            <a:fillRect/>
          </a:stretch>
        </p:blipFill>
        <p:spPr>
          <a:xfrm>
            <a:off x="1322831" y="3951571"/>
            <a:ext cx="332231" cy="382524"/>
          </a:xfrm>
          <a:prstGeom prst="rect">
            <a:avLst/>
          </a:prstGeom>
        </p:spPr>
      </p:pic>
      <p:pic>
        <p:nvPicPr>
          <p:cNvPr id="14" name="object 31"/>
          <p:cNvPicPr/>
          <p:nvPr/>
        </p:nvPicPr>
        <p:blipFill>
          <a:blip r:embed="rId17" cstate="print"/>
          <a:stretch>
            <a:fillRect/>
          </a:stretch>
        </p:blipFill>
        <p:spPr>
          <a:xfrm>
            <a:off x="1394459" y="4084159"/>
            <a:ext cx="199644" cy="149351"/>
          </a:xfrm>
          <a:prstGeom prst="rect">
            <a:avLst/>
          </a:prstGeom>
        </p:spPr>
      </p:pic>
      <p:pic>
        <p:nvPicPr>
          <p:cNvPr id="17" name="object 32"/>
          <p:cNvPicPr/>
          <p:nvPr/>
        </p:nvPicPr>
        <p:blipFill>
          <a:blip r:embed="rId16" cstate="print"/>
          <a:stretch>
            <a:fillRect/>
          </a:stretch>
        </p:blipFill>
        <p:spPr>
          <a:xfrm>
            <a:off x="2723387" y="3951571"/>
            <a:ext cx="333756" cy="382524"/>
          </a:xfrm>
          <a:prstGeom prst="rect">
            <a:avLst/>
          </a:prstGeom>
        </p:spPr>
      </p:pic>
      <p:pic>
        <p:nvPicPr>
          <p:cNvPr id="18" name="object 34"/>
          <p:cNvPicPr/>
          <p:nvPr/>
        </p:nvPicPr>
        <p:blipFill>
          <a:blip r:embed="rId18" cstate="print"/>
          <a:stretch>
            <a:fillRect/>
          </a:stretch>
        </p:blipFill>
        <p:spPr>
          <a:xfrm>
            <a:off x="2795016" y="4084159"/>
            <a:ext cx="205739" cy="149351"/>
          </a:xfrm>
          <a:prstGeom prst="rect">
            <a:avLst/>
          </a:prstGeom>
        </p:spPr>
      </p:pic>
      <p:pic>
        <p:nvPicPr>
          <p:cNvPr id="19" name="object 35"/>
          <p:cNvPicPr/>
          <p:nvPr/>
        </p:nvPicPr>
        <p:blipFill>
          <a:blip r:embed="rId19" cstate="print"/>
          <a:stretch>
            <a:fillRect/>
          </a:stretch>
        </p:blipFill>
        <p:spPr>
          <a:xfrm>
            <a:off x="4058411" y="3954620"/>
            <a:ext cx="333756" cy="381000"/>
          </a:xfrm>
          <a:prstGeom prst="rect">
            <a:avLst/>
          </a:prstGeom>
        </p:spPr>
      </p:pic>
      <p:pic>
        <p:nvPicPr>
          <p:cNvPr id="20" name="object 37"/>
          <p:cNvPicPr/>
          <p:nvPr/>
        </p:nvPicPr>
        <p:blipFill>
          <a:blip r:embed="rId20" cstate="print"/>
          <a:stretch>
            <a:fillRect/>
          </a:stretch>
        </p:blipFill>
        <p:spPr>
          <a:xfrm>
            <a:off x="4130040" y="4087207"/>
            <a:ext cx="207263" cy="152400"/>
          </a:xfrm>
          <a:prstGeom prst="rect">
            <a:avLst/>
          </a:prstGeom>
        </p:spPr>
      </p:pic>
      <p:pic>
        <p:nvPicPr>
          <p:cNvPr id="21" name="object 99"/>
          <p:cNvPicPr/>
          <p:nvPr/>
        </p:nvPicPr>
        <p:blipFill>
          <a:blip r:embed="rId21" cstate="print"/>
          <a:stretch>
            <a:fillRect/>
          </a:stretch>
        </p:blipFill>
        <p:spPr>
          <a:xfrm>
            <a:off x="5231084" y="3183635"/>
            <a:ext cx="986027" cy="231648"/>
          </a:xfrm>
          <a:prstGeom prst="rect">
            <a:avLst/>
          </a:prstGeom>
        </p:spPr>
      </p:pic>
      <p:pic>
        <p:nvPicPr>
          <p:cNvPr id="22" name="object 100"/>
          <p:cNvPicPr/>
          <p:nvPr/>
        </p:nvPicPr>
        <p:blipFill>
          <a:blip r:embed="rId22" cstate="print"/>
          <a:stretch>
            <a:fillRect/>
          </a:stretch>
        </p:blipFill>
        <p:spPr>
          <a:xfrm>
            <a:off x="6457904" y="3200400"/>
            <a:ext cx="4692396" cy="214884"/>
          </a:xfrm>
          <a:prstGeom prst="rect">
            <a:avLst/>
          </a:prstGeom>
        </p:spPr>
      </p:pic>
      <p:pic>
        <p:nvPicPr>
          <p:cNvPr id="6" name="object 8"/>
          <p:cNvPicPr/>
          <p:nvPr/>
        </p:nvPicPr>
        <p:blipFill>
          <a:blip r:embed="rId23" cstate="print"/>
          <a:stretch>
            <a:fillRect/>
          </a:stretch>
        </p:blipFill>
        <p:spPr>
          <a:xfrm>
            <a:off x="573023" y="3959191"/>
            <a:ext cx="332232" cy="382524"/>
          </a:xfrm>
          <a:prstGeom prst="rect">
            <a:avLst/>
          </a:prstGeom>
        </p:spPr>
      </p:pic>
      <p:pic>
        <p:nvPicPr>
          <p:cNvPr id="7" name="object 10"/>
          <p:cNvPicPr/>
          <p:nvPr/>
        </p:nvPicPr>
        <p:blipFill>
          <a:blip r:embed="rId24" cstate="print"/>
          <a:stretch>
            <a:fillRect/>
          </a:stretch>
        </p:blipFill>
        <p:spPr>
          <a:xfrm>
            <a:off x="637031" y="4065871"/>
            <a:ext cx="202692" cy="213360"/>
          </a:xfrm>
          <a:prstGeom prst="rect">
            <a:avLst/>
          </a:prstGeom>
        </p:spPr>
      </p:pic>
      <p:pic>
        <p:nvPicPr>
          <p:cNvPr id="8" name="object 12"/>
          <p:cNvPicPr/>
          <p:nvPr/>
        </p:nvPicPr>
        <p:blipFill>
          <a:blip r:embed="rId23" cstate="print"/>
          <a:stretch>
            <a:fillRect/>
          </a:stretch>
        </p:blipFill>
        <p:spPr>
          <a:xfrm>
            <a:off x="1970531" y="3950047"/>
            <a:ext cx="332231" cy="382524"/>
          </a:xfrm>
          <a:prstGeom prst="rect">
            <a:avLst/>
          </a:prstGeom>
        </p:spPr>
      </p:pic>
      <p:pic>
        <p:nvPicPr>
          <p:cNvPr id="9" name="object 14"/>
          <p:cNvPicPr/>
          <p:nvPr/>
        </p:nvPicPr>
        <p:blipFill>
          <a:blip r:embed="rId25" cstate="print"/>
          <a:stretch>
            <a:fillRect/>
          </a:stretch>
        </p:blipFill>
        <p:spPr>
          <a:xfrm>
            <a:off x="2036063" y="4056727"/>
            <a:ext cx="207263" cy="213360"/>
          </a:xfrm>
          <a:prstGeom prst="rect">
            <a:avLst/>
          </a:prstGeom>
        </p:spPr>
      </p:pic>
      <p:pic>
        <p:nvPicPr>
          <p:cNvPr id="10" name="object 15"/>
          <p:cNvPicPr/>
          <p:nvPr/>
        </p:nvPicPr>
        <p:blipFill>
          <a:blip r:embed="rId23" cstate="print"/>
          <a:stretch>
            <a:fillRect/>
          </a:stretch>
        </p:blipFill>
        <p:spPr>
          <a:xfrm>
            <a:off x="3305556" y="3950047"/>
            <a:ext cx="333755" cy="382524"/>
          </a:xfrm>
          <a:prstGeom prst="rect">
            <a:avLst/>
          </a:prstGeom>
        </p:spPr>
      </p:pic>
      <p:pic>
        <p:nvPicPr>
          <p:cNvPr id="11" name="object 17"/>
          <p:cNvPicPr/>
          <p:nvPr/>
        </p:nvPicPr>
        <p:blipFill>
          <a:blip r:embed="rId26" cstate="print"/>
          <a:stretch>
            <a:fillRect/>
          </a:stretch>
        </p:blipFill>
        <p:spPr>
          <a:xfrm>
            <a:off x="3371087" y="4056727"/>
            <a:ext cx="208787" cy="216407"/>
          </a:xfrm>
          <a:prstGeom prst="rect">
            <a:avLst/>
          </a:prstGeom>
        </p:spPr>
      </p:pic>
      <p:pic>
        <p:nvPicPr>
          <p:cNvPr id="12" name="object 11"/>
          <p:cNvPicPr/>
          <p:nvPr/>
        </p:nvPicPr>
        <p:blipFill>
          <a:blip r:embed="rId27" cstate="print"/>
          <a:stretch>
            <a:fillRect/>
          </a:stretch>
        </p:blipFill>
        <p:spPr>
          <a:xfrm>
            <a:off x="796455" y="4386673"/>
            <a:ext cx="111302" cy="215137"/>
          </a:xfrm>
          <a:prstGeom prst="rect">
            <a:avLst/>
          </a:prstGeom>
        </p:spPr>
      </p:pic>
      <p:pic>
        <p:nvPicPr>
          <p:cNvPr id="15" name="object 89"/>
          <p:cNvPicPr/>
          <p:nvPr/>
        </p:nvPicPr>
        <p:blipFill>
          <a:blip r:embed="rId28" cstate="print"/>
          <a:stretch>
            <a:fillRect/>
          </a:stretch>
        </p:blipFill>
        <p:spPr>
          <a:xfrm>
            <a:off x="2196973" y="4400390"/>
            <a:ext cx="111378" cy="215137"/>
          </a:xfrm>
          <a:prstGeom prst="rect">
            <a:avLst/>
          </a:prstGeom>
        </p:spPr>
      </p:pic>
      <p:pic>
        <p:nvPicPr>
          <p:cNvPr id="16" name="object 94"/>
          <p:cNvPicPr/>
          <p:nvPr/>
        </p:nvPicPr>
        <p:blipFill>
          <a:blip r:embed="rId29" cstate="print"/>
          <a:stretch>
            <a:fillRect/>
          </a:stretch>
        </p:blipFill>
        <p:spPr>
          <a:xfrm>
            <a:off x="3536569" y="4386673"/>
            <a:ext cx="111378" cy="215137"/>
          </a:xfrm>
          <a:prstGeom prst="rect">
            <a:avLst/>
          </a:prstGeom>
        </p:spPr>
      </p:pic>
      <p:pic>
        <p:nvPicPr>
          <p:cNvPr id="23" name="object 90"/>
          <p:cNvPicPr/>
          <p:nvPr/>
        </p:nvPicPr>
        <p:blipFill>
          <a:blip r:embed="rId30" cstate="print"/>
          <a:stretch>
            <a:fillRect/>
          </a:stretch>
        </p:blipFill>
        <p:spPr>
          <a:xfrm>
            <a:off x="5231084" y="3498113"/>
            <a:ext cx="2749296" cy="230124"/>
          </a:xfrm>
          <a:prstGeom prst="rect">
            <a:avLst/>
          </a:prstGeom>
        </p:spPr>
      </p:pic>
      <p:pic>
        <p:nvPicPr>
          <p:cNvPr id="24" name="object 92"/>
          <p:cNvPicPr/>
          <p:nvPr/>
        </p:nvPicPr>
        <p:blipFill>
          <a:blip r:embed="rId31" cstate="print"/>
          <a:stretch>
            <a:fillRect/>
          </a:stretch>
        </p:blipFill>
        <p:spPr>
          <a:xfrm>
            <a:off x="8413196" y="3476778"/>
            <a:ext cx="1520952" cy="207264"/>
          </a:xfrm>
          <a:prstGeom prst="rect">
            <a:avLst/>
          </a:prstGeom>
        </p:spPr>
      </p:pic>
      <p:pic>
        <p:nvPicPr>
          <p:cNvPr id="25" name="object 18"/>
          <p:cNvPicPr/>
          <p:nvPr/>
        </p:nvPicPr>
        <p:blipFill>
          <a:blip r:embed="rId32" cstate="print"/>
          <a:stretch>
            <a:fillRect/>
          </a:stretch>
        </p:blipFill>
        <p:spPr>
          <a:xfrm>
            <a:off x="944879" y="3950047"/>
            <a:ext cx="332231" cy="382524"/>
          </a:xfrm>
          <a:prstGeom prst="rect">
            <a:avLst/>
          </a:prstGeom>
        </p:spPr>
      </p:pic>
      <p:pic>
        <p:nvPicPr>
          <p:cNvPr id="26" name="object 20"/>
          <p:cNvPicPr/>
          <p:nvPr/>
        </p:nvPicPr>
        <p:blipFill>
          <a:blip r:embed="rId33" cstate="print"/>
          <a:stretch>
            <a:fillRect/>
          </a:stretch>
        </p:blipFill>
        <p:spPr>
          <a:xfrm>
            <a:off x="1045463" y="4082635"/>
            <a:ext cx="187452" cy="160019"/>
          </a:xfrm>
          <a:prstGeom prst="rect">
            <a:avLst/>
          </a:prstGeom>
        </p:spPr>
      </p:pic>
      <p:pic>
        <p:nvPicPr>
          <p:cNvPr id="27" name="object 23"/>
          <p:cNvPicPr/>
          <p:nvPr/>
        </p:nvPicPr>
        <p:blipFill>
          <a:blip r:embed="rId34" cstate="print"/>
          <a:stretch>
            <a:fillRect/>
          </a:stretch>
        </p:blipFill>
        <p:spPr>
          <a:xfrm>
            <a:off x="2342387" y="3953095"/>
            <a:ext cx="333756" cy="381000"/>
          </a:xfrm>
          <a:prstGeom prst="rect">
            <a:avLst/>
          </a:prstGeom>
        </p:spPr>
      </p:pic>
      <p:pic>
        <p:nvPicPr>
          <p:cNvPr id="28" name="object 25"/>
          <p:cNvPicPr/>
          <p:nvPr/>
        </p:nvPicPr>
        <p:blipFill>
          <a:blip r:embed="rId35" cstate="print"/>
          <a:stretch>
            <a:fillRect/>
          </a:stretch>
        </p:blipFill>
        <p:spPr>
          <a:xfrm>
            <a:off x="2444495" y="4084159"/>
            <a:ext cx="193548" cy="160019"/>
          </a:xfrm>
          <a:prstGeom prst="rect">
            <a:avLst/>
          </a:prstGeom>
        </p:spPr>
      </p:pic>
      <p:pic>
        <p:nvPicPr>
          <p:cNvPr id="29" name="object 26"/>
          <p:cNvPicPr/>
          <p:nvPr/>
        </p:nvPicPr>
        <p:blipFill>
          <a:blip r:embed="rId32" cstate="print"/>
          <a:stretch>
            <a:fillRect/>
          </a:stretch>
        </p:blipFill>
        <p:spPr>
          <a:xfrm>
            <a:off x="3678935" y="3954620"/>
            <a:ext cx="332232" cy="382524"/>
          </a:xfrm>
          <a:prstGeom prst="rect">
            <a:avLst/>
          </a:prstGeom>
        </p:spPr>
      </p:pic>
      <p:pic>
        <p:nvPicPr>
          <p:cNvPr id="30" name="object 28"/>
          <p:cNvPicPr/>
          <p:nvPr/>
        </p:nvPicPr>
        <p:blipFill>
          <a:blip r:embed="rId36" cstate="print"/>
          <a:stretch>
            <a:fillRect/>
          </a:stretch>
        </p:blipFill>
        <p:spPr>
          <a:xfrm>
            <a:off x="3779519" y="4085683"/>
            <a:ext cx="195072" cy="160019"/>
          </a:xfrm>
          <a:prstGeom prst="rect">
            <a:avLst/>
          </a:prstGeom>
        </p:spPr>
      </p:pic>
      <p:pic>
        <p:nvPicPr>
          <p:cNvPr id="31" name="object 22"/>
          <p:cNvPicPr/>
          <p:nvPr/>
        </p:nvPicPr>
        <p:blipFill>
          <a:blip r:embed="rId37" cstate="print"/>
          <a:stretch>
            <a:fillRect/>
          </a:stretch>
        </p:blipFill>
        <p:spPr>
          <a:xfrm>
            <a:off x="1071867" y="4388197"/>
            <a:ext cx="76161" cy="213614"/>
          </a:xfrm>
          <a:prstGeom prst="rect">
            <a:avLst/>
          </a:prstGeom>
        </p:spPr>
      </p:pic>
      <p:pic>
        <p:nvPicPr>
          <p:cNvPr id="32" name="object 95"/>
          <p:cNvPicPr/>
          <p:nvPr/>
        </p:nvPicPr>
        <p:blipFill>
          <a:blip r:embed="rId38" cstate="print"/>
          <a:stretch>
            <a:fillRect/>
          </a:stretch>
        </p:blipFill>
        <p:spPr>
          <a:xfrm>
            <a:off x="2469388" y="4389722"/>
            <a:ext cx="76200" cy="213614"/>
          </a:xfrm>
          <a:prstGeom prst="rect">
            <a:avLst/>
          </a:prstGeom>
        </p:spPr>
      </p:pic>
      <p:pic>
        <p:nvPicPr>
          <p:cNvPr id="33" name="object 96"/>
          <p:cNvPicPr/>
          <p:nvPr/>
        </p:nvPicPr>
        <p:blipFill>
          <a:blip r:embed="rId38" cstate="print"/>
          <a:stretch>
            <a:fillRect/>
          </a:stretch>
        </p:blipFill>
        <p:spPr>
          <a:xfrm>
            <a:off x="3805935" y="4392770"/>
            <a:ext cx="76200" cy="213613"/>
          </a:xfrm>
          <a:prstGeom prst="rect">
            <a:avLst/>
          </a:prstGeom>
        </p:spPr>
      </p:pic>
      <p:pic>
        <p:nvPicPr>
          <p:cNvPr id="34" name="object 91"/>
          <p:cNvPicPr/>
          <p:nvPr/>
        </p:nvPicPr>
        <p:blipFill>
          <a:blip r:embed="rId39" cstate="print"/>
          <a:stretch>
            <a:fillRect/>
          </a:stretch>
        </p:blipFill>
        <p:spPr>
          <a:xfrm>
            <a:off x="5231083" y="3801422"/>
            <a:ext cx="966215" cy="230124"/>
          </a:xfrm>
          <a:prstGeom prst="rect">
            <a:avLst/>
          </a:prstGeom>
        </p:spPr>
      </p:pic>
      <p:pic>
        <p:nvPicPr>
          <p:cNvPr id="35" name="object 93"/>
          <p:cNvPicPr/>
          <p:nvPr/>
        </p:nvPicPr>
        <p:blipFill>
          <a:blip r:embed="rId40" cstate="print"/>
          <a:stretch>
            <a:fillRect/>
          </a:stretch>
        </p:blipFill>
        <p:spPr>
          <a:xfrm>
            <a:off x="8413195" y="3792278"/>
            <a:ext cx="1490472" cy="225551"/>
          </a:xfrm>
          <a:prstGeom prst="rect">
            <a:avLst/>
          </a:prstGeom>
        </p:spPr>
      </p:pic>
      <p:sp>
        <p:nvSpPr>
          <p:cNvPr id="36" name="object 38"/>
          <p:cNvSpPr/>
          <p:nvPr/>
        </p:nvSpPr>
        <p:spPr>
          <a:xfrm>
            <a:off x="576834" y="3310729"/>
            <a:ext cx="2874645" cy="601980"/>
          </a:xfrm>
          <a:custGeom>
            <a:avLst/>
            <a:gdLst/>
            <a:ahLst/>
            <a:cxnLst/>
            <a:rect l="l" t="t" r="r" b="b"/>
            <a:pathLst>
              <a:path w="2874645" h="601979">
                <a:moveTo>
                  <a:pt x="76200" y="76200"/>
                </a:moveTo>
                <a:lnTo>
                  <a:pt x="69850" y="63500"/>
                </a:lnTo>
                <a:lnTo>
                  <a:pt x="38100" y="0"/>
                </a:lnTo>
                <a:lnTo>
                  <a:pt x="0" y="76200"/>
                </a:lnTo>
                <a:lnTo>
                  <a:pt x="28575" y="76200"/>
                </a:lnTo>
                <a:lnTo>
                  <a:pt x="28575" y="530098"/>
                </a:lnTo>
                <a:lnTo>
                  <a:pt x="47625" y="530098"/>
                </a:lnTo>
                <a:lnTo>
                  <a:pt x="47625" y="76200"/>
                </a:lnTo>
                <a:lnTo>
                  <a:pt x="76200" y="76200"/>
                </a:lnTo>
                <a:close/>
              </a:path>
              <a:path w="2874645" h="601979">
                <a:moveTo>
                  <a:pt x="264058" y="121285"/>
                </a:moveTo>
                <a:lnTo>
                  <a:pt x="263779" y="121031"/>
                </a:lnTo>
                <a:lnTo>
                  <a:pt x="263347" y="120650"/>
                </a:lnTo>
                <a:lnTo>
                  <a:pt x="261620" y="119253"/>
                </a:lnTo>
                <a:lnTo>
                  <a:pt x="261404" y="119087"/>
                </a:lnTo>
                <a:lnTo>
                  <a:pt x="259727" y="117729"/>
                </a:lnTo>
                <a:lnTo>
                  <a:pt x="222059" y="98933"/>
                </a:lnTo>
                <a:lnTo>
                  <a:pt x="213093" y="98933"/>
                </a:lnTo>
                <a:lnTo>
                  <a:pt x="179273" y="120650"/>
                </a:lnTo>
                <a:lnTo>
                  <a:pt x="160070" y="157607"/>
                </a:lnTo>
                <a:lnTo>
                  <a:pt x="145326" y="207772"/>
                </a:lnTo>
                <a:lnTo>
                  <a:pt x="136156" y="253238"/>
                </a:lnTo>
                <a:lnTo>
                  <a:pt x="128295" y="304165"/>
                </a:lnTo>
                <a:lnTo>
                  <a:pt x="119494" y="378587"/>
                </a:lnTo>
                <a:lnTo>
                  <a:pt x="115481" y="417957"/>
                </a:lnTo>
                <a:lnTo>
                  <a:pt x="111696" y="459994"/>
                </a:lnTo>
                <a:lnTo>
                  <a:pt x="111302" y="464591"/>
                </a:lnTo>
                <a:lnTo>
                  <a:pt x="82829" y="462153"/>
                </a:lnTo>
                <a:lnTo>
                  <a:pt x="114300" y="541274"/>
                </a:lnTo>
                <a:lnTo>
                  <a:pt x="152450" y="478917"/>
                </a:lnTo>
                <a:lnTo>
                  <a:pt x="158750" y="468630"/>
                </a:lnTo>
                <a:lnTo>
                  <a:pt x="130289" y="466204"/>
                </a:lnTo>
                <a:lnTo>
                  <a:pt x="130987" y="458216"/>
                </a:lnTo>
                <a:lnTo>
                  <a:pt x="134442" y="419735"/>
                </a:lnTo>
                <a:lnTo>
                  <a:pt x="138417" y="380657"/>
                </a:lnTo>
                <a:lnTo>
                  <a:pt x="147154" y="306705"/>
                </a:lnTo>
                <a:lnTo>
                  <a:pt x="154914" y="256540"/>
                </a:lnTo>
                <a:lnTo>
                  <a:pt x="163753" y="212636"/>
                </a:lnTo>
                <a:lnTo>
                  <a:pt x="174167" y="175018"/>
                </a:lnTo>
                <a:lnTo>
                  <a:pt x="177787" y="164592"/>
                </a:lnTo>
                <a:lnTo>
                  <a:pt x="177850" y="164401"/>
                </a:lnTo>
                <a:lnTo>
                  <a:pt x="198361" y="127635"/>
                </a:lnTo>
                <a:lnTo>
                  <a:pt x="198843" y="127076"/>
                </a:lnTo>
                <a:lnTo>
                  <a:pt x="199123" y="126746"/>
                </a:lnTo>
                <a:lnTo>
                  <a:pt x="201269" y="124841"/>
                </a:lnTo>
                <a:lnTo>
                  <a:pt x="202514" y="123698"/>
                </a:lnTo>
                <a:lnTo>
                  <a:pt x="203822" y="122809"/>
                </a:lnTo>
                <a:lnTo>
                  <a:pt x="206629" y="120904"/>
                </a:lnTo>
                <a:lnTo>
                  <a:pt x="207010" y="120650"/>
                </a:lnTo>
                <a:lnTo>
                  <a:pt x="208457" y="120015"/>
                </a:lnTo>
                <a:lnTo>
                  <a:pt x="210591" y="119087"/>
                </a:lnTo>
                <a:lnTo>
                  <a:pt x="210159" y="119087"/>
                </a:lnTo>
                <a:lnTo>
                  <a:pt x="209994" y="119087"/>
                </a:lnTo>
                <a:lnTo>
                  <a:pt x="210400" y="119011"/>
                </a:lnTo>
                <a:lnTo>
                  <a:pt x="211137" y="118846"/>
                </a:lnTo>
                <a:lnTo>
                  <a:pt x="213436" y="118364"/>
                </a:lnTo>
                <a:lnTo>
                  <a:pt x="215265" y="117983"/>
                </a:lnTo>
                <a:lnTo>
                  <a:pt x="219583" y="117983"/>
                </a:lnTo>
                <a:lnTo>
                  <a:pt x="224828" y="119087"/>
                </a:lnTo>
                <a:lnTo>
                  <a:pt x="230644" y="121285"/>
                </a:lnTo>
                <a:lnTo>
                  <a:pt x="231330" y="121539"/>
                </a:lnTo>
                <a:lnTo>
                  <a:pt x="230746" y="121285"/>
                </a:lnTo>
                <a:lnTo>
                  <a:pt x="264058" y="121285"/>
                </a:lnTo>
                <a:close/>
              </a:path>
              <a:path w="2874645" h="601979">
                <a:moveTo>
                  <a:pt x="1938540" y="167462"/>
                </a:moveTo>
                <a:lnTo>
                  <a:pt x="1938223" y="167462"/>
                </a:lnTo>
                <a:lnTo>
                  <a:pt x="1936013" y="167957"/>
                </a:lnTo>
                <a:lnTo>
                  <a:pt x="1938540" y="167462"/>
                </a:lnTo>
                <a:close/>
              </a:path>
              <a:path w="2874645" h="601979">
                <a:moveTo>
                  <a:pt x="2874518" y="460756"/>
                </a:moveTo>
                <a:lnTo>
                  <a:pt x="2848711" y="472948"/>
                </a:lnTo>
                <a:lnTo>
                  <a:pt x="2842260" y="459486"/>
                </a:lnTo>
                <a:lnTo>
                  <a:pt x="2821559" y="418846"/>
                </a:lnTo>
                <a:lnTo>
                  <a:pt x="2804541" y="388429"/>
                </a:lnTo>
                <a:lnTo>
                  <a:pt x="2804541" y="82296"/>
                </a:lnTo>
                <a:lnTo>
                  <a:pt x="2833116" y="82296"/>
                </a:lnTo>
                <a:lnTo>
                  <a:pt x="2826766" y="69596"/>
                </a:lnTo>
                <a:lnTo>
                  <a:pt x="2795016" y="6096"/>
                </a:lnTo>
                <a:lnTo>
                  <a:pt x="2756916" y="82296"/>
                </a:lnTo>
                <a:lnTo>
                  <a:pt x="2785491" y="82296"/>
                </a:lnTo>
                <a:lnTo>
                  <a:pt x="2785491" y="356793"/>
                </a:lnTo>
                <a:lnTo>
                  <a:pt x="2763139" y="322326"/>
                </a:lnTo>
                <a:lnTo>
                  <a:pt x="2735821" y="286512"/>
                </a:lnTo>
                <a:lnTo>
                  <a:pt x="2705735" y="252857"/>
                </a:lnTo>
                <a:lnTo>
                  <a:pt x="2672461" y="221615"/>
                </a:lnTo>
                <a:lnTo>
                  <a:pt x="2635377" y="193294"/>
                </a:lnTo>
                <a:lnTo>
                  <a:pt x="2594229" y="168148"/>
                </a:lnTo>
                <a:lnTo>
                  <a:pt x="2548636" y="146685"/>
                </a:lnTo>
                <a:lnTo>
                  <a:pt x="2498090" y="129032"/>
                </a:lnTo>
                <a:lnTo>
                  <a:pt x="2487536" y="126263"/>
                </a:lnTo>
                <a:lnTo>
                  <a:pt x="2473452" y="122555"/>
                </a:lnTo>
                <a:lnTo>
                  <a:pt x="2412492" y="110998"/>
                </a:lnTo>
                <a:lnTo>
                  <a:pt x="2348230" y="104648"/>
                </a:lnTo>
                <a:lnTo>
                  <a:pt x="2317356" y="103505"/>
                </a:lnTo>
                <a:lnTo>
                  <a:pt x="2277745" y="103505"/>
                </a:lnTo>
                <a:lnTo>
                  <a:pt x="2200783" y="107696"/>
                </a:lnTo>
                <a:lnTo>
                  <a:pt x="2160016" y="111633"/>
                </a:lnTo>
                <a:lnTo>
                  <a:pt x="2117725" y="116713"/>
                </a:lnTo>
                <a:lnTo>
                  <a:pt x="2028825" y="130683"/>
                </a:lnTo>
                <a:lnTo>
                  <a:pt x="1934464" y="148844"/>
                </a:lnTo>
                <a:lnTo>
                  <a:pt x="1835150" y="171069"/>
                </a:lnTo>
                <a:lnTo>
                  <a:pt x="1731264" y="196850"/>
                </a:lnTo>
                <a:lnTo>
                  <a:pt x="1623314" y="226060"/>
                </a:lnTo>
                <a:lnTo>
                  <a:pt x="1541805" y="249478"/>
                </a:lnTo>
                <a:lnTo>
                  <a:pt x="1538097" y="240792"/>
                </a:lnTo>
                <a:lnTo>
                  <a:pt x="1530604" y="224917"/>
                </a:lnTo>
                <a:lnTo>
                  <a:pt x="1523403" y="210870"/>
                </a:lnTo>
                <a:lnTo>
                  <a:pt x="1523403" y="254762"/>
                </a:lnTo>
                <a:lnTo>
                  <a:pt x="1511427" y="258191"/>
                </a:lnTo>
                <a:lnTo>
                  <a:pt x="1461897" y="273227"/>
                </a:lnTo>
                <a:lnTo>
                  <a:pt x="1461897" y="156629"/>
                </a:lnTo>
                <a:lnTo>
                  <a:pt x="1462328" y="157035"/>
                </a:lnTo>
                <a:lnTo>
                  <a:pt x="1471815" y="167500"/>
                </a:lnTo>
                <a:lnTo>
                  <a:pt x="1471993" y="167767"/>
                </a:lnTo>
                <a:lnTo>
                  <a:pt x="1481150" y="179222"/>
                </a:lnTo>
                <a:lnTo>
                  <a:pt x="1489837" y="191465"/>
                </a:lnTo>
                <a:lnTo>
                  <a:pt x="1497965" y="204470"/>
                </a:lnTo>
                <a:lnTo>
                  <a:pt x="1498180" y="204876"/>
                </a:lnTo>
                <a:lnTo>
                  <a:pt x="1506651" y="219684"/>
                </a:lnTo>
                <a:lnTo>
                  <a:pt x="1513484" y="233248"/>
                </a:lnTo>
                <a:lnTo>
                  <a:pt x="1521231" y="249682"/>
                </a:lnTo>
                <a:lnTo>
                  <a:pt x="1523403" y="254762"/>
                </a:lnTo>
                <a:lnTo>
                  <a:pt x="1523403" y="210870"/>
                </a:lnTo>
                <a:lnTo>
                  <a:pt x="1522730" y="209550"/>
                </a:lnTo>
                <a:lnTo>
                  <a:pt x="1514475" y="194818"/>
                </a:lnTo>
                <a:lnTo>
                  <a:pt x="1505585" y="180975"/>
                </a:lnTo>
                <a:lnTo>
                  <a:pt x="1496542" y="167932"/>
                </a:lnTo>
                <a:lnTo>
                  <a:pt x="1496441" y="167767"/>
                </a:lnTo>
                <a:lnTo>
                  <a:pt x="1486535" y="155321"/>
                </a:lnTo>
                <a:lnTo>
                  <a:pt x="1476121" y="143891"/>
                </a:lnTo>
                <a:lnTo>
                  <a:pt x="1464945" y="133223"/>
                </a:lnTo>
                <a:lnTo>
                  <a:pt x="1461897" y="130721"/>
                </a:lnTo>
                <a:lnTo>
                  <a:pt x="1461897" y="79248"/>
                </a:lnTo>
                <a:lnTo>
                  <a:pt x="1490472" y="79248"/>
                </a:lnTo>
                <a:lnTo>
                  <a:pt x="1484122" y="66548"/>
                </a:lnTo>
                <a:lnTo>
                  <a:pt x="1452372" y="3048"/>
                </a:lnTo>
                <a:lnTo>
                  <a:pt x="1414272" y="79248"/>
                </a:lnTo>
                <a:lnTo>
                  <a:pt x="1442847" y="79248"/>
                </a:lnTo>
                <a:lnTo>
                  <a:pt x="1442847" y="116319"/>
                </a:lnTo>
                <a:lnTo>
                  <a:pt x="1441246" y="115189"/>
                </a:lnTo>
                <a:lnTo>
                  <a:pt x="1439964" y="114427"/>
                </a:lnTo>
                <a:lnTo>
                  <a:pt x="1433868" y="110909"/>
                </a:lnTo>
                <a:lnTo>
                  <a:pt x="1381696" y="110909"/>
                </a:lnTo>
                <a:lnTo>
                  <a:pt x="1381556" y="110909"/>
                </a:lnTo>
                <a:lnTo>
                  <a:pt x="1394841" y="114427"/>
                </a:lnTo>
                <a:lnTo>
                  <a:pt x="1394193" y="114274"/>
                </a:lnTo>
                <a:lnTo>
                  <a:pt x="1407731" y="119075"/>
                </a:lnTo>
                <a:lnTo>
                  <a:pt x="1418907" y="124333"/>
                </a:lnTo>
                <a:lnTo>
                  <a:pt x="1442847" y="124333"/>
                </a:lnTo>
                <a:lnTo>
                  <a:pt x="1442847" y="124714"/>
                </a:lnTo>
                <a:lnTo>
                  <a:pt x="1419872" y="124714"/>
                </a:lnTo>
                <a:lnTo>
                  <a:pt x="1419733" y="124714"/>
                </a:lnTo>
                <a:lnTo>
                  <a:pt x="1420291" y="124980"/>
                </a:lnTo>
                <a:lnTo>
                  <a:pt x="1424051" y="127177"/>
                </a:lnTo>
                <a:lnTo>
                  <a:pt x="1430401" y="130810"/>
                </a:lnTo>
                <a:lnTo>
                  <a:pt x="1442186" y="139065"/>
                </a:lnTo>
                <a:lnTo>
                  <a:pt x="1442847" y="139623"/>
                </a:lnTo>
                <a:lnTo>
                  <a:pt x="1442847" y="279019"/>
                </a:lnTo>
                <a:lnTo>
                  <a:pt x="1396365" y="293116"/>
                </a:lnTo>
                <a:lnTo>
                  <a:pt x="1278255" y="330327"/>
                </a:lnTo>
                <a:lnTo>
                  <a:pt x="1035050" y="410464"/>
                </a:lnTo>
                <a:lnTo>
                  <a:pt x="555180" y="575767"/>
                </a:lnTo>
                <a:lnTo>
                  <a:pt x="714629" y="455041"/>
                </a:lnTo>
                <a:lnTo>
                  <a:pt x="828040" y="371856"/>
                </a:lnTo>
                <a:lnTo>
                  <a:pt x="883285" y="332613"/>
                </a:lnTo>
                <a:lnTo>
                  <a:pt x="934935" y="297078"/>
                </a:lnTo>
                <a:lnTo>
                  <a:pt x="990092" y="260604"/>
                </a:lnTo>
                <a:lnTo>
                  <a:pt x="1038110" y="230441"/>
                </a:lnTo>
                <a:lnTo>
                  <a:pt x="1086764" y="201637"/>
                </a:lnTo>
                <a:lnTo>
                  <a:pt x="1138021" y="173685"/>
                </a:lnTo>
                <a:lnTo>
                  <a:pt x="1140294" y="172491"/>
                </a:lnTo>
                <a:lnTo>
                  <a:pt x="1137881" y="173685"/>
                </a:lnTo>
                <a:lnTo>
                  <a:pt x="1183005" y="151638"/>
                </a:lnTo>
                <a:lnTo>
                  <a:pt x="1224610" y="134213"/>
                </a:lnTo>
                <a:lnTo>
                  <a:pt x="1246047" y="126403"/>
                </a:lnTo>
                <a:lnTo>
                  <a:pt x="1245743" y="126403"/>
                </a:lnTo>
                <a:lnTo>
                  <a:pt x="1265212" y="120332"/>
                </a:lnTo>
                <a:lnTo>
                  <a:pt x="1284249" y="115189"/>
                </a:lnTo>
                <a:lnTo>
                  <a:pt x="1302054" y="111429"/>
                </a:lnTo>
                <a:lnTo>
                  <a:pt x="1319669" y="108813"/>
                </a:lnTo>
                <a:lnTo>
                  <a:pt x="1320634" y="108661"/>
                </a:lnTo>
                <a:lnTo>
                  <a:pt x="1320279" y="108661"/>
                </a:lnTo>
                <a:lnTo>
                  <a:pt x="1336802" y="107315"/>
                </a:lnTo>
                <a:lnTo>
                  <a:pt x="1353210" y="107315"/>
                </a:lnTo>
                <a:lnTo>
                  <a:pt x="1367256" y="108458"/>
                </a:lnTo>
                <a:lnTo>
                  <a:pt x="1380464" y="110718"/>
                </a:lnTo>
                <a:lnTo>
                  <a:pt x="1433550" y="110718"/>
                </a:lnTo>
                <a:lnTo>
                  <a:pt x="1428115" y="107569"/>
                </a:lnTo>
                <a:lnTo>
                  <a:pt x="1427556" y="107315"/>
                </a:lnTo>
                <a:lnTo>
                  <a:pt x="1414399" y="101219"/>
                </a:lnTo>
                <a:lnTo>
                  <a:pt x="1400048" y="96012"/>
                </a:lnTo>
                <a:lnTo>
                  <a:pt x="1384935" y="92075"/>
                </a:lnTo>
                <a:lnTo>
                  <a:pt x="1369187" y="89535"/>
                </a:lnTo>
                <a:lnTo>
                  <a:pt x="1354175" y="88265"/>
                </a:lnTo>
                <a:lnTo>
                  <a:pt x="1335532" y="88265"/>
                </a:lnTo>
                <a:lnTo>
                  <a:pt x="1280033" y="96520"/>
                </a:lnTo>
                <a:lnTo>
                  <a:pt x="1239545" y="108458"/>
                </a:lnTo>
                <a:lnTo>
                  <a:pt x="1197229" y="124714"/>
                </a:lnTo>
                <a:lnTo>
                  <a:pt x="1152398" y="145034"/>
                </a:lnTo>
                <a:lnTo>
                  <a:pt x="1105408" y="169418"/>
                </a:lnTo>
                <a:lnTo>
                  <a:pt x="1056386" y="197104"/>
                </a:lnTo>
                <a:lnTo>
                  <a:pt x="1005713" y="228092"/>
                </a:lnTo>
                <a:lnTo>
                  <a:pt x="926719" y="279654"/>
                </a:lnTo>
                <a:lnTo>
                  <a:pt x="816864" y="356362"/>
                </a:lnTo>
                <a:lnTo>
                  <a:pt x="703199" y="439801"/>
                </a:lnTo>
                <a:lnTo>
                  <a:pt x="533692" y="568071"/>
                </a:lnTo>
                <a:lnTo>
                  <a:pt x="496519" y="495808"/>
                </a:lnTo>
                <a:lnTo>
                  <a:pt x="473925" y="452628"/>
                </a:lnTo>
                <a:lnTo>
                  <a:pt x="451700" y="410464"/>
                </a:lnTo>
                <a:lnTo>
                  <a:pt x="429653" y="369443"/>
                </a:lnTo>
                <a:lnTo>
                  <a:pt x="407987" y="330200"/>
                </a:lnTo>
                <a:lnTo>
                  <a:pt x="386765" y="292862"/>
                </a:lnTo>
                <a:lnTo>
                  <a:pt x="366001" y="257810"/>
                </a:lnTo>
                <a:lnTo>
                  <a:pt x="336067" y="210439"/>
                </a:lnTo>
                <a:lnTo>
                  <a:pt x="307632" y="170180"/>
                </a:lnTo>
                <a:lnTo>
                  <a:pt x="280619" y="137541"/>
                </a:lnTo>
                <a:lnTo>
                  <a:pt x="264325" y="121539"/>
                </a:lnTo>
                <a:lnTo>
                  <a:pt x="231330" y="121539"/>
                </a:lnTo>
                <a:lnTo>
                  <a:pt x="231127" y="121539"/>
                </a:lnTo>
                <a:lnTo>
                  <a:pt x="235483" y="123825"/>
                </a:lnTo>
                <a:lnTo>
                  <a:pt x="236562" y="124333"/>
                </a:lnTo>
                <a:lnTo>
                  <a:pt x="244055" y="129540"/>
                </a:lnTo>
                <a:lnTo>
                  <a:pt x="274574" y="159270"/>
                </a:lnTo>
                <a:lnTo>
                  <a:pt x="292227" y="181406"/>
                </a:lnTo>
                <a:lnTo>
                  <a:pt x="292442" y="181571"/>
                </a:lnTo>
                <a:lnTo>
                  <a:pt x="293166" y="182626"/>
                </a:lnTo>
                <a:lnTo>
                  <a:pt x="294665" y="184581"/>
                </a:lnTo>
                <a:lnTo>
                  <a:pt x="301345" y="193700"/>
                </a:lnTo>
                <a:lnTo>
                  <a:pt x="301548" y="193916"/>
                </a:lnTo>
                <a:lnTo>
                  <a:pt x="301701" y="194183"/>
                </a:lnTo>
                <a:lnTo>
                  <a:pt x="302336" y="195046"/>
                </a:lnTo>
                <a:lnTo>
                  <a:pt x="310629" y="206883"/>
                </a:lnTo>
                <a:lnTo>
                  <a:pt x="320141" y="220980"/>
                </a:lnTo>
                <a:lnTo>
                  <a:pt x="329819" y="235839"/>
                </a:lnTo>
                <a:lnTo>
                  <a:pt x="339661" y="251371"/>
                </a:lnTo>
                <a:lnTo>
                  <a:pt x="339852" y="251561"/>
                </a:lnTo>
                <a:lnTo>
                  <a:pt x="340855" y="253238"/>
                </a:lnTo>
                <a:lnTo>
                  <a:pt x="341350" y="254025"/>
                </a:lnTo>
                <a:lnTo>
                  <a:pt x="349681" y="267716"/>
                </a:lnTo>
                <a:lnTo>
                  <a:pt x="370255" y="302387"/>
                </a:lnTo>
                <a:lnTo>
                  <a:pt x="391325" y="339344"/>
                </a:lnTo>
                <a:lnTo>
                  <a:pt x="412902" y="378587"/>
                </a:lnTo>
                <a:lnTo>
                  <a:pt x="436359" y="422186"/>
                </a:lnTo>
                <a:lnTo>
                  <a:pt x="457047" y="461391"/>
                </a:lnTo>
                <a:lnTo>
                  <a:pt x="479590" y="504571"/>
                </a:lnTo>
                <a:lnTo>
                  <a:pt x="524929" y="592582"/>
                </a:lnTo>
                <a:lnTo>
                  <a:pt x="533349" y="588302"/>
                </a:lnTo>
                <a:lnTo>
                  <a:pt x="538048" y="601853"/>
                </a:lnTo>
                <a:lnTo>
                  <a:pt x="1041273" y="428459"/>
                </a:lnTo>
                <a:lnTo>
                  <a:pt x="1043419" y="427736"/>
                </a:lnTo>
                <a:lnTo>
                  <a:pt x="1042377" y="428053"/>
                </a:lnTo>
                <a:lnTo>
                  <a:pt x="1284097" y="348488"/>
                </a:lnTo>
                <a:lnTo>
                  <a:pt x="1401953" y="311277"/>
                </a:lnTo>
                <a:lnTo>
                  <a:pt x="1442847" y="298907"/>
                </a:lnTo>
                <a:lnTo>
                  <a:pt x="1442847" y="533146"/>
                </a:lnTo>
                <a:lnTo>
                  <a:pt x="1461897" y="533146"/>
                </a:lnTo>
                <a:lnTo>
                  <a:pt x="1461897" y="293128"/>
                </a:lnTo>
                <a:lnTo>
                  <a:pt x="1519148" y="275793"/>
                </a:lnTo>
                <a:lnTo>
                  <a:pt x="1530667" y="272491"/>
                </a:lnTo>
                <a:lnTo>
                  <a:pt x="1533461" y="279654"/>
                </a:lnTo>
                <a:lnTo>
                  <a:pt x="1540192" y="298069"/>
                </a:lnTo>
                <a:lnTo>
                  <a:pt x="1551965" y="334378"/>
                </a:lnTo>
                <a:lnTo>
                  <a:pt x="1563306" y="374396"/>
                </a:lnTo>
                <a:lnTo>
                  <a:pt x="1572577" y="411251"/>
                </a:lnTo>
                <a:lnTo>
                  <a:pt x="1572691" y="411505"/>
                </a:lnTo>
                <a:lnTo>
                  <a:pt x="1581531" y="449453"/>
                </a:lnTo>
                <a:lnTo>
                  <a:pt x="1582064" y="451612"/>
                </a:lnTo>
                <a:lnTo>
                  <a:pt x="1583766" y="459536"/>
                </a:lnTo>
                <a:lnTo>
                  <a:pt x="1555877" y="465582"/>
                </a:lnTo>
                <a:lnTo>
                  <a:pt x="1609344" y="532003"/>
                </a:lnTo>
                <a:lnTo>
                  <a:pt x="1624584" y="471932"/>
                </a:lnTo>
                <a:lnTo>
                  <a:pt x="1630299" y="449453"/>
                </a:lnTo>
                <a:lnTo>
                  <a:pt x="1602384" y="455510"/>
                </a:lnTo>
                <a:lnTo>
                  <a:pt x="1600581" y="447421"/>
                </a:lnTo>
                <a:lnTo>
                  <a:pt x="1591183" y="406781"/>
                </a:lnTo>
                <a:lnTo>
                  <a:pt x="1581150" y="367284"/>
                </a:lnTo>
                <a:lnTo>
                  <a:pt x="1570228" y="328930"/>
                </a:lnTo>
                <a:lnTo>
                  <a:pt x="1558290" y="292227"/>
                </a:lnTo>
                <a:lnTo>
                  <a:pt x="1549044" y="267220"/>
                </a:lnTo>
                <a:lnTo>
                  <a:pt x="1628394" y="244475"/>
                </a:lnTo>
                <a:lnTo>
                  <a:pt x="1736090" y="215265"/>
                </a:lnTo>
                <a:lnTo>
                  <a:pt x="1839480" y="189674"/>
                </a:lnTo>
                <a:lnTo>
                  <a:pt x="1842173" y="189014"/>
                </a:lnTo>
                <a:lnTo>
                  <a:pt x="1936013" y="167957"/>
                </a:lnTo>
                <a:lnTo>
                  <a:pt x="1938185" y="167462"/>
                </a:lnTo>
                <a:lnTo>
                  <a:pt x="2030399" y="149720"/>
                </a:lnTo>
                <a:lnTo>
                  <a:pt x="2030564" y="149694"/>
                </a:lnTo>
                <a:lnTo>
                  <a:pt x="2032190" y="149428"/>
                </a:lnTo>
                <a:lnTo>
                  <a:pt x="2031911" y="149428"/>
                </a:lnTo>
                <a:lnTo>
                  <a:pt x="2120138" y="135699"/>
                </a:lnTo>
                <a:lnTo>
                  <a:pt x="2120277" y="135699"/>
                </a:lnTo>
                <a:lnTo>
                  <a:pt x="2121662" y="135458"/>
                </a:lnTo>
                <a:lnTo>
                  <a:pt x="2161108" y="130683"/>
                </a:lnTo>
                <a:lnTo>
                  <a:pt x="2160600" y="130683"/>
                </a:lnTo>
                <a:lnTo>
                  <a:pt x="2202294" y="126644"/>
                </a:lnTo>
                <a:lnTo>
                  <a:pt x="2201938" y="126644"/>
                </a:lnTo>
                <a:lnTo>
                  <a:pt x="2241029" y="123977"/>
                </a:lnTo>
                <a:lnTo>
                  <a:pt x="2240572" y="123977"/>
                </a:lnTo>
                <a:lnTo>
                  <a:pt x="2278380" y="122555"/>
                </a:lnTo>
                <a:lnTo>
                  <a:pt x="2316810" y="122555"/>
                </a:lnTo>
                <a:lnTo>
                  <a:pt x="2348128" y="123736"/>
                </a:lnTo>
                <a:lnTo>
                  <a:pt x="2347328" y="123736"/>
                </a:lnTo>
                <a:lnTo>
                  <a:pt x="2379535" y="126263"/>
                </a:lnTo>
                <a:lnTo>
                  <a:pt x="2381364" y="126403"/>
                </a:lnTo>
                <a:lnTo>
                  <a:pt x="2381491" y="126403"/>
                </a:lnTo>
                <a:lnTo>
                  <a:pt x="2410549" y="129857"/>
                </a:lnTo>
                <a:lnTo>
                  <a:pt x="2410333" y="129857"/>
                </a:lnTo>
                <a:lnTo>
                  <a:pt x="2439581" y="134696"/>
                </a:lnTo>
                <a:lnTo>
                  <a:pt x="2492476" y="147320"/>
                </a:lnTo>
                <a:lnTo>
                  <a:pt x="2540139" y="163779"/>
                </a:lnTo>
                <a:lnTo>
                  <a:pt x="2541613" y="164426"/>
                </a:lnTo>
                <a:lnTo>
                  <a:pt x="2541295" y="164249"/>
                </a:lnTo>
                <a:lnTo>
                  <a:pt x="2585872" y="185318"/>
                </a:lnTo>
                <a:lnTo>
                  <a:pt x="2624391" y="208965"/>
                </a:lnTo>
                <a:lnTo>
                  <a:pt x="2660726" y="236728"/>
                </a:lnTo>
                <a:lnTo>
                  <a:pt x="2691968" y="266026"/>
                </a:lnTo>
                <a:lnTo>
                  <a:pt x="2707030" y="282282"/>
                </a:lnTo>
                <a:lnTo>
                  <a:pt x="2706840" y="281927"/>
                </a:lnTo>
                <a:lnTo>
                  <a:pt x="2733751" y="314680"/>
                </a:lnTo>
                <a:lnTo>
                  <a:pt x="2747581" y="333540"/>
                </a:lnTo>
                <a:lnTo>
                  <a:pt x="2760205" y="352082"/>
                </a:lnTo>
                <a:lnTo>
                  <a:pt x="2782951" y="388747"/>
                </a:lnTo>
                <a:lnTo>
                  <a:pt x="2785491" y="393319"/>
                </a:lnTo>
                <a:lnTo>
                  <a:pt x="2785491" y="536194"/>
                </a:lnTo>
                <a:lnTo>
                  <a:pt x="2804541" y="536194"/>
                </a:lnTo>
                <a:lnTo>
                  <a:pt x="2804541" y="427520"/>
                </a:lnTo>
                <a:lnTo>
                  <a:pt x="2804668" y="427736"/>
                </a:lnTo>
                <a:lnTo>
                  <a:pt x="2825153" y="467829"/>
                </a:lnTo>
                <a:lnTo>
                  <a:pt x="2831439" y="481101"/>
                </a:lnTo>
                <a:lnTo>
                  <a:pt x="2805684" y="493268"/>
                </a:lnTo>
                <a:lnTo>
                  <a:pt x="2872740" y="545846"/>
                </a:lnTo>
                <a:lnTo>
                  <a:pt x="2873781" y="495808"/>
                </a:lnTo>
                <a:lnTo>
                  <a:pt x="2873845" y="492633"/>
                </a:lnTo>
                <a:lnTo>
                  <a:pt x="2874518" y="460756"/>
                </a:lnTo>
                <a:close/>
              </a:path>
            </a:pathLst>
          </a:custGeom>
          <a:solidFill>
            <a:srgbClr val="000000"/>
          </a:solidFill>
        </p:spPr>
        <p:txBody>
          <a:bodyPr wrap="square" lIns="0" tIns="0" rIns="0" bIns="0" rtlCol="0"/>
          <a:lstStyle/>
          <a:p>
            <a:endParaRPr dirty="0"/>
          </a:p>
        </p:txBody>
      </p:sp>
      <p:pic>
        <p:nvPicPr>
          <p:cNvPr id="37" name="object 102"/>
          <p:cNvPicPr/>
          <p:nvPr/>
        </p:nvPicPr>
        <p:blipFill>
          <a:blip r:embed="rId41" cstate="print"/>
          <a:stretch>
            <a:fillRect/>
          </a:stretch>
        </p:blipFill>
        <p:spPr>
          <a:xfrm>
            <a:off x="492271" y="3073748"/>
            <a:ext cx="348976" cy="182880"/>
          </a:xfrm>
          <a:prstGeom prst="rect">
            <a:avLst/>
          </a:prstGeom>
        </p:spPr>
      </p:pic>
      <p:pic>
        <p:nvPicPr>
          <p:cNvPr id="38" name="object 103"/>
          <p:cNvPicPr/>
          <p:nvPr/>
        </p:nvPicPr>
        <p:blipFill>
          <a:blip r:embed="rId42" cstate="print"/>
          <a:stretch>
            <a:fillRect/>
          </a:stretch>
        </p:blipFill>
        <p:spPr>
          <a:xfrm>
            <a:off x="1905019" y="3076796"/>
            <a:ext cx="353548" cy="182880"/>
          </a:xfrm>
          <a:prstGeom prst="rect">
            <a:avLst/>
          </a:prstGeom>
        </p:spPr>
      </p:pic>
      <p:pic>
        <p:nvPicPr>
          <p:cNvPr id="39" name="object 104"/>
          <p:cNvPicPr/>
          <p:nvPr/>
        </p:nvPicPr>
        <p:blipFill>
          <a:blip r:embed="rId43" cstate="print"/>
          <a:stretch>
            <a:fillRect/>
          </a:stretch>
        </p:blipFill>
        <p:spPr>
          <a:xfrm>
            <a:off x="3247683" y="3079843"/>
            <a:ext cx="355052" cy="182880"/>
          </a:xfrm>
          <a:prstGeom prst="rect">
            <a:avLst/>
          </a:prstGeom>
        </p:spPr>
      </p:pic>
      <p:pic>
        <p:nvPicPr>
          <p:cNvPr id="40" name="object 106"/>
          <p:cNvPicPr/>
          <p:nvPr/>
        </p:nvPicPr>
        <p:blipFill>
          <a:blip r:embed="rId44" cstate="print"/>
          <a:stretch>
            <a:fillRect/>
          </a:stretch>
        </p:blipFill>
        <p:spPr>
          <a:xfrm>
            <a:off x="5231083" y="2839385"/>
            <a:ext cx="1231391" cy="246887"/>
          </a:xfrm>
          <a:prstGeom prst="rect">
            <a:avLst/>
          </a:prstGeom>
        </p:spPr>
      </p:pic>
      <p:sp>
        <p:nvSpPr>
          <p:cNvPr id="41" name="object 39"/>
          <p:cNvSpPr/>
          <p:nvPr/>
        </p:nvSpPr>
        <p:spPr>
          <a:xfrm>
            <a:off x="492251" y="2776567"/>
            <a:ext cx="3904615" cy="207645"/>
          </a:xfrm>
          <a:custGeom>
            <a:avLst/>
            <a:gdLst/>
            <a:ahLst/>
            <a:cxnLst/>
            <a:rect l="l" t="t" r="r" b="b"/>
            <a:pathLst>
              <a:path w="3904615" h="207645">
                <a:moveTo>
                  <a:pt x="0" y="207263"/>
                </a:moveTo>
                <a:lnTo>
                  <a:pt x="3904488" y="207263"/>
                </a:lnTo>
                <a:lnTo>
                  <a:pt x="3904488" y="0"/>
                </a:lnTo>
                <a:lnTo>
                  <a:pt x="0" y="0"/>
                </a:lnTo>
                <a:lnTo>
                  <a:pt x="0" y="207263"/>
                </a:lnTo>
                <a:close/>
              </a:path>
            </a:pathLst>
          </a:custGeom>
          <a:ln w="12700">
            <a:solidFill>
              <a:srgbClr val="000000"/>
            </a:solidFill>
          </a:ln>
        </p:spPr>
        <p:txBody>
          <a:bodyPr wrap="square" lIns="0" tIns="0" rIns="0" bIns="0" rtlCol="0"/>
          <a:lstStyle/>
          <a:p/>
        </p:txBody>
      </p:sp>
      <p:pic>
        <p:nvPicPr>
          <p:cNvPr id="42" name="object 40"/>
          <p:cNvPicPr/>
          <p:nvPr/>
        </p:nvPicPr>
        <p:blipFill>
          <a:blip r:embed="rId45" cstate="print"/>
          <a:stretch>
            <a:fillRect/>
          </a:stretch>
        </p:blipFill>
        <p:spPr>
          <a:xfrm>
            <a:off x="2141219" y="2805523"/>
            <a:ext cx="647700" cy="135636"/>
          </a:xfrm>
          <a:prstGeom prst="rect">
            <a:avLst/>
          </a:prstGeom>
        </p:spPr>
      </p:pic>
      <p:sp>
        <p:nvSpPr>
          <p:cNvPr id="43" name="object 43"/>
          <p:cNvSpPr/>
          <p:nvPr/>
        </p:nvSpPr>
        <p:spPr>
          <a:xfrm>
            <a:off x="525018" y="2277457"/>
            <a:ext cx="3868420" cy="441959"/>
          </a:xfrm>
          <a:custGeom>
            <a:avLst/>
            <a:gdLst/>
            <a:ahLst/>
            <a:cxnLst/>
            <a:rect l="l" t="t" r="r" b="b"/>
            <a:pathLst>
              <a:path w="3868420" h="441960">
                <a:moveTo>
                  <a:pt x="3868039" y="403860"/>
                </a:moveTo>
                <a:lnTo>
                  <a:pt x="3848989" y="394335"/>
                </a:lnTo>
                <a:lnTo>
                  <a:pt x="3791839" y="365760"/>
                </a:lnTo>
                <a:lnTo>
                  <a:pt x="3791839" y="394335"/>
                </a:lnTo>
                <a:lnTo>
                  <a:pt x="47625" y="394335"/>
                </a:lnTo>
                <a:lnTo>
                  <a:pt x="47625" y="76200"/>
                </a:lnTo>
                <a:lnTo>
                  <a:pt x="76200" y="76200"/>
                </a:lnTo>
                <a:lnTo>
                  <a:pt x="69850" y="63500"/>
                </a:lnTo>
                <a:lnTo>
                  <a:pt x="38100" y="0"/>
                </a:lnTo>
                <a:lnTo>
                  <a:pt x="0" y="76200"/>
                </a:lnTo>
                <a:lnTo>
                  <a:pt x="28575" y="76200"/>
                </a:lnTo>
                <a:lnTo>
                  <a:pt x="28575" y="402844"/>
                </a:lnTo>
                <a:lnTo>
                  <a:pt x="32004" y="402844"/>
                </a:lnTo>
                <a:lnTo>
                  <a:pt x="32004" y="413385"/>
                </a:lnTo>
                <a:lnTo>
                  <a:pt x="3791839" y="413385"/>
                </a:lnTo>
                <a:lnTo>
                  <a:pt x="3791839" y="441960"/>
                </a:lnTo>
                <a:lnTo>
                  <a:pt x="3848989" y="413385"/>
                </a:lnTo>
                <a:lnTo>
                  <a:pt x="3868039" y="403860"/>
                </a:lnTo>
                <a:close/>
              </a:path>
            </a:pathLst>
          </a:custGeom>
          <a:solidFill>
            <a:srgbClr val="000000"/>
          </a:solidFill>
        </p:spPr>
        <p:txBody>
          <a:bodyPr wrap="square" lIns="0" tIns="0" rIns="0" bIns="0" rtlCol="0"/>
          <a:lstStyle/>
          <a:p/>
        </p:txBody>
      </p:sp>
      <p:grpSp>
        <p:nvGrpSpPr>
          <p:cNvPr id="44" name="object 2"/>
          <p:cNvGrpSpPr/>
          <p:nvPr/>
        </p:nvGrpSpPr>
        <p:grpSpPr>
          <a:xfrm>
            <a:off x="830325" y="2509614"/>
            <a:ext cx="431800" cy="175895"/>
            <a:chOff x="830325" y="3050794"/>
            <a:chExt cx="431800" cy="175895"/>
          </a:xfrm>
        </p:grpSpPr>
        <p:sp>
          <p:nvSpPr>
            <p:cNvPr id="45" name="object 3"/>
            <p:cNvSpPr/>
            <p:nvPr/>
          </p:nvSpPr>
          <p:spPr>
            <a:xfrm>
              <a:off x="836675" y="3057144"/>
              <a:ext cx="419100" cy="163195"/>
            </a:xfrm>
            <a:custGeom>
              <a:avLst/>
              <a:gdLst/>
              <a:ahLst/>
              <a:cxnLst/>
              <a:rect l="l" t="t" r="r" b="b"/>
              <a:pathLst>
                <a:path w="419100" h="163194">
                  <a:moveTo>
                    <a:pt x="419100" y="0"/>
                  </a:moveTo>
                  <a:lnTo>
                    <a:pt x="0" y="0"/>
                  </a:lnTo>
                  <a:lnTo>
                    <a:pt x="0" y="163067"/>
                  </a:lnTo>
                  <a:lnTo>
                    <a:pt x="419100" y="163067"/>
                  </a:lnTo>
                  <a:lnTo>
                    <a:pt x="419100" y="0"/>
                  </a:lnTo>
                  <a:close/>
                </a:path>
              </a:pathLst>
            </a:custGeom>
            <a:solidFill>
              <a:srgbClr val="EC7C30"/>
            </a:solidFill>
          </p:spPr>
          <p:txBody>
            <a:bodyPr wrap="square" lIns="0" tIns="0" rIns="0" bIns="0" rtlCol="0"/>
            <a:lstStyle/>
            <a:p>
              <a:endParaRPr dirty="0"/>
            </a:p>
          </p:txBody>
        </p:sp>
        <p:sp>
          <p:nvSpPr>
            <p:cNvPr id="46" name="object 4"/>
            <p:cNvSpPr/>
            <p:nvPr/>
          </p:nvSpPr>
          <p:spPr>
            <a:xfrm>
              <a:off x="836675" y="3057144"/>
              <a:ext cx="419100" cy="163195"/>
            </a:xfrm>
            <a:custGeom>
              <a:avLst/>
              <a:gdLst/>
              <a:ahLst/>
              <a:cxnLst/>
              <a:rect l="l" t="t" r="r" b="b"/>
              <a:pathLst>
                <a:path w="419100" h="163194">
                  <a:moveTo>
                    <a:pt x="0" y="163067"/>
                  </a:moveTo>
                  <a:lnTo>
                    <a:pt x="419100" y="163067"/>
                  </a:lnTo>
                  <a:lnTo>
                    <a:pt x="419100" y="0"/>
                  </a:lnTo>
                  <a:lnTo>
                    <a:pt x="0" y="0"/>
                  </a:lnTo>
                  <a:lnTo>
                    <a:pt x="0" y="163067"/>
                  </a:lnTo>
                  <a:close/>
                </a:path>
              </a:pathLst>
            </a:custGeom>
            <a:ln w="12700">
              <a:solidFill>
                <a:srgbClr val="AD5A20"/>
              </a:solidFill>
            </a:ln>
          </p:spPr>
          <p:txBody>
            <a:bodyPr wrap="square" lIns="0" tIns="0" rIns="0" bIns="0" rtlCol="0"/>
            <a:lstStyle/>
            <a:p/>
          </p:txBody>
        </p:sp>
      </p:grpSp>
      <p:sp>
        <p:nvSpPr>
          <p:cNvPr id="50" name="object 6"/>
          <p:cNvSpPr/>
          <p:nvPr/>
        </p:nvSpPr>
        <p:spPr>
          <a:xfrm>
            <a:off x="2314956" y="2191351"/>
            <a:ext cx="417830" cy="483234"/>
          </a:xfrm>
          <a:custGeom>
            <a:avLst/>
            <a:gdLst/>
            <a:ahLst/>
            <a:cxnLst/>
            <a:rect l="l" t="t" r="r" b="b"/>
            <a:pathLst>
              <a:path w="417830" h="483235">
                <a:moveTo>
                  <a:pt x="417575" y="0"/>
                </a:moveTo>
                <a:lnTo>
                  <a:pt x="0" y="0"/>
                </a:lnTo>
                <a:lnTo>
                  <a:pt x="0" y="483108"/>
                </a:lnTo>
                <a:lnTo>
                  <a:pt x="417575" y="483108"/>
                </a:lnTo>
                <a:lnTo>
                  <a:pt x="417575" y="0"/>
                </a:lnTo>
                <a:close/>
              </a:path>
            </a:pathLst>
          </a:custGeom>
          <a:solidFill>
            <a:srgbClr val="EC7C30"/>
          </a:solidFill>
        </p:spPr>
        <p:txBody>
          <a:bodyPr wrap="square" lIns="0" tIns="0" rIns="0" bIns="0" rtlCol="0"/>
          <a:lstStyle/>
          <a:p>
            <a:endParaRPr dirty="0"/>
          </a:p>
        </p:txBody>
      </p:sp>
      <p:sp>
        <p:nvSpPr>
          <p:cNvPr id="53" name="object 42"/>
          <p:cNvSpPr/>
          <p:nvPr/>
        </p:nvSpPr>
        <p:spPr>
          <a:xfrm>
            <a:off x="3639312" y="2583019"/>
            <a:ext cx="417830" cy="94615"/>
          </a:xfrm>
          <a:custGeom>
            <a:avLst/>
            <a:gdLst/>
            <a:ahLst/>
            <a:cxnLst/>
            <a:rect l="l" t="t" r="r" b="b"/>
            <a:pathLst>
              <a:path w="417829" h="94614">
                <a:moveTo>
                  <a:pt x="0" y="94487"/>
                </a:moveTo>
                <a:lnTo>
                  <a:pt x="417575" y="94487"/>
                </a:lnTo>
                <a:lnTo>
                  <a:pt x="417575" y="0"/>
                </a:lnTo>
                <a:lnTo>
                  <a:pt x="0" y="0"/>
                </a:lnTo>
                <a:lnTo>
                  <a:pt x="0" y="94487"/>
                </a:lnTo>
                <a:close/>
              </a:path>
            </a:pathLst>
          </a:custGeom>
          <a:solidFill>
            <a:srgbClr val="EC7C30"/>
          </a:solidFill>
          <a:ln w="12700">
            <a:solidFill>
              <a:srgbClr val="AD5A20"/>
            </a:solidFill>
          </a:ln>
        </p:spPr>
        <p:txBody>
          <a:bodyPr wrap="square" lIns="0" tIns="0" rIns="0" bIns="0" rtlCol="0"/>
          <a:lstStyle/>
          <a:p>
            <a:endParaRPr dirty="0"/>
          </a:p>
        </p:txBody>
      </p:sp>
      <p:pic>
        <p:nvPicPr>
          <p:cNvPr id="54" name="object 44"/>
          <p:cNvPicPr/>
          <p:nvPr/>
        </p:nvPicPr>
        <p:blipFill>
          <a:blip r:embed="rId46" cstate="print"/>
          <a:stretch>
            <a:fillRect/>
          </a:stretch>
        </p:blipFill>
        <p:spPr>
          <a:xfrm>
            <a:off x="954023" y="2337655"/>
            <a:ext cx="236219" cy="149351"/>
          </a:xfrm>
          <a:prstGeom prst="rect">
            <a:avLst/>
          </a:prstGeom>
        </p:spPr>
      </p:pic>
      <p:pic>
        <p:nvPicPr>
          <p:cNvPr id="55" name="object 45"/>
          <p:cNvPicPr/>
          <p:nvPr/>
        </p:nvPicPr>
        <p:blipFill>
          <a:blip r:embed="rId47" cstate="print"/>
          <a:stretch>
            <a:fillRect/>
          </a:stretch>
        </p:blipFill>
        <p:spPr>
          <a:xfrm>
            <a:off x="2403347" y="2334607"/>
            <a:ext cx="240792" cy="149351"/>
          </a:xfrm>
          <a:prstGeom prst="rect">
            <a:avLst/>
          </a:prstGeom>
        </p:spPr>
      </p:pic>
      <p:pic>
        <p:nvPicPr>
          <p:cNvPr id="56" name="object 46"/>
          <p:cNvPicPr/>
          <p:nvPr/>
        </p:nvPicPr>
        <p:blipFill>
          <a:blip r:embed="rId48" cstate="print"/>
          <a:stretch>
            <a:fillRect/>
          </a:stretch>
        </p:blipFill>
        <p:spPr>
          <a:xfrm>
            <a:off x="3723131" y="2340703"/>
            <a:ext cx="243839" cy="152400"/>
          </a:xfrm>
          <a:prstGeom prst="rect">
            <a:avLst/>
          </a:prstGeom>
        </p:spPr>
      </p:pic>
      <p:pic>
        <p:nvPicPr>
          <p:cNvPr id="47" name="object 107"/>
          <p:cNvPicPr/>
          <p:nvPr/>
        </p:nvPicPr>
        <p:blipFill>
          <a:blip r:embed="rId49" cstate="print"/>
          <a:stretch>
            <a:fillRect/>
          </a:stretch>
        </p:blipFill>
        <p:spPr>
          <a:xfrm>
            <a:off x="5231083" y="2276132"/>
            <a:ext cx="3154679" cy="54406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325" y="258763"/>
            <a:ext cx="11307763" cy="676210"/>
          </a:xfrm>
        </p:spPr>
        <p:txBody>
          <a:bodyPr/>
          <a:lstStyle/>
          <a:p>
            <a:r>
              <a:rPr lang="en-US" dirty="0"/>
              <a:t>Self-Attention</a:t>
            </a:r>
            <a:endParaRPr lang="en-IN" dirty="0"/>
          </a:p>
        </p:txBody>
      </p:sp>
      <p:pic>
        <p:nvPicPr>
          <p:cNvPr id="65" name="object 64"/>
          <p:cNvPicPr/>
          <p:nvPr/>
        </p:nvPicPr>
        <p:blipFill>
          <a:blip r:embed="rId1" cstate="print"/>
          <a:stretch>
            <a:fillRect/>
          </a:stretch>
        </p:blipFill>
        <p:spPr>
          <a:xfrm>
            <a:off x="1024127" y="5917531"/>
            <a:ext cx="222503" cy="149351"/>
          </a:xfrm>
          <a:prstGeom prst="rect">
            <a:avLst/>
          </a:prstGeom>
        </p:spPr>
      </p:pic>
      <p:pic>
        <p:nvPicPr>
          <p:cNvPr id="66" name="object 65"/>
          <p:cNvPicPr/>
          <p:nvPr/>
        </p:nvPicPr>
        <p:blipFill>
          <a:blip r:embed="rId2" cstate="print"/>
          <a:stretch>
            <a:fillRect/>
          </a:stretch>
        </p:blipFill>
        <p:spPr>
          <a:xfrm>
            <a:off x="2414016" y="5917531"/>
            <a:ext cx="227075" cy="149351"/>
          </a:xfrm>
          <a:prstGeom prst="rect">
            <a:avLst/>
          </a:prstGeom>
        </p:spPr>
      </p:pic>
      <p:pic>
        <p:nvPicPr>
          <p:cNvPr id="67" name="object 66"/>
          <p:cNvPicPr/>
          <p:nvPr/>
        </p:nvPicPr>
        <p:blipFill>
          <a:blip r:embed="rId3" cstate="print"/>
          <a:stretch>
            <a:fillRect/>
          </a:stretch>
        </p:blipFill>
        <p:spPr>
          <a:xfrm>
            <a:off x="3768852" y="5917531"/>
            <a:ext cx="230124" cy="152400"/>
          </a:xfrm>
          <a:prstGeom prst="rect">
            <a:avLst/>
          </a:prstGeom>
        </p:spPr>
      </p:pic>
      <p:grpSp>
        <p:nvGrpSpPr>
          <p:cNvPr id="68" name="object 67"/>
          <p:cNvGrpSpPr/>
          <p:nvPr/>
        </p:nvGrpSpPr>
        <p:grpSpPr>
          <a:xfrm>
            <a:off x="897508" y="4669248"/>
            <a:ext cx="427355" cy="821690"/>
            <a:chOff x="897508" y="5210428"/>
            <a:chExt cx="427355" cy="821690"/>
          </a:xfrm>
        </p:grpSpPr>
        <p:pic>
          <p:nvPicPr>
            <p:cNvPr id="69" name="object 68"/>
            <p:cNvPicPr/>
            <p:nvPr/>
          </p:nvPicPr>
          <p:blipFill>
            <a:blip r:embed="rId4" cstate="print"/>
            <a:stretch>
              <a:fillRect/>
            </a:stretch>
          </p:blipFill>
          <p:spPr>
            <a:xfrm>
              <a:off x="900683" y="5213603"/>
              <a:ext cx="420623" cy="815340"/>
            </a:xfrm>
            <a:prstGeom prst="rect">
              <a:avLst/>
            </a:prstGeom>
          </p:spPr>
        </p:pic>
        <p:sp>
          <p:nvSpPr>
            <p:cNvPr id="70" name="object 69"/>
            <p:cNvSpPr/>
            <p:nvPr/>
          </p:nvSpPr>
          <p:spPr>
            <a:xfrm>
              <a:off x="900683" y="5213603"/>
              <a:ext cx="421005" cy="815340"/>
            </a:xfrm>
            <a:custGeom>
              <a:avLst/>
              <a:gdLst/>
              <a:ahLst/>
              <a:cxnLst/>
              <a:rect l="l" t="t" r="r" b="b"/>
              <a:pathLst>
                <a:path w="421005" h="815339">
                  <a:moveTo>
                    <a:pt x="0" y="815340"/>
                  </a:moveTo>
                  <a:lnTo>
                    <a:pt x="420623" y="815340"/>
                  </a:lnTo>
                  <a:lnTo>
                    <a:pt x="420623" y="0"/>
                  </a:lnTo>
                  <a:lnTo>
                    <a:pt x="0" y="0"/>
                  </a:lnTo>
                  <a:lnTo>
                    <a:pt x="0" y="815340"/>
                  </a:lnTo>
                  <a:close/>
                </a:path>
              </a:pathLst>
            </a:custGeom>
            <a:ln w="6350">
              <a:solidFill>
                <a:srgbClr val="6FAC46"/>
              </a:solidFill>
            </a:ln>
          </p:spPr>
          <p:txBody>
            <a:bodyPr wrap="square" lIns="0" tIns="0" rIns="0" bIns="0" rtlCol="0"/>
            <a:lstStyle/>
            <a:p/>
          </p:txBody>
        </p:sp>
        <p:pic>
          <p:nvPicPr>
            <p:cNvPr id="71" name="object 70"/>
            <p:cNvPicPr/>
            <p:nvPr/>
          </p:nvPicPr>
          <p:blipFill>
            <a:blip r:embed="rId5" cstate="print"/>
            <a:stretch>
              <a:fillRect/>
            </a:stretch>
          </p:blipFill>
          <p:spPr>
            <a:xfrm>
              <a:off x="1016507" y="5507735"/>
              <a:ext cx="216408" cy="213359"/>
            </a:xfrm>
            <a:prstGeom prst="rect">
              <a:avLst/>
            </a:prstGeom>
          </p:spPr>
        </p:pic>
      </p:grpSp>
      <p:pic>
        <p:nvPicPr>
          <p:cNvPr id="72" name="object 71"/>
          <p:cNvPicPr/>
          <p:nvPr/>
        </p:nvPicPr>
        <p:blipFill>
          <a:blip r:embed="rId6" cstate="print"/>
          <a:stretch>
            <a:fillRect/>
          </a:stretch>
        </p:blipFill>
        <p:spPr>
          <a:xfrm>
            <a:off x="1082802" y="5578441"/>
            <a:ext cx="76200" cy="233045"/>
          </a:xfrm>
          <a:prstGeom prst="rect">
            <a:avLst/>
          </a:prstGeom>
        </p:spPr>
      </p:pic>
      <p:pic>
        <p:nvPicPr>
          <p:cNvPr id="73" name="object 72"/>
          <p:cNvPicPr/>
          <p:nvPr/>
        </p:nvPicPr>
        <p:blipFill>
          <a:blip r:embed="rId6" cstate="print"/>
          <a:stretch>
            <a:fillRect/>
          </a:stretch>
        </p:blipFill>
        <p:spPr>
          <a:xfrm>
            <a:off x="2472689" y="5578441"/>
            <a:ext cx="76200" cy="233045"/>
          </a:xfrm>
          <a:prstGeom prst="rect">
            <a:avLst/>
          </a:prstGeom>
        </p:spPr>
      </p:pic>
      <p:grpSp>
        <p:nvGrpSpPr>
          <p:cNvPr id="74" name="object 73"/>
          <p:cNvGrpSpPr/>
          <p:nvPr/>
        </p:nvGrpSpPr>
        <p:grpSpPr>
          <a:xfrm>
            <a:off x="2296541" y="4669248"/>
            <a:ext cx="425450" cy="821690"/>
            <a:chOff x="2296541" y="5210428"/>
            <a:chExt cx="425450" cy="821690"/>
          </a:xfrm>
        </p:grpSpPr>
        <p:pic>
          <p:nvPicPr>
            <p:cNvPr id="75" name="object 74"/>
            <p:cNvPicPr/>
            <p:nvPr/>
          </p:nvPicPr>
          <p:blipFill>
            <a:blip r:embed="rId4" cstate="print"/>
            <a:stretch>
              <a:fillRect/>
            </a:stretch>
          </p:blipFill>
          <p:spPr>
            <a:xfrm>
              <a:off x="2299716" y="5213603"/>
              <a:ext cx="419100" cy="815340"/>
            </a:xfrm>
            <a:prstGeom prst="rect">
              <a:avLst/>
            </a:prstGeom>
          </p:spPr>
        </p:pic>
        <p:sp>
          <p:nvSpPr>
            <p:cNvPr id="76" name="object 75"/>
            <p:cNvSpPr/>
            <p:nvPr/>
          </p:nvSpPr>
          <p:spPr>
            <a:xfrm>
              <a:off x="2299716" y="5213603"/>
              <a:ext cx="419100" cy="815340"/>
            </a:xfrm>
            <a:custGeom>
              <a:avLst/>
              <a:gdLst/>
              <a:ahLst/>
              <a:cxnLst/>
              <a:rect l="l" t="t" r="r" b="b"/>
              <a:pathLst>
                <a:path w="419100" h="815339">
                  <a:moveTo>
                    <a:pt x="0" y="815340"/>
                  </a:moveTo>
                  <a:lnTo>
                    <a:pt x="419100" y="815340"/>
                  </a:lnTo>
                  <a:lnTo>
                    <a:pt x="419100" y="0"/>
                  </a:lnTo>
                  <a:lnTo>
                    <a:pt x="0" y="0"/>
                  </a:lnTo>
                  <a:lnTo>
                    <a:pt x="0" y="815340"/>
                  </a:lnTo>
                  <a:close/>
                </a:path>
              </a:pathLst>
            </a:custGeom>
            <a:ln w="6350">
              <a:solidFill>
                <a:srgbClr val="6FAC46"/>
              </a:solidFill>
            </a:ln>
          </p:spPr>
          <p:txBody>
            <a:bodyPr wrap="square" lIns="0" tIns="0" rIns="0" bIns="0" rtlCol="0"/>
            <a:lstStyle/>
            <a:p/>
          </p:txBody>
        </p:sp>
        <p:pic>
          <p:nvPicPr>
            <p:cNvPr id="77" name="object 76"/>
            <p:cNvPicPr/>
            <p:nvPr/>
          </p:nvPicPr>
          <p:blipFill>
            <a:blip r:embed="rId7" cstate="print"/>
            <a:stretch>
              <a:fillRect/>
            </a:stretch>
          </p:blipFill>
          <p:spPr>
            <a:xfrm>
              <a:off x="2406396" y="5507735"/>
              <a:ext cx="220980" cy="213359"/>
            </a:xfrm>
            <a:prstGeom prst="rect">
              <a:avLst/>
            </a:prstGeom>
          </p:spPr>
        </p:pic>
      </p:grpSp>
      <p:pic>
        <p:nvPicPr>
          <p:cNvPr id="78" name="object 77"/>
          <p:cNvPicPr/>
          <p:nvPr/>
        </p:nvPicPr>
        <p:blipFill>
          <a:blip r:embed="rId6" cstate="print"/>
          <a:stretch>
            <a:fillRect/>
          </a:stretch>
        </p:blipFill>
        <p:spPr>
          <a:xfrm>
            <a:off x="3815334" y="5575393"/>
            <a:ext cx="76200" cy="233045"/>
          </a:xfrm>
          <a:prstGeom prst="rect">
            <a:avLst/>
          </a:prstGeom>
        </p:spPr>
      </p:pic>
      <p:grpSp>
        <p:nvGrpSpPr>
          <p:cNvPr id="79" name="object 78"/>
          <p:cNvGrpSpPr/>
          <p:nvPr/>
        </p:nvGrpSpPr>
        <p:grpSpPr>
          <a:xfrm>
            <a:off x="3636136" y="4663153"/>
            <a:ext cx="425450" cy="820419"/>
            <a:chOff x="3636136" y="5204333"/>
            <a:chExt cx="425450" cy="820419"/>
          </a:xfrm>
        </p:grpSpPr>
        <p:pic>
          <p:nvPicPr>
            <p:cNvPr id="80" name="object 79"/>
            <p:cNvPicPr/>
            <p:nvPr/>
          </p:nvPicPr>
          <p:blipFill>
            <a:blip r:embed="rId8" cstate="print"/>
            <a:stretch>
              <a:fillRect/>
            </a:stretch>
          </p:blipFill>
          <p:spPr>
            <a:xfrm>
              <a:off x="3639311" y="5207508"/>
              <a:ext cx="419100" cy="813815"/>
            </a:xfrm>
            <a:prstGeom prst="rect">
              <a:avLst/>
            </a:prstGeom>
          </p:spPr>
        </p:pic>
        <p:sp>
          <p:nvSpPr>
            <p:cNvPr id="81" name="object 80"/>
            <p:cNvSpPr/>
            <p:nvPr/>
          </p:nvSpPr>
          <p:spPr>
            <a:xfrm>
              <a:off x="3639311" y="5207508"/>
              <a:ext cx="419100" cy="814069"/>
            </a:xfrm>
            <a:custGeom>
              <a:avLst/>
              <a:gdLst/>
              <a:ahLst/>
              <a:cxnLst/>
              <a:rect l="l" t="t" r="r" b="b"/>
              <a:pathLst>
                <a:path w="419100" h="814070">
                  <a:moveTo>
                    <a:pt x="0" y="813815"/>
                  </a:moveTo>
                  <a:lnTo>
                    <a:pt x="419100" y="813815"/>
                  </a:lnTo>
                  <a:lnTo>
                    <a:pt x="419100" y="0"/>
                  </a:lnTo>
                  <a:lnTo>
                    <a:pt x="0" y="0"/>
                  </a:lnTo>
                  <a:lnTo>
                    <a:pt x="0" y="813815"/>
                  </a:lnTo>
                  <a:close/>
                </a:path>
              </a:pathLst>
            </a:custGeom>
            <a:ln w="6350">
              <a:solidFill>
                <a:srgbClr val="6FAC46"/>
              </a:solidFill>
            </a:ln>
          </p:spPr>
          <p:txBody>
            <a:bodyPr wrap="square" lIns="0" tIns="0" rIns="0" bIns="0" rtlCol="0"/>
            <a:lstStyle/>
            <a:p/>
          </p:txBody>
        </p:sp>
        <p:pic>
          <p:nvPicPr>
            <p:cNvPr id="82" name="object 81"/>
            <p:cNvPicPr/>
            <p:nvPr/>
          </p:nvPicPr>
          <p:blipFill>
            <a:blip r:embed="rId9" cstate="print"/>
            <a:stretch>
              <a:fillRect/>
            </a:stretch>
          </p:blipFill>
          <p:spPr>
            <a:xfrm>
              <a:off x="3749039" y="5506212"/>
              <a:ext cx="222503" cy="216407"/>
            </a:xfrm>
            <a:prstGeom prst="rect">
              <a:avLst/>
            </a:prstGeom>
          </p:spPr>
        </p:pic>
      </p:grpSp>
      <p:pic>
        <p:nvPicPr>
          <p:cNvPr id="93" name="object 82"/>
          <p:cNvPicPr/>
          <p:nvPr/>
        </p:nvPicPr>
        <p:blipFill>
          <a:blip r:embed="rId10" cstate="print"/>
          <a:stretch>
            <a:fillRect/>
          </a:stretch>
        </p:blipFill>
        <p:spPr>
          <a:xfrm>
            <a:off x="5234648" y="4170904"/>
            <a:ext cx="3225418" cy="182880"/>
          </a:xfrm>
          <a:prstGeom prst="rect">
            <a:avLst/>
          </a:prstGeom>
        </p:spPr>
      </p:pic>
      <p:pic>
        <p:nvPicPr>
          <p:cNvPr id="94" name="object 83"/>
          <p:cNvPicPr/>
          <p:nvPr/>
        </p:nvPicPr>
        <p:blipFill>
          <a:blip r:embed="rId11" cstate="print"/>
          <a:stretch>
            <a:fillRect/>
          </a:stretch>
        </p:blipFill>
        <p:spPr>
          <a:xfrm>
            <a:off x="5232236" y="4513804"/>
            <a:ext cx="2607564" cy="227075"/>
          </a:xfrm>
          <a:prstGeom prst="rect">
            <a:avLst/>
          </a:prstGeom>
        </p:spPr>
      </p:pic>
      <p:grpSp>
        <p:nvGrpSpPr>
          <p:cNvPr id="95" name="object 84"/>
          <p:cNvGrpSpPr/>
          <p:nvPr/>
        </p:nvGrpSpPr>
        <p:grpSpPr>
          <a:xfrm>
            <a:off x="5416640" y="4899377"/>
            <a:ext cx="1811020" cy="434340"/>
            <a:chOff x="5323332" y="5141976"/>
            <a:chExt cx="1811020" cy="434340"/>
          </a:xfrm>
        </p:grpSpPr>
        <p:pic>
          <p:nvPicPr>
            <p:cNvPr id="96" name="object 85"/>
            <p:cNvPicPr/>
            <p:nvPr/>
          </p:nvPicPr>
          <p:blipFill>
            <a:blip r:embed="rId12" cstate="print"/>
            <a:stretch>
              <a:fillRect/>
            </a:stretch>
          </p:blipFill>
          <p:spPr>
            <a:xfrm>
              <a:off x="5323332" y="5141976"/>
              <a:ext cx="1810512" cy="252984"/>
            </a:xfrm>
            <a:prstGeom prst="rect">
              <a:avLst/>
            </a:prstGeom>
          </p:spPr>
        </p:pic>
        <p:pic>
          <p:nvPicPr>
            <p:cNvPr id="97" name="object 86"/>
            <p:cNvPicPr/>
            <p:nvPr/>
          </p:nvPicPr>
          <p:blipFill>
            <a:blip r:embed="rId13" cstate="print"/>
            <a:stretch>
              <a:fillRect/>
            </a:stretch>
          </p:blipFill>
          <p:spPr>
            <a:xfrm>
              <a:off x="6319266" y="5385054"/>
              <a:ext cx="196723" cy="191008"/>
            </a:xfrm>
            <a:prstGeom prst="rect">
              <a:avLst/>
            </a:prstGeom>
          </p:spPr>
        </p:pic>
      </p:grpSp>
      <p:pic>
        <p:nvPicPr>
          <p:cNvPr id="98" name="object 87"/>
          <p:cNvPicPr/>
          <p:nvPr/>
        </p:nvPicPr>
        <p:blipFill>
          <a:blip r:embed="rId14" cstate="print"/>
          <a:stretch>
            <a:fillRect/>
          </a:stretch>
        </p:blipFill>
        <p:spPr>
          <a:xfrm>
            <a:off x="5234394" y="5668997"/>
            <a:ext cx="3615816" cy="252984"/>
          </a:xfrm>
          <a:prstGeom prst="rect">
            <a:avLst/>
          </a:prstGeom>
        </p:spPr>
      </p:pic>
      <p:sp>
        <p:nvSpPr>
          <p:cNvPr id="99" name="object 88"/>
          <p:cNvSpPr txBox="1"/>
          <p:nvPr/>
        </p:nvSpPr>
        <p:spPr>
          <a:xfrm>
            <a:off x="6637110" y="5231710"/>
            <a:ext cx="2296795"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Calibri" panose="020F0502020204030204"/>
                <a:cs typeface="Calibri" panose="020F0502020204030204"/>
              </a:rPr>
              <a:t>shared</a:t>
            </a:r>
            <a:r>
              <a:rPr sz="1400" spc="-40" dirty="0">
                <a:latin typeface="Calibri" panose="020F0502020204030204"/>
                <a:cs typeface="Calibri" panose="020F0502020204030204"/>
              </a:rPr>
              <a:t> </a:t>
            </a:r>
            <a:r>
              <a:rPr sz="1400" spc="-10" dirty="0">
                <a:latin typeface="Calibri" panose="020F0502020204030204"/>
                <a:cs typeface="Calibri" panose="020F0502020204030204"/>
              </a:rPr>
              <a:t>weights</a:t>
            </a:r>
            <a:r>
              <a:rPr sz="1400" spc="-25" dirty="0">
                <a:latin typeface="Calibri" panose="020F0502020204030204"/>
                <a:cs typeface="Calibri" panose="020F0502020204030204"/>
              </a:rPr>
              <a:t> </a:t>
            </a:r>
            <a:r>
              <a:rPr sz="1400" dirty="0">
                <a:latin typeface="Calibri" panose="020F0502020204030204"/>
                <a:cs typeface="Calibri" panose="020F0502020204030204"/>
              </a:rPr>
              <a:t>at</a:t>
            </a:r>
            <a:r>
              <a:rPr sz="1400" spc="-30" dirty="0">
                <a:latin typeface="Calibri" panose="020F0502020204030204"/>
                <a:cs typeface="Calibri" panose="020F0502020204030204"/>
              </a:rPr>
              <a:t> </a:t>
            </a:r>
            <a:r>
              <a:rPr sz="1400" dirty="0">
                <a:latin typeface="Calibri" panose="020F0502020204030204"/>
                <a:cs typeface="Calibri" panose="020F0502020204030204"/>
              </a:rPr>
              <a:t>all</a:t>
            </a:r>
            <a:r>
              <a:rPr sz="1400" spc="-30" dirty="0">
                <a:latin typeface="Calibri" panose="020F0502020204030204"/>
                <a:cs typeface="Calibri" panose="020F0502020204030204"/>
              </a:rPr>
              <a:t> </a:t>
            </a:r>
            <a:r>
              <a:rPr sz="1400" dirty="0">
                <a:latin typeface="Calibri" panose="020F0502020204030204"/>
                <a:cs typeface="Calibri" panose="020F0502020204030204"/>
              </a:rPr>
              <a:t>time</a:t>
            </a:r>
            <a:r>
              <a:rPr sz="1400" spc="-30" dirty="0">
                <a:latin typeface="Calibri" panose="020F0502020204030204"/>
                <a:cs typeface="Calibri" panose="020F0502020204030204"/>
              </a:rPr>
              <a:t> </a:t>
            </a:r>
            <a:r>
              <a:rPr sz="1400" spc="-20" dirty="0">
                <a:latin typeface="Calibri" panose="020F0502020204030204"/>
                <a:cs typeface="Calibri" panose="020F0502020204030204"/>
              </a:rPr>
              <a:t>steps</a:t>
            </a:r>
            <a:endParaRPr sz="1400">
              <a:latin typeface="Calibri" panose="020F0502020204030204"/>
              <a:cs typeface="Calibri" panose="020F0502020204030204"/>
            </a:endParaRPr>
          </a:p>
        </p:txBody>
      </p:sp>
      <p:pic>
        <p:nvPicPr>
          <p:cNvPr id="3" name="object 21"/>
          <p:cNvPicPr/>
          <p:nvPr/>
        </p:nvPicPr>
        <p:blipFill>
          <a:blip r:embed="rId15" cstate="print"/>
          <a:stretch>
            <a:fillRect/>
          </a:stretch>
        </p:blipFill>
        <p:spPr>
          <a:xfrm>
            <a:off x="1314068" y="4383625"/>
            <a:ext cx="141986" cy="214375"/>
          </a:xfrm>
          <a:prstGeom prst="rect">
            <a:avLst/>
          </a:prstGeom>
        </p:spPr>
      </p:pic>
      <p:pic>
        <p:nvPicPr>
          <p:cNvPr id="4" name="object 97"/>
          <p:cNvPicPr/>
          <p:nvPr/>
        </p:nvPicPr>
        <p:blipFill>
          <a:blip r:embed="rId15" cstate="print"/>
          <a:stretch>
            <a:fillRect/>
          </a:stretch>
        </p:blipFill>
        <p:spPr>
          <a:xfrm>
            <a:off x="2714625" y="4383625"/>
            <a:ext cx="141986" cy="214375"/>
          </a:xfrm>
          <a:prstGeom prst="rect">
            <a:avLst/>
          </a:prstGeom>
        </p:spPr>
      </p:pic>
      <p:pic>
        <p:nvPicPr>
          <p:cNvPr id="5" name="object 98"/>
          <p:cNvPicPr/>
          <p:nvPr/>
        </p:nvPicPr>
        <p:blipFill>
          <a:blip r:embed="rId15" cstate="print"/>
          <a:stretch>
            <a:fillRect/>
          </a:stretch>
        </p:blipFill>
        <p:spPr>
          <a:xfrm>
            <a:off x="4049648" y="4385149"/>
            <a:ext cx="141986" cy="214375"/>
          </a:xfrm>
          <a:prstGeom prst="rect">
            <a:avLst/>
          </a:prstGeom>
        </p:spPr>
      </p:pic>
      <p:pic>
        <p:nvPicPr>
          <p:cNvPr id="13" name="object 29"/>
          <p:cNvPicPr/>
          <p:nvPr/>
        </p:nvPicPr>
        <p:blipFill>
          <a:blip r:embed="rId16" cstate="print"/>
          <a:stretch>
            <a:fillRect/>
          </a:stretch>
        </p:blipFill>
        <p:spPr>
          <a:xfrm>
            <a:off x="1322831" y="3951571"/>
            <a:ext cx="332231" cy="382524"/>
          </a:xfrm>
          <a:prstGeom prst="rect">
            <a:avLst/>
          </a:prstGeom>
        </p:spPr>
      </p:pic>
      <p:pic>
        <p:nvPicPr>
          <p:cNvPr id="14" name="object 31"/>
          <p:cNvPicPr/>
          <p:nvPr/>
        </p:nvPicPr>
        <p:blipFill>
          <a:blip r:embed="rId17" cstate="print"/>
          <a:stretch>
            <a:fillRect/>
          </a:stretch>
        </p:blipFill>
        <p:spPr>
          <a:xfrm>
            <a:off x="1394459" y="4084159"/>
            <a:ext cx="199644" cy="149351"/>
          </a:xfrm>
          <a:prstGeom prst="rect">
            <a:avLst/>
          </a:prstGeom>
        </p:spPr>
      </p:pic>
      <p:pic>
        <p:nvPicPr>
          <p:cNvPr id="17" name="object 32"/>
          <p:cNvPicPr/>
          <p:nvPr/>
        </p:nvPicPr>
        <p:blipFill>
          <a:blip r:embed="rId16" cstate="print"/>
          <a:stretch>
            <a:fillRect/>
          </a:stretch>
        </p:blipFill>
        <p:spPr>
          <a:xfrm>
            <a:off x="2723387" y="3951571"/>
            <a:ext cx="333756" cy="382524"/>
          </a:xfrm>
          <a:prstGeom prst="rect">
            <a:avLst/>
          </a:prstGeom>
        </p:spPr>
      </p:pic>
      <p:pic>
        <p:nvPicPr>
          <p:cNvPr id="18" name="object 34"/>
          <p:cNvPicPr/>
          <p:nvPr/>
        </p:nvPicPr>
        <p:blipFill>
          <a:blip r:embed="rId18" cstate="print"/>
          <a:stretch>
            <a:fillRect/>
          </a:stretch>
        </p:blipFill>
        <p:spPr>
          <a:xfrm>
            <a:off x="2795016" y="4084159"/>
            <a:ext cx="205739" cy="149351"/>
          </a:xfrm>
          <a:prstGeom prst="rect">
            <a:avLst/>
          </a:prstGeom>
        </p:spPr>
      </p:pic>
      <p:pic>
        <p:nvPicPr>
          <p:cNvPr id="19" name="object 35"/>
          <p:cNvPicPr/>
          <p:nvPr/>
        </p:nvPicPr>
        <p:blipFill>
          <a:blip r:embed="rId19" cstate="print"/>
          <a:stretch>
            <a:fillRect/>
          </a:stretch>
        </p:blipFill>
        <p:spPr>
          <a:xfrm>
            <a:off x="4058411" y="3954620"/>
            <a:ext cx="333756" cy="381000"/>
          </a:xfrm>
          <a:prstGeom prst="rect">
            <a:avLst/>
          </a:prstGeom>
        </p:spPr>
      </p:pic>
      <p:pic>
        <p:nvPicPr>
          <p:cNvPr id="20" name="object 37"/>
          <p:cNvPicPr/>
          <p:nvPr/>
        </p:nvPicPr>
        <p:blipFill>
          <a:blip r:embed="rId20" cstate="print"/>
          <a:stretch>
            <a:fillRect/>
          </a:stretch>
        </p:blipFill>
        <p:spPr>
          <a:xfrm>
            <a:off x="4130040" y="4087207"/>
            <a:ext cx="207263" cy="152400"/>
          </a:xfrm>
          <a:prstGeom prst="rect">
            <a:avLst/>
          </a:prstGeom>
        </p:spPr>
      </p:pic>
      <p:pic>
        <p:nvPicPr>
          <p:cNvPr id="21" name="object 99"/>
          <p:cNvPicPr/>
          <p:nvPr/>
        </p:nvPicPr>
        <p:blipFill>
          <a:blip r:embed="rId21" cstate="print"/>
          <a:stretch>
            <a:fillRect/>
          </a:stretch>
        </p:blipFill>
        <p:spPr>
          <a:xfrm>
            <a:off x="5231084" y="3183635"/>
            <a:ext cx="986027" cy="231648"/>
          </a:xfrm>
          <a:prstGeom prst="rect">
            <a:avLst/>
          </a:prstGeom>
        </p:spPr>
      </p:pic>
      <p:pic>
        <p:nvPicPr>
          <p:cNvPr id="22" name="object 100"/>
          <p:cNvPicPr/>
          <p:nvPr/>
        </p:nvPicPr>
        <p:blipFill>
          <a:blip r:embed="rId22" cstate="print"/>
          <a:stretch>
            <a:fillRect/>
          </a:stretch>
        </p:blipFill>
        <p:spPr>
          <a:xfrm>
            <a:off x="6457904" y="3200400"/>
            <a:ext cx="4692396" cy="214884"/>
          </a:xfrm>
          <a:prstGeom prst="rect">
            <a:avLst/>
          </a:prstGeom>
        </p:spPr>
      </p:pic>
      <p:pic>
        <p:nvPicPr>
          <p:cNvPr id="6" name="object 8"/>
          <p:cNvPicPr/>
          <p:nvPr/>
        </p:nvPicPr>
        <p:blipFill>
          <a:blip r:embed="rId23" cstate="print"/>
          <a:stretch>
            <a:fillRect/>
          </a:stretch>
        </p:blipFill>
        <p:spPr>
          <a:xfrm>
            <a:off x="573023" y="3959191"/>
            <a:ext cx="332232" cy="382524"/>
          </a:xfrm>
          <a:prstGeom prst="rect">
            <a:avLst/>
          </a:prstGeom>
        </p:spPr>
      </p:pic>
      <p:pic>
        <p:nvPicPr>
          <p:cNvPr id="7" name="object 10"/>
          <p:cNvPicPr/>
          <p:nvPr/>
        </p:nvPicPr>
        <p:blipFill>
          <a:blip r:embed="rId24" cstate="print"/>
          <a:stretch>
            <a:fillRect/>
          </a:stretch>
        </p:blipFill>
        <p:spPr>
          <a:xfrm>
            <a:off x="637031" y="4065871"/>
            <a:ext cx="202692" cy="213360"/>
          </a:xfrm>
          <a:prstGeom prst="rect">
            <a:avLst/>
          </a:prstGeom>
        </p:spPr>
      </p:pic>
      <p:pic>
        <p:nvPicPr>
          <p:cNvPr id="8" name="object 12"/>
          <p:cNvPicPr/>
          <p:nvPr/>
        </p:nvPicPr>
        <p:blipFill>
          <a:blip r:embed="rId23" cstate="print"/>
          <a:stretch>
            <a:fillRect/>
          </a:stretch>
        </p:blipFill>
        <p:spPr>
          <a:xfrm>
            <a:off x="1970531" y="3950047"/>
            <a:ext cx="332231" cy="382524"/>
          </a:xfrm>
          <a:prstGeom prst="rect">
            <a:avLst/>
          </a:prstGeom>
        </p:spPr>
      </p:pic>
      <p:pic>
        <p:nvPicPr>
          <p:cNvPr id="9" name="object 14"/>
          <p:cNvPicPr/>
          <p:nvPr/>
        </p:nvPicPr>
        <p:blipFill>
          <a:blip r:embed="rId25" cstate="print"/>
          <a:stretch>
            <a:fillRect/>
          </a:stretch>
        </p:blipFill>
        <p:spPr>
          <a:xfrm>
            <a:off x="2036063" y="4056727"/>
            <a:ext cx="207263" cy="213360"/>
          </a:xfrm>
          <a:prstGeom prst="rect">
            <a:avLst/>
          </a:prstGeom>
        </p:spPr>
      </p:pic>
      <p:pic>
        <p:nvPicPr>
          <p:cNvPr id="10" name="object 15"/>
          <p:cNvPicPr/>
          <p:nvPr/>
        </p:nvPicPr>
        <p:blipFill>
          <a:blip r:embed="rId23" cstate="print"/>
          <a:stretch>
            <a:fillRect/>
          </a:stretch>
        </p:blipFill>
        <p:spPr>
          <a:xfrm>
            <a:off x="3305556" y="3950047"/>
            <a:ext cx="333755" cy="382524"/>
          </a:xfrm>
          <a:prstGeom prst="rect">
            <a:avLst/>
          </a:prstGeom>
        </p:spPr>
      </p:pic>
      <p:pic>
        <p:nvPicPr>
          <p:cNvPr id="11" name="object 17"/>
          <p:cNvPicPr/>
          <p:nvPr/>
        </p:nvPicPr>
        <p:blipFill>
          <a:blip r:embed="rId26" cstate="print"/>
          <a:stretch>
            <a:fillRect/>
          </a:stretch>
        </p:blipFill>
        <p:spPr>
          <a:xfrm>
            <a:off x="3371087" y="4056727"/>
            <a:ext cx="208787" cy="216407"/>
          </a:xfrm>
          <a:prstGeom prst="rect">
            <a:avLst/>
          </a:prstGeom>
        </p:spPr>
      </p:pic>
      <p:pic>
        <p:nvPicPr>
          <p:cNvPr id="12" name="object 11"/>
          <p:cNvPicPr/>
          <p:nvPr/>
        </p:nvPicPr>
        <p:blipFill>
          <a:blip r:embed="rId27" cstate="print"/>
          <a:stretch>
            <a:fillRect/>
          </a:stretch>
        </p:blipFill>
        <p:spPr>
          <a:xfrm>
            <a:off x="796455" y="4386673"/>
            <a:ext cx="111302" cy="215137"/>
          </a:xfrm>
          <a:prstGeom prst="rect">
            <a:avLst/>
          </a:prstGeom>
        </p:spPr>
      </p:pic>
      <p:pic>
        <p:nvPicPr>
          <p:cNvPr id="15" name="object 89"/>
          <p:cNvPicPr/>
          <p:nvPr/>
        </p:nvPicPr>
        <p:blipFill>
          <a:blip r:embed="rId28" cstate="print"/>
          <a:stretch>
            <a:fillRect/>
          </a:stretch>
        </p:blipFill>
        <p:spPr>
          <a:xfrm>
            <a:off x="2196973" y="4400390"/>
            <a:ext cx="111378" cy="215137"/>
          </a:xfrm>
          <a:prstGeom prst="rect">
            <a:avLst/>
          </a:prstGeom>
        </p:spPr>
      </p:pic>
      <p:pic>
        <p:nvPicPr>
          <p:cNvPr id="16" name="object 94"/>
          <p:cNvPicPr/>
          <p:nvPr/>
        </p:nvPicPr>
        <p:blipFill>
          <a:blip r:embed="rId29" cstate="print"/>
          <a:stretch>
            <a:fillRect/>
          </a:stretch>
        </p:blipFill>
        <p:spPr>
          <a:xfrm>
            <a:off x="3536569" y="4386673"/>
            <a:ext cx="111378" cy="215137"/>
          </a:xfrm>
          <a:prstGeom prst="rect">
            <a:avLst/>
          </a:prstGeom>
        </p:spPr>
      </p:pic>
      <p:pic>
        <p:nvPicPr>
          <p:cNvPr id="23" name="object 90"/>
          <p:cNvPicPr/>
          <p:nvPr/>
        </p:nvPicPr>
        <p:blipFill>
          <a:blip r:embed="rId30" cstate="print"/>
          <a:stretch>
            <a:fillRect/>
          </a:stretch>
        </p:blipFill>
        <p:spPr>
          <a:xfrm>
            <a:off x="5231084" y="3498113"/>
            <a:ext cx="2749296" cy="230124"/>
          </a:xfrm>
          <a:prstGeom prst="rect">
            <a:avLst/>
          </a:prstGeom>
        </p:spPr>
      </p:pic>
      <p:pic>
        <p:nvPicPr>
          <p:cNvPr id="24" name="object 92"/>
          <p:cNvPicPr/>
          <p:nvPr/>
        </p:nvPicPr>
        <p:blipFill>
          <a:blip r:embed="rId31" cstate="print"/>
          <a:stretch>
            <a:fillRect/>
          </a:stretch>
        </p:blipFill>
        <p:spPr>
          <a:xfrm>
            <a:off x="8413196" y="3476778"/>
            <a:ext cx="1520952" cy="207264"/>
          </a:xfrm>
          <a:prstGeom prst="rect">
            <a:avLst/>
          </a:prstGeom>
        </p:spPr>
      </p:pic>
      <p:pic>
        <p:nvPicPr>
          <p:cNvPr id="25" name="object 18"/>
          <p:cNvPicPr/>
          <p:nvPr/>
        </p:nvPicPr>
        <p:blipFill>
          <a:blip r:embed="rId32" cstate="print"/>
          <a:stretch>
            <a:fillRect/>
          </a:stretch>
        </p:blipFill>
        <p:spPr>
          <a:xfrm>
            <a:off x="944879" y="3950047"/>
            <a:ext cx="332231" cy="382524"/>
          </a:xfrm>
          <a:prstGeom prst="rect">
            <a:avLst/>
          </a:prstGeom>
        </p:spPr>
      </p:pic>
      <p:pic>
        <p:nvPicPr>
          <p:cNvPr id="26" name="object 20"/>
          <p:cNvPicPr/>
          <p:nvPr/>
        </p:nvPicPr>
        <p:blipFill>
          <a:blip r:embed="rId33" cstate="print"/>
          <a:stretch>
            <a:fillRect/>
          </a:stretch>
        </p:blipFill>
        <p:spPr>
          <a:xfrm>
            <a:off x="1045463" y="4082635"/>
            <a:ext cx="187452" cy="160019"/>
          </a:xfrm>
          <a:prstGeom prst="rect">
            <a:avLst/>
          </a:prstGeom>
        </p:spPr>
      </p:pic>
      <p:pic>
        <p:nvPicPr>
          <p:cNvPr id="27" name="object 23"/>
          <p:cNvPicPr/>
          <p:nvPr/>
        </p:nvPicPr>
        <p:blipFill>
          <a:blip r:embed="rId34" cstate="print"/>
          <a:stretch>
            <a:fillRect/>
          </a:stretch>
        </p:blipFill>
        <p:spPr>
          <a:xfrm>
            <a:off x="2342387" y="3953095"/>
            <a:ext cx="333756" cy="381000"/>
          </a:xfrm>
          <a:prstGeom prst="rect">
            <a:avLst/>
          </a:prstGeom>
        </p:spPr>
      </p:pic>
      <p:pic>
        <p:nvPicPr>
          <p:cNvPr id="28" name="object 25"/>
          <p:cNvPicPr/>
          <p:nvPr/>
        </p:nvPicPr>
        <p:blipFill>
          <a:blip r:embed="rId35" cstate="print"/>
          <a:stretch>
            <a:fillRect/>
          </a:stretch>
        </p:blipFill>
        <p:spPr>
          <a:xfrm>
            <a:off x="2444495" y="4084159"/>
            <a:ext cx="193548" cy="160019"/>
          </a:xfrm>
          <a:prstGeom prst="rect">
            <a:avLst/>
          </a:prstGeom>
        </p:spPr>
      </p:pic>
      <p:pic>
        <p:nvPicPr>
          <p:cNvPr id="29" name="object 26"/>
          <p:cNvPicPr/>
          <p:nvPr/>
        </p:nvPicPr>
        <p:blipFill>
          <a:blip r:embed="rId32" cstate="print"/>
          <a:stretch>
            <a:fillRect/>
          </a:stretch>
        </p:blipFill>
        <p:spPr>
          <a:xfrm>
            <a:off x="3678935" y="3954620"/>
            <a:ext cx="332232" cy="382524"/>
          </a:xfrm>
          <a:prstGeom prst="rect">
            <a:avLst/>
          </a:prstGeom>
        </p:spPr>
      </p:pic>
      <p:pic>
        <p:nvPicPr>
          <p:cNvPr id="30" name="object 28"/>
          <p:cNvPicPr/>
          <p:nvPr/>
        </p:nvPicPr>
        <p:blipFill>
          <a:blip r:embed="rId36" cstate="print"/>
          <a:stretch>
            <a:fillRect/>
          </a:stretch>
        </p:blipFill>
        <p:spPr>
          <a:xfrm>
            <a:off x="3779519" y="4085683"/>
            <a:ext cx="195072" cy="160019"/>
          </a:xfrm>
          <a:prstGeom prst="rect">
            <a:avLst/>
          </a:prstGeom>
        </p:spPr>
      </p:pic>
      <p:pic>
        <p:nvPicPr>
          <p:cNvPr id="31" name="object 22"/>
          <p:cNvPicPr/>
          <p:nvPr/>
        </p:nvPicPr>
        <p:blipFill>
          <a:blip r:embed="rId37" cstate="print"/>
          <a:stretch>
            <a:fillRect/>
          </a:stretch>
        </p:blipFill>
        <p:spPr>
          <a:xfrm>
            <a:off x="1071867" y="4388197"/>
            <a:ext cx="76161" cy="213614"/>
          </a:xfrm>
          <a:prstGeom prst="rect">
            <a:avLst/>
          </a:prstGeom>
        </p:spPr>
      </p:pic>
      <p:pic>
        <p:nvPicPr>
          <p:cNvPr id="32" name="object 95"/>
          <p:cNvPicPr/>
          <p:nvPr/>
        </p:nvPicPr>
        <p:blipFill>
          <a:blip r:embed="rId38" cstate="print"/>
          <a:stretch>
            <a:fillRect/>
          </a:stretch>
        </p:blipFill>
        <p:spPr>
          <a:xfrm>
            <a:off x="2469388" y="4389722"/>
            <a:ext cx="76200" cy="213614"/>
          </a:xfrm>
          <a:prstGeom prst="rect">
            <a:avLst/>
          </a:prstGeom>
        </p:spPr>
      </p:pic>
      <p:pic>
        <p:nvPicPr>
          <p:cNvPr id="33" name="object 96"/>
          <p:cNvPicPr/>
          <p:nvPr/>
        </p:nvPicPr>
        <p:blipFill>
          <a:blip r:embed="rId38" cstate="print"/>
          <a:stretch>
            <a:fillRect/>
          </a:stretch>
        </p:blipFill>
        <p:spPr>
          <a:xfrm>
            <a:off x="3805935" y="4392770"/>
            <a:ext cx="76200" cy="213613"/>
          </a:xfrm>
          <a:prstGeom prst="rect">
            <a:avLst/>
          </a:prstGeom>
        </p:spPr>
      </p:pic>
      <p:pic>
        <p:nvPicPr>
          <p:cNvPr id="34" name="object 91"/>
          <p:cNvPicPr/>
          <p:nvPr/>
        </p:nvPicPr>
        <p:blipFill>
          <a:blip r:embed="rId39" cstate="print"/>
          <a:stretch>
            <a:fillRect/>
          </a:stretch>
        </p:blipFill>
        <p:spPr>
          <a:xfrm>
            <a:off x="5231083" y="3801422"/>
            <a:ext cx="966215" cy="230124"/>
          </a:xfrm>
          <a:prstGeom prst="rect">
            <a:avLst/>
          </a:prstGeom>
        </p:spPr>
      </p:pic>
      <p:pic>
        <p:nvPicPr>
          <p:cNvPr id="35" name="object 93"/>
          <p:cNvPicPr/>
          <p:nvPr/>
        </p:nvPicPr>
        <p:blipFill>
          <a:blip r:embed="rId40" cstate="print"/>
          <a:stretch>
            <a:fillRect/>
          </a:stretch>
        </p:blipFill>
        <p:spPr>
          <a:xfrm>
            <a:off x="8413195" y="3792278"/>
            <a:ext cx="1490472" cy="225551"/>
          </a:xfrm>
          <a:prstGeom prst="rect">
            <a:avLst/>
          </a:prstGeom>
        </p:spPr>
      </p:pic>
      <p:sp>
        <p:nvSpPr>
          <p:cNvPr id="36" name="object 38"/>
          <p:cNvSpPr/>
          <p:nvPr/>
        </p:nvSpPr>
        <p:spPr>
          <a:xfrm>
            <a:off x="576834" y="3310729"/>
            <a:ext cx="2874645" cy="601980"/>
          </a:xfrm>
          <a:custGeom>
            <a:avLst/>
            <a:gdLst/>
            <a:ahLst/>
            <a:cxnLst/>
            <a:rect l="l" t="t" r="r" b="b"/>
            <a:pathLst>
              <a:path w="2874645" h="601979">
                <a:moveTo>
                  <a:pt x="76200" y="76200"/>
                </a:moveTo>
                <a:lnTo>
                  <a:pt x="69850" y="63500"/>
                </a:lnTo>
                <a:lnTo>
                  <a:pt x="38100" y="0"/>
                </a:lnTo>
                <a:lnTo>
                  <a:pt x="0" y="76200"/>
                </a:lnTo>
                <a:lnTo>
                  <a:pt x="28575" y="76200"/>
                </a:lnTo>
                <a:lnTo>
                  <a:pt x="28575" y="530098"/>
                </a:lnTo>
                <a:lnTo>
                  <a:pt x="47625" y="530098"/>
                </a:lnTo>
                <a:lnTo>
                  <a:pt x="47625" y="76200"/>
                </a:lnTo>
                <a:lnTo>
                  <a:pt x="76200" y="76200"/>
                </a:lnTo>
                <a:close/>
              </a:path>
              <a:path w="2874645" h="601979">
                <a:moveTo>
                  <a:pt x="264058" y="121285"/>
                </a:moveTo>
                <a:lnTo>
                  <a:pt x="263779" y="121031"/>
                </a:lnTo>
                <a:lnTo>
                  <a:pt x="263347" y="120650"/>
                </a:lnTo>
                <a:lnTo>
                  <a:pt x="261620" y="119253"/>
                </a:lnTo>
                <a:lnTo>
                  <a:pt x="261404" y="119087"/>
                </a:lnTo>
                <a:lnTo>
                  <a:pt x="259727" y="117729"/>
                </a:lnTo>
                <a:lnTo>
                  <a:pt x="222059" y="98933"/>
                </a:lnTo>
                <a:lnTo>
                  <a:pt x="213093" y="98933"/>
                </a:lnTo>
                <a:lnTo>
                  <a:pt x="179273" y="120650"/>
                </a:lnTo>
                <a:lnTo>
                  <a:pt x="160070" y="157607"/>
                </a:lnTo>
                <a:lnTo>
                  <a:pt x="145326" y="207772"/>
                </a:lnTo>
                <a:lnTo>
                  <a:pt x="136156" y="253238"/>
                </a:lnTo>
                <a:lnTo>
                  <a:pt x="128295" y="304165"/>
                </a:lnTo>
                <a:lnTo>
                  <a:pt x="119494" y="378587"/>
                </a:lnTo>
                <a:lnTo>
                  <a:pt x="115481" y="417957"/>
                </a:lnTo>
                <a:lnTo>
                  <a:pt x="111696" y="459994"/>
                </a:lnTo>
                <a:lnTo>
                  <a:pt x="111302" y="464591"/>
                </a:lnTo>
                <a:lnTo>
                  <a:pt x="82829" y="462153"/>
                </a:lnTo>
                <a:lnTo>
                  <a:pt x="114300" y="541274"/>
                </a:lnTo>
                <a:lnTo>
                  <a:pt x="152450" y="478917"/>
                </a:lnTo>
                <a:lnTo>
                  <a:pt x="158750" y="468630"/>
                </a:lnTo>
                <a:lnTo>
                  <a:pt x="130289" y="466204"/>
                </a:lnTo>
                <a:lnTo>
                  <a:pt x="130987" y="458216"/>
                </a:lnTo>
                <a:lnTo>
                  <a:pt x="134442" y="419735"/>
                </a:lnTo>
                <a:lnTo>
                  <a:pt x="138417" y="380657"/>
                </a:lnTo>
                <a:lnTo>
                  <a:pt x="147154" y="306705"/>
                </a:lnTo>
                <a:lnTo>
                  <a:pt x="154914" y="256540"/>
                </a:lnTo>
                <a:lnTo>
                  <a:pt x="163753" y="212636"/>
                </a:lnTo>
                <a:lnTo>
                  <a:pt x="174167" y="175018"/>
                </a:lnTo>
                <a:lnTo>
                  <a:pt x="177787" y="164592"/>
                </a:lnTo>
                <a:lnTo>
                  <a:pt x="177850" y="164401"/>
                </a:lnTo>
                <a:lnTo>
                  <a:pt x="198361" y="127635"/>
                </a:lnTo>
                <a:lnTo>
                  <a:pt x="198843" y="127076"/>
                </a:lnTo>
                <a:lnTo>
                  <a:pt x="199123" y="126746"/>
                </a:lnTo>
                <a:lnTo>
                  <a:pt x="201269" y="124841"/>
                </a:lnTo>
                <a:lnTo>
                  <a:pt x="202514" y="123698"/>
                </a:lnTo>
                <a:lnTo>
                  <a:pt x="203822" y="122809"/>
                </a:lnTo>
                <a:lnTo>
                  <a:pt x="206629" y="120904"/>
                </a:lnTo>
                <a:lnTo>
                  <a:pt x="207010" y="120650"/>
                </a:lnTo>
                <a:lnTo>
                  <a:pt x="208457" y="120015"/>
                </a:lnTo>
                <a:lnTo>
                  <a:pt x="210591" y="119087"/>
                </a:lnTo>
                <a:lnTo>
                  <a:pt x="210159" y="119087"/>
                </a:lnTo>
                <a:lnTo>
                  <a:pt x="209994" y="119087"/>
                </a:lnTo>
                <a:lnTo>
                  <a:pt x="210400" y="119011"/>
                </a:lnTo>
                <a:lnTo>
                  <a:pt x="211137" y="118846"/>
                </a:lnTo>
                <a:lnTo>
                  <a:pt x="213436" y="118364"/>
                </a:lnTo>
                <a:lnTo>
                  <a:pt x="215265" y="117983"/>
                </a:lnTo>
                <a:lnTo>
                  <a:pt x="219583" y="117983"/>
                </a:lnTo>
                <a:lnTo>
                  <a:pt x="224828" y="119087"/>
                </a:lnTo>
                <a:lnTo>
                  <a:pt x="230644" y="121285"/>
                </a:lnTo>
                <a:lnTo>
                  <a:pt x="231330" y="121539"/>
                </a:lnTo>
                <a:lnTo>
                  <a:pt x="230746" y="121285"/>
                </a:lnTo>
                <a:lnTo>
                  <a:pt x="264058" y="121285"/>
                </a:lnTo>
                <a:close/>
              </a:path>
              <a:path w="2874645" h="601979">
                <a:moveTo>
                  <a:pt x="1938540" y="167462"/>
                </a:moveTo>
                <a:lnTo>
                  <a:pt x="1938223" y="167462"/>
                </a:lnTo>
                <a:lnTo>
                  <a:pt x="1936013" y="167957"/>
                </a:lnTo>
                <a:lnTo>
                  <a:pt x="1938540" y="167462"/>
                </a:lnTo>
                <a:close/>
              </a:path>
              <a:path w="2874645" h="601979">
                <a:moveTo>
                  <a:pt x="2874518" y="460756"/>
                </a:moveTo>
                <a:lnTo>
                  <a:pt x="2848711" y="472948"/>
                </a:lnTo>
                <a:lnTo>
                  <a:pt x="2842260" y="459486"/>
                </a:lnTo>
                <a:lnTo>
                  <a:pt x="2821559" y="418846"/>
                </a:lnTo>
                <a:lnTo>
                  <a:pt x="2804541" y="388429"/>
                </a:lnTo>
                <a:lnTo>
                  <a:pt x="2804541" y="82296"/>
                </a:lnTo>
                <a:lnTo>
                  <a:pt x="2833116" y="82296"/>
                </a:lnTo>
                <a:lnTo>
                  <a:pt x="2826766" y="69596"/>
                </a:lnTo>
                <a:lnTo>
                  <a:pt x="2795016" y="6096"/>
                </a:lnTo>
                <a:lnTo>
                  <a:pt x="2756916" y="82296"/>
                </a:lnTo>
                <a:lnTo>
                  <a:pt x="2785491" y="82296"/>
                </a:lnTo>
                <a:lnTo>
                  <a:pt x="2785491" y="356793"/>
                </a:lnTo>
                <a:lnTo>
                  <a:pt x="2763139" y="322326"/>
                </a:lnTo>
                <a:lnTo>
                  <a:pt x="2735821" y="286512"/>
                </a:lnTo>
                <a:lnTo>
                  <a:pt x="2705735" y="252857"/>
                </a:lnTo>
                <a:lnTo>
                  <a:pt x="2672461" y="221615"/>
                </a:lnTo>
                <a:lnTo>
                  <a:pt x="2635377" y="193294"/>
                </a:lnTo>
                <a:lnTo>
                  <a:pt x="2594229" y="168148"/>
                </a:lnTo>
                <a:lnTo>
                  <a:pt x="2548636" y="146685"/>
                </a:lnTo>
                <a:lnTo>
                  <a:pt x="2498090" y="129032"/>
                </a:lnTo>
                <a:lnTo>
                  <a:pt x="2487536" y="126263"/>
                </a:lnTo>
                <a:lnTo>
                  <a:pt x="2473452" y="122555"/>
                </a:lnTo>
                <a:lnTo>
                  <a:pt x="2412492" y="110998"/>
                </a:lnTo>
                <a:lnTo>
                  <a:pt x="2348230" y="104648"/>
                </a:lnTo>
                <a:lnTo>
                  <a:pt x="2317356" y="103505"/>
                </a:lnTo>
                <a:lnTo>
                  <a:pt x="2277745" y="103505"/>
                </a:lnTo>
                <a:lnTo>
                  <a:pt x="2200783" y="107696"/>
                </a:lnTo>
                <a:lnTo>
                  <a:pt x="2160016" y="111633"/>
                </a:lnTo>
                <a:lnTo>
                  <a:pt x="2117725" y="116713"/>
                </a:lnTo>
                <a:lnTo>
                  <a:pt x="2028825" y="130683"/>
                </a:lnTo>
                <a:lnTo>
                  <a:pt x="1934464" y="148844"/>
                </a:lnTo>
                <a:lnTo>
                  <a:pt x="1835150" y="171069"/>
                </a:lnTo>
                <a:lnTo>
                  <a:pt x="1731264" y="196850"/>
                </a:lnTo>
                <a:lnTo>
                  <a:pt x="1623314" y="226060"/>
                </a:lnTo>
                <a:lnTo>
                  <a:pt x="1541805" y="249478"/>
                </a:lnTo>
                <a:lnTo>
                  <a:pt x="1538097" y="240792"/>
                </a:lnTo>
                <a:lnTo>
                  <a:pt x="1530604" y="224917"/>
                </a:lnTo>
                <a:lnTo>
                  <a:pt x="1523403" y="210870"/>
                </a:lnTo>
                <a:lnTo>
                  <a:pt x="1523403" y="254762"/>
                </a:lnTo>
                <a:lnTo>
                  <a:pt x="1511427" y="258191"/>
                </a:lnTo>
                <a:lnTo>
                  <a:pt x="1461897" y="273227"/>
                </a:lnTo>
                <a:lnTo>
                  <a:pt x="1461897" y="156629"/>
                </a:lnTo>
                <a:lnTo>
                  <a:pt x="1462328" y="157035"/>
                </a:lnTo>
                <a:lnTo>
                  <a:pt x="1471815" y="167500"/>
                </a:lnTo>
                <a:lnTo>
                  <a:pt x="1471993" y="167767"/>
                </a:lnTo>
                <a:lnTo>
                  <a:pt x="1481150" y="179222"/>
                </a:lnTo>
                <a:lnTo>
                  <a:pt x="1489837" y="191465"/>
                </a:lnTo>
                <a:lnTo>
                  <a:pt x="1497965" y="204470"/>
                </a:lnTo>
                <a:lnTo>
                  <a:pt x="1498180" y="204876"/>
                </a:lnTo>
                <a:lnTo>
                  <a:pt x="1506651" y="219684"/>
                </a:lnTo>
                <a:lnTo>
                  <a:pt x="1513484" y="233248"/>
                </a:lnTo>
                <a:lnTo>
                  <a:pt x="1521231" y="249682"/>
                </a:lnTo>
                <a:lnTo>
                  <a:pt x="1523403" y="254762"/>
                </a:lnTo>
                <a:lnTo>
                  <a:pt x="1523403" y="210870"/>
                </a:lnTo>
                <a:lnTo>
                  <a:pt x="1522730" y="209550"/>
                </a:lnTo>
                <a:lnTo>
                  <a:pt x="1514475" y="194818"/>
                </a:lnTo>
                <a:lnTo>
                  <a:pt x="1505585" y="180975"/>
                </a:lnTo>
                <a:lnTo>
                  <a:pt x="1496542" y="167932"/>
                </a:lnTo>
                <a:lnTo>
                  <a:pt x="1496441" y="167767"/>
                </a:lnTo>
                <a:lnTo>
                  <a:pt x="1486535" y="155321"/>
                </a:lnTo>
                <a:lnTo>
                  <a:pt x="1476121" y="143891"/>
                </a:lnTo>
                <a:lnTo>
                  <a:pt x="1464945" y="133223"/>
                </a:lnTo>
                <a:lnTo>
                  <a:pt x="1461897" y="130721"/>
                </a:lnTo>
                <a:lnTo>
                  <a:pt x="1461897" y="79248"/>
                </a:lnTo>
                <a:lnTo>
                  <a:pt x="1490472" y="79248"/>
                </a:lnTo>
                <a:lnTo>
                  <a:pt x="1484122" y="66548"/>
                </a:lnTo>
                <a:lnTo>
                  <a:pt x="1452372" y="3048"/>
                </a:lnTo>
                <a:lnTo>
                  <a:pt x="1414272" y="79248"/>
                </a:lnTo>
                <a:lnTo>
                  <a:pt x="1442847" y="79248"/>
                </a:lnTo>
                <a:lnTo>
                  <a:pt x="1442847" y="116319"/>
                </a:lnTo>
                <a:lnTo>
                  <a:pt x="1441246" y="115189"/>
                </a:lnTo>
                <a:lnTo>
                  <a:pt x="1439964" y="114427"/>
                </a:lnTo>
                <a:lnTo>
                  <a:pt x="1433868" y="110909"/>
                </a:lnTo>
                <a:lnTo>
                  <a:pt x="1381696" y="110909"/>
                </a:lnTo>
                <a:lnTo>
                  <a:pt x="1381556" y="110909"/>
                </a:lnTo>
                <a:lnTo>
                  <a:pt x="1394841" y="114427"/>
                </a:lnTo>
                <a:lnTo>
                  <a:pt x="1394193" y="114274"/>
                </a:lnTo>
                <a:lnTo>
                  <a:pt x="1407731" y="119075"/>
                </a:lnTo>
                <a:lnTo>
                  <a:pt x="1418907" y="124333"/>
                </a:lnTo>
                <a:lnTo>
                  <a:pt x="1442847" y="124333"/>
                </a:lnTo>
                <a:lnTo>
                  <a:pt x="1442847" y="124714"/>
                </a:lnTo>
                <a:lnTo>
                  <a:pt x="1419872" y="124714"/>
                </a:lnTo>
                <a:lnTo>
                  <a:pt x="1419733" y="124714"/>
                </a:lnTo>
                <a:lnTo>
                  <a:pt x="1420291" y="124980"/>
                </a:lnTo>
                <a:lnTo>
                  <a:pt x="1424051" y="127177"/>
                </a:lnTo>
                <a:lnTo>
                  <a:pt x="1430401" y="130810"/>
                </a:lnTo>
                <a:lnTo>
                  <a:pt x="1442186" y="139065"/>
                </a:lnTo>
                <a:lnTo>
                  <a:pt x="1442847" y="139623"/>
                </a:lnTo>
                <a:lnTo>
                  <a:pt x="1442847" y="279019"/>
                </a:lnTo>
                <a:lnTo>
                  <a:pt x="1396365" y="293116"/>
                </a:lnTo>
                <a:lnTo>
                  <a:pt x="1278255" y="330327"/>
                </a:lnTo>
                <a:lnTo>
                  <a:pt x="1035050" y="410464"/>
                </a:lnTo>
                <a:lnTo>
                  <a:pt x="555180" y="575767"/>
                </a:lnTo>
                <a:lnTo>
                  <a:pt x="714629" y="455041"/>
                </a:lnTo>
                <a:lnTo>
                  <a:pt x="828040" y="371856"/>
                </a:lnTo>
                <a:lnTo>
                  <a:pt x="883285" y="332613"/>
                </a:lnTo>
                <a:lnTo>
                  <a:pt x="934935" y="297078"/>
                </a:lnTo>
                <a:lnTo>
                  <a:pt x="990092" y="260604"/>
                </a:lnTo>
                <a:lnTo>
                  <a:pt x="1038110" y="230441"/>
                </a:lnTo>
                <a:lnTo>
                  <a:pt x="1086764" y="201637"/>
                </a:lnTo>
                <a:lnTo>
                  <a:pt x="1138021" y="173685"/>
                </a:lnTo>
                <a:lnTo>
                  <a:pt x="1140294" y="172491"/>
                </a:lnTo>
                <a:lnTo>
                  <a:pt x="1137881" y="173685"/>
                </a:lnTo>
                <a:lnTo>
                  <a:pt x="1183005" y="151638"/>
                </a:lnTo>
                <a:lnTo>
                  <a:pt x="1224610" y="134213"/>
                </a:lnTo>
                <a:lnTo>
                  <a:pt x="1246047" y="126403"/>
                </a:lnTo>
                <a:lnTo>
                  <a:pt x="1245743" y="126403"/>
                </a:lnTo>
                <a:lnTo>
                  <a:pt x="1265212" y="120332"/>
                </a:lnTo>
                <a:lnTo>
                  <a:pt x="1284249" y="115189"/>
                </a:lnTo>
                <a:lnTo>
                  <a:pt x="1302054" y="111429"/>
                </a:lnTo>
                <a:lnTo>
                  <a:pt x="1319669" y="108813"/>
                </a:lnTo>
                <a:lnTo>
                  <a:pt x="1320634" y="108661"/>
                </a:lnTo>
                <a:lnTo>
                  <a:pt x="1320279" y="108661"/>
                </a:lnTo>
                <a:lnTo>
                  <a:pt x="1336802" y="107315"/>
                </a:lnTo>
                <a:lnTo>
                  <a:pt x="1353210" y="107315"/>
                </a:lnTo>
                <a:lnTo>
                  <a:pt x="1367256" y="108458"/>
                </a:lnTo>
                <a:lnTo>
                  <a:pt x="1380464" y="110718"/>
                </a:lnTo>
                <a:lnTo>
                  <a:pt x="1433550" y="110718"/>
                </a:lnTo>
                <a:lnTo>
                  <a:pt x="1428115" y="107569"/>
                </a:lnTo>
                <a:lnTo>
                  <a:pt x="1427556" y="107315"/>
                </a:lnTo>
                <a:lnTo>
                  <a:pt x="1414399" y="101219"/>
                </a:lnTo>
                <a:lnTo>
                  <a:pt x="1400048" y="96012"/>
                </a:lnTo>
                <a:lnTo>
                  <a:pt x="1384935" y="92075"/>
                </a:lnTo>
                <a:lnTo>
                  <a:pt x="1369187" y="89535"/>
                </a:lnTo>
                <a:lnTo>
                  <a:pt x="1354175" y="88265"/>
                </a:lnTo>
                <a:lnTo>
                  <a:pt x="1335532" y="88265"/>
                </a:lnTo>
                <a:lnTo>
                  <a:pt x="1280033" y="96520"/>
                </a:lnTo>
                <a:lnTo>
                  <a:pt x="1239545" y="108458"/>
                </a:lnTo>
                <a:lnTo>
                  <a:pt x="1197229" y="124714"/>
                </a:lnTo>
                <a:lnTo>
                  <a:pt x="1152398" y="145034"/>
                </a:lnTo>
                <a:lnTo>
                  <a:pt x="1105408" y="169418"/>
                </a:lnTo>
                <a:lnTo>
                  <a:pt x="1056386" y="197104"/>
                </a:lnTo>
                <a:lnTo>
                  <a:pt x="1005713" y="228092"/>
                </a:lnTo>
                <a:lnTo>
                  <a:pt x="926719" y="279654"/>
                </a:lnTo>
                <a:lnTo>
                  <a:pt x="816864" y="356362"/>
                </a:lnTo>
                <a:lnTo>
                  <a:pt x="703199" y="439801"/>
                </a:lnTo>
                <a:lnTo>
                  <a:pt x="533692" y="568071"/>
                </a:lnTo>
                <a:lnTo>
                  <a:pt x="496519" y="495808"/>
                </a:lnTo>
                <a:lnTo>
                  <a:pt x="473925" y="452628"/>
                </a:lnTo>
                <a:lnTo>
                  <a:pt x="451700" y="410464"/>
                </a:lnTo>
                <a:lnTo>
                  <a:pt x="429653" y="369443"/>
                </a:lnTo>
                <a:lnTo>
                  <a:pt x="407987" y="330200"/>
                </a:lnTo>
                <a:lnTo>
                  <a:pt x="386765" y="292862"/>
                </a:lnTo>
                <a:lnTo>
                  <a:pt x="366001" y="257810"/>
                </a:lnTo>
                <a:lnTo>
                  <a:pt x="336067" y="210439"/>
                </a:lnTo>
                <a:lnTo>
                  <a:pt x="307632" y="170180"/>
                </a:lnTo>
                <a:lnTo>
                  <a:pt x="280619" y="137541"/>
                </a:lnTo>
                <a:lnTo>
                  <a:pt x="264325" y="121539"/>
                </a:lnTo>
                <a:lnTo>
                  <a:pt x="231330" y="121539"/>
                </a:lnTo>
                <a:lnTo>
                  <a:pt x="231127" y="121539"/>
                </a:lnTo>
                <a:lnTo>
                  <a:pt x="235483" y="123825"/>
                </a:lnTo>
                <a:lnTo>
                  <a:pt x="236562" y="124333"/>
                </a:lnTo>
                <a:lnTo>
                  <a:pt x="244055" y="129540"/>
                </a:lnTo>
                <a:lnTo>
                  <a:pt x="274574" y="159270"/>
                </a:lnTo>
                <a:lnTo>
                  <a:pt x="292227" y="181406"/>
                </a:lnTo>
                <a:lnTo>
                  <a:pt x="292442" y="181571"/>
                </a:lnTo>
                <a:lnTo>
                  <a:pt x="293166" y="182626"/>
                </a:lnTo>
                <a:lnTo>
                  <a:pt x="294665" y="184581"/>
                </a:lnTo>
                <a:lnTo>
                  <a:pt x="301345" y="193700"/>
                </a:lnTo>
                <a:lnTo>
                  <a:pt x="301548" y="193916"/>
                </a:lnTo>
                <a:lnTo>
                  <a:pt x="301701" y="194183"/>
                </a:lnTo>
                <a:lnTo>
                  <a:pt x="302336" y="195046"/>
                </a:lnTo>
                <a:lnTo>
                  <a:pt x="310629" y="206883"/>
                </a:lnTo>
                <a:lnTo>
                  <a:pt x="320141" y="220980"/>
                </a:lnTo>
                <a:lnTo>
                  <a:pt x="329819" y="235839"/>
                </a:lnTo>
                <a:lnTo>
                  <a:pt x="339661" y="251371"/>
                </a:lnTo>
                <a:lnTo>
                  <a:pt x="339852" y="251561"/>
                </a:lnTo>
                <a:lnTo>
                  <a:pt x="340855" y="253238"/>
                </a:lnTo>
                <a:lnTo>
                  <a:pt x="341350" y="254025"/>
                </a:lnTo>
                <a:lnTo>
                  <a:pt x="349681" y="267716"/>
                </a:lnTo>
                <a:lnTo>
                  <a:pt x="370255" y="302387"/>
                </a:lnTo>
                <a:lnTo>
                  <a:pt x="391325" y="339344"/>
                </a:lnTo>
                <a:lnTo>
                  <a:pt x="412902" y="378587"/>
                </a:lnTo>
                <a:lnTo>
                  <a:pt x="436359" y="422186"/>
                </a:lnTo>
                <a:lnTo>
                  <a:pt x="457047" y="461391"/>
                </a:lnTo>
                <a:lnTo>
                  <a:pt x="479590" y="504571"/>
                </a:lnTo>
                <a:lnTo>
                  <a:pt x="524929" y="592582"/>
                </a:lnTo>
                <a:lnTo>
                  <a:pt x="533349" y="588302"/>
                </a:lnTo>
                <a:lnTo>
                  <a:pt x="538048" y="601853"/>
                </a:lnTo>
                <a:lnTo>
                  <a:pt x="1041273" y="428459"/>
                </a:lnTo>
                <a:lnTo>
                  <a:pt x="1043419" y="427736"/>
                </a:lnTo>
                <a:lnTo>
                  <a:pt x="1042377" y="428053"/>
                </a:lnTo>
                <a:lnTo>
                  <a:pt x="1284097" y="348488"/>
                </a:lnTo>
                <a:lnTo>
                  <a:pt x="1401953" y="311277"/>
                </a:lnTo>
                <a:lnTo>
                  <a:pt x="1442847" y="298907"/>
                </a:lnTo>
                <a:lnTo>
                  <a:pt x="1442847" y="533146"/>
                </a:lnTo>
                <a:lnTo>
                  <a:pt x="1461897" y="533146"/>
                </a:lnTo>
                <a:lnTo>
                  <a:pt x="1461897" y="293128"/>
                </a:lnTo>
                <a:lnTo>
                  <a:pt x="1519148" y="275793"/>
                </a:lnTo>
                <a:lnTo>
                  <a:pt x="1530667" y="272491"/>
                </a:lnTo>
                <a:lnTo>
                  <a:pt x="1533461" y="279654"/>
                </a:lnTo>
                <a:lnTo>
                  <a:pt x="1540192" y="298069"/>
                </a:lnTo>
                <a:lnTo>
                  <a:pt x="1551965" y="334378"/>
                </a:lnTo>
                <a:lnTo>
                  <a:pt x="1563306" y="374396"/>
                </a:lnTo>
                <a:lnTo>
                  <a:pt x="1572577" y="411251"/>
                </a:lnTo>
                <a:lnTo>
                  <a:pt x="1572691" y="411505"/>
                </a:lnTo>
                <a:lnTo>
                  <a:pt x="1581531" y="449453"/>
                </a:lnTo>
                <a:lnTo>
                  <a:pt x="1582064" y="451612"/>
                </a:lnTo>
                <a:lnTo>
                  <a:pt x="1583766" y="459536"/>
                </a:lnTo>
                <a:lnTo>
                  <a:pt x="1555877" y="465582"/>
                </a:lnTo>
                <a:lnTo>
                  <a:pt x="1609344" y="532003"/>
                </a:lnTo>
                <a:lnTo>
                  <a:pt x="1624584" y="471932"/>
                </a:lnTo>
                <a:lnTo>
                  <a:pt x="1630299" y="449453"/>
                </a:lnTo>
                <a:lnTo>
                  <a:pt x="1602384" y="455510"/>
                </a:lnTo>
                <a:lnTo>
                  <a:pt x="1600581" y="447421"/>
                </a:lnTo>
                <a:lnTo>
                  <a:pt x="1591183" y="406781"/>
                </a:lnTo>
                <a:lnTo>
                  <a:pt x="1581150" y="367284"/>
                </a:lnTo>
                <a:lnTo>
                  <a:pt x="1570228" y="328930"/>
                </a:lnTo>
                <a:lnTo>
                  <a:pt x="1558290" y="292227"/>
                </a:lnTo>
                <a:lnTo>
                  <a:pt x="1549044" y="267220"/>
                </a:lnTo>
                <a:lnTo>
                  <a:pt x="1628394" y="244475"/>
                </a:lnTo>
                <a:lnTo>
                  <a:pt x="1736090" y="215265"/>
                </a:lnTo>
                <a:lnTo>
                  <a:pt x="1839480" y="189674"/>
                </a:lnTo>
                <a:lnTo>
                  <a:pt x="1842173" y="189014"/>
                </a:lnTo>
                <a:lnTo>
                  <a:pt x="1936013" y="167957"/>
                </a:lnTo>
                <a:lnTo>
                  <a:pt x="1938185" y="167462"/>
                </a:lnTo>
                <a:lnTo>
                  <a:pt x="2030399" y="149720"/>
                </a:lnTo>
                <a:lnTo>
                  <a:pt x="2030564" y="149694"/>
                </a:lnTo>
                <a:lnTo>
                  <a:pt x="2032190" y="149428"/>
                </a:lnTo>
                <a:lnTo>
                  <a:pt x="2031911" y="149428"/>
                </a:lnTo>
                <a:lnTo>
                  <a:pt x="2120138" y="135699"/>
                </a:lnTo>
                <a:lnTo>
                  <a:pt x="2120277" y="135699"/>
                </a:lnTo>
                <a:lnTo>
                  <a:pt x="2121662" y="135458"/>
                </a:lnTo>
                <a:lnTo>
                  <a:pt x="2161108" y="130683"/>
                </a:lnTo>
                <a:lnTo>
                  <a:pt x="2160600" y="130683"/>
                </a:lnTo>
                <a:lnTo>
                  <a:pt x="2202294" y="126644"/>
                </a:lnTo>
                <a:lnTo>
                  <a:pt x="2201938" y="126644"/>
                </a:lnTo>
                <a:lnTo>
                  <a:pt x="2241029" y="123977"/>
                </a:lnTo>
                <a:lnTo>
                  <a:pt x="2240572" y="123977"/>
                </a:lnTo>
                <a:lnTo>
                  <a:pt x="2278380" y="122555"/>
                </a:lnTo>
                <a:lnTo>
                  <a:pt x="2316810" y="122555"/>
                </a:lnTo>
                <a:lnTo>
                  <a:pt x="2348128" y="123736"/>
                </a:lnTo>
                <a:lnTo>
                  <a:pt x="2347328" y="123736"/>
                </a:lnTo>
                <a:lnTo>
                  <a:pt x="2379535" y="126263"/>
                </a:lnTo>
                <a:lnTo>
                  <a:pt x="2381364" y="126403"/>
                </a:lnTo>
                <a:lnTo>
                  <a:pt x="2381491" y="126403"/>
                </a:lnTo>
                <a:lnTo>
                  <a:pt x="2410549" y="129857"/>
                </a:lnTo>
                <a:lnTo>
                  <a:pt x="2410333" y="129857"/>
                </a:lnTo>
                <a:lnTo>
                  <a:pt x="2439581" y="134696"/>
                </a:lnTo>
                <a:lnTo>
                  <a:pt x="2492476" y="147320"/>
                </a:lnTo>
                <a:lnTo>
                  <a:pt x="2540139" y="163779"/>
                </a:lnTo>
                <a:lnTo>
                  <a:pt x="2541613" y="164426"/>
                </a:lnTo>
                <a:lnTo>
                  <a:pt x="2541295" y="164249"/>
                </a:lnTo>
                <a:lnTo>
                  <a:pt x="2585872" y="185318"/>
                </a:lnTo>
                <a:lnTo>
                  <a:pt x="2624391" y="208965"/>
                </a:lnTo>
                <a:lnTo>
                  <a:pt x="2660726" y="236728"/>
                </a:lnTo>
                <a:lnTo>
                  <a:pt x="2691968" y="266026"/>
                </a:lnTo>
                <a:lnTo>
                  <a:pt x="2707030" y="282282"/>
                </a:lnTo>
                <a:lnTo>
                  <a:pt x="2706840" y="281927"/>
                </a:lnTo>
                <a:lnTo>
                  <a:pt x="2733751" y="314680"/>
                </a:lnTo>
                <a:lnTo>
                  <a:pt x="2747581" y="333540"/>
                </a:lnTo>
                <a:lnTo>
                  <a:pt x="2760205" y="352082"/>
                </a:lnTo>
                <a:lnTo>
                  <a:pt x="2782951" y="388747"/>
                </a:lnTo>
                <a:lnTo>
                  <a:pt x="2785491" y="393319"/>
                </a:lnTo>
                <a:lnTo>
                  <a:pt x="2785491" y="536194"/>
                </a:lnTo>
                <a:lnTo>
                  <a:pt x="2804541" y="536194"/>
                </a:lnTo>
                <a:lnTo>
                  <a:pt x="2804541" y="427520"/>
                </a:lnTo>
                <a:lnTo>
                  <a:pt x="2804668" y="427736"/>
                </a:lnTo>
                <a:lnTo>
                  <a:pt x="2825153" y="467829"/>
                </a:lnTo>
                <a:lnTo>
                  <a:pt x="2831439" y="481101"/>
                </a:lnTo>
                <a:lnTo>
                  <a:pt x="2805684" y="493268"/>
                </a:lnTo>
                <a:lnTo>
                  <a:pt x="2872740" y="545846"/>
                </a:lnTo>
                <a:lnTo>
                  <a:pt x="2873781" y="495808"/>
                </a:lnTo>
                <a:lnTo>
                  <a:pt x="2873845" y="492633"/>
                </a:lnTo>
                <a:lnTo>
                  <a:pt x="2874518" y="460756"/>
                </a:lnTo>
                <a:close/>
              </a:path>
            </a:pathLst>
          </a:custGeom>
          <a:solidFill>
            <a:srgbClr val="000000"/>
          </a:solidFill>
        </p:spPr>
        <p:txBody>
          <a:bodyPr wrap="square" lIns="0" tIns="0" rIns="0" bIns="0" rtlCol="0"/>
          <a:lstStyle/>
          <a:p>
            <a:endParaRPr dirty="0"/>
          </a:p>
        </p:txBody>
      </p:sp>
      <p:pic>
        <p:nvPicPr>
          <p:cNvPr id="37" name="object 102"/>
          <p:cNvPicPr/>
          <p:nvPr/>
        </p:nvPicPr>
        <p:blipFill>
          <a:blip r:embed="rId41" cstate="print"/>
          <a:stretch>
            <a:fillRect/>
          </a:stretch>
        </p:blipFill>
        <p:spPr>
          <a:xfrm>
            <a:off x="492271" y="3073748"/>
            <a:ext cx="348976" cy="182880"/>
          </a:xfrm>
          <a:prstGeom prst="rect">
            <a:avLst/>
          </a:prstGeom>
        </p:spPr>
      </p:pic>
      <p:pic>
        <p:nvPicPr>
          <p:cNvPr id="38" name="object 103"/>
          <p:cNvPicPr/>
          <p:nvPr/>
        </p:nvPicPr>
        <p:blipFill>
          <a:blip r:embed="rId42" cstate="print"/>
          <a:stretch>
            <a:fillRect/>
          </a:stretch>
        </p:blipFill>
        <p:spPr>
          <a:xfrm>
            <a:off x="1905019" y="3076796"/>
            <a:ext cx="353548" cy="182880"/>
          </a:xfrm>
          <a:prstGeom prst="rect">
            <a:avLst/>
          </a:prstGeom>
        </p:spPr>
      </p:pic>
      <p:pic>
        <p:nvPicPr>
          <p:cNvPr id="39" name="object 104"/>
          <p:cNvPicPr/>
          <p:nvPr/>
        </p:nvPicPr>
        <p:blipFill>
          <a:blip r:embed="rId43" cstate="print"/>
          <a:stretch>
            <a:fillRect/>
          </a:stretch>
        </p:blipFill>
        <p:spPr>
          <a:xfrm>
            <a:off x="3247683" y="3079843"/>
            <a:ext cx="355052" cy="182880"/>
          </a:xfrm>
          <a:prstGeom prst="rect">
            <a:avLst/>
          </a:prstGeom>
        </p:spPr>
      </p:pic>
      <p:pic>
        <p:nvPicPr>
          <p:cNvPr id="40" name="object 106"/>
          <p:cNvPicPr/>
          <p:nvPr/>
        </p:nvPicPr>
        <p:blipFill>
          <a:blip r:embed="rId44" cstate="print"/>
          <a:stretch>
            <a:fillRect/>
          </a:stretch>
        </p:blipFill>
        <p:spPr>
          <a:xfrm>
            <a:off x="5231083" y="2839385"/>
            <a:ext cx="1231391" cy="246887"/>
          </a:xfrm>
          <a:prstGeom prst="rect">
            <a:avLst/>
          </a:prstGeom>
        </p:spPr>
      </p:pic>
      <p:sp>
        <p:nvSpPr>
          <p:cNvPr id="41" name="object 39"/>
          <p:cNvSpPr/>
          <p:nvPr/>
        </p:nvSpPr>
        <p:spPr>
          <a:xfrm>
            <a:off x="492251" y="2776567"/>
            <a:ext cx="3904615" cy="207645"/>
          </a:xfrm>
          <a:custGeom>
            <a:avLst/>
            <a:gdLst/>
            <a:ahLst/>
            <a:cxnLst/>
            <a:rect l="l" t="t" r="r" b="b"/>
            <a:pathLst>
              <a:path w="3904615" h="207645">
                <a:moveTo>
                  <a:pt x="0" y="207263"/>
                </a:moveTo>
                <a:lnTo>
                  <a:pt x="3904488" y="207263"/>
                </a:lnTo>
                <a:lnTo>
                  <a:pt x="3904488" y="0"/>
                </a:lnTo>
                <a:lnTo>
                  <a:pt x="0" y="0"/>
                </a:lnTo>
                <a:lnTo>
                  <a:pt x="0" y="207263"/>
                </a:lnTo>
                <a:close/>
              </a:path>
            </a:pathLst>
          </a:custGeom>
          <a:ln w="12700">
            <a:solidFill>
              <a:srgbClr val="000000"/>
            </a:solidFill>
          </a:ln>
        </p:spPr>
        <p:txBody>
          <a:bodyPr wrap="square" lIns="0" tIns="0" rIns="0" bIns="0" rtlCol="0"/>
          <a:lstStyle/>
          <a:p/>
        </p:txBody>
      </p:sp>
      <p:pic>
        <p:nvPicPr>
          <p:cNvPr id="42" name="object 40"/>
          <p:cNvPicPr/>
          <p:nvPr/>
        </p:nvPicPr>
        <p:blipFill>
          <a:blip r:embed="rId45" cstate="print"/>
          <a:stretch>
            <a:fillRect/>
          </a:stretch>
        </p:blipFill>
        <p:spPr>
          <a:xfrm>
            <a:off x="2141219" y="2805523"/>
            <a:ext cx="647700" cy="135636"/>
          </a:xfrm>
          <a:prstGeom prst="rect">
            <a:avLst/>
          </a:prstGeom>
        </p:spPr>
      </p:pic>
      <p:sp>
        <p:nvSpPr>
          <p:cNvPr id="43" name="object 43"/>
          <p:cNvSpPr/>
          <p:nvPr/>
        </p:nvSpPr>
        <p:spPr>
          <a:xfrm>
            <a:off x="525018" y="2277457"/>
            <a:ext cx="3868420" cy="441959"/>
          </a:xfrm>
          <a:custGeom>
            <a:avLst/>
            <a:gdLst/>
            <a:ahLst/>
            <a:cxnLst/>
            <a:rect l="l" t="t" r="r" b="b"/>
            <a:pathLst>
              <a:path w="3868420" h="441960">
                <a:moveTo>
                  <a:pt x="3868039" y="403860"/>
                </a:moveTo>
                <a:lnTo>
                  <a:pt x="3848989" y="394335"/>
                </a:lnTo>
                <a:lnTo>
                  <a:pt x="3791839" y="365760"/>
                </a:lnTo>
                <a:lnTo>
                  <a:pt x="3791839" y="394335"/>
                </a:lnTo>
                <a:lnTo>
                  <a:pt x="47625" y="394335"/>
                </a:lnTo>
                <a:lnTo>
                  <a:pt x="47625" y="76200"/>
                </a:lnTo>
                <a:lnTo>
                  <a:pt x="76200" y="76200"/>
                </a:lnTo>
                <a:lnTo>
                  <a:pt x="69850" y="63500"/>
                </a:lnTo>
                <a:lnTo>
                  <a:pt x="38100" y="0"/>
                </a:lnTo>
                <a:lnTo>
                  <a:pt x="0" y="76200"/>
                </a:lnTo>
                <a:lnTo>
                  <a:pt x="28575" y="76200"/>
                </a:lnTo>
                <a:lnTo>
                  <a:pt x="28575" y="402844"/>
                </a:lnTo>
                <a:lnTo>
                  <a:pt x="32004" y="402844"/>
                </a:lnTo>
                <a:lnTo>
                  <a:pt x="32004" y="413385"/>
                </a:lnTo>
                <a:lnTo>
                  <a:pt x="3791839" y="413385"/>
                </a:lnTo>
                <a:lnTo>
                  <a:pt x="3791839" y="441960"/>
                </a:lnTo>
                <a:lnTo>
                  <a:pt x="3848989" y="413385"/>
                </a:lnTo>
                <a:lnTo>
                  <a:pt x="3868039" y="403860"/>
                </a:lnTo>
                <a:close/>
              </a:path>
            </a:pathLst>
          </a:custGeom>
          <a:solidFill>
            <a:srgbClr val="000000"/>
          </a:solidFill>
        </p:spPr>
        <p:txBody>
          <a:bodyPr wrap="square" lIns="0" tIns="0" rIns="0" bIns="0" rtlCol="0"/>
          <a:lstStyle/>
          <a:p/>
        </p:txBody>
      </p:sp>
      <p:grpSp>
        <p:nvGrpSpPr>
          <p:cNvPr id="44" name="object 2"/>
          <p:cNvGrpSpPr/>
          <p:nvPr/>
        </p:nvGrpSpPr>
        <p:grpSpPr>
          <a:xfrm>
            <a:off x="830325" y="2509614"/>
            <a:ext cx="431800" cy="175895"/>
            <a:chOff x="830325" y="3050794"/>
            <a:chExt cx="431800" cy="175895"/>
          </a:xfrm>
        </p:grpSpPr>
        <p:sp>
          <p:nvSpPr>
            <p:cNvPr id="45" name="object 3"/>
            <p:cNvSpPr/>
            <p:nvPr/>
          </p:nvSpPr>
          <p:spPr>
            <a:xfrm>
              <a:off x="836675" y="3057144"/>
              <a:ext cx="419100" cy="163195"/>
            </a:xfrm>
            <a:custGeom>
              <a:avLst/>
              <a:gdLst/>
              <a:ahLst/>
              <a:cxnLst/>
              <a:rect l="l" t="t" r="r" b="b"/>
              <a:pathLst>
                <a:path w="419100" h="163194">
                  <a:moveTo>
                    <a:pt x="419100" y="0"/>
                  </a:moveTo>
                  <a:lnTo>
                    <a:pt x="0" y="0"/>
                  </a:lnTo>
                  <a:lnTo>
                    <a:pt x="0" y="163067"/>
                  </a:lnTo>
                  <a:lnTo>
                    <a:pt x="419100" y="163067"/>
                  </a:lnTo>
                  <a:lnTo>
                    <a:pt x="419100" y="0"/>
                  </a:lnTo>
                  <a:close/>
                </a:path>
              </a:pathLst>
            </a:custGeom>
            <a:solidFill>
              <a:srgbClr val="EC7C30"/>
            </a:solidFill>
          </p:spPr>
          <p:txBody>
            <a:bodyPr wrap="square" lIns="0" tIns="0" rIns="0" bIns="0" rtlCol="0"/>
            <a:lstStyle/>
            <a:p>
              <a:endParaRPr dirty="0"/>
            </a:p>
          </p:txBody>
        </p:sp>
        <p:sp>
          <p:nvSpPr>
            <p:cNvPr id="46" name="object 4"/>
            <p:cNvSpPr/>
            <p:nvPr/>
          </p:nvSpPr>
          <p:spPr>
            <a:xfrm>
              <a:off x="836675" y="3057144"/>
              <a:ext cx="419100" cy="163195"/>
            </a:xfrm>
            <a:custGeom>
              <a:avLst/>
              <a:gdLst/>
              <a:ahLst/>
              <a:cxnLst/>
              <a:rect l="l" t="t" r="r" b="b"/>
              <a:pathLst>
                <a:path w="419100" h="163194">
                  <a:moveTo>
                    <a:pt x="0" y="163067"/>
                  </a:moveTo>
                  <a:lnTo>
                    <a:pt x="419100" y="163067"/>
                  </a:lnTo>
                  <a:lnTo>
                    <a:pt x="419100" y="0"/>
                  </a:lnTo>
                  <a:lnTo>
                    <a:pt x="0" y="0"/>
                  </a:lnTo>
                  <a:lnTo>
                    <a:pt x="0" y="163067"/>
                  </a:lnTo>
                  <a:close/>
                </a:path>
              </a:pathLst>
            </a:custGeom>
            <a:ln w="12700">
              <a:solidFill>
                <a:srgbClr val="AD5A20"/>
              </a:solidFill>
            </a:ln>
          </p:spPr>
          <p:txBody>
            <a:bodyPr wrap="square" lIns="0" tIns="0" rIns="0" bIns="0" rtlCol="0"/>
            <a:lstStyle/>
            <a:p/>
          </p:txBody>
        </p:sp>
      </p:grpSp>
      <p:sp>
        <p:nvSpPr>
          <p:cNvPr id="50" name="object 6"/>
          <p:cNvSpPr/>
          <p:nvPr/>
        </p:nvSpPr>
        <p:spPr>
          <a:xfrm>
            <a:off x="2314956" y="2191351"/>
            <a:ext cx="417830" cy="483234"/>
          </a:xfrm>
          <a:custGeom>
            <a:avLst/>
            <a:gdLst/>
            <a:ahLst/>
            <a:cxnLst/>
            <a:rect l="l" t="t" r="r" b="b"/>
            <a:pathLst>
              <a:path w="417830" h="483235">
                <a:moveTo>
                  <a:pt x="417575" y="0"/>
                </a:moveTo>
                <a:lnTo>
                  <a:pt x="0" y="0"/>
                </a:lnTo>
                <a:lnTo>
                  <a:pt x="0" y="483108"/>
                </a:lnTo>
                <a:lnTo>
                  <a:pt x="417575" y="483108"/>
                </a:lnTo>
                <a:lnTo>
                  <a:pt x="417575" y="0"/>
                </a:lnTo>
                <a:close/>
              </a:path>
            </a:pathLst>
          </a:custGeom>
          <a:solidFill>
            <a:srgbClr val="EC7C30"/>
          </a:solidFill>
        </p:spPr>
        <p:txBody>
          <a:bodyPr wrap="square" lIns="0" tIns="0" rIns="0" bIns="0" rtlCol="0"/>
          <a:lstStyle/>
          <a:p>
            <a:endParaRPr dirty="0"/>
          </a:p>
        </p:txBody>
      </p:sp>
      <p:sp>
        <p:nvSpPr>
          <p:cNvPr id="53" name="object 42"/>
          <p:cNvSpPr/>
          <p:nvPr/>
        </p:nvSpPr>
        <p:spPr>
          <a:xfrm>
            <a:off x="3639312" y="2583019"/>
            <a:ext cx="417830" cy="94615"/>
          </a:xfrm>
          <a:custGeom>
            <a:avLst/>
            <a:gdLst/>
            <a:ahLst/>
            <a:cxnLst/>
            <a:rect l="l" t="t" r="r" b="b"/>
            <a:pathLst>
              <a:path w="417829" h="94614">
                <a:moveTo>
                  <a:pt x="0" y="94487"/>
                </a:moveTo>
                <a:lnTo>
                  <a:pt x="417575" y="94487"/>
                </a:lnTo>
                <a:lnTo>
                  <a:pt x="417575" y="0"/>
                </a:lnTo>
                <a:lnTo>
                  <a:pt x="0" y="0"/>
                </a:lnTo>
                <a:lnTo>
                  <a:pt x="0" y="94487"/>
                </a:lnTo>
                <a:close/>
              </a:path>
            </a:pathLst>
          </a:custGeom>
          <a:solidFill>
            <a:srgbClr val="EC7C30"/>
          </a:solidFill>
          <a:ln w="12700">
            <a:solidFill>
              <a:srgbClr val="AD5A20"/>
            </a:solidFill>
          </a:ln>
        </p:spPr>
        <p:txBody>
          <a:bodyPr wrap="square" lIns="0" tIns="0" rIns="0" bIns="0" rtlCol="0"/>
          <a:lstStyle/>
          <a:p>
            <a:endParaRPr dirty="0"/>
          </a:p>
        </p:txBody>
      </p:sp>
      <p:pic>
        <p:nvPicPr>
          <p:cNvPr id="54" name="object 44"/>
          <p:cNvPicPr/>
          <p:nvPr/>
        </p:nvPicPr>
        <p:blipFill>
          <a:blip r:embed="rId46" cstate="print"/>
          <a:stretch>
            <a:fillRect/>
          </a:stretch>
        </p:blipFill>
        <p:spPr>
          <a:xfrm>
            <a:off x="954023" y="2337655"/>
            <a:ext cx="236219" cy="149351"/>
          </a:xfrm>
          <a:prstGeom prst="rect">
            <a:avLst/>
          </a:prstGeom>
        </p:spPr>
      </p:pic>
      <p:pic>
        <p:nvPicPr>
          <p:cNvPr id="55" name="object 45"/>
          <p:cNvPicPr/>
          <p:nvPr/>
        </p:nvPicPr>
        <p:blipFill>
          <a:blip r:embed="rId47" cstate="print"/>
          <a:stretch>
            <a:fillRect/>
          </a:stretch>
        </p:blipFill>
        <p:spPr>
          <a:xfrm>
            <a:off x="2403347" y="2334607"/>
            <a:ext cx="240792" cy="149351"/>
          </a:xfrm>
          <a:prstGeom prst="rect">
            <a:avLst/>
          </a:prstGeom>
        </p:spPr>
      </p:pic>
      <p:pic>
        <p:nvPicPr>
          <p:cNvPr id="56" name="object 46"/>
          <p:cNvPicPr/>
          <p:nvPr/>
        </p:nvPicPr>
        <p:blipFill>
          <a:blip r:embed="rId48" cstate="print"/>
          <a:stretch>
            <a:fillRect/>
          </a:stretch>
        </p:blipFill>
        <p:spPr>
          <a:xfrm>
            <a:off x="3723131" y="2340703"/>
            <a:ext cx="243839" cy="152400"/>
          </a:xfrm>
          <a:prstGeom prst="rect">
            <a:avLst/>
          </a:prstGeom>
        </p:spPr>
      </p:pic>
      <p:pic>
        <p:nvPicPr>
          <p:cNvPr id="47" name="object 107"/>
          <p:cNvPicPr/>
          <p:nvPr/>
        </p:nvPicPr>
        <p:blipFill>
          <a:blip r:embed="rId49" cstate="print"/>
          <a:stretch>
            <a:fillRect/>
          </a:stretch>
        </p:blipFill>
        <p:spPr>
          <a:xfrm>
            <a:off x="5231083" y="2276132"/>
            <a:ext cx="3154679" cy="54406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 name="object 2"/>
          <p:cNvGrpSpPr/>
          <p:nvPr/>
        </p:nvGrpSpPr>
        <p:grpSpPr>
          <a:xfrm>
            <a:off x="830325" y="2509614"/>
            <a:ext cx="431800" cy="175895"/>
            <a:chOff x="830325" y="3050794"/>
            <a:chExt cx="431800" cy="175895"/>
          </a:xfrm>
        </p:grpSpPr>
        <p:sp>
          <p:nvSpPr>
            <p:cNvPr id="93" name="object 3"/>
            <p:cNvSpPr/>
            <p:nvPr/>
          </p:nvSpPr>
          <p:spPr>
            <a:xfrm>
              <a:off x="836675" y="3057144"/>
              <a:ext cx="419100" cy="163195"/>
            </a:xfrm>
            <a:custGeom>
              <a:avLst/>
              <a:gdLst/>
              <a:ahLst/>
              <a:cxnLst/>
              <a:rect l="l" t="t" r="r" b="b"/>
              <a:pathLst>
                <a:path w="419100" h="163194">
                  <a:moveTo>
                    <a:pt x="419100" y="0"/>
                  </a:moveTo>
                  <a:lnTo>
                    <a:pt x="0" y="0"/>
                  </a:lnTo>
                  <a:lnTo>
                    <a:pt x="0" y="163067"/>
                  </a:lnTo>
                  <a:lnTo>
                    <a:pt x="419100" y="163067"/>
                  </a:lnTo>
                  <a:lnTo>
                    <a:pt x="419100" y="0"/>
                  </a:lnTo>
                  <a:close/>
                </a:path>
              </a:pathLst>
            </a:custGeom>
            <a:solidFill>
              <a:srgbClr val="EC7C30"/>
            </a:solidFill>
          </p:spPr>
          <p:txBody>
            <a:bodyPr wrap="square" lIns="0" tIns="0" rIns="0" bIns="0" rtlCol="0"/>
            <a:lstStyle/>
            <a:p/>
          </p:txBody>
        </p:sp>
        <p:sp>
          <p:nvSpPr>
            <p:cNvPr id="94" name="object 4"/>
            <p:cNvSpPr/>
            <p:nvPr/>
          </p:nvSpPr>
          <p:spPr>
            <a:xfrm>
              <a:off x="836675" y="3057144"/>
              <a:ext cx="419100" cy="163195"/>
            </a:xfrm>
            <a:custGeom>
              <a:avLst/>
              <a:gdLst/>
              <a:ahLst/>
              <a:cxnLst/>
              <a:rect l="l" t="t" r="r" b="b"/>
              <a:pathLst>
                <a:path w="419100" h="163194">
                  <a:moveTo>
                    <a:pt x="0" y="163067"/>
                  </a:moveTo>
                  <a:lnTo>
                    <a:pt x="419100" y="163067"/>
                  </a:lnTo>
                  <a:lnTo>
                    <a:pt x="419100" y="0"/>
                  </a:lnTo>
                  <a:lnTo>
                    <a:pt x="0" y="0"/>
                  </a:lnTo>
                  <a:lnTo>
                    <a:pt x="0" y="163067"/>
                  </a:lnTo>
                  <a:close/>
                </a:path>
              </a:pathLst>
            </a:custGeom>
            <a:ln w="12700">
              <a:solidFill>
                <a:srgbClr val="AD5A20"/>
              </a:solidFill>
            </a:ln>
          </p:spPr>
          <p:txBody>
            <a:bodyPr wrap="square" lIns="0" tIns="0" rIns="0" bIns="0" rtlCol="0"/>
            <a:lstStyle/>
            <a:p/>
          </p:txBody>
        </p:sp>
      </p:grpSp>
      <p:grpSp>
        <p:nvGrpSpPr>
          <p:cNvPr id="95" name="object 5"/>
          <p:cNvGrpSpPr/>
          <p:nvPr/>
        </p:nvGrpSpPr>
        <p:grpSpPr>
          <a:xfrm>
            <a:off x="492251" y="1525363"/>
            <a:ext cx="3904615" cy="3076448"/>
            <a:chOff x="492251" y="2066543"/>
            <a:chExt cx="3904615" cy="3076448"/>
          </a:xfrm>
        </p:grpSpPr>
        <p:sp>
          <p:nvSpPr>
            <p:cNvPr id="96" name="object 6"/>
            <p:cNvSpPr/>
            <p:nvPr/>
          </p:nvSpPr>
          <p:spPr>
            <a:xfrm>
              <a:off x="2314956" y="2732531"/>
              <a:ext cx="417830" cy="483234"/>
            </a:xfrm>
            <a:custGeom>
              <a:avLst/>
              <a:gdLst/>
              <a:ahLst/>
              <a:cxnLst/>
              <a:rect l="l" t="t" r="r" b="b"/>
              <a:pathLst>
                <a:path w="417830" h="483235">
                  <a:moveTo>
                    <a:pt x="417575" y="0"/>
                  </a:moveTo>
                  <a:lnTo>
                    <a:pt x="0" y="0"/>
                  </a:lnTo>
                  <a:lnTo>
                    <a:pt x="0" y="483108"/>
                  </a:lnTo>
                  <a:lnTo>
                    <a:pt x="417575" y="483108"/>
                  </a:lnTo>
                  <a:lnTo>
                    <a:pt x="417575" y="0"/>
                  </a:lnTo>
                  <a:close/>
                </a:path>
              </a:pathLst>
            </a:custGeom>
            <a:solidFill>
              <a:srgbClr val="EC7C30"/>
            </a:solidFill>
          </p:spPr>
          <p:txBody>
            <a:bodyPr wrap="square" lIns="0" tIns="0" rIns="0" bIns="0" rtlCol="0"/>
            <a:lstStyle/>
            <a:p>
              <a:endParaRPr dirty="0"/>
            </a:p>
          </p:txBody>
        </p:sp>
        <p:sp>
          <p:nvSpPr>
            <p:cNvPr id="97" name="object 7"/>
            <p:cNvSpPr/>
            <p:nvPr/>
          </p:nvSpPr>
          <p:spPr>
            <a:xfrm>
              <a:off x="2314956" y="2732531"/>
              <a:ext cx="417830" cy="483234"/>
            </a:xfrm>
            <a:custGeom>
              <a:avLst/>
              <a:gdLst/>
              <a:ahLst/>
              <a:cxnLst/>
              <a:rect l="l" t="t" r="r" b="b"/>
              <a:pathLst>
                <a:path w="417830" h="483235">
                  <a:moveTo>
                    <a:pt x="0" y="483108"/>
                  </a:moveTo>
                  <a:lnTo>
                    <a:pt x="417575" y="483108"/>
                  </a:lnTo>
                  <a:lnTo>
                    <a:pt x="417575" y="0"/>
                  </a:lnTo>
                  <a:lnTo>
                    <a:pt x="0" y="0"/>
                  </a:lnTo>
                  <a:lnTo>
                    <a:pt x="0" y="483108"/>
                  </a:lnTo>
                  <a:close/>
                </a:path>
              </a:pathLst>
            </a:custGeom>
            <a:ln w="12700">
              <a:solidFill>
                <a:srgbClr val="AD5A20"/>
              </a:solidFill>
            </a:ln>
          </p:spPr>
          <p:txBody>
            <a:bodyPr wrap="square" lIns="0" tIns="0" rIns="0" bIns="0" rtlCol="0"/>
            <a:lstStyle/>
            <a:p/>
          </p:txBody>
        </p:sp>
        <p:pic>
          <p:nvPicPr>
            <p:cNvPr id="98" name="object 8"/>
            <p:cNvPicPr/>
            <p:nvPr/>
          </p:nvPicPr>
          <p:blipFill>
            <a:blip r:embed="rId1" cstate="print"/>
            <a:stretch>
              <a:fillRect/>
            </a:stretch>
          </p:blipFill>
          <p:spPr>
            <a:xfrm>
              <a:off x="573023" y="4500371"/>
              <a:ext cx="332232" cy="382524"/>
            </a:xfrm>
            <a:prstGeom prst="rect">
              <a:avLst/>
            </a:prstGeom>
          </p:spPr>
        </p:pic>
        <p:sp>
          <p:nvSpPr>
            <p:cNvPr id="99" name="object 9"/>
            <p:cNvSpPr/>
            <p:nvPr/>
          </p:nvSpPr>
          <p:spPr>
            <a:xfrm>
              <a:off x="573023" y="4500371"/>
              <a:ext cx="332740" cy="382905"/>
            </a:xfrm>
            <a:custGeom>
              <a:avLst/>
              <a:gdLst/>
              <a:ahLst/>
              <a:cxnLst/>
              <a:rect l="l" t="t" r="r" b="b"/>
              <a:pathLst>
                <a:path w="332740" h="382904">
                  <a:moveTo>
                    <a:pt x="0" y="382523"/>
                  </a:moveTo>
                  <a:lnTo>
                    <a:pt x="332232" y="382523"/>
                  </a:lnTo>
                  <a:lnTo>
                    <a:pt x="332232" y="0"/>
                  </a:lnTo>
                  <a:lnTo>
                    <a:pt x="0" y="0"/>
                  </a:lnTo>
                  <a:lnTo>
                    <a:pt x="0" y="382523"/>
                  </a:lnTo>
                  <a:close/>
                </a:path>
              </a:pathLst>
            </a:custGeom>
            <a:ln w="6350">
              <a:solidFill>
                <a:srgbClr val="EC7C30"/>
              </a:solidFill>
            </a:ln>
          </p:spPr>
          <p:txBody>
            <a:bodyPr wrap="square" lIns="0" tIns="0" rIns="0" bIns="0" rtlCol="0"/>
            <a:lstStyle/>
            <a:p/>
          </p:txBody>
        </p:sp>
        <p:pic>
          <p:nvPicPr>
            <p:cNvPr id="100" name="object 10"/>
            <p:cNvPicPr/>
            <p:nvPr/>
          </p:nvPicPr>
          <p:blipFill>
            <a:blip r:embed="rId2" cstate="print"/>
            <a:stretch>
              <a:fillRect/>
            </a:stretch>
          </p:blipFill>
          <p:spPr>
            <a:xfrm>
              <a:off x="637031" y="4607051"/>
              <a:ext cx="202692" cy="213360"/>
            </a:xfrm>
            <a:prstGeom prst="rect">
              <a:avLst/>
            </a:prstGeom>
          </p:spPr>
        </p:pic>
        <p:pic>
          <p:nvPicPr>
            <p:cNvPr id="101" name="object 11"/>
            <p:cNvPicPr/>
            <p:nvPr/>
          </p:nvPicPr>
          <p:blipFill>
            <a:blip r:embed="rId3" cstate="print"/>
            <a:stretch>
              <a:fillRect/>
            </a:stretch>
          </p:blipFill>
          <p:spPr>
            <a:xfrm>
              <a:off x="796455" y="4927853"/>
              <a:ext cx="111302" cy="215137"/>
            </a:xfrm>
            <a:prstGeom prst="rect">
              <a:avLst/>
            </a:prstGeom>
          </p:spPr>
        </p:pic>
        <p:pic>
          <p:nvPicPr>
            <p:cNvPr id="102" name="object 12"/>
            <p:cNvPicPr/>
            <p:nvPr/>
          </p:nvPicPr>
          <p:blipFill>
            <a:blip r:embed="rId1" cstate="print"/>
            <a:stretch>
              <a:fillRect/>
            </a:stretch>
          </p:blipFill>
          <p:spPr>
            <a:xfrm>
              <a:off x="1970531" y="4491227"/>
              <a:ext cx="332231" cy="382524"/>
            </a:xfrm>
            <a:prstGeom prst="rect">
              <a:avLst/>
            </a:prstGeom>
          </p:spPr>
        </p:pic>
        <p:sp>
          <p:nvSpPr>
            <p:cNvPr id="103" name="object 13"/>
            <p:cNvSpPr/>
            <p:nvPr/>
          </p:nvSpPr>
          <p:spPr>
            <a:xfrm>
              <a:off x="1970531" y="4491227"/>
              <a:ext cx="332740" cy="382905"/>
            </a:xfrm>
            <a:custGeom>
              <a:avLst/>
              <a:gdLst/>
              <a:ahLst/>
              <a:cxnLst/>
              <a:rect l="l" t="t" r="r" b="b"/>
              <a:pathLst>
                <a:path w="332739" h="382904">
                  <a:moveTo>
                    <a:pt x="0" y="382524"/>
                  </a:moveTo>
                  <a:lnTo>
                    <a:pt x="332231" y="382524"/>
                  </a:lnTo>
                  <a:lnTo>
                    <a:pt x="332231" y="0"/>
                  </a:lnTo>
                  <a:lnTo>
                    <a:pt x="0" y="0"/>
                  </a:lnTo>
                  <a:lnTo>
                    <a:pt x="0" y="382524"/>
                  </a:lnTo>
                  <a:close/>
                </a:path>
              </a:pathLst>
            </a:custGeom>
            <a:ln w="6350">
              <a:solidFill>
                <a:srgbClr val="EC7C30"/>
              </a:solidFill>
            </a:ln>
          </p:spPr>
          <p:txBody>
            <a:bodyPr wrap="square" lIns="0" tIns="0" rIns="0" bIns="0" rtlCol="0"/>
            <a:lstStyle/>
            <a:p/>
          </p:txBody>
        </p:sp>
        <p:pic>
          <p:nvPicPr>
            <p:cNvPr id="104" name="object 14"/>
            <p:cNvPicPr/>
            <p:nvPr/>
          </p:nvPicPr>
          <p:blipFill>
            <a:blip r:embed="rId4" cstate="print"/>
            <a:stretch>
              <a:fillRect/>
            </a:stretch>
          </p:blipFill>
          <p:spPr>
            <a:xfrm>
              <a:off x="2036063" y="4597907"/>
              <a:ext cx="207263" cy="213360"/>
            </a:xfrm>
            <a:prstGeom prst="rect">
              <a:avLst/>
            </a:prstGeom>
          </p:spPr>
        </p:pic>
        <p:pic>
          <p:nvPicPr>
            <p:cNvPr id="105" name="object 15"/>
            <p:cNvPicPr/>
            <p:nvPr/>
          </p:nvPicPr>
          <p:blipFill>
            <a:blip r:embed="rId1" cstate="print"/>
            <a:stretch>
              <a:fillRect/>
            </a:stretch>
          </p:blipFill>
          <p:spPr>
            <a:xfrm>
              <a:off x="3305556" y="4491227"/>
              <a:ext cx="333755" cy="382524"/>
            </a:xfrm>
            <a:prstGeom prst="rect">
              <a:avLst/>
            </a:prstGeom>
          </p:spPr>
        </p:pic>
        <p:sp>
          <p:nvSpPr>
            <p:cNvPr id="106" name="object 16"/>
            <p:cNvSpPr/>
            <p:nvPr/>
          </p:nvSpPr>
          <p:spPr>
            <a:xfrm>
              <a:off x="3305556" y="4491227"/>
              <a:ext cx="334010" cy="382905"/>
            </a:xfrm>
            <a:custGeom>
              <a:avLst/>
              <a:gdLst/>
              <a:ahLst/>
              <a:cxnLst/>
              <a:rect l="l" t="t" r="r" b="b"/>
              <a:pathLst>
                <a:path w="334010" h="382904">
                  <a:moveTo>
                    <a:pt x="0" y="382524"/>
                  </a:moveTo>
                  <a:lnTo>
                    <a:pt x="333755" y="382524"/>
                  </a:lnTo>
                  <a:lnTo>
                    <a:pt x="333755" y="0"/>
                  </a:lnTo>
                  <a:lnTo>
                    <a:pt x="0" y="0"/>
                  </a:lnTo>
                  <a:lnTo>
                    <a:pt x="0" y="382524"/>
                  </a:lnTo>
                  <a:close/>
                </a:path>
              </a:pathLst>
            </a:custGeom>
            <a:ln w="6350">
              <a:solidFill>
                <a:srgbClr val="EC7C30"/>
              </a:solidFill>
            </a:ln>
          </p:spPr>
          <p:txBody>
            <a:bodyPr wrap="square" lIns="0" tIns="0" rIns="0" bIns="0" rtlCol="0"/>
            <a:lstStyle/>
            <a:p/>
          </p:txBody>
        </p:sp>
        <p:pic>
          <p:nvPicPr>
            <p:cNvPr id="107" name="object 17"/>
            <p:cNvPicPr/>
            <p:nvPr/>
          </p:nvPicPr>
          <p:blipFill>
            <a:blip r:embed="rId5" cstate="print"/>
            <a:stretch>
              <a:fillRect/>
            </a:stretch>
          </p:blipFill>
          <p:spPr>
            <a:xfrm>
              <a:off x="3371087" y="4597907"/>
              <a:ext cx="208787" cy="216407"/>
            </a:xfrm>
            <a:prstGeom prst="rect">
              <a:avLst/>
            </a:prstGeom>
          </p:spPr>
        </p:pic>
        <p:pic>
          <p:nvPicPr>
            <p:cNvPr id="108" name="object 18"/>
            <p:cNvPicPr/>
            <p:nvPr/>
          </p:nvPicPr>
          <p:blipFill>
            <a:blip r:embed="rId6" cstate="print"/>
            <a:stretch>
              <a:fillRect/>
            </a:stretch>
          </p:blipFill>
          <p:spPr>
            <a:xfrm>
              <a:off x="944879" y="4491227"/>
              <a:ext cx="332231" cy="382524"/>
            </a:xfrm>
            <a:prstGeom prst="rect">
              <a:avLst/>
            </a:prstGeom>
          </p:spPr>
        </p:pic>
        <p:sp>
          <p:nvSpPr>
            <p:cNvPr id="109" name="object 19"/>
            <p:cNvSpPr/>
            <p:nvPr/>
          </p:nvSpPr>
          <p:spPr>
            <a:xfrm>
              <a:off x="944879" y="4491227"/>
              <a:ext cx="332740" cy="382905"/>
            </a:xfrm>
            <a:custGeom>
              <a:avLst/>
              <a:gdLst/>
              <a:ahLst/>
              <a:cxnLst/>
              <a:rect l="l" t="t" r="r" b="b"/>
              <a:pathLst>
                <a:path w="332740" h="382904">
                  <a:moveTo>
                    <a:pt x="0" y="382524"/>
                  </a:moveTo>
                  <a:lnTo>
                    <a:pt x="332231" y="382524"/>
                  </a:lnTo>
                  <a:lnTo>
                    <a:pt x="332231" y="0"/>
                  </a:lnTo>
                  <a:lnTo>
                    <a:pt x="0" y="0"/>
                  </a:lnTo>
                  <a:lnTo>
                    <a:pt x="0" y="382524"/>
                  </a:lnTo>
                  <a:close/>
                </a:path>
              </a:pathLst>
            </a:custGeom>
            <a:ln w="6350">
              <a:solidFill>
                <a:srgbClr val="FFC000"/>
              </a:solidFill>
            </a:ln>
          </p:spPr>
          <p:txBody>
            <a:bodyPr wrap="square" lIns="0" tIns="0" rIns="0" bIns="0" rtlCol="0"/>
            <a:lstStyle/>
            <a:p/>
          </p:txBody>
        </p:sp>
        <p:pic>
          <p:nvPicPr>
            <p:cNvPr id="110" name="object 20"/>
            <p:cNvPicPr/>
            <p:nvPr/>
          </p:nvPicPr>
          <p:blipFill>
            <a:blip r:embed="rId7" cstate="print"/>
            <a:stretch>
              <a:fillRect/>
            </a:stretch>
          </p:blipFill>
          <p:spPr>
            <a:xfrm>
              <a:off x="1045463" y="4623815"/>
              <a:ext cx="187452" cy="160019"/>
            </a:xfrm>
            <a:prstGeom prst="rect">
              <a:avLst/>
            </a:prstGeom>
          </p:spPr>
        </p:pic>
        <p:pic>
          <p:nvPicPr>
            <p:cNvPr id="111" name="object 21"/>
            <p:cNvPicPr/>
            <p:nvPr/>
          </p:nvPicPr>
          <p:blipFill>
            <a:blip r:embed="rId8" cstate="print"/>
            <a:stretch>
              <a:fillRect/>
            </a:stretch>
          </p:blipFill>
          <p:spPr>
            <a:xfrm>
              <a:off x="1314068" y="4924805"/>
              <a:ext cx="141986" cy="214375"/>
            </a:xfrm>
            <a:prstGeom prst="rect">
              <a:avLst/>
            </a:prstGeom>
          </p:spPr>
        </p:pic>
        <p:pic>
          <p:nvPicPr>
            <p:cNvPr id="112" name="object 22"/>
            <p:cNvPicPr/>
            <p:nvPr/>
          </p:nvPicPr>
          <p:blipFill>
            <a:blip r:embed="rId9" cstate="print"/>
            <a:stretch>
              <a:fillRect/>
            </a:stretch>
          </p:blipFill>
          <p:spPr>
            <a:xfrm>
              <a:off x="1071867" y="4929377"/>
              <a:ext cx="76161" cy="213614"/>
            </a:xfrm>
            <a:prstGeom prst="rect">
              <a:avLst/>
            </a:prstGeom>
          </p:spPr>
        </p:pic>
        <p:pic>
          <p:nvPicPr>
            <p:cNvPr id="113" name="object 23"/>
            <p:cNvPicPr/>
            <p:nvPr/>
          </p:nvPicPr>
          <p:blipFill>
            <a:blip r:embed="rId10" cstate="print"/>
            <a:stretch>
              <a:fillRect/>
            </a:stretch>
          </p:blipFill>
          <p:spPr>
            <a:xfrm>
              <a:off x="2342387" y="4494275"/>
              <a:ext cx="333756" cy="381000"/>
            </a:xfrm>
            <a:prstGeom prst="rect">
              <a:avLst/>
            </a:prstGeom>
          </p:spPr>
        </p:pic>
        <p:sp>
          <p:nvSpPr>
            <p:cNvPr id="114" name="object 24"/>
            <p:cNvSpPr/>
            <p:nvPr/>
          </p:nvSpPr>
          <p:spPr>
            <a:xfrm>
              <a:off x="2342387" y="4494275"/>
              <a:ext cx="334010" cy="381000"/>
            </a:xfrm>
            <a:custGeom>
              <a:avLst/>
              <a:gdLst/>
              <a:ahLst/>
              <a:cxnLst/>
              <a:rect l="l" t="t" r="r" b="b"/>
              <a:pathLst>
                <a:path w="334010" h="381000">
                  <a:moveTo>
                    <a:pt x="0" y="381000"/>
                  </a:moveTo>
                  <a:lnTo>
                    <a:pt x="333756" y="381000"/>
                  </a:lnTo>
                  <a:lnTo>
                    <a:pt x="333756" y="0"/>
                  </a:lnTo>
                  <a:lnTo>
                    <a:pt x="0" y="0"/>
                  </a:lnTo>
                  <a:lnTo>
                    <a:pt x="0" y="381000"/>
                  </a:lnTo>
                  <a:close/>
                </a:path>
              </a:pathLst>
            </a:custGeom>
            <a:ln w="6350">
              <a:solidFill>
                <a:srgbClr val="FFC000"/>
              </a:solidFill>
            </a:ln>
          </p:spPr>
          <p:txBody>
            <a:bodyPr wrap="square" lIns="0" tIns="0" rIns="0" bIns="0" rtlCol="0"/>
            <a:lstStyle/>
            <a:p/>
          </p:txBody>
        </p:sp>
        <p:pic>
          <p:nvPicPr>
            <p:cNvPr id="115" name="object 25"/>
            <p:cNvPicPr/>
            <p:nvPr/>
          </p:nvPicPr>
          <p:blipFill>
            <a:blip r:embed="rId11" cstate="print"/>
            <a:stretch>
              <a:fillRect/>
            </a:stretch>
          </p:blipFill>
          <p:spPr>
            <a:xfrm>
              <a:off x="2444495" y="4625339"/>
              <a:ext cx="193548" cy="160019"/>
            </a:xfrm>
            <a:prstGeom prst="rect">
              <a:avLst/>
            </a:prstGeom>
          </p:spPr>
        </p:pic>
        <p:pic>
          <p:nvPicPr>
            <p:cNvPr id="116" name="object 26"/>
            <p:cNvPicPr/>
            <p:nvPr/>
          </p:nvPicPr>
          <p:blipFill>
            <a:blip r:embed="rId6" cstate="print"/>
            <a:stretch>
              <a:fillRect/>
            </a:stretch>
          </p:blipFill>
          <p:spPr>
            <a:xfrm>
              <a:off x="3678935" y="4495800"/>
              <a:ext cx="332232" cy="382524"/>
            </a:xfrm>
            <a:prstGeom prst="rect">
              <a:avLst/>
            </a:prstGeom>
          </p:spPr>
        </p:pic>
        <p:sp>
          <p:nvSpPr>
            <p:cNvPr id="117" name="object 27"/>
            <p:cNvSpPr/>
            <p:nvPr/>
          </p:nvSpPr>
          <p:spPr>
            <a:xfrm>
              <a:off x="3678935" y="4495800"/>
              <a:ext cx="332740" cy="382905"/>
            </a:xfrm>
            <a:custGeom>
              <a:avLst/>
              <a:gdLst/>
              <a:ahLst/>
              <a:cxnLst/>
              <a:rect l="l" t="t" r="r" b="b"/>
              <a:pathLst>
                <a:path w="332739" h="382904">
                  <a:moveTo>
                    <a:pt x="0" y="382524"/>
                  </a:moveTo>
                  <a:lnTo>
                    <a:pt x="332232" y="382524"/>
                  </a:lnTo>
                  <a:lnTo>
                    <a:pt x="332232" y="0"/>
                  </a:lnTo>
                  <a:lnTo>
                    <a:pt x="0" y="0"/>
                  </a:lnTo>
                  <a:lnTo>
                    <a:pt x="0" y="382524"/>
                  </a:lnTo>
                  <a:close/>
                </a:path>
              </a:pathLst>
            </a:custGeom>
            <a:ln w="6349">
              <a:solidFill>
                <a:srgbClr val="FFC000"/>
              </a:solidFill>
            </a:ln>
          </p:spPr>
          <p:txBody>
            <a:bodyPr wrap="square" lIns="0" tIns="0" rIns="0" bIns="0" rtlCol="0"/>
            <a:lstStyle/>
            <a:p/>
          </p:txBody>
        </p:sp>
        <p:pic>
          <p:nvPicPr>
            <p:cNvPr id="118" name="object 28"/>
            <p:cNvPicPr/>
            <p:nvPr/>
          </p:nvPicPr>
          <p:blipFill>
            <a:blip r:embed="rId12" cstate="print"/>
            <a:stretch>
              <a:fillRect/>
            </a:stretch>
          </p:blipFill>
          <p:spPr>
            <a:xfrm>
              <a:off x="3779519" y="4626863"/>
              <a:ext cx="195072" cy="160019"/>
            </a:xfrm>
            <a:prstGeom prst="rect">
              <a:avLst/>
            </a:prstGeom>
          </p:spPr>
        </p:pic>
        <p:pic>
          <p:nvPicPr>
            <p:cNvPr id="119" name="object 29"/>
            <p:cNvPicPr/>
            <p:nvPr/>
          </p:nvPicPr>
          <p:blipFill>
            <a:blip r:embed="rId13" cstate="print"/>
            <a:stretch>
              <a:fillRect/>
            </a:stretch>
          </p:blipFill>
          <p:spPr>
            <a:xfrm>
              <a:off x="1322831" y="4492751"/>
              <a:ext cx="332231" cy="382524"/>
            </a:xfrm>
            <a:prstGeom prst="rect">
              <a:avLst/>
            </a:prstGeom>
          </p:spPr>
        </p:pic>
        <p:sp>
          <p:nvSpPr>
            <p:cNvPr id="120" name="object 30"/>
            <p:cNvSpPr/>
            <p:nvPr/>
          </p:nvSpPr>
          <p:spPr>
            <a:xfrm>
              <a:off x="1322831" y="4492751"/>
              <a:ext cx="332740" cy="382905"/>
            </a:xfrm>
            <a:custGeom>
              <a:avLst/>
              <a:gdLst/>
              <a:ahLst/>
              <a:cxnLst/>
              <a:rect l="l" t="t" r="r" b="b"/>
              <a:pathLst>
                <a:path w="332739" h="382904">
                  <a:moveTo>
                    <a:pt x="0" y="382524"/>
                  </a:moveTo>
                  <a:lnTo>
                    <a:pt x="332231" y="382524"/>
                  </a:lnTo>
                  <a:lnTo>
                    <a:pt x="332231" y="0"/>
                  </a:lnTo>
                  <a:lnTo>
                    <a:pt x="0" y="0"/>
                  </a:lnTo>
                  <a:lnTo>
                    <a:pt x="0" y="382524"/>
                  </a:lnTo>
                  <a:close/>
                </a:path>
              </a:pathLst>
            </a:custGeom>
            <a:ln w="6350">
              <a:solidFill>
                <a:srgbClr val="4471C4"/>
              </a:solidFill>
            </a:ln>
          </p:spPr>
          <p:txBody>
            <a:bodyPr wrap="square" lIns="0" tIns="0" rIns="0" bIns="0" rtlCol="0"/>
            <a:lstStyle/>
            <a:p/>
          </p:txBody>
        </p:sp>
        <p:pic>
          <p:nvPicPr>
            <p:cNvPr id="121" name="object 31"/>
            <p:cNvPicPr/>
            <p:nvPr/>
          </p:nvPicPr>
          <p:blipFill>
            <a:blip r:embed="rId14" cstate="print"/>
            <a:stretch>
              <a:fillRect/>
            </a:stretch>
          </p:blipFill>
          <p:spPr>
            <a:xfrm>
              <a:off x="1394459" y="4625339"/>
              <a:ext cx="199644" cy="149351"/>
            </a:xfrm>
            <a:prstGeom prst="rect">
              <a:avLst/>
            </a:prstGeom>
          </p:spPr>
        </p:pic>
        <p:pic>
          <p:nvPicPr>
            <p:cNvPr id="122" name="object 32"/>
            <p:cNvPicPr/>
            <p:nvPr/>
          </p:nvPicPr>
          <p:blipFill>
            <a:blip r:embed="rId13" cstate="print"/>
            <a:stretch>
              <a:fillRect/>
            </a:stretch>
          </p:blipFill>
          <p:spPr>
            <a:xfrm>
              <a:off x="2723387" y="4492751"/>
              <a:ext cx="333756" cy="382524"/>
            </a:xfrm>
            <a:prstGeom prst="rect">
              <a:avLst/>
            </a:prstGeom>
          </p:spPr>
        </p:pic>
        <p:sp>
          <p:nvSpPr>
            <p:cNvPr id="123" name="object 33"/>
            <p:cNvSpPr/>
            <p:nvPr/>
          </p:nvSpPr>
          <p:spPr>
            <a:xfrm>
              <a:off x="2723387" y="4492751"/>
              <a:ext cx="334010" cy="382905"/>
            </a:xfrm>
            <a:custGeom>
              <a:avLst/>
              <a:gdLst/>
              <a:ahLst/>
              <a:cxnLst/>
              <a:rect l="l" t="t" r="r" b="b"/>
              <a:pathLst>
                <a:path w="334010" h="382904">
                  <a:moveTo>
                    <a:pt x="0" y="382524"/>
                  </a:moveTo>
                  <a:lnTo>
                    <a:pt x="333756" y="382524"/>
                  </a:lnTo>
                  <a:lnTo>
                    <a:pt x="333756" y="0"/>
                  </a:lnTo>
                  <a:lnTo>
                    <a:pt x="0" y="0"/>
                  </a:lnTo>
                  <a:lnTo>
                    <a:pt x="0" y="382524"/>
                  </a:lnTo>
                  <a:close/>
                </a:path>
              </a:pathLst>
            </a:custGeom>
            <a:ln w="6350">
              <a:solidFill>
                <a:srgbClr val="4471C4"/>
              </a:solidFill>
            </a:ln>
          </p:spPr>
          <p:txBody>
            <a:bodyPr wrap="square" lIns="0" tIns="0" rIns="0" bIns="0" rtlCol="0"/>
            <a:lstStyle/>
            <a:p/>
          </p:txBody>
        </p:sp>
        <p:pic>
          <p:nvPicPr>
            <p:cNvPr id="124" name="object 34"/>
            <p:cNvPicPr/>
            <p:nvPr/>
          </p:nvPicPr>
          <p:blipFill>
            <a:blip r:embed="rId15" cstate="print"/>
            <a:stretch>
              <a:fillRect/>
            </a:stretch>
          </p:blipFill>
          <p:spPr>
            <a:xfrm>
              <a:off x="2795016" y="4625339"/>
              <a:ext cx="205739" cy="149351"/>
            </a:xfrm>
            <a:prstGeom prst="rect">
              <a:avLst/>
            </a:prstGeom>
          </p:spPr>
        </p:pic>
        <p:pic>
          <p:nvPicPr>
            <p:cNvPr id="125" name="object 35"/>
            <p:cNvPicPr/>
            <p:nvPr/>
          </p:nvPicPr>
          <p:blipFill>
            <a:blip r:embed="rId16" cstate="print"/>
            <a:stretch>
              <a:fillRect/>
            </a:stretch>
          </p:blipFill>
          <p:spPr>
            <a:xfrm>
              <a:off x="4058411" y="4495800"/>
              <a:ext cx="333756" cy="381000"/>
            </a:xfrm>
            <a:prstGeom prst="rect">
              <a:avLst/>
            </a:prstGeom>
          </p:spPr>
        </p:pic>
        <p:sp>
          <p:nvSpPr>
            <p:cNvPr id="126" name="object 36"/>
            <p:cNvSpPr/>
            <p:nvPr/>
          </p:nvSpPr>
          <p:spPr>
            <a:xfrm>
              <a:off x="4058411" y="4495800"/>
              <a:ext cx="334010" cy="381000"/>
            </a:xfrm>
            <a:custGeom>
              <a:avLst/>
              <a:gdLst/>
              <a:ahLst/>
              <a:cxnLst/>
              <a:rect l="l" t="t" r="r" b="b"/>
              <a:pathLst>
                <a:path w="334010" h="381000">
                  <a:moveTo>
                    <a:pt x="0" y="381000"/>
                  </a:moveTo>
                  <a:lnTo>
                    <a:pt x="333756" y="381000"/>
                  </a:lnTo>
                  <a:lnTo>
                    <a:pt x="333756" y="0"/>
                  </a:lnTo>
                  <a:lnTo>
                    <a:pt x="0" y="0"/>
                  </a:lnTo>
                  <a:lnTo>
                    <a:pt x="0" y="381000"/>
                  </a:lnTo>
                  <a:close/>
                </a:path>
              </a:pathLst>
            </a:custGeom>
            <a:ln w="6350">
              <a:solidFill>
                <a:srgbClr val="4471C4"/>
              </a:solidFill>
            </a:ln>
          </p:spPr>
          <p:txBody>
            <a:bodyPr wrap="square" lIns="0" tIns="0" rIns="0" bIns="0" rtlCol="0"/>
            <a:lstStyle/>
            <a:p/>
          </p:txBody>
        </p:sp>
        <p:pic>
          <p:nvPicPr>
            <p:cNvPr id="127" name="object 37"/>
            <p:cNvPicPr/>
            <p:nvPr/>
          </p:nvPicPr>
          <p:blipFill>
            <a:blip r:embed="rId17" cstate="print"/>
            <a:stretch>
              <a:fillRect/>
            </a:stretch>
          </p:blipFill>
          <p:spPr>
            <a:xfrm>
              <a:off x="4130040" y="4628387"/>
              <a:ext cx="207263" cy="152400"/>
            </a:xfrm>
            <a:prstGeom prst="rect">
              <a:avLst/>
            </a:prstGeom>
          </p:spPr>
        </p:pic>
        <p:sp>
          <p:nvSpPr>
            <p:cNvPr id="128" name="object 38"/>
            <p:cNvSpPr/>
            <p:nvPr/>
          </p:nvSpPr>
          <p:spPr>
            <a:xfrm>
              <a:off x="576834" y="3851909"/>
              <a:ext cx="2874645" cy="601980"/>
            </a:xfrm>
            <a:custGeom>
              <a:avLst/>
              <a:gdLst/>
              <a:ahLst/>
              <a:cxnLst/>
              <a:rect l="l" t="t" r="r" b="b"/>
              <a:pathLst>
                <a:path w="2874645" h="601979">
                  <a:moveTo>
                    <a:pt x="76200" y="76200"/>
                  </a:moveTo>
                  <a:lnTo>
                    <a:pt x="69850" y="63500"/>
                  </a:lnTo>
                  <a:lnTo>
                    <a:pt x="38100" y="0"/>
                  </a:lnTo>
                  <a:lnTo>
                    <a:pt x="0" y="76200"/>
                  </a:lnTo>
                  <a:lnTo>
                    <a:pt x="28575" y="76200"/>
                  </a:lnTo>
                  <a:lnTo>
                    <a:pt x="28575" y="530098"/>
                  </a:lnTo>
                  <a:lnTo>
                    <a:pt x="47625" y="530098"/>
                  </a:lnTo>
                  <a:lnTo>
                    <a:pt x="47625" y="76200"/>
                  </a:lnTo>
                  <a:lnTo>
                    <a:pt x="76200" y="76200"/>
                  </a:lnTo>
                  <a:close/>
                </a:path>
                <a:path w="2874645" h="601979">
                  <a:moveTo>
                    <a:pt x="264058" y="121285"/>
                  </a:moveTo>
                  <a:lnTo>
                    <a:pt x="263779" y="121031"/>
                  </a:lnTo>
                  <a:lnTo>
                    <a:pt x="263347" y="120650"/>
                  </a:lnTo>
                  <a:lnTo>
                    <a:pt x="261620" y="119253"/>
                  </a:lnTo>
                  <a:lnTo>
                    <a:pt x="261404" y="119087"/>
                  </a:lnTo>
                  <a:lnTo>
                    <a:pt x="259727" y="117729"/>
                  </a:lnTo>
                  <a:lnTo>
                    <a:pt x="222059" y="98933"/>
                  </a:lnTo>
                  <a:lnTo>
                    <a:pt x="213093" y="98933"/>
                  </a:lnTo>
                  <a:lnTo>
                    <a:pt x="179273" y="120650"/>
                  </a:lnTo>
                  <a:lnTo>
                    <a:pt x="160070" y="157607"/>
                  </a:lnTo>
                  <a:lnTo>
                    <a:pt x="145326" y="207772"/>
                  </a:lnTo>
                  <a:lnTo>
                    <a:pt x="136156" y="253238"/>
                  </a:lnTo>
                  <a:lnTo>
                    <a:pt x="128295" y="304165"/>
                  </a:lnTo>
                  <a:lnTo>
                    <a:pt x="119494" y="378587"/>
                  </a:lnTo>
                  <a:lnTo>
                    <a:pt x="115481" y="417957"/>
                  </a:lnTo>
                  <a:lnTo>
                    <a:pt x="111696" y="459994"/>
                  </a:lnTo>
                  <a:lnTo>
                    <a:pt x="111302" y="464591"/>
                  </a:lnTo>
                  <a:lnTo>
                    <a:pt x="82829" y="462153"/>
                  </a:lnTo>
                  <a:lnTo>
                    <a:pt x="114300" y="541274"/>
                  </a:lnTo>
                  <a:lnTo>
                    <a:pt x="152450" y="478917"/>
                  </a:lnTo>
                  <a:lnTo>
                    <a:pt x="158750" y="468630"/>
                  </a:lnTo>
                  <a:lnTo>
                    <a:pt x="130289" y="466204"/>
                  </a:lnTo>
                  <a:lnTo>
                    <a:pt x="130987" y="458216"/>
                  </a:lnTo>
                  <a:lnTo>
                    <a:pt x="134442" y="419735"/>
                  </a:lnTo>
                  <a:lnTo>
                    <a:pt x="138417" y="380657"/>
                  </a:lnTo>
                  <a:lnTo>
                    <a:pt x="147154" y="306705"/>
                  </a:lnTo>
                  <a:lnTo>
                    <a:pt x="154914" y="256540"/>
                  </a:lnTo>
                  <a:lnTo>
                    <a:pt x="163753" y="212636"/>
                  </a:lnTo>
                  <a:lnTo>
                    <a:pt x="174167" y="175018"/>
                  </a:lnTo>
                  <a:lnTo>
                    <a:pt x="177787" y="164592"/>
                  </a:lnTo>
                  <a:lnTo>
                    <a:pt x="177850" y="164401"/>
                  </a:lnTo>
                  <a:lnTo>
                    <a:pt x="198361" y="127635"/>
                  </a:lnTo>
                  <a:lnTo>
                    <a:pt x="198843" y="127076"/>
                  </a:lnTo>
                  <a:lnTo>
                    <a:pt x="199123" y="126746"/>
                  </a:lnTo>
                  <a:lnTo>
                    <a:pt x="201269" y="124841"/>
                  </a:lnTo>
                  <a:lnTo>
                    <a:pt x="202514" y="123698"/>
                  </a:lnTo>
                  <a:lnTo>
                    <a:pt x="203822" y="122809"/>
                  </a:lnTo>
                  <a:lnTo>
                    <a:pt x="206629" y="120904"/>
                  </a:lnTo>
                  <a:lnTo>
                    <a:pt x="207010" y="120650"/>
                  </a:lnTo>
                  <a:lnTo>
                    <a:pt x="208457" y="120015"/>
                  </a:lnTo>
                  <a:lnTo>
                    <a:pt x="210591" y="119087"/>
                  </a:lnTo>
                  <a:lnTo>
                    <a:pt x="210159" y="119087"/>
                  </a:lnTo>
                  <a:lnTo>
                    <a:pt x="209994" y="119087"/>
                  </a:lnTo>
                  <a:lnTo>
                    <a:pt x="210400" y="119011"/>
                  </a:lnTo>
                  <a:lnTo>
                    <a:pt x="211137" y="118846"/>
                  </a:lnTo>
                  <a:lnTo>
                    <a:pt x="213436" y="118364"/>
                  </a:lnTo>
                  <a:lnTo>
                    <a:pt x="215265" y="117983"/>
                  </a:lnTo>
                  <a:lnTo>
                    <a:pt x="219583" y="117983"/>
                  </a:lnTo>
                  <a:lnTo>
                    <a:pt x="224828" y="119087"/>
                  </a:lnTo>
                  <a:lnTo>
                    <a:pt x="230644" y="121285"/>
                  </a:lnTo>
                  <a:lnTo>
                    <a:pt x="231330" y="121539"/>
                  </a:lnTo>
                  <a:lnTo>
                    <a:pt x="230746" y="121285"/>
                  </a:lnTo>
                  <a:lnTo>
                    <a:pt x="264058" y="121285"/>
                  </a:lnTo>
                  <a:close/>
                </a:path>
                <a:path w="2874645" h="601979">
                  <a:moveTo>
                    <a:pt x="1938540" y="167462"/>
                  </a:moveTo>
                  <a:lnTo>
                    <a:pt x="1938223" y="167462"/>
                  </a:lnTo>
                  <a:lnTo>
                    <a:pt x="1936013" y="167957"/>
                  </a:lnTo>
                  <a:lnTo>
                    <a:pt x="1938540" y="167462"/>
                  </a:lnTo>
                  <a:close/>
                </a:path>
                <a:path w="2874645" h="601979">
                  <a:moveTo>
                    <a:pt x="2874518" y="460756"/>
                  </a:moveTo>
                  <a:lnTo>
                    <a:pt x="2848711" y="472948"/>
                  </a:lnTo>
                  <a:lnTo>
                    <a:pt x="2842260" y="459486"/>
                  </a:lnTo>
                  <a:lnTo>
                    <a:pt x="2821559" y="418846"/>
                  </a:lnTo>
                  <a:lnTo>
                    <a:pt x="2804541" y="388429"/>
                  </a:lnTo>
                  <a:lnTo>
                    <a:pt x="2804541" y="82296"/>
                  </a:lnTo>
                  <a:lnTo>
                    <a:pt x="2833116" y="82296"/>
                  </a:lnTo>
                  <a:lnTo>
                    <a:pt x="2826766" y="69596"/>
                  </a:lnTo>
                  <a:lnTo>
                    <a:pt x="2795016" y="6096"/>
                  </a:lnTo>
                  <a:lnTo>
                    <a:pt x="2756916" y="82296"/>
                  </a:lnTo>
                  <a:lnTo>
                    <a:pt x="2785491" y="82296"/>
                  </a:lnTo>
                  <a:lnTo>
                    <a:pt x="2785491" y="356793"/>
                  </a:lnTo>
                  <a:lnTo>
                    <a:pt x="2763139" y="322326"/>
                  </a:lnTo>
                  <a:lnTo>
                    <a:pt x="2735821" y="286512"/>
                  </a:lnTo>
                  <a:lnTo>
                    <a:pt x="2705735" y="252857"/>
                  </a:lnTo>
                  <a:lnTo>
                    <a:pt x="2672461" y="221615"/>
                  </a:lnTo>
                  <a:lnTo>
                    <a:pt x="2635377" y="193294"/>
                  </a:lnTo>
                  <a:lnTo>
                    <a:pt x="2594229" y="168148"/>
                  </a:lnTo>
                  <a:lnTo>
                    <a:pt x="2548636" y="146685"/>
                  </a:lnTo>
                  <a:lnTo>
                    <a:pt x="2498090" y="129032"/>
                  </a:lnTo>
                  <a:lnTo>
                    <a:pt x="2487536" y="126263"/>
                  </a:lnTo>
                  <a:lnTo>
                    <a:pt x="2473452" y="122555"/>
                  </a:lnTo>
                  <a:lnTo>
                    <a:pt x="2412492" y="110998"/>
                  </a:lnTo>
                  <a:lnTo>
                    <a:pt x="2348230" y="104648"/>
                  </a:lnTo>
                  <a:lnTo>
                    <a:pt x="2317356" y="103505"/>
                  </a:lnTo>
                  <a:lnTo>
                    <a:pt x="2277745" y="103505"/>
                  </a:lnTo>
                  <a:lnTo>
                    <a:pt x="2200783" y="107696"/>
                  </a:lnTo>
                  <a:lnTo>
                    <a:pt x="2160016" y="111633"/>
                  </a:lnTo>
                  <a:lnTo>
                    <a:pt x="2117725" y="116713"/>
                  </a:lnTo>
                  <a:lnTo>
                    <a:pt x="2028825" y="130683"/>
                  </a:lnTo>
                  <a:lnTo>
                    <a:pt x="1934464" y="148844"/>
                  </a:lnTo>
                  <a:lnTo>
                    <a:pt x="1835150" y="171069"/>
                  </a:lnTo>
                  <a:lnTo>
                    <a:pt x="1731264" y="196850"/>
                  </a:lnTo>
                  <a:lnTo>
                    <a:pt x="1623314" y="226060"/>
                  </a:lnTo>
                  <a:lnTo>
                    <a:pt x="1541805" y="249478"/>
                  </a:lnTo>
                  <a:lnTo>
                    <a:pt x="1538097" y="240792"/>
                  </a:lnTo>
                  <a:lnTo>
                    <a:pt x="1530604" y="224917"/>
                  </a:lnTo>
                  <a:lnTo>
                    <a:pt x="1523403" y="210870"/>
                  </a:lnTo>
                  <a:lnTo>
                    <a:pt x="1523403" y="254762"/>
                  </a:lnTo>
                  <a:lnTo>
                    <a:pt x="1511427" y="258191"/>
                  </a:lnTo>
                  <a:lnTo>
                    <a:pt x="1461897" y="273227"/>
                  </a:lnTo>
                  <a:lnTo>
                    <a:pt x="1461897" y="156629"/>
                  </a:lnTo>
                  <a:lnTo>
                    <a:pt x="1462328" y="157035"/>
                  </a:lnTo>
                  <a:lnTo>
                    <a:pt x="1471815" y="167500"/>
                  </a:lnTo>
                  <a:lnTo>
                    <a:pt x="1471993" y="167767"/>
                  </a:lnTo>
                  <a:lnTo>
                    <a:pt x="1481150" y="179222"/>
                  </a:lnTo>
                  <a:lnTo>
                    <a:pt x="1489837" y="191465"/>
                  </a:lnTo>
                  <a:lnTo>
                    <a:pt x="1497965" y="204470"/>
                  </a:lnTo>
                  <a:lnTo>
                    <a:pt x="1498180" y="204876"/>
                  </a:lnTo>
                  <a:lnTo>
                    <a:pt x="1506651" y="219684"/>
                  </a:lnTo>
                  <a:lnTo>
                    <a:pt x="1513484" y="233248"/>
                  </a:lnTo>
                  <a:lnTo>
                    <a:pt x="1521231" y="249682"/>
                  </a:lnTo>
                  <a:lnTo>
                    <a:pt x="1523403" y="254762"/>
                  </a:lnTo>
                  <a:lnTo>
                    <a:pt x="1523403" y="210870"/>
                  </a:lnTo>
                  <a:lnTo>
                    <a:pt x="1522730" y="209550"/>
                  </a:lnTo>
                  <a:lnTo>
                    <a:pt x="1514475" y="194818"/>
                  </a:lnTo>
                  <a:lnTo>
                    <a:pt x="1505585" y="180975"/>
                  </a:lnTo>
                  <a:lnTo>
                    <a:pt x="1496542" y="167932"/>
                  </a:lnTo>
                  <a:lnTo>
                    <a:pt x="1496441" y="167767"/>
                  </a:lnTo>
                  <a:lnTo>
                    <a:pt x="1486535" y="155321"/>
                  </a:lnTo>
                  <a:lnTo>
                    <a:pt x="1476121" y="143891"/>
                  </a:lnTo>
                  <a:lnTo>
                    <a:pt x="1464945" y="133223"/>
                  </a:lnTo>
                  <a:lnTo>
                    <a:pt x="1461897" y="130721"/>
                  </a:lnTo>
                  <a:lnTo>
                    <a:pt x="1461897" y="79248"/>
                  </a:lnTo>
                  <a:lnTo>
                    <a:pt x="1490472" y="79248"/>
                  </a:lnTo>
                  <a:lnTo>
                    <a:pt x="1484122" y="66548"/>
                  </a:lnTo>
                  <a:lnTo>
                    <a:pt x="1452372" y="3048"/>
                  </a:lnTo>
                  <a:lnTo>
                    <a:pt x="1414272" y="79248"/>
                  </a:lnTo>
                  <a:lnTo>
                    <a:pt x="1442847" y="79248"/>
                  </a:lnTo>
                  <a:lnTo>
                    <a:pt x="1442847" y="116319"/>
                  </a:lnTo>
                  <a:lnTo>
                    <a:pt x="1441246" y="115189"/>
                  </a:lnTo>
                  <a:lnTo>
                    <a:pt x="1439964" y="114427"/>
                  </a:lnTo>
                  <a:lnTo>
                    <a:pt x="1433868" y="110909"/>
                  </a:lnTo>
                  <a:lnTo>
                    <a:pt x="1381696" y="110909"/>
                  </a:lnTo>
                  <a:lnTo>
                    <a:pt x="1381556" y="110909"/>
                  </a:lnTo>
                  <a:lnTo>
                    <a:pt x="1394841" y="114427"/>
                  </a:lnTo>
                  <a:lnTo>
                    <a:pt x="1394193" y="114274"/>
                  </a:lnTo>
                  <a:lnTo>
                    <a:pt x="1407731" y="119075"/>
                  </a:lnTo>
                  <a:lnTo>
                    <a:pt x="1418907" y="124333"/>
                  </a:lnTo>
                  <a:lnTo>
                    <a:pt x="1442847" y="124333"/>
                  </a:lnTo>
                  <a:lnTo>
                    <a:pt x="1442847" y="124714"/>
                  </a:lnTo>
                  <a:lnTo>
                    <a:pt x="1419872" y="124714"/>
                  </a:lnTo>
                  <a:lnTo>
                    <a:pt x="1419733" y="124714"/>
                  </a:lnTo>
                  <a:lnTo>
                    <a:pt x="1420291" y="124980"/>
                  </a:lnTo>
                  <a:lnTo>
                    <a:pt x="1424051" y="127177"/>
                  </a:lnTo>
                  <a:lnTo>
                    <a:pt x="1430401" y="130810"/>
                  </a:lnTo>
                  <a:lnTo>
                    <a:pt x="1442186" y="139065"/>
                  </a:lnTo>
                  <a:lnTo>
                    <a:pt x="1442847" y="139623"/>
                  </a:lnTo>
                  <a:lnTo>
                    <a:pt x="1442847" y="279019"/>
                  </a:lnTo>
                  <a:lnTo>
                    <a:pt x="1396365" y="293116"/>
                  </a:lnTo>
                  <a:lnTo>
                    <a:pt x="1278255" y="330327"/>
                  </a:lnTo>
                  <a:lnTo>
                    <a:pt x="1035050" y="410464"/>
                  </a:lnTo>
                  <a:lnTo>
                    <a:pt x="555180" y="575767"/>
                  </a:lnTo>
                  <a:lnTo>
                    <a:pt x="714629" y="455041"/>
                  </a:lnTo>
                  <a:lnTo>
                    <a:pt x="828040" y="371856"/>
                  </a:lnTo>
                  <a:lnTo>
                    <a:pt x="883285" y="332613"/>
                  </a:lnTo>
                  <a:lnTo>
                    <a:pt x="934935" y="297078"/>
                  </a:lnTo>
                  <a:lnTo>
                    <a:pt x="990092" y="260604"/>
                  </a:lnTo>
                  <a:lnTo>
                    <a:pt x="1038110" y="230441"/>
                  </a:lnTo>
                  <a:lnTo>
                    <a:pt x="1086764" y="201637"/>
                  </a:lnTo>
                  <a:lnTo>
                    <a:pt x="1138021" y="173685"/>
                  </a:lnTo>
                  <a:lnTo>
                    <a:pt x="1140294" y="172491"/>
                  </a:lnTo>
                  <a:lnTo>
                    <a:pt x="1137881" y="173685"/>
                  </a:lnTo>
                  <a:lnTo>
                    <a:pt x="1183005" y="151638"/>
                  </a:lnTo>
                  <a:lnTo>
                    <a:pt x="1224610" y="134213"/>
                  </a:lnTo>
                  <a:lnTo>
                    <a:pt x="1246047" y="126403"/>
                  </a:lnTo>
                  <a:lnTo>
                    <a:pt x="1245743" y="126403"/>
                  </a:lnTo>
                  <a:lnTo>
                    <a:pt x="1265212" y="120332"/>
                  </a:lnTo>
                  <a:lnTo>
                    <a:pt x="1284249" y="115189"/>
                  </a:lnTo>
                  <a:lnTo>
                    <a:pt x="1302054" y="111429"/>
                  </a:lnTo>
                  <a:lnTo>
                    <a:pt x="1319669" y="108813"/>
                  </a:lnTo>
                  <a:lnTo>
                    <a:pt x="1320634" y="108661"/>
                  </a:lnTo>
                  <a:lnTo>
                    <a:pt x="1320279" y="108661"/>
                  </a:lnTo>
                  <a:lnTo>
                    <a:pt x="1336802" y="107315"/>
                  </a:lnTo>
                  <a:lnTo>
                    <a:pt x="1353210" y="107315"/>
                  </a:lnTo>
                  <a:lnTo>
                    <a:pt x="1367256" y="108458"/>
                  </a:lnTo>
                  <a:lnTo>
                    <a:pt x="1380464" y="110718"/>
                  </a:lnTo>
                  <a:lnTo>
                    <a:pt x="1433550" y="110718"/>
                  </a:lnTo>
                  <a:lnTo>
                    <a:pt x="1428115" y="107569"/>
                  </a:lnTo>
                  <a:lnTo>
                    <a:pt x="1427556" y="107315"/>
                  </a:lnTo>
                  <a:lnTo>
                    <a:pt x="1414399" y="101219"/>
                  </a:lnTo>
                  <a:lnTo>
                    <a:pt x="1400048" y="96012"/>
                  </a:lnTo>
                  <a:lnTo>
                    <a:pt x="1384935" y="92075"/>
                  </a:lnTo>
                  <a:lnTo>
                    <a:pt x="1369187" y="89535"/>
                  </a:lnTo>
                  <a:lnTo>
                    <a:pt x="1354175" y="88265"/>
                  </a:lnTo>
                  <a:lnTo>
                    <a:pt x="1335532" y="88265"/>
                  </a:lnTo>
                  <a:lnTo>
                    <a:pt x="1280033" y="96520"/>
                  </a:lnTo>
                  <a:lnTo>
                    <a:pt x="1239545" y="108458"/>
                  </a:lnTo>
                  <a:lnTo>
                    <a:pt x="1197229" y="124714"/>
                  </a:lnTo>
                  <a:lnTo>
                    <a:pt x="1152398" y="145034"/>
                  </a:lnTo>
                  <a:lnTo>
                    <a:pt x="1105408" y="169418"/>
                  </a:lnTo>
                  <a:lnTo>
                    <a:pt x="1056386" y="197104"/>
                  </a:lnTo>
                  <a:lnTo>
                    <a:pt x="1005713" y="228092"/>
                  </a:lnTo>
                  <a:lnTo>
                    <a:pt x="926719" y="279654"/>
                  </a:lnTo>
                  <a:lnTo>
                    <a:pt x="816864" y="356362"/>
                  </a:lnTo>
                  <a:lnTo>
                    <a:pt x="703199" y="439801"/>
                  </a:lnTo>
                  <a:lnTo>
                    <a:pt x="533692" y="568071"/>
                  </a:lnTo>
                  <a:lnTo>
                    <a:pt x="496519" y="495808"/>
                  </a:lnTo>
                  <a:lnTo>
                    <a:pt x="473925" y="452628"/>
                  </a:lnTo>
                  <a:lnTo>
                    <a:pt x="451700" y="410464"/>
                  </a:lnTo>
                  <a:lnTo>
                    <a:pt x="429653" y="369443"/>
                  </a:lnTo>
                  <a:lnTo>
                    <a:pt x="407987" y="330200"/>
                  </a:lnTo>
                  <a:lnTo>
                    <a:pt x="386765" y="292862"/>
                  </a:lnTo>
                  <a:lnTo>
                    <a:pt x="366001" y="257810"/>
                  </a:lnTo>
                  <a:lnTo>
                    <a:pt x="336067" y="210439"/>
                  </a:lnTo>
                  <a:lnTo>
                    <a:pt x="307632" y="170180"/>
                  </a:lnTo>
                  <a:lnTo>
                    <a:pt x="280619" y="137541"/>
                  </a:lnTo>
                  <a:lnTo>
                    <a:pt x="264325" y="121539"/>
                  </a:lnTo>
                  <a:lnTo>
                    <a:pt x="231330" y="121539"/>
                  </a:lnTo>
                  <a:lnTo>
                    <a:pt x="231127" y="121539"/>
                  </a:lnTo>
                  <a:lnTo>
                    <a:pt x="235483" y="123825"/>
                  </a:lnTo>
                  <a:lnTo>
                    <a:pt x="236562" y="124333"/>
                  </a:lnTo>
                  <a:lnTo>
                    <a:pt x="244055" y="129540"/>
                  </a:lnTo>
                  <a:lnTo>
                    <a:pt x="274574" y="159270"/>
                  </a:lnTo>
                  <a:lnTo>
                    <a:pt x="292227" y="181406"/>
                  </a:lnTo>
                  <a:lnTo>
                    <a:pt x="292442" y="181571"/>
                  </a:lnTo>
                  <a:lnTo>
                    <a:pt x="293166" y="182626"/>
                  </a:lnTo>
                  <a:lnTo>
                    <a:pt x="294665" y="184581"/>
                  </a:lnTo>
                  <a:lnTo>
                    <a:pt x="301345" y="193700"/>
                  </a:lnTo>
                  <a:lnTo>
                    <a:pt x="301548" y="193916"/>
                  </a:lnTo>
                  <a:lnTo>
                    <a:pt x="301701" y="194183"/>
                  </a:lnTo>
                  <a:lnTo>
                    <a:pt x="302336" y="195046"/>
                  </a:lnTo>
                  <a:lnTo>
                    <a:pt x="310629" y="206883"/>
                  </a:lnTo>
                  <a:lnTo>
                    <a:pt x="320141" y="220980"/>
                  </a:lnTo>
                  <a:lnTo>
                    <a:pt x="329819" y="235839"/>
                  </a:lnTo>
                  <a:lnTo>
                    <a:pt x="339661" y="251371"/>
                  </a:lnTo>
                  <a:lnTo>
                    <a:pt x="339852" y="251561"/>
                  </a:lnTo>
                  <a:lnTo>
                    <a:pt x="340855" y="253238"/>
                  </a:lnTo>
                  <a:lnTo>
                    <a:pt x="341350" y="254025"/>
                  </a:lnTo>
                  <a:lnTo>
                    <a:pt x="349681" y="267716"/>
                  </a:lnTo>
                  <a:lnTo>
                    <a:pt x="370255" y="302387"/>
                  </a:lnTo>
                  <a:lnTo>
                    <a:pt x="391325" y="339344"/>
                  </a:lnTo>
                  <a:lnTo>
                    <a:pt x="412902" y="378587"/>
                  </a:lnTo>
                  <a:lnTo>
                    <a:pt x="436359" y="422186"/>
                  </a:lnTo>
                  <a:lnTo>
                    <a:pt x="457047" y="461391"/>
                  </a:lnTo>
                  <a:lnTo>
                    <a:pt x="479590" y="504571"/>
                  </a:lnTo>
                  <a:lnTo>
                    <a:pt x="524929" y="592582"/>
                  </a:lnTo>
                  <a:lnTo>
                    <a:pt x="533349" y="588302"/>
                  </a:lnTo>
                  <a:lnTo>
                    <a:pt x="538048" y="601853"/>
                  </a:lnTo>
                  <a:lnTo>
                    <a:pt x="1041273" y="428459"/>
                  </a:lnTo>
                  <a:lnTo>
                    <a:pt x="1043419" y="427736"/>
                  </a:lnTo>
                  <a:lnTo>
                    <a:pt x="1042377" y="428053"/>
                  </a:lnTo>
                  <a:lnTo>
                    <a:pt x="1284097" y="348488"/>
                  </a:lnTo>
                  <a:lnTo>
                    <a:pt x="1401953" y="311277"/>
                  </a:lnTo>
                  <a:lnTo>
                    <a:pt x="1442847" y="298907"/>
                  </a:lnTo>
                  <a:lnTo>
                    <a:pt x="1442847" y="533146"/>
                  </a:lnTo>
                  <a:lnTo>
                    <a:pt x="1461897" y="533146"/>
                  </a:lnTo>
                  <a:lnTo>
                    <a:pt x="1461897" y="293128"/>
                  </a:lnTo>
                  <a:lnTo>
                    <a:pt x="1519148" y="275793"/>
                  </a:lnTo>
                  <a:lnTo>
                    <a:pt x="1530667" y="272491"/>
                  </a:lnTo>
                  <a:lnTo>
                    <a:pt x="1533461" y="279654"/>
                  </a:lnTo>
                  <a:lnTo>
                    <a:pt x="1540192" y="298069"/>
                  </a:lnTo>
                  <a:lnTo>
                    <a:pt x="1551965" y="334378"/>
                  </a:lnTo>
                  <a:lnTo>
                    <a:pt x="1563306" y="374396"/>
                  </a:lnTo>
                  <a:lnTo>
                    <a:pt x="1572577" y="411251"/>
                  </a:lnTo>
                  <a:lnTo>
                    <a:pt x="1572691" y="411505"/>
                  </a:lnTo>
                  <a:lnTo>
                    <a:pt x="1581531" y="449453"/>
                  </a:lnTo>
                  <a:lnTo>
                    <a:pt x="1582064" y="451612"/>
                  </a:lnTo>
                  <a:lnTo>
                    <a:pt x="1583766" y="459536"/>
                  </a:lnTo>
                  <a:lnTo>
                    <a:pt x="1555877" y="465582"/>
                  </a:lnTo>
                  <a:lnTo>
                    <a:pt x="1609344" y="532003"/>
                  </a:lnTo>
                  <a:lnTo>
                    <a:pt x="1624584" y="471932"/>
                  </a:lnTo>
                  <a:lnTo>
                    <a:pt x="1630299" y="449453"/>
                  </a:lnTo>
                  <a:lnTo>
                    <a:pt x="1602384" y="455510"/>
                  </a:lnTo>
                  <a:lnTo>
                    <a:pt x="1600581" y="447421"/>
                  </a:lnTo>
                  <a:lnTo>
                    <a:pt x="1591183" y="406781"/>
                  </a:lnTo>
                  <a:lnTo>
                    <a:pt x="1581150" y="367284"/>
                  </a:lnTo>
                  <a:lnTo>
                    <a:pt x="1570228" y="328930"/>
                  </a:lnTo>
                  <a:lnTo>
                    <a:pt x="1558290" y="292227"/>
                  </a:lnTo>
                  <a:lnTo>
                    <a:pt x="1549044" y="267220"/>
                  </a:lnTo>
                  <a:lnTo>
                    <a:pt x="1628394" y="244475"/>
                  </a:lnTo>
                  <a:lnTo>
                    <a:pt x="1736090" y="215265"/>
                  </a:lnTo>
                  <a:lnTo>
                    <a:pt x="1839480" y="189674"/>
                  </a:lnTo>
                  <a:lnTo>
                    <a:pt x="1842173" y="189014"/>
                  </a:lnTo>
                  <a:lnTo>
                    <a:pt x="1936013" y="167957"/>
                  </a:lnTo>
                  <a:lnTo>
                    <a:pt x="1938185" y="167462"/>
                  </a:lnTo>
                  <a:lnTo>
                    <a:pt x="2030399" y="149720"/>
                  </a:lnTo>
                  <a:lnTo>
                    <a:pt x="2030564" y="149694"/>
                  </a:lnTo>
                  <a:lnTo>
                    <a:pt x="2032190" y="149428"/>
                  </a:lnTo>
                  <a:lnTo>
                    <a:pt x="2031911" y="149428"/>
                  </a:lnTo>
                  <a:lnTo>
                    <a:pt x="2120138" y="135699"/>
                  </a:lnTo>
                  <a:lnTo>
                    <a:pt x="2120277" y="135699"/>
                  </a:lnTo>
                  <a:lnTo>
                    <a:pt x="2121662" y="135458"/>
                  </a:lnTo>
                  <a:lnTo>
                    <a:pt x="2161108" y="130683"/>
                  </a:lnTo>
                  <a:lnTo>
                    <a:pt x="2160600" y="130683"/>
                  </a:lnTo>
                  <a:lnTo>
                    <a:pt x="2202294" y="126644"/>
                  </a:lnTo>
                  <a:lnTo>
                    <a:pt x="2201938" y="126644"/>
                  </a:lnTo>
                  <a:lnTo>
                    <a:pt x="2241029" y="123977"/>
                  </a:lnTo>
                  <a:lnTo>
                    <a:pt x="2240572" y="123977"/>
                  </a:lnTo>
                  <a:lnTo>
                    <a:pt x="2278380" y="122555"/>
                  </a:lnTo>
                  <a:lnTo>
                    <a:pt x="2316810" y="122555"/>
                  </a:lnTo>
                  <a:lnTo>
                    <a:pt x="2348128" y="123736"/>
                  </a:lnTo>
                  <a:lnTo>
                    <a:pt x="2347328" y="123736"/>
                  </a:lnTo>
                  <a:lnTo>
                    <a:pt x="2379535" y="126263"/>
                  </a:lnTo>
                  <a:lnTo>
                    <a:pt x="2381364" y="126403"/>
                  </a:lnTo>
                  <a:lnTo>
                    <a:pt x="2381491" y="126403"/>
                  </a:lnTo>
                  <a:lnTo>
                    <a:pt x="2410549" y="129857"/>
                  </a:lnTo>
                  <a:lnTo>
                    <a:pt x="2410333" y="129857"/>
                  </a:lnTo>
                  <a:lnTo>
                    <a:pt x="2439581" y="134696"/>
                  </a:lnTo>
                  <a:lnTo>
                    <a:pt x="2492476" y="147320"/>
                  </a:lnTo>
                  <a:lnTo>
                    <a:pt x="2540139" y="163779"/>
                  </a:lnTo>
                  <a:lnTo>
                    <a:pt x="2541613" y="164426"/>
                  </a:lnTo>
                  <a:lnTo>
                    <a:pt x="2541295" y="164249"/>
                  </a:lnTo>
                  <a:lnTo>
                    <a:pt x="2585872" y="185318"/>
                  </a:lnTo>
                  <a:lnTo>
                    <a:pt x="2624391" y="208965"/>
                  </a:lnTo>
                  <a:lnTo>
                    <a:pt x="2660726" y="236728"/>
                  </a:lnTo>
                  <a:lnTo>
                    <a:pt x="2691968" y="266026"/>
                  </a:lnTo>
                  <a:lnTo>
                    <a:pt x="2707030" y="282282"/>
                  </a:lnTo>
                  <a:lnTo>
                    <a:pt x="2706840" y="281927"/>
                  </a:lnTo>
                  <a:lnTo>
                    <a:pt x="2733751" y="314680"/>
                  </a:lnTo>
                  <a:lnTo>
                    <a:pt x="2747581" y="333540"/>
                  </a:lnTo>
                  <a:lnTo>
                    <a:pt x="2760205" y="352082"/>
                  </a:lnTo>
                  <a:lnTo>
                    <a:pt x="2782951" y="388747"/>
                  </a:lnTo>
                  <a:lnTo>
                    <a:pt x="2785491" y="393319"/>
                  </a:lnTo>
                  <a:lnTo>
                    <a:pt x="2785491" y="536194"/>
                  </a:lnTo>
                  <a:lnTo>
                    <a:pt x="2804541" y="536194"/>
                  </a:lnTo>
                  <a:lnTo>
                    <a:pt x="2804541" y="427520"/>
                  </a:lnTo>
                  <a:lnTo>
                    <a:pt x="2804668" y="427736"/>
                  </a:lnTo>
                  <a:lnTo>
                    <a:pt x="2825153" y="467829"/>
                  </a:lnTo>
                  <a:lnTo>
                    <a:pt x="2831439" y="481101"/>
                  </a:lnTo>
                  <a:lnTo>
                    <a:pt x="2805684" y="493268"/>
                  </a:lnTo>
                  <a:lnTo>
                    <a:pt x="2872740" y="545846"/>
                  </a:lnTo>
                  <a:lnTo>
                    <a:pt x="2873781" y="495808"/>
                  </a:lnTo>
                  <a:lnTo>
                    <a:pt x="2873845" y="492633"/>
                  </a:lnTo>
                  <a:lnTo>
                    <a:pt x="2874518" y="460756"/>
                  </a:lnTo>
                  <a:close/>
                </a:path>
              </a:pathLst>
            </a:custGeom>
            <a:solidFill>
              <a:srgbClr val="000000"/>
            </a:solidFill>
          </p:spPr>
          <p:txBody>
            <a:bodyPr wrap="square" lIns="0" tIns="0" rIns="0" bIns="0" rtlCol="0"/>
            <a:lstStyle/>
            <a:p>
              <a:endParaRPr dirty="0"/>
            </a:p>
          </p:txBody>
        </p:sp>
        <p:sp>
          <p:nvSpPr>
            <p:cNvPr id="129" name="object 39"/>
            <p:cNvSpPr/>
            <p:nvPr/>
          </p:nvSpPr>
          <p:spPr>
            <a:xfrm>
              <a:off x="492251" y="3317747"/>
              <a:ext cx="3904615" cy="207645"/>
            </a:xfrm>
            <a:custGeom>
              <a:avLst/>
              <a:gdLst/>
              <a:ahLst/>
              <a:cxnLst/>
              <a:rect l="l" t="t" r="r" b="b"/>
              <a:pathLst>
                <a:path w="3904615" h="207645">
                  <a:moveTo>
                    <a:pt x="0" y="207263"/>
                  </a:moveTo>
                  <a:lnTo>
                    <a:pt x="3904488" y="207263"/>
                  </a:lnTo>
                  <a:lnTo>
                    <a:pt x="3904488" y="0"/>
                  </a:lnTo>
                  <a:lnTo>
                    <a:pt x="0" y="0"/>
                  </a:lnTo>
                  <a:lnTo>
                    <a:pt x="0" y="207263"/>
                  </a:lnTo>
                  <a:close/>
                </a:path>
              </a:pathLst>
            </a:custGeom>
            <a:ln w="12700">
              <a:solidFill>
                <a:srgbClr val="000000"/>
              </a:solidFill>
            </a:ln>
          </p:spPr>
          <p:txBody>
            <a:bodyPr wrap="square" lIns="0" tIns="0" rIns="0" bIns="0" rtlCol="0"/>
            <a:lstStyle/>
            <a:p/>
          </p:txBody>
        </p:sp>
        <p:pic>
          <p:nvPicPr>
            <p:cNvPr id="130" name="object 40"/>
            <p:cNvPicPr/>
            <p:nvPr/>
          </p:nvPicPr>
          <p:blipFill>
            <a:blip r:embed="rId18" cstate="print"/>
            <a:stretch>
              <a:fillRect/>
            </a:stretch>
          </p:blipFill>
          <p:spPr>
            <a:xfrm>
              <a:off x="2141219" y="3346703"/>
              <a:ext cx="647700" cy="135636"/>
            </a:xfrm>
            <a:prstGeom prst="rect">
              <a:avLst/>
            </a:prstGeom>
          </p:spPr>
        </p:pic>
        <p:sp>
          <p:nvSpPr>
            <p:cNvPr id="131" name="object 41"/>
            <p:cNvSpPr/>
            <p:nvPr/>
          </p:nvSpPr>
          <p:spPr>
            <a:xfrm>
              <a:off x="3639312" y="3124199"/>
              <a:ext cx="417830" cy="94615"/>
            </a:xfrm>
            <a:custGeom>
              <a:avLst/>
              <a:gdLst/>
              <a:ahLst/>
              <a:cxnLst/>
              <a:rect l="l" t="t" r="r" b="b"/>
              <a:pathLst>
                <a:path w="417829" h="94614">
                  <a:moveTo>
                    <a:pt x="417575" y="0"/>
                  </a:moveTo>
                  <a:lnTo>
                    <a:pt x="0" y="0"/>
                  </a:lnTo>
                  <a:lnTo>
                    <a:pt x="0" y="94487"/>
                  </a:lnTo>
                  <a:lnTo>
                    <a:pt x="417575" y="94487"/>
                  </a:lnTo>
                  <a:lnTo>
                    <a:pt x="417575" y="0"/>
                  </a:lnTo>
                  <a:close/>
                </a:path>
              </a:pathLst>
            </a:custGeom>
            <a:solidFill>
              <a:srgbClr val="EC7C30"/>
            </a:solidFill>
          </p:spPr>
          <p:txBody>
            <a:bodyPr wrap="square" lIns="0" tIns="0" rIns="0" bIns="0" rtlCol="0"/>
            <a:lstStyle/>
            <a:p/>
          </p:txBody>
        </p:sp>
        <p:sp>
          <p:nvSpPr>
            <p:cNvPr id="132" name="object 42"/>
            <p:cNvSpPr/>
            <p:nvPr/>
          </p:nvSpPr>
          <p:spPr>
            <a:xfrm>
              <a:off x="3639312" y="3124199"/>
              <a:ext cx="417830" cy="94615"/>
            </a:xfrm>
            <a:custGeom>
              <a:avLst/>
              <a:gdLst/>
              <a:ahLst/>
              <a:cxnLst/>
              <a:rect l="l" t="t" r="r" b="b"/>
              <a:pathLst>
                <a:path w="417829" h="94614">
                  <a:moveTo>
                    <a:pt x="0" y="94487"/>
                  </a:moveTo>
                  <a:lnTo>
                    <a:pt x="417575" y="94487"/>
                  </a:lnTo>
                  <a:lnTo>
                    <a:pt x="417575" y="0"/>
                  </a:lnTo>
                  <a:lnTo>
                    <a:pt x="0" y="0"/>
                  </a:lnTo>
                  <a:lnTo>
                    <a:pt x="0" y="94487"/>
                  </a:lnTo>
                  <a:close/>
                </a:path>
              </a:pathLst>
            </a:custGeom>
            <a:ln w="12700">
              <a:solidFill>
                <a:srgbClr val="AD5A20"/>
              </a:solidFill>
            </a:ln>
          </p:spPr>
          <p:txBody>
            <a:bodyPr wrap="square" lIns="0" tIns="0" rIns="0" bIns="0" rtlCol="0"/>
            <a:lstStyle/>
            <a:p>
              <a:endParaRPr dirty="0"/>
            </a:p>
          </p:txBody>
        </p:sp>
        <p:sp>
          <p:nvSpPr>
            <p:cNvPr id="133" name="object 43"/>
            <p:cNvSpPr/>
            <p:nvPr/>
          </p:nvSpPr>
          <p:spPr>
            <a:xfrm>
              <a:off x="525018" y="2818637"/>
              <a:ext cx="3868420" cy="441959"/>
            </a:xfrm>
            <a:custGeom>
              <a:avLst/>
              <a:gdLst/>
              <a:ahLst/>
              <a:cxnLst/>
              <a:rect l="l" t="t" r="r" b="b"/>
              <a:pathLst>
                <a:path w="3868420" h="441960">
                  <a:moveTo>
                    <a:pt x="3868039" y="403860"/>
                  </a:moveTo>
                  <a:lnTo>
                    <a:pt x="3848989" y="394335"/>
                  </a:lnTo>
                  <a:lnTo>
                    <a:pt x="3791839" y="365760"/>
                  </a:lnTo>
                  <a:lnTo>
                    <a:pt x="3791839" y="394335"/>
                  </a:lnTo>
                  <a:lnTo>
                    <a:pt x="47625" y="394335"/>
                  </a:lnTo>
                  <a:lnTo>
                    <a:pt x="47625" y="76200"/>
                  </a:lnTo>
                  <a:lnTo>
                    <a:pt x="76200" y="76200"/>
                  </a:lnTo>
                  <a:lnTo>
                    <a:pt x="69850" y="63500"/>
                  </a:lnTo>
                  <a:lnTo>
                    <a:pt x="38100" y="0"/>
                  </a:lnTo>
                  <a:lnTo>
                    <a:pt x="0" y="76200"/>
                  </a:lnTo>
                  <a:lnTo>
                    <a:pt x="28575" y="76200"/>
                  </a:lnTo>
                  <a:lnTo>
                    <a:pt x="28575" y="402844"/>
                  </a:lnTo>
                  <a:lnTo>
                    <a:pt x="32004" y="402844"/>
                  </a:lnTo>
                  <a:lnTo>
                    <a:pt x="32004" y="413385"/>
                  </a:lnTo>
                  <a:lnTo>
                    <a:pt x="3791839" y="413385"/>
                  </a:lnTo>
                  <a:lnTo>
                    <a:pt x="3791839" y="441960"/>
                  </a:lnTo>
                  <a:lnTo>
                    <a:pt x="3848989" y="413385"/>
                  </a:lnTo>
                  <a:lnTo>
                    <a:pt x="3868039" y="403860"/>
                  </a:lnTo>
                  <a:close/>
                </a:path>
              </a:pathLst>
            </a:custGeom>
            <a:solidFill>
              <a:srgbClr val="000000"/>
            </a:solidFill>
          </p:spPr>
          <p:txBody>
            <a:bodyPr wrap="square" lIns="0" tIns="0" rIns="0" bIns="0" rtlCol="0"/>
            <a:lstStyle/>
            <a:p/>
          </p:txBody>
        </p:sp>
        <p:pic>
          <p:nvPicPr>
            <p:cNvPr id="134" name="object 44"/>
            <p:cNvPicPr/>
            <p:nvPr/>
          </p:nvPicPr>
          <p:blipFill>
            <a:blip r:embed="rId19" cstate="print"/>
            <a:stretch>
              <a:fillRect/>
            </a:stretch>
          </p:blipFill>
          <p:spPr>
            <a:xfrm>
              <a:off x="954023" y="2878835"/>
              <a:ext cx="236219" cy="149351"/>
            </a:xfrm>
            <a:prstGeom prst="rect">
              <a:avLst/>
            </a:prstGeom>
          </p:spPr>
        </p:pic>
        <p:pic>
          <p:nvPicPr>
            <p:cNvPr id="135" name="object 45"/>
            <p:cNvPicPr/>
            <p:nvPr/>
          </p:nvPicPr>
          <p:blipFill>
            <a:blip r:embed="rId20" cstate="print"/>
            <a:stretch>
              <a:fillRect/>
            </a:stretch>
          </p:blipFill>
          <p:spPr>
            <a:xfrm>
              <a:off x="2403347" y="2875787"/>
              <a:ext cx="240792" cy="149351"/>
            </a:xfrm>
            <a:prstGeom prst="rect">
              <a:avLst/>
            </a:prstGeom>
          </p:spPr>
        </p:pic>
        <p:pic>
          <p:nvPicPr>
            <p:cNvPr id="136" name="object 46"/>
            <p:cNvPicPr/>
            <p:nvPr/>
          </p:nvPicPr>
          <p:blipFill>
            <a:blip r:embed="rId21" cstate="print"/>
            <a:stretch>
              <a:fillRect/>
            </a:stretch>
          </p:blipFill>
          <p:spPr>
            <a:xfrm>
              <a:off x="3723131" y="2881883"/>
              <a:ext cx="243839" cy="152400"/>
            </a:xfrm>
            <a:prstGeom prst="rect">
              <a:avLst/>
            </a:prstGeom>
          </p:spPr>
        </p:pic>
        <p:sp>
          <p:nvSpPr>
            <p:cNvPr id="137" name="object 47"/>
            <p:cNvSpPr/>
            <p:nvPr/>
          </p:nvSpPr>
          <p:spPr>
            <a:xfrm>
              <a:off x="1462278" y="2612897"/>
              <a:ext cx="2802890" cy="1819275"/>
            </a:xfrm>
            <a:custGeom>
              <a:avLst/>
              <a:gdLst/>
              <a:ahLst/>
              <a:cxnLst/>
              <a:rect l="l" t="t" r="r" b="b"/>
              <a:pathLst>
                <a:path w="2802890" h="1819275">
                  <a:moveTo>
                    <a:pt x="47536" y="76263"/>
                  </a:moveTo>
                  <a:lnTo>
                    <a:pt x="28486" y="76263"/>
                  </a:lnTo>
                  <a:lnTo>
                    <a:pt x="17894" y="1808480"/>
                  </a:lnTo>
                  <a:lnTo>
                    <a:pt x="36957" y="1808480"/>
                  </a:lnTo>
                  <a:lnTo>
                    <a:pt x="47536" y="76454"/>
                  </a:lnTo>
                  <a:lnTo>
                    <a:pt x="47536" y="76263"/>
                  </a:lnTo>
                  <a:close/>
                </a:path>
                <a:path w="2802890" h="1819275">
                  <a:moveTo>
                    <a:pt x="76200" y="76454"/>
                  </a:moveTo>
                  <a:lnTo>
                    <a:pt x="76098" y="76263"/>
                  </a:lnTo>
                  <a:lnTo>
                    <a:pt x="69824" y="63500"/>
                  </a:lnTo>
                  <a:lnTo>
                    <a:pt x="38608" y="0"/>
                  </a:lnTo>
                  <a:lnTo>
                    <a:pt x="0" y="75946"/>
                  </a:lnTo>
                  <a:lnTo>
                    <a:pt x="28486" y="76136"/>
                  </a:lnTo>
                  <a:lnTo>
                    <a:pt x="47536" y="76263"/>
                  </a:lnTo>
                  <a:lnTo>
                    <a:pt x="76200" y="76454"/>
                  </a:lnTo>
                  <a:close/>
                </a:path>
                <a:path w="2802890" h="1819275">
                  <a:moveTo>
                    <a:pt x="1455712" y="86931"/>
                  </a:moveTo>
                  <a:lnTo>
                    <a:pt x="1436662" y="86931"/>
                  </a:lnTo>
                  <a:lnTo>
                    <a:pt x="1426070" y="1819148"/>
                  </a:lnTo>
                  <a:lnTo>
                    <a:pt x="1445133" y="1819148"/>
                  </a:lnTo>
                  <a:lnTo>
                    <a:pt x="1455712" y="87122"/>
                  </a:lnTo>
                  <a:lnTo>
                    <a:pt x="1455712" y="86931"/>
                  </a:lnTo>
                  <a:close/>
                </a:path>
                <a:path w="2802890" h="1819275">
                  <a:moveTo>
                    <a:pt x="1484376" y="87122"/>
                  </a:moveTo>
                  <a:lnTo>
                    <a:pt x="1484274" y="86931"/>
                  </a:lnTo>
                  <a:lnTo>
                    <a:pt x="1478000" y="74168"/>
                  </a:lnTo>
                  <a:lnTo>
                    <a:pt x="1446784" y="10668"/>
                  </a:lnTo>
                  <a:lnTo>
                    <a:pt x="1408176" y="86614"/>
                  </a:lnTo>
                  <a:lnTo>
                    <a:pt x="1436662" y="86804"/>
                  </a:lnTo>
                  <a:lnTo>
                    <a:pt x="1455712" y="86931"/>
                  </a:lnTo>
                  <a:lnTo>
                    <a:pt x="1484376" y="87122"/>
                  </a:lnTo>
                  <a:close/>
                </a:path>
                <a:path w="2802890" h="1819275">
                  <a:moveTo>
                    <a:pt x="2773972" y="76263"/>
                  </a:moveTo>
                  <a:lnTo>
                    <a:pt x="2754922" y="76263"/>
                  </a:lnTo>
                  <a:lnTo>
                    <a:pt x="2744330" y="1808480"/>
                  </a:lnTo>
                  <a:lnTo>
                    <a:pt x="2763393" y="1808480"/>
                  </a:lnTo>
                  <a:lnTo>
                    <a:pt x="2773972" y="76454"/>
                  </a:lnTo>
                  <a:lnTo>
                    <a:pt x="2773972" y="76263"/>
                  </a:lnTo>
                  <a:close/>
                </a:path>
                <a:path w="2802890" h="1819275">
                  <a:moveTo>
                    <a:pt x="2802636" y="76454"/>
                  </a:moveTo>
                  <a:lnTo>
                    <a:pt x="2802534" y="76263"/>
                  </a:lnTo>
                  <a:lnTo>
                    <a:pt x="2796260" y="63500"/>
                  </a:lnTo>
                  <a:lnTo>
                    <a:pt x="2765044" y="0"/>
                  </a:lnTo>
                  <a:lnTo>
                    <a:pt x="2726436" y="75946"/>
                  </a:lnTo>
                  <a:lnTo>
                    <a:pt x="2754922" y="76136"/>
                  </a:lnTo>
                  <a:lnTo>
                    <a:pt x="2773972" y="76263"/>
                  </a:lnTo>
                  <a:lnTo>
                    <a:pt x="2802636" y="76454"/>
                  </a:lnTo>
                  <a:close/>
                </a:path>
              </a:pathLst>
            </a:custGeom>
            <a:solidFill>
              <a:srgbClr val="000000"/>
            </a:solidFill>
          </p:spPr>
          <p:txBody>
            <a:bodyPr wrap="square" lIns="0" tIns="0" rIns="0" bIns="0" rtlCol="0"/>
            <a:lstStyle/>
            <a:p/>
          </p:txBody>
        </p:sp>
        <p:pic>
          <p:nvPicPr>
            <p:cNvPr id="138" name="object 48"/>
            <p:cNvPicPr/>
            <p:nvPr/>
          </p:nvPicPr>
          <p:blipFill>
            <a:blip r:embed="rId22" cstate="print"/>
            <a:stretch>
              <a:fillRect/>
            </a:stretch>
          </p:blipFill>
          <p:spPr>
            <a:xfrm>
              <a:off x="2656966" y="2625089"/>
              <a:ext cx="149225" cy="201675"/>
            </a:xfrm>
            <a:prstGeom prst="rect">
              <a:avLst/>
            </a:prstGeom>
          </p:spPr>
        </p:pic>
        <p:pic>
          <p:nvPicPr>
            <p:cNvPr id="139" name="object 49"/>
            <p:cNvPicPr/>
            <p:nvPr/>
          </p:nvPicPr>
          <p:blipFill>
            <a:blip r:embed="rId23" cstate="print"/>
            <a:stretch>
              <a:fillRect/>
            </a:stretch>
          </p:blipFill>
          <p:spPr>
            <a:xfrm>
              <a:off x="1239672" y="2623565"/>
              <a:ext cx="149199" cy="201675"/>
            </a:xfrm>
            <a:prstGeom prst="rect">
              <a:avLst/>
            </a:prstGeom>
          </p:spPr>
        </p:pic>
        <p:pic>
          <p:nvPicPr>
            <p:cNvPr id="140" name="object 50"/>
            <p:cNvPicPr/>
            <p:nvPr/>
          </p:nvPicPr>
          <p:blipFill>
            <a:blip r:embed="rId24" cstate="print"/>
            <a:stretch>
              <a:fillRect/>
            </a:stretch>
          </p:blipFill>
          <p:spPr>
            <a:xfrm>
              <a:off x="3995038" y="2614421"/>
              <a:ext cx="149225" cy="201675"/>
            </a:xfrm>
            <a:prstGeom prst="rect">
              <a:avLst/>
            </a:prstGeom>
          </p:spPr>
        </p:pic>
        <p:pic>
          <p:nvPicPr>
            <p:cNvPr id="141" name="object 51"/>
            <p:cNvPicPr/>
            <p:nvPr/>
          </p:nvPicPr>
          <p:blipFill>
            <a:blip r:embed="rId25" cstate="print"/>
            <a:stretch>
              <a:fillRect/>
            </a:stretch>
          </p:blipFill>
          <p:spPr>
            <a:xfrm>
              <a:off x="1310385" y="2366517"/>
              <a:ext cx="233679" cy="226060"/>
            </a:xfrm>
            <a:prstGeom prst="rect">
              <a:avLst/>
            </a:prstGeom>
          </p:spPr>
        </p:pic>
        <p:pic>
          <p:nvPicPr>
            <p:cNvPr id="142" name="object 52"/>
            <p:cNvPicPr/>
            <p:nvPr/>
          </p:nvPicPr>
          <p:blipFill>
            <a:blip r:embed="rId26" cstate="print"/>
            <a:stretch>
              <a:fillRect/>
            </a:stretch>
          </p:blipFill>
          <p:spPr>
            <a:xfrm>
              <a:off x="1414271" y="2467355"/>
              <a:ext cx="27431" cy="25908"/>
            </a:xfrm>
            <a:prstGeom prst="rect">
              <a:avLst/>
            </a:prstGeom>
          </p:spPr>
        </p:pic>
        <p:pic>
          <p:nvPicPr>
            <p:cNvPr id="143" name="object 53"/>
            <p:cNvPicPr/>
            <p:nvPr/>
          </p:nvPicPr>
          <p:blipFill>
            <a:blip r:embed="rId25" cstate="print"/>
            <a:stretch>
              <a:fillRect/>
            </a:stretch>
          </p:blipFill>
          <p:spPr>
            <a:xfrm>
              <a:off x="2738373" y="2369565"/>
              <a:ext cx="233680" cy="226060"/>
            </a:xfrm>
            <a:prstGeom prst="rect">
              <a:avLst/>
            </a:prstGeom>
          </p:spPr>
        </p:pic>
        <p:pic>
          <p:nvPicPr>
            <p:cNvPr id="144" name="object 54"/>
            <p:cNvPicPr/>
            <p:nvPr/>
          </p:nvPicPr>
          <p:blipFill>
            <a:blip r:embed="rId26" cstate="print"/>
            <a:stretch>
              <a:fillRect/>
            </a:stretch>
          </p:blipFill>
          <p:spPr>
            <a:xfrm>
              <a:off x="2842259" y="2468879"/>
              <a:ext cx="27431" cy="25908"/>
            </a:xfrm>
            <a:prstGeom prst="rect">
              <a:avLst/>
            </a:prstGeom>
          </p:spPr>
        </p:pic>
        <p:pic>
          <p:nvPicPr>
            <p:cNvPr id="145" name="object 55"/>
            <p:cNvPicPr/>
            <p:nvPr/>
          </p:nvPicPr>
          <p:blipFill>
            <a:blip r:embed="rId25" cstate="print"/>
            <a:stretch>
              <a:fillRect/>
            </a:stretch>
          </p:blipFill>
          <p:spPr>
            <a:xfrm>
              <a:off x="4073398" y="2360421"/>
              <a:ext cx="233679" cy="226060"/>
            </a:xfrm>
            <a:prstGeom prst="rect">
              <a:avLst/>
            </a:prstGeom>
          </p:spPr>
        </p:pic>
        <p:pic>
          <p:nvPicPr>
            <p:cNvPr id="146" name="object 56"/>
            <p:cNvPicPr/>
            <p:nvPr/>
          </p:nvPicPr>
          <p:blipFill>
            <a:blip r:embed="rId26" cstate="print"/>
            <a:stretch>
              <a:fillRect/>
            </a:stretch>
          </p:blipFill>
          <p:spPr>
            <a:xfrm>
              <a:off x="4177284" y="2461259"/>
              <a:ext cx="27430" cy="25908"/>
            </a:xfrm>
            <a:prstGeom prst="rect">
              <a:avLst/>
            </a:prstGeom>
          </p:spPr>
        </p:pic>
        <p:sp>
          <p:nvSpPr>
            <p:cNvPr id="147" name="object 57"/>
            <p:cNvSpPr/>
            <p:nvPr/>
          </p:nvSpPr>
          <p:spPr>
            <a:xfrm>
              <a:off x="850391" y="2066543"/>
              <a:ext cx="346075" cy="340360"/>
            </a:xfrm>
            <a:custGeom>
              <a:avLst/>
              <a:gdLst/>
              <a:ahLst/>
              <a:cxnLst/>
              <a:rect l="l" t="t" r="r" b="b"/>
              <a:pathLst>
                <a:path w="346075" h="340360">
                  <a:moveTo>
                    <a:pt x="0" y="169925"/>
                  </a:moveTo>
                  <a:lnTo>
                    <a:pt x="6178" y="124751"/>
                  </a:lnTo>
                  <a:lnTo>
                    <a:pt x="23616" y="84158"/>
                  </a:lnTo>
                  <a:lnTo>
                    <a:pt x="50663" y="49768"/>
                  </a:lnTo>
                  <a:lnTo>
                    <a:pt x="85671" y="23198"/>
                  </a:lnTo>
                  <a:lnTo>
                    <a:pt x="126991" y="6069"/>
                  </a:lnTo>
                  <a:lnTo>
                    <a:pt x="172974" y="0"/>
                  </a:lnTo>
                  <a:lnTo>
                    <a:pt x="218956" y="6069"/>
                  </a:lnTo>
                  <a:lnTo>
                    <a:pt x="260276" y="23198"/>
                  </a:lnTo>
                  <a:lnTo>
                    <a:pt x="295284" y="49768"/>
                  </a:lnTo>
                  <a:lnTo>
                    <a:pt x="322331" y="84158"/>
                  </a:lnTo>
                  <a:lnTo>
                    <a:pt x="339769" y="124751"/>
                  </a:lnTo>
                  <a:lnTo>
                    <a:pt x="345948" y="169925"/>
                  </a:lnTo>
                  <a:lnTo>
                    <a:pt x="339769" y="215100"/>
                  </a:lnTo>
                  <a:lnTo>
                    <a:pt x="322331" y="255693"/>
                  </a:lnTo>
                  <a:lnTo>
                    <a:pt x="295284" y="290083"/>
                  </a:lnTo>
                  <a:lnTo>
                    <a:pt x="260276" y="316653"/>
                  </a:lnTo>
                  <a:lnTo>
                    <a:pt x="218956" y="333782"/>
                  </a:lnTo>
                  <a:lnTo>
                    <a:pt x="172974" y="339851"/>
                  </a:lnTo>
                  <a:lnTo>
                    <a:pt x="126991" y="333782"/>
                  </a:lnTo>
                  <a:lnTo>
                    <a:pt x="85671" y="316653"/>
                  </a:lnTo>
                  <a:lnTo>
                    <a:pt x="50663" y="290083"/>
                  </a:lnTo>
                  <a:lnTo>
                    <a:pt x="23616" y="255693"/>
                  </a:lnTo>
                  <a:lnTo>
                    <a:pt x="6178" y="215100"/>
                  </a:lnTo>
                  <a:lnTo>
                    <a:pt x="0" y="169925"/>
                  </a:lnTo>
                  <a:close/>
                </a:path>
              </a:pathLst>
            </a:custGeom>
            <a:ln w="12700">
              <a:solidFill>
                <a:srgbClr val="000000"/>
              </a:solidFill>
            </a:ln>
          </p:spPr>
          <p:txBody>
            <a:bodyPr wrap="square" lIns="0" tIns="0" rIns="0" bIns="0" rtlCol="0"/>
            <a:lstStyle/>
            <a:p/>
          </p:txBody>
        </p:sp>
        <p:pic>
          <p:nvPicPr>
            <p:cNvPr id="148" name="object 58"/>
            <p:cNvPicPr/>
            <p:nvPr/>
          </p:nvPicPr>
          <p:blipFill>
            <a:blip r:embed="rId27" cstate="print"/>
            <a:stretch>
              <a:fillRect/>
            </a:stretch>
          </p:blipFill>
          <p:spPr>
            <a:xfrm>
              <a:off x="943400" y="2148839"/>
              <a:ext cx="152355" cy="172212"/>
            </a:xfrm>
            <a:prstGeom prst="rect">
              <a:avLst/>
            </a:prstGeom>
          </p:spPr>
        </p:pic>
        <p:pic>
          <p:nvPicPr>
            <p:cNvPr id="149" name="object 59"/>
            <p:cNvPicPr/>
            <p:nvPr/>
          </p:nvPicPr>
          <p:blipFill>
            <a:blip r:embed="rId28" cstate="print"/>
            <a:stretch>
              <a:fillRect/>
            </a:stretch>
          </p:blipFill>
          <p:spPr>
            <a:xfrm>
              <a:off x="1149857" y="2367533"/>
              <a:ext cx="170814" cy="78486"/>
            </a:xfrm>
            <a:prstGeom prst="rect">
              <a:avLst/>
            </a:prstGeom>
          </p:spPr>
        </p:pic>
        <p:sp>
          <p:nvSpPr>
            <p:cNvPr id="150" name="object 60"/>
            <p:cNvSpPr/>
            <p:nvPr/>
          </p:nvSpPr>
          <p:spPr>
            <a:xfrm>
              <a:off x="1194054" y="2109723"/>
              <a:ext cx="2864485" cy="343535"/>
            </a:xfrm>
            <a:custGeom>
              <a:avLst/>
              <a:gdLst/>
              <a:ahLst/>
              <a:cxnLst/>
              <a:rect l="l" t="t" r="r" b="b"/>
              <a:pathLst>
                <a:path w="2864485" h="343535">
                  <a:moveTo>
                    <a:pt x="1527556" y="324358"/>
                  </a:moveTo>
                  <a:lnTo>
                    <a:pt x="104254" y="152412"/>
                  </a:lnTo>
                  <a:lnTo>
                    <a:pt x="104432" y="150876"/>
                  </a:lnTo>
                  <a:lnTo>
                    <a:pt x="107696" y="123952"/>
                  </a:lnTo>
                  <a:lnTo>
                    <a:pt x="27432" y="152654"/>
                  </a:lnTo>
                  <a:lnTo>
                    <a:pt x="98552" y="199644"/>
                  </a:lnTo>
                  <a:lnTo>
                    <a:pt x="101981" y="171208"/>
                  </a:lnTo>
                  <a:lnTo>
                    <a:pt x="1525270" y="343281"/>
                  </a:lnTo>
                  <a:lnTo>
                    <a:pt x="1527556" y="324358"/>
                  </a:lnTo>
                  <a:close/>
                </a:path>
                <a:path w="2864485" h="343535">
                  <a:moveTo>
                    <a:pt x="2863977" y="291084"/>
                  </a:moveTo>
                  <a:lnTo>
                    <a:pt x="76720" y="28371"/>
                  </a:lnTo>
                  <a:lnTo>
                    <a:pt x="76822" y="27178"/>
                  </a:lnTo>
                  <a:lnTo>
                    <a:pt x="79375" y="0"/>
                  </a:lnTo>
                  <a:lnTo>
                    <a:pt x="0" y="30734"/>
                  </a:lnTo>
                  <a:lnTo>
                    <a:pt x="72288" y="75819"/>
                  </a:lnTo>
                  <a:lnTo>
                    <a:pt x="74942" y="47421"/>
                  </a:lnTo>
                  <a:lnTo>
                    <a:pt x="2862199" y="310007"/>
                  </a:lnTo>
                  <a:lnTo>
                    <a:pt x="2863977" y="291084"/>
                  </a:lnTo>
                  <a:close/>
                </a:path>
              </a:pathLst>
            </a:custGeom>
            <a:solidFill>
              <a:srgbClr val="000000"/>
            </a:solidFill>
          </p:spPr>
          <p:txBody>
            <a:bodyPr wrap="square" lIns="0" tIns="0" rIns="0" bIns="0" rtlCol="0"/>
            <a:lstStyle/>
            <a:p/>
          </p:txBody>
        </p:sp>
      </p:grpSp>
      <p:pic>
        <p:nvPicPr>
          <p:cNvPr id="153" name="object 64"/>
          <p:cNvPicPr/>
          <p:nvPr/>
        </p:nvPicPr>
        <p:blipFill>
          <a:blip r:embed="rId29" cstate="print"/>
          <a:stretch>
            <a:fillRect/>
          </a:stretch>
        </p:blipFill>
        <p:spPr>
          <a:xfrm>
            <a:off x="1024127" y="5917531"/>
            <a:ext cx="222503" cy="149351"/>
          </a:xfrm>
          <a:prstGeom prst="rect">
            <a:avLst/>
          </a:prstGeom>
        </p:spPr>
      </p:pic>
      <p:pic>
        <p:nvPicPr>
          <p:cNvPr id="154" name="object 65"/>
          <p:cNvPicPr/>
          <p:nvPr/>
        </p:nvPicPr>
        <p:blipFill>
          <a:blip r:embed="rId30" cstate="print"/>
          <a:stretch>
            <a:fillRect/>
          </a:stretch>
        </p:blipFill>
        <p:spPr>
          <a:xfrm>
            <a:off x="2414016" y="5917531"/>
            <a:ext cx="227075" cy="149351"/>
          </a:xfrm>
          <a:prstGeom prst="rect">
            <a:avLst/>
          </a:prstGeom>
        </p:spPr>
      </p:pic>
      <p:pic>
        <p:nvPicPr>
          <p:cNvPr id="155" name="object 66"/>
          <p:cNvPicPr/>
          <p:nvPr/>
        </p:nvPicPr>
        <p:blipFill>
          <a:blip r:embed="rId31" cstate="print"/>
          <a:stretch>
            <a:fillRect/>
          </a:stretch>
        </p:blipFill>
        <p:spPr>
          <a:xfrm>
            <a:off x="3768852" y="5917531"/>
            <a:ext cx="230124" cy="152400"/>
          </a:xfrm>
          <a:prstGeom prst="rect">
            <a:avLst/>
          </a:prstGeom>
        </p:spPr>
      </p:pic>
      <p:grpSp>
        <p:nvGrpSpPr>
          <p:cNvPr id="156" name="object 67"/>
          <p:cNvGrpSpPr/>
          <p:nvPr/>
        </p:nvGrpSpPr>
        <p:grpSpPr>
          <a:xfrm>
            <a:off x="897508" y="4669248"/>
            <a:ext cx="427355" cy="821690"/>
            <a:chOff x="897508" y="5210428"/>
            <a:chExt cx="427355" cy="821690"/>
          </a:xfrm>
        </p:grpSpPr>
        <p:pic>
          <p:nvPicPr>
            <p:cNvPr id="157" name="object 68"/>
            <p:cNvPicPr/>
            <p:nvPr/>
          </p:nvPicPr>
          <p:blipFill>
            <a:blip r:embed="rId32" cstate="print"/>
            <a:stretch>
              <a:fillRect/>
            </a:stretch>
          </p:blipFill>
          <p:spPr>
            <a:xfrm>
              <a:off x="900683" y="5213603"/>
              <a:ext cx="420623" cy="815340"/>
            </a:xfrm>
            <a:prstGeom prst="rect">
              <a:avLst/>
            </a:prstGeom>
          </p:spPr>
        </p:pic>
        <p:sp>
          <p:nvSpPr>
            <p:cNvPr id="158" name="object 69"/>
            <p:cNvSpPr/>
            <p:nvPr/>
          </p:nvSpPr>
          <p:spPr>
            <a:xfrm>
              <a:off x="900683" y="5213603"/>
              <a:ext cx="421005" cy="815340"/>
            </a:xfrm>
            <a:custGeom>
              <a:avLst/>
              <a:gdLst/>
              <a:ahLst/>
              <a:cxnLst/>
              <a:rect l="l" t="t" r="r" b="b"/>
              <a:pathLst>
                <a:path w="421005" h="815339">
                  <a:moveTo>
                    <a:pt x="0" y="815340"/>
                  </a:moveTo>
                  <a:lnTo>
                    <a:pt x="420623" y="815340"/>
                  </a:lnTo>
                  <a:lnTo>
                    <a:pt x="420623" y="0"/>
                  </a:lnTo>
                  <a:lnTo>
                    <a:pt x="0" y="0"/>
                  </a:lnTo>
                  <a:lnTo>
                    <a:pt x="0" y="815340"/>
                  </a:lnTo>
                  <a:close/>
                </a:path>
              </a:pathLst>
            </a:custGeom>
            <a:ln w="6350">
              <a:solidFill>
                <a:srgbClr val="6FAC46"/>
              </a:solidFill>
            </a:ln>
          </p:spPr>
          <p:txBody>
            <a:bodyPr wrap="square" lIns="0" tIns="0" rIns="0" bIns="0" rtlCol="0"/>
            <a:lstStyle/>
            <a:p/>
          </p:txBody>
        </p:sp>
        <p:pic>
          <p:nvPicPr>
            <p:cNvPr id="159" name="object 70"/>
            <p:cNvPicPr/>
            <p:nvPr/>
          </p:nvPicPr>
          <p:blipFill>
            <a:blip r:embed="rId33" cstate="print"/>
            <a:stretch>
              <a:fillRect/>
            </a:stretch>
          </p:blipFill>
          <p:spPr>
            <a:xfrm>
              <a:off x="1016507" y="5507735"/>
              <a:ext cx="216408" cy="213359"/>
            </a:xfrm>
            <a:prstGeom prst="rect">
              <a:avLst/>
            </a:prstGeom>
          </p:spPr>
        </p:pic>
      </p:grpSp>
      <p:pic>
        <p:nvPicPr>
          <p:cNvPr id="160" name="object 71"/>
          <p:cNvPicPr/>
          <p:nvPr/>
        </p:nvPicPr>
        <p:blipFill>
          <a:blip r:embed="rId34" cstate="print"/>
          <a:stretch>
            <a:fillRect/>
          </a:stretch>
        </p:blipFill>
        <p:spPr>
          <a:xfrm>
            <a:off x="1082802" y="5578441"/>
            <a:ext cx="76200" cy="233045"/>
          </a:xfrm>
          <a:prstGeom prst="rect">
            <a:avLst/>
          </a:prstGeom>
        </p:spPr>
      </p:pic>
      <p:pic>
        <p:nvPicPr>
          <p:cNvPr id="161" name="object 72"/>
          <p:cNvPicPr/>
          <p:nvPr/>
        </p:nvPicPr>
        <p:blipFill>
          <a:blip r:embed="rId34" cstate="print"/>
          <a:stretch>
            <a:fillRect/>
          </a:stretch>
        </p:blipFill>
        <p:spPr>
          <a:xfrm>
            <a:off x="2472689" y="5578441"/>
            <a:ext cx="76200" cy="233045"/>
          </a:xfrm>
          <a:prstGeom prst="rect">
            <a:avLst/>
          </a:prstGeom>
        </p:spPr>
      </p:pic>
      <p:grpSp>
        <p:nvGrpSpPr>
          <p:cNvPr id="162" name="object 73"/>
          <p:cNvGrpSpPr/>
          <p:nvPr/>
        </p:nvGrpSpPr>
        <p:grpSpPr>
          <a:xfrm>
            <a:off x="2296541" y="4669248"/>
            <a:ext cx="425450" cy="821690"/>
            <a:chOff x="2296541" y="5210428"/>
            <a:chExt cx="425450" cy="821690"/>
          </a:xfrm>
        </p:grpSpPr>
        <p:pic>
          <p:nvPicPr>
            <p:cNvPr id="163" name="object 74"/>
            <p:cNvPicPr/>
            <p:nvPr/>
          </p:nvPicPr>
          <p:blipFill>
            <a:blip r:embed="rId32" cstate="print"/>
            <a:stretch>
              <a:fillRect/>
            </a:stretch>
          </p:blipFill>
          <p:spPr>
            <a:xfrm>
              <a:off x="2299716" y="5213603"/>
              <a:ext cx="419100" cy="815340"/>
            </a:xfrm>
            <a:prstGeom prst="rect">
              <a:avLst/>
            </a:prstGeom>
          </p:spPr>
        </p:pic>
        <p:sp>
          <p:nvSpPr>
            <p:cNvPr id="164" name="object 75"/>
            <p:cNvSpPr/>
            <p:nvPr/>
          </p:nvSpPr>
          <p:spPr>
            <a:xfrm>
              <a:off x="2299716" y="5213603"/>
              <a:ext cx="419100" cy="815340"/>
            </a:xfrm>
            <a:custGeom>
              <a:avLst/>
              <a:gdLst/>
              <a:ahLst/>
              <a:cxnLst/>
              <a:rect l="l" t="t" r="r" b="b"/>
              <a:pathLst>
                <a:path w="419100" h="815339">
                  <a:moveTo>
                    <a:pt x="0" y="815340"/>
                  </a:moveTo>
                  <a:lnTo>
                    <a:pt x="419100" y="815340"/>
                  </a:lnTo>
                  <a:lnTo>
                    <a:pt x="419100" y="0"/>
                  </a:lnTo>
                  <a:lnTo>
                    <a:pt x="0" y="0"/>
                  </a:lnTo>
                  <a:lnTo>
                    <a:pt x="0" y="815340"/>
                  </a:lnTo>
                  <a:close/>
                </a:path>
              </a:pathLst>
            </a:custGeom>
            <a:ln w="6350">
              <a:solidFill>
                <a:srgbClr val="6FAC46"/>
              </a:solidFill>
            </a:ln>
          </p:spPr>
          <p:txBody>
            <a:bodyPr wrap="square" lIns="0" tIns="0" rIns="0" bIns="0" rtlCol="0"/>
            <a:lstStyle/>
            <a:p/>
          </p:txBody>
        </p:sp>
        <p:pic>
          <p:nvPicPr>
            <p:cNvPr id="165" name="object 76"/>
            <p:cNvPicPr/>
            <p:nvPr/>
          </p:nvPicPr>
          <p:blipFill>
            <a:blip r:embed="rId35" cstate="print"/>
            <a:stretch>
              <a:fillRect/>
            </a:stretch>
          </p:blipFill>
          <p:spPr>
            <a:xfrm>
              <a:off x="2406396" y="5507735"/>
              <a:ext cx="220980" cy="213359"/>
            </a:xfrm>
            <a:prstGeom prst="rect">
              <a:avLst/>
            </a:prstGeom>
          </p:spPr>
        </p:pic>
      </p:grpSp>
      <p:pic>
        <p:nvPicPr>
          <p:cNvPr id="166" name="object 77"/>
          <p:cNvPicPr/>
          <p:nvPr/>
        </p:nvPicPr>
        <p:blipFill>
          <a:blip r:embed="rId34" cstate="print"/>
          <a:stretch>
            <a:fillRect/>
          </a:stretch>
        </p:blipFill>
        <p:spPr>
          <a:xfrm>
            <a:off x="3815334" y="5575393"/>
            <a:ext cx="76200" cy="233045"/>
          </a:xfrm>
          <a:prstGeom prst="rect">
            <a:avLst/>
          </a:prstGeom>
        </p:spPr>
      </p:pic>
      <p:grpSp>
        <p:nvGrpSpPr>
          <p:cNvPr id="167" name="object 78"/>
          <p:cNvGrpSpPr/>
          <p:nvPr/>
        </p:nvGrpSpPr>
        <p:grpSpPr>
          <a:xfrm>
            <a:off x="3636136" y="4663153"/>
            <a:ext cx="425450" cy="820419"/>
            <a:chOff x="3636136" y="5204333"/>
            <a:chExt cx="425450" cy="820419"/>
          </a:xfrm>
        </p:grpSpPr>
        <p:pic>
          <p:nvPicPr>
            <p:cNvPr id="168" name="object 79"/>
            <p:cNvPicPr/>
            <p:nvPr/>
          </p:nvPicPr>
          <p:blipFill>
            <a:blip r:embed="rId36" cstate="print"/>
            <a:stretch>
              <a:fillRect/>
            </a:stretch>
          </p:blipFill>
          <p:spPr>
            <a:xfrm>
              <a:off x="3639311" y="5207508"/>
              <a:ext cx="419100" cy="813815"/>
            </a:xfrm>
            <a:prstGeom prst="rect">
              <a:avLst/>
            </a:prstGeom>
          </p:spPr>
        </p:pic>
        <p:sp>
          <p:nvSpPr>
            <p:cNvPr id="169" name="object 80"/>
            <p:cNvSpPr/>
            <p:nvPr/>
          </p:nvSpPr>
          <p:spPr>
            <a:xfrm>
              <a:off x="3639311" y="5207508"/>
              <a:ext cx="419100" cy="814069"/>
            </a:xfrm>
            <a:custGeom>
              <a:avLst/>
              <a:gdLst/>
              <a:ahLst/>
              <a:cxnLst/>
              <a:rect l="l" t="t" r="r" b="b"/>
              <a:pathLst>
                <a:path w="419100" h="814070">
                  <a:moveTo>
                    <a:pt x="0" y="813815"/>
                  </a:moveTo>
                  <a:lnTo>
                    <a:pt x="419100" y="813815"/>
                  </a:lnTo>
                  <a:lnTo>
                    <a:pt x="419100" y="0"/>
                  </a:lnTo>
                  <a:lnTo>
                    <a:pt x="0" y="0"/>
                  </a:lnTo>
                  <a:lnTo>
                    <a:pt x="0" y="813815"/>
                  </a:lnTo>
                  <a:close/>
                </a:path>
              </a:pathLst>
            </a:custGeom>
            <a:ln w="6350">
              <a:solidFill>
                <a:srgbClr val="6FAC46"/>
              </a:solidFill>
            </a:ln>
          </p:spPr>
          <p:txBody>
            <a:bodyPr wrap="square" lIns="0" tIns="0" rIns="0" bIns="0" rtlCol="0"/>
            <a:lstStyle/>
            <a:p/>
          </p:txBody>
        </p:sp>
        <p:pic>
          <p:nvPicPr>
            <p:cNvPr id="170" name="object 81"/>
            <p:cNvPicPr/>
            <p:nvPr/>
          </p:nvPicPr>
          <p:blipFill>
            <a:blip r:embed="rId37" cstate="print"/>
            <a:stretch>
              <a:fillRect/>
            </a:stretch>
          </p:blipFill>
          <p:spPr>
            <a:xfrm>
              <a:off x="3749039" y="5506212"/>
              <a:ext cx="222503" cy="216407"/>
            </a:xfrm>
            <a:prstGeom prst="rect">
              <a:avLst/>
            </a:prstGeom>
          </p:spPr>
        </p:pic>
      </p:grpSp>
      <p:pic>
        <p:nvPicPr>
          <p:cNvPr id="171" name="object 89"/>
          <p:cNvPicPr/>
          <p:nvPr/>
        </p:nvPicPr>
        <p:blipFill>
          <a:blip r:embed="rId38" cstate="print"/>
          <a:stretch>
            <a:fillRect/>
          </a:stretch>
        </p:blipFill>
        <p:spPr>
          <a:xfrm>
            <a:off x="2196973" y="4400390"/>
            <a:ext cx="111378" cy="215137"/>
          </a:xfrm>
          <a:prstGeom prst="rect">
            <a:avLst/>
          </a:prstGeom>
        </p:spPr>
      </p:pic>
      <p:pic>
        <p:nvPicPr>
          <p:cNvPr id="172" name="object 94"/>
          <p:cNvPicPr/>
          <p:nvPr/>
        </p:nvPicPr>
        <p:blipFill>
          <a:blip r:embed="rId39" cstate="print"/>
          <a:stretch>
            <a:fillRect/>
          </a:stretch>
        </p:blipFill>
        <p:spPr>
          <a:xfrm>
            <a:off x="3536569" y="4386673"/>
            <a:ext cx="111378" cy="215137"/>
          </a:xfrm>
          <a:prstGeom prst="rect">
            <a:avLst/>
          </a:prstGeom>
        </p:spPr>
      </p:pic>
      <p:pic>
        <p:nvPicPr>
          <p:cNvPr id="173" name="object 95"/>
          <p:cNvPicPr/>
          <p:nvPr/>
        </p:nvPicPr>
        <p:blipFill>
          <a:blip r:embed="rId40" cstate="print"/>
          <a:stretch>
            <a:fillRect/>
          </a:stretch>
        </p:blipFill>
        <p:spPr>
          <a:xfrm>
            <a:off x="2469388" y="4389722"/>
            <a:ext cx="76200" cy="213614"/>
          </a:xfrm>
          <a:prstGeom prst="rect">
            <a:avLst/>
          </a:prstGeom>
        </p:spPr>
      </p:pic>
      <p:pic>
        <p:nvPicPr>
          <p:cNvPr id="174" name="object 96"/>
          <p:cNvPicPr/>
          <p:nvPr/>
        </p:nvPicPr>
        <p:blipFill>
          <a:blip r:embed="rId40" cstate="print"/>
          <a:stretch>
            <a:fillRect/>
          </a:stretch>
        </p:blipFill>
        <p:spPr>
          <a:xfrm>
            <a:off x="3805935" y="4392770"/>
            <a:ext cx="76200" cy="213613"/>
          </a:xfrm>
          <a:prstGeom prst="rect">
            <a:avLst/>
          </a:prstGeom>
        </p:spPr>
      </p:pic>
      <p:pic>
        <p:nvPicPr>
          <p:cNvPr id="175" name="object 97"/>
          <p:cNvPicPr/>
          <p:nvPr/>
        </p:nvPicPr>
        <p:blipFill>
          <a:blip r:embed="rId8" cstate="print"/>
          <a:stretch>
            <a:fillRect/>
          </a:stretch>
        </p:blipFill>
        <p:spPr>
          <a:xfrm>
            <a:off x="2714625" y="4383625"/>
            <a:ext cx="141986" cy="214375"/>
          </a:xfrm>
          <a:prstGeom prst="rect">
            <a:avLst/>
          </a:prstGeom>
        </p:spPr>
      </p:pic>
      <p:pic>
        <p:nvPicPr>
          <p:cNvPr id="176" name="object 98"/>
          <p:cNvPicPr/>
          <p:nvPr/>
        </p:nvPicPr>
        <p:blipFill>
          <a:blip r:embed="rId8" cstate="print"/>
          <a:stretch>
            <a:fillRect/>
          </a:stretch>
        </p:blipFill>
        <p:spPr>
          <a:xfrm>
            <a:off x="4049648" y="4385149"/>
            <a:ext cx="141986" cy="214375"/>
          </a:xfrm>
          <a:prstGeom prst="rect">
            <a:avLst/>
          </a:prstGeom>
        </p:spPr>
      </p:pic>
      <p:pic>
        <p:nvPicPr>
          <p:cNvPr id="177" name="object 102"/>
          <p:cNvPicPr/>
          <p:nvPr/>
        </p:nvPicPr>
        <p:blipFill>
          <a:blip r:embed="rId41" cstate="print"/>
          <a:stretch>
            <a:fillRect/>
          </a:stretch>
        </p:blipFill>
        <p:spPr>
          <a:xfrm>
            <a:off x="492271" y="3073748"/>
            <a:ext cx="348976" cy="182880"/>
          </a:xfrm>
          <a:prstGeom prst="rect">
            <a:avLst/>
          </a:prstGeom>
        </p:spPr>
      </p:pic>
      <p:pic>
        <p:nvPicPr>
          <p:cNvPr id="178" name="object 103"/>
          <p:cNvPicPr/>
          <p:nvPr/>
        </p:nvPicPr>
        <p:blipFill>
          <a:blip r:embed="rId42" cstate="print"/>
          <a:stretch>
            <a:fillRect/>
          </a:stretch>
        </p:blipFill>
        <p:spPr>
          <a:xfrm>
            <a:off x="1905019" y="3076796"/>
            <a:ext cx="353548" cy="182880"/>
          </a:xfrm>
          <a:prstGeom prst="rect">
            <a:avLst/>
          </a:prstGeom>
        </p:spPr>
      </p:pic>
      <p:pic>
        <p:nvPicPr>
          <p:cNvPr id="179" name="object 104"/>
          <p:cNvPicPr/>
          <p:nvPr/>
        </p:nvPicPr>
        <p:blipFill>
          <a:blip r:embed="rId43" cstate="print"/>
          <a:stretch>
            <a:fillRect/>
          </a:stretch>
        </p:blipFill>
        <p:spPr>
          <a:xfrm>
            <a:off x="3247683" y="3079843"/>
            <a:ext cx="355052" cy="182880"/>
          </a:xfrm>
          <a:prstGeom prst="rect">
            <a:avLst/>
          </a:prstGeom>
        </p:spPr>
      </p:pic>
      <p:pic>
        <p:nvPicPr>
          <p:cNvPr id="187" name="object 82"/>
          <p:cNvPicPr/>
          <p:nvPr/>
        </p:nvPicPr>
        <p:blipFill>
          <a:blip r:embed="rId44" cstate="print"/>
          <a:stretch>
            <a:fillRect/>
          </a:stretch>
        </p:blipFill>
        <p:spPr>
          <a:xfrm>
            <a:off x="5234648" y="4170904"/>
            <a:ext cx="3225418" cy="182880"/>
          </a:xfrm>
          <a:prstGeom prst="rect">
            <a:avLst/>
          </a:prstGeom>
        </p:spPr>
      </p:pic>
      <p:pic>
        <p:nvPicPr>
          <p:cNvPr id="188" name="object 83"/>
          <p:cNvPicPr/>
          <p:nvPr/>
        </p:nvPicPr>
        <p:blipFill>
          <a:blip r:embed="rId45" cstate="print"/>
          <a:stretch>
            <a:fillRect/>
          </a:stretch>
        </p:blipFill>
        <p:spPr>
          <a:xfrm>
            <a:off x="5232236" y="4513804"/>
            <a:ext cx="2607564" cy="227075"/>
          </a:xfrm>
          <a:prstGeom prst="rect">
            <a:avLst/>
          </a:prstGeom>
        </p:spPr>
      </p:pic>
      <p:grpSp>
        <p:nvGrpSpPr>
          <p:cNvPr id="189" name="object 84"/>
          <p:cNvGrpSpPr/>
          <p:nvPr/>
        </p:nvGrpSpPr>
        <p:grpSpPr>
          <a:xfrm>
            <a:off x="5416640" y="4899377"/>
            <a:ext cx="1811020" cy="434340"/>
            <a:chOff x="5323332" y="5141976"/>
            <a:chExt cx="1811020" cy="434340"/>
          </a:xfrm>
        </p:grpSpPr>
        <p:pic>
          <p:nvPicPr>
            <p:cNvPr id="190" name="object 85"/>
            <p:cNvPicPr/>
            <p:nvPr/>
          </p:nvPicPr>
          <p:blipFill>
            <a:blip r:embed="rId46" cstate="print"/>
            <a:stretch>
              <a:fillRect/>
            </a:stretch>
          </p:blipFill>
          <p:spPr>
            <a:xfrm>
              <a:off x="5323332" y="5141976"/>
              <a:ext cx="1810512" cy="252984"/>
            </a:xfrm>
            <a:prstGeom prst="rect">
              <a:avLst/>
            </a:prstGeom>
          </p:spPr>
        </p:pic>
        <p:pic>
          <p:nvPicPr>
            <p:cNvPr id="191" name="object 86"/>
            <p:cNvPicPr/>
            <p:nvPr/>
          </p:nvPicPr>
          <p:blipFill>
            <a:blip r:embed="rId47" cstate="print"/>
            <a:stretch>
              <a:fillRect/>
            </a:stretch>
          </p:blipFill>
          <p:spPr>
            <a:xfrm>
              <a:off x="6319266" y="5385054"/>
              <a:ext cx="196723" cy="191008"/>
            </a:xfrm>
            <a:prstGeom prst="rect">
              <a:avLst/>
            </a:prstGeom>
          </p:spPr>
        </p:pic>
      </p:grpSp>
      <p:pic>
        <p:nvPicPr>
          <p:cNvPr id="192" name="object 87"/>
          <p:cNvPicPr/>
          <p:nvPr/>
        </p:nvPicPr>
        <p:blipFill>
          <a:blip r:embed="rId48" cstate="print"/>
          <a:stretch>
            <a:fillRect/>
          </a:stretch>
        </p:blipFill>
        <p:spPr>
          <a:xfrm>
            <a:off x="5234394" y="5668997"/>
            <a:ext cx="3615816" cy="252984"/>
          </a:xfrm>
          <a:prstGeom prst="rect">
            <a:avLst/>
          </a:prstGeom>
        </p:spPr>
      </p:pic>
      <p:sp>
        <p:nvSpPr>
          <p:cNvPr id="193" name="object 88"/>
          <p:cNvSpPr txBox="1"/>
          <p:nvPr/>
        </p:nvSpPr>
        <p:spPr>
          <a:xfrm>
            <a:off x="6637110" y="5231710"/>
            <a:ext cx="2296795"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Calibri" panose="020F0502020204030204"/>
                <a:cs typeface="Calibri" panose="020F0502020204030204"/>
              </a:rPr>
              <a:t>shared</a:t>
            </a:r>
            <a:r>
              <a:rPr sz="1400" spc="-40" dirty="0">
                <a:latin typeface="Calibri" panose="020F0502020204030204"/>
                <a:cs typeface="Calibri" panose="020F0502020204030204"/>
              </a:rPr>
              <a:t> </a:t>
            </a:r>
            <a:r>
              <a:rPr sz="1400" spc="-10" dirty="0">
                <a:latin typeface="Calibri" panose="020F0502020204030204"/>
                <a:cs typeface="Calibri" panose="020F0502020204030204"/>
              </a:rPr>
              <a:t>weights</a:t>
            </a:r>
            <a:r>
              <a:rPr sz="1400" spc="-25" dirty="0">
                <a:latin typeface="Calibri" panose="020F0502020204030204"/>
                <a:cs typeface="Calibri" panose="020F0502020204030204"/>
              </a:rPr>
              <a:t> </a:t>
            </a:r>
            <a:r>
              <a:rPr sz="1400" dirty="0">
                <a:latin typeface="Calibri" panose="020F0502020204030204"/>
                <a:cs typeface="Calibri" panose="020F0502020204030204"/>
              </a:rPr>
              <a:t>at</a:t>
            </a:r>
            <a:r>
              <a:rPr sz="1400" spc="-30" dirty="0">
                <a:latin typeface="Calibri" panose="020F0502020204030204"/>
                <a:cs typeface="Calibri" panose="020F0502020204030204"/>
              </a:rPr>
              <a:t> </a:t>
            </a:r>
            <a:r>
              <a:rPr sz="1400" dirty="0">
                <a:latin typeface="Calibri" panose="020F0502020204030204"/>
                <a:cs typeface="Calibri" panose="020F0502020204030204"/>
              </a:rPr>
              <a:t>all</a:t>
            </a:r>
            <a:r>
              <a:rPr sz="1400" spc="-30" dirty="0">
                <a:latin typeface="Calibri" panose="020F0502020204030204"/>
                <a:cs typeface="Calibri" panose="020F0502020204030204"/>
              </a:rPr>
              <a:t> </a:t>
            </a:r>
            <a:r>
              <a:rPr sz="1400" dirty="0">
                <a:latin typeface="Calibri" panose="020F0502020204030204"/>
                <a:cs typeface="Calibri" panose="020F0502020204030204"/>
              </a:rPr>
              <a:t>time</a:t>
            </a:r>
            <a:r>
              <a:rPr sz="1400" spc="-30" dirty="0">
                <a:latin typeface="Calibri" panose="020F0502020204030204"/>
                <a:cs typeface="Calibri" panose="020F0502020204030204"/>
              </a:rPr>
              <a:t> </a:t>
            </a:r>
            <a:r>
              <a:rPr sz="1400" spc="-20" dirty="0">
                <a:latin typeface="Calibri" panose="020F0502020204030204"/>
                <a:cs typeface="Calibri" panose="020F0502020204030204"/>
              </a:rPr>
              <a:t>steps</a:t>
            </a:r>
            <a:endParaRPr sz="1400">
              <a:latin typeface="Calibri" panose="020F0502020204030204"/>
              <a:cs typeface="Calibri" panose="020F0502020204030204"/>
            </a:endParaRPr>
          </a:p>
        </p:txBody>
      </p:sp>
      <p:pic>
        <p:nvPicPr>
          <p:cNvPr id="194" name="object 99"/>
          <p:cNvPicPr/>
          <p:nvPr/>
        </p:nvPicPr>
        <p:blipFill>
          <a:blip r:embed="rId49" cstate="print"/>
          <a:stretch>
            <a:fillRect/>
          </a:stretch>
        </p:blipFill>
        <p:spPr>
          <a:xfrm>
            <a:off x="5231084" y="3183635"/>
            <a:ext cx="986027" cy="231648"/>
          </a:xfrm>
          <a:prstGeom prst="rect">
            <a:avLst/>
          </a:prstGeom>
        </p:spPr>
      </p:pic>
      <p:pic>
        <p:nvPicPr>
          <p:cNvPr id="195" name="object 100"/>
          <p:cNvPicPr/>
          <p:nvPr/>
        </p:nvPicPr>
        <p:blipFill>
          <a:blip r:embed="rId50" cstate="print"/>
          <a:stretch>
            <a:fillRect/>
          </a:stretch>
        </p:blipFill>
        <p:spPr>
          <a:xfrm>
            <a:off x="6457904" y="3200400"/>
            <a:ext cx="4692396" cy="214884"/>
          </a:xfrm>
          <a:prstGeom prst="rect">
            <a:avLst/>
          </a:prstGeom>
        </p:spPr>
      </p:pic>
      <p:pic>
        <p:nvPicPr>
          <p:cNvPr id="196" name="object 90"/>
          <p:cNvPicPr/>
          <p:nvPr/>
        </p:nvPicPr>
        <p:blipFill>
          <a:blip r:embed="rId51" cstate="print"/>
          <a:stretch>
            <a:fillRect/>
          </a:stretch>
        </p:blipFill>
        <p:spPr>
          <a:xfrm>
            <a:off x="5231084" y="3498113"/>
            <a:ext cx="2749296" cy="230124"/>
          </a:xfrm>
          <a:prstGeom prst="rect">
            <a:avLst/>
          </a:prstGeom>
        </p:spPr>
      </p:pic>
      <p:pic>
        <p:nvPicPr>
          <p:cNvPr id="197" name="object 92"/>
          <p:cNvPicPr/>
          <p:nvPr/>
        </p:nvPicPr>
        <p:blipFill>
          <a:blip r:embed="rId52" cstate="print"/>
          <a:stretch>
            <a:fillRect/>
          </a:stretch>
        </p:blipFill>
        <p:spPr>
          <a:xfrm>
            <a:off x="8413196" y="3476778"/>
            <a:ext cx="1520952" cy="207264"/>
          </a:xfrm>
          <a:prstGeom prst="rect">
            <a:avLst/>
          </a:prstGeom>
        </p:spPr>
      </p:pic>
      <p:pic>
        <p:nvPicPr>
          <p:cNvPr id="198" name="object 91"/>
          <p:cNvPicPr/>
          <p:nvPr/>
        </p:nvPicPr>
        <p:blipFill>
          <a:blip r:embed="rId53" cstate="print"/>
          <a:stretch>
            <a:fillRect/>
          </a:stretch>
        </p:blipFill>
        <p:spPr>
          <a:xfrm>
            <a:off x="5231083" y="3801422"/>
            <a:ext cx="966215" cy="230124"/>
          </a:xfrm>
          <a:prstGeom prst="rect">
            <a:avLst/>
          </a:prstGeom>
        </p:spPr>
      </p:pic>
      <p:pic>
        <p:nvPicPr>
          <p:cNvPr id="199" name="object 93"/>
          <p:cNvPicPr/>
          <p:nvPr/>
        </p:nvPicPr>
        <p:blipFill>
          <a:blip r:embed="rId54" cstate="print"/>
          <a:stretch>
            <a:fillRect/>
          </a:stretch>
        </p:blipFill>
        <p:spPr>
          <a:xfrm>
            <a:off x="8413195" y="3792278"/>
            <a:ext cx="1490472" cy="225551"/>
          </a:xfrm>
          <a:prstGeom prst="rect">
            <a:avLst/>
          </a:prstGeom>
        </p:spPr>
      </p:pic>
      <p:pic>
        <p:nvPicPr>
          <p:cNvPr id="200" name="object 106"/>
          <p:cNvPicPr/>
          <p:nvPr/>
        </p:nvPicPr>
        <p:blipFill>
          <a:blip r:embed="rId55" cstate="print"/>
          <a:stretch>
            <a:fillRect/>
          </a:stretch>
        </p:blipFill>
        <p:spPr>
          <a:xfrm>
            <a:off x="5231083" y="2839385"/>
            <a:ext cx="1231391" cy="246887"/>
          </a:xfrm>
          <a:prstGeom prst="rect">
            <a:avLst/>
          </a:prstGeom>
        </p:spPr>
      </p:pic>
      <p:pic>
        <p:nvPicPr>
          <p:cNvPr id="201" name="object 107"/>
          <p:cNvPicPr/>
          <p:nvPr/>
        </p:nvPicPr>
        <p:blipFill>
          <a:blip r:embed="rId56" cstate="print"/>
          <a:stretch>
            <a:fillRect/>
          </a:stretch>
        </p:blipFill>
        <p:spPr>
          <a:xfrm>
            <a:off x="5231083" y="2276132"/>
            <a:ext cx="3154679" cy="544068"/>
          </a:xfrm>
          <a:prstGeom prst="rect">
            <a:avLst/>
          </a:prstGeom>
        </p:spPr>
      </p:pic>
      <p:sp>
        <p:nvSpPr>
          <p:cNvPr id="204" name="Title 1"/>
          <p:cNvSpPr>
            <a:spLocks noGrp="1"/>
          </p:cNvSpPr>
          <p:nvPr>
            <p:ph type="title"/>
          </p:nvPr>
        </p:nvSpPr>
        <p:spPr>
          <a:xfrm>
            <a:off x="441325" y="258763"/>
            <a:ext cx="11307763" cy="676210"/>
          </a:xfrm>
        </p:spPr>
        <p:txBody>
          <a:bodyPr/>
          <a:lstStyle/>
          <a:p>
            <a:r>
              <a:rPr lang="en-US" dirty="0"/>
              <a:t>Self-Attention</a:t>
            </a:r>
            <a:endParaRPr lang="en-IN" dirty="0"/>
          </a:p>
        </p:txBody>
      </p:sp>
      <mc:AlternateContent xmlns:mc="http://schemas.openxmlformats.org/markup-compatibility/2006" xmlns:p14="http://schemas.microsoft.com/office/powerpoint/2010/main">
        <mc:Choice Requires="p14">
          <p:contentPart r:id="rId57" p14:bwMode="auto">
            <p14:nvContentPartPr>
              <p14:cNvPr id="2" name="Ink 1"/>
              <p14:cNvContentPartPr/>
              <p14:nvPr/>
            </p14:nvContentPartPr>
            <p14:xfrm>
              <a:off x="1014480" y="1241280"/>
              <a:ext cx="2979000" cy="2773800"/>
            </p14:xfrm>
          </p:contentPart>
        </mc:Choice>
        <mc:Fallback xmlns="">
          <p:pic>
            <p:nvPicPr>
              <p:cNvPr id="2" name="Ink 1"/>
            </p:nvPicPr>
            <p:blipFill>
              <a:blip r:embed="rId58"/>
            </p:blipFill>
            <p:spPr>
              <a:xfrm>
                <a:off x="1014480" y="1241280"/>
                <a:ext cx="2979000" cy="2773800"/>
              </a:xfrm>
              <a:prstGeom prst="rect"/>
            </p:spPr>
          </p:pic>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 name="object 2"/>
          <p:cNvGrpSpPr/>
          <p:nvPr/>
        </p:nvGrpSpPr>
        <p:grpSpPr>
          <a:xfrm>
            <a:off x="830325" y="2509614"/>
            <a:ext cx="431800" cy="175895"/>
            <a:chOff x="830325" y="3050794"/>
            <a:chExt cx="431800" cy="175895"/>
          </a:xfrm>
        </p:grpSpPr>
        <p:sp>
          <p:nvSpPr>
            <p:cNvPr id="93" name="object 3"/>
            <p:cNvSpPr/>
            <p:nvPr/>
          </p:nvSpPr>
          <p:spPr>
            <a:xfrm>
              <a:off x="836675" y="3057144"/>
              <a:ext cx="419100" cy="163195"/>
            </a:xfrm>
            <a:custGeom>
              <a:avLst/>
              <a:gdLst/>
              <a:ahLst/>
              <a:cxnLst/>
              <a:rect l="l" t="t" r="r" b="b"/>
              <a:pathLst>
                <a:path w="419100" h="163194">
                  <a:moveTo>
                    <a:pt x="419100" y="0"/>
                  </a:moveTo>
                  <a:lnTo>
                    <a:pt x="0" y="0"/>
                  </a:lnTo>
                  <a:lnTo>
                    <a:pt x="0" y="163067"/>
                  </a:lnTo>
                  <a:lnTo>
                    <a:pt x="419100" y="163067"/>
                  </a:lnTo>
                  <a:lnTo>
                    <a:pt x="419100" y="0"/>
                  </a:lnTo>
                  <a:close/>
                </a:path>
              </a:pathLst>
            </a:custGeom>
            <a:solidFill>
              <a:srgbClr val="EC7C30"/>
            </a:solidFill>
          </p:spPr>
          <p:txBody>
            <a:bodyPr wrap="square" lIns="0" tIns="0" rIns="0" bIns="0" rtlCol="0"/>
            <a:lstStyle/>
            <a:p/>
          </p:txBody>
        </p:sp>
        <p:sp>
          <p:nvSpPr>
            <p:cNvPr id="94" name="object 4"/>
            <p:cNvSpPr/>
            <p:nvPr/>
          </p:nvSpPr>
          <p:spPr>
            <a:xfrm>
              <a:off x="836675" y="3057144"/>
              <a:ext cx="419100" cy="163195"/>
            </a:xfrm>
            <a:custGeom>
              <a:avLst/>
              <a:gdLst/>
              <a:ahLst/>
              <a:cxnLst/>
              <a:rect l="l" t="t" r="r" b="b"/>
              <a:pathLst>
                <a:path w="419100" h="163194">
                  <a:moveTo>
                    <a:pt x="0" y="163067"/>
                  </a:moveTo>
                  <a:lnTo>
                    <a:pt x="419100" y="163067"/>
                  </a:lnTo>
                  <a:lnTo>
                    <a:pt x="419100" y="0"/>
                  </a:lnTo>
                  <a:lnTo>
                    <a:pt x="0" y="0"/>
                  </a:lnTo>
                  <a:lnTo>
                    <a:pt x="0" y="163067"/>
                  </a:lnTo>
                  <a:close/>
                </a:path>
              </a:pathLst>
            </a:custGeom>
            <a:ln w="12700">
              <a:solidFill>
                <a:srgbClr val="AD5A20"/>
              </a:solidFill>
            </a:ln>
          </p:spPr>
          <p:txBody>
            <a:bodyPr wrap="square" lIns="0" tIns="0" rIns="0" bIns="0" rtlCol="0"/>
            <a:lstStyle/>
            <a:p/>
          </p:txBody>
        </p:sp>
      </p:grpSp>
      <p:grpSp>
        <p:nvGrpSpPr>
          <p:cNvPr id="95" name="object 5"/>
          <p:cNvGrpSpPr/>
          <p:nvPr/>
        </p:nvGrpSpPr>
        <p:grpSpPr>
          <a:xfrm>
            <a:off x="492251" y="1525363"/>
            <a:ext cx="3904615" cy="3076448"/>
            <a:chOff x="492251" y="2066543"/>
            <a:chExt cx="3904615" cy="3076448"/>
          </a:xfrm>
        </p:grpSpPr>
        <p:sp>
          <p:nvSpPr>
            <p:cNvPr id="96" name="object 6"/>
            <p:cNvSpPr/>
            <p:nvPr/>
          </p:nvSpPr>
          <p:spPr>
            <a:xfrm>
              <a:off x="2314956" y="2732531"/>
              <a:ext cx="417830" cy="483234"/>
            </a:xfrm>
            <a:custGeom>
              <a:avLst/>
              <a:gdLst/>
              <a:ahLst/>
              <a:cxnLst/>
              <a:rect l="l" t="t" r="r" b="b"/>
              <a:pathLst>
                <a:path w="417830" h="483235">
                  <a:moveTo>
                    <a:pt x="417575" y="0"/>
                  </a:moveTo>
                  <a:lnTo>
                    <a:pt x="0" y="0"/>
                  </a:lnTo>
                  <a:lnTo>
                    <a:pt x="0" y="483108"/>
                  </a:lnTo>
                  <a:lnTo>
                    <a:pt x="417575" y="483108"/>
                  </a:lnTo>
                  <a:lnTo>
                    <a:pt x="417575" y="0"/>
                  </a:lnTo>
                  <a:close/>
                </a:path>
              </a:pathLst>
            </a:custGeom>
            <a:solidFill>
              <a:srgbClr val="EC7C30"/>
            </a:solidFill>
          </p:spPr>
          <p:txBody>
            <a:bodyPr wrap="square" lIns="0" tIns="0" rIns="0" bIns="0" rtlCol="0"/>
            <a:lstStyle/>
            <a:p>
              <a:endParaRPr dirty="0"/>
            </a:p>
          </p:txBody>
        </p:sp>
        <p:sp>
          <p:nvSpPr>
            <p:cNvPr id="97" name="object 7"/>
            <p:cNvSpPr/>
            <p:nvPr/>
          </p:nvSpPr>
          <p:spPr>
            <a:xfrm>
              <a:off x="2314956" y="2732531"/>
              <a:ext cx="417830" cy="483234"/>
            </a:xfrm>
            <a:custGeom>
              <a:avLst/>
              <a:gdLst/>
              <a:ahLst/>
              <a:cxnLst/>
              <a:rect l="l" t="t" r="r" b="b"/>
              <a:pathLst>
                <a:path w="417830" h="483235">
                  <a:moveTo>
                    <a:pt x="0" y="483108"/>
                  </a:moveTo>
                  <a:lnTo>
                    <a:pt x="417575" y="483108"/>
                  </a:lnTo>
                  <a:lnTo>
                    <a:pt x="417575" y="0"/>
                  </a:lnTo>
                  <a:lnTo>
                    <a:pt x="0" y="0"/>
                  </a:lnTo>
                  <a:lnTo>
                    <a:pt x="0" y="483108"/>
                  </a:lnTo>
                  <a:close/>
                </a:path>
              </a:pathLst>
            </a:custGeom>
            <a:ln w="12700">
              <a:solidFill>
                <a:srgbClr val="AD5A20"/>
              </a:solidFill>
            </a:ln>
          </p:spPr>
          <p:txBody>
            <a:bodyPr wrap="square" lIns="0" tIns="0" rIns="0" bIns="0" rtlCol="0"/>
            <a:lstStyle/>
            <a:p/>
          </p:txBody>
        </p:sp>
        <p:pic>
          <p:nvPicPr>
            <p:cNvPr id="98" name="object 8"/>
            <p:cNvPicPr/>
            <p:nvPr/>
          </p:nvPicPr>
          <p:blipFill>
            <a:blip r:embed="rId1" cstate="print"/>
            <a:stretch>
              <a:fillRect/>
            </a:stretch>
          </p:blipFill>
          <p:spPr>
            <a:xfrm>
              <a:off x="573023" y="4500371"/>
              <a:ext cx="332232" cy="382524"/>
            </a:xfrm>
            <a:prstGeom prst="rect">
              <a:avLst/>
            </a:prstGeom>
          </p:spPr>
        </p:pic>
        <p:sp>
          <p:nvSpPr>
            <p:cNvPr id="99" name="object 9"/>
            <p:cNvSpPr/>
            <p:nvPr/>
          </p:nvSpPr>
          <p:spPr>
            <a:xfrm>
              <a:off x="573023" y="4500371"/>
              <a:ext cx="332740" cy="382905"/>
            </a:xfrm>
            <a:custGeom>
              <a:avLst/>
              <a:gdLst/>
              <a:ahLst/>
              <a:cxnLst/>
              <a:rect l="l" t="t" r="r" b="b"/>
              <a:pathLst>
                <a:path w="332740" h="382904">
                  <a:moveTo>
                    <a:pt x="0" y="382523"/>
                  </a:moveTo>
                  <a:lnTo>
                    <a:pt x="332232" y="382523"/>
                  </a:lnTo>
                  <a:lnTo>
                    <a:pt x="332232" y="0"/>
                  </a:lnTo>
                  <a:lnTo>
                    <a:pt x="0" y="0"/>
                  </a:lnTo>
                  <a:lnTo>
                    <a:pt x="0" y="382523"/>
                  </a:lnTo>
                  <a:close/>
                </a:path>
              </a:pathLst>
            </a:custGeom>
            <a:ln w="6350">
              <a:solidFill>
                <a:srgbClr val="EC7C30"/>
              </a:solidFill>
            </a:ln>
          </p:spPr>
          <p:txBody>
            <a:bodyPr wrap="square" lIns="0" tIns="0" rIns="0" bIns="0" rtlCol="0"/>
            <a:lstStyle/>
            <a:p/>
          </p:txBody>
        </p:sp>
        <p:pic>
          <p:nvPicPr>
            <p:cNvPr id="100" name="object 10"/>
            <p:cNvPicPr/>
            <p:nvPr/>
          </p:nvPicPr>
          <p:blipFill>
            <a:blip r:embed="rId2" cstate="print"/>
            <a:stretch>
              <a:fillRect/>
            </a:stretch>
          </p:blipFill>
          <p:spPr>
            <a:xfrm>
              <a:off x="637031" y="4607051"/>
              <a:ext cx="202692" cy="213360"/>
            </a:xfrm>
            <a:prstGeom prst="rect">
              <a:avLst/>
            </a:prstGeom>
          </p:spPr>
        </p:pic>
        <p:pic>
          <p:nvPicPr>
            <p:cNvPr id="101" name="object 11"/>
            <p:cNvPicPr/>
            <p:nvPr/>
          </p:nvPicPr>
          <p:blipFill>
            <a:blip r:embed="rId3" cstate="print"/>
            <a:stretch>
              <a:fillRect/>
            </a:stretch>
          </p:blipFill>
          <p:spPr>
            <a:xfrm>
              <a:off x="796455" y="4927853"/>
              <a:ext cx="111302" cy="215137"/>
            </a:xfrm>
            <a:prstGeom prst="rect">
              <a:avLst/>
            </a:prstGeom>
          </p:spPr>
        </p:pic>
        <p:pic>
          <p:nvPicPr>
            <p:cNvPr id="102" name="object 12"/>
            <p:cNvPicPr/>
            <p:nvPr/>
          </p:nvPicPr>
          <p:blipFill>
            <a:blip r:embed="rId1" cstate="print"/>
            <a:stretch>
              <a:fillRect/>
            </a:stretch>
          </p:blipFill>
          <p:spPr>
            <a:xfrm>
              <a:off x="1970531" y="4491227"/>
              <a:ext cx="332231" cy="382524"/>
            </a:xfrm>
            <a:prstGeom prst="rect">
              <a:avLst/>
            </a:prstGeom>
          </p:spPr>
        </p:pic>
        <p:sp>
          <p:nvSpPr>
            <p:cNvPr id="103" name="object 13"/>
            <p:cNvSpPr/>
            <p:nvPr/>
          </p:nvSpPr>
          <p:spPr>
            <a:xfrm>
              <a:off x="1970531" y="4491227"/>
              <a:ext cx="332740" cy="382905"/>
            </a:xfrm>
            <a:custGeom>
              <a:avLst/>
              <a:gdLst/>
              <a:ahLst/>
              <a:cxnLst/>
              <a:rect l="l" t="t" r="r" b="b"/>
              <a:pathLst>
                <a:path w="332739" h="382904">
                  <a:moveTo>
                    <a:pt x="0" y="382524"/>
                  </a:moveTo>
                  <a:lnTo>
                    <a:pt x="332231" y="382524"/>
                  </a:lnTo>
                  <a:lnTo>
                    <a:pt x="332231" y="0"/>
                  </a:lnTo>
                  <a:lnTo>
                    <a:pt x="0" y="0"/>
                  </a:lnTo>
                  <a:lnTo>
                    <a:pt x="0" y="382524"/>
                  </a:lnTo>
                  <a:close/>
                </a:path>
              </a:pathLst>
            </a:custGeom>
            <a:ln w="6350">
              <a:solidFill>
                <a:srgbClr val="EC7C30"/>
              </a:solidFill>
            </a:ln>
          </p:spPr>
          <p:txBody>
            <a:bodyPr wrap="square" lIns="0" tIns="0" rIns="0" bIns="0" rtlCol="0"/>
            <a:lstStyle/>
            <a:p/>
          </p:txBody>
        </p:sp>
        <p:pic>
          <p:nvPicPr>
            <p:cNvPr id="104" name="object 14"/>
            <p:cNvPicPr/>
            <p:nvPr/>
          </p:nvPicPr>
          <p:blipFill>
            <a:blip r:embed="rId4" cstate="print"/>
            <a:stretch>
              <a:fillRect/>
            </a:stretch>
          </p:blipFill>
          <p:spPr>
            <a:xfrm>
              <a:off x="2036063" y="4597907"/>
              <a:ext cx="207263" cy="213360"/>
            </a:xfrm>
            <a:prstGeom prst="rect">
              <a:avLst/>
            </a:prstGeom>
          </p:spPr>
        </p:pic>
        <p:pic>
          <p:nvPicPr>
            <p:cNvPr id="105" name="object 15"/>
            <p:cNvPicPr/>
            <p:nvPr/>
          </p:nvPicPr>
          <p:blipFill>
            <a:blip r:embed="rId1" cstate="print"/>
            <a:stretch>
              <a:fillRect/>
            </a:stretch>
          </p:blipFill>
          <p:spPr>
            <a:xfrm>
              <a:off x="3305556" y="4491227"/>
              <a:ext cx="333755" cy="382524"/>
            </a:xfrm>
            <a:prstGeom prst="rect">
              <a:avLst/>
            </a:prstGeom>
          </p:spPr>
        </p:pic>
        <p:sp>
          <p:nvSpPr>
            <p:cNvPr id="106" name="object 16"/>
            <p:cNvSpPr/>
            <p:nvPr/>
          </p:nvSpPr>
          <p:spPr>
            <a:xfrm>
              <a:off x="3305556" y="4491227"/>
              <a:ext cx="334010" cy="382905"/>
            </a:xfrm>
            <a:custGeom>
              <a:avLst/>
              <a:gdLst/>
              <a:ahLst/>
              <a:cxnLst/>
              <a:rect l="l" t="t" r="r" b="b"/>
              <a:pathLst>
                <a:path w="334010" h="382904">
                  <a:moveTo>
                    <a:pt x="0" y="382524"/>
                  </a:moveTo>
                  <a:lnTo>
                    <a:pt x="333755" y="382524"/>
                  </a:lnTo>
                  <a:lnTo>
                    <a:pt x="333755" y="0"/>
                  </a:lnTo>
                  <a:lnTo>
                    <a:pt x="0" y="0"/>
                  </a:lnTo>
                  <a:lnTo>
                    <a:pt x="0" y="382524"/>
                  </a:lnTo>
                  <a:close/>
                </a:path>
              </a:pathLst>
            </a:custGeom>
            <a:ln w="6350">
              <a:solidFill>
                <a:srgbClr val="EC7C30"/>
              </a:solidFill>
            </a:ln>
          </p:spPr>
          <p:txBody>
            <a:bodyPr wrap="square" lIns="0" tIns="0" rIns="0" bIns="0" rtlCol="0"/>
            <a:lstStyle/>
            <a:p/>
          </p:txBody>
        </p:sp>
        <p:pic>
          <p:nvPicPr>
            <p:cNvPr id="107" name="object 17"/>
            <p:cNvPicPr/>
            <p:nvPr/>
          </p:nvPicPr>
          <p:blipFill>
            <a:blip r:embed="rId5" cstate="print"/>
            <a:stretch>
              <a:fillRect/>
            </a:stretch>
          </p:blipFill>
          <p:spPr>
            <a:xfrm>
              <a:off x="3371087" y="4597907"/>
              <a:ext cx="208787" cy="216407"/>
            </a:xfrm>
            <a:prstGeom prst="rect">
              <a:avLst/>
            </a:prstGeom>
          </p:spPr>
        </p:pic>
        <p:pic>
          <p:nvPicPr>
            <p:cNvPr id="108" name="object 18"/>
            <p:cNvPicPr/>
            <p:nvPr/>
          </p:nvPicPr>
          <p:blipFill>
            <a:blip r:embed="rId6" cstate="print"/>
            <a:stretch>
              <a:fillRect/>
            </a:stretch>
          </p:blipFill>
          <p:spPr>
            <a:xfrm>
              <a:off x="944879" y="4491227"/>
              <a:ext cx="332231" cy="382524"/>
            </a:xfrm>
            <a:prstGeom prst="rect">
              <a:avLst/>
            </a:prstGeom>
          </p:spPr>
        </p:pic>
        <p:sp>
          <p:nvSpPr>
            <p:cNvPr id="109" name="object 19"/>
            <p:cNvSpPr/>
            <p:nvPr/>
          </p:nvSpPr>
          <p:spPr>
            <a:xfrm>
              <a:off x="944879" y="4491227"/>
              <a:ext cx="332740" cy="382905"/>
            </a:xfrm>
            <a:custGeom>
              <a:avLst/>
              <a:gdLst/>
              <a:ahLst/>
              <a:cxnLst/>
              <a:rect l="l" t="t" r="r" b="b"/>
              <a:pathLst>
                <a:path w="332740" h="382904">
                  <a:moveTo>
                    <a:pt x="0" y="382524"/>
                  </a:moveTo>
                  <a:lnTo>
                    <a:pt x="332231" y="382524"/>
                  </a:lnTo>
                  <a:lnTo>
                    <a:pt x="332231" y="0"/>
                  </a:lnTo>
                  <a:lnTo>
                    <a:pt x="0" y="0"/>
                  </a:lnTo>
                  <a:lnTo>
                    <a:pt x="0" y="382524"/>
                  </a:lnTo>
                  <a:close/>
                </a:path>
              </a:pathLst>
            </a:custGeom>
            <a:ln w="6350">
              <a:solidFill>
                <a:srgbClr val="FFC000"/>
              </a:solidFill>
            </a:ln>
          </p:spPr>
          <p:txBody>
            <a:bodyPr wrap="square" lIns="0" tIns="0" rIns="0" bIns="0" rtlCol="0"/>
            <a:lstStyle/>
            <a:p/>
          </p:txBody>
        </p:sp>
        <p:pic>
          <p:nvPicPr>
            <p:cNvPr id="110" name="object 20"/>
            <p:cNvPicPr/>
            <p:nvPr/>
          </p:nvPicPr>
          <p:blipFill>
            <a:blip r:embed="rId7" cstate="print"/>
            <a:stretch>
              <a:fillRect/>
            </a:stretch>
          </p:blipFill>
          <p:spPr>
            <a:xfrm>
              <a:off x="1045463" y="4623815"/>
              <a:ext cx="187452" cy="160019"/>
            </a:xfrm>
            <a:prstGeom prst="rect">
              <a:avLst/>
            </a:prstGeom>
          </p:spPr>
        </p:pic>
        <p:pic>
          <p:nvPicPr>
            <p:cNvPr id="111" name="object 21"/>
            <p:cNvPicPr/>
            <p:nvPr/>
          </p:nvPicPr>
          <p:blipFill>
            <a:blip r:embed="rId8" cstate="print"/>
            <a:stretch>
              <a:fillRect/>
            </a:stretch>
          </p:blipFill>
          <p:spPr>
            <a:xfrm>
              <a:off x="1314068" y="4924805"/>
              <a:ext cx="141986" cy="214375"/>
            </a:xfrm>
            <a:prstGeom prst="rect">
              <a:avLst/>
            </a:prstGeom>
          </p:spPr>
        </p:pic>
        <p:pic>
          <p:nvPicPr>
            <p:cNvPr id="112" name="object 22"/>
            <p:cNvPicPr/>
            <p:nvPr/>
          </p:nvPicPr>
          <p:blipFill>
            <a:blip r:embed="rId9" cstate="print"/>
            <a:stretch>
              <a:fillRect/>
            </a:stretch>
          </p:blipFill>
          <p:spPr>
            <a:xfrm>
              <a:off x="1071867" y="4929377"/>
              <a:ext cx="76161" cy="213614"/>
            </a:xfrm>
            <a:prstGeom prst="rect">
              <a:avLst/>
            </a:prstGeom>
          </p:spPr>
        </p:pic>
        <p:pic>
          <p:nvPicPr>
            <p:cNvPr id="113" name="object 23"/>
            <p:cNvPicPr/>
            <p:nvPr/>
          </p:nvPicPr>
          <p:blipFill>
            <a:blip r:embed="rId10" cstate="print"/>
            <a:stretch>
              <a:fillRect/>
            </a:stretch>
          </p:blipFill>
          <p:spPr>
            <a:xfrm>
              <a:off x="2342387" y="4494275"/>
              <a:ext cx="333756" cy="381000"/>
            </a:xfrm>
            <a:prstGeom prst="rect">
              <a:avLst/>
            </a:prstGeom>
          </p:spPr>
        </p:pic>
        <p:sp>
          <p:nvSpPr>
            <p:cNvPr id="114" name="object 24"/>
            <p:cNvSpPr/>
            <p:nvPr/>
          </p:nvSpPr>
          <p:spPr>
            <a:xfrm>
              <a:off x="2342387" y="4494275"/>
              <a:ext cx="334010" cy="381000"/>
            </a:xfrm>
            <a:custGeom>
              <a:avLst/>
              <a:gdLst/>
              <a:ahLst/>
              <a:cxnLst/>
              <a:rect l="l" t="t" r="r" b="b"/>
              <a:pathLst>
                <a:path w="334010" h="381000">
                  <a:moveTo>
                    <a:pt x="0" y="381000"/>
                  </a:moveTo>
                  <a:lnTo>
                    <a:pt x="333756" y="381000"/>
                  </a:lnTo>
                  <a:lnTo>
                    <a:pt x="333756" y="0"/>
                  </a:lnTo>
                  <a:lnTo>
                    <a:pt x="0" y="0"/>
                  </a:lnTo>
                  <a:lnTo>
                    <a:pt x="0" y="381000"/>
                  </a:lnTo>
                  <a:close/>
                </a:path>
              </a:pathLst>
            </a:custGeom>
            <a:ln w="6350">
              <a:solidFill>
                <a:srgbClr val="FFC000"/>
              </a:solidFill>
            </a:ln>
          </p:spPr>
          <p:txBody>
            <a:bodyPr wrap="square" lIns="0" tIns="0" rIns="0" bIns="0" rtlCol="0"/>
            <a:lstStyle/>
            <a:p/>
          </p:txBody>
        </p:sp>
        <p:pic>
          <p:nvPicPr>
            <p:cNvPr id="115" name="object 25"/>
            <p:cNvPicPr/>
            <p:nvPr/>
          </p:nvPicPr>
          <p:blipFill>
            <a:blip r:embed="rId11" cstate="print"/>
            <a:stretch>
              <a:fillRect/>
            </a:stretch>
          </p:blipFill>
          <p:spPr>
            <a:xfrm>
              <a:off x="2444495" y="4625339"/>
              <a:ext cx="193548" cy="160019"/>
            </a:xfrm>
            <a:prstGeom prst="rect">
              <a:avLst/>
            </a:prstGeom>
          </p:spPr>
        </p:pic>
        <p:pic>
          <p:nvPicPr>
            <p:cNvPr id="116" name="object 26"/>
            <p:cNvPicPr/>
            <p:nvPr/>
          </p:nvPicPr>
          <p:blipFill>
            <a:blip r:embed="rId6" cstate="print"/>
            <a:stretch>
              <a:fillRect/>
            </a:stretch>
          </p:blipFill>
          <p:spPr>
            <a:xfrm>
              <a:off x="3678935" y="4495800"/>
              <a:ext cx="332232" cy="382524"/>
            </a:xfrm>
            <a:prstGeom prst="rect">
              <a:avLst/>
            </a:prstGeom>
          </p:spPr>
        </p:pic>
        <p:sp>
          <p:nvSpPr>
            <p:cNvPr id="117" name="object 27"/>
            <p:cNvSpPr/>
            <p:nvPr/>
          </p:nvSpPr>
          <p:spPr>
            <a:xfrm>
              <a:off x="3678935" y="4495800"/>
              <a:ext cx="332740" cy="382905"/>
            </a:xfrm>
            <a:custGeom>
              <a:avLst/>
              <a:gdLst/>
              <a:ahLst/>
              <a:cxnLst/>
              <a:rect l="l" t="t" r="r" b="b"/>
              <a:pathLst>
                <a:path w="332739" h="382904">
                  <a:moveTo>
                    <a:pt x="0" y="382524"/>
                  </a:moveTo>
                  <a:lnTo>
                    <a:pt x="332232" y="382524"/>
                  </a:lnTo>
                  <a:lnTo>
                    <a:pt x="332232" y="0"/>
                  </a:lnTo>
                  <a:lnTo>
                    <a:pt x="0" y="0"/>
                  </a:lnTo>
                  <a:lnTo>
                    <a:pt x="0" y="382524"/>
                  </a:lnTo>
                  <a:close/>
                </a:path>
              </a:pathLst>
            </a:custGeom>
            <a:ln w="6349">
              <a:solidFill>
                <a:srgbClr val="FFC000"/>
              </a:solidFill>
            </a:ln>
          </p:spPr>
          <p:txBody>
            <a:bodyPr wrap="square" lIns="0" tIns="0" rIns="0" bIns="0" rtlCol="0"/>
            <a:lstStyle/>
            <a:p/>
          </p:txBody>
        </p:sp>
        <p:pic>
          <p:nvPicPr>
            <p:cNvPr id="118" name="object 28"/>
            <p:cNvPicPr/>
            <p:nvPr/>
          </p:nvPicPr>
          <p:blipFill>
            <a:blip r:embed="rId12" cstate="print"/>
            <a:stretch>
              <a:fillRect/>
            </a:stretch>
          </p:blipFill>
          <p:spPr>
            <a:xfrm>
              <a:off x="3779519" y="4626863"/>
              <a:ext cx="195072" cy="160019"/>
            </a:xfrm>
            <a:prstGeom prst="rect">
              <a:avLst/>
            </a:prstGeom>
          </p:spPr>
        </p:pic>
        <p:pic>
          <p:nvPicPr>
            <p:cNvPr id="119" name="object 29"/>
            <p:cNvPicPr/>
            <p:nvPr/>
          </p:nvPicPr>
          <p:blipFill>
            <a:blip r:embed="rId13" cstate="print"/>
            <a:stretch>
              <a:fillRect/>
            </a:stretch>
          </p:blipFill>
          <p:spPr>
            <a:xfrm>
              <a:off x="1322831" y="4492751"/>
              <a:ext cx="332231" cy="382524"/>
            </a:xfrm>
            <a:prstGeom prst="rect">
              <a:avLst/>
            </a:prstGeom>
          </p:spPr>
        </p:pic>
        <p:sp>
          <p:nvSpPr>
            <p:cNvPr id="120" name="object 30"/>
            <p:cNvSpPr/>
            <p:nvPr/>
          </p:nvSpPr>
          <p:spPr>
            <a:xfrm>
              <a:off x="1322831" y="4492751"/>
              <a:ext cx="332740" cy="382905"/>
            </a:xfrm>
            <a:custGeom>
              <a:avLst/>
              <a:gdLst/>
              <a:ahLst/>
              <a:cxnLst/>
              <a:rect l="l" t="t" r="r" b="b"/>
              <a:pathLst>
                <a:path w="332739" h="382904">
                  <a:moveTo>
                    <a:pt x="0" y="382524"/>
                  </a:moveTo>
                  <a:lnTo>
                    <a:pt x="332231" y="382524"/>
                  </a:lnTo>
                  <a:lnTo>
                    <a:pt x="332231" y="0"/>
                  </a:lnTo>
                  <a:lnTo>
                    <a:pt x="0" y="0"/>
                  </a:lnTo>
                  <a:lnTo>
                    <a:pt x="0" y="382524"/>
                  </a:lnTo>
                  <a:close/>
                </a:path>
              </a:pathLst>
            </a:custGeom>
            <a:ln w="6350">
              <a:solidFill>
                <a:srgbClr val="4471C4"/>
              </a:solidFill>
            </a:ln>
          </p:spPr>
          <p:txBody>
            <a:bodyPr wrap="square" lIns="0" tIns="0" rIns="0" bIns="0" rtlCol="0"/>
            <a:lstStyle/>
            <a:p/>
          </p:txBody>
        </p:sp>
        <p:pic>
          <p:nvPicPr>
            <p:cNvPr id="121" name="object 31"/>
            <p:cNvPicPr/>
            <p:nvPr/>
          </p:nvPicPr>
          <p:blipFill>
            <a:blip r:embed="rId14" cstate="print"/>
            <a:stretch>
              <a:fillRect/>
            </a:stretch>
          </p:blipFill>
          <p:spPr>
            <a:xfrm>
              <a:off x="1394459" y="4625339"/>
              <a:ext cx="199644" cy="149351"/>
            </a:xfrm>
            <a:prstGeom prst="rect">
              <a:avLst/>
            </a:prstGeom>
          </p:spPr>
        </p:pic>
        <p:pic>
          <p:nvPicPr>
            <p:cNvPr id="122" name="object 32"/>
            <p:cNvPicPr/>
            <p:nvPr/>
          </p:nvPicPr>
          <p:blipFill>
            <a:blip r:embed="rId13" cstate="print"/>
            <a:stretch>
              <a:fillRect/>
            </a:stretch>
          </p:blipFill>
          <p:spPr>
            <a:xfrm>
              <a:off x="2723387" y="4492751"/>
              <a:ext cx="333756" cy="382524"/>
            </a:xfrm>
            <a:prstGeom prst="rect">
              <a:avLst/>
            </a:prstGeom>
          </p:spPr>
        </p:pic>
        <p:sp>
          <p:nvSpPr>
            <p:cNvPr id="123" name="object 33"/>
            <p:cNvSpPr/>
            <p:nvPr/>
          </p:nvSpPr>
          <p:spPr>
            <a:xfrm>
              <a:off x="2723387" y="4492751"/>
              <a:ext cx="334010" cy="382905"/>
            </a:xfrm>
            <a:custGeom>
              <a:avLst/>
              <a:gdLst/>
              <a:ahLst/>
              <a:cxnLst/>
              <a:rect l="l" t="t" r="r" b="b"/>
              <a:pathLst>
                <a:path w="334010" h="382904">
                  <a:moveTo>
                    <a:pt x="0" y="382524"/>
                  </a:moveTo>
                  <a:lnTo>
                    <a:pt x="333756" y="382524"/>
                  </a:lnTo>
                  <a:lnTo>
                    <a:pt x="333756" y="0"/>
                  </a:lnTo>
                  <a:lnTo>
                    <a:pt x="0" y="0"/>
                  </a:lnTo>
                  <a:lnTo>
                    <a:pt x="0" y="382524"/>
                  </a:lnTo>
                  <a:close/>
                </a:path>
              </a:pathLst>
            </a:custGeom>
            <a:ln w="6350">
              <a:solidFill>
                <a:srgbClr val="4471C4"/>
              </a:solidFill>
            </a:ln>
          </p:spPr>
          <p:txBody>
            <a:bodyPr wrap="square" lIns="0" tIns="0" rIns="0" bIns="0" rtlCol="0"/>
            <a:lstStyle/>
            <a:p/>
          </p:txBody>
        </p:sp>
        <p:pic>
          <p:nvPicPr>
            <p:cNvPr id="124" name="object 34"/>
            <p:cNvPicPr/>
            <p:nvPr/>
          </p:nvPicPr>
          <p:blipFill>
            <a:blip r:embed="rId15" cstate="print"/>
            <a:stretch>
              <a:fillRect/>
            </a:stretch>
          </p:blipFill>
          <p:spPr>
            <a:xfrm>
              <a:off x="2795016" y="4625339"/>
              <a:ext cx="205739" cy="149351"/>
            </a:xfrm>
            <a:prstGeom prst="rect">
              <a:avLst/>
            </a:prstGeom>
          </p:spPr>
        </p:pic>
        <p:pic>
          <p:nvPicPr>
            <p:cNvPr id="125" name="object 35"/>
            <p:cNvPicPr/>
            <p:nvPr/>
          </p:nvPicPr>
          <p:blipFill>
            <a:blip r:embed="rId16" cstate="print"/>
            <a:stretch>
              <a:fillRect/>
            </a:stretch>
          </p:blipFill>
          <p:spPr>
            <a:xfrm>
              <a:off x="4058411" y="4495800"/>
              <a:ext cx="333756" cy="381000"/>
            </a:xfrm>
            <a:prstGeom prst="rect">
              <a:avLst/>
            </a:prstGeom>
          </p:spPr>
        </p:pic>
        <p:sp>
          <p:nvSpPr>
            <p:cNvPr id="126" name="object 36"/>
            <p:cNvSpPr/>
            <p:nvPr/>
          </p:nvSpPr>
          <p:spPr>
            <a:xfrm>
              <a:off x="4058411" y="4495800"/>
              <a:ext cx="334010" cy="381000"/>
            </a:xfrm>
            <a:custGeom>
              <a:avLst/>
              <a:gdLst/>
              <a:ahLst/>
              <a:cxnLst/>
              <a:rect l="l" t="t" r="r" b="b"/>
              <a:pathLst>
                <a:path w="334010" h="381000">
                  <a:moveTo>
                    <a:pt x="0" y="381000"/>
                  </a:moveTo>
                  <a:lnTo>
                    <a:pt x="333756" y="381000"/>
                  </a:lnTo>
                  <a:lnTo>
                    <a:pt x="333756" y="0"/>
                  </a:lnTo>
                  <a:lnTo>
                    <a:pt x="0" y="0"/>
                  </a:lnTo>
                  <a:lnTo>
                    <a:pt x="0" y="381000"/>
                  </a:lnTo>
                  <a:close/>
                </a:path>
              </a:pathLst>
            </a:custGeom>
            <a:ln w="6350">
              <a:solidFill>
                <a:srgbClr val="4471C4"/>
              </a:solidFill>
            </a:ln>
          </p:spPr>
          <p:txBody>
            <a:bodyPr wrap="square" lIns="0" tIns="0" rIns="0" bIns="0" rtlCol="0"/>
            <a:lstStyle/>
            <a:p/>
          </p:txBody>
        </p:sp>
        <p:pic>
          <p:nvPicPr>
            <p:cNvPr id="127" name="object 37"/>
            <p:cNvPicPr/>
            <p:nvPr/>
          </p:nvPicPr>
          <p:blipFill>
            <a:blip r:embed="rId17" cstate="print"/>
            <a:stretch>
              <a:fillRect/>
            </a:stretch>
          </p:blipFill>
          <p:spPr>
            <a:xfrm>
              <a:off x="4130040" y="4628387"/>
              <a:ext cx="207263" cy="152400"/>
            </a:xfrm>
            <a:prstGeom prst="rect">
              <a:avLst/>
            </a:prstGeom>
          </p:spPr>
        </p:pic>
        <p:sp>
          <p:nvSpPr>
            <p:cNvPr id="128" name="object 38"/>
            <p:cNvSpPr/>
            <p:nvPr/>
          </p:nvSpPr>
          <p:spPr>
            <a:xfrm>
              <a:off x="576834" y="3851909"/>
              <a:ext cx="2874645" cy="601980"/>
            </a:xfrm>
            <a:custGeom>
              <a:avLst/>
              <a:gdLst/>
              <a:ahLst/>
              <a:cxnLst/>
              <a:rect l="l" t="t" r="r" b="b"/>
              <a:pathLst>
                <a:path w="2874645" h="601979">
                  <a:moveTo>
                    <a:pt x="76200" y="76200"/>
                  </a:moveTo>
                  <a:lnTo>
                    <a:pt x="69850" y="63500"/>
                  </a:lnTo>
                  <a:lnTo>
                    <a:pt x="38100" y="0"/>
                  </a:lnTo>
                  <a:lnTo>
                    <a:pt x="0" y="76200"/>
                  </a:lnTo>
                  <a:lnTo>
                    <a:pt x="28575" y="76200"/>
                  </a:lnTo>
                  <a:lnTo>
                    <a:pt x="28575" y="530098"/>
                  </a:lnTo>
                  <a:lnTo>
                    <a:pt x="47625" y="530098"/>
                  </a:lnTo>
                  <a:lnTo>
                    <a:pt x="47625" y="76200"/>
                  </a:lnTo>
                  <a:lnTo>
                    <a:pt x="76200" y="76200"/>
                  </a:lnTo>
                  <a:close/>
                </a:path>
                <a:path w="2874645" h="601979">
                  <a:moveTo>
                    <a:pt x="264058" y="121285"/>
                  </a:moveTo>
                  <a:lnTo>
                    <a:pt x="263779" y="121031"/>
                  </a:lnTo>
                  <a:lnTo>
                    <a:pt x="263347" y="120650"/>
                  </a:lnTo>
                  <a:lnTo>
                    <a:pt x="261620" y="119253"/>
                  </a:lnTo>
                  <a:lnTo>
                    <a:pt x="261404" y="119087"/>
                  </a:lnTo>
                  <a:lnTo>
                    <a:pt x="259727" y="117729"/>
                  </a:lnTo>
                  <a:lnTo>
                    <a:pt x="222059" y="98933"/>
                  </a:lnTo>
                  <a:lnTo>
                    <a:pt x="213093" y="98933"/>
                  </a:lnTo>
                  <a:lnTo>
                    <a:pt x="179273" y="120650"/>
                  </a:lnTo>
                  <a:lnTo>
                    <a:pt x="160070" y="157607"/>
                  </a:lnTo>
                  <a:lnTo>
                    <a:pt x="145326" y="207772"/>
                  </a:lnTo>
                  <a:lnTo>
                    <a:pt x="136156" y="253238"/>
                  </a:lnTo>
                  <a:lnTo>
                    <a:pt x="128295" y="304165"/>
                  </a:lnTo>
                  <a:lnTo>
                    <a:pt x="119494" y="378587"/>
                  </a:lnTo>
                  <a:lnTo>
                    <a:pt x="115481" y="417957"/>
                  </a:lnTo>
                  <a:lnTo>
                    <a:pt x="111696" y="459994"/>
                  </a:lnTo>
                  <a:lnTo>
                    <a:pt x="111302" y="464591"/>
                  </a:lnTo>
                  <a:lnTo>
                    <a:pt x="82829" y="462153"/>
                  </a:lnTo>
                  <a:lnTo>
                    <a:pt x="114300" y="541274"/>
                  </a:lnTo>
                  <a:lnTo>
                    <a:pt x="152450" y="478917"/>
                  </a:lnTo>
                  <a:lnTo>
                    <a:pt x="158750" y="468630"/>
                  </a:lnTo>
                  <a:lnTo>
                    <a:pt x="130289" y="466204"/>
                  </a:lnTo>
                  <a:lnTo>
                    <a:pt x="130987" y="458216"/>
                  </a:lnTo>
                  <a:lnTo>
                    <a:pt x="134442" y="419735"/>
                  </a:lnTo>
                  <a:lnTo>
                    <a:pt x="138417" y="380657"/>
                  </a:lnTo>
                  <a:lnTo>
                    <a:pt x="147154" y="306705"/>
                  </a:lnTo>
                  <a:lnTo>
                    <a:pt x="154914" y="256540"/>
                  </a:lnTo>
                  <a:lnTo>
                    <a:pt x="163753" y="212636"/>
                  </a:lnTo>
                  <a:lnTo>
                    <a:pt x="174167" y="175018"/>
                  </a:lnTo>
                  <a:lnTo>
                    <a:pt x="177787" y="164592"/>
                  </a:lnTo>
                  <a:lnTo>
                    <a:pt x="177850" y="164401"/>
                  </a:lnTo>
                  <a:lnTo>
                    <a:pt x="198361" y="127635"/>
                  </a:lnTo>
                  <a:lnTo>
                    <a:pt x="198843" y="127076"/>
                  </a:lnTo>
                  <a:lnTo>
                    <a:pt x="199123" y="126746"/>
                  </a:lnTo>
                  <a:lnTo>
                    <a:pt x="201269" y="124841"/>
                  </a:lnTo>
                  <a:lnTo>
                    <a:pt x="202514" y="123698"/>
                  </a:lnTo>
                  <a:lnTo>
                    <a:pt x="203822" y="122809"/>
                  </a:lnTo>
                  <a:lnTo>
                    <a:pt x="206629" y="120904"/>
                  </a:lnTo>
                  <a:lnTo>
                    <a:pt x="207010" y="120650"/>
                  </a:lnTo>
                  <a:lnTo>
                    <a:pt x="208457" y="120015"/>
                  </a:lnTo>
                  <a:lnTo>
                    <a:pt x="210591" y="119087"/>
                  </a:lnTo>
                  <a:lnTo>
                    <a:pt x="210159" y="119087"/>
                  </a:lnTo>
                  <a:lnTo>
                    <a:pt x="209994" y="119087"/>
                  </a:lnTo>
                  <a:lnTo>
                    <a:pt x="210400" y="119011"/>
                  </a:lnTo>
                  <a:lnTo>
                    <a:pt x="211137" y="118846"/>
                  </a:lnTo>
                  <a:lnTo>
                    <a:pt x="213436" y="118364"/>
                  </a:lnTo>
                  <a:lnTo>
                    <a:pt x="215265" y="117983"/>
                  </a:lnTo>
                  <a:lnTo>
                    <a:pt x="219583" y="117983"/>
                  </a:lnTo>
                  <a:lnTo>
                    <a:pt x="224828" y="119087"/>
                  </a:lnTo>
                  <a:lnTo>
                    <a:pt x="230644" y="121285"/>
                  </a:lnTo>
                  <a:lnTo>
                    <a:pt x="231330" y="121539"/>
                  </a:lnTo>
                  <a:lnTo>
                    <a:pt x="230746" y="121285"/>
                  </a:lnTo>
                  <a:lnTo>
                    <a:pt x="264058" y="121285"/>
                  </a:lnTo>
                  <a:close/>
                </a:path>
                <a:path w="2874645" h="601979">
                  <a:moveTo>
                    <a:pt x="1938540" y="167462"/>
                  </a:moveTo>
                  <a:lnTo>
                    <a:pt x="1938223" y="167462"/>
                  </a:lnTo>
                  <a:lnTo>
                    <a:pt x="1936013" y="167957"/>
                  </a:lnTo>
                  <a:lnTo>
                    <a:pt x="1938540" y="167462"/>
                  </a:lnTo>
                  <a:close/>
                </a:path>
                <a:path w="2874645" h="601979">
                  <a:moveTo>
                    <a:pt x="2874518" y="460756"/>
                  </a:moveTo>
                  <a:lnTo>
                    <a:pt x="2848711" y="472948"/>
                  </a:lnTo>
                  <a:lnTo>
                    <a:pt x="2842260" y="459486"/>
                  </a:lnTo>
                  <a:lnTo>
                    <a:pt x="2821559" y="418846"/>
                  </a:lnTo>
                  <a:lnTo>
                    <a:pt x="2804541" y="388429"/>
                  </a:lnTo>
                  <a:lnTo>
                    <a:pt x="2804541" y="82296"/>
                  </a:lnTo>
                  <a:lnTo>
                    <a:pt x="2833116" y="82296"/>
                  </a:lnTo>
                  <a:lnTo>
                    <a:pt x="2826766" y="69596"/>
                  </a:lnTo>
                  <a:lnTo>
                    <a:pt x="2795016" y="6096"/>
                  </a:lnTo>
                  <a:lnTo>
                    <a:pt x="2756916" y="82296"/>
                  </a:lnTo>
                  <a:lnTo>
                    <a:pt x="2785491" y="82296"/>
                  </a:lnTo>
                  <a:lnTo>
                    <a:pt x="2785491" y="356793"/>
                  </a:lnTo>
                  <a:lnTo>
                    <a:pt x="2763139" y="322326"/>
                  </a:lnTo>
                  <a:lnTo>
                    <a:pt x="2735821" y="286512"/>
                  </a:lnTo>
                  <a:lnTo>
                    <a:pt x="2705735" y="252857"/>
                  </a:lnTo>
                  <a:lnTo>
                    <a:pt x="2672461" y="221615"/>
                  </a:lnTo>
                  <a:lnTo>
                    <a:pt x="2635377" y="193294"/>
                  </a:lnTo>
                  <a:lnTo>
                    <a:pt x="2594229" y="168148"/>
                  </a:lnTo>
                  <a:lnTo>
                    <a:pt x="2548636" y="146685"/>
                  </a:lnTo>
                  <a:lnTo>
                    <a:pt x="2498090" y="129032"/>
                  </a:lnTo>
                  <a:lnTo>
                    <a:pt x="2487536" y="126263"/>
                  </a:lnTo>
                  <a:lnTo>
                    <a:pt x="2473452" y="122555"/>
                  </a:lnTo>
                  <a:lnTo>
                    <a:pt x="2412492" y="110998"/>
                  </a:lnTo>
                  <a:lnTo>
                    <a:pt x="2348230" y="104648"/>
                  </a:lnTo>
                  <a:lnTo>
                    <a:pt x="2317356" y="103505"/>
                  </a:lnTo>
                  <a:lnTo>
                    <a:pt x="2277745" y="103505"/>
                  </a:lnTo>
                  <a:lnTo>
                    <a:pt x="2200783" y="107696"/>
                  </a:lnTo>
                  <a:lnTo>
                    <a:pt x="2160016" y="111633"/>
                  </a:lnTo>
                  <a:lnTo>
                    <a:pt x="2117725" y="116713"/>
                  </a:lnTo>
                  <a:lnTo>
                    <a:pt x="2028825" y="130683"/>
                  </a:lnTo>
                  <a:lnTo>
                    <a:pt x="1934464" y="148844"/>
                  </a:lnTo>
                  <a:lnTo>
                    <a:pt x="1835150" y="171069"/>
                  </a:lnTo>
                  <a:lnTo>
                    <a:pt x="1731264" y="196850"/>
                  </a:lnTo>
                  <a:lnTo>
                    <a:pt x="1623314" y="226060"/>
                  </a:lnTo>
                  <a:lnTo>
                    <a:pt x="1541805" y="249478"/>
                  </a:lnTo>
                  <a:lnTo>
                    <a:pt x="1538097" y="240792"/>
                  </a:lnTo>
                  <a:lnTo>
                    <a:pt x="1530604" y="224917"/>
                  </a:lnTo>
                  <a:lnTo>
                    <a:pt x="1523403" y="210870"/>
                  </a:lnTo>
                  <a:lnTo>
                    <a:pt x="1523403" y="254762"/>
                  </a:lnTo>
                  <a:lnTo>
                    <a:pt x="1511427" y="258191"/>
                  </a:lnTo>
                  <a:lnTo>
                    <a:pt x="1461897" y="273227"/>
                  </a:lnTo>
                  <a:lnTo>
                    <a:pt x="1461897" y="156629"/>
                  </a:lnTo>
                  <a:lnTo>
                    <a:pt x="1462328" y="157035"/>
                  </a:lnTo>
                  <a:lnTo>
                    <a:pt x="1471815" y="167500"/>
                  </a:lnTo>
                  <a:lnTo>
                    <a:pt x="1471993" y="167767"/>
                  </a:lnTo>
                  <a:lnTo>
                    <a:pt x="1481150" y="179222"/>
                  </a:lnTo>
                  <a:lnTo>
                    <a:pt x="1489837" y="191465"/>
                  </a:lnTo>
                  <a:lnTo>
                    <a:pt x="1497965" y="204470"/>
                  </a:lnTo>
                  <a:lnTo>
                    <a:pt x="1498180" y="204876"/>
                  </a:lnTo>
                  <a:lnTo>
                    <a:pt x="1506651" y="219684"/>
                  </a:lnTo>
                  <a:lnTo>
                    <a:pt x="1513484" y="233248"/>
                  </a:lnTo>
                  <a:lnTo>
                    <a:pt x="1521231" y="249682"/>
                  </a:lnTo>
                  <a:lnTo>
                    <a:pt x="1523403" y="254762"/>
                  </a:lnTo>
                  <a:lnTo>
                    <a:pt x="1523403" y="210870"/>
                  </a:lnTo>
                  <a:lnTo>
                    <a:pt x="1522730" y="209550"/>
                  </a:lnTo>
                  <a:lnTo>
                    <a:pt x="1514475" y="194818"/>
                  </a:lnTo>
                  <a:lnTo>
                    <a:pt x="1505585" y="180975"/>
                  </a:lnTo>
                  <a:lnTo>
                    <a:pt x="1496542" y="167932"/>
                  </a:lnTo>
                  <a:lnTo>
                    <a:pt x="1496441" y="167767"/>
                  </a:lnTo>
                  <a:lnTo>
                    <a:pt x="1486535" y="155321"/>
                  </a:lnTo>
                  <a:lnTo>
                    <a:pt x="1476121" y="143891"/>
                  </a:lnTo>
                  <a:lnTo>
                    <a:pt x="1464945" y="133223"/>
                  </a:lnTo>
                  <a:lnTo>
                    <a:pt x="1461897" y="130721"/>
                  </a:lnTo>
                  <a:lnTo>
                    <a:pt x="1461897" y="79248"/>
                  </a:lnTo>
                  <a:lnTo>
                    <a:pt x="1490472" y="79248"/>
                  </a:lnTo>
                  <a:lnTo>
                    <a:pt x="1484122" y="66548"/>
                  </a:lnTo>
                  <a:lnTo>
                    <a:pt x="1452372" y="3048"/>
                  </a:lnTo>
                  <a:lnTo>
                    <a:pt x="1414272" y="79248"/>
                  </a:lnTo>
                  <a:lnTo>
                    <a:pt x="1442847" y="79248"/>
                  </a:lnTo>
                  <a:lnTo>
                    <a:pt x="1442847" y="116319"/>
                  </a:lnTo>
                  <a:lnTo>
                    <a:pt x="1441246" y="115189"/>
                  </a:lnTo>
                  <a:lnTo>
                    <a:pt x="1439964" y="114427"/>
                  </a:lnTo>
                  <a:lnTo>
                    <a:pt x="1433868" y="110909"/>
                  </a:lnTo>
                  <a:lnTo>
                    <a:pt x="1381696" y="110909"/>
                  </a:lnTo>
                  <a:lnTo>
                    <a:pt x="1381556" y="110909"/>
                  </a:lnTo>
                  <a:lnTo>
                    <a:pt x="1394841" y="114427"/>
                  </a:lnTo>
                  <a:lnTo>
                    <a:pt x="1394193" y="114274"/>
                  </a:lnTo>
                  <a:lnTo>
                    <a:pt x="1407731" y="119075"/>
                  </a:lnTo>
                  <a:lnTo>
                    <a:pt x="1418907" y="124333"/>
                  </a:lnTo>
                  <a:lnTo>
                    <a:pt x="1442847" y="124333"/>
                  </a:lnTo>
                  <a:lnTo>
                    <a:pt x="1442847" y="124714"/>
                  </a:lnTo>
                  <a:lnTo>
                    <a:pt x="1419872" y="124714"/>
                  </a:lnTo>
                  <a:lnTo>
                    <a:pt x="1419733" y="124714"/>
                  </a:lnTo>
                  <a:lnTo>
                    <a:pt x="1420291" y="124980"/>
                  </a:lnTo>
                  <a:lnTo>
                    <a:pt x="1424051" y="127177"/>
                  </a:lnTo>
                  <a:lnTo>
                    <a:pt x="1430401" y="130810"/>
                  </a:lnTo>
                  <a:lnTo>
                    <a:pt x="1442186" y="139065"/>
                  </a:lnTo>
                  <a:lnTo>
                    <a:pt x="1442847" y="139623"/>
                  </a:lnTo>
                  <a:lnTo>
                    <a:pt x="1442847" y="279019"/>
                  </a:lnTo>
                  <a:lnTo>
                    <a:pt x="1396365" y="293116"/>
                  </a:lnTo>
                  <a:lnTo>
                    <a:pt x="1278255" y="330327"/>
                  </a:lnTo>
                  <a:lnTo>
                    <a:pt x="1035050" y="410464"/>
                  </a:lnTo>
                  <a:lnTo>
                    <a:pt x="555180" y="575767"/>
                  </a:lnTo>
                  <a:lnTo>
                    <a:pt x="714629" y="455041"/>
                  </a:lnTo>
                  <a:lnTo>
                    <a:pt x="828040" y="371856"/>
                  </a:lnTo>
                  <a:lnTo>
                    <a:pt x="883285" y="332613"/>
                  </a:lnTo>
                  <a:lnTo>
                    <a:pt x="934935" y="297078"/>
                  </a:lnTo>
                  <a:lnTo>
                    <a:pt x="990092" y="260604"/>
                  </a:lnTo>
                  <a:lnTo>
                    <a:pt x="1038110" y="230441"/>
                  </a:lnTo>
                  <a:lnTo>
                    <a:pt x="1086764" y="201637"/>
                  </a:lnTo>
                  <a:lnTo>
                    <a:pt x="1138021" y="173685"/>
                  </a:lnTo>
                  <a:lnTo>
                    <a:pt x="1140294" y="172491"/>
                  </a:lnTo>
                  <a:lnTo>
                    <a:pt x="1137881" y="173685"/>
                  </a:lnTo>
                  <a:lnTo>
                    <a:pt x="1183005" y="151638"/>
                  </a:lnTo>
                  <a:lnTo>
                    <a:pt x="1224610" y="134213"/>
                  </a:lnTo>
                  <a:lnTo>
                    <a:pt x="1246047" y="126403"/>
                  </a:lnTo>
                  <a:lnTo>
                    <a:pt x="1245743" y="126403"/>
                  </a:lnTo>
                  <a:lnTo>
                    <a:pt x="1265212" y="120332"/>
                  </a:lnTo>
                  <a:lnTo>
                    <a:pt x="1284249" y="115189"/>
                  </a:lnTo>
                  <a:lnTo>
                    <a:pt x="1302054" y="111429"/>
                  </a:lnTo>
                  <a:lnTo>
                    <a:pt x="1319669" y="108813"/>
                  </a:lnTo>
                  <a:lnTo>
                    <a:pt x="1320634" y="108661"/>
                  </a:lnTo>
                  <a:lnTo>
                    <a:pt x="1320279" y="108661"/>
                  </a:lnTo>
                  <a:lnTo>
                    <a:pt x="1336802" y="107315"/>
                  </a:lnTo>
                  <a:lnTo>
                    <a:pt x="1353210" y="107315"/>
                  </a:lnTo>
                  <a:lnTo>
                    <a:pt x="1367256" y="108458"/>
                  </a:lnTo>
                  <a:lnTo>
                    <a:pt x="1380464" y="110718"/>
                  </a:lnTo>
                  <a:lnTo>
                    <a:pt x="1433550" y="110718"/>
                  </a:lnTo>
                  <a:lnTo>
                    <a:pt x="1428115" y="107569"/>
                  </a:lnTo>
                  <a:lnTo>
                    <a:pt x="1427556" y="107315"/>
                  </a:lnTo>
                  <a:lnTo>
                    <a:pt x="1414399" y="101219"/>
                  </a:lnTo>
                  <a:lnTo>
                    <a:pt x="1400048" y="96012"/>
                  </a:lnTo>
                  <a:lnTo>
                    <a:pt x="1384935" y="92075"/>
                  </a:lnTo>
                  <a:lnTo>
                    <a:pt x="1369187" y="89535"/>
                  </a:lnTo>
                  <a:lnTo>
                    <a:pt x="1354175" y="88265"/>
                  </a:lnTo>
                  <a:lnTo>
                    <a:pt x="1335532" y="88265"/>
                  </a:lnTo>
                  <a:lnTo>
                    <a:pt x="1280033" y="96520"/>
                  </a:lnTo>
                  <a:lnTo>
                    <a:pt x="1239545" y="108458"/>
                  </a:lnTo>
                  <a:lnTo>
                    <a:pt x="1197229" y="124714"/>
                  </a:lnTo>
                  <a:lnTo>
                    <a:pt x="1152398" y="145034"/>
                  </a:lnTo>
                  <a:lnTo>
                    <a:pt x="1105408" y="169418"/>
                  </a:lnTo>
                  <a:lnTo>
                    <a:pt x="1056386" y="197104"/>
                  </a:lnTo>
                  <a:lnTo>
                    <a:pt x="1005713" y="228092"/>
                  </a:lnTo>
                  <a:lnTo>
                    <a:pt x="926719" y="279654"/>
                  </a:lnTo>
                  <a:lnTo>
                    <a:pt x="816864" y="356362"/>
                  </a:lnTo>
                  <a:lnTo>
                    <a:pt x="703199" y="439801"/>
                  </a:lnTo>
                  <a:lnTo>
                    <a:pt x="533692" y="568071"/>
                  </a:lnTo>
                  <a:lnTo>
                    <a:pt x="496519" y="495808"/>
                  </a:lnTo>
                  <a:lnTo>
                    <a:pt x="473925" y="452628"/>
                  </a:lnTo>
                  <a:lnTo>
                    <a:pt x="451700" y="410464"/>
                  </a:lnTo>
                  <a:lnTo>
                    <a:pt x="429653" y="369443"/>
                  </a:lnTo>
                  <a:lnTo>
                    <a:pt x="407987" y="330200"/>
                  </a:lnTo>
                  <a:lnTo>
                    <a:pt x="386765" y="292862"/>
                  </a:lnTo>
                  <a:lnTo>
                    <a:pt x="366001" y="257810"/>
                  </a:lnTo>
                  <a:lnTo>
                    <a:pt x="336067" y="210439"/>
                  </a:lnTo>
                  <a:lnTo>
                    <a:pt x="307632" y="170180"/>
                  </a:lnTo>
                  <a:lnTo>
                    <a:pt x="280619" y="137541"/>
                  </a:lnTo>
                  <a:lnTo>
                    <a:pt x="264325" y="121539"/>
                  </a:lnTo>
                  <a:lnTo>
                    <a:pt x="231330" y="121539"/>
                  </a:lnTo>
                  <a:lnTo>
                    <a:pt x="231127" y="121539"/>
                  </a:lnTo>
                  <a:lnTo>
                    <a:pt x="235483" y="123825"/>
                  </a:lnTo>
                  <a:lnTo>
                    <a:pt x="236562" y="124333"/>
                  </a:lnTo>
                  <a:lnTo>
                    <a:pt x="244055" y="129540"/>
                  </a:lnTo>
                  <a:lnTo>
                    <a:pt x="274574" y="159270"/>
                  </a:lnTo>
                  <a:lnTo>
                    <a:pt x="292227" y="181406"/>
                  </a:lnTo>
                  <a:lnTo>
                    <a:pt x="292442" y="181571"/>
                  </a:lnTo>
                  <a:lnTo>
                    <a:pt x="293166" y="182626"/>
                  </a:lnTo>
                  <a:lnTo>
                    <a:pt x="294665" y="184581"/>
                  </a:lnTo>
                  <a:lnTo>
                    <a:pt x="301345" y="193700"/>
                  </a:lnTo>
                  <a:lnTo>
                    <a:pt x="301548" y="193916"/>
                  </a:lnTo>
                  <a:lnTo>
                    <a:pt x="301701" y="194183"/>
                  </a:lnTo>
                  <a:lnTo>
                    <a:pt x="302336" y="195046"/>
                  </a:lnTo>
                  <a:lnTo>
                    <a:pt x="310629" y="206883"/>
                  </a:lnTo>
                  <a:lnTo>
                    <a:pt x="320141" y="220980"/>
                  </a:lnTo>
                  <a:lnTo>
                    <a:pt x="329819" y="235839"/>
                  </a:lnTo>
                  <a:lnTo>
                    <a:pt x="339661" y="251371"/>
                  </a:lnTo>
                  <a:lnTo>
                    <a:pt x="339852" y="251561"/>
                  </a:lnTo>
                  <a:lnTo>
                    <a:pt x="340855" y="253238"/>
                  </a:lnTo>
                  <a:lnTo>
                    <a:pt x="341350" y="254025"/>
                  </a:lnTo>
                  <a:lnTo>
                    <a:pt x="349681" y="267716"/>
                  </a:lnTo>
                  <a:lnTo>
                    <a:pt x="370255" y="302387"/>
                  </a:lnTo>
                  <a:lnTo>
                    <a:pt x="391325" y="339344"/>
                  </a:lnTo>
                  <a:lnTo>
                    <a:pt x="412902" y="378587"/>
                  </a:lnTo>
                  <a:lnTo>
                    <a:pt x="436359" y="422186"/>
                  </a:lnTo>
                  <a:lnTo>
                    <a:pt x="457047" y="461391"/>
                  </a:lnTo>
                  <a:lnTo>
                    <a:pt x="479590" y="504571"/>
                  </a:lnTo>
                  <a:lnTo>
                    <a:pt x="524929" y="592582"/>
                  </a:lnTo>
                  <a:lnTo>
                    <a:pt x="533349" y="588302"/>
                  </a:lnTo>
                  <a:lnTo>
                    <a:pt x="538048" y="601853"/>
                  </a:lnTo>
                  <a:lnTo>
                    <a:pt x="1041273" y="428459"/>
                  </a:lnTo>
                  <a:lnTo>
                    <a:pt x="1043419" y="427736"/>
                  </a:lnTo>
                  <a:lnTo>
                    <a:pt x="1042377" y="428053"/>
                  </a:lnTo>
                  <a:lnTo>
                    <a:pt x="1284097" y="348488"/>
                  </a:lnTo>
                  <a:lnTo>
                    <a:pt x="1401953" y="311277"/>
                  </a:lnTo>
                  <a:lnTo>
                    <a:pt x="1442847" y="298907"/>
                  </a:lnTo>
                  <a:lnTo>
                    <a:pt x="1442847" y="533146"/>
                  </a:lnTo>
                  <a:lnTo>
                    <a:pt x="1461897" y="533146"/>
                  </a:lnTo>
                  <a:lnTo>
                    <a:pt x="1461897" y="293128"/>
                  </a:lnTo>
                  <a:lnTo>
                    <a:pt x="1519148" y="275793"/>
                  </a:lnTo>
                  <a:lnTo>
                    <a:pt x="1530667" y="272491"/>
                  </a:lnTo>
                  <a:lnTo>
                    <a:pt x="1533461" y="279654"/>
                  </a:lnTo>
                  <a:lnTo>
                    <a:pt x="1540192" y="298069"/>
                  </a:lnTo>
                  <a:lnTo>
                    <a:pt x="1551965" y="334378"/>
                  </a:lnTo>
                  <a:lnTo>
                    <a:pt x="1563306" y="374396"/>
                  </a:lnTo>
                  <a:lnTo>
                    <a:pt x="1572577" y="411251"/>
                  </a:lnTo>
                  <a:lnTo>
                    <a:pt x="1572691" y="411505"/>
                  </a:lnTo>
                  <a:lnTo>
                    <a:pt x="1581531" y="449453"/>
                  </a:lnTo>
                  <a:lnTo>
                    <a:pt x="1582064" y="451612"/>
                  </a:lnTo>
                  <a:lnTo>
                    <a:pt x="1583766" y="459536"/>
                  </a:lnTo>
                  <a:lnTo>
                    <a:pt x="1555877" y="465582"/>
                  </a:lnTo>
                  <a:lnTo>
                    <a:pt x="1609344" y="532003"/>
                  </a:lnTo>
                  <a:lnTo>
                    <a:pt x="1624584" y="471932"/>
                  </a:lnTo>
                  <a:lnTo>
                    <a:pt x="1630299" y="449453"/>
                  </a:lnTo>
                  <a:lnTo>
                    <a:pt x="1602384" y="455510"/>
                  </a:lnTo>
                  <a:lnTo>
                    <a:pt x="1600581" y="447421"/>
                  </a:lnTo>
                  <a:lnTo>
                    <a:pt x="1591183" y="406781"/>
                  </a:lnTo>
                  <a:lnTo>
                    <a:pt x="1581150" y="367284"/>
                  </a:lnTo>
                  <a:lnTo>
                    <a:pt x="1570228" y="328930"/>
                  </a:lnTo>
                  <a:lnTo>
                    <a:pt x="1558290" y="292227"/>
                  </a:lnTo>
                  <a:lnTo>
                    <a:pt x="1549044" y="267220"/>
                  </a:lnTo>
                  <a:lnTo>
                    <a:pt x="1628394" y="244475"/>
                  </a:lnTo>
                  <a:lnTo>
                    <a:pt x="1736090" y="215265"/>
                  </a:lnTo>
                  <a:lnTo>
                    <a:pt x="1839480" y="189674"/>
                  </a:lnTo>
                  <a:lnTo>
                    <a:pt x="1842173" y="189014"/>
                  </a:lnTo>
                  <a:lnTo>
                    <a:pt x="1936013" y="167957"/>
                  </a:lnTo>
                  <a:lnTo>
                    <a:pt x="1938185" y="167462"/>
                  </a:lnTo>
                  <a:lnTo>
                    <a:pt x="2030399" y="149720"/>
                  </a:lnTo>
                  <a:lnTo>
                    <a:pt x="2030564" y="149694"/>
                  </a:lnTo>
                  <a:lnTo>
                    <a:pt x="2032190" y="149428"/>
                  </a:lnTo>
                  <a:lnTo>
                    <a:pt x="2031911" y="149428"/>
                  </a:lnTo>
                  <a:lnTo>
                    <a:pt x="2120138" y="135699"/>
                  </a:lnTo>
                  <a:lnTo>
                    <a:pt x="2120277" y="135699"/>
                  </a:lnTo>
                  <a:lnTo>
                    <a:pt x="2121662" y="135458"/>
                  </a:lnTo>
                  <a:lnTo>
                    <a:pt x="2161108" y="130683"/>
                  </a:lnTo>
                  <a:lnTo>
                    <a:pt x="2160600" y="130683"/>
                  </a:lnTo>
                  <a:lnTo>
                    <a:pt x="2202294" y="126644"/>
                  </a:lnTo>
                  <a:lnTo>
                    <a:pt x="2201938" y="126644"/>
                  </a:lnTo>
                  <a:lnTo>
                    <a:pt x="2241029" y="123977"/>
                  </a:lnTo>
                  <a:lnTo>
                    <a:pt x="2240572" y="123977"/>
                  </a:lnTo>
                  <a:lnTo>
                    <a:pt x="2278380" y="122555"/>
                  </a:lnTo>
                  <a:lnTo>
                    <a:pt x="2316810" y="122555"/>
                  </a:lnTo>
                  <a:lnTo>
                    <a:pt x="2348128" y="123736"/>
                  </a:lnTo>
                  <a:lnTo>
                    <a:pt x="2347328" y="123736"/>
                  </a:lnTo>
                  <a:lnTo>
                    <a:pt x="2379535" y="126263"/>
                  </a:lnTo>
                  <a:lnTo>
                    <a:pt x="2381364" y="126403"/>
                  </a:lnTo>
                  <a:lnTo>
                    <a:pt x="2381491" y="126403"/>
                  </a:lnTo>
                  <a:lnTo>
                    <a:pt x="2410549" y="129857"/>
                  </a:lnTo>
                  <a:lnTo>
                    <a:pt x="2410333" y="129857"/>
                  </a:lnTo>
                  <a:lnTo>
                    <a:pt x="2439581" y="134696"/>
                  </a:lnTo>
                  <a:lnTo>
                    <a:pt x="2492476" y="147320"/>
                  </a:lnTo>
                  <a:lnTo>
                    <a:pt x="2540139" y="163779"/>
                  </a:lnTo>
                  <a:lnTo>
                    <a:pt x="2541613" y="164426"/>
                  </a:lnTo>
                  <a:lnTo>
                    <a:pt x="2541295" y="164249"/>
                  </a:lnTo>
                  <a:lnTo>
                    <a:pt x="2585872" y="185318"/>
                  </a:lnTo>
                  <a:lnTo>
                    <a:pt x="2624391" y="208965"/>
                  </a:lnTo>
                  <a:lnTo>
                    <a:pt x="2660726" y="236728"/>
                  </a:lnTo>
                  <a:lnTo>
                    <a:pt x="2691968" y="266026"/>
                  </a:lnTo>
                  <a:lnTo>
                    <a:pt x="2707030" y="282282"/>
                  </a:lnTo>
                  <a:lnTo>
                    <a:pt x="2706840" y="281927"/>
                  </a:lnTo>
                  <a:lnTo>
                    <a:pt x="2733751" y="314680"/>
                  </a:lnTo>
                  <a:lnTo>
                    <a:pt x="2747581" y="333540"/>
                  </a:lnTo>
                  <a:lnTo>
                    <a:pt x="2760205" y="352082"/>
                  </a:lnTo>
                  <a:lnTo>
                    <a:pt x="2782951" y="388747"/>
                  </a:lnTo>
                  <a:lnTo>
                    <a:pt x="2785491" y="393319"/>
                  </a:lnTo>
                  <a:lnTo>
                    <a:pt x="2785491" y="536194"/>
                  </a:lnTo>
                  <a:lnTo>
                    <a:pt x="2804541" y="536194"/>
                  </a:lnTo>
                  <a:lnTo>
                    <a:pt x="2804541" y="427520"/>
                  </a:lnTo>
                  <a:lnTo>
                    <a:pt x="2804668" y="427736"/>
                  </a:lnTo>
                  <a:lnTo>
                    <a:pt x="2825153" y="467829"/>
                  </a:lnTo>
                  <a:lnTo>
                    <a:pt x="2831439" y="481101"/>
                  </a:lnTo>
                  <a:lnTo>
                    <a:pt x="2805684" y="493268"/>
                  </a:lnTo>
                  <a:lnTo>
                    <a:pt x="2872740" y="545846"/>
                  </a:lnTo>
                  <a:lnTo>
                    <a:pt x="2873781" y="495808"/>
                  </a:lnTo>
                  <a:lnTo>
                    <a:pt x="2873845" y="492633"/>
                  </a:lnTo>
                  <a:lnTo>
                    <a:pt x="2874518" y="460756"/>
                  </a:lnTo>
                  <a:close/>
                </a:path>
              </a:pathLst>
            </a:custGeom>
            <a:solidFill>
              <a:srgbClr val="000000"/>
            </a:solidFill>
          </p:spPr>
          <p:txBody>
            <a:bodyPr wrap="square" lIns="0" tIns="0" rIns="0" bIns="0" rtlCol="0"/>
            <a:lstStyle/>
            <a:p>
              <a:endParaRPr dirty="0"/>
            </a:p>
          </p:txBody>
        </p:sp>
        <p:sp>
          <p:nvSpPr>
            <p:cNvPr id="129" name="object 39"/>
            <p:cNvSpPr/>
            <p:nvPr/>
          </p:nvSpPr>
          <p:spPr>
            <a:xfrm>
              <a:off x="492251" y="3317747"/>
              <a:ext cx="3904615" cy="207645"/>
            </a:xfrm>
            <a:custGeom>
              <a:avLst/>
              <a:gdLst/>
              <a:ahLst/>
              <a:cxnLst/>
              <a:rect l="l" t="t" r="r" b="b"/>
              <a:pathLst>
                <a:path w="3904615" h="207645">
                  <a:moveTo>
                    <a:pt x="0" y="207263"/>
                  </a:moveTo>
                  <a:lnTo>
                    <a:pt x="3904488" y="207263"/>
                  </a:lnTo>
                  <a:lnTo>
                    <a:pt x="3904488" y="0"/>
                  </a:lnTo>
                  <a:lnTo>
                    <a:pt x="0" y="0"/>
                  </a:lnTo>
                  <a:lnTo>
                    <a:pt x="0" y="207263"/>
                  </a:lnTo>
                  <a:close/>
                </a:path>
              </a:pathLst>
            </a:custGeom>
            <a:ln w="12700">
              <a:solidFill>
                <a:srgbClr val="000000"/>
              </a:solidFill>
            </a:ln>
          </p:spPr>
          <p:txBody>
            <a:bodyPr wrap="square" lIns="0" tIns="0" rIns="0" bIns="0" rtlCol="0"/>
            <a:lstStyle/>
            <a:p/>
          </p:txBody>
        </p:sp>
        <p:pic>
          <p:nvPicPr>
            <p:cNvPr id="130" name="object 40"/>
            <p:cNvPicPr/>
            <p:nvPr/>
          </p:nvPicPr>
          <p:blipFill>
            <a:blip r:embed="rId18" cstate="print"/>
            <a:stretch>
              <a:fillRect/>
            </a:stretch>
          </p:blipFill>
          <p:spPr>
            <a:xfrm>
              <a:off x="2141219" y="3346703"/>
              <a:ext cx="647700" cy="135636"/>
            </a:xfrm>
            <a:prstGeom prst="rect">
              <a:avLst/>
            </a:prstGeom>
          </p:spPr>
        </p:pic>
        <p:sp>
          <p:nvSpPr>
            <p:cNvPr id="131" name="object 41"/>
            <p:cNvSpPr/>
            <p:nvPr/>
          </p:nvSpPr>
          <p:spPr>
            <a:xfrm>
              <a:off x="3639312" y="3124199"/>
              <a:ext cx="417830" cy="94615"/>
            </a:xfrm>
            <a:custGeom>
              <a:avLst/>
              <a:gdLst/>
              <a:ahLst/>
              <a:cxnLst/>
              <a:rect l="l" t="t" r="r" b="b"/>
              <a:pathLst>
                <a:path w="417829" h="94614">
                  <a:moveTo>
                    <a:pt x="417575" y="0"/>
                  </a:moveTo>
                  <a:lnTo>
                    <a:pt x="0" y="0"/>
                  </a:lnTo>
                  <a:lnTo>
                    <a:pt x="0" y="94487"/>
                  </a:lnTo>
                  <a:lnTo>
                    <a:pt x="417575" y="94487"/>
                  </a:lnTo>
                  <a:lnTo>
                    <a:pt x="417575" y="0"/>
                  </a:lnTo>
                  <a:close/>
                </a:path>
              </a:pathLst>
            </a:custGeom>
            <a:solidFill>
              <a:srgbClr val="EC7C30"/>
            </a:solidFill>
          </p:spPr>
          <p:txBody>
            <a:bodyPr wrap="square" lIns="0" tIns="0" rIns="0" bIns="0" rtlCol="0"/>
            <a:lstStyle/>
            <a:p/>
          </p:txBody>
        </p:sp>
        <p:sp>
          <p:nvSpPr>
            <p:cNvPr id="132" name="object 42"/>
            <p:cNvSpPr/>
            <p:nvPr/>
          </p:nvSpPr>
          <p:spPr>
            <a:xfrm>
              <a:off x="3639312" y="3124199"/>
              <a:ext cx="417830" cy="94615"/>
            </a:xfrm>
            <a:custGeom>
              <a:avLst/>
              <a:gdLst/>
              <a:ahLst/>
              <a:cxnLst/>
              <a:rect l="l" t="t" r="r" b="b"/>
              <a:pathLst>
                <a:path w="417829" h="94614">
                  <a:moveTo>
                    <a:pt x="0" y="94487"/>
                  </a:moveTo>
                  <a:lnTo>
                    <a:pt x="417575" y="94487"/>
                  </a:lnTo>
                  <a:lnTo>
                    <a:pt x="417575" y="0"/>
                  </a:lnTo>
                  <a:lnTo>
                    <a:pt x="0" y="0"/>
                  </a:lnTo>
                  <a:lnTo>
                    <a:pt x="0" y="94487"/>
                  </a:lnTo>
                  <a:close/>
                </a:path>
              </a:pathLst>
            </a:custGeom>
            <a:ln w="12700">
              <a:solidFill>
                <a:srgbClr val="AD5A20"/>
              </a:solidFill>
            </a:ln>
          </p:spPr>
          <p:txBody>
            <a:bodyPr wrap="square" lIns="0" tIns="0" rIns="0" bIns="0" rtlCol="0"/>
            <a:lstStyle/>
            <a:p>
              <a:endParaRPr dirty="0"/>
            </a:p>
          </p:txBody>
        </p:sp>
        <p:sp>
          <p:nvSpPr>
            <p:cNvPr id="133" name="object 43"/>
            <p:cNvSpPr/>
            <p:nvPr/>
          </p:nvSpPr>
          <p:spPr>
            <a:xfrm>
              <a:off x="525018" y="2818637"/>
              <a:ext cx="3868420" cy="441959"/>
            </a:xfrm>
            <a:custGeom>
              <a:avLst/>
              <a:gdLst/>
              <a:ahLst/>
              <a:cxnLst/>
              <a:rect l="l" t="t" r="r" b="b"/>
              <a:pathLst>
                <a:path w="3868420" h="441960">
                  <a:moveTo>
                    <a:pt x="3868039" y="403860"/>
                  </a:moveTo>
                  <a:lnTo>
                    <a:pt x="3848989" y="394335"/>
                  </a:lnTo>
                  <a:lnTo>
                    <a:pt x="3791839" y="365760"/>
                  </a:lnTo>
                  <a:lnTo>
                    <a:pt x="3791839" y="394335"/>
                  </a:lnTo>
                  <a:lnTo>
                    <a:pt x="47625" y="394335"/>
                  </a:lnTo>
                  <a:lnTo>
                    <a:pt x="47625" y="76200"/>
                  </a:lnTo>
                  <a:lnTo>
                    <a:pt x="76200" y="76200"/>
                  </a:lnTo>
                  <a:lnTo>
                    <a:pt x="69850" y="63500"/>
                  </a:lnTo>
                  <a:lnTo>
                    <a:pt x="38100" y="0"/>
                  </a:lnTo>
                  <a:lnTo>
                    <a:pt x="0" y="76200"/>
                  </a:lnTo>
                  <a:lnTo>
                    <a:pt x="28575" y="76200"/>
                  </a:lnTo>
                  <a:lnTo>
                    <a:pt x="28575" y="402844"/>
                  </a:lnTo>
                  <a:lnTo>
                    <a:pt x="32004" y="402844"/>
                  </a:lnTo>
                  <a:lnTo>
                    <a:pt x="32004" y="413385"/>
                  </a:lnTo>
                  <a:lnTo>
                    <a:pt x="3791839" y="413385"/>
                  </a:lnTo>
                  <a:lnTo>
                    <a:pt x="3791839" y="441960"/>
                  </a:lnTo>
                  <a:lnTo>
                    <a:pt x="3848989" y="413385"/>
                  </a:lnTo>
                  <a:lnTo>
                    <a:pt x="3868039" y="403860"/>
                  </a:lnTo>
                  <a:close/>
                </a:path>
              </a:pathLst>
            </a:custGeom>
            <a:solidFill>
              <a:srgbClr val="000000"/>
            </a:solidFill>
          </p:spPr>
          <p:txBody>
            <a:bodyPr wrap="square" lIns="0" tIns="0" rIns="0" bIns="0" rtlCol="0"/>
            <a:lstStyle/>
            <a:p/>
          </p:txBody>
        </p:sp>
        <p:pic>
          <p:nvPicPr>
            <p:cNvPr id="134" name="object 44"/>
            <p:cNvPicPr/>
            <p:nvPr/>
          </p:nvPicPr>
          <p:blipFill>
            <a:blip r:embed="rId19" cstate="print"/>
            <a:stretch>
              <a:fillRect/>
            </a:stretch>
          </p:blipFill>
          <p:spPr>
            <a:xfrm>
              <a:off x="954023" y="2878835"/>
              <a:ext cx="236219" cy="149351"/>
            </a:xfrm>
            <a:prstGeom prst="rect">
              <a:avLst/>
            </a:prstGeom>
          </p:spPr>
        </p:pic>
        <p:pic>
          <p:nvPicPr>
            <p:cNvPr id="135" name="object 45"/>
            <p:cNvPicPr/>
            <p:nvPr/>
          </p:nvPicPr>
          <p:blipFill>
            <a:blip r:embed="rId20" cstate="print"/>
            <a:stretch>
              <a:fillRect/>
            </a:stretch>
          </p:blipFill>
          <p:spPr>
            <a:xfrm>
              <a:off x="2403347" y="2875787"/>
              <a:ext cx="240792" cy="149351"/>
            </a:xfrm>
            <a:prstGeom prst="rect">
              <a:avLst/>
            </a:prstGeom>
          </p:spPr>
        </p:pic>
        <p:pic>
          <p:nvPicPr>
            <p:cNvPr id="136" name="object 46"/>
            <p:cNvPicPr/>
            <p:nvPr/>
          </p:nvPicPr>
          <p:blipFill>
            <a:blip r:embed="rId21" cstate="print"/>
            <a:stretch>
              <a:fillRect/>
            </a:stretch>
          </p:blipFill>
          <p:spPr>
            <a:xfrm>
              <a:off x="3723131" y="2881883"/>
              <a:ext cx="243839" cy="152400"/>
            </a:xfrm>
            <a:prstGeom prst="rect">
              <a:avLst/>
            </a:prstGeom>
          </p:spPr>
        </p:pic>
        <p:sp>
          <p:nvSpPr>
            <p:cNvPr id="137" name="object 47"/>
            <p:cNvSpPr/>
            <p:nvPr/>
          </p:nvSpPr>
          <p:spPr>
            <a:xfrm>
              <a:off x="1462278" y="2612897"/>
              <a:ext cx="2802890" cy="1819275"/>
            </a:xfrm>
            <a:custGeom>
              <a:avLst/>
              <a:gdLst/>
              <a:ahLst/>
              <a:cxnLst/>
              <a:rect l="l" t="t" r="r" b="b"/>
              <a:pathLst>
                <a:path w="2802890" h="1819275">
                  <a:moveTo>
                    <a:pt x="47536" y="76263"/>
                  </a:moveTo>
                  <a:lnTo>
                    <a:pt x="28486" y="76263"/>
                  </a:lnTo>
                  <a:lnTo>
                    <a:pt x="17894" y="1808480"/>
                  </a:lnTo>
                  <a:lnTo>
                    <a:pt x="36957" y="1808480"/>
                  </a:lnTo>
                  <a:lnTo>
                    <a:pt x="47536" y="76454"/>
                  </a:lnTo>
                  <a:lnTo>
                    <a:pt x="47536" y="76263"/>
                  </a:lnTo>
                  <a:close/>
                </a:path>
                <a:path w="2802890" h="1819275">
                  <a:moveTo>
                    <a:pt x="76200" y="76454"/>
                  </a:moveTo>
                  <a:lnTo>
                    <a:pt x="76098" y="76263"/>
                  </a:lnTo>
                  <a:lnTo>
                    <a:pt x="69824" y="63500"/>
                  </a:lnTo>
                  <a:lnTo>
                    <a:pt x="38608" y="0"/>
                  </a:lnTo>
                  <a:lnTo>
                    <a:pt x="0" y="75946"/>
                  </a:lnTo>
                  <a:lnTo>
                    <a:pt x="28486" y="76136"/>
                  </a:lnTo>
                  <a:lnTo>
                    <a:pt x="47536" y="76263"/>
                  </a:lnTo>
                  <a:lnTo>
                    <a:pt x="76200" y="76454"/>
                  </a:lnTo>
                  <a:close/>
                </a:path>
                <a:path w="2802890" h="1819275">
                  <a:moveTo>
                    <a:pt x="1455712" y="86931"/>
                  </a:moveTo>
                  <a:lnTo>
                    <a:pt x="1436662" y="86931"/>
                  </a:lnTo>
                  <a:lnTo>
                    <a:pt x="1426070" y="1819148"/>
                  </a:lnTo>
                  <a:lnTo>
                    <a:pt x="1445133" y="1819148"/>
                  </a:lnTo>
                  <a:lnTo>
                    <a:pt x="1455712" y="87122"/>
                  </a:lnTo>
                  <a:lnTo>
                    <a:pt x="1455712" y="86931"/>
                  </a:lnTo>
                  <a:close/>
                </a:path>
                <a:path w="2802890" h="1819275">
                  <a:moveTo>
                    <a:pt x="1484376" y="87122"/>
                  </a:moveTo>
                  <a:lnTo>
                    <a:pt x="1484274" y="86931"/>
                  </a:lnTo>
                  <a:lnTo>
                    <a:pt x="1478000" y="74168"/>
                  </a:lnTo>
                  <a:lnTo>
                    <a:pt x="1446784" y="10668"/>
                  </a:lnTo>
                  <a:lnTo>
                    <a:pt x="1408176" y="86614"/>
                  </a:lnTo>
                  <a:lnTo>
                    <a:pt x="1436662" y="86804"/>
                  </a:lnTo>
                  <a:lnTo>
                    <a:pt x="1455712" y="86931"/>
                  </a:lnTo>
                  <a:lnTo>
                    <a:pt x="1484376" y="87122"/>
                  </a:lnTo>
                  <a:close/>
                </a:path>
                <a:path w="2802890" h="1819275">
                  <a:moveTo>
                    <a:pt x="2773972" y="76263"/>
                  </a:moveTo>
                  <a:lnTo>
                    <a:pt x="2754922" y="76263"/>
                  </a:lnTo>
                  <a:lnTo>
                    <a:pt x="2744330" y="1808480"/>
                  </a:lnTo>
                  <a:lnTo>
                    <a:pt x="2763393" y="1808480"/>
                  </a:lnTo>
                  <a:lnTo>
                    <a:pt x="2773972" y="76454"/>
                  </a:lnTo>
                  <a:lnTo>
                    <a:pt x="2773972" y="76263"/>
                  </a:lnTo>
                  <a:close/>
                </a:path>
                <a:path w="2802890" h="1819275">
                  <a:moveTo>
                    <a:pt x="2802636" y="76454"/>
                  </a:moveTo>
                  <a:lnTo>
                    <a:pt x="2802534" y="76263"/>
                  </a:lnTo>
                  <a:lnTo>
                    <a:pt x="2796260" y="63500"/>
                  </a:lnTo>
                  <a:lnTo>
                    <a:pt x="2765044" y="0"/>
                  </a:lnTo>
                  <a:lnTo>
                    <a:pt x="2726436" y="75946"/>
                  </a:lnTo>
                  <a:lnTo>
                    <a:pt x="2754922" y="76136"/>
                  </a:lnTo>
                  <a:lnTo>
                    <a:pt x="2773972" y="76263"/>
                  </a:lnTo>
                  <a:lnTo>
                    <a:pt x="2802636" y="76454"/>
                  </a:lnTo>
                  <a:close/>
                </a:path>
              </a:pathLst>
            </a:custGeom>
            <a:solidFill>
              <a:srgbClr val="000000"/>
            </a:solidFill>
          </p:spPr>
          <p:txBody>
            <a:bodyPr wrap="square" lIns="0" tIns="0" rIns="0" bIns="0" rtlCol="0"/>
            <a:lstStyle/>
            <a:p/>
          </p:txBody>
        </p:sp>
        <p:pic>
          <p:nvPicPr>
            <p:cNvPr id="138" name="object 48"/>
            <p:cNvPicPr/>
            <p:nvPr/>
          </p:nvPicPr>
          <p:blipFill>
            <a:blip r:embed="rId22" cstate="print"/>
            <a:stretch>
              <a:fillRect/>
            </a:stretch>
          </p:blipFill>
          <p:spPr>
            <a:xfrm>
              <a:off x="2656966" y="2625089"/>
              <a:ext cx="149225" cy="201675"/>
            </a:xfrm>
            <a:prstGeom prst="rect">
              <a:avLst/>
            </a:prstGeom>
          </p:spPr>
        </p:pic>
        <p:pic>
          <p:nvPicPr>
            <p:cNvPr id="139" name="object 49"/>
            <p:cNvPicPr/>
            <p:nvPr/>
          </p:nvPicPr>
          <p:blipFill>
            <a:blip r:embed="rId23" cstate="print"/>
            <a:stretch>
              <a:fillRect/>
            </a:stretch>
          </p:blipFill>
          <p:spPr>
            <a:xfrm>
              <a:off x="1239672" y="2623565"/>
              <a:ext cx="149199" cy="201675"/>
            </a:xfrm>
            <a:prstGeom prst="rect">
              <a:avLst/>
            </a:prstGeom>
          </p:spPr>
        </p:pic>
        <p:pic>
          <p:nvPicPr>
            <p:cNvPr id="140" name="object 50"/>
            <p:cNvPicPr/>
            <p:nvPr/>
          </p:nvPicPr>
          <p:blipFill>
            <a:blip r:embed="rId24" cstate="print"/>
            <a:stretch>
              <a:fillRect/>
            </a:stretch>
          </p:blipFill>
          <p:spPr>
            <a:xfrm>
              <a:off x="3995038" y="2614421"/>
              <a:ext cx="149225" cy="201675"/>
            </a:xfrm>
            <a:prstGeom prst="rect">
              <a:avLst/>
            </a:prstGeom>
          </p:spPr>
        </p:pic>
        <p:pic>
          <p:nvPicPr>
            <p:cNvPr id="141" name="object 51"/>
            <p:cNvPicPr/>
            <p:nvPr/>
          </p:nvPicPr>
          <p:blipFill>
            <a:blip r:embed="rId25" cstate="print"/>
            <a:stretch>
              <a:fillRect/>
            </a:stretch>
          </p:blipFill>
          <p:spPr>
            <a:xfrm>
              <a:off x="1310385" y="2366517"/>
              <a:ext cx="233679" cy="226060"/>
            </a:xfrm>
            <a:prstGeom prst="rect">
              <a:avLst/>
            </a:prstGeom>
          </p:spPr>
        </p:pic>
        <p:pic>
          <p:nvPicPr>
            <p:cNvPr id="142" name="object 52"/>
            <p:cNvPicPr/>
            <p:nvPr/>
          </p:nvPicPr>
          <p:blipFill>
            <a:blip r:embed="rId26" cstate="print"/>
            <a:stretch>
              <a:fillRect/>
            </a:stretch>
          </p:blipFill>
          <p:spPr>
            <a:xfrm>
              <a:off x="1414271" y="2467355"/>
              <a:ext cx="27431" cy="25908"/>
            </a:xfrm>
            <a:prstGeom prst="rect">
              <a:avLst/>
            </a:prstGeom>
          </p:spPr>
        </p:pic>
        <p:pic>
          <p:nvPicPr>
            <p:cNvPr id="143" name="object 53"/>
            <p:cNvPicPr/>
            <p:nvPr/>
          </p:nvPicPr>
          <p:blipFill>
            <a:blip r:embed="rId25" cstate="print"/>
            <a:stretch>
              <a:fillRect/>
            </a:stretch>
          </p:blipFill>
          <p:spPr>
            <a:xfrm>
              <a:off x="2738373" y="2369565"/>
              <a:ext cx="233680" cy="226060"/>
            </a:xfrm>
            <a:prstGeom prst="rect">
              <a:avLst/>
            </a:prstGeom>
          </p:spPr>
        </p:pic>
        <p:pic>
          <p:nvPicPr>
            <p:cNvPr id="144" name="object 54"/>
            <p:cNvPicPr/>
            <p:nvPr/>
          </p:nvPicPr>
          <p:blipFill>
            <a:blip r:embed="rId26" cstate="print"/>
            <a:stretch>
              <a:fillRect/>
            </a:stretch>
          </p:blipFill>
          <p:spPr>
            <a:xfrm>
              <a:off x="2842259" y="2468879"/>
              <a:ext cx="27431" cy="25908"/>
            </a:xfrm>
            <a:prstGeom prst="rect">
              <a:avLst/>
            </a:prstGeom>
          </p:spPr>
        </p:pic>
        <p:pic>
          <p:nvPicPr>
            <p:cNvPr id="145" name="object 55"/>
            <p:cNvPicPr/>
            <p:nvPr/>
          </p:nvPicPr>
          <p:blipFill>
            <a:blip r:embed="rId25" cstate="print"/>
            <a:stretch>
              <a:fillRect/>
            </a:stretch>
          </p:blipFill>
          <p:spPr>
            <a:xfrm>
              <a:off x="4073398" y="2360421"/>
              <a:ext cx="233679" cy="226060"/>
            </a:xfrm>
            <a:prstGeom prst="rect">
              <a:avLst/>
            </a:prstGeom>
          </p:spPr>
        </p:pic>
        <p:pic>
          <p:nvPicPr>
            <p:cNvPr id="146" name="object 56"/>
            <p:cNvPicPr/>
            <p:nvPr/>
          </p:nvPicPr>
          <p:blipFill>
            <a:blip r:embed="rId26" cstate="print"/>
            <a:stretch>
              <a:fillRect/>
            </a:stretch>
          </p:blipFill>
          <p:spPr>
            <a:xfrm>
              <a:off x="4177284" y="2461259"/>
              <a:ext cx="27430" cy="25908"/>
            </a:xfrm>
            <a:prstGeom prst="rect">
              <a:avLst/>
            </a:prstGeom>
          </p:spPr>
        </p:pic>
        <p:sp>
          <p:nvSpPr>
            <p:cNvPr id="147" name="object 57"/>
            <p:cNvSpPr/>
            <p:nvPr/>
          </p:nvSpPr>
          <p:spPr>
            <a:xfrm>
              <a:off x="850391" y="2066543"/>
              <a:ext cx="346075" cy="340360"/>
            </a:xfrm>
            <a:custGeom>
              <a:avLst/>
              <a:gdLst/>
              <a:ahLst/>
              <a:cxnLst/>
              <a:rect l="l" t="t" r="r" b="b"/>
              <a:pathLst>
                <a:path w="346075" h="340360">
                  <a:moveTo>
                    <a:pt x="0" y="169925"/>
                  </a:moveTo>
                  <a:lnTo>
                    <a:pt x="6178" y="124751"/>
                  </a:lnTo>
                  <a:lnTo>
                    <a:pt x="23616" y="84158"/>
                  </a:lnTo>
                  <a:lnTo>
                    <a:pt x="50663" y="49768"/>
                  </a:lnTo>
                  <a:lnTo>
                    <a:pt x="85671" y="23198"/>
                  </a:lnTo>
                  <a:lnTo>
                    <a:pt x="126991" y="6069"/>
                  </a:lnTo>
                  <a:lnTo>
                    <a:pt x="172974" y="0"/>
                  </a:lnTo>
                  <a:lnTo>
                    <a:pt x="218956" y="6069"/>
                  </a:lnTo>
                  <a:lnTo>
                    <a:pt x="260276" y="23198"/>
                  </a:lnTo>
                  <a:lnTo>
                    <a:pt x="295284" y="49768"/>
                  </a:lnTo>
                  <a:lnTo>
                    <a:pt x="322331" y="84158"/>
                  </a:lnTo>
                  <a:lnTo>
                    <a:pt x="339769" y="124751"/>
                  </a:lnTo>
                  <a:lnTo>
                    <a:pt x="345948" y="169925"/>
                  </a:lnTo>
                  <a:lnTo>
                    <a:pt x="339769" y="215100"/>
                  </a:lnTo>
                  <a:lnTo>
                    <a:pt x="322331" y="255693"/>
                  </a:lnTo>
                  <a:lnTo>
                    <a:pt x="295284" y="290083"/>
                  </a:lnTo>
                  <a:lnTo>
                    <a:pt x="260276" y="316653"/>
                  </a:lnTo>
                  <a:lnTo>
                    <a:pt x="218956" y="333782"/>
                  </a:lnTo>
                  <a:lnTo>
                    <a:pt x="172974" y="339851"/>
                  </a:lnTo>
                  <a:lnTo>
                    <a:pt x="126991" y="333782"/>
                  </a:lnTo>
                  <a:lnTo>
                    <a:pt x="85671" y="316653"/>
                  </a:lnTo>
                  <a:lnTo>
                    <a:pt x="50663" y="290083"/>
                  </a:lnTo>
                  <a:lnTo>
                    <a:pt x="23616" y="255693"/>
                  </a:lnTo>
                  <a:lnTo>
                    <a:pt x="6178" y="215100"/>
                  </a:lnTo>
                  <a:lnTo>
                    <a:pt x="0" y="169925"/>
                  </a:lnTo>
                  <a:close/>
                </a:path>
              </a:pathLst>
            </a:custGeom>
            <a:ln w="12700">
              <a:solidFill>
                <a:srgbClr val="000000"/>
              </a:solidFill>
            </a:ln>
          </p:spPr>
          <p:txBody>
            <a:bodyPr wrap="square" lIns="0" tIns="0" rIns="0" bIns="0" rtlCol="0"/>
            <a:lstStyle/>
            <a:p/>
          </p:txBody>
        </p:sp>
        <p:pic>
          <p:nvPicPr>
            <p:cNvPr id="148" name="object 58"/>
            <p:cNvPicPr/>
            <p:nvPr/>
          </p:nvPicPr>
          <p:blipFill>
            <a:blip r:embed="rId27" cstate="print"/>
            <a:stretch>
              <a:fillRect/>
            </a:stretch>
          </p:blipFill>
          <p:spPr>
            <a:xfrm>
              <a:off x="943400" y="2148839"/>
              <a:ext cx="152355" cy="172212"/>
            </a:xfrm>
            <a:prstGeom prst="rect">
              <a:avLst/>
            </a:prstGeom>
          </p:spPr>
        </p:pic>
        <p:pic>
          <p:nvPicPr>
            <p:cNvPr id="149" name="object 59"/>
            <p:cNvPicPr/>
            <p:nvPr/>
          </p:nvPicPr>
          <p:blipFill>
            <a:blip r:embed="rId28" cstate="print"/>
            <a:stretch>
              <a:fillRect/>
            </a:stretch>
          </p:blipFill>
          <p:spPr>
            <a:xfrm>
              <a:off x="1149857" y="2367533"/>
              <a:ext cx="170814" cy="78486"/>
            </a:xfrm>
            <a:prstGeom prst="rect">
              <a:avLst/>
            </a:prstGeom>
          </p:spPr>
        </p:pic>
        <p:sp>
          <p:nvSpPr>
            <p:cNvPr id="150" name="object 60"/>
            <p:cNvSpPr/>
            <p:nvPr/>
          </p:nvSpPr>
          <p:spPr>
            <a:xfrm>
              <a:off x="1194054" y="2109723"/>
              <a:ext cx="2864485" cy="343535"/>
            </a:xfrm>
            <a:custGeom>
              <a:avLst/>
              <a:gdLst/>
              <a:ahLst/>
              <a:cxnLst/>
              <a:rect l="l" t="t" r="r" b="b"/>
              <a:pathLst>
                <a:path w="2864485" h="343535">
                  <a:moveTo>
                    <a:pt x="1527556" y="324358"/>
                  </a:moveTo>
                  <a:lnTo>
                    <a:pt x="104254" y="152412"/>
                  </a:lnTo>
                  <a:lnTo>
                    <a:pt x="104432" y="150876"/>
                  </a:lnTo>
                  <a:lnTo>
                    <a:pt x="107696" y="123952"/>
                  </a:lnTo>
                  <a:lnTo>
                    <a:pt x="27432" y="152654"/>
                  </a:lnTo>
                  <a:lnTo>
                    <a:pt x="98552" y="199644"/>
                  </a:lnTo>
                  <a:lnTo>
                    <a:pt x="101981" y="171208"/>
                  </a:lnTo>
                  <a:lnTo>
                    <a:pt x="1525270" y="343281"/>
                  </a:lnTo>
                  <a:lnTo>
                    <a:pt x="1527556" y="324358"/>
                  </a:lnTo>
                  <a:close/>
                </a:path>
                <a:path w="2864485" h="343535">
                  <a:moveTo>
                    <a:pt x="2863977" y="291084"/>
                  </a:moveTo>
                  <a:lnTo>
                    <a:pt x="76720" y="28371"/>
                  </a:lnTo>
                  <a:lnTo>
                    <a:pt x="76822" y="27178"/>
                  </a:lnTo>
                  <a:lnTo>
                    <a:pt x="79375" y="0"/>
                  </a:lnTo>
                  <a:lnTo>
                    <a:pt x="0" y="30734"/>
                  </a:lnTo>
                  <a:lnTo>
                    <a:pt x="72288" y="75819"/>
                  </a:lnTo>
                  <a:lnTo>
                    <a:pt x="74942" y="47421"/>
                  </a:lnTo>
                  <a:lnTo>
                    <a:pt x="2862199" y="310007"/>
                  </a:lnTo>
                  <a:lnTo>
                    <a:pt x="2863977" y="291084"/>
                  </a:lnTo>
                  <a:close/>
                </a:path>
              </a:pathLst>
            </a:custGeom>
            <a:solidFill>
              <a:srgbClr val="000000"/>
            </a:solidFill>
          </p:spPr>
          <p:txBody>
            <a:bodyPr wrap="square" lIns="0" tIns="0" rIns="0" bIns="0" rtlCol="0"/>
            <a:lstStyle/>
            <a:p/>
          </p:txBody>
        </p:sp>
      </p:grpSp>
      <p:pic>
        <p:nvPicPr>
          <p:cNvPr id="153" name="object 64"/>
          <p:cNvPicPr/>
          <p:nvPr/>
        </p:nvPicPr>
        <p:blipFill>
          <a:blip r:embed="rId29" cstate="print"/>
          <a:stretch>
            <a:fillRect/>
          </a:stretch>
        </p:blipFill>
        <p:spPr>
          <a:xfrm>
            <a:off x="1024127" y="5917531"/>
            <a:ext cx="222503" cy="149351"/>
          </a:xfrm>
          <a:prstGeom prst="rect">
            <a:avLst/>
          </a:prstGeom>
        </p:spPr>
      </p:pic>
      <p:pic>
        <p:nvPicPr>
          <p:cNvPr id="154" name="object 65"/>
          <p:cNvPicPr/>
          <p:nvPr/>
        </p:nvPicPr>
        <p:blipFill>
          <a:blip r:embed="rId30" cstate="print"/>
          <a:stretch>
            <a:fillRect/>
          </a:stretch>
        </p:blipFill>
        <p:spPr>
          <a:xfrm>
            <a:off x="2414016" y="5917531"/>
            <a:ext cx="227075" cy="149351"/>
          </a:xfrm>
          <a:prstGeom prst="rect">
            <a:avLst/>
          </a:prstGeom>
        </p:spPr>
      </p:pic>
      <p:pic>
        <p:nvPicPr>
          <p:cNvPr id="155" name="object 66"/>
          <p:cNvPicPr/>
          <p:nvPr/>
        </p:nvPicPr>
        <p:blipFill>
          <a:blip r:embed="rId31" cstate="print"/>
          <a:stretch>
            <a:fillRect/>
          </a:stretch>
        </p:blipFill>
        <p:spPr>
          <a:xfrm>
            <a:off x="3768852" y="5917531"/>
            <a:ext cx="230124" cy="152400"/>
          </a:xfrm>
          <a:prstGeom prst="rect">
            <a:avLst/>
          </a:prstGeom>
        </p:spPr>
      </p:pic>
      <p:grpSp>
        <p:nvGrpSpPr>
          <p:cNvPr id="156" name="object 67"/>
          <p:cNvGrpSpPr/>
          <p:nvPr/>
        </p:nvGrpSpPr>
        <p:grpSpPr>
          <a:xfrm>
            <a:off x="897508" y="4669248"/>
            <a:ext cx="427355" cy="821690"/>
            <a:chOff x="897508" y="5210428"/>
            <a:chExt cx="427355" cy="821690"/>
          </a:xfrm>
        </p:grpSpPr>
        <p:pic>
          <p:nvPicPr>
            <p:cNvPr id="157" name="object 68"/>
            <p:cNvPicPr/>
            <p:nvPr/>
          </p:nvPicPr>
          <p:blipFill>
            <a:blip r:embed="rId32" cstate="print"/>
            <a:stretch>
              <a:fillRect/>
            </a:stretch>
          </p:blipFill>
          <p:spPr>
            <a:xfrm>
              <a:off x="900683" y="5213603"/>
              <a:ext cx="420623" cy="815340"/>
            </a:xfrm>
            <a:prstGeom prst="rect">
              <a:avLst/>
            </a:prstGeom>
          </p:spPr>
        </p:pic>
        <p:sp>
          <p:nvSpPr>
            <p:cNvPr id="158" name="object 69"/>
            <p:cNvSpPr/>
            <p:nvPr/>
          </p:nvSpPr>
          <p:spPr>
            <a:xfrm>
              <a:off x="900683" y="5213603"/>
              <a:ext cx="421005" cy="815340"/>
            </a:xfrm>
            <a:custGeom>
              <a:avLst/>
              <a:gdLst/>
              <a:ahLst/>
              <a:cxnLst/>
              <a:rect l="l" t="t" r="r" b="b"/>
              <a:pathLst>
                <a:path w="421005" h="815339">
                  <a:moveTo>
                    <a:pt x="0" y="815340"/>
                  </a:moveTo>
                  <a:lnTo>
                    <a:pt x="420623" y="815340"/>
                  </a:lnTo>
                  <a:lnTo>
                    <a:pt x="420623" y="0"/>
                  </a:lnTo>
                  <a:lnTo>
                    <a:pt x="0" y="0"/>
                  </a:lnTo>
                  <a:lnTo>
                    <a:pt x="0" y="815340"/>
                  </a:lnTo>
                  <a:close/>
                </a:path>
              </a:pathLst>
            </a:custGeom>
            <a:ln w="6350">
              <a:solidFill>
                <a:srgbClr val="6FAC46"/>
              </a:solidFill>
            </a:ln>
          </p:spPr>
          <p:txBody>
            <a:bodyPr wrap="square" lIns="0" tIns="0" rIns="0" bIns="0" rtlCol="0"/>
            <a:lstStyle/>
            <a:p/>
          </p:txBody>
        </p:sp>
        <p:pic>
          <p:nvPicPr>
            <p:cNvPr id="159" name="object 70"/>
            <p:cNvPicPr/>
            <p:nvPr/>
          </p:nvPicPr>
          <p:blipFill>
            <a:blip r:embed="rId33" cstate="print"/>
            <a:stretch>
              <a:fillRect/>
            </a:stretch>
          </p:blipFill>
          <p:spPr>
            <a:xfrm>
              <a:off x="1016507" y="5507735"/>
              <a:ext cx="216408" cy="213359"/>
            </a:xfrm>
            <a:prstGeom prst="rect">
              <a:avLst/>
            </a:prstGeom>
          </p:spPr>
        </p:pic>
      </p:grpSp>
      <p:pic>
        <p:nvPicPr>
          <p:cNvPr id="160" name="object 71"/>
          <p:cNvPicPr/>
          <p:nvPr/>
        </p:nvPicPr>
        <p:blipFill>
          <a:blip r:embed="rId34" cstate="print"/>
          <a:stretch>
            <a:fillRect/>
          </a:stretch>
        </p:blipFill>
        <p:spPr>
          <a:xfrm>
            <a:off x="1082802" y="5578441"/>
            <a:ext cx="76200" cy="233045"/>
          </a:xfrm>
          <a:prstGeom prst="rect">
            <a:avLst/>
          </a:prstGeom>
        </p:spPr>
      </p:pic>
      <p:pic>
        <p:nvPicPr>
          <p:cNvPr id="161" name="object 72"/>
          <p:cNvPicPr/>
          <p:nvPr/>
        </p:nvPicPr>
        <p:blipFill>
          <a:blip r:embed="rId34" cstate="print"/>
          <a:stretch>
            <a:fillRect/>
          </a:stretch>
        </p:blipFill>
        <p:spPr>
          <a:xfrm>
            <a:off x="2472689" y="5578441"/>
            <a:ext cx="76200" cy="233045"/>
          </a:xfrm>
          <a:prstGeom prst="rect">
            <a:avLst/>
          </a:prstGeom>
        </p:spPr>
      </p:pic>
      <p:grpSp>
        <p:nvGrpSpPr>
          <p:cNvPr id="162" name="object 73"/>
          <p:cNvGrpSpPr/>
          <p:nvPr/>
        </p:nvGrpSpPr>
        <p:grpSpPr>
          <a:xfrm>
            <a:off x="2296541" y="4669248"/>
            <a:ext cx="425450" cy="821690"/>
            <a:chOff x="2296541" y="5210428"/>
            <a:chExt cx="425450" cy="821690"/>
          </a:xfrm>
        </p:grpSpPr>
        <p:pic>
          <p:nvPicPr>
            <p:cNvPr id="163" name="object 74"/>
            <p:cNvPicPr/>
            <p:nvPr/>
          </p:nvPicPr>
          <p:blipFill>
            <a:blip r:embed="rId32" cstate="print"/>
            <a:stretch>
              <a:fillRect/>
            </a:stretch>
          </p:blipFill>
          <p:spPr>
            <a:xfrm>
              <a:off x="2299716" y="5213603"/>
              <a:ext cx="419100" cy="815340"/>
            </a:xfrm>
            <a:prstGeom prst="rect">
              <a:avLst/>
            </a:prstGeom>
          </p:spPr>
        </p:pic>
        <p:sp>
          <p:nvSpPr>
            <p:cNvPr id="164" name="object 75"/>
            <p:cNvSpPr/>
            <p:nvPr/>
          </p:nvSpPr>
          <p:spPr>
            <a:xfrm>
              <a:off x="2299716" y="5213603"/>
              <a:ext cx="419100" cy="815340"/>
            </a:xfrm>
            <a:custGeom>
              <a:avLst/>
              <a:gdLst/>
              <a:ahLst/>
              <a:cxnLst/>
              <a:rect l="l" t="t" r="r" b="b"/>
              <a:pathLst>
                <a:path w="419100" h="815339">
                  <a:moveTo>
                    <a:pt x="0" y="815340"/>
                  </a:moveTo>
                  <a:lnTo>
                    <a:pt x="419100" y="815340"/>
                  </a:lnTo>
                  <a:lnTo>
                    <a:pt x="419100" y="0"/>
                  </a:lnTo>
                  <a:lnTo>
                    <a:pt x="0" y="0"/>
                  </a:lnTo>
                  <a:lnTo>
                    <a:pt x="0" y="815340"/>
                  </a:lnTo>
                  <a:close/>
                </a:path>
              </a:pathLst>
            </a:custGeom>
            <a:ln w="6350">
              <a:solidFill>
                <a:srgbClr val="6FAC46"/>
              </a:solidFill>
            </a:ln>
          </p:spPr>
          <p:txBody>
            <a:bodyPr wrap="square" lIns="0" tIns="0" rIns="0" bIns="0" rtlCol="0"/>
            <a:lstStyle/>
            <a:p/>
          </p:txBody>
        </p:sp>
        <p:pic>
          <p:nvPicPr>
            <p:cNvPr id="165" name="object 76"/>
            <p:cNvPicPr/>
            <p:nvPr/>
          </p:nvPicPr>
          <p:blipFill>
            <a:blip r:embed="rId35" cstate="print"/>
            <a:stretch>
              <a:fillRect/>
            </a:stretch>
          </p:blipFill>
          <p:spPr>
            <a:xfrm>
              <a:off x="2406396" y="5507735"/>
              <a:ext cx="220980" cy="213359"/>
            </a:xfrm>
            <a:prstGeom prst="rect">
              <a:avLst/>
            </a:prstGeom>
          </p:spPr>
        </p:pic>
      </p:grpSp>
      <p:pic>
        <p:nvPicPr>
          <p:cNvPr id="166" name="object 77"/>
          <p:cNvPicPr/>
          <p:nvPr/>
        </p:nvPicPr>
        <p:blipFill>
          <a:blip r:embed="rId34" cstate="print"/>
          <a:stretch>
            <a:fillRect/>
          </a:stretch>
        </p:blipFill>
        <p:spPr>
          <a:xfrm>
            <a:off x="3815334" y="5575393"/>
            <a:ext cx="76200" cy="233045"/>
          </a:xfrm>
          <a:prstGeom prst="rect">
            <a:avLst/>
          </a:prstGeom>
        </p:spPr>
      </p:pic>
      <p:grpSp>
        <p:nvGrpSpPr>
          <p:cNvPr id="167" name="object 78"/>
          <p:cNvGrpSpPr/>
          <p:nvPr/>
        </p:nvGrpSpPr>
        <p:grpSpPr>
          <a:xfrm>
            <a:off x="3636136" y="4663153"/>
            <a:ext cx="425450" cy="820419"/>
            <a:chOff x="3636136" y="5204333"/>
            <a:chExt cx="425450" cy="820419"/>
          </a:xfrm>
        </p:grpSpPr>
        <p:pic>
          <p:nvPicPr>
            <p:cNvPr id="168" name="object 79"/>
            <p:cNvPicPr/>
            <p:nvPr/>
          </p:nvPicPr>
          <p:blipFill>
            <a:blip r:embed="rId36" cstate="print"/>
            <a:stretch>
              <a:fillRect/>
            </a:stretch>
          </p:blipFill>
          <p:spPr>
            <a:xfrm>
              <a:off x="3639311" y="5207508"/>
              <a:ext cx="419100" cy="813815"/>
            </a:xfrm>
            <a:prstGeom prst="rect">
              <a:avLst/>
            </a:prstGeom>
          </p:spPr>
        </p:pic>
        <p:sp>
          <p:nvSpPr>
            <p:cNvPr id="169" name="object 80"/>
            <p:cNvSpPr/>
            <p:nvPr/>
          </p:nvSpPr>
          <p:spPr>
            <a:xfrm>
              <a:off x="3639311" y="5207508"/>
              <a:ext cx="419100" cy="814069"/>
            </a:xfrm>
            <a:custGeom>
              <a:avLst/>
              <a:gdLst/>
              <a:ahLst/>
              <a:cxnLst/>
              <a:rect l="l" t="t" r="r" b="b"/>
              <a:pathLst>
                <a:path w="419100" h="814070">
                  <a:moveTo>
                    <a:pt x="0" y="813815"/>
                  </a:moveTo>
                  <a:lnTo>
                    <a:pt x="419100" y="813815"/>
                  </a:lnTo>
                  <a:lnTo>
                    <a:pt x="419100" y="0"/>
                  </a:lnTo>
                  <a:lnTo>
                    <a:pt x="0" y="0"/>
                  </a:lnTo>
                  <a:lnTo>
                    <a:pt x="0" y="813815"/>
                  </a:lnTo>
                  <a:close/>
                </a:path>
              </a:pathLst>
            </a:custGeom>
            <a:ln w="6350">
              <a:solidFill>
                <a:srgbClr val="6FAC46"/>
              </a:solidFill>
            </a:ln>
          </p:spPr>
          <p:txBody>
            <a:bodyPr wrap="square" lIns="0" tIns="0" rIns="0" bIns="0" rtlCol="0"/>
            <a:lstStyle/>
            <a:p/>
          </p:txBody>
        </p:sp>
        <p:pic>
          <p:nvPicPr>
            <p:cNvPr id="170" name="object 81"/>
            <p:cNvPicPr/>
            <p:nvPr/>
          </p:nvPicPr>
          <p:blipFill>
            <a:blip r:embed="rId37" cstate="print"/>
            <a:stretch>
              <a:fillRect/>
            </a:stretch>
          </p:blipFill>
          <p:spPr>
            <a:xfrm>
              <a:off x="3749039" y="5506212"/>
              <a:ext cx="222503" cy="216407"/>
            </a:xfrm>
            <a:prstGeom prst="rect">
              <a:avLst/>
            </a:prstGeom>
          </p:spPr>
        </p:pic>
      </p:grpSp>
      <p:pic>
        <p:nvPicPr>
          <p:cNvPr id="171" name="object 89"/>
          <p:cNvPicPr/>
          <p:nvPr/>
        </p:nvPicPr>
        <p:blipFill>
          <a:blip r:embed="rId38" cstate="print"/>
          <a:stretch>
            <a:fillRect/>
          </a:stretch>
        </p:blipFill>
        <p:spPr>
          <a:xfrm>
            <a:off x="2196973" y="4400390"/>
            <a:ext cx="111378" cy="215137"/>
          </a:xfrm>
          <a:prstGeom prst="rect">
            <a:avLst/>
          </a:prstGeom>
        </p:spPr>
      </p:pic>
      <p:pic>
        <p:nvPicPr>
          <p:cNvPr id="172" name="object 94"/>
          <p:cNvPicPr/>
          <p:nvPr/>
        </p:nvPicPr>
        <p:blipFill>
          <a:blip r:embed="rId39" cstate="print"/>
          <a:stretch>
            <a:fillRect/>
          </a:stretch>
        </p:blipFill>
        <p:spPr>
          <a:xfrm>
            <a:off x="3536569" y="4386673"/>
            <a:ext cx="111378" cy="215137"/>
          </a:xfrm>
          <a:prstGeom prst="rect">
            <a:avLst/>
          </a:prstGeom>
        </p:spPr>
      </p:pic>
      <p:pic>
        <p:nvPicPr>
          <p:cNvPr id="173" name="object 95"/>
          <p:cNvPicPr/>
          <p:nvPr/>
        </p:nvPicPr>
        <p:blipFill>
          <a:blip r:embed="rId40" cstate="print"/>
          <a:stretch>
            <a:fillRect/>
          </a:stretch>
        </p:blipFill>
        <p:spPr>
          <a:xfrm>
            <a:off x="2469388" y="4389722"/>
            <a:ext cx="76200" cy="213614"/>
          </a:xfrm>
          <a:prstGeom prst="rect">
            <a:avLst/>
          </a:prstGeom>
        </p:spPr>
      </p:pic>
      <p:pic>
        <p:nvPicPr>
          <p:cNvPr id="174" name="object 96"/>
          <p:cNvPicPr/>
          <p:nvPr/>
        </p:nvPicPr>
        <p:blipFill>
          <a:blip r:embed="rId40" cstate="print"/>
          <a:stretch>
            <a:fillRect/>
          </a:stretch>
        </p:blipFill>
        <p:spPr>
          <a:xfrm>
            <a:off x="3805935" y="4392770"/>
            <a:ext cx="76200" cy="213613"/>
          </a:xfrm>
          <a:prstGeom prst="rect">
            <a:avLst/>
          </a:prstGeom>
        </p:spPr>
      </p:pic>
      <p:pic>
        <p:nvPicPr>
          <p:cNvPr id="175" name="object 97"/>
          <p:cNvPicPr/>
          <p:nvPr/>
        </p:nvPicPr>
        <p:blipFill>
          <a:blip r:embed="rId8" cstate="print"/>
          <a:stretch>
            <a:fillRect/>
          </a:stretch>
        </p:blipFill>
        <p:spPr>
          <a:xfrm>
            <a:off x="2714625" y="4383625"/>
            <a:ext cx="141986" cy="214375"/>
          </a:xfrm>
          <a:prstGeom prst="rect">
            <a:avLst/>
          </a:prstGeom>
        </p:spPr>
      </p:pic>
      <p:pic>
        <p:nvPicPr>
          <p:cNvPr id="176" name="object 98"/>
          <p:cNvPicPr/>
          <p:nvPr/>
        </p:nvPicPr>
        <p:blipFill>
          <a:blip r:embed="rId8" cstate="print"/>
          <a:stretch>
            <a:fillRect/>
          </a:stretch>
        </p:blipFill>
        <p:spPr>
          <a:xfrm>
            <a:off x="4049648" y="4385149"/>
            <a:ext cx="141986" cy="214375"/>
          </a:xfrm>
          <a:prstGeom prst="rect">
            <a:avLst/>
          </a:prstGeom>
        </p:spPr>
      </p:pic>
      <p:pic>
        <p:nvPicPr>
          <p:cNvPr id="177" name="object 102"/>
          <p:cNvPicPr/>
          <p:nvPr/>
        </p:nvPicPr>
        <p:blipFill>
          <a:blip r:embed="rId41" cstate="print"/>
          <a:stretch>
            <a:fillRect/>
          </a:stretch>
        </p:blipFill>
        <p:spPr>
          <a:xfrm>
            <a:off x="492271" y="3073748"/>
            <a:ext cx="348976" cy="182880"/>
          </a:xfrm>
          <a:prstGeom prst="rect">
            <a:avLst/>
          </a:prstGeom>
        </p:spPr>
      </p:pic>
      <p:pic>
        <p:nvPicPr>
          <p:cNvPr id="178" name="object 103"/>
          <p:cNvPicPr/>
          <p:nvPr/>
        </p:nvPicPr>
        <p:blipFill>
          <a:blip r:embed="rId42" cstate="print"/>
          <a:stretch>
            <a:fillRect/>
          </a:stretch>
        </p:blipFill>
        <p:spPr>
          <a:xfrm>
            <a:off x="1905019" y="3076796"/>
            <a:ext cx="353548" cy="182880"/>
          </a:xfrm>
          <a:prstGeom prst="rect">
            <a:avLst/>
          </a:prstGeom>
        </p:spPr>
      </p:pic>
      <p:pic>
        <p:nvPicPr>
          <p:cNvPr id="179" name="object 104"/>
          <p:cNvPicPr/>
          <p:nvPr/>
        </p:nvPicPr>
        <p:blipFill>
          <a:blip r:embed="rId43" cstate="print"/>
          <a:stretch>
            <a:fillRect/>
          </a:stretch>
        </p:blipFill>
        <p:spPr>
          <a:xfrm>
            <a:off x="3247683" y="3079843"/>
            <a:ext cx="355052" cy="182880"/>
          </a:xfrm>
          <a:prstGeom prst="rect">
            <a:avLst/>
          </a:prstGeom>
        </p:spPr>
      </p:pic>
      <p:pic>
        <p:nvPicPr>
          <p:cNvPr id="187" name="object 82"/>
          <p:cNvPicPr/>
          <p:nvPr/>
        </p:nvPicPr>
        <p:blipFill>
          <a:blip r:embed="rId44" cstate="print"/>
          <a:stretch>
            <a:fillRect/>
          </a:stretch>
        </p:blipFill>
        <p:spPr>
          <a:xfrm>
            <a:off x="5234648" y="4170904"/>
            <a:ext cx="3225418" cy="182880"/>
          </a:xfrm>
          <a:prstGeom prst="rect">
            <a:avLst/>
          </a:prstGeom>
        </p:spPr>
      </p:pic>
      <p:pic>
        <p:nvPicPr>
          <p:cNvPr id="188" name="object 83"/>
          <p:cNvPicPr/>
          <p:nvPr/>
        </p:nvPicPr>
        <p:blipFill>
          <a:blip r:embed="rId45" cstate="print"/>
          <a:stretch>
            <a:fillRect/>
          </a:stretch>
        </p:blipFill>
        <p:spPr>
          <a:xfrm>
            <a:off x="5232236" y="4513804"/>
            <a:ext cx="2607564" cy="227075"/>
          </a:xfrm>
          <a:prstGeom prst="rect">
            <a:avLst/>
          </a:prstGeom>
        </p:spPr>
      </p:pic>
      <p:grpSp>
        <p:nvGrpSpPr>
          <p:cNvPr id="189" name="object 84"/>
          <p:cNvGrpSpPr/>
          <p:nvPr/>
        </p:nvGrpSpPr>
        <p:grpSpPr>
          <a:xfrm>
            <a:off x="5416640" y="4899377"/>
            <a:ext cx="1811020" cy="434340"/>
            <a:chOff x="5323332" y="5141976"/>
            <a:chExt cx="1811020" cy="434340"/>
          </a:xfrm>
        </p:grpSpPr>
        <p:pic>
          <p:nvPicPr>
            <p:cNvPr id="190" name="object 85"/>
            <p:cNvPicPr/>
            <p:nvPr/>
          </p:nvPicPr>
          <p:blipFill>
            <a:blip r:embed="rId46" cstate="print"/>
            <a:stretch>
              <a:fillRect/>
            </a:stretch>
          </p:blipFill>
          <p:spPr>
            <a:xfrm>
              <a:off x="5323332" y="5141976"/>
              <a:ext cx="1810512" cy="252984"/>
            </a:xfrm>
            <a:prstGeom prst="rect">
              <a:avLst/>
            </a:prstGeom>
          </p:spPr>
        </p:pic>
        <p:pic>
          <p:nvPicPr>
            <p:cNvPr id="191" name="object 86"/>
            <p:cNvPicPr/>
            <p:nvPr/>
          </p:nvPicPr>
          <p:blipFill>
            <a:blip r:embed="rId47" cstate="print"/>
            <a:stretch>
              <a:fillRect/>
            </a:stretch>
          </p:blipFill>
          <p:spPr>
            <a:xfrm>
              <a:off x="6319266" y="5385054"/>
              <a:ext cx="196723" cy="191008"/>
            </a:xfrm>
            <a:prstGeom prst="rect">
              <a:avLst/>
            </a:prstGeom>
          </p:spPr>
        </p:pic>
      </p:grpSp>
      <p:pic>
        <p:nvPicPr>
          <p:cNvPr id="192" name="object 87"/>
          <p:cNvPicPr/>
          <p:nvPr/>
        </p:nvPicPr>
        <p:blipFill>
          <a:blip r:embed="rId48" cstate="print"/>
          <a:stretch>
            <a:fillRect/>
          </a:stretch>
        </p:blipFill>
        <p:spPr>
          <a:xfrm>
            <a:off x="5234394" y="5668997"/>
            <a:ext cx="3615816" cy="252984"/>
          </a:xfrm>
          <a:prstGeom prst="rect">
            <a:avLst/>
          </a:prstGeom>
        </p:spPr>
      </p:pic>
      <p:sp>
        <p:nvSpPr>
          <p:cNvPr id="193" name="object 88"/>
          <p:cNvSpPr txBox="1"/>
          <p:nvPr/>
        </p:nvSpPr>
        <p:spPr>
          <a:xfrm>
            <a:off x="6637110" y="5231710"/>
            <a:ext cx="2296795"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Calibri" panose="020F0502020204030204"/>
                <a:cs typeface="Calibri" panose="020F0502020204030204"/>
              </a:rPr>
              <a:t>shared</a:t>
            </a:r>
            <a:r>
              <a:rPr sz="1400" spc="-40" dirty="0">
                <a:latin typeface="Calibri" panose="020F0502020204030204"/>
                <a:cs typeface="Calibri" panose="020F0502020204030204"/>
              </a:rPr>
              <a:t> </a:t>
            </a:r>
            <a:r>
              <a:rPr sz="1400" spc="-10" dirty="0">
                <a:latin typeface="Calibri" panose="020F0502020204030204"/>
                <a:cs typeface="Calibri" panose="020F0502020204030204"/>
              </a:rPr>
              <a:t>weights</a:t>
            </a:r>
            <a:r>
              <a:rPr sz="1400" spc="-25" dirty="0">
                <a:latin typeface="Calibri" panose="020F0502020204030204"/>
                <a:cs typeface="Calibri" panose="020F0502020204030204"/>
              </a:rPr>
              <a:t> </a:t>
            </a:r>
            <a:r>
              <a:rPr sz="1400" dirty="0">
                <a:latin typeface="Calibri" panose="020F0502020204030204"/>
                <a:cs typeface="Calibri" panose="020F0502020204030204"/>
              </a:rPr>
              <a:t>at</a:t>
            </a:r>
            <a:r>
              <a:rPr sz="1400" spc="-30" dirty="0">
                <a:latin typeface="Calibri" panose="020F0502020204030204"/>
                <a:cs typeface="Calibri" panose="020F0502020204030204"/>
              </a:rPr>
              <a:t> </a:t>
            </a:r>
            <a:r>
              <a:rPr sz="1400" dirty="0">
                <a:latin typeface="Calibri" panose="020F0502020204030204"/>
                <a:cs typeface="Calibri" panose="020F0502020204030204"/>
              </a:rPr>
              <a:t>all</a:t>
            </a:r>
            <a:r>
              <a:rPr sz="1400" spc="-30" dirty="0">
                <a:latin typeface="Calibri" panose="020F0502020204030204"/>
                <a:cs typeface="Calibri" panose="020F0502020204030204"/>
              </a:rPr>
              <a:t> </a:t>
            </a:r>
            <a:r>
              <a:rPr sz="1400" dirty="0">
                <a:latin typeface="Calibri" panose="020F0502020204030204"/>
                <a:cs typeface="Calibri" panose="020F0502020204030204"/>
              </a:rPr>
              <a:t>time</a:t>
            </a:r>
            <a:r>
              <a:rPr sz="1400" spc="-30" dirty="0">
                <a:latin typeface="Calibri" panose="020F0502020204030204"/>
                <a:cs typeface="Calibri" panose="020F0502020204030204"/>
              </a:rPr>
              <a:t> </a:t>
            </a:r>
            <a:r>
              <a:rPr sz="1400" spc="-20" dirty="0">
                <a:latin typeface="Calibri" panose="020F0502020204030204"/>
                <a:cs typeface="Calibri" panose="020F0502020204030204"/>
              </a:rPr>
              <a:t>steps</a:t>
            </a:r>
            <a:endParaRPr sz="1400">
              <a:latin typeface="Calibri" panose="020F0502020204030204"/>
              <a:cs typeface="Calibri" panose="020F0502020204030204"/>
            </a:endParaRPr>
          </a:p>
        </p:txBody>
      </p:sp>
      <p:pic>
        <p:nvPicPr>
          <p:cNvPr id="194" name="object 99"/>
          <p:cNvPicPr/>
          <p:nvPr/>
        </p:nvPicPr>
        <p:blipFill>
          <a:blip r:embed="rId49" cstate="print"/>
          <a:stretch>
            <a:fillRect/>
          </a:stretch>
        </p:blipFill>
        <p:spPr>
          <a:xfrm>
            <a:off x="5231084" y="3183635"/>
            <a:ext cx="986027" cy="231648"/>
          </a:xfrm>
          <a:prstGeom prst="rect">
            <a:avLst/>
          </a:prstGeom>
        </p:spPr>
      </p:pic>
      <p:pic>
        <p:nvPicPr>
          <p:cNvPr id="195" name="object 100"/>
          <p:cNvPicPr/>
          <p:nvPr/>
        </p:nvPicPr>
        <p:blipFill>
          <a:blip r:embed="rId50" cstate="print"/>
          <a:stretch>
            <a:fillRect/>
          </a:stretch>
        </p:blipFill>
        <p:spPr>
          <a:xfrm>
            <a:off x="6457904" y="3200400"/>
            <a:ext cx="4692396" cy="214884"/>
          </a:xfrm>
          <a:prstGeom prst="rect">
            <a:avLst/>
          </a:prstGeom>
        </p:spPr>
      </p:pic>
      <p:pic>
        <p:nvPicPr>
          <p:cNvPr id="196" name="object 90"/>
          <p:cNvPicPr/>
          <p:nvPr/>
        </p:nvPicPr>
        <p:blipFill>
          <a:blip r:embed="rId51" cstate="print"/>
          <a:stretch>
            <a:fillRect/>
          </a:stretch>
        </p:blipFill>
        <p:spPr>
          <a:xfrm>
            <a:off x="5231084" y="3498113"/>
            <a:ext cx="2749296" cy="230124"/>
          </a:xfrm>
          <a:prstGeom prst="rect">
            <a:avLst/>
          </a:prstGeom>
        </p:spPr>
      </p:pic>
      <p:pic>
        <p:nvPicPr>
          <p:cNvPr id="197" name="object 92"/>
          <p:cNvPicPr/>
          <p:nvPr/>
        </p:nvPicPr>
        <p:blipFill>
          <a:blip r:embed="rId52" cstate="print"/>
          <a:stretch>
            <a:fillRect/>
          </a:stretch>
        </p:blipFill>
        <p:spPr>
          <a:xfrm>
            <a:off x="8413196" y="3476778"/>
            <a:ext cx="1520952" cy="207264"/>
          </a:xfrm>
          <a:prstGeom prst="rect">
            <a:avLst/>
          </a:prstGeom>
        </p:spPr>
      </p:pic>
      <p:pic>
        <p:nvPicPr>
          <p:cNvPr id="198" name="object 91"/>
          <p:cNvPicPr/>
          <p:nvPr/>
        </p:nvPicPr>
        <p:blipFill>
          <a:blip r:embed="rId53" cstate="print"/>
          <a:stretch>
            <a:fillRect/>
          </a:stretch>
        </p:blipFill>
        <p:spPr>
          <a:xfrm>
            <a:off x="5231083" y="3801422"/>
            <a:ext cx="966215" cy="230124"/>
          </a:xfrm>
          <a:prstGeom prst="rect">
            <a:avLst/>
          </a:prstGeom>
        </p:spPr>
      </p:pic>
      <p:pic>
        <p:nvPicPr>
          <p:cNvPr id="199" name="object 93"/>
          <p:cNvPicPr/>
          <p:nvPr/>
        </p:nvPicPr>
        <p:blipFill>
          <a:blip r:embed="rId54" cstate="print"/>
          <a:stretch>
            <a:fillRect/>
          </a:stretch>
        </p:blipFill>
        <p:spPr>
          <a:xfrm>
            <a:off x="8413195" y="3792278"/>
            <a:ext cx="1490472" cy="225551"/>
          </a:xfrm>
          <a:prstGeom prst="rect">
            <a:avLst/>
          </a:prstGeom>
        </p:spPr>
      </p:pic>
      <p:pic>
        <p:nvPicPr>
          <p:cNvPr id="200" name="object 106"/>
          <p:cNvPicPr/>
          <p:nvPr/>
        </p:nvPicPr>
        <p:blipFill>
          <a:blip r:embed="rId55" cstate="print"/>
          <a:stretch>
            <a:fillRect/>
          </a:stretch>
        </p:blipFill>
        <p:spPr>
          <a:xfrm>
            <a:off x="5231083" y="2839385"/>
            <a:ext cx="1231391" cy="246887"/>
          </a:xfrm>
          <a:prstGeom prst="rect">
            <a:avLst/>
          </a:prstGeom>
        </p:spPr>
      </p:pic>
      <p:pic>
        <p:nvPicPr>
          <p:cNvPr id="201" name="object 107"/>
          <p:cNvPicPr/>
          <p:nvPr/>
        </p:nvPicPr>
        <p:blipFill>
          <a:blip r:embed="rId56" cstate="print"/>
          <a:stretch>
            <a:fillRect/>
          </a:stretch>
        </p:blipFill>
        <p:spPr>
          <a:xfrm>
            <a:off x="5231083" y="2276132"/>
            <a:ext cx="3154679" cy="544068"/>
          </a:xfrm>
          <a:prstGeom prst="rect">
            <a:avLst/>
          </a:prstGeom>
        </p:spPr>
      </p:pic>
      <p:sp>
        <p:nvSpPr>
          <p:cNvPr id="204" name="Title 1"/>
          <p:cNvSpPr>
            <a:spLocks noGrp="1"/>
          </p:cNvSpPr>
          <p:nvPr>
            <p:ph type="title"/>
          </p:nvPr>
        </p:nvSpPr>
        <p:spPr>
          <a:xfrm>
            <a:off x="441325" y="258763"/>
            <a:ext cx="11307763" cy="676210"/>
          </a:xfrm>
        </p:spPr>
        <p:txBody>
          <a:bodyPr/>
          <a:lstStyle/>
          <a:p>
            <a:r>
              <a:rPr lang="en-US" dirty="0"/>
              <a:t>Self-Attention</a:t>
            </a:r>
            <a:endParaRPr lang="en-IN" dirty="0"/>
          </a:p>
        </p:txBody>
      </p:sp>
      <p:pic>
        <p:nvPicPr>
          <p:cNvPr id="2" name="object 108"/>
          <p:cNvPicPr/>
          <p:nvPr/>
        </p:nvPicPr>
        <p:blipFill>
          <a:blip r:embed="rId57" cstate="print"/>
          <a:stretch>
            <a:fillRect/>
          </a:stretch>
        </p:blipFill>
        <p:spPr>
          <a:xfrm>
            <a:off x="5229741" y="1750660"/>
            <a:ext cx="1513332" cy="5334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 name="object 2"/>
          <p:cNvGrpSpPr/>
          <p:nvPr/>
        </p:nvGrpSpPr>
        <p:grpSpPr>
          <a:xfrm>
            <a:off x="830325" y="2509614"/>
            <a:ext cx="431800" cy="175895"/>
            <a:chOff x="830325" y="3050794"/>
            <a:chExt cx="431800" cy="175895"/>
          </a:xfrm>
        </p:grpSpPr>
        <p:sp>
          <p:nvSpPr>
            <p:cNvPr id="93" name="object 3"/>
            <p:cNvSpPr/>
            <p:nvPr/>
          </p:nvSpPr>
          <p:spPr>
            <a:xfrm>
              <a:off x="836675" y="3057144"/>
              <a:ext cx="419100" cy="163195"/>
            </a:xfrm>
            <a:custGeom>
              <a:avLst/>
              <a:gdLst/>
              <a:ahLst/>
              <a:cxnLst/>
              <a:rect l="l" t="t" r="r" b="b"/>
              <a:pathLst>
                <a:path w="419100" h="163194">
                  <a:moveTo>
                    <a:pt x="419100" y="0"/>
                  </a:moveTo>
                  <a:lnTo>
                    <a:pt x="0" y="0"/>
                  </a:lnTo>
                  <a:lnTo>
                    <a:pt x="0" y="163067"/>
                  </a:lnTo>
                  <a:lnTo>
                    <a:pt x="419100" y="163067"/>
                  </a:lnTo>
                  <a:lnTo>
                    <a:pt x="419100" y="0"/>
                  </a:lnTo>
                  <a:close/>
                </a:path>
              </a:pathLst>
            </a:custGeom>
            <a:solidFill>
              <a:srgbClr val="EC7C30"/>
            </a:solidFill>
          </p:spPr>
          <p:txBody>
            <a:bodyPr wrap="square" lIns="0" tIns="0" rIns="0" bIns="0" rtlCol="0"/>
            <a:lstStyle/>
            <a:p/>
          </p:txBody>
        </p:sp>
        <p:sp>
          <p:nvSpPr>
            <p:cNvPr id="94" name="object 4"/>
            <p:cNvSpPr/>
            <p:nvPr/>
          </p:nvSpPr>
          <p:spPr>
            <a:xfrm>
              <a:off x="836675" y="3057144"/>
              <a:ext cx="419100" cy="163195"/>
            </a:xfrm>
            <a:custGeom>
              <a:avLst/>
              <a:gdLst/>
              <a:ahLst/>
              <a:cxnLst/>
              <a:rect l="l" t="t" r="r" b="b"/>
              <a:pathLst>
                <a:path w="419100" h="163194">
                  <a:moveTo>
                    <a:pt x="0" y="163067"/>
                  </a:moveTo>
                  <a:lnTo>
                    <a:pt x="419100" y="163067"/>
                  </a:lnTo>
                  <a:lnTo>
                    <a:pt x="419100" y="0"/>
                  </a:lnTo>
                  <a:lnTo>
                    <a:pt x="0" y="0"/>
                  </a:lnTo>
                  <a:lnTo>
                    <a:pt x="0" y="163067"/>
                  </a:lnTo>
                  <a:close/>
                </a:path>
              </a:pathLst>
            </a:custGeom>
            <a:ln w="12700">
              <a:solidFill>
                <a:srgbClr val="AD5A20"/>
              </a:solidFill>
            </a:ln>
          </p:spPr>
          <p:txBody>
            <a:bodyPr wrap="square" lIns="0" tIns="0" rIns="0" bIns="0" rtlCol="0"/>
            <a:lstStyle/>
            <a:p/>
          </p:txBody>
        </p:sp>
      </p:grpSp>
      <p:grpSp>
        <p:nvGrpSpPr>
          <p:cNvPr id="95" name="object 5"/>
          <p:cNvGrpSpPr/>
          <p:nvPr/>
        </p:nvGrpSpPr>
        <p:grpSpPr>
          <a:xfrm>
            <a:off x="492251" y="1525363"/>
            <a:ext cx="3904615" cy="3076448"/>
            <a:chOff x="492251" y="2066543"/>
            <a:chExt cx="3904615" cy="3076448"/>
          </a:xfrm>
        </p:grpSpPr>
        <p:sp>
          <p:nvSpPr>
            <p:cNvPr id="96" name="object 6"/>
            <p:cNvSpPr/>
            <p:nvPr/>
          </p:nvSpPr>
          <p:spPr>
            <a:xfrm>
              <a:off x="2314956" y="2732531"/>
              <a:ext cx="417830" cy="483234"/>
            </a:xfrm>
            <a:custGeom>
              <a:avLst/>
              <a:gdLst/>
              <a:ahLst/>
              <a:cxnLst/>
              <a:rect l="l" t="t" r="r" b="b"/>
              <a:pathLst>
                <a:path w="417830" h="483235">
                  <a:moveTo>
                    <a:pt x="417575" y="0"/>
                  </a:moveTo>
                  <a:lnTo>
                    <a:pt x="0" y="0"/>
                  </a:lnTo>
                  <a:lnTo>
                    <a:pt x="0" y="483108"/>
                  </a:lnTo>
                  <a:lnTo>
                    <a:pt x="417575" y="483108"/>
                  </a:lnTo>
                  <a:lnTo>
                    <a:pt x="417575" y="0"/>
                  </a:lnTo>
                  <a:close/>
                </a:path>
              </a:pathLst>
            </a:custGeom>
            <a:solidFill>
              <a:srgbClr val="EC7C30"/>
            </a:solidFill>
          </p:spPr>
          <p:txBody>
            <a:bodyPr wrap="square" lIns="0" tIns="0" rIns="0" bIns="0" rtlCol="0"/>
            <a:lstStyle/>
            <a:p>
              <a:endParaRPr dirty="0"/>
            </a:p>
          </p:txBody>
        </p:sp>
        <p:sp>
          <p:nvSpPr>
            <p:cNvPr id="97" name="object 7"/>
            <p:cNvSpPr/>
            <p:nvPr/>
          </p:nvSpPr>
          <p:spPr>
            <a:xfrm>
              <a:off x="2314956" y="2732531"/>
              <a:ext cx="417830" cy="483234"/>
            </a:xfrm>
            <a:custGeom>
              <a:avLst/>
              <a:gdLst/>
              <a:ahLst/>
              <a:cxnLst/>
              <a:rect l="l" t="t" r="r" b="b"/>
              <a:pathLst>
                <a:path w="417830" h="483235">
                  <a:moveTo>
                    <a:pt x="0" y="483108"/>
                  </a:moveTo>
                  <a:lnTo>
                    <a:pt x="417575" y="483108"/>
                  </a:lnTo>
                  <a:lnTo>
                    <a:pt x="417575" y="0"/>
                  </a:lnTo>
                  <a:lnTo>
                    <a:pt x="0" y="0"/>
                  </a:lnTo>
                  <a:lnTo>
                    <a:pt x="0" y="483108"/>
                  </a:lnTo>
                  <a:close/>
                </a:path>
              </a:pathLst>
            </a:custGeom>
            <a:ln w="12700">
              <a:solidFill>
                <a:srgbClr val="AD5A20"/>
              </a:solidFill>
            </a:ln>
          </p:spPr>
          <p:txBody>
            <a:bodyPr wrap="square" lIns="0" tIns="0" rIns="0" bIns="0" rtlCol="0"/>
            <a:lstStyle/>
            <a:p/>
          </p:txBody>
        </p:sp>
        <p:pic>
          <p:nvPicPr>
            <p:cNvPr id="98" name="object 8"/>
            <p:cNvPicPr/>
            <p:nvPr/>
          </p:nvPicPr>
          <p:blipFill>
            <a:blip r:embed="rId1" cstate="print"/>
            <a:stretch>
              <a:fillRect/>
            </a:stretch>
          </p:blipFill>
          <p:spPr>
            <a:xfrm>
              <a:off x="573023" y="4500371"/>
              <a:ext cx="332232" cy="382524"/>
            </a:xfrm>
            <a:prstGeom prst="rect">
              <a:avLst/>
            </a:prstGeom>
          </p:spPr>
        </p:pic>
        <p:sp>
          <p:nvSpPr>
            <p:cNvPr id="99" name="object 9"/>
            <p:cNvSpPr/>
            <p:nvPr/>
          </p:nvSpPr>
          <p:spPr>
            <a:xfrm>
              <a:off x="573023" y="4500371"/>
              <a:ext cx="332740" cy="382905"/>
            </a:xfrm>
            <a:custGeom>
              <a:avLst/>
              <a:gdLst/>
              <a:ahLst/>
              <a:cxnLst/>
              <a:rect l="l" t="t" r="r" b="b"/>
              <a:pathLst>
                <a:path w="332740" h="382904">
                  <a:moveTo>
                    <a:pt x="0" y="382523"/>
                  </a:moveTo>
                  <a:lnTo>
                    <a:pt x="332232" y="382523"/>
                  </a:lnTo>
                  <a:lnTo>
                    <a:pt x="332232" y="0"/>
                  </a:lnTo>
                  <a:lnTo>
                    <a:pt x="0" y="0"/>
                  </a:lnTo>
                  <a:lnTo>
                    <a:pt x="0" y="382523"/>
                  </a:lnTo>
                  <a:close/>
                </a:path>
              </a:pathLst>
            </a:custGeom>
            <a:ln w="6350">
              <a:solidFill>
                <a:srgbClr val="EC7C30"/>
              </a:solidFill>
            </a:ln>
          </p:spPr>
          <p:txBody>
            <a:bodyPr wrap="square" lIns="0" tIns="0" rIns="0" bIns="0" rtlCol="0"/>
            <a:lstStyle/>
            <a:p/>
          </p:txBody>
        </p:sp>
        <p:pic>
          <p:nvPicPr>
            <p:cNvPr id="100" name="object 10"/>
            <p:cNvPicPr/>
            <p:nvPr/>
          </p:nvPicPr>
          <p:blipFill>
            <a:blip r:embed="rId2" cstate="print"/>
            <a:stretch>
              <a:fillRect/>
            </a:stretch>
          </p:blipFill>
          <p:spPr>
            <a:xfrm>
              <a:off x="637031" y="4607051"/>
              <a:ext cx="202692" cy="213360"/>
            </a:xfrm>
            <a:prstGeom prst="rect">
              <a:avLst/>
            </a:prstGeom>
          </p:spPr>
        </p:pic>
        <p:pic>
          <p:nvPicPr>
            <p:cNvPr id="101" name="object 11"/>
            <p:cNvPicPr/>
            <p:nvPr/>
          </p:nvPicPr>
          <p:blipFill>
            <a:blip r:embed="rId3" cstate="print"/>
            <a:stretch>
              <a:fillRect/>
            </a:stretch>
          </p:blipFill>
          <p:spPr>
            <a:xfrm>
              <a:off x="796455" y="4927853"/>
              <a:ext cx="111302" cy="215137"/>
            </a:xfrm>
            <a:prstGeom prst="rect">
              <a:avLst/>
            </a:prstGeom>
          </p:spPr>
        </p:pic>
        <p:pic>
          <p:nvPicPr>
            <p:cNvPr id="102" name="object 12"/>
            <p:cNvPicPr/>
            <p:nvPr/>
          </p:nvPicPr>
          <p:blipFill>
            <a:blip r:embed="rId1" cstate="print"/>
            <a:stretch>
              <a:fillRect/>
            </a:stretch>
          </p:blipFill>
          <p:spPr>
            <a:xfrm>
              <a:off x="1970531" y="4491227"/>
              <a:ext cx="332231" cy="382524"/>
            </a:xfrm>
            <a:prstGeom prst="rect">
              <a:avLst/>
            </a:prstGeom>
          </p:spPr>
        </p:pic>
        <p:sp>
          <p:nvSpPr>
            <p:cNvPr id="103" name="object 13"/>
            <p:cNvSpPr/>
            <p:nvPr/>
          </p:nvSpPr>
          <p:spPr>
            <a:xfrm>
              <a:off x="1970531" y="4491227"/>
              <a:ext cx="332740" cy="382905"/>
            </a:xfrm>
            <a:custGeom>
              <a:avLst/>
              <a:gdLst/>
              <a:ahLst/>
              <a:cxnLst/>
              <a:rect l="l" t="t" r="r" b="b"/>
              <a:pathLst>
                <a:path w="332739" h="382904">
                  <a:moveTo>
                    <a:pt x="0" y="382524"/>
                  </a:moveTo>
                  <a:lnTo>
                    <a:pt x="332231" y="382524"/>
                  </a:lnTo>
                  <a:lnTo>
                    <a:pt x="332231" y="0"/>
                  </a:lnTo>
                  <a:lnTo>
                    <a:pt x="0" y="0"/>
                  </a:lnTo>
                  <a:lnTo>
                    <a:pt x="0" y="382524"/>
                  </a:lnTo>
                  <a:close/>
                </a:path>
              </a:pathLst>
            </a:custGeom>
            <a:ln w="6350">
              <a:solidFill>
                <a:srgbClr val="EC7C30"/>
              </a:solidFill>
            </a:ln>
          </p:spPr>
          <p:txBody>
            <a:bodyPr wrap="square" lIns="0" tIns="0" rIns="0" bIns="0" rtlCol="0"/>
            <a:lstStyle/>
            <a:p/>
          </p:txBody>
        </p:sp>
        <p:pic>
          <p:nvPicPr>
            <p:cNvPr id="104" name="object 14"/>
            <p:cNvPicPr/>
            <p:nvPr/>
          </p:nvPicPr>
          <p:blipFill>
            <a:blip r:embed="rId4" cstate="print"/>
            <a:stretch>
              <a:fillRect/>
            </a:stretch>
          </p:blipFill>
          <p:spPr>
            <a:xfrm>
              <a:off x="2036063" y="4597907"/>
              <a:ext cx="207263" cy="213360"/>
            </a:xfrm>
            <a:prstGeom prst="rect">
              <a:avLst/>
            </a:prstGeom>
          </p:spPr>
        </p:pic>
        <p:pic>
          <p:nvPicPr>
            <p:cNvPr id="105" name="object 15"/>
            <p:cNvPicPr/>
            <p:nvPr/>
          </p:nvPicPr>
          <p:blipFill>
            <a:blip r:embed="rId1" cstate="print"/>
            <a:stretch>
              <a:fillRect/>
            </a:stretch>
          </p:blipFill>
          <p:spPr>
            <a:xfrm>
              <a:off x="3305556" y="4491227"/>
              <a:ext cx="333755" cy="382524"/>
            </a:xfrm>
            <a:prstGeom prst="rect">
              <a:avLst/>
            </a:prstGeom>
          </p:spPr>
        </p:pic>
        <p:sp>
          <p:nvSpPr>
            <p:cNvPr id="106" name="object 16"/>
            <p:cNvSpPr/>
            <p:nvPr/>
          </p:nvSpPr>
          <p:spPr>
            <a:xfrm>
              <a:off x="3305556" y="4491227"/>
              <a:ext cx="334010" cy="382905"/>
            </a:xfrm>
            <a:custGeom>
              <a:avLst/>
              <a:gdLst/>
              <a:ahLst/>
              <a:cxnLst/>
              <a:rect l="l" t="t" r="r" b="b"/>
              <a:pathLst>
                <a:path w="334010" h="382904">
                  <a:moveTo>
                    <a:pt x="0" y="382524"/>
                  </a:moveTo>
                  <a:lnTo>
                    <a:pt x="333755" y="382524"/>
                  </a:lnTo>
                  <a:lnTo>
                    <a:pt x="333755" y="0"/>
                  </a:lnTo>
                  <a:lnTo>
                    <a:pt x="0" y="0"/>
                  </a:lnTo>
                  <a:lnTo>
                    <a:pt x="0" y="382524"/>
                  </a:lnTo>
                  <a:close/>
                </a:path>
              </a:pathLst>
            </a:custGeom>
            <a:ln w="6350">
              <a:solidFill>
                <a:srgbClr val="EC7C30"/>
              </a:solidFill>
            </a:ln>
          </p:spPr>
          <p:txBody>
            <a:bodyPr wrap="square" lIns="0" tIns="0" rIns="0" bIns="0" rtlCol="0"/>
            <a:lstStyle/>
            <a:p/>
          </p:txBody>
        </p:sp>
        <p:pic>
          <p:nvPicPr>
            <p:cNvPr id="107" name="object 17"/>
            <p:cNvPicPr/>
            <p:nvPr/>
          </p:nvPicPr>
          <p:blipFill>
            <a:blip r:embed="rId5" cstate="print"/>
            <a:stretch>
              <a:fillRect/>
            </a:stretch>
          </p:blipFill>
          <p:spPr>
            <a:xfrm>
              <a:off x="3371087" y="4597907"/>
              <a:ext cx="208787" cy="216407"/>
            </a:xfrm>
            <a:prstGeom prst="rect">
              <a:avLst/>
            </a:prstGeom>
          </p:spPr>
        </p:pic>
        <p:pic>
          <p:nvPicPr>
            <p:cNvPr id="108" name="object 18"/>
            <p:cNvPicPr/>
            <p:nvPr/>
          </p:nvPicPr>
          <p:blipFill>
            <a:blip r:embed="rId6" cstate="print"/>
            <a:stretch>
              <a:fillRect/>
            </a:stretch>
          </p:blipFill>
          <p:spPr>
            <a:xfrm>
              <a:off x="944879" y="4491227"/>
              <a:ext cx="332231" cy="382524"/>
            </a:xfrm>
            <a:prstGeom prst="rect">
              <a:avLst/>
            </a:prstGeom>
          </p:spPr>
        </p:pic>
        <p:sp>
          <p:nvSpPr>
            <p:cNvPr id="109" name="object 19"/>
            <p:cNvSpPr/>
            <p:nvPr/>
          </p:nvSpPr>
          <p:spPr>
            <a:xfrm>
              <a:off x="944879" y="4491227"/>
              <a:ext cx="332740" cy="382905"/>
            </a:xfrm>
            <a:custGeom>
              <a:avLst/>
              <a:gdLst/>
              <a:ahLst/>
              <a:cxnLst/>
              <a:rect l="l" t="t" r="r" b="b"/>
              <a:pathLst>
                <a:path w="332740" h="382904">
                  <a:moveTo>
                    <a:pt x="0" y="382524"/>
                  </a:moveTo>
                  <a:lnTo>
                    <a:pt x="332231" y="382524"/>
                  </a:lnTo>
                  <a:lnTo>
                    <a:pt x="332231" y="0"/>
                  </a:lnTo>
                  <a:lnTo>
                    <a:pt x="0" y="0"/>
                  </a:lnTo>
                  <a:lnTo>
                    <a:pt x="0" y="382524"/>
                  </a:lnTo>
                  <a:close/>
                </a:path>
              </a:pathLst>
            </a:custGeom>
            <a:ln w="6350">
              <a:solidFill>
                <a:srgbClr val="FFC000"/>
              </a:solidFill>
            </a:ln>
          </p:spPr>
          <p:txBody>
            <a:bodyPr wrap="square" lIns="0" tIns="0" rIns="0" bIns="0" rtlCol="0"/>
            <a:lstStyle/>
            <a:p/>
          </p:txBody>
        </p:sp>
        <p:pic>
          <p:nvPicPr>
            <p:cNvPr id="110" name="object 20"/>
            <p:cNvPicPr/>
            <p:nvPr/>
          </p:nvPicPr>
          <p:blipFill>
            <a:blip r:embed="rId7" cstate="print"/>
            <a:stretch>
              <a:fillRect/>
            </a:stretch>
          </p:blipFill>
          <p:spPr>
            <a:xfrm>
              <a:off x="1045463" y="4623815"/>
              <a:ext cx="187452" cy="160019"/>
            </a:xfrm>
            <a:prstGeom prst="rect">
              <a:avLst/>
            </a:prstGeom>
          </p:spPr>
        </p:pic>
        <p:pic>
          <p:nvPicPr>
            <p:cNvPr id="111" name="object 21"/>
            <p:cNvPicPr/>
            <p:nvPr/>
          </p:nvPicPr>
          <p:blipFill>
            <a:blip r:embed="rId8" cstate="print"/>
            <a:stretch>
              <a:fillRect/>
            </a:stretch>
          </p:blipFill>
          <p:spPr>
            <a:xfrm>
              <a:off x="1314068" y="4924805"/>
              <a:ext cx="141986" cy="214375"/>
            </a:xfrm>
            <a:prstGeom prst="rect">
              <a:avLst/>
            </a:prstGeom>
          </p:spPr>
        </p:pic>
        <p:pic>
          <p:nvPicPr>
            <p:cNvPr id="112" name="object 22"/>
            <p:cNvPicPr/>
            <p:nvPr/>
          </p:nvPicPr>
          <p:blipFill>
            <a:blip r:embed="rId9" cstate="print"/>
            <a:stretch>
              <a:fillRect/>
            </a:stretch>
          </p:blipFill>
          <p:spPr>
            <a:xfrm>
              <a:off x="1071867" y="4929377"/>
              <a:ext cx="76161" cy="213614"/>
            </a:xfrm>
            <a:prstGeom prst="rect">
              <a:avLst/>
            </a:prstGeom>
          </p:spPr>
        </p:pic>
        <p:pic>
          <p:nvPicPr>
            <p:cNvPr id="113" name="object 23"/>
            <p:cNvPicPr/>
            <p:nvPr/>
          </p:nvPicPr>
          <p:blipFill>
            <a:blip r:embed="rId10" cstate="print"/>
            <a:stretch>
              <a:fillRect/>
            </a:stretch>
          </p:blipFill>
          <p:spPr>
            <a:xfrm>
              <a:off x="2342387" y="4494275"/>
              <a:ext cx="333756" cy="381000"/>
            </a:xfrm>
            <a:prstGeom prst="rect">
              <a:avLst/>
            </a:prstGeom>
          </p:spPr>
        </p:pic>
        <p:sp>
          <p:nvSpPr>
            <p:cNvPr id="114" name="object 24"/>
            <p:cNvSpPr/>
            <p:nvPr/>
          </p:nvSpPr>
          <p:spPr>
            <a:xfrm>
              <a:off x="2342387" y="4494275"/>
              <a:ext cx="334010" cy="381000"/>
            </a:xfrm>
            <a:custGeom>
              <a:avLst/>
              <a:gdLst/>
              <a:ahLst/>
              <a:cxnLst/>
              <a:rect l="l" t="t" r="r" b="b"/>
              <a:pathLst>
                <a:path w="334010" h="381000">
                  <a:moveTo>
                    <a:pt x="0" y="381000"/>
                  </a:moveTo>
                  <a:lnTo>
                    <a:pt x="333756" y="381000"/>
                  </a:lnTo>
                  <a:lnTo>
                    <a:pt x="333756" y="0"/>
                  </a:lnTo>
                  <a:lnTo>
                    <a:pt x="0" y="0"/>
                  </a:lnTo>
                  <a:lnTo>
                    <a:pt x="0" y="381000"/>
                  </a:lnTo>
                  <a:close/>
                </a:path>
              </a:pathLst>
            </a:custGeom>
            <a:ln w="6350">
              <a:solidFill>
                <a:srgbClr val="FFC000"/>
              </a:solidFill>
            </a:ln>
          </p:spPr>
          <p:txBody>
            <a:bodyPr wrap="square" lIns="0" tIns="0" rIns="0" bIns="0" rtlCol="0"/>
            <a:lstStyle/>
            <a:p/>
          </p:txBody>
        </p:sp>
        <p:pic>
          <p:nvPicPr>
            <p:cNvPr id="115" name="object 25"/>
            <p:cNvPicPr/>
            <p:nvPr/>
          </p:nvPicPr>
          <p:blipFill>
            <a:blip r:embed="rId11" cstate="print"/>
            <a:stretch>
              <a:fillRect/>
            </a:stretch>
          </p:blipFill>
          <p:spPr>
            <a:xfrm>
              <a:off x="2444495" y="4625339"/>
              <a:ext cx="193548" cy="160019"/>
            </a:xfrm>
            <a:prstGeom prst="rect">
              <a:avLst/>
            </a:prstGeom>
          </p:spPr>
        </p:pic>
        <p:pic>
          <p:nvPicPr>
            <p:cNvPr id="116" name="object 26"/>
            <p:cNvPicPr/>
            <p:nvPr/>
          </p:nvPicPr>
          <p:blipFill>
            <a:blip r:embed="rId6" cstate="print"/>
            <a:stretch>
              <a:fillRect/>
            </a:stretch>
          </p:blipFill>
          <p:spPr>
            <a:xfrm>
              <a:off x="3678935" y="4495800"/>
              <a:ext cx="332232" cy="382524"/>
            </a:xfrm>
            <a:prstGeom prst="rect">
              <a:avLst/>
            </a:prstGeom>
          </p:spPr>
        </p:pic>
        <p:sp>
          <p:nvSpPr>
            <p:cNvPr id="117" name="object 27"/>
            <p:cNvSpPr/>
            <p:nvPr/>
          </p:nvSpPr>
          <p:spPr>
            <a:xfrm>
              <a:off x="3678935" y="4495800"/>
              <a:ext cx="332740" cy="382905"/>
            </a:xfrm>
            <a:custGeom>
              <a:avLst/>
              <a:gdLst/>
              <a:ahLst/>
              <a:cxnLst/>
              <a:rect l="l" t="t" r="r" b="b"/>
              <a:pathLst>
                <a:path w="332739" h="382904">
                  <a:moveTo>
                    <a:pt x="0" y="382524"/>
                  </a:moveTo>
                  <a:lnTo>
                    <a:pt x="332232" y="382524"/>
                  </a:lnTo>
                  <a:lnTo>
                    <a:pt x="332232" y="0"/>
                  </a:lnTo>
                  <a:lnTo>
                    <a:pt x="0" y="0"/>
                  </a:lnTo>
                  <a:lnTo>
                    <a:pt x="0" y="382524"/>
                  </a:lnTo>
                  <a:close/>
                </a:path>
              </a:pathLst>
            </a:custGeom>
            <a:ln w="6349">
              <a:solidFill>
                <a:srgbClr val="FFC000"/>
              </a:solidFill>
            </a:ln>
          </p:spPr>
          <p:txBody>
            <a:bodyPr wrap="square" lIns="0" tIns="0" rIns="0" bIns="0" rtlCol="0"/>
            <a:lstStyle/>
            <a:p/>
          </p:txBody>
        </p:sp>
        <p:pic>
          <p:nvPicPr>
            <p:cNvPr id="118" name="object 28"/>
            <p:cNvPicPr/>
            <p:nvPr/>
          </p:nvPicPr>
          <p:blipFill>
            <a:blip r:embed="rId12" cstate="print"/>
            <a:stretch>
              <a:fillRect/>
            </a:stretch>
          </p:blipFill>
          <p:spPr>
            <a:xfrm>
              <a:off x="3779519" y="4626863"/>
              <a:ext cx="195072" cy="160019"/>
            </a:xfrm>
            <a:prstGeom prst="rect">
              <a:avLst/>
            </a:prstGeom>
          </p:spPr>
        </p:pic>
        <p:pic>
          <p:nvPicPr>
            <p:cNvPr id="119" name="object 29"/>
            <p:cNvPicPr/>
            <p:nvPr/>
          </p:nvPicPr>
          <p:blipFill>
            <a:blip r:embed="rId13" cstate="print"/>
            <a:stretch>
              <a:fillRect/>
            </a:stretch>
          </p:blipFill>
          <p:spPr>
            <a:xfrm>
              <a:off x="1322831" y="4492751"/>
              <a:ext cx="332231" cy="382524"/>
            </a:xfrm>
            <a:prstGeom prst="rect">
              <a:avLst/>
            </a:prstGeom>
          </p:spPr>
        </p:pic>
        <p:sp>
          <p:nvSpPr>
            <p:cNvPr id="120" name="object 30"/>
            <p:cNvSpPr/>
            <p:nvPr/>
          </p:nvSpPr>
          <p:spPr>
            <a:xfrm>
              <a:off x="1322831" y="4492751"/>
              <a:ext cx="332740" cy="382905"/>
            </a:xfrm>
            <a:custGeom>
              <a:avLst/>
              <a:gdLst/>
              <a:ahLst/>
              <a:cxnLst/>
              <a:rect l="l" t="t" r="r" b="b"/>
              <a:pathLst>
                <a:path w="332739" h="382904">
                  <a:moveTo>
                    <a:pt x="0" y="382524"/>
                  </a:moveTo>
                  <a:lnTo>
                    <a:pt x="332231" y="382524"/>
                  </a:lnTo>
                  <a:lnTo>
                    <a:pt x="332231" y="0"/>
                  </a:lnTo>
                  <a:lnTo>
                    <a:pt x="0" y="0"/>
                  </a:lnTo>
                  <a:lnTo>
                    <a:pt x="0" y="382524"/>
                  </a:lnTo>
                  <a:close/>
                </a:path>
              </a:pathLst>
            </a:custGeom>
            <a:ln w="6350">
              <a:solidFill>
                <a:srgbClr val="4471C4"/>
              </a:solidFill>
            </a:ln>
          </p:spPr>
          <p:txBody>
            <a:bodyPr wrap="square" lIns="0" tIns="0" rIns="0" bIns="0" rtlCol="0"/>
            <a:lstStyle/>
            <a:p/>
          </p:txBody>
        </p:sp>
        <p:pic>
          <p:nvPicPr>
            <p:cNvPr id="121" name="object 31"/>
            <p:cNvPicPr/>
            <p:nvPr/>
          </p:nvPicPr>
          <p:blipFill>
            <a:blip r:embed="rId14" cstate="print"/>
            <a:stretch>
              <a:fillRect/>
            </a:stretch>
          </p:blipFill>
          <p:spPr>
            <a:xfrm>
              <a:off x="1394459" y="4625339"/>
              <a:ext cx="199644" cy="149351"/>
            </a:xfrm>
            <a:prstGeom prst="rect">
              <a:avLst/>
            </a:prstGeom>
          </p:spPr>
        </p:pic>
        <p:pic>
          <p:nvPicPr>
            <p:cNvPr id="122" name="object 32"/>
            <p:cNvPicPr/>
            <p:nvPr/>
          </p:nvPicPr>
          <p:blipFill>
            <a:blip r:embed="rId13" cstate="print"/>
            <a:stretch>
              <a:fillRect/>
            </a:stretch>
          </p:blipFill>
          <p:spPr>
            <a:xfrm>
              <a:off x="2723387" y="4492751"/>
              <a:ext cx="333756" cy="382524"/>
            </a:xfrm>
            <a:prstGeom prst="rect">
              <a:avLst/>
            </a:prstGeom>
          </p:spPr>
        </p:pic>
        <p:sp>
          <p:nvSpPr>
            <p:cNvPr id="123" name="object 33"/>
            <p:cNvSpPr/>
            <p:nvPr/>
          </p:nvSpPr>
          <p:spPr>
            <a:xfrm>
              <a:off x="2723387" y="4492751"/>
              <a:ext cx="334010" cy="382905"/>
            </a:xfrm>
            <a:custGeom>
              <a:avLst/>
              <a:gdLst/>
              <a:ahLst/>
              <a:cxnLst/>
              <a:rect l="l" t="t" r="r" b="b"/>
              <a:pathLst>
                <a:path w="334010" h="382904">
                  <a:moveTo>
                    <a:pt x="0" y="382524"/>
                  </a:moveTo>
                  <a:lnTo>
                    <a:pt x="333756" y="382524"/>
                  </a:lnTo>
                  <a:lnTo>
                    <a:pt x="333756" y="0"/>
                  </a:lnTo>
                  <a:lnTo>
                    <a:pt x="0" y="0"/>
                  </a:lnTo>
                  <a:lnTo>
                    <a:pt x="0" y="382524"/>
                  </a:lnTo>
                  <a:close/>
                </a:path>
              </a:pathLst>
            </a:custGeom>
            <a:ln w="6350">
              <a:solidFill>
                <a:srgbClr val="4471C4"/>
              </a:solidFill>
            </a:ln>
          </p:spPr>
          <p:txBody>
            <a:bodyPr wrap="square" lIns="0" tIns="0" rIns="0" bIns="0" rtlCol="0"/>
            <a:lstStyle/>
            <a:p/>
          </p:txBody>
        </p:sp>
        <p:pic>
          <p:nvPicPr>
            <p:cNvPr id="124" name="object 34"/>
            <p:cNvPicPr/>
            <p:nvPr/>
          </p:nvPicPr>
          <p:blipFill>
            <a:blip r:embed="rId15" cstate="print"/>
            <a:stretch>
              <a:fillRect/>
            </a:stretch>
          </p:blipFill>
          <p:spPr>
            <a:xfrm>
              <a:off x="2795016" y="4625339"/>
              <a:ext cx="205739" cy="149351"/>
            </a:xfrm>
            <a:prstGeom prst="rect">
              <a:avLst/>
            </a:prstGeom>
          </p:spPr>
        </p:pic>
        <p:pic>
          <p:nvPicPr>
            <p:cNvPr id="125" name="object 35"/>
            <p:cNvPicPr/>
            <p:nvPr/>
          </p:nvPicPr>
          <p:blipFill>
            <a:blip r:embed="rId16" cstate="print"/>
            <a:stretch>
              <a:fillRect/>
            </a:stretch>
          </p:blipFill>
          <p:spPr>
            <a:xfrm>
              <a:off x="4058411" y="4495800"/>
              <a:ext cx="333756" cy="381000"/>
            </a:xfrm>
            <a:prstGeom prst="rect">
              <a:avLst/>
            </a:prstGeom>
          </p:spPr>
        </p:pic>
        <p:sp>
          <p:nvSpPr>
            <p:cNvPr id="126" name="object 36"/>
            <p:cNvSpPr/>
            <p:nvPr/>
          </p:nvSpPr>
          <p:spPr>
            <a:xfrm>
              <a:off x="4058411" y="4495800"/>
              <a:ext cx="334010" cy="381000"/>
            </a:xfrm>
            <a:custGeom>
              <a:avLst/>
              <a:gdLst/>
              <a:ahLst/>
              <a:cxnLst/>
              <a:rect l="l" t="t" r="r" b="b"/>
              <a:pathLst>
                <a:path w="334010" h="381000">
                  <a:moveTo>
                    <a:pt x="0" y="381000"/>
                  </a:moveTo>
                  <a:lnTo>
                    <a:pt x="333756" y="381000"/>
                  </a:lnTo>
                  <a:lnTo>
                    <a:pt x="333756" y="0"/>
                  </a:lnTo>
                  <a:lnTo>
                    <a:pt x="0" y="0"/>
                  </a:lnTo>
                  <a:lnTo>
                    <a:pt x="0" y="381000"/>
                  </a:lnTo>
                  <a:close/>
                </a:path>
              </a:pathLst>
            </a:custGeom>
            <a:ln w="6350">
              <a:solidFill>
                <a:srgbClr val="4471C4"/>
              </a:solidFill>
            </a:ln>
          </p:spPr>
          <p:txBody>
            <a:bodyPr wrap="square" lIns="0" tIns="0" rIns="0" bIns="0" rtlCol="0"/>
            <a:lstStyle/>
            <a:p/>
          </p:txBody>
        </p:sp>
        <p:pic>
          <p:nvPicPr>
            <p:cNvPr id="127" name="object 37"/>
            <p:cNvPicPr/>
            <p:nvPr/>
          </p:nvPicPr>
          <p:blipFill>
            <a:blip r:embed="rId17" cstate="print"/>
            <a:stretch>
              <a:fillRect/>
            </a:stretch>
          </p:blipFill>
          <p:spPr>
            <a:xfrm>
              <a:off x="4130040" y="4628387"/>
              <a:ext cx="207263" cy="152400"/>
            </a:xfrm>
            <a:prstGeom prst="rect">
              <a:avLst/>
            </a:prstGeom>
          </p:spPr>
        </p:pic>
        <p:sp>
          <p:nvSpPr>
            <p:cNvPr id="128" name="object 38"/>
            <p:cNvSpPr/>
            <p:nvPr/>
          </p:nvSpPr>
          <p:spPr>
            <a:xfrm>
              <a:off x="576834" y="3851909"/>
              <a:ext cx="2874645" cy="601980"/>
            </a:xfrm>
            <a:custGeom>
              <a:avLst/>
              <a:gdLst/>
              <a:ahLst/>
              <a:cxnLst/>
              <a:rect l="l" t="t" r="r" b="b"/>
              <a:pathLst>
                <a:path w="2874645" h="601979">
                  <a:moveTo>
                    <a:pt x="76200" y="76200"/>
                  </a:moveTo>
                  <a:lnTo>
                    <a:pt x="69850" y="63500"/>
                  </a:lnTo>
                  <a:lnTo>
                    <a:pt x="38100" y="0"/>
                  </a:lnTo>
                  <a:lnTo>
                    <a:pt x="0" y="76200"/>
                  </a:lnTo>
                  <a:lnTo>
                    <a:pt x="28575" y="76200"/>
                  </a:lnTo>
                  <a:lnTo>
                    <a:pt x="28575" y="530098"/>
                  </a:lnTo>
                  <a:lnTo>
                    <a:pt x="47625" y="530098"/>
                  </a:lnTo>
                  <a:lnTo>
                    <a:pt x="47625" y="76200"/>
                  </a:lnTo>
                  <a:lnTo>
                    <a:pt x="76200" y="76200"/>
                  </a:lnTo>
                  <a:close/>
                </a:path>
                <a:path w="2874645" h="601979">
                  <a:moveTo>
                    <a:pt x="264058" y="121285"/>
                  </a:moveTo>
                  <a:lnTo>
                    <a:pt x="263779" y="121031"/>
                  </a:lnTo>
                  <a:lnTo>
                    <a:pt x="263347" y="120650"/>
                  </a:lnTo>
                  <a:lnTo>
                    <a:pt x="261620" y="119253"/>
                  </a:lnTo>
                  <a:lnTo>
                    <a:pt x="261404" y="119087"/>
                  </a:lnTo>
                  <a:lnTo>
                    <a:pt x="259727" y="117729"/>
                  </a:lnTo>
                  <a:lnTo>
                    <a:pt x="222059" y="98933"/>
                  </a:lnTo>
                  <a:lnTo>
                    <a:pt x="213093" y="98933"/>
                  </a:lnTo>
                  <a:lnTo>
                    <a:pt x="179273" y="120650"/>
                  </a:lnTo>
                  <a:lnTo>
                    <a:pt x="160070" y="157607"/>
                  </a:lnTo>
                  <a:lnTo>
                    <a:pt x="145326" y="207772"/>
                  </a:lnTo>
                  <a:lnTo>
                    <a:pt x="136156" y="253238"/>
                  </a:lnTo>
                  <a:lnTo>
                    <a:pt x="128295" y="304165"/>
                  </a:lnTo>
                  <a:lnTo>
                    <a:pt x="119494" y="378587"/>
                  </a:lnTo>
                  <a:lnTo>
                    <a:pt x="115481" y="417957"/>
                  </a:lnTo>
                  <a:lnTo>
                    <a:pt x="111696" y="459994"/>
                  </a:lnTo>
                  <a:lnTo>
                    <a:pt x="111302" y="464591"/>
                  </a:lnTo>
                  <a:lnTo>
                    <a:pt x="82829" y="462153"/>
                  </a:lnTo>
                  <a:lnTo>
                    <a:pt x="114300" y="541274"/>
                  </a:lnTo>
                  <a:lnTo>
                    <a:pt x="152450" y="478917"/>
                  </a:lnTo>
                  <a:lnTo>
                    <a:pt x="158750" y="468630"/>
                  </a:lnTo>
                  <a:lnTo>
                    <a:pt x="130289" y="466204"/>
                  </a:lnTo>
                  <a:lnTo>
                    <a:pt x="130987" y="458216"/>
                  </a:lnTo>
                  <a:lnTo>
                    <a:pt x="134442" y="419735"/>
                  </a:lnTo>
                  <a:lnTo>
                    <a:pt x="138417" y="380657"/>
                  </a:lnTo>
                  <a:lnTo>
                    <a:pt x="147154" y="306705"/>
                  </a:lnTo>
                  <a:lnTo>
                    <a:pt x="154914" y="256540"/>
                  </a:lnTo>
                  <a:lnTo>
                    <a:pt x="163753" y="212636"/>
                  </a:lnTo>
                  <a:lnTo>
                    <a:pt x="174167" y="175018"/>
                  </a:lnTo>
                  <a:lnTo>
                    <a:pt x="177787" y="164592"/>
                  </a:lnTo>
                  <a:lnTo>
                    <a:pt x="177850" y="164401"/>
                  </a:lnTo>
                  <a:lnTo>
                    <a:pt x="198361" y="127635"/>
                  </a:lnTo>
                  <a:lnTo>
                    <a:pt x="198843" y="127076"/>
                  </a:lnTo>
                  <a:lnTo>
                    <a:pt x="199123" y="126746"/>
                  </a:lnTo>
                  <a:lnTo>
                    <a:pt x="201269" y="124841"/>
                  </a:lnTo>
                  <a:lnTo>
                    <a:pt x="202514" y="123698"/>
                  </a:lnTo>
                  <a:lnTo>
                    <a:pt x="203822" y="122809"/>
                  </a:lnTo>
                  <a:lnTo>
                    <a:pt x="206629" y="120904"/>
                  </a:lnTo>
                  <a:lnTo>
                    <a:pt x="207010" y="120650"/>
                  </a:lnTo>
                  <a:lnTo>
                    <a:pt x="208457" y="120015"/>
                  </a:lnTo>
                  <a:lnTo>
                    <a:pt x="210591" y="119087"/>
                  </a:lnTo>
                  <a:lnTo>
                    <a:pt x="210159" y="119087"/>
                  </a:lnTo>
                  <a:lnTo>
                    <a:pt x="209994" y="119087"/>
                  </a:lnTo>
                  <a:lnTo>
                    <a:pt x="210400" y="119011"/>
                  </a:lnTo>
                  <a:lnTo>
                    <a:pt x="211137" y="118846"/>
                  </a:lnTo>
                  <a:lnTo>
                    <a:pt x="213436" y="118364"/>
                  </a:lnTo>
                  <a:lnTo>
                    <a:pt x="215265" y="117983"/>
                  </a:lnTo>
                  <a:lnTo>
                    <a:pt x="219583" y="117983"/>
                  </a:lnTo>
                  <a:lnTo>
                    <a:pt x="224828" y="119087"/>
                  </a:lnTo>
                  <a:lnTo>
                    <a:pt x="230644" y="121285"/>
                  </a:lnTo>
                  <a:lnTo>
                    <a:pt x="231330" y="121539"/>
                  </a:lnTo>
                  <a:lnTo>
                    <a:pt x="230746" y="121285"/>
                  </a:lnTo>
                  <a:lnTo>
                    <a:pt x="264058" y="121285"/>
                  </a:lnTo>
                  <a:close/>
                </a:path>
                <a:path w="2874645" h="601979">
                  <a:moveTo>
                    <a:pt x="1938540" y="167462"/>
                  </a:moveTo>
                  <a:lnTo>
                    <a:pt x="1938223" y="167462"/>
                  </a:lnTo>
                  <a:lnTo>
                    <a:pt x="1936013" y="167957"/>
                  </a:lnTo>
                  <a:lnTo>
                    <a:pt x="1938540" y="167462"/>
                  </a:lnTo>
                  <a:close/>
                </a:path>
                <a:path w="2874645" h="601979">
                  <a:moveTo>
                    <a:pt x="2874518" y="460756"/>
                  </a:moveTo>
                  <a:lnTo>
                    <a:pt x="2848711" y="472948"/>
                  </a:lnTo>
                  <a:lnTo>
                    <a:pt x="2842260" y="459486"/>
                  </a:lnTo>
                  <a:lnTo>
                    <a:pt x="2821559" y="418846"/>
                  </a:lnTo>
                  <a:lnTo>
                    <a:pt x="2804541" y="388429"/>
                  </a:lnTo>
                  <a:lnTo>
                    <a:pt x="2804541" y="82296"/>
                  </a:lnTo>
                  <a:lnTo>
                    <a:pt x="2833116" y="82296"/>
                  </a:lnTo>
                  <a:lnTo>
                    <a:pt x="2826766" y="69596"/>
                  </a:lnTo>
                  <a:lnTo>
                    <a:pt x="2795016" y="6096"/>
                  </a:lnTo>
                  <a:lnTo>
                    <a:pt x="2756916" y="82296"/>
                  </a:lnTo>
                  <a:lnTo>
                    <a:pt x="2785491" y="82296"/>
                  </a:lnTo>
                  <a:lnTo>
                    <a:pt x="2785491" y="356793"/>
                  </a:lnTo>
                  <a:lnTo>
                    <a:pt x="2763139" y="322326"/>
                  </a:lnTo>
                  <a:lnTo>
                    <a:pt x="2735821" y="286512"/>
                  </a:lnTo>
                  <a:lnTo>
                    <a:pt x="2705735" y="252857"/>
                  </a:lnTo>
                  <a:lnTo>
                    <a:pt x="2672461" y="221615"/>
                  </a:lnTo>
                  <a:lnTo>
                    <a:pt x="2635377" y="193294"/>
                  </a:lnTo>
                  <a:lnTo>
                    <a:pt x="2594229" y="168148"/>
                  </a:lnTo>
                  <a:lnTo>
                    <a:pt x="2548636" y="146685"/>
                  </a:lnTo>
                  <a:lnTo>
                    <a:pt x="2498090" y="129032"/>
                  </a:lnTo>
                  <a:lnTo>
                    <a:pt x="2487536" y="126263"/>
                  </a:lnTo>
                  <a:lnTo>
                    <a:pt x="2473452" y="122555"/>
                  </a:lnTo>
                  <a:lnTo>
                    <a:pt x="2412492" y="110998"/>
                  </a:lnTo>
                  <a:lnTo>
                    <a:pt x="2348230" y="104648"/>
                  </a:lnTo>
                  <a:lnTo>
                    <a:pt x="2317356" y="103505"/>
                  </a:lnTo>
                  <a:lnTo>
                    <a:pt x="2277745" y="103505"/>
                  </a:lnTo>
                  <a:lnTo>
                    <a:pt x="2200783" y="107696"/>
                  </a:lnTo>
                  <a:lnTo>
                    <a:pt x="2160016" y="111633"/>
                  </a:lnTo>
                  <a:lnTo>
                    <a:pt x="2117725" y="116713"/>
                  </a:lnTo>
                  <a:lnTo>
                    <a:pt x="2028825" y="130683"/>
                  </a:lnTo>
                  <a:lnTo>
                    <a:pt x="1934464" y="148844"/>
                  </a:lnTo>
                  <a:lnTo>
                    <a:pt x="1835150" y="171069"/>
                  </a:lnTo>
                  <a:lnTo>
                    <a:pt x="1731264" y="196850"/>
                  </a:lnTo>
                  <a:lnTo>
                    <a:pt x="1623314" y="226060"/>
                  </a:lnTo>
                  <a:lnTo>
                    <a:pt x="1541805" y="249478"/>
                  </a:lnTo>
                  <a:lnTo>
                    <a:pt x="1538097" y="240792"/>
                  </a:lnTo>
                  <a:lnTo>
                    <a:pt x="1530604" y="224917"/>
                  </a:lnTo>
                  <a:lnTo>
                    <a:pt x="1523403" y="210870"/>
                  </a:lnTo>
                  <a:lnTo>
                    <a:pt x="1523403" y="254762"/>
                  </a:lnTo>
                  <a:lnTo>
                    <a:pt x="1511427" y="258191"/>
                  </a:lnTo>
                  <a:lnTo>
                    <a:pt x="1461897" y="273227"/>
                  </a:lnTo>
                  <a:lnTo>
                    <a:pt x="1461897" y="156629"/>
                  </a:lnTo>
                  <a:lnTo>
                    <a:pt x="1462328" y="157035"/>
                  </a:lnTo>
                  <a:lnTo>
                    <a:pt x="1471815" y="167500"/>
                  </a:lnTo>
                  <a:lnTo>
                    <a:pt x="1471993" y="167767"/>
                  </a:lnTo>
                  <a:lnTo>
                    <a:pt x="1481150" y="179222"/>
                  </a:lnTo>
                  <a:lnTo>
                    <a:pt x="1489837" y="191465"/>
                  </a:lnTo>
                  <a:lnTo>
                    <a:pt x="1497965" y="204470"/>
                  </a:lnTo>
                  <a:lnTo>
                    <a:pt x="1498180" y="204876"/>
                  </a:lnTo>
                  <a:lnTo>
                    <a:pt x="1506651" y="219684"/>
                  </a:lnTo>
                  <a:lnTo>
                    <a:pt x="1513484" y="233248"/>
                  </a:lnTo>
                  <a:lnTo>
                    <a:pt x="1521231" y="249682"/>
                  </a:lnTo>
                  <a:lnTo>
                    <a:pt x="1523403" y="254762"/>
                  </a:lnTo>
                  <a:lnTo>
                    <a:pt x="1523403" y="210870"/>
                  </a:lnTo>
                  <a:lnTo>
                    <a:pt x="1522730" y="209550"/>
                  </a:lnTo>
                  <a:lnTo>
                    <a:pt x="1514475" y="194818"/>
                  </a:lnTo>
                  <a:lnTo>
                    <a:pt x="1505585" y="180975"/>
                  </a:lnTo>
                  <a:lnTo>
                    <a:pt x="1496542" y="167932"/>
                  </a:lnTo>
                  <a:lnTo>
                    <a:pt x="1496441" y="167767"/>
                  </a:lnTo>
                  <a:lnTo>
                    <a:pt x="1486535" y="155321"/>
                  </a:lnTo>
                  <a:lnTo>
                    <a:pt x="1476121" y="143891"/>
                  </a:lnTo>
                  <a:lnTo>
                    <a:pt x="1464945" y="133223"/>
                  </a:lnTo>
                  <a:lnTo>
                    <a:pt x="1461897" y="130721"/>
                  </a:lnTo>
                  <a:lnTo>
                    <a:pt x="1461897" y="79248"/>
                  </a:lnTo>
                  <a:lnTo>
                    <a:pt x="1490472" y="79248"/>
                  </a:lnTo>
                  <a:lnTo>
                    <a:pt x="1484122" y="66548"/>
                  </a:lnTo>
                  <a:lnTo>
                    <a:pt x="1452372" y="3048"/>
                  </a:lnTo>
                  <a:lnTo>
                    <a:pt x="1414272" y="79248"/>
                  </a:lnTo>
                  <a:lnTo>
                    <a:pt x="1442847" y="79248"/>
                  </a:lnTo>
                  <a:lnTo>
                    <a:pt x="1442847" y="116319"/>
                  </a:lnTo>
                  <a:lnTo>
                    <a:pt x="1441246" y="115189"/>
                  </a:lnTo>
                  <a:lnTo>
                    <a:pt x="1439964" y="114427"/>
                  </a:lnTo>
                  <a:lnTo>
                    <a:pt x="1433868" y="110909"/>
                  </a:lnTo>
                  <a:lnTo>
                    <a:pt x="1381696" y="110909"/>
                  </a:lnTo>
                  <a:lnTo>
                    <a:pt x="1381556" y="110909"/>
                  </a:lnTo>
                  <a:lnTo>
                    <a:pt x="1394841" y="114427"/>
                  </a:lnTo>
                  <a:lnTo>
                    <a:pt x="1394193" y="114274"/>
                  </a:lnTo>
                  <a:lnTo>
                    <a:pt x="1407731" y="119075"/>
                  </a:lnTo>
                  <a:lnTo>
                    <a:pt x="1418907" y="124333"/>
                  </a:lnTo>
                  <a:lnTo>
                    <a:pt x="1442847" y="124333"/>
                  </a:lnTo>
                  <a:lnTo>
                    <a:pt x="1442847" y="124714"/>
                  </a:lnTo>
                  <a:lnTo>
                    <a:pt x="1419872" y="124714"/>
                  </a:lnTo>
                  <a:lnTo>
                    <a:pt x="1419733" y="124714"/>
                  </a:lnTo>
                  <a:lnTo>
                    <a:pt x="1420291" y="124980"/>
                  </a:lnTo>
                  <a:lnTo>
                    <a:pt x="1424051" y="127177"/>
                  </a:lnTo>
                  <a:lnTo>
                    <a:pt x="1430401" y="130810"/>
                  </a:lnTo>
                  <a:lnTo>
                    <a:pt x="1442186" y="139065"/>
                  </a:lnTo>
                  <a:lnTo>
                    <a:pt x="1442847" y="139623"/>
                  </a:lnTo>
                  <a:lnTo>
                    <a:pt x="1442847" y="279019"/>
                  </a:lnTo>
                  <a:lnTo>
                    <a:pt x="1396365" y="293116"/>
                  </a:lnTo>
                  <a:lnTo>
                    <a:pt x="1278255" y="330327"/>
                  </a:lnTo>
                  <a:lnTo>
                    <a:pt x="1035050" y="410464"/>
                  </a:lnTo>
                  <a:lnTo>
                    <a:pt x="555180" y="575767"/>
                  </a:lnTo>
                  <a:lnTo>
                    <a:pt x="714629" y="455041"/>
                  </a:lnTo>
                  <a:lnTo>
                    <a:pt x="828040" y="371856"/>
                  </a:lnTo>
                  <a:lnTo>
                    <a:pt x="883285" y="332613"/>
                  </a:lnTo>
                  <a:lnTo>
                    <a:pt x="934935" y="297078"/>
                  </a:lnTo>
                  <a:lnTo>
                    <a:pt x="990092" y="260604"/>
                  </a:lnTo>
                  <a:lnTo>
                    <a:pt x="1038110" y="230441"/>
                  </a:lnTo>
                  <a:lnTo>
                    <a:pt x="1086764" y="201637"/>
                  </a:lnTo>
                  <a:lnTo>
                    <a:pt x="1138021" y="173685"/>
                  </a:lnTo>
                  <a:lnTo>
                    <a:pt x="1140294" y="172491"/>
                  </a:lnTo>
                  <a:lnTo>
                    <a:pt x="1137881" y="173685"/>
                  </a:lnTo>
                  <a:lnTo>
                    <a:pt x="1183005" y="151638"/>
                  </a:lnTo>
                  <a:lnTo>
                    <a:pt x="1224610" y="134213"/>
                  </a:lnTo>
                  <a:lnTo>
                    <a:pt x="1246047" y="126403"/>
                  </a:lnTo>
                  <a:lnTo>
                    <a:pt x="1245743" y="126403"/>
                  </a:lnTo>
                  <a:lnTo>
                    <a:pt x="1265212" y="120332"/>
                  </a:lnTo>
                  <a:lnTo>
                    <a:pt x="1284249" y="115189"/>
                  </a:lnTo>
                  <a:lnTo>
                    <a:pt x="1302054" y="111429"/>
                  </a:lnTo>
                  <a:lnTo>
                    <a:pt x="1319669" y="108813"/>
                  </a:lnTo>
                  <a:lnTo>
                    <a:pt x="1320634" y="108661"/>
                  </a:lnTo>
                  <a:lnTo>
                    <a:pt x="1320279" y="108661"/>
                  </a:lnTo>
                  <a:lnTo>
                    <a:pt x="1336802" y="107315"/>
                  </a:lnTo>
                  <a:lnTo>
                    <a:pt x="1353210" y="107315"/>
                  </a:lnTo>
                  <a:lnTo>
                    <a:pt x="1367256" y="108458"/>
                  </a:lnTo>
                  <a:lnTo>
                    <a:pt x="1380464" y="110718"/>
                  </a:lnTo>
                  <a:lnTo>
                    <a:pt x="1433550" y="110718"/>
                  </a:lnTo>
                  <a:lnTo>
                    <a:pt x="1428115" y="107569"/>
                  </a:lnTo>
                  <a:lnTo>
                    <a:pt x="1427556" y="107315"/>
                  </a:lnTo>
                  <a:lnTo>
                    <a:pt x="1414399" y="101219"/>
                  </a:lnTo>
                  <a:lnTo>
                    <a:pt x="1400048" y="96012"/>
                  </a:lnTo>
                  <a:lnTo>
                    <a:pt x="1384935" y="92075"/>
                  </a:lnTo>
                  <a:lnTo>
                    <a:pt x="1369187" y="89535"/>
                  </a:lnTo>
                  <a:lnTo>
                    <a:pt x="1354175" y="88265"/>
                  </a:lnTo>
                  <a:lnTo>
                    <a:pt x="1335532" y="88265"/>
                  </a:lnTo>
                  <a:lnTo>
                    <a:pt x="1280033" y="96520"/>
                  </a:lnTo>
                  <a:lnTo>
                    <a:pt x="1239545" y="108458"/>
                  </a:lnTo>
                  <a:lnTo>
                    <a:pt x="1197229" y="124714"/>
                  </a:lnTo>
                  <a:lnTo>
                    <a:pt x="1152398" y="145034"/>
                  </a:lnTo>
                  <a:lnTo>
                    <a:pt x="1105408" y="169418"/>
                  </a:lnTo>
                  <a:lnTo>
                    <a:pt x="1056386" y="197104"/>
                  </a:lnTo>
                  <a:lnTo>
                    <a:pt x="1005713" y="228092"/>
                  </a:lnTo>
                  <a:lnTo>
                    <a:pt x="926719" y="279654"/>
                  </a:lnTo>
                  <a:lnTo>
                    <a:pt x="816864" y="356362"/>
                  </a:lnTo>
                  <a:lnTo>
                    <a:pt x="703199" y="439801"/>
                  </a:lnTo>
                  <a:lnTo>
                    <a:pt x="533692" y="568071"/>
                  </a:lnTo>
                  <a:lnTo>
                    <a:pt x="496519" y="495808"/>
                  </a:lnTo>
                  <a:lnTo>
                    <a:pt x="473925" y="452628"/>
                  </a:lnTo>
                  <a:lnTo>
                    <a:pt x="451700" y="410464"/>
                  </a:lnTo>
                  <a:lnTo>
                    <a:pt x="429653" y="369443"/>
                  </a:lnTo>
                  <a:lnTo>
                    <a:pt x="407987" y="330200"/>
                  </a:lnTo>
                  <a:lnTo>
                    <a:pt x="386765" y="292862"/>
                  </a:lnTo>
                  <a:lnTo>
                    <a:pt x="366001" y="257810"/>
                  </a:lnTo>
                  <a:lnTo>
                    <a:pt x="336067" y="210439"/>
                  </a:lnTo>
                  <a:lnTo>
                    <a:pt x="307632" y="170180"/>
                  </a:lnTo>
                  <a:lnTo>
                    <a:pt x="280619" y="137541"/>
                  </a:lnTo>
                  <a:lnTo>
                    <a:pt x="264325" y="121539"/>
                  </a:lnTo>
                  <a:lnTo>
                    <a:pt x="231330" y="121539"/>
                  </a:lnTo>
                  <a:lnTo>
                    <a:pt x="231127" y="121539"/>
                  </a:lnTo>
                  <a:lnTo>
                    <a:pt x="235483" y="123825"/>
                  </a:lnTo>
                  <a:lnTo>
                    <a:pt x="236562" y="124333"/>
                  </a:lnTo>
                  <a:lnTo>
                    <a:pt x="244055" y="129540"/>
                  </a:lnTo>
                  <a:lnTo>
                    <a:pt x="274574" y="159270"/>
                  </a:lnTo>
                  <a:lnTo>
                    <a:pt x="292227" y="181406"/>
                  </a:lnTo>
                  <a:lnTo>
                    <a:pt x="292442" y="181571"/>
                  </a:lnTo>
                  <a:lnTo>
                    <a:pt x="293166" y="182626"/>
                  </a:lnTo>
                  <a:lnTo>
                    <a:pt x="294665" y="184581"/>
                  </a:lnTo>
                  <a:lnTo>
                    <a:pt x="301345" y="193700"/>
                  </a:lnTo>
                  <a:lnTo>
                    <a:pt x="301548" y="193916"/>
                  </a:lnTo>
                  <a:lnTo>
                    <a:pt x="301701" y="194183"/>
                  </a:lnTo>
                  <a:lnTo>
                    <a:pt x="302336" y="195046"/>
                  </a:lnTo>
                  <a:lnTo>
                    <a:pt x="310629" y="206883"/>
                  </a:lnTo>
                  <a:lnTo>
                    <a:pt x="320141" y="220980"/>
                  </a:lnTo>
                  <a:lnTo>
                    <a:pt x="329819" y="235839"/>
                  </a:lnTo>
                  <a:lnTo>
                    <a:pt x="339661" y="251371"/>
                  </a:lnTo>
                  <a:lnTo>
                    <a:pt x="339852" y="251561"/>
                  </a:lnTo>
                  <a:lnTo>
                    <a:pt x="340855" y="253238"/>
                  </a:lnTo>
                  <a:lnTo>
                    <a:pt x="341350" y="254025"/>
                  </a:lnTo>
                  <a:lnTo>
                    <a:pt x="349681" y="267716"/>
                  </a:lnTo>
                  <a:lnTo>
                    <a:pt x="370255" y="302387"/>
                  </a:lnTo>
                  <a:lnTo>
                    <a:pt x="391325" y="339344"/>
                  </a:lnTo>
                  <a:lnTo>
                    <a:pt x="412902" y="378587"/>
                  </a:lnTo>
                  <a:lnTo>
                    <a:pt x="436359" y="422186"/>
                  </a:lnTo>
                  <a:lnTo>
                    <a:pt x="457047" y="461391"/>
                  </a:lnTo>
                  <a:lnTo>
                    <a:pt x="479590" y="504571"/>
                  </a:lnTo>
                  <a:lnTo>
                    <a:pt x="524929" y="592582"/>
                  </a:lnTo>
                  <a:lnTo>
                    <a:pt x="533349" y="588302"/>
                  </a:lnTo>
                  <a:lnTo>
                    <a:pt x="538048" y="601853"/>
                  </a:lnTo>
                  <a:lnTo>
                    <a:pt x="1041273" y="428459"/>
                  </a:lnTo>
                  <a:lnTo>
                    <a:pt x="1043419" y="427736"/>
                  </a:lnTo>
                  <a:lnTo>
                    <a:pt x="1042377" y="428053"/>
                  </a:lnTo>
                  <a:lnTo>
                    <a:pt x="1284097" y="348488"/>
                  </a:lnTo>
                  <a:lnTo>
                    <a:pt x="1401953" y="311277"/>
                  </a:lnTo>
                  <a:lnTo>
                    <a:pt x="1442847" y="298907"/>
                  </a:lnTo>
                  <a:lnTo>
                    <a:pt x="1442847" y="533146"/>
                  </a:lnTo>
                  <a:lnTo>
                    <a:pt x="1461897" y="533146"/>
                  </a:lnTo>
                  <a:lnTo>
                    <a:pt x="1461897" y="293128"/>
                  </a:lnTo>
                  <a:lnTo>
                    <a:pt x="1519148" y="275793"/>
                  </a:lnTo>
                  <a:lnTo>
                    <a:pt x="1530667" y="272491"/>
                  </a:lnTo>
                  <a:lnTo>
                    <a:pt x="1533461" y="279654"/>
                  </a:lnTo>
                  <a:lnTo>
                    <a:pt x="1540192" y="298069"/>
                  </a:lnTo>
                  <a:lnTo>
                    <a:pt x="1551965" y="334378"/>
                  </a:lnTo>
                  <a:lnTo>
                    <a:pt x="1563306" y="374396"/>
                  </a:lnTo>
                  <a:lnTo>
                    <a:pt x="1572577" y="411251"/>
                  </a:lnTo>
                  <a:lnTo>
                    <a:pt x="1572691" y="411505"/>
                  </a:lnTo>
                  <a:lnTo>
                    <a:pt x="1581531" y="449453"/>
                  </a:lnTo>
                  <a:lnTo>
                    <a:pt x="1582064" y="451612"/>
                  </a:lnTo>
                  <a:lnTo>
                    <a:pt x="1583766" y="459536"/>
                  </a:lnTo>
                  <a:lnTo>
                    <a:pt x="1555877" y="465582"/>
                  </a:lnTo>
                  <a:lnTo>
                    <a:pt x="1609344" y="532003"/>
                  </a:lnTo>
                  <a:lnTo>
                    <a:pt x="1624584" y="471932"/>
                  </a:lnTo>
                  <a:lnTo>
                    <a:pt x="1630299" y="449453"/>
                  </a:lnTo>
                  <a:lnTo>
                    <a:pt x="1602384" y="455510"/>
                  </a:lnTo>
                  <a:lnTo>
                    <a:pt x="1600581" y="447421"/>
                  </a:lnTo>
                  <a:lnTo>
                    <a:pt x="1591183" y="406781"/>
                  </a:lnTo>
                  <a:lnTo>
                    <a:pt x="1581150" y="367284"/>
                  </a:lnTo>
                  <a:lnTo>
                    <a:pt x="1570228" y="328930"/>
                  </a:lnTo>
                  <a:lnTo>
                    <a:pt x="1558290" y="292227"/>
                  </a:lnTo>
                  <a:lnTo>
                    <a:pt x="1549044" y="267220"/>
                  </a:lnTo>
                  <a:lnTo>
                    <a:pt x="1628394" y="244475"/>
                  </a:lnTo>
                  <a:lnTo>
                    <a:pt x="1736090" y="215265"/>
                  </a:lnTo>
                  <a:lnTo>
                    <a:pt x="1839480" y="189674"/>
                  </a:lnTo>
                  <a:lnTo>
                    <a:pt x="1842173" y="189014"/>
                  </a:lnTo>
                  <a:lnTo>
                    <a:pt x="1936013" y="167957"/>
                  </a:lnTo>
                  <a:lnTo>
                    <a:pt x="1938185" y="167462"/>
                  </a:lnTo>
                  <a:lnTo>
                    <a:pt x="2030399" y="149720"/>
                  </a:lnTo>
                  <a:lnTo>
                    <a:pt x="2030564" y="149694"/>
                  </a:lnTo>
                  <a:lnTo>
                    <a:pt x="2032190" y="149428"/>
                  </a:lnTo>
                  <a:lnTo>
                    <a:pt x="2031911" y="149428"/>
                  </a:lnTo>
                  <a:lnTo>
                    <a:pt x="2120138" y="135699"/>
                  </a:lnTo>
                  <a:lnTo>
                    <a:pt x="2120277" y="135699"/>
                  </a:lnTo>
                  <a:lnTo>
                    <a:pt x="2121662" y="135458"/>
                  </a:lnTo>
                  <a:lnTo>
                    <a:pt x="2161108" y="130683"/>
                  </a:lnTo>
                  <a:lnTo>
                    <a:pt x="2160600" y="130683"/>
                  </a:lnTo>
                  <a:lnTo>
                    <a:pt x="2202294" y="126644"/>
                  </a:lnTo>
                  <a:lnTo>
                    <a:pt x="2201938" y="126644"/>
                  </a:lnTo>
                  <a:lnTo>
                    <a:pt x="2241029" y="123977"/>
                  </a:lnTo>
                  <a:lnTo>
                    <a:pt x="2240572" y="123977"/>
                  </a:lnTo>
                  <a:lnTo>
                    <a:pt x="2278380" y="122555"/>
                  </a:lnTo>
                  <a:lnTo>
                    <a:pt x="2316810" y="122555"/>
                  </a:lnTo>
                  <a:lnTo>
                    <a:pt x="2348128" y="123736"/>
                  </a:lnTo>
                  <a:lnTo>
                    <a:pt x="2347328" y="123736"/>
                  </a:lnTo>
                  <a:lnTo>
                    <a:pt x="2379535" y="126263"/>
                  </a:lnTo>
                  <a:lnTo>
                    <a:pt x="2381364" y="126403"/>
                  </a:lnTo>
                  <a:lnTo>
                    <a:pt x="2381491" y="126403"/>
                  </a:lnTo>
                  <a:lnTo>
                    <a:pt x="2410549" y="129857"/>
                  </a:lnTo>
                  <a:lnTo>
                    <a:pt x="2410333" y="129857"/>
                  </a:lnTo>
                  <a:lnTo>
                    <a:pt x="2439581" y="134696"/>
                  </a:lnTo>
                  <a:lnTo>
                    <a:pt x="2492476" y="147320"/>
                  </a:lnTo>
                  <a:lnTo>
                    <a:pt x="2540139" y="163779"/>
                  </a:lnTo>
                  <a:lnTo>
                    <a:pt x="2541613" y="164426"/>
                  </a:lnTo>
                  <a:lnTo>
                    <a:pt x="2541295" y="164249"/>
                  </a:lnTo>
                  <a:lnTo>
                    <a:pt x="2585872" y="185318"/>
                  </a:lnTo>
                  <a:lnTo>
                    <a:pt x="2624391" y="208965"/>
                  </a:lnTo>
                  <a:lnTo>
                    <a:pt x="2660726" y="236728"/>
                  </a:lnTo>
                  <a:lnTo>
                    <a:pt x="2691968" y="266026"/>
                  </a:lnTo>
                  <a:lnTo>
                    <a:pt x="2707030" y="282282"/>
                  </a:lnTo>
                  <a:lnTo>
                    <a:pt x="2706840" y="281927"/>
                  </a:lnTo>
                  <a:lnTo>
                    <a:pt x="2733751" y="314680"/>
                  </a:lnTo>
                  <a:lnTo>
                    <a:pt x="2747581" y="333540"/>
                  </a:lnTo>
                  <a:lnTo>
                    <a:pt x="2760205" y="352082"/>
                  </a:lnTo>
                  <a:lnTo>
                    <a:pt x="2782951" y="388747"/>
                  </a:lnTo>
                  <a:lnTo>
                    <a:pt x="2785491" y="393319"/>
                  </a:lnTo>
                  <a:lnTo>
                    <a:pt x="2785491" y="536194"/>
                  </a:lnTo>
                  <a:lnTo>
                    <a:pt x="2804541" y="536194"/>
                  </a:lnTo>
                  <a:lnTo>
                    <a:pt x="2804541" y="427520"/>
                  </a:lnTo>
                  <a:lnTo>
                    <a:pt x="2804668" y="427736"/>
                  </a:lnTo>
                  <a:lnTo>
                    <a:pt x="2825153" y="467829"/>
                  </a:lnTo>
                  <a:lnTo>
                    <a:pt x="2831439" y="481101"/>
                  </a:lnTo>
                  <a:lnTo>
                    <a:pt x="2805684" y="493268"/>
                  </a:lnTo>
                  <a:lnTo>
                    <a:pt x="2872740" y="545846"/>
                  </a:lnTo>
                  <a:lnTo>
                    <a:pt x="2873781" y="495808"/>
                  </a:lnTo>
                  <a:lnTo>
                    <a:pt x="2873845" y="492633"/>
                  </a:lnTo>
                  <a:lnTo>
                    <a:pt x="2874518" y="460756"/>
                  </a:lnTo>
                  <a:close/>
                </a:path>
              </a:pathLst>
            </a:custGeom>
            <a:solidFill>
              <a:srgbClr val="000000"/>
            </a:solidFill>
          </p:spPr>
          <p:txBody>
            <a:bodyPr wrap="square" lIns="0" tIns="0" rIns="0" bIns="0" rtlCol="0"/>
            <a:lstStyle/>
            <a:p>
              <a:endParaRPr dirty="0"/>
            </a:p>
          </p:txBody>
        </p:sp>
        <p:sp>
          <p:nvSpPr>
            <p:cNvPr id="129" name="object 39"/>
            <p:cNvSpPr/>
            <p:nvPr/>
          </p:nvSpPr>
          <p:spPr>
            <a:xfrm>
              <a:off x="492251" y="3317747"/>
              <a:ext cx="3904615" cy="207645"/>
            </a:xfrm>
            <a:custGeom>
              <a:avLst/>
              <a:gdLst/>
              <a:ahLst/>
              <a:cxnLst/>
              <a:rect l="l" t="t" r="r" b="b"/>
              <a:pathLst>
                <a:path w="3904615" h="207645">
                  <a:moveTo>
                    <a:pt x="0" y="207263"/>
                  </a:moveTo>
                  <a:lnTo>
                    <a:pt x="3904488" y="207263"/>
                  </a:lnTo>
                  <a:lnTo>
                    <a:pt x="3904488" y="0"/>
                  </a:lnTo>
                  <a:lnTo>
                    <a:pt x="0" y="0"/>
                  </a:lnTo>
                  <a:lnTo>
                    <a:pt x="0" y="207263"/>
                  </a:lnTo>
                  <a:close/>
                </a:path>
              </a:pathLst>
            </a:custGeom>
            <a:ln w="12700">
              <a:solidFill>
                <a:srgbClr val="000000"/>
              </a:solidFill>
            </a:ln>
          </p:spPr>
          <p:txBody>
            <a:bodyPr wrap="square" lIns="0" tIns="0" rIns="0" bIns="0" rtlCol="0"/>
            <a:lstStyle/>
            <a:p/>
          </p:txBody>
        </p:sp>
        <p:pic>
          <p:nvPicPr>
            <p:cNvPr id="130" name="object 40"/>
            <p:cNvPicPr/>
            <p:nvPr/>
          </p:nvPicPr>
          <p:blipFill>
            <a:blip r:embed="rId18" cstate="print"/>
            <a:stretch>
              <a:fillRect/>
            </a:stretch>
          </p:blipFill>
          <p:spPr>
            <a:xfrm>
              <a:off x="2141219" y="3346703"/>
              <a:ext cx="647700" cy="135636"/>
            </a:xfrm>
            <a:prstGeom prst="rect">
              <a:avLst/>
            </a:prstGeom>
          </p:spPr>
        </p:pic>
        <p:sp>
          <p:nvSpPr>
            <p:cNvPr id="131" name="object 41"/>
            <p:cNvSpPr/>
            <p:nvPr/>
          </p:nvSpPr>
          <p:spPr>
            <a:xfrm>
              <a:off x="3639312" y="3124199"/>
              <a:ext cx="417830" cy="94615"/>
            </a:xfrm>
            <a:custGeom>
              <a:avLst/>
              <a:gdLst/>
              <a:ahLst/>
              <a:cxnLst/>
              <a:rect l="l" t="t" r="r" b="b"/>
              <a:pathLst>
                <a:path w="417829" h="94614">
                  <a:moveTo>
                    <a:pt x="417575" y="0"/>
                  </a:moveTo>
                  <a:lnTo>
                    <a:pt x="0" y="0"/>
                  </a:lnTo>
                  <a:lnTo>
                    <a:pt x="0" y="94487"/>
                  </a:lnTo>
                  <a:lnTo>
                    <a:pt x="417575" y="94487"/>
                  </a:lnTo>
                  <a:lnTo>
                    <a:pt x="417575" y="0"/>
                  </a:lnTo>
                  <a:close/>
                </a:path>
              </a:pathLst>
            </a:custGeom>
            <a:solidFill>
              <a:srgbClr val="EC7C30"/>
            </a:solidFill>
          </p:spPr>
          <p:txBody>
            <a:bodyPr wrap="square" lIns="0" tIns="0" rIns="0" bIns="0" rtlCol="0"/>
            <a:lstStyle/>
            <a:p/>
          </p:txBody>
        </p:sp>
        <p:sp>
          <p:nvSpPr>
            <p:cNvPr id="132" name="object 42"/>
            <p:cNvSpPr/>
            <p:nvPr/>
          </p:nvSpPr>
          <p:spPr>
            <a:xfrm>
              <a:off x="3639312" y="3124199"/>
              <a:ext cx="417830" cy="94615"/>
            </a:xfrm>
            <a:custGeom>
              <a:avLst/>
              <a:gdLst/>
              <a:ahLst/>
              <a:cxnLst/>
              <a:rect l="l" t="t" r="r" b="b"/>
              <a:pathLst>
                <a:path w="417829" h="94614">
                  <a:moveTo>
                    <a:pt x="0" y="94487"/>
                  </a:moveTo>
                  <a:lnTo>
                    <a:pt x="417575" y="94487"/>
                  </a:lnTo>
                  <a:lnTo>
                    <a:pt x="417575" y="0"/>
                  </a:lnTo>
                  <a:lnTo>
                    <a:pt x="0" y="0"/>
                  </a:lnTo>
                  <a:lnTo>
                    <a:pt x="0" y="94487"/>
                  </a:lnTo>
                  <a:close/>
                </a:path>
              </a:pathLst>
            </a:custGeom>
            <a:ln w="12700">
              <a:solidFill>
                <a:srgbClr val="AD5A20"/>
              </a:solidFill>
            </a:ln>
          </p:spPr>
          <p:txBody>
            <a:bodyPr wrap="square" lIns="0" tIns="0" rIns="0" bIns="0" rtlCol="0"/>
            <a:lstStyle/>
            <a:p>
              <a:endParaRPr dirty="0"/>
            </a:p>
          </p:txBody>
        </p:sp>
        <p:sp>
          <p:nvSpPr>
            <p:cNvPr id="133" name="object 43"/>
            <p:cNvSpPr/>
            <p:nvPr/>
          </p:nvSpPr>
          <p:spPr>
            <a:xfrm>
              <a:off x="525018" y="2818637"/>
              <a:ext cx="3868420" cy="441959"/>
            </a:xfrm>
            <a:custGeom>
              <a:avLst/>
              <a:gdLst/>
              <a:ahLst/>
              <a:cxnLst/>
              <a:rect l="l" t="t" r="r" b="b"/>
              <a:pathLst>
                <a:path w="3868420" h="441960">
                  <a:moveTo>
                    <a:pt x="3868039" y="403860"/>
                  </a:moveTo>
                  <a:lnTo>
                    <a:pt x="3848989" y="394335"/>
                  </a:lnTo>
                  <a:lnTo>
                    <a:pt x="3791839" y="365760"/>
                  </a:lnTo>
                  <a:lnTo>
                    <a:pt x="3791839" y="394335"/>
                  </a:lnTo>
                  <a:lnTo>
                    <a:pt x="47625" y="394335"/>
                  </a:lnTo>
                  <a:lnTo>
                    <a:pt x="47625" y="76200"/>
                  </a:lnTo>
                  <a:lnTo>
                    <a:pt x="76200" y="76200"/>
                  </a:lnTo>
                  <a:lnTo>
                    <a:pt x="69850" y="63500"/>
                  </a:lnTo>
                  <a:lnTo>
                    <a:pt x="38100" y="0"/>
                  </a:lnTo>
                  <a:lnTo>
                    <a:pt x="0" y="76200"/>
                  </a:lnTo>
                  <a:lnTo>
                    <a:pt x="28575" y="76200"/>
                  </a:lnTo>
                  <a:lnTo>
                    <a:pt x="28575" y="402844"/>
                  </a:lnTo>
                  <a:lnTo>
                    <a:pt x="32004" y="402844"/>
                  </a:lnTo>
                  <a:lnTo>
                    <a:pt x="32004" y="413385"/>
                  </a:lnTo>
                  <a:lnTo>
                    <a:pt x="3791839" y="413385"/>
                  </a:lnTo>
                  <a:lnTo>
                    <a:pt x="3791839" y="441960"/>
                  </a:lnTo>
                  <a:lnTo>
                    <a:pt x="3848989" y="413385"/>
                  </a:lnTo>
                  <a:lnTo>
                    <a:pt x="3868039" y="403860"/>
                  </a:lnTo>
                  <a:close/>
                </a:path>
              </a:pathLst>
            </a:custGeom>
            <a:solidFill>
              <a:srgbClr val="000000"/>
            </a:solidFill>
          </p:spPr>
          <p:txBody>
            <a:bodyPr wrap="square" lIns="0" tIns="0" rIns="0" bIns="0" rtlCol="0"/>
            <a:lstStyle/>
            <a:p/>
          </p:txBody>
        </p:sp>
        <p:pic>
          <p:nvPicPr>
            <p:cNvPr id="134" name="object 44"/>
            <p:cNvPicPr/>
            <p:nvPr/>
          </p:nvPicPr>
          <p:blipFill>
            <a:blip r:embed="rId19" cstate="print"/>
            <a:stretch>
              <a:fillRect/>
            </a:stretch>
          </p:blipFill>
          <p:spPr>
            <a:xfrm>
              <a:off x="954023" y="2878835"/>
              <a:ext cx="236219" cy="149351"/>
            </a:xfrm>
            <a:prstGeom prst="rect">
              <a:avLst/>
            </a:prstGeom>
          </p:spPr>
        </p:pic>
        <p:pic>
          <p:nvPicPr>
            <p:cNvPr id="135" name="object 45"/>
            <p:cNvPicPr/>
            <p:nvPr/>
          </p:nvPicPr>
          <p:blipFill>
            <a:blip r:embed="rId20" cstate="print"/>
            <a:stretch>
              <a:fillRect/>
            </a:stretch>
          </p:blipFill>
          <p:spPr>
            <a:xfrm>
              <a:off x="2403347" y="2875787"/>
              <a:ext cx="240792" cy="149351"/>
            </a:xfrm>
            <a:prstGeom prst="rect">
              <a:avLst/>
            </a:prstGeom>
          </p:spPr>
        </p:pic>
        <p:pic>
          <p:nvPicPr>
            <p:cNvPr id="136" name="object 46"/>
            <p:cNvPicPr/>
            <p:nvPr/>
          </p:nvPicPr>
          <p:blipFill>
            <a:blip r:embed="rId21" cstate="print"/>
            <a:stretch>
              <a:fillRect/>
            </a:stretch>
          </p:blipFill>
          <p:spPr>
            <a:xfrm>
              <a:off x="3723131" y="2881883"/>
              <a:ext cx="243839" cy="152400"/>
            </a:xfrm>
            <a:prstGeom prst="rect">
              <a:avLst/>
            </a:prstGeom>
          </p:spPr>
        </p:pic>
        <p:sp>
          <p:nvSpPr>
            <p:cNvPr id="137" name="object 47"/>
            <p:cNvSpPr/>
            <p:nvPr/>
          </p:nvSpPr>
          <p:spPr>
            <a:xfrm>
              <a:off x="1462278" y="2612897"/>
              <a:ext cx="2802890" cy="1819275"/>
            </a:xfrm>
            <a:custGeom>
              <a:avLst/>
              <a:gdLst/>
              <a:ahLst/>
              <a:cxnLst/>
              <a:rect l="l" t="t" r="r" b="b"/>
              <a:pathLst>
                <a:path w="2802890" h="1819275">
                  <a:moveTo>
                    <a:pt x="47536" y="76263"/>
                  </a:moveTo>
                  <a:lnTo>
                    <a:pt x="28486" y="76263"/>
                  </a:lnTo>
                  <a:lnTo>
                    <a:pt x="17894" y="1808480"/>
                  </a:lnTo>
                  <a:lnTo>
                    <a:pt x="36957" y="1808480"/>
                  </a:lnTo>
                  <a:lnTo>
                    <a:pt x="47536" y="76454"/>
                  </a:lnTo>
                  <a:lnTo>
                    <a:pt x="47536" y="76263"/>
                  </a:lnTo>
                  <a:close/>
                </a:path>
                <a:path w="2802890" h="1819275">
                  <a:moveTo>
                    <a:pt x="76200" y="76454"/>
                  </a:moveTo>
                  <a:lnTo>
                    <a:pt x="76098" y="76263"/>
                  </a:lnTo>
                  <a:lnTo>
                    <a:pt x="69824" y="63500"/>
                  </a:lnTo>
                  <a:lnTo>
                    <a:pt x="38608" y="0"/>
                  </a:lnTo>
                  <a:lnTo>
                    <a:pt x="0" y="75946"/>
                  </a:lnTo>
                  <a:lnTo>
                    <a:pt x="28486" y="76136"/>
                  </a:lnTo>
                  <a:lnTo>
                    <a:pt x="47536" y="76263"/>
                  </a:lnTo>
                  <a:lnTo>
                    <a:pt x="76200" y="76454"/>
                  </a:lnTo>
                  <a:close/>
                </a:path>
                <a:path w="2802890" h="1819275">
                  <a:moveTo>
                    <a:pt x="1455712" y="86931"/>
                  </a:moveTo>
                  <a:lnTo>
                    <a:pt x="1436662" y="86931"/>
                  </a:lnTo>
                  <a:lnTo>
                    <a:pt x="1426070" y="1819148"/>
                  </a:lnTo>
                  <a:lnTo>
                    <a:pt x="1445133" y="1819148"/>
                  </a:lnTo>
                  <a:lnTo>
                    <a:pt x="1455712" y="87122"/>
                  </a:lnTo>
                  <a:lnTo>
                    <a:pt x="1455712" y="86931"/>
                  </a:lnTo>
                  <a:close/>
                </a:path>
                <a:path w="2802890" h="1819275">
                  <a:moveTo>
                    <a:pt x="1484376" y="87122"/>
                  </a:moveTo>
                  <a:lnTo>
                    <a:pt x="1484274" y="86931"/>
                  </a:lnTo>
                  <a:lnTo>
                    <a:pt x="1478000" y="74168"/>
                  </a:lnTo>
                  <a:lnTo>
                    <a:pt x="1446784" y="10668"/>
                  </a:lnTo>
                  <a:lnTo>
                    <a:pt x="1408176" y="86614"/>
                  </a:lnTo>
                  <a:lnTo>
                    <a:pt x="1436662" y="86804"/>
                  </a:lnTo>
                  <a:lnTo>
                    <a:pt x="1455712" y="86931"/>
                  </a:lnTo>
                  <a:lnTo>
                    <a:pt x="1484376" y="87122"/>
                  </a:lnTo>
                  <a:close/>
                </a:path>
                <a:path w="2802890" h="1819275">
                  <a:moveTo>
                    <a:pt x="2773972" y="76263"/>
                  </a:moveTo>
                  <a:lnTo>
                    <a:pt x="2754922" y="76263"/>
                  </a:lnTo>
                  <a:lnTo>
                    <a:pt x="2744330" y="1808480"/>
                  </a:lnTo>
                  <a:lnTo>
                    <a:pt x="2763393" y="1808480"/>
                  </a:lnTo>
                  <a:lnTo>
                    <a:pt x="2773972" y="76454"/>
                  </a:lnTo>
                  <a:lnTo>
                    <a:pt x="2773972" y="76263"/>
                  </a:lnTo>
                  <a:close/>
                </a:path>
                <a:path w="2802890" h="1819275">
                  <a:moveTo>
                    <a:pt x="2802636" y="76454"/>
                  </a:moveTo>
                  <a:lnTo>
                    <a:pt x="2802534" y="76263"/>
                  </a:lnTo>
                  <a:lnTo>
                    <a:pt x="2796260" y="63500"/>
                  </a:lnTo>
                  <a:lnTo>
                    <a:pt x="2765044" y="0"/>
                  </a:lnTo>
                  <a:lnTo>
                    <a:pt x="2726436" y="75946"/>
                  </a:lnTo>
                  <a:lnTo>
                    <a:pt x="2754922" y="76136"/>
                  </a:lnTo>
                  <a:lnTo>
                    <a:pt x="2773972" y="76263"/>
                  </a:lnTo>
                  <a:lnTo>
                    <a:pt x="2802636" y="76454"/>
                  </a:lnTo>
                  <a:close/>
                </a:path>
              </a:pathLst>
            </a:custGeom>
            <a:solidFill>
              <a:srgbClr val="000000"/>
            </a:solidFill>
          </p:spPr>
          <p:txBody>
            <a:bodyPr wrap="square" lIns="0" tIns="0" rIns="0" bIns="0" rtlCol="0"/>
            <a:lstStyle/>
            <a:p/>
          </p:txBody>
        </p:sp>
        <p:pic>
          <p:nvPicPr>
            <p:cNvPr id="138" name="object 48"/>
            <p:cNvPicPr/>
            <p:nvPr/>
          </p:nvPicPr>
          <p:blipFill>
            <a:blip r:embed="rId22" cstate="print"/>
            <a:stretch>
              <a:fillRect/>
            </a:stretch>
          </p:blipFill>
          <p:spPr>
            <a:xfrm>
              <a:off x="2656966" y="2625089"/>
              <a:ext cx="149225" cy="201675"/>
            </a:xfrm>
            <a:prstGeom prst="rect">
              <a:avLst/>
            </a:prstGeom>
          </p:spPr>
        </p:pic>
        <p:pic>
          <p:nvPicPr>
            <p:cNvPr id="139" name="object 49"/>
            <p:cNvPicPr/>
            <p:nvPr/>
          </p:nvPicPr>
          <p:blipFill>
            <a:blip r:embed="rId23" cstate="print"/>
            <a:stretch>
              <a:fillRect/>
            </a:stretch>
          </p:blipFill>
          <p:spPr>
            <a:xfrm>
              <a:off x="1239672" y="2623565"/>
              <a:ext cx="149199" cy="201675"/>
            </a:xfrm>
            <a:prstGeom prst="rect">
              <a:avLst/>
            </a:prstGeom>
          </p:spPr>
        </p:pic>
        <p:pic>
          <p:nvPicPr>
            <p:cNvPr id="140" name="object 50"/>
            <p:cNvPicPr/>
            <p:nvPr/>
          </p:nvPicPr>
          <p:blipFill>
            <a:blip r:embed="rId24" cstate="print"/>
            <a:stretch>
              <a:fillRect/>
            </a:stretch>
          </p:blipFill>
          <p:spPr>
            <a:xfrm>
              <a:off x="3995038" y="2614421"/>
              <a:ext cx="149225" cy="201675"/>
            </a:xfrm>
            <a:prstGeom prst="rect">
              <a:avLst/>
            </a:prstGeom>
          </p:spPr>
        </p:pic>
        <p:pic>
          <p:nvPicPr>
            <p:cNvPr id="141" name="object 51"/>
            <p:cNvPicPr/>
            <p:nvPr/>
          </p:nvPicPr>
          <p:blipFill>
            <a:blip r:embed="rId25" cstate="print"/>
            <a:stretch>
              <a:fillRect/>
            </a:stretch>
          </p:blipFill>
          <p:spPr>
            <a:xfrm>
              <a:off x="1310385" y="2366517"/>
              <a:ext cx="233679" cy="226060"/>
            </a:xfrm>
            <a:prstGeom prst="rect">
              <a:avLst/>
            </a:prstGeom>
          </p:spPr>
        </p:pic>
        <p:pic>
          <p:nvPicPr>
            <p:cNvPr id="142" name="object 52"/>
            <p:cNvPicPr/>
            <p:nvPr/>
          </p:nvPicPr>
          <p:blipFill>
            <a:blip r:embed="rId26" cstate="print"/>
            <a:stretch>
              <a:fillRect/>
            </a:stretch>
          </p:blipFill>
          <p:spPr>
            <a:xfrm>
              <a:off x="1414271" y="2467355"/>
              <a:ext cx="27431" cy="25908"/>
            </a:xfrm>
            <a:prstGeom prst="rect">
              <a:avLst/>
            </a:prstGeom>
          </p:spPr>
        </p:pic>
        <p:pic>
          <p:nvPicPr>
            <p:cNvPr id="143" name="object 53"/>
            <p:cNvPicPr/>
            <p:nvPr/>
          </p:nvPicPr>
          <p:blipFill>
            <a:blip r:embed="rId25" cstate="print"/>
            <a:stretch>
              <a:fillRect/>
            </a:stretch>
          </p:blipFill>
          <p:spPr>
            <a:xfrm>
              <a:off x="2738373" y="2369565"/>
              <a:ext cx="233680" cy="226060"/>
            </a:xfrm>
            <a:prstGeom prst="rect">
              <a:avLst/>
            </a:prstGeom>
          </p:spPr>
        </p:pic>
        <p:pic>
          <p:nvPicPr>
            <p:cNvPr id="144" name="object 54"/>
            <p:cNvPicPr/>
            <p:nvPr/>
          </p:nvPicPr>
          <p:blipFill>
            <a:blip r:embed="rId26" cstate="print"/>
            <a:stretch>
              <a:fillRect/>
            </a:stretch>
          </p:blipFill>
          <p:spPr>
            <a:xfrm>
              <a:off x="2842259" y="2468879"/>
              <a:ext cx="27431" cy="25908"/>
            </a:xfrm>
            <a:prstGeom prst="rect">
              <a:avLst/>
            </a:prstGeom>
          </p:spPr>
        </p:pic>
        <p:pic>
          <p:nvPicPr>
            <p:cNvPr id="145" name="object 55"/>
            <p:cNvPicPr/>
            <p:nvPr/>
          </p:nvPicPr>
          <p:blipFill>
            <a:blip r:embed="rId25" cstate="print"/>
            <a:stretch>
              <a:fillRect/>
            </a:stretch>
          </p:blipFill>
          <p:spPr>
            <a:xfrm>
              <a:off x="4073398" y="2360421"/>
              <a:ext cx="233679" cy="226060"/>
            </a:xfrm>
            <a:prstGeom prst="rect">
              <a:avLst/>
            </a:prstGeom>
          </p:spPr>
        </p:pic>
        <p:pic>
          <p:nvPicPr>
            <p:cNvPr id="146" name="object 56"/>
            <p:cNvPicPr/>
            <p:nvPr/>
          </p:nvPicPr>
          <p:blipFill>
            <a:blip r:embed="rId26" cstate="print"/>
            <a:stretch>
              <a:fillRect/>
            </a:stretch>
          </p:blipFill>
          <p:spPr>
            <a:xfrm>
              <a:off x="4177284" y="2461259"/>
              <a:ext cx="27430" cy="25908"/>
            </a:xfrm>
            <a:prstGeom prst="rect">
              <a:avLst/>
            </a:prstGeom>
          </p:spPr>
        </p:pic>
        <p:sp>
          <p:nvSpPr>
            <p:cNvPr id="147" name="object 57"/>
            <p:cNvSpPr/>
            <p:nvPr/>
          </p:nvSpPr>
          <p:spPr>
            <a:xfrm>
              <a:off x="850391" y="2066543"/>
              <a:ext cx="346075" cy="340360"/>
            </a:xfrm>
            <a:custGeom>
              <a:avLst/>
              <a:gdLst/>
              <a:ahLst/>
              <a:cxnLst/>
              <a:rect l="l" t="t" r="r" b="b"/>
              <a:pathLst>
                <a:path w="346075" h="340360">
                  <a:moveTo>
                    <a:pt x="0" y="169925"/>
                  </a:moveTo>
                  <a:lnTo>
                    <a:pt x="6178" y="124751"/>
                  </a:lnTo>
                  <a:lnTo>
                    <a:pt x="23616" y="84158"/>
                  </a:lnTo>
                  <a:lnTo>
                    <a:pt x="50663" y="49768"/>
                  </a:lnTo>
                  <a:lnTo>
                    <a:pt x="85671" y="23198"/>
                  </a:lnTo>
                  <a:lnTo>
                    <a:pt x="126991" y="6069"/>
                  </a:lnTo>
                  <a:lnTo>
                    <a:pt x="172974" y="0"/>
                  </a:lnTo>
                  <a:lnTo>
                    <a:pt x="218956" y="6069"/>
                  </a:lnTo>
                  <a:lnTo>
                    <a:pt x="260276" y="23198"/>
                  </a:lnTo>
                  <a:lnTo>
                    <a:pt x="295284" y="49768"/>
                  </a:lnTo>
                  <a:lnTo>
                    <a:pt x="322331" y="84158"/>
                  </a:lnTo>
                  <a:lnTo>
                    <a:pt x="339769" y="124751"/>
                  </a:lnTo>
                  <a:lnTo>
                    <a:pt x="345948" y="169925"/>
                  </a:lnTo>
                  <a:lnTo>
                    <a:pt x="339769" y="215100"/>
                  </a:lnTo>
                  <a:lnTo>
                    <a:pt x="322331" y="255693"/>
                  </a:lnTo>
                  <a:lnTo>
                    <a:pt x="295284" y="290083"/>
                  </a:lnTo>
                  <a:lnTo>
                    <a:pt x="260276" y="316653"/>
                  </a:lnTo>
                  <a:lnTo>
                    <a:pt x="218956" y="333782"/>
                  </a:lnTo>
                  <a:lnTo>
                    <a:pt x="172974" y="339851"/>
                  </a:lnTo>
                  <a:lnTo>
                    <a:pt x="126991" y="333782"/>
                  </a:lnTo>
                  <a:lnTo>
                    <a:pt x="85671" y="316653"/>
                  </a:lnTo>
                  <a:lnTo>
                    <a:pt x="50663" y="290083"/>
                  </a:lnTo>
                  <a:lnTo>
                    <a:pt x="23616" y="255693"/>
                  </a:lnTo>
                  <a:lnTo>
                    <a:pt x="6178" y="215100"/>
                  </a:lnTo>
                  <a:lnTo>
                    <a:pt x="0" y="169925"/>
                  </a:lnTo>
                  <a:close/>
                </a:path>
              </a:pathLst>
            </a:custGeom>
            <a:ln w="12700">
              <a:solidFill>
                <a:srgbClr val="000000"/>
              </a:solidFill>
            </a:ln>
          </p:spPr>
          <p:txBody>
            <a:bodyPr wrap="square" lIns="0" tIns="0" rIns="0" bIns="0" rtlCol="0"/>
            <a:lstStyle/>
            <a:p/>
          </p:txBody>
        </p:sp>
        <p:pic>
          <p:nvPicPr>
            <p:cNvPr id="148" name="object 58"/>
            <p:cNvPicPr/>
            <p:nvPr/>
          </p:nvPicPr>
          <p:blipFill>
            <a:blip r:embed="rId27" cstate="print"/>
            <a:stretch>
              <a:fillRect/>
            </a:stretch>
          </p:blipFill>
          <p:spPr>
            <a:xfrm>
              <a:off x="943400" y="2148839"/>
              <a:ext cx="152355" cy="172212"/>
            </a:xfrm>
            <a:prstGeom prst="rect">
              <a:avLst/>
            </a:prstGeom>
          </p:spPr>
        </p:pic>
        <p:pic>
          <p:nvPicPr>
            <p:cNvPr id="149" name="object 59"/>
            <p:cNvPicPr/>
            <p:nvPr/>
          </p:nvPicPr>
          <p:blipFill>
            <a:blip r:embed="rId28" cstate="print"/>
            <a:stretch>
              <a:fillRect/>
            </a:stretch>
          </p:blipFill>
          <p:spPr>
            <a:xfrm>
              <a:off x="1149857" y="2367533"/>
              <a:ext cx="170814" cy="78486"/>
            </a:xfrm>
            <a:prstGeom prst="rect">
              <a:avLst/>
            </a:prstGeom>
          </p:spPr>
        </p:pic>
        <p:sp>
          <p:nvSpPr>
            <p:cNvPr id="150" name="object 60"/>
            <p:cNvSpPr/>
            <p:nvPr/>
          </p:nvSpPr>
          <p:spPr>
            <a:xfrm>
              <a:off x="1194054" y="2109723"/>
              <a:ext cx="2864485" cy="343535"/>
            </a:xfrm>
            <a:custGeom>
              <a:avLst/>
              <a:gdLst/>
              <a:ahLst/>
              <a:cxnLst/>
              <a:rect l="l" t="t" r="r" b="b"/>
              <a:pathLst>
                <a:path w="2864485" h="343535">
                  <a:moveTo>
                    <a:pt x="1527556" y="324358"/>
                  </a:moveTo>
                  <a:lnTo>
                    <a:pt x="104254" y="152412"/>
                  </a:lnTo>
                  <a:lnTo>
                    <a:pt x="104432" y="150876"/>
                  </a:lnTo>
                  <a:lnTo>
                    <a:pt x="107696" y="123952"/>
                  </a:lnTo>
                  <a:lnTo>
                    <a:pt x="27432" y="152654"/>
                  </a:lnTo>
                  <a:lnTo>
                    <a:pt x="98552" y="199644"/>
                  </a:lnTo>
                  <a:lnTo>
                    <a:pt x="101981" y="171208"/>
                  </a:lnTo>
                  <a:lnTo>
                    <a:pt x="1525270" y="343281"/>
                  </a:lnTo>
                  <a:lnTo>
                    <a:pt x="1527556" y="324358"/>
                  </a:lnTo>
                  <a:close/>
                </a:path>
                <a:path w="2864485" h="343535">
                  <a:moveTo>
                    <a:pt x="2863977" y="291084"/>
                  </a:moveTo>
                  <a:lnTo>
                    <a:pt x="76720" y="28371"/>
                  </a:lnTo>
                  <a:lnTo>
                    <a:pt x="76822" y="27178"/>
                  </a:lnTo>
                  <a:lnTo>
                    <a:pt x="79375" y="0"/>
                  </a:lnTo>
                  <a:lnTo>
                    <a:pt x="0" y="30734"/>
                  </a:lnTo>
                  <a:lnTo>
                    <a:pt x="72288" y="75819"/>
                  </a:lnTo>
                  <a:lnTo>
                    <a:pt x="74942" y="47421"/>
                  </a:lnTo>
                  <a:lnTo>
                    <a:pt x="2862199" y="310007"/>
                  </a:lnTo>
                  <a:lnTo>
                    <a:pt x="2863977" y="291084"/>
                  </a:lnTo>
                  <a:close/>
                </a:path>
              </a:pathLst>
            </a:custGeom>
            <a:solidFill>
              <a:srgbClr val="000000"/>
            </a:solidFill>
          </p:spPr>
          <p:txBody>
            <a:bodyPr wrap="square" lIns="0" tIns="0" rIns="0" bIns="0" rtlCol="0"/>
            <a:lstStyle/>
            <a:p/>
          </p:txBody>
        </p:sp>
      </p:grpSp>
      <p:pic>
        <p:nvPicPr>
          <p:cNvPr id="153" name="object 64"/>
          <p:cNvPicPr/>
          <p:nvPr/>
        </p:nvPicPr>
        <p:blipFill>
          <a:blip r:embed="rId29" cstate="print"/>
          <a:stretch>
            <a:fillRect/>
          </a:stretch>
        </p:blipFill>
        <p:spPr>
          <a:xfrm>
            <a:off x="1024127" y="5917531"/>
            <a:ext cx="222503" cy="149351"/>
          </a:xfrm>
          <a:prstGeom prst="rect">
            <a:avLst/>
          </a:prstGeom>
        </p:spPr>
      </p:pic>
      <p:pic>
        <p:nvPicPr>
          <p:cNvPr id="154" name="object 65"/>
          <p:cNvPicPr/>
          <p:nvPr/>
        </p:nvPicPr>
        <p:blipFill>
          <a:blip r:embed="rId30" cstate="print"/>
          <a:stretch>
            <a:fillRect/>
          </a:stretch>
        </p:blipFill>
        <p:spPr>
          <a:xfrm>
            <a:off x="2414016" y="5917531"/>
            <a:ext cx="227075" cy="149351"/>
          </a:xfrm>
          <a:prstGeom prst="rect">
            <a:avLst/>
          </a:prstGeom>
        </p:spPr>
      </p:pic>
      <p:pic>
        <p:nvPicPr>
          <p:cNvPr id="155" name="object 66"/>
          <p:cNvPicPr/>
          <p:nvPr/>
        </p:nvPicPr>
        <p:blipFill>
          <a:blip r:embed="rId31" cstate="print"/>
          <a:stretch>
            <a:fillRect/>
          </a:stretch>
        </p:blipFill>
        <p:spPr>
          <a:xfrm>
            <a:off x="3768852" y="5917531"/>
            <a:ext cx="230124" cy="152400"/>
          </a:xfrm>
          <a:prstGeom prst="rect">
            <a:avLst/>
          </a:prstGeom>
        </p:spPr>
      </p:pic>
      <p:grpSp>
        <p:nvGrpSpPr>
          <p:cNvPr id="156" name="object 67"/>
          <p:cNvGrpSpPr/>
          <p:nvPr/>
        </p:nvGrpSpPr>
        <p:grpSpPr>
          <a:xfrm>
            <a:off x="897508" y="4669248"/>
            <a:ext cx="427355" cy="821690"/>
            <a:chOff x="897508" y="5210428"/>
            <a:chExt cx="427355" cy="821690"/>
          </a:xfrm>
        </p:grpSpPr>
        <p:pic>
          <p:nvPicPr>
            <p:cNvPr id="157" name="object 68"/>
            <p:cNvPicPr/>
            <p:nvPr/>
          </p:nvPicPr>
          <p:blipFill>
            <a:blip r:embed="rId32" cstate="print"/>
            <a:stretch>
              <a:fillRect/>
            </a:stretch>
          </p:blipFill>
          <p:spPr>
            <a:xfrm>
              <a:off x="900683" y="5213603"/>
              <a:ext cx="420623" cy="815340"/>
            </a:xfrm>
            <a:prstGeom prst="rect">
              <a:avLst/>
            </a:prstGeom>
          </p:spPr>
        </p:pic>
        <p:sp>
          <p:nvSpPr>
            <p:cNvPr id="158" name="object 69"/>
            <p:cNvSpPr/>
            <p:nvPr/>
          </p:nvSpPr>
          <p:spPr>
            <a:xfrm>
              <a:off x="900683" y="5213603"/>
              <a:ext cx="421005" cy="815340"/>
            </a:xfrm>
            <a:custGeom>
              <a:avLst/>
              <a:gdLst/>
              <a:ahLst/>
              <a:cxnLst/>
              <a:rect l="l" t="t" r="r" b="b"/>
              <a:pathLst>
                <a:path w="421005" h="815339">
                  <a:moveTo>
                    <a:pt x="0" y="815340"/>
                  </a:moveTo>
                  <a:lnTo>
                    <a:pt x="420623" y="815340"/>
                  </a:lnTo>
                  <a:lnTo>
                    <a:pt x="420623" y="0"/>
                  </a:lnTo>
                  <a:lnTo>
                    <a:pt x="0" y="0"/>
                  </a:lnTo>
                  <a:lnTo>
                    <a:pt x="0" y="815340"/>
                  </a:lnTo>
                  <a:close/>
                </a:path>
              </a:pathLst>
            </a:custGeom>
            <a:ln w="6350">
              <a:solidFill>
                <a:srgbClr val="6FAC46"/>
              </a:solidFill>
            </a:ln>
          </p:spPr>
          <p:txBody>
            <a:bodyPr wrap="square" lIns="0" tIns="0" rIns="0" bIns="0" rtlCol="0"/>
            <a:lstStyle/>
            <a:p/>
          </p:txBody>
        </p:sp>
        <p:pic>
          <p:nvPicPr>
            <p:cNvPr id="159" name="object 70"/>
            <p:cNvPicPr/>
            <p:nvPr/>
          </p:nvPicPr>
          <p:blipFill>
            <a:blip r:embed="rId33" cstate="print"/>
            <a:stretch>
              <a:fillRect/>
            </a:stretch>
          </p:blipFill>
          <p:spPr>
            <a:xfrm>
              <a:off x="1016507" y="5507735"/>
              <a:ext cx="216408" cy="213359"/>
            </a:xfrm>
            <a:prstGeom prst="rect">
              <a:avLst/>
            </a:prstGeom>
          </p:spPr>
        </p:pic>
      </p:grpSp>
      <p:pic>
        <p:nvPicPr>
          <p:cNvPr id="160" name="object 71"/>
          <p:cNvPicPr/>
          <p:nvPr/>
        </p:nvPicPr>
        <p:blipFill>
          <a:blip r:embed="rId34" cstate="print"/>
          <a:stretch>
            <a:fillRect/>
          </a:stretch>
        </p:blipFill>
        <p:spPr>
          <a:xfrm>
            <a:off x="1082802" y="5578441"/>
            <a:ext cx="76200" cy="233045"/>
          </a:xfrm>
          <a:prstGeom prst="rect">
            <a:avLst/>
          </a:prstGeom>
        </p:spPr>
      </p:pic>
      <p:pic>
        <p:nvPicPr>
          <p:cNvPr id="161" name="object 72"/>
          <p:cNvPicPr/>
          <p:nvPr/>
        </p:nvPicPr>
        <p:blipFill>
          <a:blip r:embed="rId34" cstate="print"/>
          <a:stretch>
            <a:fillRect/>
          </a:stretch>
        </p:blipFill>
        <p:spPr>
          <a:xfrm>
            <a:off x="2472689" y="5578441"/>
            <a:ext cx="76200" cy="233045"/>
          </a:xfrm>
          <a:prstGeom prst="rect">
            <a:avLst/>
          </a:prstGeom>
        </p:spPr>
      </p:pic>
      <p:grpSp>
        <p:nvGrpSpPr>
          <p:cNvPr id="162" name="object 73"/>
          <p:cNvGrpSpPr/>
          <p:nvPr/>
        </p:nvGrpSpPr>
        <p:grpSpPr>
          <a:xfrm>
            <a:off x="2296541" y="4669248"/>
            <a:ext cx="425450" cy="821690"/>
            <a:chOff x="2296541" y="5210428"/>
            <a:chExt cx="425450" cy="821690"/>
          </a:xfrm>
        </p:grpSpPr>
        <p:pic>
          <p:nvPicPr>
            <p:cNvPr id="163" name="object 74"/>
            <p:cNvPicPr/>
            <p:nvPr/>
          </p:nvPicPr>
          <p:blipFill>
            <a:blip r:embed="rId32" cstate="print"/>
            <a:stretch>
              <a:fillRect/>
            </a:stretch>
          </p:blipFill>
          <p:spPr>
            <a:xfrm>
              <a:off x="2299716" y="5213603"/>
              <a:ext cx="419100" cy="815340"/>
            </a:xfrm>
            <a:prstGeom prst="rect">
              <a:avLst/>
            </a:prstGeom>
          </p:spPr>
        </p:pic>
        <p:sp>
          <p:nvSpPr>
            <p:cNvPr id="164" name="object 75"/>
            <p:cNvSpPr/>
            <p:nvPr/>
          </p:nvSpPr>
          <p:spPr>
            <a:xfrm>
              <a:off x="2299716" y="5213603"/>
              <a:ext cx="419100" cy="815340"/>
            </a:xfrm>
            <a:custGeom>
              <a:avLst/>
              <a:gdLst/>
              <a:ahLst/>
              <a:cxnLst/>
              <a:rect l="l" t="t" r="r" b="b"/>
              <a:pathLst>
                <a:path w="419100" h="815339">
                  <a:moveTo>
                    <a:pt x="0" y="815340"/>
                  </a:moveTo>
                  <a:lnTo>
                    <a:pt x="419100" y="815340"/>
                  </a:lnTo>
                  <a:lnTo>
                    <a:pt x="419100" y="0"/>
                  </a:lnTo>
                  <a:lnTo>
                    <a:pt x="0" y="0"/>
                  </a:lnTo>
                  <a:lnTo>
                    <a:pt x="0" y="815340"/>
                  </a:lnTo>
                  <a:close/>
                </a:path>
              </a:pathLst>
            </a:custGeom>
            <a:ln w="6350">
              <a:solidFill>
                <a:srgbClr val="6FAC46"/>
              </a:solidFill>
            </a:ln>
          </p:spPr>
          <p:txBody>
            <a:bodyPr wrap="square" lIns="0" tIns="0" rIns="0" bIns="0" rtlCol="0"/>
            <a:lstStyle/>
            <a:p/>
          </p:txBody>
        </p:sp>
        <p:pic>
          <p:nvPicPr>
            <p:cNvPr id="165" name="object 76"/>
            <p:cNvPicPr/>
            <p:nvPr/>
          </p:nvPicPr>
          <p:blipFill>
            <a:blip r:embed="rId35" cstate="print"/>
            <a:stretch>
              <a:fillRect/>
            </a:stretch>
          </p:blipFill>
          <p:spPr>
            <a:xfrm>
              <a:off x="2406396" y="5507735"/>
              <a:ext cx="220980" cy="213359"/>
            </a:xfrm>
            <a:prstGeom prst="rect">
              <a:avLst/>
            </a:prstGeom>
          </p:spPr>
        </p:pic>
      </p:grpSp>
      <p:pic>
        <p:nvPicPr>
          <p:cNvPr id="166" name="object 77"/>
          <p:cNvPicPr/>
          <p:nvPr/>
        </p:nvPicPr>
        <p:blipFill>
          <a:blip r:embed="rId34" cstate="print"/>
          <a:stretch>
            <a:fillRect/>
          </a:stretch>
        </p:blipFill>
        <p:spPr>
          <a:xfrm>
            <a:off x="3815334" y="5575393"/>
            <a:ext cx="76200" cy="233045"/>
          </a:xfrm>
          <a:prstGeom prst="rect">
            <a:avLst/>
          </a:prstGeom>
        </p:spPr>
      </p:pic>
      <p:grpSp>
        <p:nvGrpSpPr>
          <p:cNvPr id="167" name="object 78"/>
          <p:cNvGrpSpPr/>
          <p:nvPr/>
        </p:nvGrpSpPr>
        <p:grpSpPr>
          <a:xfrm>
            <a:off x="3636136" y="4663153"/>
            <a:ext cx="425450" cy="820419"/>
            <a:chOff x="3636136" y="5204333"/>
            <a:chExt cx="425450" cy="820419"/>
          </a:xfrm>
        </p:grpSpPr>
        <p:pic>
          <p:nvPicPr>
            <p:cNvPr id="168" name="object 79"/>
            <p:cNvPicPr/>
            <p:nvPr/>
          </p:nvPicPr>
          <p:blipFill>
            <a:blip r:embed="rId36" cstate="print"/>
            <a:stretch>
              <a:fillRect/>
            </a:stretch>
          </p:blipFill>
          <p:spPr>
            <a:xfrm>
              <a:off x="3639311" y="5207508"/>
              <a:ext cx="419100" cy="813815"/>
            </a:xfrm>
            <a:prstGeom prst="rect">
              <a:avLst/>
            </a:prstGeom>
          </p:spPr>
        </p:pic>
        <p:sp>
          <p:nvSpPr>
            <p:cNvPr id="169" name="object 80"/>
            <p:cNvSpPr/>
            <p:nvPr/>
          </p:nvSpPr>
          <p:spPr>
            <a:xfrm>
              <a:off x="3639311" y="5207508"/>
              <a:ext cx="419100" cy="814069"/>
            </a:xfrm>
            <a:custGeom>
              <a:avLst/>
              <a:gdLst/>
              <a:ahLst/>
              <a:cxnLst/>
              <a:rect l="l" t="t" r="r" b="b"/>
              <a:pathLst>
                <a:path w="419100" h="814070">
                  <a:moveTo>
                    <a:pt x="0" y="813815"/>
                  </a:moveTo>
                  <a:lnTo>
                    <a:pt x="419100" y="813815"/>
                  </a:lnTo>
                  <a:lnTo>
                    <a:pt x="419100" y="0"/>
                  </a:lnTo>
                  <a:lnTo>
                    <a:pt x="0" y="0"/>
                  </a:lnTo>
                  <a:lnTo>
                    <a:pt x="0" y="813815"/>
                  </a:lnTo>
                  <a:close/>
                </a:path>
              </a:pathLst>
            </a:custGeom>
            <a:ln w="6350">
              <a:solidFill>
                <a:srgbClr val="6FAC46"/>
              </a:solidFill>
            </a:ln>
          </p:spPr>
          <p:txBody>
            <a:bodyPr wrap="square" lIns="0" tIns="0" rIns="0" bIns="0" rtlCol="0"/>
            <a:lstStyle/>
            <a:p/>
          </p:txBody>
        </p:sp>
        <p:pic>
          <p:nvPicPr>
            <p:cNvPr id="170" name="object 81"/>
            <p:cNvPicPr/>
            <p:nvPr/>
          </p:nvPicPr>
          <p:blipFill>
            <a:blip r:embed="rId37" cstate="print"/>
            <a:stretch>
              <a:fillRect/>
            </a:stretch>
          </p:blipFill>
          <p:spPr>
            <a:xfrm>
              <a:off x="3749039" y="5506212"/>
              <a:ext cx="222503" cy="216407"/>
            </a:xfrm>
            <a:prstGeom prst="rect">
              <a:avLst/>
            </a:prstGeom>
          </p:spPr>
        </p:pic>
      </p:grpSp>
      <p:pic>
        <p:nvPicPr>
          <p:cNvPr id="171" name="object 89"/>
          <p:cNvPicPr/>
          <p:nvPr/>
        </p:nvPicPr>
        <p:blipFill>
          <a:blip r:embed="rId38" cstate="print"/>
          <a:stretch>
            <a:fillRect/>
          </a:stretch>
        </p:blipFill>
        <p:spPr>
          <a:xfrm>
            <a:off x="2196973" y="4400390"/>
            <a:ext cx="111378" cy="215137"/>
          </a:xfrm>
          <a:prstGeom prst="rect">
            <a:avLst/>
          </a:prstGeom>
        </p:spPr>
      </p:pic>
      <p:pic>
        <p:nvPicPr>
          <p:cNvPr id="172" name="object 94"/>
          <p:cNvPicPr/>
          <p:nvPr/>
        </p:nvPicPr>
        <p:blipFill>
          <a:blip r:embed="rId39" cstate="print"/>
          <a:stretch>
            <a:fillRect/>
          </a:stretch>
        </p:blipFill>
        <p:spPr>
          <a:xfrm>
            <a:off x="3536569" y="4386673"/>
            <a:ext cx="111378" cy="215137"/>
          </a:xfrm>
          <a:prstGeom prst="rect">
            <a:avLst/>
          </a:prstGeom>
        </p:spPr>
      </p:pic>
      <p:pic>
        <p:nvPicPr>
          <p:cNvPr id="173" name="object 95"/>
          <p:cNvPicPr/>
          <p:nvPr/>
        </p:nvPicPr>
        <p:blipFill>
          <a:blip r:embed="rId40" cstate="print"/>
          <a:stretch>
            <a:fillRect/>
          </a:stretch>
        </p:blipFill>
        <p:spPr>
          <a:xfrm>
            <a:off x="2469388" y="4389722"/>
            <a:ext cx="76200" cy="213614"/>
          </a:xfrm>
          <a:prstGeom prst="rect">
            <a:avLst/>
          </a:prstGeom>
        </p:spPr>
      </p:pic>
      <p:pic>
        <p:nvPicPr>
          <p:cNvPr id="174" name="object 96"/>
          <p:cNvPicPr/>
          <p:nvPr/>
        </p:nvPicPr>
        <p:blipFill>
          <a:blip r:embed="rId40" cstate="print"/>
          <a:stretch>
            <a:fillRect/>
          </a:stretch>
        </p:blipFill>
        <p:spPr>
          <a:xfrm>
            <a:off x="3805935" y="4392770"/>
            <a:ext cx="76200" cy="213613"/>
          </a:xfrm>
          <a:prstGeom prst="rect">
            <a:avLst/>
          </a:prstGeom>
        </p:spPr>
      </p:pic>
      <p:pic>
        <p:nvPicPr>
          <p:cNvPr id="175" name="object 97"/>
          <p:cNvPicPr/>
          <p:nvPr/>
        </p:nvPicPr>
        <p:blipFill>
          <a:blip r:embed="rId8" cstate="print"/>
          <a:stretch>
            <a:fillRect/>
          </a:stretch>
        </p:blipFill>
        <p:spPr>
          <a:xfrm>
            <a:off x="2714625" y="4383625"/>
            <a:ext cx="141986" cy="214375"/>
          </a:xfrm>
          <a:prstGeom prst="rect">
            <a:avLst/>
          </a:prstGeom>
        </p:spPr>
      </p:pic>
      <p:pic>
        <p:nvPicPr>
          <p:cNvPr id="176" name="object 98"/>
          <p:cNvPicPr/>
          <p:nvPr/>
        </p:nvPicPr>
        <p:blipFill>
          <a:blip r:embed="rId8" cstate="print"/>
          <a:stretch>
            <a:fillRect/>
          </a:stretch>
        </p:blipFill>
        <p:spPr>
          <a:xfrm>
            <a:off x="4049648" y="4385149"/>
            <a:ext cx="141986" cy="214375"/>
          </a:xfrm>
          <a:prstGeom prst="rect">
            <a:avLst/>
          </a:prstGeom>
        </p:spPr>
      </p:pic>
      <p:pic>
        <p:nvPicPr>
          <p:cNvPr id="177" name="object 102"/>
          <p:cNvPicPr/>
          <p:nvPr/>
        </p:nvPicPr>
        <p:blipFill>
          <a:blip r:embed="rId41" cstate="print"/>
          <a:stretch>
            <a:fillRect/>
          </a:stretch>
        </p:blipFill>
        <p:spPr>
          <a:xfrm>
            <a:off x="492271" y="3073748"/>
            <a:ext cx="348976" cy="182880"/>
          </a:xfrm>
          <a:prstGeom prst="rect">
            <a:avLst/>
          </a:prstGeom>
        </p:spPr>
      </p:pic>
      <p:pic>
        <p:nvPicPr>
          <p:cNvPr id="178" name="object 103"/>
          <p:cNvPicPr/>
          <p:nvPr/>
        </p:nvPicPr>
        <p:blipFill>
          <a:blip r:embed="rId42" cstate="print"/>
          <a:stretch>
            <a:fillRect/>
          </a:stretch>
        </p:blipFill>
        <p:spPr>
          <a:xfrm>
            <a:off x="1905019" y="3076796"/>
            <a:ext cx="353548" cy="182880"/>
          </a:xfrm>
          <a:prstGeom prst="rect">
            <a:avLst/>
          </a:prstGeom>
        </p:spPr>
      </p:pic>
      <p:pic>
        <p:nvPicPr>
          <p:cNvPr id="179" name="object 104"/>
          <p:cNvPicPr/>
          <p:nvPr/>
        </p:nvPicPr>
        <p:blipFill>
          <a:blip r:embed="rId43" cstate="print"/>
          <a:stretch>
            <a:fillRect/>
          </a:stretch>
        </p:blipFill>
        <p:spPr>
          <a:xfrm>
            <a:off x="3247683" y="3079843"/>
            <a:ext cx="355052" cy="182880"/>
          </a:xfrm>
          <a:prstGeom prst="rect">
            <a:avLst/>
          </a:prstGeom>
        </p:spPr>
      </p:pic>
      <p:pic>
        <p:nvPicPr>
          <p:cNvPr id="187" name="object 82"/>
          <p:cNvPicPr/>
          <p:nvPr/>
        </p:nvPicPr>
        <p:blipFill>
          <a:blip r:embed="rId44" cstate="print"/>
          <a:stretch>
            <a:fillRect/>
          </a:stretch>
        </p:blipFill>
        <p:spPr>
          <a:xfrm>
            <a:off x="5234648" y="4170904"/>
            <a:ext cx="3225418" cy="182880"/>
          </a:xfrm>
          <a:prstGeom prst="rect">
            <a:avLst/>
          </a:prstGeom>
        </p:spPr>
      </p:pic>
      <p:pic>
        <p:nvPicPr>
          <p:cNvPr id="188" name="object 83"/>
          <p:cNvPicPr/>
          <p:nvPr/>
        </p:nvPicPr>
        <p:blipFill>
          <a:blip r:embed="rId45" cstate="print"/>
          <a:stretch>
            <a:fillRect/>
          </a:stretch>
        </p:blipFill>
        <p:spPr>
          <a:xfrm>
            <a:off x="5232236" y="4513804"/>
            <a:ext cx="2607564" cy="227075"/>
          </a:xfrm>
          <a:prstGeom prst="rect">
            <a:avLst/>
          </a:prstGeom>
        </p:spPr>
      </p:pic>
      <p:grpSp>
        <p:nvGrpSpPr>
          <p:cNvPr id="189" name="object 84"/>
          <p:cNvGrpSpPr/>
          <p:nvPr/>
        </p:nvGrpSpPr>
        <p:grpSpPr>
          <a:xfrm>
            <a:off x="5416640" y="4899377"/>
            <a:ext cx="1811020" cy="434340"/>
            <a:chOff x="5323332" y="5141976"/>
            <a:chExt cx="1811020" cy="434340"/>
          </a:xfrm>
        </p:grpSpPr>
        <p:pic>
          <p:nvPicPr>
            <p:cNvPr id="190" name="object 85"/>
            <p:cNvPicPr/>
            <p:nvPr/>
          </p:nvPicPr>
          <p:blipFill>
            <a:blip r:embed="rId46" cstate="print"/>
            <a:stretch>
              <a:fillRect/>
            </a:stretch>
          </p:blipFill>
          <p:spPr>
            <a:xfrm>
              <a:off x="5323332" y="5141976"/>
              <a:ext cx="1810512" cy="252984"/>
            </a:xfrm>
            <a:prstGeom prst="rect">
              <a:avLst/>
            </a:prstGeom>
          </p:spPr>
        </p:pic>
        <p:pic>
          <p:nvPicPr>
            <p:cNvPr id="191" name="object 86"/>
            <p:cNvPicPr/>
            <p:nvPr/>
          </p:nvPicPr>
          <p:blipFill>
            <a:blip r:embed="rId47" cstate="print"/>
            <a:stretch>
              <a:fillRect/>
            </a:stretch>
          </p:blipFill>
          <p:spPr>
            <a:xfrm>
              <a:off x="6319266" y="5385054"/>
              <a:ext cx="196723" cy="191008"/>
            </a:xfrm>
            <a:prstGeom prst="rect">
              <a:avLst/>
            </a:prstGeom>
          </p:spPr>
        </p:pic>
      </p:grpSp>
      <p:pic>
        <p:nvPicPr>
          <p:cNvPr id="192" name="object 87"/>
          <p:cNvPicPr/>
          <p:nvPr/>
        </p:nvPicPr>
        <p:blipFill>
          <a:blip r:embed="rId48" cstate="print"/>
          <a:stretch>
            <a:fillRect/>
          </a:stretch>
        </p:blipFill>
        <p:spPr>
          <a:xfrm>
            <a:off x="5234394" y="5668997"/>
            <a:ext cx="3615816" cy="252984"/>
          </a:xfrm>
          <a:prstGeom prst="rect">
            <a:avLst/>
          </a:prstGeom>
        </p:spPr>
      </p:pic>
      <p:sp>
        <p:nvSpPr>
          <p:cNvPr id="193" name="object 88"/>
          <p:cNvSpPr txBox="1"/>
          <p:nvPr/>
        </p:nvSpPr>
        <p:spPr>
          <a:xfrm>
            <a:off x="6637110" y="5231710"/>
            <a:ext cx="2296795"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Calibri" panose="020F0502020204030204"/>
                <a:cs typeface="Calibri" panose="020F0502020204030204"/>
              </a:rPr>
              <a:t>shared</a:t>
            </a:r>
            <a:r>
              <a:rPr sz="1400" spc="-40" dirty="0">
                <a:latin typeface="Calibri" panose="020F0502020204030204"/>
                <a:cs typeface="Calibri" panose="020F0502020204030204"/>
              </a:rPr>
              <a:t> </a:t>
            </a:r>
            <a:r>
              <a:rPr sz="1400" spc="-10" dirty="0">
                <a:latin typeface="Calibri" panose="020F0502020204030204"/>
                <a:cs typeface="Calibri" panose="020F0502020204030204"/>
              </a:rPr>
              <a:t>weights</a:t>
            </a:r>
            <a:r>
              <a:rPr sz="1400" spc="-25" dirty="0">
                <a:latin typeface="Calibri" panose="020F0502020204030204"/>
                <a:cs typeface="Calibri" panose="020F0502020204030204"/>
              </a:rPr>
              <a:t> </a:t>
            </a:r>
            <a:r>
              <a:rPr sz="1400" dirty="0">
                <a:latin typeface="Calibri" panose="020F0502020204030204"/>
                <a:cs typeface="Calibri" panose="020F0502020204030204"/>
              </a:rPr>
              <a:t>at</a:t>
            </a:r>
            <a:r>
              <a:rPr sz="1400" spc="-30" dirty="0">
                <a:latin typeface="Calibri" panose="020F0502020204030204"/>
                <a:cs typeface="Calibri" panose="020F0502020204030204"/>
              </a:rPr>
              <a:t> </a:t>
            </a:r>
            <a:r>
              <a:rPr sz="1400" dirty="0">
                <a:latin typeface="Calibri" panose="020F0502020204030204"/>
                <a:cs typeface="Calibri" panose="020F0502020204030204"/>
              </a:rPr>
              <a:t>all</a:t>
            </a:r>
            <a:r>
              <a:rPr sz="1400" spc="-30" dirty="0">
                <a:latin typeface="Calibri" panose="020F0502020204030204"/>
                <a:cs typeface="Calibri" panose="020F0502020204030204"/>
              </a:rPr>
              <a:t> </a:t>
            </a:r>
            <a:r>
              <a:rPr sz="1400" dirty="0">
                <a:latin typeface="Calibri" panose="020F0502020204030204"/>
                <a:cs typeface="Calibri" panose="020F0502020204030204"/>
              </a:rPr>
              <a:t>time</a:t>
            </a:r>
            <a:r>
              <a:rPr sz="1400" spc="-30" dirty="0">
                <a:latin typeface="Calibri" panose="020F0502020204030204"/>
                <a:cs typeface="Calibri" panose="020F0502020204030204"/>
              </a:rPr>
              <a:t> </a:t>
            </a:r>
            <a:r>
              <a:rPr sz="1400" spc="-20" dirty="0">
                <a:latin typeface="Calibri" panose="020F0502020204030204"/>
                <a:cs typeface="Calibri" panose="020F0502020204030204"/>
              </a:rPr>
              <a:t>steps</a:t>
            </a:r>
            <a:endParaRPr sz="1400">
              <a:latin typeface="Calibri" panose="020F0502020204030204"/>
              <a:cs typeface="Calibri" panose="020F0502020204030204"/>
            </a:endParaRPr>
          </a:p>
        </p:txBody>
      </p:sp>
      <p:pic>
        <p:nvPicPr>
          <p:cNvPr id="194" name="object 99"/>
          <p:cNvPicPr/>
          <p:nvPr/>
        </p:nvPicPr>
        <p:blipFill>
          <a:blip r:embed="rId49" cstate="print"/>
          <a:stretch>
            <a:fillRect/>
          </a:stretch>
        </p:blipFill>
        <p:spPr>
          <a:xfrm>
            <a:off x="5231084" y="3183635"/>
            <a:ext cx="986027" cy="231648"/>
          </a:xfrm>
          <a:prstGeom prst="rect">
            <a:avLst/>
          </a:prstGeom>
        </p:spPr>
      </p:pic>
      <p:pic>
        <p:nvPicPr>
          <p:cNvPr id="195" name="object 100"/>
          <p:cNvPicPr/>
          <p:nvPr/>
        </p:nvPicPr>
        <p:blipFill>
          <a:blip r:embed="rId50" cstate="print"/>
          <a:stretch>
            <a:fillRect/>
          </a:stretch>
        </p:blipFill>
        <p:spPr>
          <a:xfrm>
            <a:off x="6457904" y="3200400"/>
            <a:ext cx="4692396" cy="214884"/>
          </a:xfrm>
          <a:prstGeom prst="rect">
            <a:avLst/>
          </a:prstGeom>
        </p:spPr>
      </p:pic>
      <p:pic>
        <p:nvPicPr>
          <p:cNvPr id="196" name="object 90"/>
          <p:cNvPicPr/>
          <p:nvPr/>
        </p:nvPicPr>
        <p:blipFill>
          <a:blip r:embed="rId51" cstate="print"/>
          <a:stretch>
            <a:fillRect/>
          </a:stretch>
        </p:blipFill>
        <p:spPr>
          <a:xfrm>
            <a:off x="5231084" y="3498113"/>
            <a:ext cx="2749296" cy="230124"/>
          </a:xfrm>
          <a:prstGeom prst="rect">
            <a:avLst/>
          </a:prstGeom>
        </p:spPr>
      </p:pic>
      <p:pic>
        <p:nvPicPr>
          <p:cNvPr id="197" name="object 92"/>
          <p:cNvPicPr/>
          <p:nvPr/>
        </p:nvPicPr>
        <p:blipFill>
          <a:blip r:embed="rId52" cstate="print"/>
          <a:stretch>
            <a:fillRect/>
          </a:stretch>
        </p:blipFill>
        <p:spPr>
          <a:xfrm>
            <a:off x="8413196" y="3476778"/>
            <a:ext cx="1520952" cy="207264"/>
          </a:xfrm>
          <a:prstGeom prst="rect">
            <a:avLst/>
          </a:prstGeom>
        </p:spPr>
      </p:pic>
      <p:pic>
        <p:nvPicPr>
          <p:cNvPr id="198" name="object 91"/>
          <p:cNvPicPr/>
          <p:nvPr/>
        </p:nvPicPr>
        <p:blipFill>
          <a:blip r:embed="rId53" cstate="print"/>
          <a:stretch>
            <a:fillRect/>
          </a:stretch>
        </p:blipFill>
        <p:spPr>
          <a:xfrm>
            <a:off x="5231083" y="3801422"/>
            <a:ext cx="966215" cy="230124"/>
          </a:xfrm>
          <a:prstGeom prst="rect">
            <a:avLst/>
          </a:prstGeom>
        </p:spPr>
      </p:pic>
      <p:pic>
        <p:nvPicPr>
          <p:cNvPr id="199" name="object 93"/>
          <p:cNvPicPr/>
          <p:nvPr/>
        </p:nvPicPr>
        <p:blipFill>
          <a:blip r:embed="rId54" cstate="print"/>
          <a:stretch>
            <a:fillRect/>
          </a:stretch>
        </p:blipFill>
        <p:spPr>
          <a:xfrm>
            <a:off x="8413195" y="3792278"/>
            <a:ext cx="1490472" cy="225551"/>
          </a:xfrm>
          <a:prstGeom prst="rect">
            <a:avLst/>
          </a:prstGeom>
        </p:spPr>
      </p:pic>
      <p:pic>
        <p:nvPicPr>
          <p:cNvPr id="200" name="object 106"/>
          <p:cNvPicPr/>
          <p:nvPr/>
        </p:nvPicPr>
        <p:blipFill>
          <a:blip r:embed="rId55" cstate="print"/>
          <a:stretch>
            <a:fillRect/>
          </a:stretch>
        </p:blipFill>
        <p:spPr>
          <a:xfrm>
            <a:off x="5231083" y="2839385"/>
            <a:ext cx="1231391" cy="246887"/>
          </a:xfrm>
          <a:prstGeom prst="rect">
            <a:avLst/>
          </a:prstGeom>
        </p:spPr>
      </p:pic>
      <p:pic>
        <p:nvPicPr>
          <p:cNvPr id="201" name="object 107"/>
          <p:cNvPicPr/>
          <p:nvPr/>
        </p:nvPicPr>
        <p:blipFill>
          <a:blip r:embed="rId56" cstate="print"/>
          <a:stretch>
            <a:fillRect/>
          </a:stretch>
        </p:blipFill>
        <p:spPr>
          <a:xfrm>
            <a:off x="5231083" y="2276132"/>
            <a:ext cx="3154679" cy="544068"/>
          </a:xfrm>
          <a:prstGeom prst="rect">
            <a:avLst/>
          </a:prstGeom>
        </p:spPr>
      </p:pic>
      <p:sp>
        <p:nvSpPr>
          <p:cNvPr id="204" name="Title 1"/>
          <p:cNvSpPr>
            <a:spLocks noGrp="1"/>
          </p:cNvSpPr>
          <p:nvPr>
            <p:ph type="title"/>
          </p:nvPr>
        </p:nvSpPr>
        <p:spPr>
          <a:xfrm>
            <a:off x="441325" y="258763"/>
            <a:ext cx="11307763" cy="676210"/>
          </a:xfrm>
        </p:spPr>
        <p:txBody>
          <a:bodyPr/>
          <a:lstStyle/>
          <a:p>
            <a:r>
              <a:rPr lang="en-US" dirty="0"/>
              <a:t>Self-Attention</a:t>
            </a:r>
            <a:endParaRPr lang="en-IN" dirty="0"/>
          </a:p>
        </p:txBody>
      </p:sp>
      <p:pic>
        <p:nvPicPr>
          <p:cNvPr id="2" name="object 108"/>
          <p:cNvPicPr/>
          <p:nvPr/>
        </p:nvPicPr>
        <p:blipFill>
          <a:blip r:embed="rId57" cstate="print"/>
          <a:stretch>
            <a:fillRect/>
          </a:stretch>
        </p:blipFill>
        <p:spPr>
          <a:xfrm>
            <a:off x="5229741" y="1750660"/>
            <a:ext cx="1513332" cy="533400"/>
          </a:xfrm>
          <a:prstGeom prst="rect">
            <a:avLst/>
          </a:prstGeom>
        </p:spPr>
      </p:pic>
      <p:pic>
        <p:nvPicPr>
          <p:cNvPr id="3" name="object 61"/>
          <p:cNvPicPr/>
          <p:nvPr/>
        </p:nvPicPr>
        <p:blipFill>
          <a:blip r:embed="rId58" cstate="print"/>
          <a:stretch>
            <a:fillRect/>
          </a:stretch>
        </p:blipFill>
        <p:spPr>
          <a:xfrm>
            <a:off x="1006957" y="1300573"/>
            <a:ext cx="76187" cy="195961"/>
          </a:xfrm>
          <a:prstGeom prst="rect">
            <a:avLst/>
          </a:prstGeom>
        </p:spPr>
      </p:pic>
      <p:pic>
        <p:nvPicPr>
          <p:cNvPr id="4" name="object 62"/>
          <p:cNvPicPr/>
          <p:nvPr/>
        </p:nvPicPr>
        <p:blipFill>
          <a:blip r:embed="rId59" cstate="print"/>
          <a:stretch>
            <a:fillRect/>
          </a:stretch>
        </p:blipFill>
        <p:spPr>
          <a:xfrm>
            <a:off x="952500" y="1118455"/>
            <a:ext cx="207263" cy="149351"/>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2"/>
          <p:cNvGrpSpPr/>
          <p:nvPr/>
        </p:nvGrpSpPr>
        <p:grpSpPr>
          <a:xfrm>
            <a:off x="830325" y="2509614"/>
            <a:ext cx="431800" cy="175895"/>
            <a:chOff x="830325" y="3050794"/>
            <a:chExt cx="431800" cy="175895"/>
          </a:xfrm>
        </p:grpSpPr>
        <p:sp>
          <p:nvSpPr>
            <p:cNvPr id="5" name="object 3"/>
            <p:cNvSpPr/>
            <p:nvPr/>
          </p:nvSpPr>
          <p:spPr>
            <a:xfrm>
              <a:off x="836675" y="3057144"/>
              <a:ext cx="419100" cy="163195"/>
            </a:xfrm>
            <a:custGeom>
              <a:avLst/>
              <a:gdLst/>
              <a:ahLst/>
              <a:cxnLst/>
              <a:rect l="l" t="t" r="r" b="b"/>
              <a:pathLst>
                <a:path w="419100" h="163194">
                  <a:moveTo>
                    <a:pt x="419100" y="0"/>
                  </a:moveTo>
                  <a:lnTo>
                    <a:pt x="0" y="0"/>
                  </a:lnTo>
                  <a:lnTo>
                    <a:pt x="0" y="163067"/>
                  </a:lnTo>
                  <a:lnTo>
                    <a:pt x="419100" y="163067"/>
                  </a:lnTo>
                  <a:lnTo>
                    <a:pt x="419100" y="0"/>
                  </a:lnTo>
                  <a:close/>
                </a:path>
              </a:pathLst>
            </a:custGeom>
            <a:solidFill>
              <a:srgbClr val="EC7C30"/>
            </a:solidFill>
          </p:spPr>
          <p:txBody>
            <a:bodyPr wrap="square" lIns="0" tIns="0" rIns="0" bIns="0" rtlCol="0"/>
            <a:lstStyle/>
            <a:p/>
          </p:txBody>
        </p:sp>
        <p:sp>
          <p:nvSpPr>
            <p:cNvPr id="6" name="object 4"/>
            <p:cNvSpPr/>
            <p:nvPr/>
          </p:nvSpPr>
          <p:spPr>
            <a:xfrm>
              <a:off x="836675" y="3057144"/>
              <a:ext cx="419100" cy="163195"/>
            </a:xfrm>
            <a:custGeom>
              <a:avLst/>
              <a:gdLst/>
              <a:ahLst/>
              <a:cxnLst/>
              <a:rect l="l" t="t" r="r" b="b"/>
              <a:pathLst>
                <a:path w="419100" h="163194">
                  <a:moveTo>
                    <a:pt x="0" y="163067"/>
                  </a:moveTo>
                  <a:lnTo>
                    <a:pt x="419100" y="163067"/>
                  </a:lnTo>
                  <a:lnTo>
                    <a:pt x="419100" y="0"/>
                  </a:lnTo>
                  <a:lnTo>
                    <a:pt x="0" y="0"/>
                  </a:lnTo>
                  <a:lnTo>
                    <a:pt x="0" y="163067"/>
                  </a:lnTo>
                  <a:close/>
                </a:path>
              </a:pathLst>
            </a:custGeom>
            <a:ln w="12700">
              <a:solidFill>
                <a:srgbClr val="AD5A20"/>
              </a:solidFill>
            </a:ln>
          </p:spPr>
          <p:txBody>
            <a:bodyPr wrap="square" lIns="0" tIns="0" rIns="0" bIns="0" rtlCol="0"/>
            <a:lstStyle/>
            <a:p/>
          </p:txBody>
        </p:sp>
      </p:grpSp>
      <p:grpSp>
        <p:nvGrpSpPr>
          <p:cNvPr id="7" name="object 5"/>
          <p:cNvGrpSpPr/>
          <p:nvPr/>
        </p:nvGrpSpPr>
        <p:grpSpPr>
          <a:xfrm>
            <a:off x="485901" y="1118455"/>
            <a:ext cx="3917315" cy="3483610"/>
            <a:chOff x="485901" y="1659635"/>
            <a:chExt cx="3917315" cy="3483610"/>
          </a:xfrm>
        </p:grpSpPr>
        <p:sp>
          <p:nvSpPr>
            <p:cNvPr id="8" name="object 6"/>
            <p:cNvSpPr/>
            <p:nvPr/>
          </p:nvSpPr>
          <p:spPr>
            <a:xfrm>
              <a:off x="2314956" y="2732531"/>
              <a:ext cx="417830" cy="483234"/>
            </a:xfrm>
            <a:custGeom>
              <a:avLst/>
              <a:gdLst/>
              <a:ahLst/>
              <a:cxnLst/>
              <a:rect l="l" t="t" r="r" b="b"/>
              <a:pathLst>
                <a:path w="417830" h="483235">
                  <a:moveTo>
                    <a:pt x="417575" y="0"/>
                  </a:moveTo>
                  <a:lnTo>
                    <a:pt x="0" y="0"/>
                  </a:lnTo>
                  <a:lnTo>
                    <a:pt x="0" y="483108"/>
                  </a:lnTo>
                  <a:lnTo>
                    <a:pt x="417575" y="483108"/>
                  </a:lnTo>
                  <a:lnTo>
                    <a:pt x="417575" y="0"/>
                  </a:lnTo>
                  <a:close/>
                </a:path>
              </a:pathLst>
            </a:custGeom>
            <a:solidFill>
              <a:srgbClr val="EC7C30"/>
            </a:solidFill>
          </p:spPr>
          <p:txBody>
            <a:bodyPr wrap="square" lIns="0" tIns="0" rIns="0" bIns="0" rtlCol="0"/>
            <a:lstStyle/>
            <a:p/>
          </p:txBody>
        </p:sp>
        <p:sp>
          <p:nvSpPr>
            <p:cNvPr id="9" name="object 7"/>
            <p:cNvSpPr/>
            <p:nvPr/>
          </p:nvSpPr>
          <p:spPr>
            <a:xfrm>
              <a:off x="2314956" y="2732531"/>
              <a:ext cx="417830" cy="483234"/>
            </a:xfrm>
            <a:custGeom>
              <a:avLst/>
              <a:gdLst/>
              <a:ahLst/>
              <a:cxnLst/>
              <a:rect l="l" t="t" r="r" b="b"/>
              <a:pathLst>
                <a:path w="417830" h="483235">
                  <a:moveTo>
                    <a:pt x="0" y="483108"/>
                  </a:moveTo>
                  <a:lnTo>
                    <a:pt x="417575" y="483108"/>
                  </a:lnTo>
                  <a:lnTo>
                    <a:pt x="417575" y="0"/>
                  </a:lnTo>
                  <a:lnTo>
                    <a:pt x="0" y="0"/>
                  </a:lnTo>
                  <a:lnTo>
                    <a:pt x="0" y="483108"/>
                  </a:lnTo>
                  <a:close/>
                </a:path>
              </a:pathLst>
            </a:custGeom>
            <a:ln w="12700">
              <a:solidFill>
                <a:srgbClr val="AD5A20"/>
              </a:solidFill>
            </a:ln>
          </p:spPr>
          <p:txBody>
            <a:bodyPr wrap="square" lIns="0" tIns="0" rIns="0" bIns="0" rtlCol="0"/>
            <a:lstStyle/>
            <a:p/>
          </p:txBody>
        </p:sp>
        <p:pic>
          <p:nvPicPr>
            <p:cNvPr id="10" name="object 8"/>
            <p:cNvPicPr/>
            <p:nvPr/>
          </p:nvPicPr>
          <p:blipFill>
            <a:blip r:embed="rId1" cstate="print"/>
            <a:stretch>
              <a:fillRect/>
            </a:stretch>
          </p:blipFill>
          <p:spPr>
            <a:xfrm>
              <a:off x="573023" y="4500371"/>
              <a:ext cx="332232" cy="382524"/>
            </a:xfrm>
            <a:prstGeom prst="rect">
              <a:avLst/>
            </a:prstGeom>
          </p:spPr>
        </p:pic>
        <p:sp>
          <p:nvSpPr>
            <p:cNvPr id="11" name="object 9"/>
            <p:cNvSpPr/>
            <p:nvPr/>
          </p:nvSpPr>
          <p:spPr>
            <a:xfrm>
              <a:off x="573023" y="4500371"/>
              <a:ext cx="332740" cy="382905"/>
            </a:xfrm>
            <a:custGeom>
              <a:avLst/>
              <a:gdLst/>
              <a:ahLst/>
              <a:cxnLst/>
              <a:rect l="l" t="t" r="r" b="b"/>
              <a:pathLst>
                <a:path w="332740" h="382904">
                  <a:moveTo>
                    <a:pt x="0" y="382523"/>
                  </a:moveTo>
                  <a:lnTo>
                    <a:pt x="332232" y="382523"/>
                  </a:lnTo>
                  <a:lnTo>
                    <a:pt x="332232" y="0"/>
                  </a:lnTo>
                  <a:lnTo>
                    <a:pt x="0" y="0"/>
                  </a:lnTo>
                  <a:lnTo>
                    <a:pt x="0" y="382523"/>
                  </a:lnTo>
                  <a:close/>
                </a:path>
              </a:pathLst>
            </a:custGeom>
            <a:ln w="6350">
              <a:solidFill>
                <a:srgbClr val="EC7C30"/>
              </a:solidFill>
            </a:ln>
          </p:spPr>
          <p:txBody>
            <a:bodyPr wrap="square" lIns="0" tIns="0" rIns="0" bIns="0" rtlCol="0"/>
            <a:lstStyle/>
            <a:p/>
          </p:txBody>
        </p:sp>
        <p:pic>
          <p:nvPicPr>
            <p:cNvPr id="12" name="object 10"/>
            <p:cNvPicPr/>
            <p:nvPr/>
          </p:nvPicPr>
          <p:blipFill>
            <a:blip r:embed="rId2" cstate="print"/>
            <a:stretch>
              <a:fillRect/>
            </a:stretch>
          </p:blipFill>
          <p:spPr>
            <a:xfrm>
              <a:off x="637031" y="4607051"/>
              <a:ext cx="202692" cy="213360"/>
            </a:xfrm>
            <a:prstGeom prst="rect">
              <a:avLst/>
            </a:prstGeom>
          </p:spPr>
        </p:pic>
        <p:pic>
          <p:nvPicPr>
            <p:cNvPr id="13" name="object 11"/>
            <p:cNvPicPr/>
            <p:nvPr/>
          </p:nvPicPr>
          <p:blipFill>
            <a:blip r:embed="rId3" cstate="print"/>
            <a:stretch>
              <a:fillRect/>
            </a:stretch>
          </p:blipFill>
          <p:spPr>
            <a:xfrm>
              <a:off x="796455" y="4927853"/>
              <a:ext cx="111302" cy="215137"/>
            </a:xfrm>
            <a:prstGeom prst="rect">
              <a:avLst/>
            </a:prstGeom>
          </p:spPr>
        </p:pic>
        <p:pic>
          <p:nvPicPr>
            <p:cNvPr id="14" name="object 12"/>
            <p:cNvPicPr/>
            <p:nvPr/>
          </p:nvPicPr>
          <p:blipFill>
            <a:blip r:embed="rId1" cstate="print"/>
            <a:stretch>
              <a:fillRect/>
            </a:stretch>
          </p:blipFill>
          <p:spPr>
            <a:xfrm>
              <a:off x="1970531" y="4491227"/>
              <a:ext cx="332231" cy="382524"/>
            </a:xfrm>
            <a:prstGeom prst="rect">
              <a:avLst/>
            </a:prstGeom>
          </p:spPr>
        </p:pic>
        <p:sp>
          <p:nvSpPr>
            <p:cNvPr id="15" name="object 13"/>
            <p:cNvSpPr/>
            <p:nvPr/>
          </p:nvSpPr>
          <p:spPr>
            <a:xfrm>
              <a:off x="1970531" y="4491227"/>
              <a:ext cx="332740" cy="382905"/>
            </a:xfrm>
            <a:custGeom>
              <a:avLst/>
              <a:gdLst/>
              <a:ahLst/>
              <a:cxnLst/>
              <a:rect l="l" t="t" r="r" b="b"/>
              <a:pathLst>
                <a:path w="332739" h="382904">
                  <a:moveTo>
                    <a:pt x="0" y="382524"/>
                  </a:moveTo>
                  <a:lnTo>
                    <a:pt x="332231" y="382524"/>
                  </a:lnTo>
                  <a:lnTo>
                    <a:pt x="332231" y="0"/>
                  </a:lnTo>
                  <a:lnTo>
                    <a:pt x="0" y="0"/>
                  </a:lnTo>
                  <a:lnTo>
                    <a:pt x="0" y="382524"/>
                  </a:lnTo>
                  <a:close/>
                </a:path>
              </a:pathLst>
            </a:custGeom>
            <a:ln w="6350">
              <a:solidFill>
                <a:srgbClr val="EC7C30"/>
              </a:solidFill>
            </a:ln>
          </p:spPr>
          <p:txBody>
            <a:bodyPr wrap="square" lIns="0" tIns="0" rIns="0" bIns="0" rtlCol="0"/>
            <a:lstStyle/>
            <a:p/>
          </p:txBody>
        </p:sp>
        <p:pic>
          <p:nvPicPr>
            <p:cNvPr id="16" name="object 14"/>
            <p:cNvPicPr/>
            <p:nvPr/>
          </p:nvPicPr>
          <p:blipFill>
            <a:blip r:embed="rId4" cstate="print"/>
            <a:stretch>
              <a:fillRect/>
            </a:stretch>
          </p:blipFill>
          <p:spPr>
            <a:xfrm>
              <a:off x="2036063" y="4597907"/>
              <a:ext cx="207263" cy="213360"/>
            </a:xfrm>
            <a:prstGeom prst="rect">
              <a:avLst/>
            </a:prstGeom>
          </p:spPr>
        </p:pic>
        <p:pic>
          <p:nvPicPr>
            <p:cNvPr id="17" name="object 15"/>
            <p:cNvPicPr/>
            <p:nvPr/>
          </p:nvPicPr>
          <p:blipFill>
            <a:blip r:embed="rId1" cstate="print"/>
            <a:stretch>
              <a:fillRect/>
            </a:stretch>
          </p:blipFill>
          <p:spPr>
            <a:xfrm>
              <a:off x="3305556" y="4491227"/>
              <a:ext cx="333755" cy="382524"/>
            </a:xfrm>
            <a:prstGeom prst="rect">
              <a:avLst/>
            </a:prstGeom>
          </p:spPr>
        </p:pic>
        <p:sp>
          <p:nvSpPr>
            <p:cNvPr id="18" name="object 16"/>
            <p:cNvSpPr/>
            <p:nvPr/>
          </p:nvSpPr>
          <p:spPr>
            <a:xfrm>
              <a:off x="3305556" y="4491227"/>
              <a:ext cx="334010" cy="382905"/>
            </a:xfrm>
            <a:custGeom>
              <a:avLst/>
              <a:gdLst/>
              <a:ahLst/>
              <a:cxnLst/>
              <a:rect l="l" t="t" r="r" b="b"/>
              <a:pathLst>
                <a:path w="334010" h="382904">
                  <a:moveTo>
                    <a:pt x="0" y="382524"/>
                  </a:moveTo>
                  <a:lnTo>
                    <a:pt x="333755" y="382524"/>
                  </a:lnTo>
                  <a:lnTo>
                    <a:pt x="333755" y="0"/>
                  </a:lnTo>
                  <a:lnTo>
                    <a:pt x="0" y="0"/>
                  </a:lnTo>
                  <a:lnTo>
                    <a:pt x="0" y="382524"/>
                  </a:lnTo>
                  <a:close/>
                </a:path>
              </a:pathLst>
            </a:custGeom>
            <a:ln w="6350">
              <a:solidFill>
                <a:srgbClr val="EC7C30"/>
              </a:solidFill>
            </a:ln>
          </p:spPr>
          <p:txBody>
            <a:bodyPr wrap="square" lIns="0" tIns="0" rIns="0" bIns="0" rtlCol="0"/>
            <a:lstStyle/>
            <a:p/>
          </p:txBody>
        </p:sp>
        <p:pic>
          <p:nvPicPr>
            <p:cNvPr id="19" name="object 17"/>
            <p:cNvPicPr/>
            <p:nvPr/>
          </p:nvPicPr>
          <p:blipFill>
            <a:blip r:embed="rId5" cstate="print"/>
            <a:stretch>
              <a:fillRect/>
            </a:stretch>
          </p:blipFill>
          <p:spPr>
            <a:xfrm>
              <a:off x="3371087" y="4597907"/>
              <a:ext cx="208787" cy="216407"/>
            </a:xfrm>
            <a:prstGeom prst="rect">
              <a:avLst/>
            </a:prstGeom>
          </p:spPr>
        </p:pic>
        <p:pic>
          <p:nvPicPr>
            <p:cNvPr id="20" name="object 18"/>
            <p:cNvPicPr/>
            <p:nvPr/>
          </p:nvPicPr>
          <p:blipFill>
            <a:blip r:embed="rId6" cstate="print"/>
            <a:stretch>
              <a:fillRect/>
            </a:stretch>
          </p:blipFill>
          <p:spPr>
            <a:xfrm>
              <a:off x="944879" y="4491227"/>
              <a:ext cx="332231" cy="382524"/>
            </a:xfrm>
            <a:prstGeom prst="rect">
              <a:avLst/>
            </a:prstGeom>
          </p:spPr>
        </p:pic>
        <p:sp>
          <p:nvSpPr>
            <p:cNvPr id="21" name="object 19"/>
            <p:cNvSpPr/>
            <p:nvPr/>
          </p:nvSpPr>
          <p:spPr>
            <a:xfrm>
              <a:off x="944879" y="4491227"/>
              <a:ext cx="332740" cy="382905"/>
            </a:xfrm>
            <a:custGeom>
              <a:avLst/>
              <a:gdLst/>
              <a:ahLst/>
              <a:cxnLst/>
              <a:rect l="l" t="t" r="r" b="b"/>
              <a:pathLst>
                <a:path w="332740" h="382904">
                  <a:moveTo>
                    <a:pt x="0" y="382524"/>
                  </a:moveTo>
                  <a:lnTo>
                    <a:pt x="332231" y="382524"/>
                  </a:lnTo>
                  <a:lnTo>
                    <a:pt x="332231" y="0"/>
                  </a:lnTo>
                  <a:lnTo>
                    <a:pt x="0" y="0"/>
                  </a:lnTo>
                  <a:lnTo>
                    <a:pt x="0" y="382524"/>
                  </a:lnTo>
                  <a:close/>
                </a:path>
              </a:pathLst>
            </a:custGeom>
            <a:ln w="6350">
              <a:solidFill>
                <a:srgbClr val="FFC000"/>
              </a:solidFill>
            </a:ln>
          </p:spPr>
          <p:txBody>
            <a:bodyPr wrap="square" lIns="0" tIns="0" rIns="0" bIns="0" rtlCol="0"/>
            <a:lstStyle/>
            <a:p/>
          </p:txBody>
        </p:sp>
        <p:pic>
          <p:nvPicPr>
            <p:cNvPr id="22" name="object 20"/>
            <p:cNvPicPr/>
            <p:nvPr/>
          </p:nvPicPr>
          <p:blipFill>
            <a:blip r:embed="rId7" cstate="print"/>
            <a:stretch>
              <a:fillRect/>
            </a:stretch>
          </p:blipFill>
          <p:spPr>
            <a:xfrm>
              <a:off x="1045463" y="4623815"/>
              <a:ext cx="187452" cy="160019"/>
            </a:xfrm>
            <a:prstGeom prst="rect">
              <a:avLst/>
            </a:prstGeom>
          </p:spPr>
        </p:pic>
        <p:pic>
          <p:nvPicPr>
            <p:cNvPr id="23" name="object 21"/>
            <p:cNvPicPr/>
            <p:nvPr/>
          </p:nvPicPr>
          <p:blipFill>
            <a:blip r:embed="rId8" cstate="print"/>
            <a:stretch>
              <a:fillRect/>
            </a:stretch>
          </p:blipFill>
          <p:spPr>
            <a:xfrm>
              <a:off x="1314068" y="4924805"/>
              <a:ext cx="141986" cy="214375"/>
            </a:xfrm>
            <a:prstGeom prst="rect">
              <a:avLst/>
            </a:prstGeom>
          </p:spPr>
        </p:pic>
        <p:pic>
          <p:nvPicPr>
            <p:cNvPr id="24" name="object 22"/>
            <p:cNvPicPr/>
            <p:nvPr/>
          </p:nvPicPr>
          <p:blipFill>
            <a:blip r:embed="rId9" cstate="print"/>
            <a:stretch>
              <a:fillRect/>
            </a:stretch>
          </p:blipFill>
          <p:spPr>
            <a:xfrm>
              <a:off x="1071867" y="4929377"/>
              <a:ext cx="76161" cy="213614"/>
            </a:xfrm>
            <a:prstGeom prst="rect">
              <a:avLst/>
            </a:prstGeom>
          </p:spPr>
        </p:pic>
        <p:pic>
          <p:nvPicPr>
            <p:cNvPr id="25" name="object 23"/>
            <p:cNvPicPr/>
            <p:nvPr/>
          </p:nvPicPr>
          <p:blipFill>
            <a:blip r:embed="rId10" cstate="print"/>
            <a:stretch>
              <a:fillRect/>
            </a:stretch>
          </p:blipFill>
          <p:spPr>
            <a:xfrm>
              <a:off x="2342387" y="4494275"/>
              <a:ext cx="333756" cy="381000"/>
            </a:xfrm>
            <a:prstGeom prst="rect">
              <a:avLst/>
            </a:prstGeom>
          </p:spPr>
        </p:pic>
        <p:sp>
          <p:nvSpPr>
            <p:cNvPr id="26" name="object 24"/>
            <p:cNvSpPr/>
            <p:nvPr/>
          </p:nvSpPr>
          <p:spPr>
            <a:xfrm>
              <a:off x="2342387" y="4494275"/>
              <a:ext cx="334010" cy="381000"/>
            </a:xfrm>
            <a:custGeom>
              <a:avLst/>
              <a:gdLst/>
              <a:ahLst/>
              <a:cxnLst/>
              <a:rect l="l" t="t" r="r" b="b"/>
              <a:pathLst>
                <a:path w="334010" h="381000">
                  <a:moveTo>
                    <a:pt x="0" y="381000"/>
                  </a:moveTo>
                  <a:lnTo>
                    <a:pt x="333756" y="381000"/>
                  </a:lnTo>
                  <a:lnTo>
                    <a:pt x="333756" y="0"/>
                  </a:lnTo>
                  <a:lnTo>
                    <a:pt x="0" y="0"/>
                  </a:lnTo>
                  <a:lnTo>
                    <a:pt x="0" y="381000"/>
                  </a:lnTo>
                  <a:close/>
                </a:path>
              </a:pathLst>
            </a:custGeom>
            <a:ln w="6350">
              <a:solidFill>
                <a:srgbClr val="FFC000"/>
              </a:solidFill>
            </a:ln>
          </p:spPr>
          <p:txBody>
            <a:bodyPr wrap="square" lIns="0" tIns="0" rIns="0" bIns="0" rtlCol="0"/>
            <a:lstStyle/>
            <a:p/>
          </p:txBody>
        </p:sp>
        <p:pic>
          <p:nvPicPr>
            <p:cNvPr id="27" name="object 25"/>
            <p:cNvPicPr/>
            <p:nvPr/>
          </p:nvPicPr>
          <p:blipFill>
            <a:blip r:embed="rId11" cstate="print"/>
            <a:stretch>
              <a:fillRect/>
            </a:stretch>
          </p:blipFill>
          <p:spPr>
            <a:xfrm>
              <a:off x="2444495" y="4625339"/>
              <a:ext cx="193548" cy="160019"/>
            </a:xfrm>
            <a:prstGeom prst="rect">
              <a:avLst/>
            </a:prstGeom>
          </p:spPr>
        </p:pic>
        <p:pic>
          <p:nvPicPr>
            <p:cNvPr id="28" name="object 26"/>
            <p:cNvPicPr/>
            <p:nvPr/>
          </p:nvPicPr>
          <p:blipFill>
            <a:blip r:embed="rId6" cstate="print"/>
            <a:stretch>
              <a:fillRect/>
            </a:stretch>
          </p:blipFill>
          <p:spPr>
            <a:xfrm>
              <a:off x="3678935" y="4495800"/>
              <a:ext cx="332232" cy="382524"/>
            </a:xfrm>
            <a:prstGeom prst="rect">
              <a:avLst/>
            </a:prstGeom>
          </p:spPr>
        </p:pic>
        <p:sp>
          <p:nvSpPr>
            <p:cNvPr id="29" name="object 27"/>
            <p:cNvSpPr/>
            <p:nvPr/>
          </p:nvSpPr>
          <p:spPr>
            <a:xfrm>
              <a:off x="3678935" y="4495800"/>
              <a:ext cx="332740" cy="382905"/>
            </a:xfrm>
            <a:custGeom>
              <a:avLst/>
              <a:gdLst/>
              <a:ahLst/>
              <a:cxnLst/>
              <a:rect l="l" t="t" r="r" b="b"/>
              <a:pathLst>
                <a:path w="332739" h="382904">
                  <a:moveTo>
                    <a:pt x="0" y="382524"/>
                  </a:moveTo>
                  <a:lnTo>
                    <a:pt x="332232" y="382524"/>
                  </a:lnTo>
                  <a:lnTo>
                    <a:pt x="332232" y="0"/>
                  </a:lnTo>
                  <a:lnTo>
                    <a:pt x="0" y="0"/>
                  </a:lnTo>
                  <a:lnTo>
                    <a:pt x="0" y="382524"/>
                  </a:lnTo>
                  <a:close/>
                </a:path>
              </a:pathLst>
            </a:custGeom>
            <a:ln w="6349">
              <a:solidFill>
                <a:srgbClr val="FFC000"/>
              </a:solidFill>
            </a:ln>
          </p:spPr>
          <p:txBody>
            <a:bodyPr wrap="square" lIns="0" tIns="0" rIns="0" bIns="0" rtlCol="0"/>
            <a:lstStyle/>
            <a:p/>
          </p:txBody>
        </p:sp>
        <p:pic>
          <p:nvPicPr>
            <p:cNvPr id="30" name="object 28"/>
            <p:cNvPicPr/>
            <p:nvPr/>
          </p:nvPicPr>
          <p:blipFill>
            <a:blip r:embed="rId12" cstate="print"/>
            <a:stretch>
              <a:fillRect/>
            </a:stretch>
          </p:blipFill>
          <p:spPr>
            <a:xfrm>
              <a:off x="3779519" y="4626863"/>
              <a:ext cx="195072" cy="160019"/>
            </a:xfrm>
            <a:prstGeom prst="rect">
              <a:avLst/>
            </a:prstGeom>
          </p:spPr>
        </p:pic>
        <p:pic>
          <p:nvPicPr>
            <p:cNvPr id="31" name="object 29"/>
            <p:cNvPicPr/>
            <p:nvPr/>
          </p:nvPicPr>
          <p:blipFill>
            <a:blip r:embed="rId13" cstate="print"/>
            <a:stretch>
              <a:fillRect/>
            </a:stretch>
          </p:blipFill>
          <p:spPr>
            <a:xfrm>
              <a:off x="1322831" y="4492751"/>
              <a:ext cx="332231" cy="382524"/>
            </a:xfrm>
            <a:prstGeom prst="rect">
              <a:avLst/>
            </a:prstGeom>
          </p:spPr>
        </p:pic>
        <p:sp>
          <p:nvSpPr>
            <p:cNvPr id="32" name="object 30"/>
            <p:cNvSpPr/>
            <p:nvPr/>
          </p:nvSpPr>
          <p:spPr>
            <a:xfrm>
              <a:off x="1322831" y="4492751"/>
              <a:ext cx="332740" cy="382905"/>
            </a:xfrm>
            <a:custGeom>
              <a:avLst/>
              <a:gdLst/>
              <a:ahLst/>
              <a:cxnLst/>
              <a:rect l="l" t="t" r="r" b="b"/>
              <a:pathLst>
                <a:path w="332739" h="382904">
                  <a:moveTo>
                    <a:pt x="0" y="382524"/>
                  </a:moveTo>
                  <a:lnTo>
                    <a:pt x="332231" y="382524"/>
                  </a:lnTo>
                  <a:lnTo>
                    <a:pt x="332231" y="0"/>
                  </a:lnTo>
                  <a:lnTo>
                    <a:pt x="0" y="0"/>
                  </a:lnTo>
                  <a:lnTo>
                    <a:pt x="0" y="382524"/>
                  </a:lnTo>
                  <a:close/>
                </a:path>
              </a:pathLst>
            </a:custGeom>
            <a:ln w="6350">
              <a:solidFill>
                <a:srgbClr val="4471C4"/>
              </a:solidFill>
            </a:ln>
          </p:spPr>
          <p:txBody>
            <a:bodyPr wrap="square" lIns="0" tIns="0" rIns="0" bIns="0" rtlCol="0"/>
            <a:lstStyle/>
            <a:p/>
          </p:txBody>
        </p:sp>
        <p:pic>
          <p:nvPicPr>
            <p:cNvPr id="33" name="object 31"/>
            <p:cNvPicPr/>
            <p:nvPr/>
          </p:nvPicPr>
          <p:blipFill>
            <a:blip r:embed="rId14" cstate="print"/>
            <a:stretch>
              <a:fillRect/>
            </a:stretch>
          </p:blipFill>
          <p:spPr>
            <a:xfrm>
              <a:off x="1394459" y="4625339"/>
              <a:ext cx="199644" cy="149351"/>
            </a:xfrm>
            <a:prstGeom prst="rect">
              <a:avLst/>
            </a:prstGeom>
          </p:spPr>
        </p:pic>
        <p:pic>
          <p:nvPicPr>
            <p:cNvPr id="34" name="object 32"/>
            <p:cNvPicPr/>
            <p:nvPr/>
          </p:nvPicPr>
          <p:blipFill>
            <a:blip r:embed="rId13" cstate="print"/>
            <a:stretch>
              <a:fillRect/>
            </a:stretch>
          </p:blipFill>
          <p:spPr>
            <a:xfrm>
              <a:off x="2723387" y="4492751"/>
              <a:ext cx="333756" cy="382524"/>
            </a:xfrm>
            <a:prstGeom prst="rect">
              <a:avLst/>
            </a:prstGeom>
          </p:spPr>
        </p:pic>
        <p:sp>
          <p:nvSpPr>
            <p:cNvPr id="35" name="object 33"/>
            <p:cNvSpPr/>
            <p:nvPr/>
          </p:nvSpPr>
          <p:spPr>
            <a:xfrm>
              <a:off x="2723387" y="4492751"/>
              <a:ext cx="334010" cy="382905"/>
            </a:xfrm>
            <a:custGeom>
              <a:avLst/>
              <a:gdLst/>
              <a:ahLst/>
              <a:cxnLst/>
              <a:rect l="l" t="t" r="r" b="b"/>
              <a:pathLst>
                <a:path w="334010" h="382904">
                  <a:moveTo>
                    <a:pt x="0" y="382524"/>
                  </a:moveTo>
                  <a:lnTo>
                    <a:pt x="333756" y="382524"/>
                  </a:lnTo>
                  <a:lnTo>
                    <a:pt x="333756" y="0"/>
                  </a:lnTo>
                  <a:lnTo>
                    <a:pt x="0" y="0"/>
                  </a:lnTo>
                  <a:lnTo>
                    <a:pt x="0" y="382524"/>
                  </a:lnTo>
                  <a:close/>
                </a:path>
              </a:pathLst>
            </a:custGeom>
            <a:ln w="6350">
              <a:solidFill>
                <a:srgbClr val="4471C4"/>
              </a:solidFill>
            </a:ln>
          </p:spPr>
          <p:txBody>
            <a:bodyPr wrap="square" lIns="0" tIns="0" rIns="0" bIns="0" rtlCol="0"/>
            <a:lstStyle/>
            <a:p/>
          </p:txBody>
        </p:sp>
        <p:pic>
          <p:nvPicPr>
            <p:cNvPr id="36" name="object 34"/>
            <p:cNvPicPr/>
            <p:nvPr/>
          </p:nvPicPr>
          <p:blipFill>
            <a:blip r:embed="rId15" cstate="print"/>
            <a:stretch>
              <a:fillRect/>
            </a:stretch>
          </p:blipFill>
          <p:spPr>
            <a:xfrm>
              <a:off x="2795016" y="4625339"/>
              <a:ext cx="205739" cy="149351"/>
            </a:xfrm>
            <a:prstGeom prst="rect">
              <a:avLst/>
            </a:prstGeom>
          </p:spPr>
        </p:pic>
        <p:pic>
          <p:nvPicPr>
            <p:cNvPr id="37" name="object 35"/>
            <p:cNvPicPr/>
            <p:nvPr/>
          </p:nvPicPr>
          <p:blipFill>
            <a:blip r:embed="rId16" cstate="print"/>
            <a:stretch>
              <a:fillRect/>
            </a:stretch>
          </p:blipFill>
          <p:spPr>
            <a:xfrm>
              <a:off x="4058411" y="4495800"/>
              <a:ext cx="333756" cy="381000"/>
            </a:xfrm>
            <a:prstGeom prst="rect">
              <a:avLst/>
            </a:prstGeom>
          </p:spPr>
        </p:pic>
        <p:sp>
          <p:nvSpPr>
            <p:cNvPr id="38" name="object 36"/>
            <p:cNvSpPr/>
            <p:nvPr/>
          </p:nvSpPr>
          <p:spPr>
            <a:xfrm>
              <a:off x="4058411" y="4495800"/>
              <a:ext cx="334010" cy="381000"/>
            </a:xfrm>
            <a:custGeom>
              <a:avLst/>
              <a:gdLst/>
              <a:ahLst/>
              <a:cxnLst/>
              <a:rect l="l" t="t" r="r" b="b"/>
              <a:pathLst>
                <a:path w="334010" h="381000">
                  <a:moveTo>
                    <a:pt x="0" y="381000"/>
                  </a:moveTo>
                  <a:lnTo>
                    <a:pt x="333756" y="381000"/>
                  </a:lnTo>
                  <a:lnTo>
                    <a:pt x="333756" y="0"/>
                  </a:lnTo>
                  <a:lnTo>
                    <a:pt x="0" y="0"/>
                  </a:lnTo>
                  <a:lnTo>
                    <a:pt x="0" y="381000"/>
                  </a:lnTo>
                  <a:close/>
                </a:path>
              </a:pathLst>
            </a:custGeom>
            <a:ln w="6350">
              <a:solidFill>
                <a:srgbClr val="4471C4"/>
              </a:solidFill>
            </a:ln>
          </p:spPr>
          <p:txBody>
            <a:bodyPr wrap="square" lIns="0" tIns="0" rIns="0" bIns="0" rtlCol="0"/>
            <a:lstStyle/>
            <a:p/>
          </p:txBody>
        </p:sp>
        <p:pic>
          <p:nvPicPr>
            <p:cNvPr id="39" name="object 37"/>
            <p:cNvPicPr/>
            <p:nvPr/>
          </p:nvPicPr>
          <p:blipFill>
            <a:blip r:embed="rId17" cstate="print"/>
            <a:stretch>
              <a:fillRect/>
            </a:stretch>
          </p:blipFill>
          <p:spPr>
            <a:xfrm>
              <a:off x="4130040" y="4628387"/>
              <a:ext cx="207263" cy="152400"/>
            </a:xfrm>
            <a:prstGeom prst="rect">
              <a:avLst/>
            </a:prstGeom>
          </p:spPr>
        </p:pic>
        <p:sp>
          <p:nvSpPr>
            <p:cNvPr id="40" name="object 38"/>
            <p:cNvSpPr/>
            <p:nvPr/>
          </p:nvSpPr>
          <p:spPr>
            <a:xfrm>
              <a:off x="576834" y="3851909"/>
              <a:ext cx="2874645" cy="601980"/>
            </a:xfrm>
            <a:custGeom>
              <a:avLst/>
              <a:gdLst/>
              <a:ahLst/>
              <a:cxnLst/>
              <a:rect l="l" t="t" r="r" b="b"/>
              <a:pathLst>
                <a:path w="2874645" h="601979">
                  <a:moveTo>
                    <a:pt x="76200" y="76200"/>
                  </a:moveTo>
                  <a:lnTo>
                    <a:pt x="69850" y="63500"/>
                  </a:lnTo>
                  <a:lnTo>
                    <a:pt x="38100" y="0"/>
                  </a:lnTo>
                  <a:lnTo>
                    <a:pt x="0" y="76200"/>
                  </a:lnTo>
                  <a:lnTo>
                    <a:pt x="28575" y="76200"/>
                  </a:lnTo>
                  <a:lnTo>
                    <a:pt x="28575" y="530098"/>
                  </a:lnTo>
                  <a:lnTo>
                    <a:pt x="47625" y="530098"/>
                  </a:lnTo>
                  <a:lnTo>
                    <a:pt x="47625" y="76200"/>
                  </a:lnTo>
                  <a:lnTo>
                    <a:pt x="76200" y="76200"/>
                  </a:lnTo>
                  <a:close/>
                </a:path>
                <a:path w="2874645" h="601979">
                  <a:moveTo>
                    <a:pt x="264058" y="121285"/>
                  </a:moveTo>
                  <a:lnTo>
                    <a:pt x="263779" y="121031"/>
                  </a:lnTo>
                  <a:lnTo>
                    <a:pt x="263347" y="120650"/>
                  </a:lnTo>
                  <a:lnTo>
                    <a:pt x="261620" y="119253"/>
                  </a:lnTo>
                  <a:lnTo>
                    <a:pt x="261404" y="119087"/>
                  </a:lnTo>
                  <a:lnTo>
                    <a:pt x="259727" y="117729"/>
                  </a:lnTo>
                  <a:lnTo>
                    <a:pt x="222059" y="98933"/>
                  </a:lnTo>
                  <a:lnTo>
                    <a:pt x="213093" y="98933"/>
                  </a:lnTo>
                  <a:lnTo>
                    <a:pt x="179273" y="120650"/>
                  </a:lnTo>
                  <a:lnTo>
                    <a:pt x="160070" y="157607"/>
                  </a:lnTo>
                  <a:lnTo>
                    <a:pt x="145326" y="207772"/>
                  </a:lnTo>
                  <a:lnTo>
                    <a:pt x="136156" y="253238"/>
                  </a:lnTo>
                  <a:lnTo>
                    <a:pt x="128295" y="304165"/>
                  </a:lnTo>
                  <a:lnTo>
                    <a:pt x="119494" y="378587"/>
                  </a:lnTo>
                  <a:lnTo>
                    <a:pt x="115481" y="417957"/>
                  </a:lnTo>
                  <a:lnTo>
                    <a:pt x="111696" y="459994"/>
                  </a:lnTo>
                  <a:lnTo>
                    <a:pt x="111302" y="464591"/>
                  </a:lnTo>
                  <a:lnTo>
                    <a:pt x="82829" y="462153"/>
                  </a:lnTo>
                  <a:lnTo>
                    <a:pt x="114300" y="541274"/>
                  </a:lnTo>
                  <a:lnTo>
                    <a:pt x="152450" y="478917"/>
                  </a:lnTo>
                  <a:lnTo>
                    <a:pt x="158750" y="468630"/>
                  </a:lnTo>
                  <a:lnTo>
                    <a:pt x="130289" y="466204"/>
                  </a:lnTo>
                  <a:lnTo>
                    <a:pt x="130987" y="458216"/>
                  </a:lnTo>
                  <a:lnTo>
                    <a:pt x="134442" y="419735"/>
                  </a:lnTo>
                  <a:lnTo>
                    <a:pt x="138417" y="380657"/>
                  </a:lnTo>
                  <a:lnTo>
                    <a:pt x="147154" y="306705"/>
                  </a:lnTo>
                  <a:lnTo>
                    <a:pt x="154914" y="256540"/>
                  </a:lnTo>
                  <a:lnTo>
                    <a:pt x="163753" y="212636"/>
                  </a:lnTo>
                  <a:lnTo>
                    <a:pt x="174167" y="175018"/>
                  </a:lnTo>
                  <a:lnTo>
                    <a:pt x="177787" y="164592"/>
                  </a:lnTo>
                  <a:lnTo>
                    <a:pt x="177850" y="164401"/>
                  </a:lnTo>
                  <a:lnTo>
                    <a:pt x="198361" y="127635"/>
                  </a:lnTo>
                  <a:lnTo>
                    <a:pt x="198843" y="127076"/>
                  </a:lnTo>
                  <a:lnTo>
                    <a:pt x="199123" y="126746"/>
                  </a:lnTo>
                  <a:lnTo>
                    <a:pt x="201269" y="124841"/>
                  </a:lnTo>
                  <a:lnTo>
                    <a:pt x="202514" y="123698"/>
                  </a:lnTo>
                  <a:lnTo>
                    <a:pt x="203822" y="122809"/>
                  </a:lnTo>
                  <a:lnTo>
                    <a:pt x="206629" y="120904"/>
                  </a:lnTo>
                  <a:lnTo>
                    <a:pt x="207010" y="120650"/>
                  </a:lnTo>
                  <a:lnTo>
                    <a:pt x="208457" y="120015"/>
                  </a:lnTo>
                  <a:lnTo>
                    <a:pt x="210591" y="119087"/>
                  </a:lnTo>
                  <a:lnTo>
                    <a:pt x="210159" y="119087"/>
                  </a:lnTo>
                  <a:lnTo>
                    <a:pt x="209994" y="119087"/>
                  </a:lnTo>
                  <a:lnTo>
                    <a:pt x="210400" y="119011"/>
                  </a:lnTo>
                  <a:lnTo>
                    <a:pt x="211137" y="118846"/>
                  </a:lnTo>
                  <a:lnTo>
                    <a:pt x="213436" y="118364"/>
                  </a:lnTo>
                  <a:lnTo>
                    <a:pt x="215265" y="117983"/>
                  </a:lnTo>
                  <a:lnTo>
                    <a:pt x="219583" y="117983"/>
                  </a:lnTo>
                  <a:lnTo>
                    <a:pt x="224828" y="119087"/>
                  </a:lnTo>
                  <a:lnTo>
                    <a:pt x="230644" y="121285"/>
                  </a:lnTo>
                  <a:lnTo>
                    <a:pt x="231330" y="121539"/>
                  </a:lnTo>
                  <a:lnTo>
                    <a:pt x="230746" y="121285"/>
                  </a:lnTo>
                  <a:lnTo>
                    <a:pt x="264058" y="121285"/>
                  </a:lnTo>
                  <a:close/>
                </a:path>
                <a:path w="2874645" h="601979">
                  <a:moveTo>
                    <a:pt x="1938540" y="167462"/>
                  </a:moveTo>
                  <a:lnTo>
                    <a:pt x="1938223" y="167462"/>
                  </a:lnTo>
                  <a:lnTo>
                    <a:pt x="1936013" y="167957"/>
                  </a:lnTo>
                  <a:lnTo>
                    <a:pt x="1938540" y="167462"/>
                  </a:lnTo>
                  <a:close/>
                </a:path>
                <a:path w="2874645" h="601979">
                  <a:moveTo>
                    <a:pt x="2874518" y="460756"/>
                  </a:moveTo>
                  <a:lnTo>
                    <a:pt x="2848711" y="472948"/>
                  </a:lnTo>
                  <a:lnTo>
                    <a:pt x="2842260" y="459486"/>
                  </a:lnTo>
                  <a:lnTo>
                    <a:pt x="2821559" y="418846"/>
                  </a:lnTo>
                  <a:lnTo>
                    <a:pt x="2804541" y="388429"/>
                  </a:lnTo>
                  <a:lnTo>
                    <a:pt x="2804541" y="82296"/>
                  </a:lnTo>
                  <a:lnTo>
                    <a:pt x="2833116" y="82296"/>
                  </a:lnTo>
                  <a:lnTo>
                    <a:pt x="2826766" y="69596"/>
                  </a:lnTo>
                  <a:lnTo>
                    <a:pt x="2795016" y="6096"/>
                  </a:lnTo>
                  <a:lnTo>
                    <a:pt x="2756916" y="82296"/>
                  </a:lnTo>
                  <a:lnTo>
                    <a:pt x="2785491" y="82296"/>
                  </a:lnTo>
                  <a:lnTo>
                    <a:pt x="2785491" y="356793"/>
                  </a:lnTo>
                  <a:lnTo>
                    <a:pt x="2763139" y="322326"/>
                  </a:lnTo>
                  <a:lnTo>
                    <a:pt x="2735821" y="286512"/>
                  </a:lnTo>
                  <a:lnTo>
                    <a:pt x="2705735" y="252857"/>
                  </a:lnTo>
                  <a:lnTo>
                    <a:pt x="2672461" y="221615"/>
                  </a:lnTo>
                  <a:lnTo>
                    <a:pt x="2635377" y="193294"/>
                  </a:lnTo>
                  <a:lnTo>
                    <a:pt x="2594229" y="168148"/>
                  </a:lnTo>
                  <a:lnTo>
                    <a:pt x="2548636" y="146685"/>
                  </a:lnTo>
                  <a:lnTo>
                    <a:pt x="2498090" y="129032"/>
                  </a:lnTo>
                  <a:lnTo>
                    <a:pt x="2487536" y="126263"/>
                  </a:lnTo>
                  <a:lnTo>
                    <a:pt x="2473452" y="122555"/>
                  </a:lnTo>
                  <a:lnTo>
                    <a:pt x="2412492" y="110998"/>
                  </a:lnTo>
                  <a:lnTo>
                    <a:pt x="2348230" y="104648"/>
                  </a:lnTo>
                  <a:lnTo>
                    <a:pt x="2317356" y="103505"/>
                  </a:lnTo>
                  <a:lnTo>
                    <a:pt x="2277745" y="103505"/>
                  </a:lnTo>
                  <a:lnTo>
                    <a:pt x="2200783" y="107696"/>
                  </a:lnTo>
                  <a:lnTo>
                    <a:pt x="2160016" y="111633"/>
                  </a:lnTo>
                  <a:lnTo>
                    <a:pt x="2117725" y="116713"/>
                  </a:lnTo>
                  <a:lnTo>
                    <a:pt x="2028825" y="130683"/>
                  </a:lnTo>
                  <a:lnTo>
                    <a:pt x="1934464" y="148844"/>
                  </a:lnTo>
                  <a:lnTo>
                    <a:pt x="1835150" y="171069"/>
                  </a:lnTo>
                  <a:lnTo>
                    <a:pt x="1731264" y="196850"/>
                  </a:lnTo>
                  <a:lnTo>
                    <a:pt x="1623314" y="226060"/>
                  </a:lnTo>
                  <a:lnTo>
                    <a:pt x="1541805" y="249478"/>
                  </a:lnTo>
                  <a:lnTo>
                    <a:pt x="1538097" y="240792"/>
                  </a:lnTo>
                  <a:lnTo>
                    <a:pt x="1530604" y="224917"/>
                  </a:lnTo>
                  <a:lnTo>
                    <a:pt x="1523403" y="210870"/>
                  </a:lnTo>
                  <a:lnTo>
                    <a:pt x="1523403" y="254762"/>
                  </a:lnTo>
                  <a:lnTo>
                    <a:pt x="1511427" y="258191"/>
                  </a:lnTo>
                  <a:lnTo>
                    <a:pt x="1461897" y="273227"/>
                  </a:lnTo>
                  <a:lnTo>
                    <a:pt x="1461897" y="156629"/>
                  </a:lnTo>
                  <a:lnTo>
                    <a:pt x="1462328" y="157035"/>
                  </a:lnTo>
                  <a:lnTo>
                    <a:pt x="1471815" y="167500"/>
                  </a:lnTo>
                  <a:lnTo>
                    <a:pt x="1471993" y="167767"/>
                  </a:lnTo>
                  <a:lnTo>
                    <a:pt x="1481150" y="179222"/>
                  </a:lnTo>
                  <a:lnTo>
                    <a:pt x="1489837" y="191465"/>
                  </a:lnTo>
                  <a:lnTo>
                    <a:pt x="1497965" y="204470"/>
                  </a:lnTo>
                  <a:lnTo>
                    <a:pt x="1498180" y="204876"/>
                  </a:lnTo>
                  <a:lnTo>
                    <a:pt x="1506651" y="219684"/>
                  </a:lnTo>
                  <a:lnTo>
                    <a:pt x="1513484" y="233248"/>
                  </a:lnTo>
                  <a:lnTo>
                    <a:pt x="1521231" y="249682"/>
                  </a:lnTo>
                  <a:lnTo>
                    <a:pt x="1523403" y="254762"/>
                  </a:lnTo>
                  <a:lnTo>
                    <a:pt x="1523403" y="210870"/>
                  </a:lnTo>
                  <a:lnTo>
                    <a:pt x="1522730" y="209550"/>
                  </a:lnTo>
                  <a:lnTo>
                    <a:pt x="1514475" y="194818"/>
                  </a:lnTo>
                  <a:lnTo>
                    <a:pt x="1505585" y="180975"/>
                  </a:lnTo>
                  <a:lnTo>
                    <a:pt x="1496542" y="167932"/>
                  </a:lnTo>
                  <a:lnTo>
                    <a:pt x="1496441" y="167767"/>
                  </a:lnTo>
                  <a:lnTo>
                    <a:pt x="1486535" y="155321"/>
                  </a:lnTo>
                  <a:lnTo>
                    <a:pt x="1476121" y="143891"/>
                  </a:lnTo>
                  <a:lnTo>
                    <a:pt x="1464945" y="133223"/>
                  </a:lnTo>
                  <a:lnTo>
                    <a:pt x="1461897" y="130721"/>
                  </a:lnTo>
                  <a:lnTo>
                    <a:pt x="1461897" y="79248"/>
                  </a:lnTo>
                  <a:lnTo>
                    <a:pt x="1490472" y="79248"/>
                  </a:lnTo>
                  <a:lnTo>
                    <a:pt x="1484122" y="66548"/>
                  </a:lnTo>
                  <a:lnTo>
                    <a:pt x="1452372" y="3048"/>
                  </a:lnTo>
                  <a:lnTo>
                    <a:pt x="1414272" y="79248"/>
                  </a:lnTo>
                  <a:lnTo>
                    <a:pt x="1442847" y="79248"/>
                  </a:lnTo>
                  <a:lnTo>
                    <a:pt x="1442847" y="116319"/>
                  </a:lnTo>
                  <a:lnTo>
                    <a:pt x="1441246" y="115189"/>
                  </a:lnTo>
                  <a:lnTo>
                    <a:pt x="1439964" y="114427"/>
                  </a:lnTo>
                  <a:lnTo>
                    <a:pt x="1433868" y="110909"/>
                  </a:lnTo>
                  <a:lnTo>
                    <a:pt x="1381696" y="110909"/>
                  </a:lnTo>
                  <a:lnTo>
                    <a:pt x="1381556" y="110909"/>
                  </a:lnTo>
                  <a:lnTo>
                    <a:pt x="1394841" y="114427"/>
                  </a:lnTo>
                  <a:lnTo>
                    <a:pt x="1394193" y="114274"/>
                  </a:lnTo>
                  <a:lnTo>
                    <a:pt x="1407731" y="119075"/>
                  </a:lnTo>
                  <a:lnTo>
                    <a:pt x="1418907" y="124333"/>
                  </a:lnTo>
                  <a:lnTo>
                    <a:pt x="1442847" y="124333"/>
                  </a:lnTo>
                  <a:lnTo>
                    <a:pt x="1442847" y="124714"/>
                  </a:lnTo>
                  <a:lnTo>
                    <a:pt x="1419872" y="124714"/>
                  </a:lnTo>
                  <a:lnTo>
                    <a:pt x="1419733" y="124714"/>
                  </a:lnTo>
                  <a:lnTo>
                    <a:pt x="1420291" y="124980"/>
                  </a:lnTo>
                  <a:lnTo>
                    <a:pt x="1424051" y="127177"/>
                  </a:lnTo>
                  <a:lnTo>
                    <a:pt x="1430401" y="130810"/>
                  </a:lnTo>
                  <a:lnTo>
                    <a:pt x="1442186" y="139065"/>
                  </a:lnTo>
                  <a:lnTo>
                    <a:pt x="1442847" y="139623"/>
                  </a:lnTo>
                  <a:lnTo>
                    <a:pt x="1442847" y="279019"/>
                  </a:lnTo>
                  <a:lnTo>
                    <a:pt x="1396365" y="293116"/>
                  </a:lnTo>
                  <a:lnTo>
                    <a:pt x="1278255" y="330327"/>
                  </a:lnTo>
                  <a:lnTo>
                    <a:pt x="1035050" y="410464"/>
                  </a:lnTo>
                  <a:lnTo>
                    <a:pt x="555180" y="575767"/>
                  </a:lnTo>
                  <a:lnTo>
                    <a:pt x="714629" y="455041"/>
                  </a:lnTo>
                  <a:lnTo>
                    <a:pt x="828040" y="371856"/>
                  </a:lnTo>
                  <a:lnTo>
                    <a:pt x="883285" y="332613"/>
                  </a:lnTo>
                  <a:lnTo>
                    <a:pt x="934935" y="297078"/>
                  </a:lnTo>
                  <a:lnTo>
                    <a:pt x="990092" y="260604"/>
                  </a:lnTo>
                  <a:lnTo>
                    <a:pt x="1038110" y="230441"/>
                  </a:lnTo>
                  <a:lnTo>
                    <a:pt x="1086764" y="201637"/>
                  </a:lnTo>
                  <a:lnTo>
                    <a:pt x="1138021" y="173685"/>
                  </a:lnTo>
                  <a:lnTo>
                    <a:pt x="1140294" y="172491"/>
                  </a:lnTo>
                  <a:lnTo>
                    <a:pt x="1137881" y="173685"/>
                  </a:lnTo>
                  <a:lnTo>
                    <a:pt x="1183005" y="151638"/>
                  </a:lnTo>
                  <a:lnTo>
                    <a:pt x="1224610" y="134213"/>
                  </a:lnTo>
                  <a:lnTo>
                    <a:pt x="1246047" y="126403"/>
                  </a:lnTo>
                  <a:lnTo>
                    <a:pt x="1245743" y="126403"/>
                  </a:lnTo>
                  <a:lnTo>
                    <a:pt x="1265212" y="120332"/>
                  </a:lnTo>
                  <a:lnTo>
                    <a:pt x="1284249" y="115189"/>
                  </a:lnTo>
                  <a:lnTo>
                    <a:pt x="1302054" y="111429"/>
                  </a:lnTo>
                  <a:lnTo>
                    <a:pt x="1319669" y="108813"/>
                  </a:lnTo>
                  <a:lnTo>
                    <a:pt x="1320634" y="108661"/>
                  </a:lnTo>
                  <a:lnTo>
                    <a:pt x="1320279" y="108661"/>
                  </a:lnTo>
                  <a:lnTo>
                    <a:pt x="1336802" y="107315"/>
                  </a:lnTo>
                  <a:lnTo>
                    <a:pt x="1353210" y="107315"/>
                  </a:lnTo>
                  <a:lnTo>
                    <a:pt x="1367256" y="108458"/>
                  </a:lnTo>
                  <a:lnTo>
                    <a:pt x="1380464" y="110718"/>
                  </a:lnTo>
                  <a:lnTo>
                    <a:pt x="1433550" y="110718"/>
                  </a:lnTo>
                  <a:lnTo>
                    <a:pt x="1428115" y="107569"/>
                  </a:lnTo>
                  <a:lnTo>
                    <a:pt x="1427556" y="107315"/>
                  </a:lnTo>
                  <a:lnTo>
                    <a:pt x="1414399" y="101219"/>
                  </a:lnTo>
                  <a:lnTo>
                    <a:pt x="1400048" y="96012"/>
                  </a:lnTo>
                  <a:lnTo>
                    <a:pt x="1384935" y="92075"/>
                  </a:lnTo>
                  <a:lnTo>
                    <a:pt x="1369187" y="89535"/>
                  </a:lnTo>
                  <a:lnTo>
                    <a:pt x="1354175" y="88265"/>
                  </a:lnTo>
                  <a:lnTo>
                    <a:pt x="1335532" y="88265"/>
                  </a:lnTo>
                  <a:lnTo>
                    <a:pt x="1280033" y="96520"/>
                  </a:lnTo>
                  <a:lnTo>
                    <a:pt x="1239545" y="108458"/>
                  </a:lnTo>
                  <a:lnTo>
                    <a:pt x="1197229" y="124714"/>
                  </a:lnTo>
                  <a:lnTo>
                    <a:pt x="1152398" y="145034"/>
                  </a:lnTo>
                  <a:lnTo>
                    <a:pt x="1105408" y="169418"/>
                  </a:lnTo>
                  <a:lnTo>
                    <a:pt x="1056386" y="197104"/>
                  </a:lnTo>
                  <a:lnTo>
                    <a:pt x="1005713" y="228092"/>
                  </a:lnTo>
                  <a:lnTo>
                    <a:pt x="926719" y="279654"/>
                  </a:lnTo>
                  <a:lnTo>
                    <a:pt x="816864" y="356362"/>
                  </a:lnTo>
                  <a:lnTo>
                    <a:pt x="703199" y="439801"/>
                  </a:lnTo>
                  <a:lnTo>
                    <a:pt x="533692" y="568071"/>
                  </a:lnTo>
                  <a:lnTo>
                    <a:pt x="496519" y="495808"/>
                  </a:lnTo>
                  <a:lnTo>
                    <a:pt x="473925" y="452628"/>
                  </a:lnTo>
                  <a:lnTo>
                    <a:pt x="451700" y="410464"/>
                  </a:lnTo>
                  <a:lnTo>
                    <a:pt x="429653" y="369443"/>
                  </a:lnTo>
                  <a:lnTo>
                    <a:pt x="407987" y="330200"/>
                  </a:lnTo>
                  <a:lnTo>
                    <a:pt x="386765" y="292862"/>
                  </a:lnTo>
                  <a:lnTo>
                    <a:pt x="366001" y="257810"/>
                  </a:lnTo>
                  <a:lnTo>
                    <a:pt x="336067" y="210439"/>
                  </a:lnTo>
                  <a:lnTo>
                    <a:pt x="307632" y="170180"/>
                  </a:lnTo>
                  <a:lnTo>
                    <a:pt x="280619" y="137541"/>
                  </a:lnTo>
                  <a:lnTo>
                    <a:pt x="264325" y="121539"/>
                  </a:lnTo>
                  <a:lnTo>
                    <a:pt x="231330" y="121539"/>
                  </a:lnTo>
                  <a:lnTo>
                    <a:pt x="231127" y="121539"/>
                  </a:lnTo>
                  <a:lnTo>
                    <a:pt x="235483" y="123825"/>
                  </a:lnTo>
                  <a:lnTo>
                    <a:pt x="236562" y="124333"/>
                  </a:lnTo>
                  <a:lnTo>
                    <a:pt x="244055" y="129540"/>
                  </a:lnTo>
                  <a:lnTo>
                    <a:pt x="274574" y="159270"/>
                  </a:lnTo>
                  <a:lnTo>
                    <a:pt x="292227" y="181406"/>
                  </a:lnTo>
                  <a:lnTo>
                    <a:pt x="292442" y="181571"/>
                  </a:lnTo>
                  <a:lnTo>
                    <a:pt x="293166" y="182626"/>
                  </a:lnTo>
                  <a:lnTo>
                    <a:pt x="294665" y="184581"/>
                  </a:lnTo>
                  <a:lnTo>
                    <a:pt x="301345" y="193700"/>
                  </a:lnTo>
                  <a:lnTo>
                    <a:pt x="301548" y="193916"/>
                  </a:lnTo>
                  <a:lnTo>
                    <a:pt x="301701" y="194183"/>
                  </a:lnTo>
                  <a:lnTo>
                    <a:pt x="302336" y="195046"/>
                  </a:lnTo>
                  <a:lnTo>
                    <a:pt x="310629" y="206883"/>
                  </a:lnTo>
                  <a:lnTo>
                    <a:pt x="320141" y="220980"/>
                  </a:lnTo>
                  <a:lnTo>
                    <a:pt x="329819" y="235839"/>
                  </a:lnTo>
                  <a:lnTo>
                    <a:pt x="339661" y="251371"/>
                  </a:lnTo>
                  <a:lnTo>
                    <a:pt x="339852" y="251561"/>
                  </a:lnTo>
                  <a:lnTo>
                    <a:pt x="340855" y="253238"/>
                  </a:lnTo>
                  <a:lnTo>
                    <a:pt x="341350" y="254025"/>
                  </a:lnTo>
                  <a:lnTo>
                    <a:pt x="349681" y="267716"/>
                  </a:lnTo>
                  <a:lnTo>
                    <a:pt x="370255" y="302387"/>
                  </a:lnTo>
                  <a:lnTo>
                    <a:pt x="391325" y="339344"/>
                  </a:lnTo>
                  <a:lnTo>
                    <a:pt x="412902" y="378587"/>
                  </a:lnTo>
                  <a:lnTo>
                    <a:pt x="436359" y="422186"/>
                  </a:lnTo>
                  <a:lnTo>
                    <a:pt x="457047" y="461391"/>
                  </a:lnTo>
                  <a:lnTo>
                    <a:pt x="479590" y="504571"/>
                  </a:lnTo>
                  <a:lnTo>
                    <a:pt x="524929" y="592582"/>
                  </a:lnTo>
                  <a:lnTo>
                    <a:pt x="533349" y="588302"/>
                  </a:lnTo>
                  <a:lnTo>
                    <a:pt x="538048" y="601853"/>
                  </a:lnTo>
                  <a:lnTo>
                    <a:pt x="1041273" y="428459"/>
                  </a:lnTo>
                  <a:lnTo>
                    <a:pt x="1043419" y="427736"/>
                  </a:lnTo>
                  <a:lnTo>
                    <a:pt x="1042377" y="428053"/>
                  </a:lnTo>
                  <a:lnTo>
                    <a:pt x="1284097" y="348488"/>
                  </a:lnTo>
                  <a:lnTo>
                    <a:pt x="1401953" y="311277"/>
                  </a:lnTo>
                  <a:lnTo>
                    <a:pt x="1442847" y="298907"/>
                  </a:lnTo>
                  <a:lnTo>
                    <a:pt x="1442847" y="533146"/>
                  </a:lnTo>
                  <a:lnTo>
                    <a:pt x="1461897" y="533146"/>
                  </a:lnTo>
                  <a:lnTo>
                    <a:pt x="1461897" y="293128"/>
                  </a:lnTo>
                  <a:lnTo>
                    <a:pt x="1519148" y="275793"/>
                  </a:lnTo>
                  <a:lnTo>
                    <a:pt x="1530667" y="272491"/>
                  </a:lnTo>
                  <a:lnTo>
                    <a:pt x="1533461" y="279654"/>
                  </a:lnTo>
                  <a:lnTo>
                    <a:pt x="1540192" y="298069"/>
                  </a:lnTo>
                  <a:lnTo>
                    <a:pt x="1551965" y="334378"/>
                  </a:lnTo>
                  <a:lnTo>
                    <a:pt x="1563306" y="374396"/>
                  </a:lnTo>
                  <a:lnTo>
                    <a:pt x="1572577" y="411251"/>
                  </a:lnTo>
                  <a:lnTo>
                    <a:pt x="1572691" y="411505"/>
                  </a:lnTo>
                  <a:lnTo>
                    <a:pt x="1581531" y="449453"/>
                  </a:lnTo>
                  <a:lnTo>
                    <a:pt x="1582064" y="451612"/>
                  </a:lnTo>
                  <a:lnTo>
                    <a:pt x="1583766" y="459536"/>
                  </a:lnTo>
                  <a:lnTo>
                    <a:pt x="1555877" y="465582"/>
                  </a:lnTo>
                  <a:lnTo>
                    <a:pt x="1609344" y="532003"/>
                  </a:lnTo>
                  <a:lnTo>
                    <a:pt x="1624584" y="471932"/>
                  </a:lnTo>
                  <a:lnTo>
                    <a:pt x="1630299" y="449453"/>
                  </a:lnTo>
                  <a:lnTo>
                    <a:pt x="1602384" y="455510"/>
                  </a:lnTo>
                  <a:lnTo>
                    <a:pt x="1600581" y="447421"/>
                  </a:lnTo>
                  <a:lnTo>
                    <a:pt x="1591183" y="406781"/>
                  </a:lnTo>
                  <a:lnTo>
                    <a:pt x="1581150" y="367284"/>
                  </a:lnTo>
                  <a:lnTo>
                    <a:pt x="1570228" y="328930"/>
                  </a:lnTo>
                  <a:lnTo>
                    <a:pt x="1558290" y="292227"/>
                  </a:lnTo>
                  <a:lnTo>
                    <a:pt x="1549044" y="267220"/>
                  </a:lnTo>
                  <a:lnTo>
                    <a:pt x="1628394" y="244475"/>
                  </a:lnTo>
                  <a:lnTo>
                    <a:pt x="1736090" y="215265"/>
                  </a:lnTo>
                  <a:lnTo>
                    <a:pt x="1839480" y="189674"/>
                  </a:lnTo>
                  <a:lnTo>
                    <a:pt x="1842173" y="189014"/>
                  </a:lnTo>
                  <a:lnTo>
                    <a:pt x="1936013" y="167957"/>
                  </a:lnTo>
                  <a:lnTo>
                    <a:pt x="1938185" y="167462"/>
                  </a:lnTo>
                  <a:lnTo>
                    <a:pt x="2030399" y="149720"/>
                  </a:lnTo>
                  <a:lnTo>
                    <a:pt x="2030564" y="149694"/>
                  </a:lnTo>
                  <a:lnTo>
                    <a:pt x="2032190" y="149428"/>
                  </a:lnTo>
                  <a:lnTo>
                    <a:pt x="2031911" y="149428"/>
                  </a:lnTo>
                  <a:lnTo>
                    <a:pt x="2120138" y="135699"/>
                  </a:lnTo>
                  <a:lnTo>
                    <a:pt x="2120277" y="135699"/>
                  </a:lnTo>
                  <a:lnTo>
                    <a:pt x="2121662" y="135458"/>
                  </a:lnTo>
                  <a:lnTo>
                    <a:pt x="2161108" y="130683"/>
                  </a:lnTo>
                  <a:lnTo>
                    <a:pt x="2160600" y="130683"/>
                  </a:lnTo>
                  <a:lnTo>
                    <a:pt x="2202294" y="126644"/>
                  </a:lnTo>
                  <a:lnTo>
                    <a:pt x="2201938" y="126644"/>
                  </a:lnTo>
                  <a:lnTo>
                    <a:pt x="2241029" y="123977"/>
                  </a:lnTo>
                  <a:lnTo>
                    <a:pt x="2240572" y="123977"/>
                  </a:lnTo>
                  <a:lnTo>
                    <a:pt x="2278380" y="122555"/>
                  </a:lnTo>
                  <a:lnTo>
                    <a:pt x="2316810" y="122555"/>
                  </a:lnTo>
                  <a:lnTo>
                    <a:pt x="2348128" y="123736"/>
                  </a:lnTo>
                  <a:lnTo>
                    <a:pt x="2347328" y="123736"/>
                  </a:lnTo>
                  <a:lnTo>
                    <a:pt x="2379535" y="126263"/>
                  </a:lnTo>
                  <a:lnTo>
                    <a:pt x="2381364" y="126403"/>
                  </a:lnTo>
                  <a:lnTo>
                    <a:pt x="2381491" y="126403"/>
                  </a:lnTo>
                  <a:lnTo>
                    <a:pt x="2410549" y="129857"/>
                  </a:lnTo>
                  <a:lnTo>
                    <a:pt x="2410333" y="129857"/>
                  </a:lnTo>
                  <a:lnTo>
                    <a:pt x="2439581" y="134696"/>
                  </a:lnTo>
                  <a:lnTo>
                    <a:pt x="2492476" y="147320"/>
                  </a:lnTo>
                  <a:lnTo>
                    <a:pt x="2540139" y="163779"/>
                  </a:lnTo>
                  <a:lnTo>
                    <a:pt x="2541613" y="164426"/>
                  </a:lnTo>
                  <a:lnTo>
                    <a:pt x="2541295" y="164249"/>
                  </a:lnTo>
                  <a:lnTo>
                    <a:pt x="2585872" y="185318"/>
                  </a:lnTo>
                  <a:lnTo>
                    <a:pt x="2624391" y="208965"/>
                  </a:lnTo>
                  <a:lnTo>
                    <a:pt x="2660726" y="236728"/>
                  </a:lnTo>
                  <a:lnTo>
                    <a:pt x="2691968" y="266026"/>
                  </a:lnTo>
                  <a:lnTo>
                    <a:pt x="2707030" y="282282"/>
                  </a:lnTo>
                  <a:lnTo>
                    <a:pt x="2706840" y="281927"/>
                  </a:lnTo>
                  <a:lnTo>
                    <a:pt x="2733751" y="314680"/>
                  </a:lnTo>
                  <a:lnTo>
                    <a:pt x="2747581" y="333540"/>
                  </a:lnTo>
                  <a:lnTo>
                    <a:pt x="2760205" y="352082"/>
                  </a:lnTo>
                  <a:lnTo>
                    <a:pt x="2782951" y="388747"/>
                  </a:lnTo>
                  <a:lnTo>
                    <a:pt x="2785491" y="393319"/>
                  </a:lnTo>
                  <a:lnTo>
                    <a:pt x="2785491" y="536194"/>
                  </a:lnTo>
                  <a:lnTo>
                    <a:pt x="2804541" y="536194"/>
                  </a:lnTo>
                  <a:lnTo>
                    <a:pt x="2804541" y="427520"/>
                  </a:lnTo>
                  <a:lnTo>
                    <a:pt x="2804668" y="427736"/>
                  </a:lnTo>
                  <a:lnTo>
                    <a:pt x="2825153" y="467829"/>
                  </a:lnTo>
                  <a:lnTo>
                    <a:pt x="2831439" y="481101"/>
                  </a:lnTo>
                  <a:lnTo>
                    <a:pt x="2805684" y="493268"/>
                  </a:lnTo>
                  <a:lnTo>
                    <a:pt x="2872740" y="545846"/>
                  </a:lnTo>
                  <a:lnTo>
                    <a:pt x="2873781" y="495808"/>
                  </a:lnTo>
                  <a:lnTo>
                    <a:pt x="2873845" y="492633"/>
                  </a:lnTo>
                  <a:lnTo>
                    <a:pt x="2874518" y="460756"/>
                  </a:lnTo>
                  <a:close/>
                </a:path>
              </a:pathLst>
            </a:custGeom>
            <a:solidFill>
              <a:srgbClr val="000000"/>
            </a:solidFill>
          </p:spPr>
          <p:txBody>
            <a:bodyPr wrap="square" lIns="0" tIns="0" rIns="0" bIns="0" rtlCol="0"/>
            <a:lstStyle/>
            <a:p/>
          </p:txBody>
        </p:sp>
        <p:sp>
          <p:nvSpPr>
            <p:cNvPr id="41" name="object 39"/>
            <p:cNvSpPr/>
            <p:nvPr/>
          </p:nvSpPr>
          <p:spPr>
            <a:xfrm>
              <a:off x="492251" y="3317747"/>
              <a:ext cx="3904615" cy="207645"/>
            </a:xfrm>
            <a:custGeom>
              <a:avLst/>
              <a:gdLst/>
              <a:ahLst/>
              <a:cxnLst/>
              <a:rect l="l" t="t" r="r" b="b"/>
              <a:pathLst>
                <a:path w="3904615" h="207645">
                  <a:moveTo>
                    <a:pt x="0" y="207263"/>
                  </a:moveTo>
                  <a:lnTo>
                    <a:pt x="3904488" y="207263"/>
                  </a:lnTo>
                  <a:lnTo>
                    <a:pt x="3904488" y="0"/>
                  </a:lnTo>
                  <a:lnTo>
                    <a:pt x="0" y="0"/>
                  </a:lnTo>
                  <a:lnTo>
                    <a:pt x="0" y="207263"/>
                  </a:lnTo>
                  <a:close/>
                </a:path>
              </a:pathLst>
            </a:custGeom>
            <a:ln w="12700">
              <a:solidFill>
                <a:srgbClr val="000000"/>
              </a:solidFill>
            </a:ln>
          </p:spPr>
          <p:txBody>
            <a:bodyPr wrap="square" lIns="0" tIns="0" rIns="0" bIns="0" rtlCol="0"/>
            <a:lstStyle/>
            <a:p/>
          </p:txBody>
        </p:sp>
        <p:pic>
          <p:nvPicPr>
            <p:cNvPr id="42" name="object 40"/>
            <p:cNvPicPr/>
            <p:nvPr/>
          </p:nvPicPr>
          <p:blipFill>
            <a:blip r:embed="rId18" cstate="print"/>
            <a:stretch>
              <a:fillRect/>
            </a:stretch>
          </p:blipFill>
          <p:spPr>
            <a:xfrm>
              <a:off x="2141219" y="3346703"/>
              <a:ext cx="647700" cy="135636"/>
            </a:xfrm>
            <a:prstGeom prst="rect">
              <a:avLst/>
            </a:prstGeom>
          </p:spPr>
        </p:pic>
        <p:sp>
          <p:nvSpPr>
            <p:cNvPr id="43" name="object 41"/>
            <p:cNvSpPr/>
            <p:nvPr/>
          </p:nvSpPr>
          <p:spPr>
            <a:xfrm>
              <a:off x="3639312" y="3124199"/>
              <a:ext cx="417830" cy="94615"/>
            </a:xfrm>
            <a:custGeom>
              <a:avLst/>
              <a:gdLst/>
              <a:ahLst/>
              <a:cxnLst/>
              <a:rect l="l" t="t" r="r" b="b"/>
              <a:pathLst>
                <a:path w="417829" h="94614">
                  <a:moveTo>
                    <a:pt x="417575" y="0"/>
                  </a:moveTo>
                  <a:lnTo>
                    <a:pt x="0" y="0"/>
                  </a:lnTo>
                  <a:lnTo>
                    <a:pt x="0" y="94487"/>
                  </a:lnTo>
                  <a:lnTo>
                    <a:pt x="417575" y="94487"/>
                  </a:lnTo>
                  <a:lnTo>
                    <a:pt x="417575" y="0"/>
                  </a:lnTo>
                  <a:close/>
                </a:path>
              </a:pathLst>
            </a:custGeom>
            <a:solidFill>
              <a:srgbClr val="EC7C30"/>
            </a:solidFill>
          </p:spPr>
          <p:txBody>
            <a:bodyPr wrap="square" lIns="0" tIns="0" rIns="0" bIns="0" rtlCol="0"/>
            <a:lstStyle/>
            <a:p/>
          </p:txBody>
        </p:sp>
        <p:sp>
          <p:nvSpPr>
            <p:cNvPr id="44" name="object 42"/>
            <p:cNvSpPr/>
            <p:nvPr/>
          </p:nvSpPr>
          <p:spPr>
            <a:xfrm>
              <a:off x="3639312" y="3124199"/>
              <a:ext cx="417830" cy="94615"/>
            </a:xfrm>
            <a:custGeom>
              <a:avLst/>
              <a:gdLst/>
              <a:ahLst/>
              <a:cxnLst/>
              <a:rect l="l" t="t" r="r" b="b"/>
              <a:pathLst>
                <a:path w="417829" h="94614">
                  <a:moveTo>
                    <a:pt x="0" y="94487"/>
                  </a:moveTo>
                  <a:lnTo>
                    <a:pt x="417575" y="94487"/>
                  </a:lnTo>
                  <a:lnTo>
                    <a:pt x="417575" y="0"/>
                  </a:lnTo>
                  <a:lnTo>
                    <a:pt x="0" y="0"/>
                  </a:lnTo>
                  <a:lnTo>
                    <a:pt x="0" y="94487"/>
                  </a:lnTo>
                  <a:close/>
                </a:path>
              </a:pathLst>
            </a:custGeom>
            <a:ln w="12700">
              <a:solidFill>
                <a:srgbClr val="AD5A20"/>
              </a:solidFill>
            </a:ln>
          </p:spPr>
          <p:txBody>
            <a:bodyPr wrap="square" lIns="0" tIns="0" rIns="0" bIns="0" rtlCol="0"/>
            <a:lstStyle/>
            <a:p/>
          </p:txBody>
        </p:sp>
        <p:sp>
          <p:nvSpPr>
            <p:cNvPr id="45" name="object 43"/>
            <p:cNvSpPr/>
            <p:nvPr/>
          </p:nvSpPr>
          <p:spPr>
            <a:xfrm>
              <a:off x="525018" y="2818637"/>
              <a:ext cx="3868420" cy="441959"/>
            </a:xfrm>
            <a:custGeom>
              <a:avLst/>
              <a:gdLst/>
              <a:ahLst/>
              <a:cxnLst/>
              <a:rect l="l" t="t" r="r" b="b"/>
              <a:pathLst>
                <a:path w="3868420" h="441960">
                  <a:moveTo>
                    <a:pt x="3868039" y="403860"/>
                  </a:moveTo>
                  <a:lnTo>
                    <a:pt x="3848989" y="394335"/>
                  </a:lnTo>
                  <a:lnTo>
                    <a:pt x="3791839" y="365760"/>
                  </a:lnTo>
                  <a:lnTo>
                    <a:pt x="3791839" y="394335"/>
                  </a:lnTo>
                  <a:lnTo>
                    <a:pt x="47625" y="394335"/>
                  </a:lnTo>
                  <a:lnTo>
                    <a:pt x="47625" y="76200"/>
                  </a:lnTo>
                  <a:lnTo>
                    <a:pt x="76200" y="76200"/>
                  </a:lnTo>
                  <a:lnTo>
                    <a:pt x="69850" y="63500"/>
                  </a:lnTo>
                  <a:lnTo>
                    <a:pt x="38100" y="0"/>
                  </a:lnTo>
                  <a:lnTo>
                    <a:pt x="0" y="76200"/>
                  </a:lnTo>
                  <a:lnTo>
                    <a:pt x="28575" y="76200"/>
                  </a:lnTo>
                  <a:lnTo>
                    <a:pt x="28575" y="402844"/>
                  </a:lnTo>
                  <a:lnTo>
                    <a:pt x="32004" y="402844"/>
                  </a:lnTo>
                  <a:lnTo>
                    <a:pt x="32004" y="413385"/>
                  </a:lnTo>
                  <a:lnTo>
                    <a:pt x="3791839" y="413385"/>
                  </a:lnTo>
                  <a:lnTo>
                    <a:pt x="3791839" y="441960"/>
                  </a:lnTo>
                  <a:lnTo>
                    <a:pt x="3848989" y="413385"/>
                  </a:lnTo>
                  <a:lnTo>
                    <a:pt x="3868039" y="403860"/>
                  </a:lnTo>
                  <a:close/>
                </a:path>
              </a:pathLst>
            </a:custGeom>
            <a:solidFill>
              <a:srgbClr val="000000"/>
            </a:solidFill>
          </p:spPr>
          <p:txBody>
            <a:bodyPr wrap="square" lIns="0" tIns="0" rIns="0" bIns="0" rtlCol="0"/>
            <a:lstStyle/>
            <a:p/>
          </p:txBody>
        </p:sp>
        <p:pic>
          <p:nvPicPr>
            <p:cNvPr id="46" name="object 44"/>
            <p:cNvPicPr/>
            <p:nvPr/>
          </p:nvPicPr>
          <p:blipFill>
            <a:blip r:embed="rId19" cstate="print"/>
            <a:stretch>
              <a:fillRect/>
            </a:stretch>
          </p:blipFill>
          <p:spPr>
            <a:xfrm>
              <a:off x="954023" y="2878835"/>
              <a:ext cx="236219" cy="149351"/>
            </a:xfrm>
            <a:prstGeom prst="rect">
              <a:avLst/>
            </a:prstGeom>
          </p:spPr>
        </p:pic>
        <p:pic>
          <p:nvPicPr>
            <p:cNvPr id="47" name="object 45"/>
            <p:cNvPicPr/>
            <p:nvPr/>
          </p:nvPicPr>
          <p:blipFill>
            <a:blip r:embed="rId20" cstate="print"/>
            <a:stretch>
              <a:fillRect/>
            </a:stretch>
          </p:blipFill>
          <p:spPr>
            <a:xfrm>
              <a:off x="2403347" y="2875787"/>
              <a:ext cx="240792" cy="149351"/>
            </a:xfrm>
            <a:prstGeom prst="rect">
              <a:avLst/>
            </a:prstGeom>
          </p:spPr>
        </p:pic>
        <p:pic>
          <p:nvPicPr>
            <p:cNvPr id="48" name="object 46"/>
            <p:cNvPicPr/>
            <p:nvPr/>
          </p:nvPicPr>
          <p:blipFill>
            <a:blip r:embed="rId21" cstate="print"/>
            <a:stretch>
              <a:fillRect/>
            </a:stretch>
          </p:blipFill>
          <p:spPr>
            <a:xfrm>
              <a:off x="3723131" y="2881883"/>
              <a:ext cx="243839" cy="152400"/>
            </a:xfrm>
            <a:prstGeom prst="rect">
              <a:avLst/>
            </a:prstGeom>
          </p:spPr>
        </p:pic>
        <p:sp>
          <p:nvSpPr>
            <p:cNvPr id="49" name="object 47"/>
            <p:cNvSpPr/>
            <p:nvPr/>
          </p:nvSpPr>
          <p:spPr>
            <a:xfrm>
              <a:off x="1462278" y="2612897"/>
              <a:ext cx="2802890" cy="1819275"/>
            </a:xfrm>
            <a:custGeom>
              <a:avLst/>
              <a:gdLst/>
              <a:ahLst/>
              <a:cxnLst/>
              <a:rect l="l" t="t" r="r" b="b"/>
              <a:pathLst>
                <a:path w="2802890" h="1819275">
                  <a:moveTo>
                    <a:pt x="47536" y="76263"/>
                  </a:moveTo>
                  <a:lnTo>
                    <a:pt x="28486" y="76263"/>
                  </a:lnTo>
                  <a:lnTo>
                    <a:pt x="17894" y="1808480"/>
                  </a:lnTo>
                  <a:lnTo>
                    <a:pt x="36957" y="1808480"/>
                  </a:lnTo>
                  <a:lnTo>
                    <a:pt x="47536" y="76454"/>
                  </a:lnTo>
                  <a:lnTo>
                    <a:pt x="47536" y="76263"/>
                  </a:lnTo>
                  <a:close/>
                </a:path>
                <a:path w="2802890" h="1819275">
                  <a:moveTo>
                    <a:pt x="76200" y="76454"/>
                  </a:moveTo>
                  <a:lnTo>
                    <a:pt x="76098" y="76263"/>
                  </a:lnTo>
                  <a:lnTo>
                    <a:pt x="69824" y="63500"/>
                  </a:lnTo>
                  <a:lnTo>
                    <a:pt x="38608" y="0"/>
                  </a:lnTo>
                  <a:lnTo>
                    <a:pt x="0" y="75946"/>
                  </a:lnTo>
                  <a:lnTo>
                    <a:pt x="28486" y="76136"/>
                  </a:lnTo>
                  <a:lnTo>
                    <a:pt x="47536" y="76263"/>
                  </a:lnTo>
                  <a:lnTo>
                    <a:pt x="76200" y="76454"/>
                  </a:lnTo>
                  <a:close/>
                </a:path>
                <a:path w="2802890" h="1819275">
                  <a:moveTo>
                    <a:pt x="1455712" y="86931"/>
                  </a:moveTo>
                  <a:lnTo>
                    <a:pt x="1436662" y="86931"/>
                  </a:lnTo>
                  <a:lnTo>
                    <a:pt x="1426070" y="1819148"/>
                  </a:lnTo>
                  <a:lnTo>
                    <a:pt x="1445133" y="1819148"/>
                  </a:lnTo>
                  <a:lnTo>
                    <a:pt x="1455712" y="87122"/>
                  </a:lnTo>
                  <a:lnTo>
                    <a:pt x="1455712" y="86931"/>
                  </a:lnTo>
                  <a:close/>
                </a:path>
                <a:path w="2802890" h="1819275">
                  <a:moveTo>
                    <a:pt x="1484376" y="87122"/>
                  </a:moveTo>
                  <a:lnTo>
                    <a:pt x="1484274" y="86931"/>
                  </a:lnTo>
                  <a:lnTo>
                    <a:pt x="1478000" y="74168"/>
                  </a:lnTo>
                  <a:lnTo>
                    <a:pt x="1446784" y="10668"/>
                  </a:lnTo>
                  <a:lnTo>
                    <a:pt x="1408176" y="86614"/>
                  </a:lnTo>
                  <a:lnTo>
                    <a:pt x="1436662" y="86804"/>
                  </a:lnTo>
                  <a:lnTo>
                    <a:pt x="1455712" y="86931"/>
                  </a:lnTo>
                  <a:lnTo>
                    <a:pt x="1484376" y="87122"/>
                  </a:lnTo>
                  <a:close/>
                </a:path>
                <a:path w="2802890" h="1819275">
                  <a:moveTo>
                    <a:pt x="2773972" y="76263"/>
                  </a:moveTo>
                  <a:lnTo>
                    <a:pt x="2754922" y="76263"/>
                  </a:lnTo>
                  <a:lnTo>
                    <a:pt x="2744330" y="1808480"/>
                  </a:lnTo>
                  <a:lnTo>
                    <a:pt x="2763393" y="1808480"/>
                  </a:lnTo>
                  <a:lnTo>
                    <a:pt x="2773972" y="76454"/>
                  </a:lnTo>
                  <a:lnTo>
                    <a:pt x="2773972" y="76263"/>
                  </a:lnTo>
                  <a:close/>
                </a:path>
                <a:path w="2802890" h="1819275">
                  <a:moveTo>
                    <a:pt x="2802636" y="76454"/>
                  </a:moveTo>
                  <a:lnTo>
                    <a:pt x="2802534" y="76263"/>
                  </a:lnTo>
                  <a:lnTo>
                    <a:pt x="2796260" y="63500"/>
                  </a:lnTo>
                  <a:lnTo>
                    <a:pt x="2765044" y="0"/>
                  </a:lnTo>
                  <a:lnTo>
                    <a:pt x="2726436" y="75946"/>
                  </a:lnTo>
                  <a:lnTo>
                    <a:pt x="2754922" y="76136"/>
                  </a:lnTo>
                  <a:lnTo>
                    <a:pt x="2773972" y="76263"/>
                  </a:lnTo>
                  <a:lnTo>
                    <a:pt x="2802636" y="76454"/>
                  </a:lnTo>
                  <a:close/>
                </a:path>
              </a:pathLst>
            </a:custGeom>
            <a:solidFill>
              <a:srgbClr val="000000"/>
            </a:solidFill>
          </p:spPr>
          <p:txBody>
            <a:bodyPr wrap="square" lIns="0" tIns="0" rIns="0" bIns="0" rtlCol="0"/>
            <a:lstStyle/>
            <a:p/>
          </p:txBody>
        </p:sp>
        <p:pic>
          <p:nvPicPr>
            <p:cNvPr id="50" name="object 48"/>
            <p:cNvPicPr/>
            <p:nvPr/>
          </p:nvPicPr>
          <p:blipFill>
            <a:blip r:embed="rId22" cstate="print"/>
            <a:stretch>
              <a:fillRect/>
            </a:stretch>
          </p:blipFill>
          <p:spPr>
            <a:xfrm>
              <a:off x="2656966" y="2625089"/>
              <a:ext cx="149225" cy="201675"/>
            </a:xfrm>
            <a:prstGeom prst="rect">
              <a:avLst/>
            </a:prstGeom>
          </p:spPr>
        </p:pic>
        <p:pic>
          <p:nvPicPr>
            <p:cNvPr id="51" name="object 49"/>
            <p:cNvPicPr/>
            <p:nvPr/>
          </p:nvPicPr>
          <p:blipFill>
            <a:blip r:embed="rId23" cstate="print"/>
            <a:stretch>
              <a:fillRect/>
            </a:stretch>
          </p:blipFill>
          <p:spPr>
            <a:xfrm>
              <a:off x="1239672" y="2623565"/>
              <a:ext cx="149199" cy="201675"/>
            </a:xfrm>
            <a:prstGeom prst="rect">
              <a:avLst/>
            </a:prstGeom>
          </p:spPr>
        </p:pic>
        <p:pic>
          <p:nvPicPr>
            <p:cNvPr id="52" name="object 50"/>
            <p:cNvPicPr/>
            <p:nvPr/>
          </p:nvPicPr>
          <p:blipFill>
            <a:blip r:embed="rId24" cstate="print"/>
            <a:stretch>
              <a:fillRect/>
            </a:stretch>
          </p:blipFill>
          <p:spPr>
            <a:xfrm>
              <a:off x="3995038" y="2614421"/>
              <a:ext cx="149225" cy="201675"/>
            </a:xfrm>
            <a:prstGeom prst="rect">
              <a:avLst/>
            </a:prstGeom>
          </p:spPr>
        </p:pic>
        <p:pic>
          <p:nvPicPr>
            <p:cNvPr id="53" name="object 51"/>
            <p:cNvPicPr/>
            <p:nvPr/>
          </p:nvPicPr>
          <p:blipFill>
            <a:blip r:embed="rId25" cstate="print"/>
            <a:stretch>
              <a:fillRect/>
            </a:stretch>
          </p:blipFill>
          <p:spPr>
            <a:xfrm>
              <a:off x="1310385" y="2366517"/>
              <a:ext cx="233679" cy="226060"/>
            </a:xfrm>
            <a:prstGeom prst="rect">
              <a:avLst/>
            </a:prstGeom>
          </p:spPr>
        </p:pic>
        <p:pic>
          <p:nvPicPr>
            <p:cNvPr id="54" name="object 52"/>
            <p:cNvPicPr/>
            <p:nvPr/>
          </p:nvPicPr>
          <p:blipFill>
            <a:blip r:embed="rId26" cstate="print"/>
            <a:stretch>
              <a:fillRect/>
            </a:stretch>
          </p:blipFill>
          <p:spPr>
            <a:xfrm>
              <a:off x="1414271" y="2467355"/>
              <a:ext cx="27431" cy="25908"/>
            </a:xfrm>
            <a:prstGeom prst="rect">
              <a:avLst/>
            </a:prstGeom>
          </p:spPr>
        </p:pic>
        <p:pic>
          <p:nvPicPr>
            <p:cNvPr id="55" name="object 53"/>
            <p:cNvPicPr/>
            <p:nvPr/>
          </p:nvPicPr>
          <p:blipFill>
            <a:blip r:embed="rId25" cstate="print"/>
            <a:stretch>
              <a:fillRect/>
            </a:stretch>
          </p:blipFill>
          <p:spPr>
            <a:xfrm>
              <a:off x="2738373" y="2369565"/>
              <a:ext cx="233680" cy="226060"/>
            </a:xfrm>
            <a:prstGeom prst="rect">
              <a:avLst/>
            </a:prstGeom>
          </p:spPr>
        </p:pic>
        <p:pic>
          <p:nvPicPr>
            <p:cNvPr id="56" name="object 54"/>
            <p:cNvPicPr/>
            <p:nvPr/>
          </p:nvPicPr>
          <p:blipFill>
            <a:blip r:embed="rId26" cstate="print"/>
            <a:stretch>
              <a:fillRect/>
            </a:stretch>
          </p:blipFill>
          <p:spPr>
            <a:xfrm>
              <a:off x="2842259" y="2468879"/>
              <a:ext cx="27431" cy="25908"/>
            </a:xfrm>
            <a:prstGeom prst="rect">
              <a:avLst/>
            </a:prstGeom>
          </p:spPr>
        </p:pic>
        <p:pic>
          <p:nvPicPr>
            <p:cNvPr id="57" name="object 55"/>
            <p:cNvPicPr/>
            <p:nvPr/>
          </p:nvPicPr>
          <p:blipFill>
            <a:blip r:embed="rId25" cstate="print"/>
            <a:stretch>
              <a:fillRect/>
            </a:stretch>
          </p:blipFill>
          <p:spPr>
            <a:xfrm>
              <a:off x="4073398" y="2360421"/>
              <a:ext cx="233679" cy="226060"/>
            </a:xfrm>
            <a:prstGeom prst="rect">
              <a:avLst/>
            </a:prstGeom>
          </p:spPr>
        </p:pic>
        <p:pic>
          <p:nvPicPr>
            <p:cNvPr id="58" name="object 56"/>
            <p:cNvPicPr/>
            <p:nvPr/>
          </p:nvPicPr>
          <p:blipFill>
            <a:blip r:embed="rId26" cstate="print"/>
            <a:stretch>
              <a:fillRect/>
            </a:stretch>
          </p:blipFill>
          <p:spPr>
            <a:xfrm>
              <a:off x="4177284" y="2461259"/>
              <a:ext cx="27430" cy="25908"/>
            </a:xfrm>
            <a:prstGeom prst="rect">
              <a:avLst/>
            </a:prstGeom>
          </p:spPr>
        </p:pic>
        <p:sp>
          <p:nvSpPr>
            <p:cNvPr id="59" name="object 57"/>
            <p:cNvSpPr/>
            <p:nvPr/>
          </p:nvSpPr>
          <p:spPr>
            <a:xfrm>
              <a:off x="850391" y="2066543"/>
              <a:ext cx="346075" cy="340360"/>
            </a:xfrm>
            <a:custGeom>
              <a:avLst/>
              <a:gdLst/>
              <a:ahLst/>
              <a:cxnLst/>
              <a:rect l="l" t="t" r="r" b="b"/>
              <a:pathLst>
                <a:path w="346075" h="340360">
                  <a:moveTo>
                    <a:pt x="0" y="169925"/>
                  </a:moveTo>
                  <a:lnTo>
                    <a:pt x="6178" y="124751"/>
                  </a:lnTo>
                  <a:lnTo>
                    <a:pt x="23616" y="84158"/>
                  </a:lnTo>
                  <a:lnTo>
                    <a:pt x="50663" y="49768"/>
                  </a:lnTo>
                  <a:lnTo>
                    <a:pt x="85671" y="23198"/>
                  </a:lnTo>
                  <a:lnTo>
                    <a:pt x="126991" y="6069"/>
                  </a:lnTo>
                  <a:lnTo>
                    <a:pt x="172974" y="0"/>
                  </a:lnTo>
                  <a:lnTo>
                    <a:pt x="218956" y="6069"/>
                  </a:lnTo>
                  <a:lnTo>
                    <a:pt x="260276" y="23198"/>
                  </a:lnTo>
                  <a:lnTo>
                    <a:pt x="295284" y="49768"/>
                  </a:lnTo>
                  <a:lnTo>
                    <a:pt x="322331" y="84158"/>
                  </a:lnTo>
                  <a:lnTo>
                    <a:pt x="339769" y="124751"/>
                  </a:lnTo>
                  <a:lnTo>
                    <a:pt x="345948" y="169925"/>
                  </a:lnTo>
                  <a:lnTo>
                    <a:pt x="339769" y="215100"/>
                  </a:lnTo>
                  <a:lnTo>
                    <a:pt x="322331" y="255693"/>
                  </a:lnTo>
                  <a:lnTo>
                    <a:pt x="295284" y="290083"/>
                  </a:lnTo>
                  <a:lnTo>
                    <a:pt x="260276" y="316653"/>
                  </a:lnTo>
                  <a:lnTo>
                    <a:pt x="218956" y="333782"/>
                  </a:lnTo>
                  <a:lnTo>
                    <a:pt x="172974" y="339851"/>
                  </a:lnTo>
                  <a:lnTo>
                    <a:pt x="126991" y="333782"/>
                  </a:lnTo>
                  <a:lnTo>
                    <a:pt x="85671" y="316653"/>
                  </a:lnTo>
                  <a:lnTo>
                    <a:pt x="50663" y="290083"/>
                  </a:lnTo>
                  <a:lnTo>
                    <a:pt x="23616" y="255693"/>
                  </a:lnTo>
                  <a:lnTo>
                    <a:pt x="6178" y="215100"/>
                  </a:lnTo>
                  <a:lnTo>
                    <a:pt x="0" y="169925"/>
                  </a:lnTo>
                  <a:close/>
                </a:path>
              </a:pathLst>
            </a:custGeom>
            <a:ln w="12700">
              <a:solidFill>
                <a:srgbClr val="000000"/>
              </a:solidFill>
            </a:ln>
          </p:spPr>
          <p:txBody>
            <a:bodyPr wrap="square" lIns="0" tIns="0" rIns="0" bIns="0" rtlCol="0"/>
            <a:lstStyle/>
            <a:p/>
          </p:txBody>
        </p:sp>
        <p:pic>
          <p:nvPicPr>
            <p:cNvPr id="60" name="object 58"/>
            <p:cNvPicPr/>
            <p:nvPr/>
          </p:nvPicPr>
          <p:blipFill>
            <a:blip r:embed="rId27" cstate="print"/>
            <a:stretch>
              <a:fillRect/>
            </a:stretch>
          </p:blipFill>
          <p:spPr>
            <a:xfrm>
              <a:off x="943400" y="2148839"/>
              <a:ext cx="152355" cy="172212"/>
            </a:xfrm>
            <a:prstGeom prst="rect">
              <a:avLst/>
            </a:prstGeom>
          </p:spPr>
        </p:pic>
        <p:pic>
          <p:nvPicPr>
            <p:cNvPr id="61" name="object 59"/>
            <p:cNvPicPr/>
            <p:nvPr/>
          </p:nvPicPr>
          <p:blipFill>
            <a:blip r:embed="rId28" cstate="print"/>
            <a:stretch>
              <a:fillRect/>
            </a:stretch>
          </p:blipFill>
          <p:spPr>
            <a:xfrm>
              <a:off x="1149857" y="2367533"/>
              <a:ext cx="170814" cy="78486"/>
            </a:xfrm>
            <a:prstGeom prst="rect">
              <a:avLst/>
            </a:prstGeom>
          </p:spPr>
        </p:pic>
        <p:sp>
          <p:nvSpPr>
            <p:cNvPr id="62" name="object 60"/>
            <p:cNvSpPr/>
            <p:nvPr/>
          </p:nvSpPr>
          <p:spPr>
            <a:xfrm>
              <a:off x="1194054" y="2109723"/>
              <a:ext cx="2864485" cy="343535"/>
            </a:xfrm>
            <a:custGeom>
              <a:avLst/>
              <a:gdLst/>
              <a:ahLst/>
              <a:cxnLst/>
              <a:rect l="l" t="t" r="r" b="b"/>
              <a:pathLst>
                <a:path w="2864485" h="343535">
                  <a:moveTo>
                    <a:pt x="1527556" y="324358"/>
                  </a:moveTo>
                  <a:lnTo>
                    <a:pt x="104254" y="152412"/>
                  </a:lnTo>
                  <a:lnTo>
                    <a:pt x="104432" y="150876"/>
                  </a:lnTo>
                  <a:lnTo>
                    <a:pt x="107696" y="123952"/>
                  </a:lnTo>
                  <a:lnTo>
                    <a:pt x="27432" y="152654"/>
                  </a:lnTo>
                  <a:lnTo>
                    <a:pt x="98552" y="199644"/>
                  </a:lnTo>
                  <a:lnTo>
                    <a:pt x="101981" y="171208"/>
                  </a:lnTo>
                  <a:lnTo>
                    <a:pt x="1525270" y="343281"/>
                  </a:lnTo>
                  <a:lnTo>
                    <a:pt x="1527556" y="324358"/>
                  </a:lnTo>
                  <a:close/>
                </a:path>
                <a:path w="2864485" h="343535">
                  <a:moveTo>
                    <a:pt x="2863977" y="291084"/>
                  </a:moveTo>
                  <a:lnTo>
                    <a:pt x="76720" y="28371"/>
                  </a:lnTo>
                  <a:lnTo>
                    <a:pt x="76822" y="27178"/>
                  </a:lnTo>
                  <a:lnTo>
                    <a:pt x="79375" y="0"/>
                  </a:lnTo>
                  <a:lnTo>
                    <a:pt x="0" y="30734"/>
                  </a:lnTo>
                  <a:lnTo>
                    <a:pt x="72288" y="75819"/>
                  </a:lnTo>
                  <a:lnTo>
                    <a:pt x="74942" y="47421"/>
                  </a:lnTo>
                  <a:lnTo>
                    <a:pt x="2862199" y="310007"/>
                  </a:lnTo>
                  <a:lnTo>
                    <a:pt x="2863977" y="291084"/>
                  </a:lnTo>
                  <a:close/>
                </a:path>
              </a:pathLst>
            </a:custGeom>
            <a:solidFill>
              <a:srgbClr val="000000"/>
            </a:solidFill>
          </p:spPr>
          <p:txBody>
            <a:bodyPr wrap="square" lIns="0" tIns="0" rIns="0" bIns="0" rtlCol="0"/>
            <a:lstStyle/>
            <a:p/>
          </p:txBody>
        </p:sp>
        <p:pic>
          <p:nvPicPr>
            <p:cNvPr id="63" name="object 61"/>
            <p:cNvPicPr/>
            <p:nvPr/>
          </p:nvPicPr>
          <p:blipFill>
            <a:blip r:embed="rId29" cstate="print"/>
            <a:stretch>
              <a:fillRect/>
            </a:stretch>
          </p:blipFill>
          <p:spPr>
            <a:xfrm>
              <a:off x="1006957" y="1841753"/>
              <a:ext cx="76187" cy="195961"/>
            </a:xfrm>
            <a:prstGeom prst="rect">
              <a:avLst/>
            </a:prstGeom>
          </p:spPr>
        </p:pic>
        <p:pic>
          <p:nvPicPr>
            <p:cNvPr id="64" name="object 62"/>
            <p:cNvPicPr/>
            <p:nvPr/>
          </p:nvPicPr>
          <p:blipFill>
            <a:blip r:embed="rId30" cstate="print"/>
            <a:stretch>
              <a:fillRect/>
            </a:stretch>
          </p:blipFill>
          <p:spPr>
            <a:xfrm>
              <a:off x="952500" y="1659635"/>
              <a:ext cx="207263" cy="149351"/>
            </a:xfrm>
            <a:prstGeom prst="rect">
              <a:avLst/>
            </a:prstGeom>
          </p:spPr>
        </p:pic>
      </p:grpSp>
      <p:pic>
        <p:nvPicPr>
          <p:cNvPr id="65" name="object 64"/>
          <p:cNvPicPr/>
          <p:nvPr/>
        </p:nvPicPr>
        <p:blipFill>
          <a:blip r:embed="rId31" cstate="print"/>
          <a:stretch>
            <a:fillRect/>
          </a:stretch>
        </p:blipFill>
        <p:spPr>
          <a:xfrm>
            <a:off x="1024127" y="5917531"/>
            <a:ext cx="222503" cy="149351"/>
          </a:xfrm>
          <a:prstGeom prst="rect">
            <a:avLst/>
          </a:prstGeom>
        </p:spPr>
      </p:pic>
      <p:pic>
        <p:nvPicPr>
          <p:cNvPr id="66" name="object 65"/>
          <p:cNvPicPr/>
          <p:nvPr/>
        </p:nvPicPr>
        <p:blipFill>
          <a:blip r:embed="rId32" cstate="print"/>
          <a:stretch>
            <a:fillRect/>
          </a:stretch>
        </p:blipFill>
        <p:spPr>
          <a:xfrm>
            <a:off x="2414016" y="5917531"/>
            <a:ext cx="227075" cy="149351"/>
          </a:xfrm>
          <a:prstGeom prst="rect">
            <a:avLst/>
          </a:prstGeom>
        </p:spPr>
      </p:pic>
      <p:pic>
        <p:nvPicPr>
          <p:cNvPr id="67" name="object 66"/>
          <p:cNvPicPr/>
          <p:nvPr/>
        </p:nvPicPr>
        <p:blipFill>
          <a:blip r:embed="rId33" cstate="print"/>
          <a:stretch>
            <a:fillRect/>
          </a:stretch>
        </p:blipFill>
        <p:spPr>
          <a:xfrm>
            <a:off x="3768852" y="5917531"/>
            <a:ext cx="230124" cy="152400"/>
          </a:xfrm>
          <a:prstGeom prst="rect">
            <a:avLst/>
          </a:prstGeom>
        </p:spPr>
      </p:pic>
      <p:grpSp>
        <p:nvGrpSpPr>
          <p:cNvPr id="68" name="object 67"/>
          <p:cNvGrpSpPr/>
          <p:nvPr/>
        </p:nvGrpSpPr>
        <p:grpSpPr>
          <a:xfrm>
            <a:off x="897508" y="4669248"/>
            <a:ext cx="427355" cy="821690"/>
            <a:chOff x="897508" y="5210428"/>
            <a:chExt cx="427355" cy="821690"/>
          </a:xfrm>
        </p:grpSpPr>
        <p:pic>
          <p:nvPicPr>
            <p:cNvPr id="69" name="object 68"/>
            <p:cNvPicPr/>
            <p:nvPr/>
          </p:nvPicPr>
          <p:blipFill>
            <a:blip r:embed="rId34" cstate="print"/>
            <a:stretch>
              <a:fillRect/>
            </a:stretch>
          </p:blipFill>
          <p:spPr>
            <a:xfrm>
              <a:off x="900683" y="5213603"/>
              <a:ext cx="420623" cy="815340"/>
            </a:xfrm>
            <a:prstGeom prst="rect">
              <a:avLst/>
            </a:prstGeom>
          </p:spPr>
        </p:pic>
        <p:sp>
          <p:nvSpPr>
            <p:cNvPr id="70" name="object 69"/>
            <p:cNvSpPr/>
            <p:nvPr/>
          </p:nvSpPr>
          <p:spPr>
            <a:xfrm>
              <a:off x="900683" y="5213603"/>
              <a:ext cx="421005" cy="815340"/>
            </a:xfrm>
            <a:custGeom>
              <a:avLst/>
              <a:gdLst/>
              <a:ahLst/>
              <a:cxnLst/>
              <a:rect l="l" t="t" r="r" b="b"/>
              <a:pathLst>
                <a:path w="421005" h="815339">
                  <a:moveTo>
                    <a:pt x="0" y="815340"/>
                  </a:moveTo>
                  <a:lnTo>
                    <a:pt x="420623" y="815340"/>
                  </a:lnTo>
                  <a:lnTo>
                    <a:pt x="420623" y="0"/>
                  </a:lnTo>
                  <a:lnTo>
                    <a:pt x="0" y="0"/>
                  </a:lnTo>
                  <a:lnTo>
                    <a:pt x="0" y="815340"/>
                  </a:lnTo>
                  <a:close/>
                </a:path>
              </a:pathLst>
            </a:custGeom>
            <a:ln w="6350">
              <a:solidFill>
                <a:srgbClr val="6FAC46"/>
              </a:solidFill>
            </a:ln>
          </p:spPr>
          <p:txBody>
            <a:bodyPr wrap="square" lIns="0" tIns="0" rIns="0" bIns="0" rtlCol="0"/>
            <a:lstStyle/>
            <a:p/>
          </p:txBody>
        </p:sp>
        <p:pic>
          <p:nvPicPr>
            <p:cNvPr id="71" name="object 70"/>
            <p:cNvPicPr/>
            <p:nvPr/>
          </p:nvPicPr>
          <p:blipFill>
            <a:blip r:embed="rId35" cstate="print"/>
            <a:stretch>
              <a:fillRect/>
            </a:stretch>
          </p:blipFill>
          <p:spPr>
            <a:xfrm>
              <a:off x="1016507" y="5507735"/>
              <a:ext cx="216408" cy="213359"/>
            </a:xfrm>
            <a:prstGeom prst="rect">
              <a:avLst/>
            </a:prstGeom>
          </p:spPr>
        </p:pic>
      </p:grpSp>
      <p:pic>
        <p:nvPicPr>
          <p:cNvPr id="72" name="object 71"/>
          <p:cNvPicPr/>
          <p:nvPr/>
        </p:nvPicPr>
        <p:blipFill>
          <a:blip r:embed="rId36" cstate="print"/>
          <a:stretch>
            <a:fillRect/>
          </a:stretch>
        </p:blipFill>
        <p:spPr>
          <a:xfrm>
            <a:off x="1082802" y="5578441"/>
            <a:ext cx="76200" cy="233045"/>
          </a:xfrm>
          <a:prstGeom prst="rect">
            <a:avLst/>
          </a:prstGeom>
        </p:spPr>
      </p:pic>
      <p:pic>
        <p:nvPicPr>
          <p:cNvPr id="73" name="object 72"/>
          <p:cNvPicPr/>
          <p:nvPr/>
        </p:nvPicPr>
        <p:blipFill>
          <a:blip r:embed="rId36" cstate="print"/>
          <a:stretch>
            <a:fillRect/>
          </a:stretch>
        </p:blipFill>
        <p:spPr>
          <a:xfrm>
            <a:off x="2472689" y="5578441"/>
            <a:ext cx="76200" cy="233045"/>
          </a:xfrm>
          <a:prstGeom prst="rect">
            <a:avLst/>
          </a:prstGeom>
        </p:spPr>
      </p:pic>
      <p:grpSp>
        <p:nvGrpSpPr>
          <p:cNvPr id="74" name="object 73"/>
          <p:cNvGrpSpPr/>
          <p:nvPr/>
        </p:nvGrpSpPr>
        <p:grpSpPr>
          <a:xfrm>
            <a:off x="2296541" y="4669248"/>
            <a:ext cx="425450" cy="821690"/>
            <a:chOff x="2296541" y="5210428"/>
            <a:chExt cx="425450" cy="821690"/>
          </a:xfrm>
        </p:grpSpPr>
        <p:pic>
          <p:nvPicPr>
            <p:cNvPr id="75" name="object 74"/>
            <p:cNvPicPr/>
            <p:nvPr/>
          </p:nvPicPr>
          <p:blipFill>
            <a:blip r:embed="rId34" cstate="print"/>
            <a:stretch>
              <a:fillRect/>
            </a:stretch>
          </p:blipFill>
          <p:spPr>
            <a:xfrm>
              <a:off x="2299716" y="5213603"/>
              <a:ext cx="419100" cy="815340"/>
            </a:xfrm>
            <a:prstGeom prst="rect">
              <a:avLst/>
            </a:prstGeom>
          </p:spPr>
        </p:pic>
        <p:sp>
          <p:nvSpPr>
            <p:cNvPr id="76" name="object 75"/>
            <p:cNvSpPr/>
            <p:nvPr/>
          </p:nvSpPr>
          <p:spPr>
            <a:xfrm>
              <a:off x="2299716" y="5213603"/>
              <a:ext cx="419100" cy="815340"/>
            </a:xfrm>
            <a:custGeom>
              <a:avLst/>
              <a:gdLst/>
              <a:ahLst/>
              <a:cxnLst/>
              <a:rect l="l" t="t" r="r" b="b"/>
              <a:pathLst>
                <a:path w="419100" h="815339">
                  <a:moveTo>
                    <a:pt x="0" y="815340"/>
                  </a:moveTo>
                  <a:lnTo>
                    <a:pt x="419100" y="815340"/>
                  </a:lnTo>
                  <a:lnTo>
                    <a:pt x="419100" y="0"/>
                  </a:lnTo>
                  <a:lnTo>
                    <a:pt x="0" y="0"/>
                  </a:lnTo>
                  <a:lnTo>
                    <a:pt x="0" y="815340"/>
                  </a:lnTo>
                  <a:close/>
                </a:path>
              </a:pathLst>
            </a:custGeom>
            <a:ln w="6350">
              <a:solidFill>
                <a:srgbClr val="6FAC46"/>
              </a:solidFill>
            </a:ln>
          </p:spPr>
          <p:txBody>
            <a:bodyPr wrap="square" lIns="0" tIns="0" rIns="0" bIns="0" rtlCol="0"/>
            <a:lstStyle/>
            <a:p/>
          </p:txBody>
        </p:sp>
        <p:pic>
          <p:nvPicPr>
            <p:cNvPr id="77" name="object 76"/>
            <p:cNvPicPr/>
            <p:nvPr/>
          </p:nvPicPr>
          <p:blipFill>
            <a:blip r:embed="rId37" cstate="print"/>
            <a:stretch>
              <a:fillRect/>
            </a:stretch>
          </p:blipFill>
          <p:spPr>
            <a:xfrm>
              <a:off x="2406396" y="5507735"/>
              <a:ext cx="220980" cy="213359"/>
            </a:xfrm>
            <a:prstGeom prst="rect">
              <a:avLst/>
            </a:prstGeom>
          </p:spPr>
        </p:pic>
      </p:grpSp>
      <p:pic>
        <p:nvPicPr>
          <p:cNvPr id="78" name="object 77"/>
          <p:cNvPicPr/>
          <p:nvPr/>
        </p:nvPicPr>
        <p:blipFill>
          <a:blip r:embed="rId36" cstate="print"/>
          <a:stretch>
            <a:fillRect/>
          </a:stretch>
        </p:blipFill>
        <p:spPr>
          <a:xfrm>
            <a:off x="3815334" y="5575393"/>
            <a:ext cx="76200" cy="233045"/>
          </a:xfrm>
          <a:prstGeom prst="rect">
            <a:avLst/>
          </a:prstGeom>
        </p:spPr>
      </p:pic>
      <p:grpSp>
        <p:nvGrpSpPr>
          <p:cNvPr id="79" name="object 78"/>
          <p:cNvGrpSpPr/>
          <p:nvPr/>
        </p:nvGrpSpPr>
        <p:grpSpPr>
          <a:xfrm>
            <a:off x="3636136" y="4663153"/>
            <a:ext cx="425450" cy="820419"/>
            <a:chOff x="3636136" y="5204333"/>
            <a:chExt cx="425450" cy="820419"/>
          </a:xfrm>
        </p:grpSpPr>
        <p:pic>
          <p:nvPicPr>
            <p:cNvPr id="80" name="object 79"/>
            <p:cNvPicPr/>
            <p:nvPr/>
          </p:nvPicPr>
          <p:blipFill>
            <a:blip r:embed="rId38" cstate="print"/>
            <a:stretch>
              <a:fillRect/>
            </a:stretch>
          </p:blipFill>
          <p:spPr>
            <a:xfrm>
              <a:off x="3639311" y="5207508"/>
              <a:ext cx="419100" cy="813815"/>
            </a:xfrm>
            <a:prstGeom prst="rect">
              <a:avLst/>
            </a:prstGeom>
          </p:spPr>
        </p:pic>
        <p:sp>
          <p:nvSpPr>
            <p:cNvPr id="81" name="object 80"/>
            <p:cNvSpPr/>
            <p:nvPr/>
          </p:nvSpPr>
          <p:spPr>
            <a:xfrm>
              <a:off x="3639311" y="5207508"/>
              <a:ext cx="419100" cy="814069"/>
            </a:xfrm>
            <a:custGeom>
              <a:avLst/>
              <a:gdLst/>
              <a:ahLst/>
              <a:cxnLst/>
              <a:rect l="l" t="t" r="r" b="b"/>
              <a:pathLst>
                <a:path w="419100" h="814070">
                  <a:moveTo>
                    <a:pt x="0" y="813815"/>
                  </a:moveTo>
                  <a:lnTo>
                    <a:pt x="419100" y="813815"/>
                  </a:lnTo>
                  <a:lnTo>
                    <a:pt x="419100" y="0"/>
                  </a:lnTo>
                  <a:lnTo>
                    <a:pt x="0" y="0"/>
                  </a:lnTo>
                  <a:lnTo>
                    <a:pt x="0" y="813815"/>
                  </a:lnTo>
                  <a:close/>
                </a:path>
              </a:pathLst>
            </a:custGeom>
            <a:ln w="6350">
              <a:solidFill>
                <a:srgbClr val="6FAC46"/>
              </a:solidFill>
            </a:ln>
          </p:spPr>
          <p:txBody>
            <a:bodyPr wrap="square" lIns="0" tIns="0" rIns="0" bIns="0" rtlCol="0"/>
            <a:lstStyle/>
            <a:p/>
          </p:txBody>
        </p:sp>
        <p:pic>
          <p:nvPicPr>
            <p:cNvPr id="82" name="object 81"/>
            <p:cNvPicPr/>
            <p:nvPr/>
          </p:nvPicPr>
          <p:blipFill>
            <a:blip r:embed="rId39" cstate="print"/>
            <a:stretch>
              <a:fillRect/>
            </a:stretch>
          </p:blipFill>
          <p:spPr>
            <a:xfrm>
              <a:off x="3749039" y="5506212"/>
              <a:ext cx="222503" cy="216407"/>
            </a:xfrm>
            <a:prstGeom prst="rect">
              <a:avLst/>
            </a:prstGeom>
          </p:spPr>
        </p:pic>
      </p:grpSp>
      <p:pic>
        <p:nvPicPr>
          <p:cNvPr id="83" name="object 89"/>
          <p:cNvPicPr/>
          <p:nvPr/>
        </p:nvPicPr>
        <p:blipFill>
          <a:blip r:embed="rId40" cstate="print"/>
          <a:stretch>
            <a:fillRect/>
          </a:stretch>
        </p:blipFill>
        <p:spPr>
          <a:xfrm>
            <a:off x="2196973" y="4400390"/>
            <a:ext cx="111378" cy="215137"/>
          </a:xfrm>
          <a:prstGeom prst="rect">
            <a:avLst/>
          </a:prstGeom>
        </p:spPr>
      </p:pic>
      <p:pic>
        <p:nvPicPr>
          <p:cNvPr id="84" name="object 94"/>
          <p:cNvPicPr/>
          <p:nvPr/>
        </p:nvPicPr>
        <p:blipFill>
          <a:blip r:embed="rId41" cstate="print"/>
          <a:stretch>
            <a:fillRect/>
          </a:stretch>
        </p:blipFill>
        <p:spPr>
          <a:xfrm>
            <a:off x="3536569" y="4386673"/>
            <a:ext cx="111378" cy="215137"/>
          </a:xfrm>
          <a:prstGeom prst="rect">
            <a:avLst/>
          </a:prstGeom>
        </p:spPr>
      </p:pic>
      <p:pic>
        <p:nvPicPr>
          <p:cNvPr id="85" name="object 95"/>
          <p:cNvPicPr/>
          <p:nvPr/>
        </p:nvPicPr>
        <p:blipFill>
          <a:blip r:embed="rId42" cstate="print"/>
          <a:stretch>
            <a:fillRect/>
          </a:stretch>
        </p:blipFill>
        <p:spPr>
          <a:xfrm>
            <a:off x="2469388" y="4389722"/>
            <a:ext cx="76200" cy="213614"/>
          </a:xfrm>
          <a:prstGeom prst="rect">
            <a:avLst/>
          </a:prstGeom>
        </p:spPr>
      </p:pic>
      <p:pic>
        <p:nvPicPr>
          <p:cNvPr id="86" name="object 96"/>
          <p:cNvPicPr/>
          <p:nvPr/>
        </p:nvPicPr>
        <p:blipFill>
          <a:blip r:embed="rId42" cstate="print"/>
          <a:stretch>
            <a:fillRect/>
          </a:stretch>
        </p:blipFill>
        <p:spPr>
          <a:xfrm>
            <a:off x="3805935" y="4392770"/>
            <a:ext cx="76200" cy="213613"/>
          </a:xfrm>
          <a:prstGeom prst="rect">
            <a:avLst/>
          </a:prstGeom>
        </p:spPr>
      </p:pic>
      <p:pic>
        <p:nvPicPr>
          <p:cNvPr id="87" name="object 97"/>
          <p:cNvPicPr/>
          <p:nvPr/>
        </p:nvPicPr>
        <p:blipFill>
          <a:blip r:embed="rId8" cstate="print"/>
          <a:stretch>
            <a:fillRect/>
          </a:stretch>
        </p:blipFill>
        <p:spPr>
          <a:xfrm>
            <a:off x="2714625" y="4383625"/>
            <a:ext cx="141986" cy="214375"/>
          </a:xfrm>
          <a:prstGeom prst="rect">
            <a:avLst/>
          </a:prstGeom>
        </p:spPr>
      </p:pic>
      <p:pic>
        <p:nvPicPr>
          <p:cNvPr id="88" name="object 98"/>
          <p:cNvPicPr/>
          <p:nvPr/>
        </p:nvPicPr>
        <p:blipFill>
          <a:blip r:embed="rId8" cstate="print"/>
          <a:stretch>
            <a:fillRect/>
          </a:stretch>
        </p:blipFill>
        <p:spPr>
          <a:xfrm>
            <a:off x="4049648" y="4385149"/>
            <a:ext cx="141986" cy="214375"/>
          </a:xfrm>
          <a:prstGeom prst="rect">
            <a:avLst/>
          </a:prstGeom>
        </p:spPr>
      </p:pic>
      <p:pic>
        <p:nvPicPr>
          <p:cNvPr id="89" name="object 102"/>
          <p:cNvPicPr/>
          <p:nvPr/>
        </p:nvPicPr>
        <p:blipFill>
          <a:blip r:embed="rId43" cstate="print"/>
          <a:stretch>
            <a:fillRect/>
          </a:stretch>
        </p:blipFill>
        <p:spPr>
          <a:xfrm>
            <a:off x="492271" y="3073748"/>
            <a:ext cx="348976" cy="182880"/>
          </a:xfrm>
          <a:prstGeom prst="rect">
            <a:avLst/>
          </a:prstGeom>
        </p:spPr>
      </p:pic>
      <p:pic>
        <p:nvPicPr>
          <p:cNvPr id="90" name="object 103"/>
          <p:cNvPicPr/>
          <p:nvPr/>
        </p:nvPicPr>
        <p:blipFill>
          <a:blip r:embed="rId44" cstate="print"/>
          <a:stretch>
            <a:fillRect/>
          </a:stretch>
        </p:blipFill>
        <p:spPr>
          <a:xfrm>
            <a:off x="1905019" y="3076796"/>
            <a:ext cx="353548" cy="182880"/>
          </a:xfrm>
          <a:prstGeom prst="rect">
            <a:avLst/>
          </a:prstGeom>
        </p:spPr>
      </p:pic>
      <p:pic>
        <p:nvPicPr>
          <p:cNvPr id="91" name="object 104"/>
          <p:cNvPicPr/>
          <p:nvPr/>
        </p:nvPicPr>
        <p:blipFill>
          <a:blip r:embed="rId45" cstate="print"/>
          <a:stretch>
            <a:fillRect/>
          </a:stretch>
        </p:blipFill>
        <p:spPr>
          <a:xfrm>
            <a:off x="3247683" y="3079843"/>
            <a:ext cx="355052" cy="182880"/>
          </a:xfrm>
          <a:prstGeom prst="rect">
            <a:avLst/>
          </a:prstGeom>
        </p:spPr>
      </p:pic>
      <p:sp>
        <p:nvSpPr>
          <p:cNvPr id="92" name="Title 1"/>
          <p:cNvSpPr>
            <a:spLocks noGrp="1"/>
          </p:cNvSpPr>
          <p:nvPr>
            <p:ph type="title"/>
          </p:nvPr>
        </p:nvSpPr>
        <p:spPr>
          <a:xfrm>
            <a:off x="441325" y="258763"/>
            <a:ext cx="11307763" cy="676210"/>
          </a:xfrm>
        </p:spPr>
        <p:txBody>
          <a:bodyPr/>
          <a:lstStyle/>
          <a:p>
            <a:r>
              <a:rPr lang="en-US" dirty="0"/>
              <a:t>Self-Attention</a:t>
            </a:r>
            <a:endParaRPr lang="en-IN" dirty="0"/>
          </a:p>
        </p:txBody>
      </p:sp>
      <p:grpSp>
        <p:nvGrpSpPr>
          <p:cNvPr id="93" name="object 91"/>
          <p:cNvGrpSpPr/>
          <p:nvPr/>
        </p:nvGrpSpPr>
        <p:grpSpPr>
          <a:xfrm>
            <a:off x="5001109" y="2929856"/>
            <a:ext cx="1018540" cy="1029335"/>
            <a:chOff x="4675504" y="3427348"/>
            <a:chExt cx="1018540" cy="1029335"/>
          </a:xfrm>
        </p:grpSpPr>
        <p:pic>
          <p:nvPicPr>
            <p:cNvPr id="94" name="object 92"/>
            <p:cNvPicPr/>
            <p:nvPr/>
          </p:nvPicPr>
          <p:blipFill>
            <a:blip r:embed="rId46" cstate="print"/>
            <a:stretch>
              <a:fillRect/>
            </a:stretch>
          </p:blipFill>
          <p:spPr>
            <a:xfrm>
              <a:off x="4678679" y="3430523"/>
              <a:ext cx="1011936" cy="1022603"/>
            </a:xfrm>
            <a:prstGeom prst="rect">
              <a:avLst/>
            </a:prstGeom>
          </p:spPr>
        </p:pic>
        <p:sp>
          <p:nvSpPr>
            <p:cNvPr id="95" name="object 93"/>
            <p:cNvSpPr/>
            <p:nvPr/>
          </p:nvSpPr>
          <p:spPr>
            <a:xfrm>
              <a:off x="4678679" y="3430523"/>
              <a:ext cx="1012190" cy="1022985"/>
            </a:xfrm>
            <a:custGeom>
              <a:avLst/>
              <a:gdLst/>
              <a:ahLst/>
              <a:cxnLst/>
              <a:rect l="l" t="t" r="r" b="b"/>
              <a:pathLst>
                <a:path w="1012189" h="1022985">
                  <a:moveTo>
                    <a:pt x="0" y="255650"/>
                  </a:moveTo>
                  <a:lnTo>
                    <a:pt x="505968" y="255650"/>
                  </a:lnTo>
                  <a:lnTo>
                    <a:pt x="505968" y="0"/>
                  </a:lnTo>
                  <a:lnTo>
                    <a:pt x="1011936" y="511301"/>
                  </a:lnTo>
                  <a:lnTo>
                    <a:pt x="505968" y="1022603"/>
                  </a:lnTo>
                  <a:lnTo>
                    <a:pt x="505968" y="766952"/>
                  </a:lnTo>
                  <a:lnTo>
                    <a:pt x="0" y="766952"/>
                  </a:lnTo>
                  <a:lnTo>
                    <a:pt x="0" y="255650"/>
                  </a:lnTo>
                  <a:close/>
                </a:path>
              </a:pathLst>
            </a:custGeom>
            <a:ln w="6350">
              <a:solidFill>
                <a:srgbClr val="6FAC46"/>
              </a:solidFill>
            </a:ln>
          </p:spPr>
          <p:txBody>
            <a:bodyPr wrap="square" lIns="0" tIns="0" rIns="0" bIns="0" rtlCol="0"/>
            <a:lstStyle/>
            <a:p/>
          </p:txBody>
        </p:sp>
      </p:grpSp>
      <p:pic>
        <p:nvPicPr>
          <p:cNvPr id="96" name="object 94"/>
          <p:cNvPicPr/>
          <p:nvPr/>
        </p:nvPicPr>
        <p:blipFill>
          <a:blip r:embed="rId31" cstate="print"/>
          <a:stretch>
            <a:fillRect/>
          </a:stretch>
        </p:blipFill>
        <p:spPr>
          <a:xfrm>
            <a:off x="6817815" y="5961219"/>
            <a:ext cx="222504" cy="149351"/>
          </a:xfrm>
          <a:prstGeom prst="rect">
            <a:avLst/>
          </a:prstGeom>
        </p:spPr>
      </p:pic>
      <p:pic>
        <p:nvPicPr>
          <p:cNvPr id="97" name="object 95"/>
          <p:cNvPicPr/>
          <p:nvPr/>
        </p:nvPicPr>
        <p:blipFill>
          <a:blip r:embed="rId32" cstate="print"/>
          <a:stretch>
            <a:fillRect/>
          </a:stretch>
        </p:blipFill>
        <p:spPr>
          <a:xfrm>
            <a:off x="8206179" y="5961219"/>
            <a:ext cx="227075" cy="149351"/>
          </a:xfrm>
          <a:prstGeom prst="rect">
            <a:avLst/>
          </a:prstGeom>
        </p:spPr>
      </p:pic>
      <p:pic>
        <p:nvPicPr>
          <p:cNvPr id="98" name="object 96"/>
          <p:cNvPicPr/>
          <p:nvPr/>
        </p:nvPicPr>
        <p:blipFill>
          <a:blip r:embed="rId33" cstate="print"/>
          <a:stretch>
            <a:fillRect/>
          </a:stretch>
        </p:blipFill>
        <p:spPr>
          <a:xfrm>
            <a:off x="9562539" y="5961219"/>
            <a:ext cx="230124" cy="152400"/>
          </a:xfrm>
          <a:prstGeom prst="rect">
            <a:avLst/>
          </a:prstGeom>
        </p:spPr>
      </p:pic>
      <p:pic>
        <p:nvPicPr>
          <p:cNvPr id="99" name="object 97"/>
          <p:cNvPicPr/>
          <p:nvPr/>
        </p:nvPicPr>
        <p:blipFill>
          <a:blip r:embed="rId36" cstate="print"/>
          <a:stretch>
            <a:fillRect/>
          </a:stretch>
        </p:blipFill>
        <p:spPr>
          <a:xfrm>
            <a:off x="6874965" y="5622129"/>
            <a:ext cx="76200" cy="233045"/>
          </a:xfrm>
          <a:prstGeom prst="rect">
            <a:avLst/>
          </a:prstGeom>
        </p:spPr>
      </p:pic>
      <p:grpSp>
        <p:nvGrpSpPr>
          <p:cNvPr id="100" name="object 98"/>
          <p:cNvGrpSpPr/>
          <p:nvPr/>
        </p:nvGrpSpPr>
        <p:grpSpPr>
          <a:xfrm>
            <a:off x="6691196" y="5118321"/>
            <a:ext cx="425450" cy="416559"/>
            <a:chOff x="6290945" y="5615813"/>
            <a:chExt cx="425450" cy="416559"/>
          </a:xfrm>
        </p:grpSpPr>
        <p:pic>
          <p:nvPicPr>
            <p:cNvPr id="101" name="object 99"/>
            <p:cNvPicPr/>
            <p:nvPr/>
          </p:nvPicPr>
          <p:blipFill>
            <a:blip r:embed="rId47" cstate="print"/>
            <a:stretch>
              <a:fillRect/>
            </a:stretch>
          </p:blipFill>
          <p:spPr>
            <a:xfrm>
              <a:off x="6294120" y="5618988"/>
              <a:ext cx="419100" cy="409956"/>
            </a:xfrm>
            <a:prstGeom prst="rect">
              <a:avLst/>
            </a:prstGeom>
          </p:spPr>
        </p:pic>
        <p:sp>
          <p:nvSpPr>
            <p:cNvPr id="102" name="object 100"/>
            <p:cNvSpPr/>
            <p:nvPr/>
          </p:nvSpPr>
          <p:spPr>
            <a:xfrm>
              <a:off x="6294120" y="5618988"/>
              <a:ext cx="419100" cy="410209"/>
            </a:xfrm>
            <a:custGeom>
              <a:avLst/>
              <a:gdLst/>
              <a:ahLst/>
              <a:cxnLst/>
              <a:rect l="l" t="t" r="r" b="b"/>
              <a:pathLst>
                <a:path w="419100" h="410210">
                  <a:moveTo>
                    <a:pt x="0" y="409956"/>
                  </a:moveTo>
                  <a:lnTo>
                    <a:pt x="419100" y="409956"/>
                  </a:lnTo>
                  <a:lnTo>
                    <a:pt x="419100" y="0"/>
                  </a:lnTo>
                  <a:lnTo>
                    <a:pt x="0" y="0"/>
                  </a:lnTo>
                  <a:lnTo>
                    <a:pt x="0" y="409956"/>
                  </a:lnTo>
                  <a:close/>
                </a:path>
              </a:pathLst>
            </a:custGeom>
            <a:ln w="6349">
              <a:solidFill>
                <a:srgbClr val="6FAC46"/>
              </a:solidFill>
            </a:ln>
          </p:spPr>
          <p:txBody>
            <a:bodyPr wrap="square" lIns="0" tIns="0" rIns="0" bIns="0" rtlCol="0"/>
            <a:lstStyle/>
            <a:p/>
          </p:txBody>
        </p:sp>
        <p:pic>
          <p:nvPicPr>
            <p:cNvPr id="103" name="object 101"/>
            <p:cNvPicPr/>
            <p:nvPr/>
          </p:nvPicPr>
          <p:blipFill>
            <a:blip r:embed="rId35" cstate="print"/>
            <a:stretch>
              <a:fillRect/>
            </a:stretch>
          </p:blipFill>
          <p:spPr>
            <a:xfrm>
              <a:off x="6408420" y="5721096"/>
              <a:ext cx="216407" cy="213359"/>
            </a:xfrm>
            <a:prstGeom prst="rect">
              <a:avLst/>
            </a:prstGeom>
          </p:spPr>
        </p:pic>
      </p:grpSp>
      <p:pic>
        <p:nvPicPr>
          <p:cNvPr id="104" name="object 102"/>
          <p:cNvPicPr/>
          <p:nvPr/>
        </p:nvPicPr>
        <p:blipFill>
          <a:blip r:embed="rId36" cstate="print"/>
          <a:stretch>
            <a:fillRect/>
          </a:stretch>
        </p:blipFill>
        <p:spPr>
          <a:xfrm>
            <a:off x="8264853" y="5622129"/>
            <a:ext cx="76200" cy="233045"/>
          </a:xfrm>
          <a:prstGeom prst="rect">
            <a:avLst/>
          </a:prstGeom>
        </p:spPr>
      </p:pic>
      <p:grpSp>
        <p:nvGrpSpPr>
          <p:cNvPr id="105" name="object 103"/>
          <p:cNvGrpSpPr/>
          <p:nvPr/>
        </p:nvGrpSpPr>
        <p:grpSpPr>
          <a:xfrm>
            <a:off x="8090228" y="5118321"/>
            <a:ext cx="425450" cy="416559"/>
            <a:chOff x="7689977" y="5615813"/>
            <a:chExt cx="425450" cy="416559"/>
          </a:xfrm>
        </p:grpSpPr>
        <p:pic>
          <p:nvPicPr>
            <p:cNvPr id="106" name="object 104"/>
            <p:cNvPicPr/>
            <p:nvPr/>
          </p:nvPicPr>
          <p:blipFill>
            <a:blip r:embed="rId47" cstate="print"/>
            <a:stretch>
              <a:fillRect/>
            </a:stretch>
          </p:blipFill>
          <p:spPr>
            <a:xfrm>
              <a:off x="7693152" y="5618988"/>
              <a:ext cx="419100" cy="409956"/>
            </a:xfrm>
            <a:prstGeom prst="rect">
              <a:avLst/>
            </a:prstGeom>
          </p:spPr>
        </p:pic>
        <p:sp>
          <p:nvSpPr>
            <p:cNvPr id="107" name="object 105"/>
            <p:cNvSpPr/>
            <p:nvPr/>
          </p:nvSpPr>
          <p:spPr>
            <a:xfrm>
              <a:off x="7693152" y="5618988"/>
              <a:ext cx="419100" cy="410209"/>
            </a:xfrm>
            <a:custGeom>
              <a:avLst/>
              <a:gdLst/>
              <a:ahLst/>
              <a:cxnLst/>
              <a:rect l="l" t="t" r="r" b="b"/>
              <a:pathLst>
                <a:path w="419100" h="410210">
                  <a:moveTo>
                    <a:pt x="0" y="409956"/>
                  </a:moveTo>
                  <a:lnTo>
                    <a:pt x="419100" y="409956"/>
                  </a:lnTo>
                  <a:lnTo>
                    <a:pt x="419100" y="0"/>
                  </a:lnTo>
                  <a:lnTo>
                    <a:pt x="0" y="0"/>
                  </a:lnTo>
                  <a:lnTo>
                    <a:pt x="0" y="409956"/>
                  </a:lnTo>
                  <a:close/>
                </a:path>
              </a:pathLst>
            </a:custGeom>
            <a:ln w="6349">
              <a:solidFill>
                <a:srgbClr val="6FAC46"/>
              </a:solidFill>
            </a:ln>
          </p:spPr>
          <p:txBody>
            <a:bodyPr wrap="square" lIns="0" tIns="0" rIns="0" bIns="0" rtlCol="0"/>
            <a:lstStyle/>
            <a:p/>
          </p:txBody>
        </p:sp>
        <p:pic>
          <p:nvPicPr>
            <p:cNvPr id="108" name="object 106"/>
            <p:cNvPicPr/>
            <p:nvPr/>
          </p:nvPicPr>
          <p:blipFill>
            <a:blip r:embed="rId37" cstate="print"/>
            <a:stretch>
              <a:fillRect/>
            </a:stretch>
          </p:blipFill>
          <p:spPr>
            <a:xfrm>
              <a:off x="7784592" y="5721096"/>
              <a:ext cx="220979" cy="213359"/>
            </a:xfrm>
            <a:prstGeom prst="rect">
              <a:avLst/>
            </a:prstGeom>
          </p:spPr>
        </p:pic>
      </p:grpSp>
      <p:pic>
        <p:nvPicPr>
          <p:cNvPr id="109" name="object 107"/>
          <p:cNvPicPr/>
          <p:nvPr/>
        </p:nvPicPr>
        <p:blipFill>
          <a:blip r:embed="rId36" cstate="print"/>
          <a:stretch>
            <a:fillRect/>
          </a:stretch>
        </p:blipFill>
        <p:spPr>
          <a:xfrm>
            <a:off x="9609020" y="5619081"/>
            <a:ext cx="76200" cy="233045"/>
          </a:xfrm>
          <a:prstGeom prst="rect">
            <a:avLst/>
          </a:prstGeom>
        </p:spPr>
      </p:pic>
      <p:grpSp>
        <p:nvGrpSpPr>
          <p:cNvPr id="110" name="object 108"/>
          <p:cNvGrpSpPr/>
          <p:nvPr/>
        </p:nvGrpSpPr>
        <p:grpSpPr>
          <a:xfrm>
            <a:off x="9428299" y="5109177"/>
            <a:ext cx="427355" cy="417830"/>
            <a:chOff x="9028048" y="5606669"/>
            <a:chExt cx="427355" cy="417830"/>
          </a:xfrm>
        </p:grpSpPr>
        <p:pic>
          <p:nvPicPr>
            <p:cNvPr id="111" name="object 109"/>
            <p:cNvPicPr/>
            <p:nvPr/>
          </p:nvPicPr>
          <p:blipFill>
            <a:blip r:embed="rId48" cstate="print"/>
            <a:stretch>
              <a:fillRect/>
            </a:stretch>
          </p:blipFill>
          <p:spPr>
            <a:xfrm>
              <a:off x="9031223" y="5609844"/>
              <a:ext cx="420624" cy="411480"/>
            </a:xfrm>
            <a:prstGeom prst="rect">
              <a:avLst/>
            </a:prstGeom>
          </p:spPr>
        </p:pic>
        <p:sp>
          <p:nvSpPr>
            <p:cNvPr id="112" name="object 110"/>
            <p:cNvSpPr/>
            <p:nvPr/>
          </p:nvSpPr>
          <p:spPr>
            <a:xfrm>
              <a:off x="9031223" y="5609844"/>
              <a:ext cx="421005" cy="411480"/>
            </a:xfrm>
            <a:custGeom>
              <a:avLst/>
              <a:gdLst/>
              <a:ahLst/>
              <a:cxnLst/>
              <a:rect l="l" t="t" r="r" b="b"/>
              <a:pathLst>
                <a:path w="421004" h="411479">
                  <a:moveTo>
                    <a:pt x="0" y="411479"/>
                  </a:moveTo>
                  <a:lnTo>
                    <a:pt x="420624" y="411479"/>
                  </a:lnTo>
                  <a:lnTo>
                    <a:pt x="420624" y="0"/>
                  </a:lnTo>
                  <a:lnTo>
                    <a:pt x="0" y="0"/>
                  </a:lnTo>
                  <a:lnTo>
                    <a:pt x="0" y="411479"/>
                  </a:lnTo>
                  <a:close/>
                </a:path>
              </a:pathLst>
            </a:custGeom>
            <a:ln w="6350">
              <a:solidFill>
                <a:srgbClr val="6FAC46"/>
              </a:solidFill>
            </a:ln>
          </p:spPr>
          <p:txBody>
            <a:bodyPr wrap="square" lIns="0" tIns="0" rIns="0" bIns="0" rtlCol="0"/>
            <a:lstStyle/>
            <a:p/>
          </p:txBody>
        </p:sp>
        <p:pic>
          <p:nvPicPr>
            <p:cNvPr id="113" name="object 111"/>
            <p:cNvPicPr/>
            <p:nvPr/>
          </p:nvPicPr>
          <p:blipFill>
            <a:blip r:embed="rId39" cstate="print"/>
            <a:stretch>
              <a:fillRect/>
            </a:stretch>
          </p:blipFill>
          <p:spPr>
            <a:xfrm>
              <a:off x="9145523" y="5707380"/>
              <a:ext cx="222503" cy="216407"/>
            </a:xfrm>
            <a:prstGeom prst="rect">
              <a:avLst/>
            </a:prstGeom>
          </p:spPr>
        </p:pic>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2"/>
          <p:cNvGrpSpPr/>
          <p:nvPr/>
        </p:nvGrpSpPr>
        <p:grpSpPr>
          <a:xfrm>
            <a:off x="830325" y="2509614"/>
            <a:ext cx="431800" cy="175895"/>
            <a:chOff x="830325" y="3050794"/>
            <a:chExt cx="431800" cy="175895"/>
          </a:xfrm>
        </p:grpSpPr>
        <p:sp>
          <p:nvSpPr>
            <p:cNvPr id="5" name="object 3"/>
            <p:cNvSpPr/>
            <p:nvPr/>
          </p:nvSpPr>
          <p:spPr>
            <a:xfrm>
              <a:off x="836675" y="3057144"/>
              <a:ext cx="419100" cy="163195"/>
            </a:xfrm>
            <a:custGeom>
              <a:avLst/>
              <a:gdLst/>
              <a:ahLst/>
              <a:cxnLst/>
              <a:rect l="l" t="t" r="r" b="b"/>
              <a:pathLst>
                <a:path w="419100" h="163194">
                  <a:moveTo>
                    <a:pt x="419100" y="0"/>
                  </a:moveTo>
                  <a:lnTo>
                    <a:pt x="0" y="0"/>
                  </a:lnTo>
                  <a:lnTo>
                    <a:pt x="0" y="163067"/>
                  </a:lnTo>
                  <a:lnTo>
                    <a:pt x="419100" y="163067"/>
                  </a:lnTo>
                  <a:lnTo>
                    <a:pt x="419100" y="0"/>
                  </a:lnTo>
                  <a:close/>
                </a:path>
              </a:pathLst>
            </a:custGeom>
            <a:solidFill>
              <a:srgbClr val="EC7C30"/>
            </a:solidFill>
          </p:spPr>
          <p:txBody>
            <a:bodyPr wrap="square" lIns="0" tIns="0" rIns="0" bIns="0" rtlCol="0"/>
            <a:lstStyle/>
            <a:p/>
          </p:txBody>
        </p:sp>
        <p:sp>
          <p:nvSpPr>
            <p:cNvPr id="6" name="object 4"/>
            <p:cNvSpPr/>
            <p:nvPr/>
          </p:nvSpPr>
          <p:spPr>
            <a:xfrm>
              <a:off x="836675" y="3057144"/>
              <a:ext cx="419100" cy="163195"/>
            </a:xfrm>
            <a:custGeom>
              <a:avLst/>
              <a:gdLst/>
              <a:ahLst/>
              <a:cxnLst/>
              <a:rect l="l" t="t" r="r" b="b"/>
              <a:pathLst>
                <a:path w="419100" h="163194">
                  <a:moveTo>
                    <a:pt x="0" y="163067"/>
                  </a:moveTo>
                  <a:lnTo>
                    <a:pt x="419100" y="163067"/>
                  </a:lnTo>
                  <a:lnTo>
                    <a:pt x="419100" y="0"/>
                  </a:lnTo>
                  <a:lnTo>
                    <a:pt x="0" y="0"/>
                  </a:lnTo>
                  <a:lnTo>
                    <a:pt x="0" y="163067"/>
                  </a:lnTo>
                  <a:close/>
                </a:path>
              </a:pathLst>
            </a:custGeom>
            <a:ln w="12700">
              <a:solidFill>
                <a:srgbClr val="AD5A20"/>
              </a:solidFill>
            </a:ln>
          </p:spPr>
          <p:txBody>
            <a:bodyPr wrap="square" lIns="0" tIns="0" rIns="0" bIns="0" rtlCol="0"/>
            <a:lstStyle/>
            <a:p/>
          </p:txBody>
        </p:sp>
      </p:grpSp>
      <p:grpSp>
        <p:nvGrpSpPr>
          <p:cNvPr id="7" name="object 5"/>
          <p:cNvGrpSpPr/>
          <p:nvPr/>
        </p:nvGrpSpPr>
        <p:grpSpPr>
          <a:xfrm>
            <a:off x="485901" y="1118455"/>
            <a:ext cx="3917315" cy="3483610"/>
            <a:chOff x="485901" y="1659635"/>
            <a:chExt cx="3917315" cy="3483610"/>
          </a:xfrm>
        </p:grpSpPr>
        <p:sp>
          <p:nvSpPr>
            <p:cNvPr id="8" name="object 6"/>
            <p:cNvSpPr/>
            <p:nvPr/>
          </p:nvSpPr>
          <p:spPr>
            <a:xfrm>
              <a:off x="2314956" y="2732531"/>
              <a:ext cx="417830" cy="483234"/>
            </a:xfrm>
            <a:custGeom>
              <a:avLst/>
              <a:gdLst/>
              <a:ahLst/>
              <a:cxnLst/>
              <a:rect l="l" t="t" r="r" b="b"/>
              <a:pathLst>
                <a:path w="417830" h="483235">
                  <a:moveTo>
                    <a:pt x="417575" y="0"/>
                  </a:moveTo>
                  <a:lnTo>
                    <a:pt x="0" y="0"/>
                  </a:lnTo>
                  <a:lnTo>
                    <a:pt x="0" y="483108"/>
                  </a:lnTo>
                  <a:lnTo>
                    <a:pt x="417575" y="483108"/>
                  </a:lnTo>
                  <a:lnTo>
                    <a:pt x="417575" y="0"/>
                  </a:lnTo>
                  <a:close/>
                </a:path>
              </a:pathLst>
            </a:custGeom>
            <a:solidFill>
              <a:srgbClr val="EC7C30"/>
            </a:solidFill>
          </p:spPr>
          <p:txBody>
            <a:bodyPr wrap="square" lIns="0" tIns="0" rIns="0" bIns="0" rtlCol="0"/>
            <a:lstStyle/>
            <a:p/>
          </p:txBody>
        </p:sp>
        <p:sp>
          <p:nvSpPr>
            <p:cNvPr id="9" name="object 7"/>
            <p:cNvSpPr/>
            <p:nvPr/>
          </p:nvSpPr>
          <p:spPr>
            <a:xfrm>
              <a:off x="2314956" y="2732531"/>
              <a:ext cx="417830" cy="483234"/>
            </a:xfrm>
            <a:custGeom>
              <a:avLst/>
              <a:gdLst/>
              <a:ahLst/>
              <a:cxnLst/>
              <a:rect l="l" t="t" r="r" b="b"/>
              <a:pathLst>
                <a:path w="417830" h="483235">
                  <a:moveTo>
                    <a:pt x="0" y="483108"/>
                  </a:moveTo>
                  <a:lnTo>
                    <a:pt x="417575" y="483108"/>
                  </a:lnTo>
                  <a:lnTo>
                    <a:pt x="417575" y="0"/>
                  </a:lnTo>
                  <a:lnTo>
                    <a:pt x="0" y="0"/>
                  </a:lnTo>
                  <a:lnTo>
                    <a:pt x="0" y="483108"/>
                  </a:lnTo>
                  <a:close/>
                </a:path>
              </a:pathLst>
            </a:custGeom>
            <a:ln w="12700">
              <a:solidFill>
                <a:srgbClr val="AD5A20"/>
              </a:solidFill>
            </a:ln>
          </p:spPr>
          <p:txBody>
            <a:bodyPr wrap="square" lIns="0" tIns="0" rIns="0" bIns="0" rtlCol="0"/>
            <a:lstStyle/>
            <a:p/>
          </p:txBody>
        </p:sp>
        <p:pic>
          <p:nvPicPr>
            <p:cNvPr id="10" name="object 8"/>
            <p:cNvPicPr/>
            <p:nvPr/>
          </p:nvPicPr>
          <p:blipFill>
            <a:blip r:embed="rId1" cstate="print"/>
            <a:stretch>
              <a:fillRect/>
            </a:stretch>
          </p:blipFill>
          <p:spPr>
            <a:xfrm>
              <a:off x="573023" y="4500371"/>
              <a:ext cx="332232" cy="382524"/>
            </a:xfrm>
            <a:prstGeom prst="rect">
              <a:avLst/>
            </a:prstGeom>
          </p:spPr>
        </p:pic>
        <p:sp>
          <p:nvSpPr>
            <p:cNvPr id="11" name="object 9"/>
            <p:cNvSpPr/>
            <p:nvPr/>
          </p:nvSpPr>
          <p:spPr>
            <a:xfrm>
              <a:off x="573023" y="4500371"/>
              <a:ext cx="332740" cy="382905"/>
            </a:xfrm>
            <a:custGeom>
              <a:avLst/>
              <a:gdLst/>
              <a:ahLst/>
              <a:cxnLst/>
              <a:rect l="l" t="t" r="r" b="b"/>
              <a:pathLst>
                <a:path w="332740" h="382904">
                  <a:moveTo>
                    <a:pt x="0" y="382523"/>
                  </a:moveTo>
                  <a:lnTo>
                    <a:pt x="332232" y="382523"/>
                  </a:lnTo>
                  <a:lnTo>
                    <a:pt x="332232" y="0"/>
                  </a:lnTo>
                  <a:lnTo>
                    <a:pt x="0" y="0"/>
                  </a:lnTo>
                  <a:lnTo>
                    <a:pt x="0" y="382523"/>
                  </a:lnTo>
                  <a:close/>
                </a:path>
              </a:pathLst>
            </a:custGeom>
            <a:ln w="6350">
              <a:solidFill>
                <a:srgbClr val="EC7C30"/>
              </a:solidFill>
            </a:ln>
          </p:spPr>
          <p:txBody>
            <a:bodyPr wrap="square" lIns="0" tIns="0" rIns="0" bIns="0" rtlCol="0"/>
            <a:lstStyle/>
            <a:p/>
          </p:txBody>
        </p:sp>
        <p:pic>
          <p:nvPicPr>
            <p:cNvPr id="12" name="object 10"/>
            <p:cNvPicPr/>
            <p:nvPr/>
          </p:nvPicPr>
          <p:blipFill>
            <a:blip r:embed="rId2" cstate="print"/>
            <a:stretch>
              <a:fillRect/>
            </a:stretch>
          </p:blipFill>
          <p:spPr>
            <a:xfrm>
              <a:off x="637031" y="4607051"/>
              <a:ext cx="202692" cy="213360"/>
            </a:xfrm>
            <a:prstGeom prst="rect">
              <a:avLst/>
            </a:prstGeom>
          </p:spPr>
        </p:pic>
        <p:pic>
          <p:nvPicPr>
            <p:cNvPr id="13" name="object 11"/>
            <p:cNvPicPr/>
            <p:nvPr/>
          </p:nvPicPr>
          <p:blipFill>
            <a:blip r:embed="rId3" cstate="print"/>
            <a:stretch>
              <a:fillRect/>
            </a:stretch>
          </p:blipFill>
          <p:spPr>
            <a:xfrm>
              <a:off x="796455" y="4927853"/>
              <a:ext cx="111302" cy="215137"/>
            </a:xfrm>
            <a:prstGeom prst="rect">
              <a:avLst/>
            </a:prstGeom>
          </p:spPr>
        </p:pic>
        <p:pic>
          <p:nvPicPr>
            <p:cNvPr id="14" name="object 12"/>
            <p:cNvPicPr/>
            <p:nvPr/>
          </p:nvPicPr>
          <p:blipFill>
            <a:blip r:embed="rId1" cstate="print"/>
            <a:stretch>
              <a:fillRect/>
            </a:stretch>
          </p:blipFill>
          <p:spPr>
            <a:xfrm>
              <a:off x="1970531" y="4491227"/>
              <a:ext cx="332231" cy="382524"/>
            </a:xfrm>
            <a:prstGeom prst="rect">
              <a:avLst/>
            </a:prstGeom>
          </p:spPr>
        </p:pic>
        <p:sp>
          <p:nvSpPr>
            <p:cNvPr id="15" name="object 13"/>
            <p:cNvSpPr/>
            <p:nvPr/>
          </p:nvSpPr>
          <p:spPr>
            <a:xfrm>
              <a:off x="1970531" y="4491227"/>
              <a:ext cx="332740" cy="382905"/>
            </a:xfrm>
            <a:custGeom>
              <a:avLst/>
              <a:gdLst/>
              <a:ahLst/>
              <a:cxnLst/>
              <a:rect l="l" t="t" r="r" b="b"/>
              <a:pathLst>
                <a:path w="332739" h="382904">
                  <a:moveTo>
                    <a:pt x="0" y="382524"/>
                  </a:moveTo>
                  <a:lnTo>
                    <a:pt x="332231" y="382524"/>
                  </a:lnTo>
                  <a:lnTo>
                    <a:pt x="332231" y="0"/>
                  </a:lnTo>
                  <a:lnTo>
                    <a:pt x="0" y="0"/>
                  </a:lnTo>
                  <a:lnTo>
                    <a:pt x="0" y="382524"/>
                  </a:lnTo>
                  <a:close/>
                </a:path>
              </a:pathLst>
            </a:custGeom>
            <a:ln w="6350">
              <a:solidFill>
                <a:srgbClr val="EC7C30"/>
              </a:solidFill>
            </a:ln>
          </p:spPr>
          <p:txBody>
            <a:bodyPr wrap="square" lIns="0" tIns="0" rIns="0" bIns="0" rtlCol="0"/>
            <a:lstStyle/>
            <a:p/>
          </p:txBody>
        </p:sp>
        <p:pic>
          <p:nvPicPr>
            <p:cNvPr id="16" name="object 14"/>
            <p:cNvPicPr/>
            <p:nvPr/>
          </p:nvPicPr>
          <p:blipFill>
            <a:blip r:embed="rId4" cstate="print"/>
            <a:stretch>
              <a:fillRect/>
            </a:stretch>
          </p:blipFill>
          <p:spPr>
            <a:xfrm>
              <a:off x="2036063" y="4597907"/>
              <a:ext cx="207263" cy="213360"/>
            </a:xfrm>
            <a:prstGeom prst="rect">
              <a:avLst/>
            </a:prstGeom>
          </p:spPr>
        </p:pic>
        <p:pic>
          <p:nvPicPr>
            <p:cNvPr id="17" name="object 15"/>
            <p:cNvPicPr/>
            <p:nvPr/>
          </p:nvPicPr>
          <p:blipFill>
            <a:blip r:embed="rId1" cstate="print"/>
            <a:stretch>
              <a:fillRect/>
            </a:stretch>
          </p:blipFill>
          <p:spPr>
            <a:xfrm>
              <a:off x="3305556" y="4491227"/>
              <a:ext cx="333755" cy="382524"/>
            </a:xfrm>
            <a:prstGeom prst="rect">
              <a:avLst/>
            </a:prstGeom>
          </p:spPr>
        </p:pic>
        <p:sp>
          <p:nvSpPr>
            <p:cNvPr id="18" name="object 16"/>
            <p:cNvSpPr/>
            <p:nvPr/>
          </p:nvSpPr>
          <p:spPr>
            <a:xfrm>
              <a:off x="3305556" y="4491227"/>
              <a:ext cx="334010" cy="382905"/>
            </a:xfrm>
            <a:custGeom>
              <a:avLst/>
              <a:gdLst/>
              <a:ahLst/>
              <a:cxnLst/>
              <a:rect l="l" t="t" r="r" b="b"/>
              <a:pathLst>
                <a:path w="334010" h="382904">
                  <a:moveTo>
                    <a:pt x="0" y="382524"/>
                  </a:moveTo>
                  <a:lnTo>
                    <a:pt x="333755" y="382524"/>
                  </a:lnTo>
                  <a:lnTo>
                    <a:pt x="333755" y="0"/>
                  </a:lnTo>
                  <a:lnTo>
                    <a:pt x="0" y="0"/>
                  </a:lnTo>
                  <a:lnTo>
                    <a:pt x="0" y="382524"/>
                  </a:lnTo>
                  <a:close/>
                </a:path>
              </a:pathLst>
            </a:custGeom>
            <a:ln w="6350">
              <a:solidFill>
                <a:srgbClr val="EC7C30"/>
              </a:solidFill>
            </a:ln>
          </p:spPr>
          <p:txBody>
            <a:bodyPr wrap="square" lIns="0" tIns="0" rIns="0" bIns="0" rtlCol="0"/>
            <a:lstStyle/>
            <a:p/>
          </p:txBody>
        </p:sp>
        <p:pic>
          <p:nvPicPr>
            <p:cNvPr id="19" name="object 17"/>
            <p:cNvPicPr/>
            <p:nvPr/>
          </p:nvPicPr>
          <p:blipFill>
            <a:blip r:embed="rId5" cstate="print"/>
            <a:stretch>
              <a:fillRect/>
            </a:stretch>
          </p:blipFill>
          <p:spPr>
            <a:xfrm>
              <a:off x="3371087" y="4597907"/>
              <a:ext cx="208787" cy="216407"/>
            </a:xfrm>
            <a:prstGeom prst="rect">
              <a:avLst/>
            </a:prstGeom>
          </p:spPr>
        </p:pic>
        <p:pic>
          <p:nvPicPr>
            <p:cNvPr id="20" name="object 18"/>
            <p:cNvPicPr/>
            <p:nvPr/>
          </p:nvPicPr>
          <p:blipFill>
            <a:blip r:embed="rId6" cstate="print"/>
            <a:stretch>
              <a:fillRect/>
            </a:stretch>
          </p:blipFill>
          <p:spPr>
            <a:xfrm>
              <a:off x="944879" y="4491227"/>
              <a:ext cx="332231" cy="382524"/>
            </a:xfrm>
            <a:prstGeom prst="rect">
              <a:avLst/>
            </a:prstGeom>
          </p:spPr>
        </p:pic>
        <p:sp>
          <p:nvSpPr>
            <p:cNvPr id="21" name="object 19"/>
            <p:cNvSpPr/>
            <p:nvPr/>
          </p:nvSpPr>
          <p:spPr>
            <a:xfrm>
              <a:off x="944879" y="4491227"/>
              <a:ext cx="332740" cy="382905"/>
            </a:xfrm>
            <a:custGeom>
              <a:avLst/>
              <a:gdLst/>
              <a:ahLst/>
              <a:cxnLst/>
              <a:rect l="l" t="t" r="r" b="b"/>
              <a:pathLst>
                <a:path w="332740" h="382904">
                  <a:moveTo>
                    <a:pt x="0" y="382524"/>
                  </a:moveTo>
                  <a:lnTo>
                    <a:pt x="332231" y="382524"/>
                  </a:lnTo>
                  <a:lnTo>
                    <a:pt x="332231" y="0"/>
                  </a:lnTo>
                  <a:lnTo>
                    <a:pt x="0" y="0"/>
                  </a:lnTo>
                  <a:lnTo>
                    <a:pt x="0" y="382524"/>
                  </a:lnTo>
                  <a:close/>
                </a:path>
              </a:pathLst>
            </a:custGeom>
            <a:ln w="6350">
              <a:solidFill>
                <a:srgbClr val="FFC000"/>
              </a:solidFill>
            </a:ln>
          </p:spPr>
          <p:txBody>
            <a:bodyPr wrap="square" lIns="0" tIns="0" rIns="0" bIns="0" rtlCol="0"/>
            <a:lstStyle/>
            <a:p/>
          </p:txBody>
        </p:sp>
        <p:pic>
          <p:nvPicPr>
            <p:cNvPr id="22" name="object 20"/>
            <p:cNvPicPr/>
            <p:nvPr/>
          </p:nvPicPr>
          <p:blipFill>
            <a:blip r:embed="rId7" cstate="print"/>
            <a:stretch>
              <a:fillRect/>
            </a:stretch>
          </p:blipFill>
          <p:spPr>
            <a:xfrm>
              <a:off x="1045463" y="4623815"/>
              <a:ext cx="187452" cy="160019"/>
            </a:xfrm>
            <a:prstGeom prst="rect">
              <a:avLst/>
            </a:prstGeom>
          </p:spPr>
        </p:pic>
        <p:pic>
          <p:nvPicPr>
            <p:cNvPr id="23" name="object 21"/>
            <p:cNvPicPr/>
            <p:nvPr/>
          </p:nvPicPr>
          <p:blipFill>
            <a:blip r:embed="rId8" cstate="print"/>
            <a:stretch>
              <a:fillRect/>
            </a:stretch>
          </p:blipFill>
          <p:spPr>
            <a:xfrm>
              <a:off x="1314068" y="4924805"/>
              <a:ext cx="141986" cy="214375"/>
            </a:xfrm>
            <a:prstGeom prst="rect">
              <a:avLst/>
            </a:prstGeom>
          </p:spPr>
        </p:pic>
        <p:pic>
          <p:nvPicPr>
            <p:cNvPr id="24" name="object 22"/>
            <p:cNvPicPr/>
            <p:nvPr/>
          </p:nvPicPr>
          <p:blipFill>
            <a:blip r:embed="rId9" cstate="print"/>
            <a:stretch>
              <a:fillRect/>
            </a:stretch>
          </p:blipFill>
          <p:spPr>
            <a:xfrm>
              <a:off x="1071867" y="4929377"/>
              <a:ext cx="76161" cy="213614"/>
            </a:xfrm>
            <a:prstGeom prst="rect">
              <a:avLst/>
            </a:prstGeom>
          </p:spPr>
        </p:pic>
        <p:pic>
          <p:nvPicPr>
            <p:cNvPr id="25" name="object 23"/>
            <p:cNvPicPr/>
            <p:nvPr/>
          </p:nvPicPr>
          <p:blipFill>
            <a:blip r:embed="rId10" cstate="print"/>
            <a:stretch>
              <a:fillRect/>
            </a:stretch>
          </p:blipFill>
          <p:spPr>
            <a:xfrm>
              <a:off x="2342387" y="4494275"/>
              <a:ext cx="333756" cy="381000"/>
            </a:xfrm>
            <a:prstGeom prst="rect">
              <a:avLst/>
            </a:prstGeom>
          </p:spPr>
        </p:pic>
        <p:sp>
          <p:nvSpPr>
            <p:cNvPr id="26" name="object 24"/>
            <p:cNvSpPr/>
            <p:nvPr/>
          </p:nvSpPr>
          <p:spPr>
            <a:xfrm>
              <a:off x="2342387" y="4494275"/>
              <a:ext cx="334010" cy="381000"/>
            </a:xfrm>
            <a:custGeom>
              <a:avLst/>
              <a:gdLst/>
              <a:ahLst/>
              <a:cxnLst/>
              <a:rect l="l" t="t" r="r" b="b"/>
              <a:pathLst>
                <a:path w="334010" h="381000">
                  <a:moveTo>
                    <a:pt x="0" y="381000"/>
                  </a:moveTo>
                  <a:lnTo>
                    <a:pt x="333756" y="381000"/>
                  </a:lnTo>
                  <a:lnTo>
                    <a:pt x="333756" y="0"/>
                  </a:lnTo>
                  <a:lnTo>
                    <a:pt x="0" y="0"/>
                  </a:lnTo>
                  <a:lnTo>
                    <a:pt x="0" y="381000"/>
                  </a:lnTo>
                  <a:close/>
                </a:path>
              </a:pathLst>
            </a:custGeom>
            <a:ln w="6350">
              <a:solidFill>
                <a:srgbClr val="FFC000"/>
              </a:solidFill>
            </a:ln>
          </p:spPr>
          <p:txBody>
            <a:bodyPr wrap="square" lIns="0" tIns="0" rIns="0" bIns="0" rtlCol="0"/>
            <a:lstStyle/>
            <a:p/>
          </p:txBody>
        </p:sp>
        <p:pic>
          <p:nvPicPr>
            <p:cNvPr id="27" name="object 25"/>
            <p:cNvPicPr/>
            <p:nvPr/>
          </p:nvPicPr>
          <p:blipFill>
            <a:blip r:embed="rId11" cstate="print"/>
            <a:stretch>
              <a:fillRect/>
            </a:stretch>
          </p:blipFill>
          <p:spPr>
            <a:xfrm>
              <a:off x="2444495" y="4625339"/>
              <a:ext cx="193548" cy="160019"/>
            </a:xfrm>
            <a:prstGeom prst="rect">
              <a:avLst/>
            </a:prstGeom>
          </p:spPr>
        </p:pic>
        <p:pic>
          <p:nvPicPr>
            <p:cNvPr id="28" name="object 26"/>
            <p:cNvPicPr/>
            <p:nvPr/>
          </p:nvPicPr>
          <p:blipFill>
            <a:blip r:embed="rId6" cstate="print"/>
            <a:stretch>
              <a:fillRect/>
            </a:stretch>
          </p:blipFill>
          <p:spPr>
            <a:xfrm>
              <a:off x="3678935" y="4495800"/>
              <a:ext cx="332232" cy="382524"/>
            </a:xfrm>
            <a:prstGeom prst="rect">
              <a:avLst/>
            </a:prstGeom>
          </p:spPr>
        </p:pic>
        <p:sp>
          <p:nvSpPr>
            <p:cNvPr id="29" name="object 27"/>
            <p:cNvSpPr/>
            <p:nvPr/>
          </p:nvSpPr>
          <p:spPr>
            <a:xfrm>
              <a:off x="3678935" y="4495800"/>
              <a:ext cx="332740" cy="382905"/>
            </a:xfrm>
            <a:custGeom>
              <a:avLst/>
              <a:gdLst/>
              <a:ahLst/>
              <a:cxnLst/>
              <a:rect l="l" t="t" r="r" b="b"/>
              <a:pathLst>
                <a:path w="332739" h="382904">
                  <a:moveTo>
                    <a:pt x="0" y="382524"/>
                  </a:moveTo>
                  <a:lnTo>
                    <a:pt x="332232" y="382524"/>
                  </a:lnTo>
                  <a:lnTo>
                    <a:pt x="332232" y="0"/>
                  </a:lnTo>
                  <a:lnTo>
                    <a:pt x="0" y="0"/>
                  </a:lnTo>
                  <a:lnTo>
                    <a:pt x="0" y="382524"/>
                  </a:lnTo>
                  <a:close/>
                </a:path>
              </a:pathLst>
            </a:custGeom>
            <a:ln w="6349">
              <a:solidFill>
                <a:srgbClr val="FFC000"/>
              </a:solidFill>
            </a:ln>
          </p:spPr>
          <p:txBody>
            <a:bodyPr wrap="square" lIns="0" tIns="0" rIns="0" bIns="0" rtlCol="0"/>
            <a:lstStyle/>
            <a:p/>
          </p:txBody>
        </p:sp>
        <p:pic>
          <p:nvPicPr>
            <p:cNvPr id="30" name="object 28"/>
            <p:cNvPicPr/>
            <p:nvPr/>
          </p:nvPicPr>
          <p:blipFill>
            <a:blip r:embed="rId12" cstate="print"/>
            <a:stretch>
              <a:fillRect/>
            </a:stretch>
          </p:blipFill>
          <p:spPr>
            <a:xfrm>
              <a:off x="3779519" y="4626863"/>
              <a:ext cx="195072" cy="160019"/>
            </a:xfrm>
            <a:prstGeom prst="rect">
              <a:avLst/>
            </a:prstGeom>
          </p:spPr>
        </p:pic>
        <p:pic>
          <p:nvPicPr>
            <p:cNvPr id="31" name="object 29"/>
            <p:cNvPicPr/>
            <p:nvPr/>
          </p:nvPicPr>
          <p:blipFill>
            <a:blip r:embed="rId13" cstate="print"/>
            <a:stretch>
              <a:fillRect/>
            </a:stretch>
          </p:blipFill>
          <p:spPr>
            <a:xfrm>
              <a:off x="1322831" y="4492751"/>
              <a:ext cx="332231" cy="382524"/>
            </a:xfrm>
            <a:prstGeom prst="rect">
              <a:avLst/>
            </a:prstGeom>
          </p:spPr>
        </p:pic>
        <p:sp>
          <p:nvSpPr>
            <p:cNvPr id="32" name="object 30"/>
            <p:cNvSpPr/>
            <p:nvPr/>
          </p:nvSpPr>
          <p:spPr>
            <a:xfrm>
              <a:off x="1322831" y="4492751"/>
              <a:ext cx="332740" cy="382905"/>
            </a:xfrm>
            <a:custGeom>
              <a:avLst/>
              <a:gdLst/>
              <a:ahLst/>
              <a:cxnLst/>
              <a:rect l="l" t="t" r="r" b="b"/>
              <a:pathLst>
                <a:path w="332739" h="382904">
                  <a:moveTo>
                    <a:pt x="0" y="382524"/>
                  </a:moveTo>
                  <a:lnTo>
                    <a:pt x="332231" y="382524"/>
                  </a:lnTo>
                  <a:lnTo>
                    <a:pt x="332231" y="0"/>
                  </a:lnTo>
                  <a:lnTo>
                    <a:pt x="0" y="0"/>
                  </a:lnTo>
                  <a:lnTo>
                    <a:pt x="0" y="382524"/>
                  </a:lnTo>
                  <a:close/>
                </a:path>
              </a:pathLst>
            </a:custGeom>
            <a:ln w="6350">
              <a:solidFill>
                <a:srgbClr val="4471C4"/>
              </a:solidFill>
            </a:ln>
          </p:spPr>
          <p:txBody>
            <a:bodyPr wrap="square" lIns="0" tIns="0" rIns="0" bIns="0" rtlCol="0"/>
            <a:lstStyle/>
            <a:p/>
          </p:txBody>
        </p:sp>
        <p:pic>
          <p:nvPicPr>
            <p:cNvPr id="33" name="object 31"/>
            <p:cNvPicPr/>
            <p:nvPr/>
          </p:nvPicPr>
          <p:blipFill>
            <a:blip r:embed="rId14" cstate="print"/>
            <a:stretch>
              <a:fillRect/>
            </a:stretch>
          </p:blipFill>
          <p:spPr>
            <a:xfrm>
              <a:off x="1394459" y="4625339"/>
              <a:ext cx="199644" cy="149351"/>
            </a:xfrm>
            <a:prstGeom prst="rect">
              <a:avLst/>
            </a:prstGeom>
          </p:spPr>
        </p:pic>
        <p:pic>
          <p:nvPicPr>
            <p:cNvPr id="34" name="object 32"/>
            <p:cNvPicPr/>
            <p:nvPr/>
          </p:nvPicPr>
          <p:blipFill>
            <a:blip r:embed="rId13" cstate="print"/>
            <a:stretch>
              <a:fillRect/>
            </a:stretch>
          </p:blipFill>
          <p:spPr>
            <a:xfrm>
              <a:off x="2723387" y="4492751"/>
              <a:ext cx="333756" cy="382524"/>
            </a:xfrm>
            <a:prstGeom prst="rect">
              <a:avLst/>
            </a:prstGeom>
          </p:spPr>
        </p:pic>
        <p:sp>
          <p:nvSpPr>
            <p:cNvPr id="35" name="object 33"/>
            <p:cNvSpPr/>
            <p:nvPr/>
          </p:nvSpPr>
          <p:spPr>
            <a:xfrm>
              <a:off x="2723387" y="4492751"/>
              <a:ext cx="334010" cy="382905"/>
            </a:xfrm>
            <a:custGeom>
              <a:avLst/>
              <a:gdLst/>
              <a:ahLst/>
              <a:cxnLst/>
              <a:rect l="l" t="t" r="r" b="b"/>
              <a:pathLst>
                <a:path w="334010" h="382904">
                  <a:moveTo>
                    <a:pt x="0" y="382524"/>
                  </a:moveTo>
                  <a:lnTo>
                    <a:pt x="333756" y="382524"/>
                  </a:lnTo>
                  <a:lnTo>
                    <a:pt x="333756" y="0"/>
                  </a:lnTo>
                  <a:lnTo>
                    <a:pt x="0" y="0"/>
                  </a:lnTo>
                  <a:lnTo>
                    <a:pt x="0" y="382524"/>
                  </a:lnTo>
                  <a:close/>
                </a:path>
              </a:pathLst>
            </a:custGeom>
            <a:ln w="6350">
              <a:solidFill>
                <a:srgbClr val="4471C4"/>
              </a:solidFill>
            </a:ln>
          </p:spPr>
          <p:txBody>
            <a:bodyPr wrap="square" lIns="0" tIns="0" rIns="0" bIns="0" rtlCol="0"/>
            <a:lstStyle/>
            <a:p/>
          </p:txBody>
        </p:sp>
        <p:pic>
          <p:nvPicPr>
            <p:cNvPr id="36" name="object 34"/>
            <p:cNvPicPr/>
            <p:nvPr/>
          </p:nvPicPr>
          <p:blipFill>
            <a:blip r:embed="rId15" cstate="print"/>
            <a:stretch>
              <a:fillRect/>
            </a:stretch>
          </p:blipFill>
          <p:spPr>
            <a:xfrm>
              <a:off x="2795016" y="4625339"/>
              <a:ext cx="205739" cy="149351"/>
            </a:xfrm>
            <a:prstGeom prst="rect">
              <a:avLst/>
            </a:prstGeom>
          </p:spPr>
        </p:pic>
        <p:pic>
          <p:nvPicPr>
            <p:cNvPr id="37" name="object 35"/>
            <p:cNvPicPr/>
            <p:nvPr/>
          </p:nvPicPr>
          <p:blipFill>
            <a:blip r:embed="rId16" cstate="print"/>
            <a:stretch>
              <a:fillRect/>
            </a:stretch>
          </p:blipFill>
          <p:spPr>
            <a:xfrm>
              <a:off x="4058411" y="4495800"/>
              <a:ext cx="333756" cy="381000"/>
            </a:xfrm>
            <a:prstGeom prst="rect">
              <a:avLst/>
            </a:prstGeom>
          </p:spPr>
        </p:pic>
        <p:sp>
          <p:nvSpPr>
            <p:cNvPr id="38" name="object 36"/>
            <p:cNvSpPr/>
            <p:nvPr/>
          </p:nvSpPr>
          <p:spPr>
            <a:xfrm>
              <a:off x="4058411" y="4495800"/>
              <a:ext cx="334010" cy="381000"/>
            </a:xfrm>
            <a:custGeom>
              <a:avLst/>
              <a:gdLst/>
              <a:ahLst/>
              <a:cxnLst/>
              <a:rect l="l" t="t" r="r" b="b"/>
              <a:pathLst>
                <a:path w="334010" h="381000">
                  <a:moveTo>
                    <a:pt x="0" y="381000"/>
                  </a:moveTo>
                  <a:lnTo>
                    <a:pt x="333756" y="381000"/>
                  </a:lnTo>
                  <a:lnTo>
                    <a:pt x="333756" y="0"/>
                  </a:lnTo>
                  <a:lnTo>
                    <a:pt x="0" y="0"/>
                  </a:lnTo>
                  <a:lnTo>
                    <a:pt x="0" y="381000"/>
                  </a:lnTo>
                  <a:close/>
                </a:path>
              </a:pathLst>
            </a:custGeom>
            <a:ln w="6350">
              <a:solidFill>
                <a:srgbClr val="4471C4"/>
              </a:solidFill>
            </a:ln>
          </p:spPr>
          <p:txBody>
            <a:bodyPr wrap="square" lIns="0" tIns="0" rIns="0" bIns="0" rtlCol="0"/>
            <a:lstStyle/>
            <a:p/>
          </p:txBody>
        </p:sp>
        <p:pic>
          <p:nvPicPr>
            <p:cNvPr id="39" name="object 37"/>
            <p:cNvPicPr/>
            <p:nvPr/>
          </p:nvPicPr>
          <p:blipFill>
            <a:blip r:embed="rId17" cstate="print"/>
            <a:stretch>
              <a:fillRect/>
            </a:stretch>
          </p:blipFill>
          <p:spPr>
            <a:xfrm>
              <a:off x="4130040" y="4628387"/>
              <a:ext cx="207263" cy="152400"/>
            </a:xfrm>
            <a:prstGeom prst="rect">
              <a:avLst/>
            </a:prstGeom>
          </p:spPr>
        </p:pic>
        <p:sp>
          <p:nvSpPr>
            <p:cNvPr id="40" name="object 38"/>
            <p:cNvSpPr/>
            <p:nvPr/>
          </p:nvSpPr>
          <p:spPr>
            <a:xfrm>
              <a:off x="576834" y="3851909"/>
              <a:ext cx="2874645" cy="601980"/>
            </a:xfrm>
            <a:custGeom>
              <a:avLst/>
              <a:gdLst/>
              <a:ahLst/>
              <a:cxnLst/>
              <a:rect l="l" t="t" r="r" b="b"/>
              <a:pathLst>
                <a:path w="2874645" h="601979">
                  <a:moveTo>
                    <a:pt x="76200" y="76200"/>
                  </a:moveTo>
                  <a:lnTo>
                    <a:pt x="69850" y="63500"/>
                  </a:lnTo>
                  <a:lnTo>
                    <a:pt x="38100" y="0"/>
                  </a:lnTo>
                  <a:lnTo>
                    <a:pt x="0" y="76200"/>
                  </a:lnTo>
                  <a:lnTo>
                    <a:pt x="28575" y="76200"/>
                  </a:lnTo>
                  <a:lnTo>
                    <a:pt x="28575" y="530098"/>
                  </a:lnTo>
                  <a:lnTo>
                    <a:pt x="47625" y="530098"/>
                  </a:lnTo>
                  <a:lnTo>
                    <a:pt x="47625" y="76200"/>
                  </a:lnTo>
                  <a:lnTo>
                    <a:pt x="76200" y="76200"/>
                  </a:lnTo>
                  <a:close/>
                </a:path>
                <a:path w="2874645" h="601979">
                  <a:moveTo>
                    <a:pt x="264058" y="121285"/>
                  </a:moveTo>
                  <a:lnTo>
                    <a:pt x="263779" y="121031"/>
                  </a:lnTo>
                  <a:lnTo>
                    <a:pt x="263347" y="120650"/>
                  </a:lnTo>
                  <a:lnTo>
                    <a:pt x="261620" y="119253"/>
                  </a:lnTo>
                  <a:lnTo>
                    <a:pt x="261404" y="119087"/>
                  </a:lnTo>
                  <a:lnTo>
                    <a:pt x="259727" y="117729"/>
                  </a:lnTo>
                  <a:lnTo>
                    <a:pt x="222059" y="98933"/>
                  </a:lnTo>
                  <a:lnTo>
                    <a:pt x="213093" y="98933"/>
                  </a:lnTo>
                  <a:lnTo>
                    <a:pt x="179273" y="120650"/>
                  </a:lnTo>
                  <a:lnTo>
                    <a:pt x="160070" y="157607"/>
                  </a:lnTo>
                  <a:lnTo>
                    <a:pt x="145326" y="207772"/>
                  </a:lnTo>
                  <a:lnTo>
                    <a:pt x="136156" y="253238"/>
                  </a:lnTo>
                  <a:lnTo>
                    <a:pt x="128295" y="304165"/>
                  </a:lnTo>
                  <a:lnTo>
                    <a:pt x="119494" y="378587"/>
                  </a:lnTo>
                  <a:lnTo>
                    <a:pt x="115481" y="417957"/>
                  </a:lnTo>
                  <a:lnTo>
                    <a:pt x="111696" y="459994"/>
                  </a:lnTo>
                  <a:lnTo>
                    <a:pt x="111302" y="464591"/>
                  </a:lnTo>
                  <a:lnTo>
                    <a:pt x="82829" y="462153"/>
                  </a:lnTo>
                  <a:lnTo>
                    <a:pt x="114300" y="541274"/>
                  </a:lnTo>
                  <a:lnTo>
                    <a:pt x="152450" y="478917"/>
                  </a:lnTo>
                  <a:lnTo>
                    <a:pt x="158750" y="468630"/>
                  </a:lnTo>
                  <a:lnTo>
                    <a:pt x="130289" y="466204"/>
                  </a:lnTo>
                  <a:lnTo>
                    <a:pt x="130987" y="458216"/>
                  </a:lnTo>
                  <a:lnTo>
                    <a:pt x="134442" y="419735"/>
                  </a:lnTo>
                  <a:lnTo>
                    <a:pt x="138417" y="380657"/>
                  </a:lnTo>
                  <a:lnTo>
                    <a:pt x="147154" y="306705"/>
                  </a:lnTo>
                  <a:lnTo>
                    <a:pt x="154914" y="256540"/>
                  </a:lnTo>
                  <a:lnTo>
                    <a:pt x="163753" y="212636"/>
                  </a:lnTo>
                  <a:lnTo>
                    <a:pt x="174167" y="175018"/>
                  </a:lnTo>
                  <a:lnTo>
                    <a:pt x="177787" y="164592"/>
                  </a:lnTo>
                  <a:lnTo>
                    <a:pt x="177850" y="164401"/>
                  </a:lnTo>
                  <a:lnTo>
                    <a:pt x="198361" y="127635"/>
                  </a:lnTo>
                  <a:lnTo>
                    <a:pt x="198843" y="127076"/>
                  </a:lnTo>
                  <a:lnTo>
                    <a:pt x="199123" y="126746"/>
                  </a:lnTo>
                  <a:lnTo>
                    <a:pt x="201269" y="124841"/>
                  </a:lnTo>
                  <a:lnTo>
                    <a:pt x="202514" y="123698"/>
                  </a:lnTo>
                  <a:lnTo>
                    <a:pt x="203822" y="122809"/>
                  </a:lnTo>
                  <a:lnTo>
                    <a:pt x="206629" y="120904"/>
                  </a:lnTo>
                  <a:lnTo>
                    <a:pt x="207010" y="120650"/>
                  </a:lnTo>
                  <a:lnTo>
                    <a:pt x="208457" y="120015"/>
                  </a:lnTo>
                  <a:lnTo>
                    <a:pt x="210591" y="119087"/>
                  </a:lnTo>
                  <a:lnTo>
                    <a:pt x="210159" y="119087"/>
                  </a:lnTo>
                  <a:lnTo>
                    <a:pt x="209994" y="119087"/>
                  </a:lnTo>
                  <a:lnTo>
                    <a:pt x="210400" y="119011"/>
                  </a:lnTo>
                  <a:lnTo>
                    <a:pt x="211137" y="118846"/>
                  </a:lnTo>
                  <a:lnTo>
                    <a:pt x="213436" y="118364"/>
                  </a:lnTo>
                  <a:lnTo>
                    <a:pt x="215265" y="117983"/>
                  </a:lnTo>
                  <a:lnTo>
                    <a:pt x="219583" y="117983"/>
                  </a:lnTo>
                  <a:lnTo>
                    <a:pt x="224828" y="119087"/>
                  </a:lnTo>
                  <a:lnTo>
                    <a:pt x="230644" y="121285"/>
                  </a:lnTo>
                  <a:lnTo>
                    <a:pt x="231330" y="121539"/>
                  </a:lnTo>
                  <a:lnTo>
                    <a:pt x="230746" y="121285"/>
                  </a:lnTo>
                  <a:lnTo>
                    <a:pt x="264058" y="121285"/>
                  </a:lnTo>
                  <a:close/>
                </a:path>
                <a:path w="2874645" h="601979">
                  <a:moveTo>
                    <a:pt x="1938540" y="167462"/>
                  </a:moveTo>
                  <a:lnTo>
                    <a:pt x="1938223" y="167462"/>
                  </a:lnTo>
                  <a:lnTo>
                    <a:pt x="1936013" y="167957"/>
                  </a:lnTo>
                  <a:lnTo>
                    <a:pt x="1938540" y="167462"/>
                  </a:lnTo>
                  <a:close/>
                </a:path>
                <a:path w="2874645" h="601979">
                  <a:moveTo>
                    <a:pt x="2874518" y="460756"/>
                  </a:moveTo>
                  <a:lnTo>
                    <a:pt x="2848711" y="472948"/>
                  </a:lnTo>
                  <a:lnTo>
                    <a:pt x="2842260" y="459486"/>
                  </a:lnTo>
                  <a:lnTo>
                    <a:pt x="2821559" y="418846"/>
                  </a:lnTo>
                  <a:lnTo>
                    <a:pt x="2804541" y="388429"/>
                  </a:lnTo>
                  <a:lnTo>
                    <a:pt x="2804541" y="82296"/>
                  </a:lnTo>
                  <a:lnTo>
                    <a:pt x="2833116" y="82296"/>
                  </a:lnTo>
                  <a:lnTo>
                    <a:pt x="2826766" y="69596"/>
                  </a:lnTo>
                  <a:lnTo>
                    <a:pt x="2795016" y="6096"/>
                  </a:lnTo>
                  <a:lnTo>
                    <a:pt x="2756916" y="82296"/>
                  </a:lnTo>
                  <a:lnTo>
                    <a:pt x="2785491" y="82296"/>
                  </a:lnTo>
                  <a:lnTo>
                    <a:pt x="2785491" y="356793"/>
                  </a:lnTo>
                  <a:lnTo>
                    <a:pt x="2763139" y="322326"/>
                  </a:lnTo>
                  <a:lnTo>
                    <a:pt x="2735821" y="286512"/>
                  </a:lnTo>
                  <a:lnTo>
                    <a:pt x="2705735" y="252857"/>
                  </a:lnTo>
                  <a:lnTo>
                    <a:pt x="2672461" y="221615"/>
                  </a:lnTo>
                  <a:lnTo>
                    <a:pt x="2635377" y="193294"/>
                  </a:lnTo>
                  <a:lnTo>
                    <a:pt x="2594229" y="168148"/>
                  </a:lnTo>
                  <a:lnTo>
                    <a:pt x="2548636" y="146685"/>
                  </a:lnTo>
                  <a:lnTo>
                    <a:pt x="2498090" y="129032"/>
                  </a:lnTo>
                  <a:lnTo>
                    <a:pt x="2487536" y="126263"/>
                  </a:lnTo>
                  <a:lnTo>
                    <a:pt x="2473452" y="122555"/>
                  </a:lnTo>
                  <a:lnTo>
                    <a:pt x="2412492" y="110998"/>
                  </a:lnTo>
                  <a:lnTo>
                    <a:pt x="2348230" y="104648"/>
                  </a:lnTo>
                  <a:lnTo>
                    <a:pt x="2317356" y="103505"/>
                  </a:lnTo>
                  <a:lnTo>
                    <a:pt x="2277745" y="103505"/>
                  </a:lnTo>
                  <a:lnTo>
                    <a:pt x="2200783" y="107696"/>
                  </a:lnTo>
                  <a:lnTo>
                    <a:pt x="2160016" y="111633"/>
                  </a:lnTo>
                  <a:lnTo>
                    <a:pt x="2117725" y="116713"/>
                  </a:lnTo>
                  <a:lnTo>
                    <a:pt x="2028825" y="130683"/>
                  </a:lnTo>
                  <a:lnTo>
                    <a:pt x="1934464" y="148844"/>
                  </a:lnTo>
                  <a:lnTo>
                    <a:pt x="1835150" y="171069"/>
                  </a:lnTo>
                  <a:lnTo>
                    <a:pt x="1731264" y="196850"/>
                  </a:lnTo>
                  <a:lnTo>
                    <a:pt x="1623314" y="226060"/>
                  </a:lnTo>
                  <a:lnTo>
                    <a:pt x="1541805" y="249478"/>
                  </a:lnTo>
                  <a:lnTo>
                    <a:pt x="1538097" y="240792"/>
                  </a:lnTo>
                  <a:lnTo>
                    <a:pt x="1530604" y="224917"/>
                  </a:lnTo>
                  <a:lnTo>
                    <a:pt x="1523403" y="210870"/>
                  </a:lnTo>
                  <a:lnTo>
                    <a:pt x="1523403" y="254762"/>
                  </a:lnTo>
                  <a:lnTo>
                    <a:pt x="1511427" y="258191"/>
                  </a:lnTo>
                  <a:lnTo>
                    <a:pt x="1461897" y="273227"/>
                  </a:lnTo>
                  <a:lnTo>
                    <a:pt x="1461897" y="156629"/>
                  </a:lnTo>
                  <a:lnTo>
                    <a:pt x="1462328" y="157035"/>
                  </a:lnTo>
                  <a:lnTo>
                    <a:pt x="1471815" y="167500"/>
                  </a:lnTo>
                  <a:lnTo>
                    <a:pt x="1471993" y="167767"/>
                  </a:lnTo>
                  <a:lnTo>
                    <a:pt x="1481150" y="179222"/>
                  </a:lnTo>
                  <a:lnTo>
                    <a:pt x="1489837" y="191465"/>
                  </a:lnTo>
                  <a:lnTo>
                    <a:pt x="1497965" y="204470"/>
                  </a:lnTo>
                  <a:lnTo>
                    <a:pt x="1498180" y="204876"/>
                  </a:lnTo>
                  <a:lnTo>
                    <a:pt x="1506651" y="219684"/>
                  </a:lnTo>
                  <a:lnTo>
                    <a:pt x="1513484" y="233248"/>
                  </a:lnTo>
                  <a:lnTo>
                    <a:pt x="1521231" y="249682"/>
                  </a:lnTo>
                  <a:lnTo>
                    <a:pt x="1523403" y="254762"/>
                  </a:lnTo>
                  <a:lnTo>
                    <a:pt x="1523403" y="210870"/>
                  </a:lnTo>
                  <a:lnTo>
                    <a:pt x="1522730" y="209550"/>
                  </a:lnTo>
                  <a:lnTo>
                    <a:pt x="1514475" y="194818"/>
                  </a:lnTo>
                  <a:lnTo>
                    <a:pt x="1505585" y="180975"/>
                  </a:lnTo>
                  <a:lnTo>
                    <a:pt x="1496542" y="167932"/>
                  </a:lnTo>
                  <a:lnTo>
                    <a:pt x="1496441" y="167767"/>
                  </a:lnTo>
                  <a:lnTo>
                    <a:pt x="1486535" y="155321"/>
                  </a:lnTo>
                  <a:lnTo>
                    <a:pt x="1476121" y="143891"/>
                  </a:lnTo>
                  <a:lnTo>
                    <a:pt x="1464945" y="133223"/>
                  </a:lnTo>
                  <a:lnTo>
                    <a:pt x="1461897" y="130721"/>
                  </a:lnTo>
                  <a:lnTo>
                    <a:pt x="1461897" y="79248"/>
                  </a:lnTo>
                  <a:lnTo>
                    <a:pt x="1490472" y="79248"/>
                  </a:lnTo>
                  <a:lnTo>
                    <a:pt x="1484122" y="66548"/>
                  </a:lnTo>
                  <a:lnTo>
                    <a:pt x="1452372" y="3048"/>
                  </a:lnTo>
                  <a:lnTo>
                    <a:pt x="1414272" y="79248"/>
                  </a:lnTo>
                  <a:lnTo>
                    <a:pt x="1442847" y="79248"/>
                  </a:lnTo>
                  <a:lnTo>
                    <a:pt x="1442847" y="116319"/>
                  </a:lnTo>
                  <a:lnTo>
                    <a:pt x="1441246" y="115189"/>
                  </a:lnTo>
                  <a:lnTo>
                    <a:pt x="1439964" y="114427"/>
                  </a:lnTo>
                  <a:lnTo>
                    <a:pt x="1433868" y="110909"/>
                  </a:lnTo>
                  <a:lnTo>
                    <a:pt x="1381696" y="110909"/>
                  </a:lnTo>
                  <a:lnTo>
                    <a:pt x="1381556" y="110909"/>
                  </a:lnTo>
                  <a:lnTo>
                    <a:pt x="1394841" y="114427"/>
                  </a:lnTo>
                  <a:lnTo>
                    <a:pt x="1394193" y="114274"/>
                  </a:lnTo>
                  <a:lnTo>
                    <a:pt x="1407731" y="119075"/>
                  </a:lnTo>
                  <a:lnTo>
                    <a:pt x="1418907" y="124333"/>
                  </a:lnTo>
                  <a:lnTo>
                    <a:pt x="1442847" y="124333"/>
                  </a:lnTo>
                  <a:lnTo>
                    <a:pt x="1442847" y="124714"/>
                  </a:lnTo>
                  <a:lnTo>
                    <a:pt x="1419872" y="124714"/>
                  </a:lnTo>
                  <a:lnTo>
                    <a:pt x="1419733" y="124714"/>
                  </a:lnTo>
                  <a:lnTo>
                    <a:pt x="1420291" y="124980"/>
                  </a:lnTo>
                  <a:lnTo>
                    <a:pt x="1424051" y="127177"/>
                  </a:lnTo>
                  <a:lnTo>
                    <a:pt x="1430401" y="130810"/>
                  </a:lnTo>
                  <a:lnTo>
                    <a:pt x="1442186" y="139065"/>
                  </a:lnTo>
                  <a:lnTo>
                    <a:pt x="1442847" y="139623"/>
                  </a:lnTo>
                  <a:lnTo>
                    <a:pt x="1442847" y="279019"/>
                  </a:lnTo>
                  <a:lnTo>
                    <a:pt x="1396365" y="293116"/>
                  </a:lnTo>
                  <a:lnTo>
                    <a:pt x="1278255" y="330327"/>
                  </a:lnTo>
                  <a:lnTo>
                    <a:pt x="1035050" y="410464"/>
                  </a:lnTo>
                  <a:lnTo>
                    <a:pt x="555180" y="575767"/>
                  </a:lnTo>
                  <a:lnTo>
                    <a:pt x="714629" y="455041"/>
                  </a:lnTo>
                  <a:lnTo>
                    <a:pt x="828040" y="371856"/>
                  </a:lnTo>
                  <a:lnTo>
                    <a:pt x="883285" y="332613"/>
                  </a:lnTo>
                  <a:lnTo>
                    <a:pt x="934935" y="297078"/>
                  </a:lnTo>
                  <a:lnTo>
                    <a:pt x="990092" y="260604"/>
                  </a:lnTo>
                  <a:lnTo>
                    <a:pt x="1038110" y="230441"/>
                  </a:lnTo>
                  <a:lnTo>
                    <a:pt x="1086764" y="201637"/>
                  </a:lnTo>
                  <a:lnTo>
                    <a:pt x="1138021" y="173685"/>
                  </a:lnTo>
                  <a:lnTo>
                    <a:pt x="1140294" y="172491"/>
                  </a:lnTo>
                  <a:lnTo>
                    <a:pt x="1137881" y="173685"/>
                  </a:lnTo>
                  <a:lnTo>
                    <a:pt x="1183005" y="151638"/>
                  </a:lnTo>
                  <a:lnTo>
                    <a:pt x="1224610" y="134213"/>
                  </a:lnTo>
                  <a:lnTo>
                    <a:pt x="1246047" y="126403"/>
                  </a:lnTo>
                  <a:lnTo>
                    <a:pt x="1245743" y="126403"/>
                  </a:lnTo>
                  <a:lnTo>
                    <a:pt x="1265212" y="120332"/>
                  </a:lnTo>
                  <a:lnTo>
                    <a:pt x="1284249" y="115189"/>
                  </a:lnTo>
                  <a:lnTo>
                    <a:pt x="1302054" y="111429"/>
                  </a:lnTo>
                  <a:lnTo>
                    <a:pt x="1319669" y="108813"/>
                  </a:lnTo>
                  <a:lnTo>
                    <a:pt x="1320634" y="108661"/>
                  </a:lnTo>
                  <a:lnTo>
                    <a:pt x="1320279" y="108661"/>
                  </a:lnTo>
                  <a:lnTo>
                    <a:pt x="1336802" y="107315"/>
                  </a:lnTo>
                  <a:lnTo>
                    <a:pt x="1353210" y="107315"/>
                  </a:lnTo>
                  <a:lnTo>
                    <a:pt x="1367256" y="108458"/>
                  </a:lnTo>
                  <a:lnTo>
                    <a:pt x="1380464" y="110718"/>
                  </a:lnTo>
                  <a:lnTo>
                    <a:pt x="1433550" y="110718"/>
                  </a:lnTo>
                  <a:lnTo>
                    <a:pt x="1428115" y="107569"/>
                  </a:lnTo>
                  <a:lnTo>
                    <a:pt x="1427556" y="107315"/>
                  </a:lnTo>
                  <a:lnTo>
                    <a:pt x="1414399" y="101219"/>
                  </a:lnTo>
                  <a:lnTo>
                    <a:pt x="1400048" y="96012"/>
                  </a:lnTo>
                  <a:lnTo>
                    <a:pt x="1384935" y="92075"/>
                  </a:lnTo>
                  <a:lnTo>
                    <a:pt x="1369187" y="89535"/>
                  </a:lnTo>
                  <a:lnTo>
                    <a:pt x="1354175" y="88265"/>
                  </a:lnTo>
                  <a:lnTo>
                    <a:pt x="1335532" y="88265"/>
                  </a:lnTo>
                  <a:lnTo>
                    <a:pt x="1280033" y="96520"/>
                  </a:lnTo>
                  <a:lnTo>
                    <a:pt x="1239545" y="108458"/>
                  </a:lnTo>
                  <a:lnTo>
                    <a:pt x="1197229" y="124714"/>
                  </a:lnTo>
                  <a:lnTo>
                    <a:pt x="1152398" y="145034"/>
                  </a:lnTo>
                  <a:lnTo>
                    <a:pt x="1105408" y="169418"/>
                  </a:lnTo>
                  <a:lnTo>
                    <a:pt x="1056386" y="197104"/>
                  </a:lnTo>
                  <a:lnTo>
                    <a:pt x="1005713" y="228092"/>
                  </a:lnTo>
                  <a:lnTo>
                    <a:pt x="926719" y="279654"/>
                  </a:lnTo>
                  <a:lnTo>
                    <a:pt x="816864" y="356362"/>
                  </a:lnTo>
                  <a:lnTo>
                    <a:pt x="703199" y="439801"/>
                  </a:lnTo>
                  <a:lnTo>
                    <a:pt x="533692" y="568071"/>
                  </a:lnTo>
                  <a:lnTo>
                    <a:pt x="496519" y="495808"/>
                  </a:lnTo>
                  <a:lnTo>
                    <a:pt x="473925" y="452628"/>
                  </a:lnTo>
                  <a:lnTo>
                    <a:pt x="451700" y="410464"/>
                  </a:lnTo>
                  <a:lnTo>
                    <a:pt x="429653" y="369443"/>
                  </a:lnTo>
                  <a:lnTo>
                    <a:pt x="407987" y="330200"/>
                  </a:lnTo>
                  <a:lnTo>
                    <a:pt x="386765" y="292862"/>
                  </a:lnTo>
                  <a:lnTo>
                    <a:pt x="366001" y="257810"/>
                  </a:lnTo>
                  <a:lnTo>
                    <a:pt x="336067" y="210439"/>
                  </a:lnTo>
                  <a:lnTo>
                    <a:pt x="307632" y="170180"/>
                  </a:lnTo>
                  <a:lnTo>
                    <a:pt x="280619" y="137541"/>
                  </a:lnTo>
                  <a:lnTo>
                    <a:pt x="264325" y="121539"/>
                  </a:lnTo>
                  <a:lnTo>
                    <a:pt x="231330" y="121539"/>
                  </a:lnTo>
                  <a:lnTo>
                    <a:pt x="231127" y="121539"/>
                  </a:lnTo>
                  <a:lnTo>
                    <a:pt x="235483" y="123825"/>
                  </a:lnTo>
                  <a:lnTo>
                    <a:pt x="236562" y="124333"/>
                  </a:lnTo>
                  <a:lnTo>
                    <a:pt x="244055" y="129540"/>
                  </a:lnTo>
                  <a:lnTo>
                    <a:pt x="274574" y="159270"/>
                  </a:lnTo>
                  <a:lnTo>
                    <a:pt x="292227" y="181406"/>
                  </a:lnTo>
                  <a:lnTo>
                    <a:pt x="292442" y="181571"/>
                  </a:lnTo>
                  <a:lnTo>
                    <a:pt x="293166" y="182626"/>
                  </a:lnTo>
                  <a:lnTo>
                    <a:pt x="294665" y="184581"/>
                  </a:lnTo>
                  <a:lnTo>
                    <a:pt x="301345" y="193700"/>
                  </a:lnTo>
                  <a:lnTo>
                    <a:pt x="301548" y="193916"/>
                  </a:lnTo>
                  <a:lnTo>
                    <a:pt x="301701" y="194183"/>
                  </a:lnTo>
                  <a:lnTo>
                    <a:pt x="302336" y="195046"/>
                  </a:lnTo>
                  <a:lnTo>
                    <a:pt x="310629" y="206883"/>
                  </a:lnTo>
                  <a:lnTo>
                    <a:pt x="320141" y="220980"/>
                  </a:lnTo>
                  <a:lnTo>
                    <a:pt x="329819" y="235839"/>
                  </a:lnTo>
                  <a:lnTo>
                    <a:pt x="339661" y="251371"/>
                  </a:lnTo>
                  <a:lnTo>
                    <a:pt x="339852" y="251561"/>
                  </a:lnTo>
                  <a:lnTo>
                    <a:pt x="340855" y="253238"/>
                  </a:lnTo>
                  <a:lnTo>
                    <a:pt x="341350" y="254025"/>
                  </a:lnTo>
                  <a:lnTo>
                    <a:pt x="349681" y="267716"/>
                  </a:lnTo>
                  <a:lnTo>
                    <a:pt x="370255" y="302387"/>
                  </a:lnTo>
                  <a:lnTo>
                    <a:pt x="391325" y="339344"/>
                  </a:lnTo>
                  <a:lnTo>
                    <a:pt x="412902" y="378587"/>
                  </a:lnTo>
                  <a:lnTo>
                    <a:pt x="436359" y="422186"/>
                  </a:lnTo>
                  <a:lnTo>
                    <a:pt x="457047" y="461391"/>
                  </a:lnTo>
                  <a:lnTo>
                    <a:pt x="479590" y="504571"/>
                  </a:lnTo>
                  <a:lnTo>
                    <a:pt x="524929" y="592582"/>
                  </a:lnTo>
                  <a:lnTo>
                    <a:pt x="533349" y="588302"/>
                  </a:lnTo>
                  <a:lnTo>
                    <a:pt x="538048" y="601853"/>
                  </a:lnTo>
                  <a:lnTo>
                    <a:pt x="1041273" y="428459"/>
                  </a:lnTo>
                  <a:lnTo>
                    <a:pt x="1043419" y="427736"/>
                  </a:lnTo>
                  <a:lnTo>
                    <a:pt x="1042377" y="428053"/>
                  </a:lnTo>
                  <a:lnTo>
                    <a:pt x="1284097" y="348488"/>
                  </a:lnTo>
                  <a:lnTo>
                    <a:pt x="1401953" y="311277"/>
                  </a:lnTo>
                  <a:lnTo>
                    <a:pt x="1442847" y="298907"/>
                  </a:lnTo>
                  <a:lnTo>
                    <a:pt x="1442847" y="533146"/>
                  </a:lnTo>
                  <a:lnTo>
                    <a:pt x="1461897" y="533146"/>
                  </a:lnTo>
                  <a:lnTo>
                    <a:pt x="1461897" y="293128"/>
                  </a:lnTo>
                  <a:lnTo>
                    <a:pt x="1519148" y="275793"/>
                  </a:lnTo>
                  <a:lnTo>
                    <a:pt x="1530667" y="272491"/>
                  </a:lnTo>
                  <a:lnTo>
                    <a:pt x="1533461" y="279654"/>
                  </a:lnTo>
                  <a:lnTo>
                    <a:pt x="1540192" y="298069"/>
                  </a:lnTo>
                  <a:lnTo>
                    <a:pt x="1551965" y="334378"/>
                  </a:lnTo>
                  <a:lnTo>
                    <a:pt x="1563306" y="374396"/>
                  </a:lnTo>
                  <a:lnTo>
                    <a:pt x="1572577" y="411251"/>
                  </a:lnTo>
                  <a:lnTo>
                    <a:pt x="1572691" y="411505"/>
                  </a:lnTo>
                  <a:lnTo>
                    <a:pt x="1581531" y="449453"/>
                  </a:lnTo>
                  <a:lnTo>
                    <a:pt x="1582064" y="451612"/>
                  </a:lnTo>
                  <a:lnTo>
                    <a:pt x="1583766" y="459536"/>
                  </a:lnTo>
                  <a:lnTo>
                    <a:pt x="1555877" y="465582"/>
                  </a:lnTo>
                  <a:lnTo>
                    <a:pt x="1609344" y="532003"/>
                  </a:lnTo>
                  <a:lnTo>
                    <a:pt x="1624584" y="471932"/>
                  </a:lnTo>
                  <a:lnTo>
                    <a:pt x="1630299" y="449453"/>
                  </a:lnTo>
                  <a:lnTo>
                    <a:pt x="1602384" y="455510"/>
                  </a:lnTo>
                  <a:lnTo>
                    <a:pt x="1600581" y="447421"/>
                  </a:lnTo>
                  <a:lnTo>
                    <a:pt x="1591183" y="406781"/>
                  </a:lnTo>
                  <a:lnTo>
                    <a:pt x="1581150" y="367284"/>
                  </a:lnTo>
                  <a:lnTo>
                    <a:pt x="1570228" y="328930"/>
                  </a:lnTo>
                  <a:lnTo>
                    <a:pt x="1558290" y="292227"/>
                  </a:lnTo>
                  <a:lnTo>
                    <a:pt x="1549044" y="267220"/>
                  </a:lnTo>
                  <a:lnTo>
                    <a:pt x="1628394" y="244475"/>
                  </a:lnTo>
                  <a:lnTo>
                    <a:pt x="1736090" y="215265"/>
                  </a:lnTo>
                  <a:lnTo>
                    <a:pt x="1839480" y="189674"/>
                  </a:lnTo>
                  <a:lnTo>
                    <a:pt x="1842173" y="189014"/>
                  </a:lnTo>
                  <a:lnTo>
                    <a:pt x="1936013" y="167957"/>
                  </a:lnTo>
                  <a:lnTo>
                    <a:pt x="1938185" y="167462"/>
                  </a:lnTo>
                  <a:lnTo>
                    <a:pt x="2030399" y="149720"/>
                  </a:lnTo>
                  <a:lnTo>
                    <a:pt x="2030564" y="149694"/>
                  </a:lnTo>
                  <a:lnTo>
                    <a:pt x="2032190" y="149428"/>
                  </a:lnTo>
                  <a:lnTo>
                    <a:pt x="2031911" y="149428"/>
                  </a:lnTo>
                  <a:lnTo>
                    <a:pt x="2120138" y="135699"/>
                  </a:lnTo>
                  <a:lnTo>
                    <a:pt x="2120277" y="135699"/>
                  </a:lnTo>
                  <a:lnTo>
                    <a:pt x="2121662" y="135458"/>
                  </a:lnTo>
                  <a:lnTo>
                    <a:pt x="2161108" y="130683"/>
                  </a:lnTo>
                  <a:lnTo>
                    <a:pt x="2160600" y="130683"/>
                  </a:lnTo>
                  <a:lnTo>
                    <a:pt x="2202294" y="126644"/>
                  </a:lnTo>
                  <a:lnTo>
                    <a:pt x="2201938" y="126644"/>
                  </a:lnTo>
                  <a:lnTo>
                    <a:pt x="2241029" y="123977"/>
                  </a:lnTo>
                  <a:lnTo>
                    <a:pt x="2240572" y="123977"/>
                  </a:lnTo>
                  <a:lnTo>
                    <a:pt x="2278380" y="122555"/>
                  </a:lnTo>
                  <a:lnTo>
                    <a:pt x="2316810" y="122555"/>
                  </a:lnTo>
                  <a:lnTo>
                    <a:pt x="2348128" y="123736"/>
                  </a:lnTo>
                  <a:lnTo>
                    <a:pt x="2347328" y="123736"/>
                  </a:lnTo>
                  <a:lnTo>
                    <a:pt x="2379535" y="126263"/>
                  </a:lnTo>
                  <a:lnTo>
                    <a:pt x="2381364" y="126403"/>
                  </a:lnTo>
                  <a:lnTo>
                    <a:pt x="2381491" y="126403"/>
                  </a:lnTo>
                  <a:lnTo>
                    <a:pt x="2410549" y="129857"/>
                  </a:lnTo>
                  <a:lnTo>
                    <a:pt x="2410333" y="129857"/>
                  </a:lnTo>
                  <a:lnTo>
                    <a:pt x="2439581" y="134696"/>
                  </a:lnTo>
                  <a:lnTo>
                    <a:pt x="2492476" y="147320"/>
                  </a:lnTo>
                  <a:lnTo>
                    <a:pt x="2540139" y="163779"/>
                  </a:lnTo>
                  <a:lnTo>
                    <a:pt x="2541613" y="164426"/>
                  </a:lnTo>
                  <a:lnTo>
                    <a:pt x="2541295" y="164249"/>
                  </a:lnTo>
                  <a:lnTo>
                    <a:pt x="2585872" y="185318"/>
                  </a:lnTo>
                  <a:lnTo>
                    <a:pt x="2624391" y="208965"/>
                  </a:lnTo>
                  <a:lnTo>
                    <a:pt x="2660726" y="236728"/>
                  </a:lnTo>
                  <a:lnTo>
                    <a:pt x="2691968" y="266026"/>
                  </a:lnTo>
                  <a:lnTo>
                    <a:pt x="2707030" y="282282"/>
                  </a:lnTo>
                  <a:lnTo>
                    <a:pt x="2706840" y="281927"/>
                  </a:lnTo>
                  <a:lnTo>
                    <a:pt x="2733751" y="314680"/>
                  </a:lnTo>
                  <a:lnTo>
                    <a:pt x="2747581" y="333540"/>
                  </a:lnTo>
                  <a:lnTo>
                    <a:pt x="2760205" y="352082"/>
                  </a:lnTo>
                  <a:lnTo>
                    <a:pt x="2782951" y="388747"/>
                  </a:lnTo>
                  <a:lnTo>
                    <a:pt x="2785491" y="393319"/>
                  </a:lnTo>
                  <a:lnTo>
                    <a:pt x="2785491" y="536194"/>
                  </a:lnTo>
                  <a:lnTo>
                    <a:pt x="2804541" y="536194"/>
                  </a:lnTo>
                  <a:lnTo>
                    <a:pt x="2804541" y="427520"/>
                  </a:lnTo>
                  <a:lnTo>
                    <a:pt x="2804668" y="427736"/>
                  </a:lnTo>
                  <a:lnTo>
                    <a:pt x="2825153" y="467829"/>
                  </a:lnTo>
                  <a:lnTo>
                    <a:pt x="2831439" y="481101"/>
                  </a:lnTo>
                  <a:lnTo>
                    <a:pt x="2805684" y="493268"/>
                  </a:lnTo>
                  <a:lnTo>
                    <a:pt x="2872740" y="545846"/>
                  </a:lnTo>
                  <a:lnTo>
                    <a:pt x="2873781" y="495808"/>
                  </a:lnTo>
                  <a:lnTo>
                    <a:pt x="2873845" y="492633"/>
                  </a:lnTo>
                  <a:lnTo>
                    <a:pt x="2874518" y="460756"/>
                  </a:lnTo>
                  <a:close/>
                </a:path>
              </a:pathLst>
            </a:custGeom>
            <a:solidFill>
              <a:srgbClr val="000000"/>
            </a:solidFill>
          </p:spPr>
          <p:txBody>
            <a:bodyPr wrap="square" lIns="0" tIns="0" rIns="0" bIns="0" rtlCol="0"/>
            <a:lstStyle/>
            <a:p/>
          </p:txBody>
        </p:sp>
        <p:sp>
          <p:nvSpPr>
            <p:cNvPr id="41" name="object 39"/>
            <p:cNvSpPr/>
            <p:nvPr/>
          </p:nvSpPr>
          <p:spPr>
            <a:xfrm>
              <a:off x="492251" y="3317747"/>
              <a:ext cx="3904615" cy="207645"/>
            </a:xfrm>
            <a:custGeom>
              <a:avLst/>
              <a:gdLst/>
              <a:ahLst/>
              <a:cxnLst/>
              <a:rect l="l" t="t" r="r" b="b"/>
              <a:pathLst>
                <a:path w="3904615" h="207645">
                  <a:moveTo>
                    <a:pt x="0" y="207263"/>
                  </a:moveTo>
                  <a:lnTo>
                    <a:pt x="3904488" y="207263"/>
                  </a:lnTo>
                  <a:lnTo>
                    <a:pt x="3904488" y="0"/>
                  </a:lnTo>
                  <a:lnTo>
                    <a:pt x="0" y="0"/>
                  </a:lnTo>
                  <a:lnTo>
                    <a:pt x="0" y="207263"/>
                  </a:lnTo>
                  <a:close/>
                </a:path>
              </a:pathLst>
            </a:custGeom>
            <a:ln w="12700">
              <a:solidFill>
                <a:srgbClr val="000000"/>
              </a:solidFill>
            </a:ln>
          </p:spPr>
          <p:txBody>
            <a:bodyPr wrap="square" lIns="0" tIns="0" rIns="0" bIns="0" rtlCol="0"/>
            <a:lstStyle/>
            <a:p/>
          </p:txBody>
        </p:sp>
        <p:pic>
          <p:nvPicPr>
            <p:cNvPr id="42" name="object 40"/>
            <p:cNvPicPr/>
            <p:nvPr/>
          </p:nvPicPr>
          <p:blipFill>
            <a:blip r:embed="rId18" cstate="print"/>
            <a:stretch>
              <a:fillRect/>
            </a:stretch>
          </p:blipFill>
          <p:spPr>
            <a:xfrm>
              <a:off x="2141219" y="3346703"/>
              <a:ext cx="647700" cy="135636"/>
            </a:xfrm>
            <a:prstGeom prst="rect">
              <a:avLst/>
            </a:prstGeom>
          </p:spPr>
        </p:pic>
        <p:sp>
          <p:nvSpPr>
            <p:cNvPr id="43" name="object 41"/>
            <p:cNvSpPr/>
            <p:nvPr/>
          </p:nvSpPr>
          <p:spPr>
            <a:xfrm>
              <a:off x="3639312" y="3124199"/>
              <a:ext cx="417830" cy="94615"/>
            </a:xfrm>
            <a:custGeom>
              <a:avLst/>
              <a:gdLst/>
              <a:ahLst/>
              <a:cxnLst/>
              <a:rect l="l" t="t" r="r" b="b"/>
              <a:pathLst>
                <a:path w="417829" h="94614">
                  <a:moveTo>
                    <a:pt x="417575" y="0"/>
                  </a:moveTo>
                  <a:lnTo>
                    <a:pt x="0" y="0"/>
                  </a:lnTo>
                  <a:lnTo>
                    <a:pt x="0" y="94487"/>
                  </a:lnTo>
                  <a:lnTo>
                    <a:pt x="417575" y="94487"/>
                  </a:lnTo>
                  <a:lnTo>
                    <a:pt x="417575" y="0"/>
                  </a:lnTo>
                  <a:close/>
                </a:path>
              </a:pathLst>
            </a:custGeom>
            <a:solidFill>
              <a:srgbClr val="EC7C30"/>
            </a:solidFill>
          </p:spPr>
          <p:txBody>
            <a:bodyPr wrap="square" lIns="0" tIns="0" rIns="0" bIns="0" rtlCol="0"/>
            <a:lstStyle/>
            <a:p/>
          </p:txBody>
        </p:sp>
        <p:sp>
          <p:nvSpPr>
            <p:cNvPr id="44" name="object 42"/>
            <p:cNvSpPr/>
            <p:nvPr/>
          </p:nvSpPr>
          <p:spPr>
            <a:xfrm>
              <a:off x="3639312" y="3124199"/>
              <a:ext cx="417830" cy="94615"/>
            </a:xfrm>
            <a:custGeom>
              <a:avLst/>
              <a:gdLst/>
              <a:ahLst/>
              <a:cxnLst/>
              <a:rect l="l" t="t" r="r" b="b"/>
              <a:pathLst>
                <a:path w="417829" h="94614">
                  <a:moveTo>
                    <a:pt x="0" y="94487"/>
                  </a:moveTo>
                  <a:lnTo>
                    <a:pt x="417575" y="94487"/>
                  </a:lnTo>
                  <a:lnTo>
                    <a:pt x="417575" y="0"/>
                  </a:lnTo>
                  <a:lnTo>
                    <a:pt x="0" y="0"/>
                  </a:lnTo>
                  <a:lnTo>
                    <a:pt x="0" y="94487"/>
                  </a:lnTo>
                  <a:close/>
                </a:path>
              </a:pathLst>
            </a:custGeom>
            <a:ln w="12700">
              <a:solidFill>
                <a:srgbClr val="AD5A20"/>
              </a:solidFill>
            </a:ln>
          </p:spPr>
          <p:txBody>
            <a:bodyPr wrap="square" lIns="0" tIns="0" rIns="0" bIns="0" rtlCol="0"/>
            <a:lstStyle/>
            <a:p/>
          </p:txBody>
        </p:sp>
        <p:sp>
          <p:nvSpPr>
            <p:cNvPr id="45" name="object 43"/>
            <p:cNvSpPr/>
            <p:nvPr/>
          </p:nvSpPr>
          <p:spPr>
            <a:xfrm>
              <a:off x="525018" y="2818637"/>
              <a:ext cx="3868420" cy="441959"/>
            </a:xfrm>
            <a:custGeom>
              <a:avLst/>
              <a:gdLst/>
              <a:ahLst/>
              <a:cxnLst/>
              <a:rect l="l" t="t" r="r" b="b"/>
              <a:pathLst>
                <a:path w="3868420" h="441960">
                  <a:moveTo>
                    <a:pt x="3868039" y="403860"/>
                  </a:moveTo>
                  <a:lnTo>
                    <a:pt x="3848989" y="394335"/>
                  </a:lnTo>
                  <a:lnTo>
                    <a:pt x="3791839" y="365760"/>
                  </a:lnTo>
                  <a:lnTo>
                    <a:pt x="3791839" y="394335"/>
                  </a:lnTo>
                  <a:lnTo>
                    <a:pt x="47625" y="394335"/>
                  </a:lnTo>
                  <a:lnTo>
                    <a:pt x="47625" y="76200"/>
                  </a:lnTo>
                  <a:lnTo>
                    <a:pt x="76200" y="76200"/>
                  </a:lnTo>
                  <a:lnTo>
                    <a:pt x="69850" y="63500"/>
                  </a:lnTo>
                  <a:lnTo>
                    <a:pt x="38100" y="0"/>
                  </a:lnTo>
                  <a:lnTo>
                    <a:pt x="0" y="76200"/>
                  </a:lnTo>
                  <a:lnTo>
                    <a:pt x="28575" y="76200"/>
                  </a:lnTo>
                  <a:lnTo>
                    <a:pt x="28575" y="402844"/>
                  </a:lnTo>
                  <a:lnTo>
                    <a:pt x="32004" y="402844"/>
                  </a:lnTo>
                  <a:lnTo>
                    <a:pt x="32004" y="413385"/>
                  </a:lnTo>
                  <a:lnTo>
                    <a:pt x="3791839" y="413385"/>
                  </a:lnTo>
                  <a:lnTo>
                    <a:pt x="3791839" y="441960"/>
                  </a:lnTo>
                  <a:lnTo>
                    <a:pt x="3848989" y="413385"/>
                  </a:lnTo>
                  <a:lnTo>
                    <a:pt x="3868039" y="403860"/>
                  </a:lnTo>
                  <a:close/>
                </a:path>
              </a:pathLst>
            </a:custGeom>
            <a:solidFill>
              <a:srgbClr val="000000"/>
            </a:solidFill>
          </p:spPr>
          <p:txBody>
            <a:bodyPr wrap="square" lIns="0" tIns="0" rIns="0" bIns="0" rtlCol="0"/>
            <a:lstStyle/>
            <a:p/>
          </p:txBody>
        </p:sp>
        <p:pic>
          <p:nvPicPr>
            <p:cNvPr id="46" name="object 44"/>
            <p:cNvPicPr/>
            <p:nvPr/>
          </p:nvPicPr>
          <p:blipFill>
            <a:blip r:embed="rId19" cstate="print"/>
            <a:stretch>
              <a:fillRect/>
            </a:stretch>
          </p:blipFill>
          <p:spPr>
            <a:xfrm>
              <a:off x="954023" y="2878835"/>
              <a:ext cx="236219" cy="149351"/>
            </a:xfrm>
            <a:prstGeom prst="rect">
              <a:avLst/>
            </a:prstGeom>
          </p:spPr>
        </p:pic>
        <p:pic>
          <p:nvPicPr>
            <p:cNvPr id="47" name="object 45"/>
            <p:cNvPicPr/>
            <p:nvPr/>
          </p:nvPicPr>
          <p:blipFill>
            <a:blip r:embed="rId20" cstate="print"/>
            <a:stretch>
              <a:fillRect/>
            </a:stretch>
          </p:blipFill>
          <p:spPr>
            <a:xfrm>
              <a:off x="2403347" y="2875787"/>
              <a:ext cx="240792" cy="149351"/>
            </a:xfrm>
            <a:prstGeom prst="rect">
              <a:avLst/>
            </a:prstGeom>
          </p:spPr>
        </p:pic>
        <p:pic>
          <p:nvPicPr>
            <p:cNvPr id="48" name="object 46"/>
            <p:cNvPicPr/>
            <p:nvPr/>
          </p:nvPicPr>
          <p:blipFill>
            <a:blip r:embed="rId21" cstate="print"/>
            <a:stretch>
              <a:fillRect/>
            </a:stretch>
          </p:blipFill>
          <p:spPr>
            <a:xfrm>
              <a:off x="3723131" y="2881883"/>
              <a:ext cx="243839" cy="152400"/>
            </a:xfrm>
            <a:prstGeom prst="rect">
              <a:avLst/>
            </a:prstGeom>
          </p:spPr>
        </p:pic>
        <p:sp>
          <p:nvSpPr>
            <p:cNvPr id="49" name="object 47"/>
            <p:cNvSpPr/>
            <p:nvPr/>
          </p:nvSpPr>
          <p:spPr>
            <a:xfrm>
              <a:off x="1462278" y="2612897"/>
              <a:ext cx="2802890" cy="1819275"/>
            </a:xfrm>
            <a:custGeom>
              <a:avLst/>
              <a:gdLst/>
              <a:ahLst/>
              <a:cxnLst/>
              <a:rect l="l" t="t" r="r" b="b"/>
              <a:pathLst>
                <a:path w="2802890" h="1819275">
                  <a:moveTo>
                    <a:pt x="47536" y="76263"/>
                  </a:moveTo>
                  <a:lnTo>
                    <a:pt x="28486" y="76263"/>
                  </a:lnTo>
                  <a:lnTo>
                    <a:pt x="17894" y="1808480"/>
                  </a:lnTo>
                  <a:lnTo>
                    <a:pt x="36957" y="1808480"/>
                  </a:lnTo>
                  <a:lnTo>
                    <a:pt x="47536" y="76454"/>
                  </a:lnTo>
                  <a:lnTo>
                    <a:pt x="47536" y="76263"/>
                  </a:lnTo>
                  <a:close/>
                </a:path>
                <a:path w="2802890" h="1819275">
                  <a:moveTo>
                    <a:pt x="76200" y="76454"/>
                  </a:moveTo>
                  <a:lnTo>
                    <a:pt x="76098" y="76263"/>
                  </a:lnTo>
                  <a:lnTo>
                    <a:pt x="69824" y="63500"/>
                  </a:lnTo>
                  <a:lnTo>
                    <a:pt x="38608" y="0"/>
                  </a:lnTo>
                  <a:lnTo>
                    <a:pt x="0" y="75946"/>
                  </a:lnTo>
                  <a:lnTo>
                    <a:pt x="28486" y="76136"/>
                  </a:lnTo>
                  <a:lnTo>
                    <a:pt x="47536" y="76263"/>
                  </a:lnTo>
                  <a:lnTo>
                    <a:pt x="76200" y="76454"/>
                  </a:lnTo>
                  <a:close/>
                </a:path>
                <a:path w="2802890" h="1819275">
                  <a:moveTo>
                    <a:pt x="1455712" y="86931"/>
                  </a:moveTo>
                  <a:lnTo>
                    <a:pt x="1436662" y="86931"/>
                  </a:lnTo>
                  <a:lnTo>
                    <a:pt x="1426070" y="1819148"/>
                  </a:lnTo>
                  <a:lnTo>
                    <a:pt x="1445133" y="1819148"/>
                  </a:lnTo>
                  <a:lnTo>
                    <a:pt x="1455712" y="87122"/>
                  </a:lnTo>
                  <a:lnTo>
                    <a:pt x="1455712" y="86931"/>
                  </a:lnTo>
                  <a:close/>
                </a:path>
                <a:path w="2802890" h="1819275">
                  <a:moveTo>
                    <a:pt x="1484376" y="87122"/>
                  </a:moveTo>
                  <a:lnTo>
                    <a:pt x="1484274" y="86931"/>
                  </a:lnTo>
                  <a:lnTo>
                    <a:pt x="1478000" y="74168"/>
                  </a:lnTo>
                  <a:lnTo>
                    <a:pt x="1446784" y="10668"/>
                  </a:lnTo>
                  <a:lnTo>
                    <a:pt x="1408176" y="86614"/>
                  </a:lnTo>
                  <a:lnTo>
                    <a:pt x="1436662" y="86804"/>
                  </a:lnTo>
                  <a:lnTo>
                    <a:pt x="1455712" y="86931"/>
                  </a:lnTo>
                  <a:lnTo>
                    <a:pt x="1484376" y="87122"/>
                  </a:lnTo>
                  <a:close/>
                </a:path>
                <a:path w="2802890" h="1819275">
                  <a:moveTo>
                    <a:pt x="2773972" y="76263"/>
                  </a:moveTo>
                  <a:lnTo>
                    <a:pt x="2754922" y="76263"/>
                  </a:lnTo>
                  <a:lnTo>
                    <a:pt x="2744330" y="1808480"/>
                  </a:lnTo>
                  <a:lnTo>
                    <a:pt x="2763393" y="1808480"/>
                  </a:lnTo>
                  <a:lnTo>
                    <a:pt x="2773972" y="76454"/>
                  </a:lnTo>
                  <a:lnTo>
                    <a:pt x="2773972" y="76263"/>
                  </a:lnTo>
                  <a:close/>
                </a:path>
                <a:path w="2802890" h="1819275">
                  <a:moveTo>
                    <a:pt x="2802636" y="76454"/>
                  </a:moveTo>
                  <a:lnTo>
                    <a:pt x="2802534" y="76263"/>
                  </a:lnTo>
                  <a:lnTo>
                    <a:pt x="2796260" y="63500"/>
                  </a:lnTo>
                  <a:lnTo>
                    <a:pt x="2765044" y="0"/>
                  </a:lnTo>
                  <a:lnTo>
                    <a:pt x="2726436" y="75946"/>
                  </a:lnTo>
                  <a:lnTo>
                    <a:pt x="2754922" y="76136"/>
                  </a:lnTo>
                  <a:lnTo>
                    <a:pt x="2773972" y="76263"/>
                  </a:lnTo>
                  <a:lnTo>
                    <a:pt x="2802636" y="76454"/>
                  </a:lnTo>
                  <a:close/>
                </a:path>
              </a:pathLst>
            </a:custGeom>
            <a:solidFill>
              <a:srgbClr val="000000"/>
            </a:solidFill>
          </p:spPr>
          <p:txBody>
            <a:bodyPr wrap="square" lIns="0" tIns="0" rIns="0" bIns="0" rtlCol="0"/>
            <a:lstStyle/>
            <a:p/>
          </p:txBody>
        </p:sp>
        <p:pic>
          <p:nvPicPr>
            <p:cNvPr id="50" name="object 48"/>
            <p:cNvPicPr/>
            <p:nvPr/>
          </p:nvPicPr>
          <p:blipFill>
            <a:blip r:embed="rId22" cstate="print"/>
            <a:stretch>
              <a:fillRect/>
            </a:stretch>
          </p:blipFill>
          <p:spPr>
            <a:xfrm>
              <a:off x="2656966" y="2625089"/>
              <a:ext cx="149225" cy="201675"/>
            </a:xfrm>
            <a:prstGeom prst="rect">
              <a:avLst/>
            </a:prstGeom>
          </p:spPr>
        </p:pic>
        <p:pic>
          <p:nvPicPr>
            <p:cNvPr id="51" name="object 49"/>
            <p:cNvPicPr/>
            <p:nvPr/>
          </p:nvPicPr>
          <p:blipFill>
            <a:blip r:embed="rId23" cstate="print"/>
            <a:stretch>
              <a:fillRect/>
            </a:stretch>
          </p:blipFill>
          <p:spPr>
            <a:xfrm>
              <a:off x="1239672" y="2623565"/>
              <a:ext cx="149199" cy="201675"/>
            </a:xfrm>
            <a:prstGeom prst="rect">
              <a:avLst/>
            </a:prstGeom>
          </p:spPr>
        </p:pic>
        <p:pic>
          <p:nvPicPr>
            <p:cNvPr id="52" name="object 50"/>
            <p:cNvPicPr/>
            <p:nvPr/>
          </p:nvPicPr>
          <p:blipFill>
            <a:blip r:embed="rId24" cstate="print"/>
            <a:stretch>
              <a:fillRect/>
            </a:stretch>
          </p:blipFill>
          <p:spPr>
            <a:xfrm>
              <a:off x="3995038" y="2614421"/>
              <a:ext cx="149225" cy="201675"/>
            </a:xfrm>
            <a:prstGeom prst="rect">
              <a:avLst/>
            </a:prstGeom>
          </p:spPr>
        </p:pic>
        <p:pic>
          <p:nvPicPr>
            <p:cNvPr id="53" name="object 51"/>
            <p:cNvPicPr/>
            <p:nvPr/>
          </p:nvPicPr>
          <p:blipFill>
            <a:blip r:embed="rId25" cstate="print"/>
            <a:stretch>
              <a:fillRect/>
            </a:stretch>
          </p:blipFill>
          <p:spPr>
            <a:xfrm>
              <a:off x="1310385" y="2366517"/>
              <a:ext cx="233679" cy="226060"/>
            </a:xfrm>
            <a:prstGeom prst="rect">
              <a:avLst/>
            </a:prstGeom>
          </p:spPr>
        </p:pic>
        <p:pic>
          <p:nvPicPr>
            <p:cNvPr id="54" name="object 52"/>
            <p:cNvPicPr/>
            <p:nvPr/>
          </p:nvPicPr>
          <p:blipFill>
            <a:blip r:embed="rId26" cstate="print"/>
            <a:stretch>
              <a:fillRect/>
            </a:stretch>
          </p:blipFill>
          <p:spPr>
            <a:xfrm>
              <a:off x="1414271" y="2467355"/>
              <a:ext cx="27431" cy="25908"/>
            </a:xfrm>
            <a:prstGeom prst="rect">
              <a:avLst/>
            </a:prstGeom>
          </p:spPr>
        </p:pic>
        <p:pic>
          <p:nvPicPr>
            <p:cNvPr id="55" name="object 53"/>
            <p:cNvPicPr/>
            <p:nvPr/>
          </p:nvPicPr>
          <p:blipFill>
            <a:blip r:embed="rId25" cstate="print"/>
            <a:stretch>
              <a:fillRect/>
            </a:stretch>
          </p:blipFill>
          <p:spPr>
            <a:xfrm>
              <a:off x="2738373" y="2369565"/>
              <a:ext cx="233680" cy="226060"/>
            </a:xfrm>
            <a:prstGeom prst="rect">
              <a:avLst/>
            </a:prstGeom>
          </p:spPr>
        </p:pic>
        <p:pic>
          <p:nvPicPr>
            <p:cNvPr id="56" name="object 54"/>
            <p:cNvPicPr/>
            <p:nvPr/>
          </p:nvPicPr>
          <p:blipFill>
            <a:blip r:embed="rId26" cstate="print"/>
            <a:stretch>
              <a:fillRect/>
            </a:stretch>
          </p:blipFill>
          <p:spPr>
            <a:xfrm>
              <a:off x="2842259" y="2468879"/>
              <a:ext cx="27431" cy="25908"/>
            </a:xfrm>
            <a:prstGeom prst="rect">
              <a:avLst/>
            </a:prstGeom>
          </p:spPr>
        </p:pic>
        <p:pic>
          <p:nvPicPr>
            <p:cNvPr id="57" name="object 55"/>
            <p:cNvPicPr/>
            <p:nvPr/>
          </p:nvPicPr>
          <p:blipFill>
            <a:blip r:embed="rId25" cstate="print"/>
            <a:stretch>
              <a:fillRect/>
            </a:stretch>
          </p:blipFill>
          <p:spPr>
            <a:xfrm>
              <a:off x="4073398" y="2360421"/>
              <a:ext cx="233679" cy="226060"/>
            </a:xfrm>
            <a:prstGeom prst="rect">
              <a:avLst/>
            </a:prstGeom>
          </p:spPr>
        </p:pic>
        <p:pic>
          <p:nvPicPr>
            <p:cNvPr id="58" name="object 56"/>
            <p:cNvPicPr/>
            <p:nvPr/>
          </p:nvPicPr>
          <p:blipFill>
            <a:blip r:embed="rId26" cstate="print"/>
            <a:stretch>
              <a:fillRect/>
            </a:stretch>
          </p:blipFill>
          <p:spPr>
            <a:xfrm>
              <a:off x="4177284" y="2461259"/>
              <a:ext cx="27430" cy="25908"/>
            </a:xfrm>
            <a:prstGeom prst="rect">
              <a:avLst/>
            </a:prstGeom>
          </p:spPr>
        </p:pic>
        <p:sp>
          <p:nvSpPr>
            <p:cNvPr id="59" name="object 57"/>
            <p:cNvSpPr/>
            <p:nvPr/>
          </p:nvSpPr>
          <p:spPr>
            <a:xfrm>
              <a:off x="850391" y="2066543"/>
              <a:ext cx="346075" cy="340360"/>
            </a:xfrm>
            <a:custGeom>
              <a:avLst/>
              <a:gdLst/>
              <a:ahLst/>
              <a:cxnLst/>
              <a:rect l="l" t="t" r="r" b="b"/>
              <a:pathLst>
                <a:path w="346075" h="340360">
                  <a:moveTo>
                    <a:pt x="0" y="169925"/>
                  </a:moveTo>
                  <a:lnTo>
                    <a:pt x="6178" y="124751"/>
                  </a:lnTo>
                  <a:lnTo>
                    <a:pt x="23616" y="84158"/>
                  </a:lnTo>
                  <a:lnTo>
                    <a:pt x="50663" y="49768"/>
                  </a:lnTo>
                  <a:lnTo>
                    <a:pt x="85671" y="23198"/>
                  </a:lnTo>
                  <a:lnTo>
                    <a:pt x="126991" y="6069"/>
                  </a:lnTo>
                  <a:lnTo>
                    <a:pt x="172974" y="0"/>
                  </a:lnTo>
                  <a:lnTo>
                    <a:pt x="218956" y="6069"/>
                  </a:lnTo>
                  <a:lnTo>
                    <a:pt x="260276" y="23198"/>
                  </a:lnTo>
                  <a:lnTo>
                    <a:pt x="295284" y="49768"/>
                  </a:lnTo>
                  <a:lnTo>
                    <a:pt x="322331" y="84158"/>
                  </a:lnTo>
                  <a:lnTo>
                    <a:pt x="339769" y="124751"/>
                  </a:lnTo>
                  <a:lnTo>
                    <a:pt x="345948" y="169925"/>
                  </a:lnTo>
                  <a:lnTo>
                    <a:pt x="339769" y="215100"/>
                  </a:lnTo>
                  <a:lnTo>
                    <a:pt x="322331" y="255693"/>
                  </a:lnTo>
                  <a:lnTo>
                    <a:pt x="295284" y="290083"/>
                  </a:lnTo>
                  <a:lnTo>
                    <a:pt x="260276" y="316653"/>
                  </a:lnTo>
                  <a:lnTo>
                    <a:pt x="218956" y="333782"/>
                  </a:lnTo>
                  <a:lnTo>
                    <a:pt x="172974" y="339851"/>
                  </a:lnTo>
                  <a:lnTo>
                    <a:pt x="126991" y="333782"/>
                  </a:lnTo>
                  <a:lnTo>
                    <a:pt x="85671" y="316653"/>
                  </a:lnTo>
                  <a:lnTo>
                    <a:pt x="50663" y="290083"/>
                  </a:lnTo>
                  <a:lnTo>
                    <a:pt x="23616" y="255693"/>
                  </a:lnTo>
                  <a:lnTo>
                    <a:pt x="6178" y="215100"/>
                  </a:lnTo>
                  <a:lnTo>
                    <a:pt x="0" y="169925"/>
                  </a:lnTo>
                  <a:close/>
                </a:path>
              </a:pathLst>
            </a:custGeom>
            <a:ln w="12700">
              <a:solidFill>
                <a:srgbClr val="000000"/>
              </a:solidFill>
            </a:ln>
          </p:spPr>
          <p:txBody>
            <a:bodyPr wrap="square" lIns="0" tIns="0" rIns="0" bIns="0" rtlCol="0"/>
            <a:lstStyle/>
            <a:p/>
          </p:txBody>
        </p:sp>
        <p:pic>
          <p:nvPicPr>
            <p:cNvPr id="60" name="object 58"/>
            <p:cNvPicPr/>
            <p:nvPr/>
          </p:nvPicPr>
          <p:blipFill>
            <a:blip r:embed="rId27" cstate="print"/>
            <a:stretch>
              <a:fillRect/>
            </a:stretch>
          </p:blipFill>
          <p:spPr>
            <a:xfrm>
              <a:off x="943400" y="2148839"/>
              <a:ext cx="152355" cy="172212"/>
            </a:xfrm>
            <a:prstGeom prst="rect">
              <a:avLst/>
            </a:prstGeom>
          </p:spPr>
        </p:pic>
        <p:pic>
          <p:nvPicPr>
            <p:cNvPr id="61" name="object 59"/>
            <p:cNvPicPr/>
            <p:nvPr/>
          </p:nvPicPr>
          <p:blipFill>
            <a:blip r:embed="rId28" cstate="print"/>
            <a:stretch>
              <a:fillRect/>
            </a:stretch>
          </p:blipFill>
          <p:spPr>
            <a:xfrm>
              <a:off x="1149857" y="2367533"/>
              <a:ext cx="170814" cy="78486"/>
            </a:xfrm>
            <a:prstGeom prst="rect">
              <a:avLst/>
            </a:prstGeom>
          </p:spPr>
        </p:pic>
        <p:sp>
          <p:nvSpPr>
            <p:cNvPr id="62" name="object 60"/>
            <p:cNvSpPr/>
            <p:nvPr/>
          </p:nvSpPr>
          <p:spPr>
            <a:xfrm>
              <a:off x="1194054" y="2109723"/>
              <a:ext cx="2864485" cy="343535"/>
            </a:xfrm>
            <a:custGeom>
              <a:avLst/>
              <a:gdLst/>
              <a:ahLst/>
              <a:cxnLst/>
              <a:rect l="l" t="t" r="r" b="b"/>
              <a:pathLst>
                <a:path w="2864485" h="343535">
                  <a:moveTo>
                    <a:pt x="1527556" y="324358"/>
                  </a:moveTo>
                  <a:lnTo>
                    <a:pt x="104254" y="152412"/>
                  </a:lnTo>
                  <a:lnTo>
                    <a:pt x="104432" y="150876"/>
                  </a:lnTo>
                  <a:lnTo>
                    <a:pt x="107696" y="123952"/>
                  </a:lnTo>
                  <a:lnTo>
                    <a:pt x="27432" y="152654"/>
                  </a:lnTo>
                  <a:lnTo>
                    <a:pt x="98552" y="199644"/>
                  </a:lnTo>
                  <a:lnTo>
                    <a:pt x="101981" y="171208"/>
                  </a:lnTo>
                  <a:lnTo>
                    <a:pt x="1525270" y="343281"/>
                  </a:lnTo>
                  <a:lnTo>
                    <a:pt x="1527556" y="324358"/>
                  </a:lnTo>
                  <a:close/>
                </a:path>
                <a:path w="2864485" h="343535">
                  <a:moveTo>
                    <a:pt x="2863977" y="291084"/>
                  </a:moveTo>
                  <a:lnTo>
                    <a:pt x="76720" y="28371"/>
                  </a:lnTo>
                  <a:lnTo>
                    <a:pt x="76822" y="27178"/>
                  </a:lnTo>
                  <a:lnTo>
                    <a:pt x="79375" y="0"/>
                  </a:lnTo>
                  <a:lnTo>
                    <a:pt x="0" y="30734"/>
                  </a:lnTo>
                  <a:lnTo>
                    <a:pt x="72288" y="75819"/>
                  </a:lnTo>
                  <a:lnTo>
                    <a:pt x="74942" y="47421"/>
                  </a:lnTo>
                  <a:lnTo>
                    <a:pt x="2862199" y="310007"/>
                  </a:lnTo>
                  <a:lnTo>
                    <a:pt x="2863977" y="291084"/>
                  </a:lnTo>
                  <a:close/>
                </a:path>
              </a:pathLst>
            </a:custGeom>
            <a:solidFill>
              <a:srgbClr val="000000"/>
            </a:solidFill>
          </p:spPr>
          <p:txBody>
            <a:bodyPr wrap="square" lIns="0" tIns="0" rIns="0" bIns="0" rtlCol="0"/>
            <a:lstStyle/>
            <a:p/>
          </p:txBody>
        </p:sp>
        <p:pic>
          <p:nvPicPr>
            <p:cNvPr id="63" name="object 61"/>
            <p:cNvPicPr/>
            <p:nvPr/>
          </p:nvPicPr>
          <p:blipFill>
            <a:blip r:embed="rId29" cstate="print"/>
            <a:stretch>
              <a:fillRect/>
            </a:stretch>
          </p:blipFill>
          <p:spPr>
            <a:xfrm>
              <a:off x="1006957" y="1841753"/>
              <a:ext cx="76187" cy="195961"/>
            </a:xfrm>
            <a:prstGeom prst="rect">
              <a:avLst/>
            </a:prstGeom>
          </p:spPr>
        </p:pic>
        <p:pic>
          <p:nvPicPr>
            <p:cNvPr id="64" name="object 62"/>
            <p:cNvPicPr/>
            <p:nvPr/>
          </p:nvPicPr>
          <p:blipFill>
            <a:blip r:embed="rId30" cstate="print"/>
            <a:stretch>
              <a:fillRect/>
            </a:stretch>
          </p:blipFill>
          <p:spPr>
            <a:xfrm>
              <a:off x="952500" y="1659635"/>
              <a:ext cx="207263" cy="149351"/>
            </a:xfrm>
            <a:prstGeom prst="rect">
              <a:avLst/>
            </a:prstGeom>
          </p:spPr>
        </p:pic>
      </p:grpSp>
      <p:pic>
        <p:nvPicPr>
          <p:cNvPr id="65" name="object 64"/>
          <p:cNvPicPr/>
          <p:nvPr/>
        </p:nvPicPr>
        <p:blipFill>
          <a:blip r:embed="rId31" cstate="print"/>
          <a:stretch>
            <a:fillRect/>
          </a:stretch>
        </p:blipFill>
        <p:spPr>
          <a:xfrm>
            <a:off x="1024127" y="5917531"/>
            <a:ext cx="222503" cy="149351"/>
          </a:xfrm>
          <a:prstGeom prst="rect">
            <a:avLst/>
          </a:prstGeom>
        </p:spPr>
      </p:pic>
      <p:pic>
        <p:nvPicPr>
          <p:cNvPr id="66" name="object 65"/>
          <p:cNvPicPr/>
          <p:nvPr/>
        </p:nvPicPr>
        <p:blipFill>
          <a:blip r:embed="rId32" cstate="print"/>
          <a:stretch>
            <a:fillRect/>
          </a:stretch>
        </p:blipFill>
        <p:spPr>
          <a:xfrm>
            <a:off x="2414016" y="5917531"/>
            <a:ext cx="227075" cy="149351"/>
          </a:xfrm>
          <a:prstGeom prst="rect">
            <a:avLst/>
          </a:prstGeom>
        </p:spPr>
      </p:pic>
      <p:pic>
        <p:nvPicPr>
          <p:cNvPr id="67" name="object 66"/>
          <p:cNvPicPr/>
          <p:nvPr/>
        </p:nvPicPr>
        <p:blipFill>
          <a:blip r:embed="rId33" cstate="print"/>
          <a:stretch>
            <a:fillRect/>
          </a:stretch>
        </p:blipFill>
        <p:spPr>
          <a:xfrm>
            <a:off x="3768852" y="5917531"/>
            <a:ext cx="230124" cy="152400"/>
          </a:xfrm>
          <a:prstGeom prst="rect">
            <a:avLst/>
          </a:prstGeom>
        </p:spPr>
      </p:pic>
      <p:grpSp>
        <p:nvGrpSpPr>
          <p:cNvPr id="68" name="object 67"/>
          <p:cNvGrpSpPr/>
          <p:nvPr/>
        </p:nvGrpSpPr>
        <p:grpSpPr>
          <a:xfrm>
            <a:off x="897508" y="4669248"/>
            <a:ext cx="427355" cy="821690"/>
            <a:chOff x="897508" y="5210428"/>
            <a:chExt cx="427355" cy="821690"/>
          </a:xfrm>
        </p:grpSpPr>
        <p:pic>
          <p:nvPicPr>
            <p:cNvPr id="69" name="object 68"/>
            <p:cNvPicPr/>
            <p:nvPr/>
          </p:nvPicPr>
          <p:blipFill>
            <a:blip r:embed="rId34" cstate="print"/>
            <a:stretch>
              <a:fillRect/>
            </a:stretch>
          </p:blipFill>
          <p:spPr>
            <a:xfrm>
              <a:off x="900683" y="5213603"/>
              <a:ext cx="420623" cy="815340"/>
            </a:xfrm>
            <a:prstGeom prst="rect">
              <a:avLst/>
            </a:prstGeom>
          </p:spPr>
        </p:pic>
        <p:sp>
          <p:nvSpPr>
            <p:cNvPr id="70" name="object 69"/>
            <p:cNvSpPr/>
            <p:nvPr/>
          </p:nvSpPr>
          <p:spPr>
            <a:xfrm>
              <a:off x="900683" y="5213603"/>
              <a:ext cx="421005" cy="815340"/>
            </a:xfrm>
            <a:custGeom>
              <a:avLst/>
              <a:gdLst/>
              <a:ahLst/>
              <a:cxnLst/>
              <a:rect l="l" t="t" r="r" b="b"/>
              <a:pathLst>
                <a:path w="421005" h="815339">
                  <a:moveTo>
                    <a:pt x="0" y="815340"/>
                  </a:moveTo>
                  <a:lnTo>
                    <a:pt x="420623" y="815340"/>
                  </a:lnTo>
                  <a:lnTo>
                    <a:pt x="420623" y="0"/>
                  </a:lnTo>
                  <a:lnTo>
                    <a:pt x="0" y="0"/>
                  </a:lnTo>
                  <a:lnTo>
                    <a:pt x="0" y="815340"/>
                  </a:lnTo>
                  <a:close/>
                </a:path>
              </a:pathLst>
            </a:custGeom>
            <a:ln w="6350">
              <a:solidFill>
                <a:srgbClr val="6FAC46"/>
              </a:solidFill>
            </a:ln>
          </p:spPr>
          <p:txBody>
            <a:bodyPr wrap="square" lIns="0" tIns="0" rIns="0" bIns="0" rtlCol="0"/>
            <a:lstStyle/>
            <a:p/>
          </p:txBody>
        </p:sp>
        <p:pic>
          <p:nvPicPr>
            <p:cNvPr id="71" name="object 70"/>
            <p:cNvPicPr/>
            <p:nvPr/>
          </p:nvPicPr>
          <p:blipFill>
            <a:blip r:embed="rId35" cstate="print"/>
            <a:stretch>
              <a:fillRect/>
            </a:stretch>
          </p:blipFill>
          <p:spPr>
            <a:xfrm>
              <a:off x="1016507" y="5507735"/>
              <a:ext cx="216408" cy="213359"/>
            </a:xfrm>
            <a:prstGeom prst="rect">
              <a:avLst/>
            </a:prstGeom>
          </p:spPr>
        </p:pic>
      </p:grpSp>
      <p:pic>
        <p:nvPicPr>
          <p:cNvPr id="72" name="object 71"/>
          <p:cNvPicPr/>
          <p:nvPr/>
        </p:nvPicPr>
        <p:blipFill>
          <a:blip r:embed="rId36" cstate="print"/>
          <a:stretch>
            <a:fillRect/>
          </a:stretch>
        </p:blipFill>
        <p:spPr>
          <a:xfrm>
            <a:off x="1082802" y="5578441"/>
            <a:ext cx="76200" cy="233045"/>
          </a:xfrm>
          <a:prstGeom prst="rect">
            <a:avLst/>
          </a:prstGeom>
        </p:spPr>
      </p:pic>
      <p:pic>
        <p:nvPicPr>
          <p:cNvPr id="73" name="object 72"/>
          <p:cNvPicPr/>
          <p:nvPr/>
        </p:nvPicPr>
        <p:blipFill>
          <a:blip r:embed="rId36" cstate="print"/>
          <a:stretch>
            <a:fillRect/>
          </a:stretch>
        </p:blipFill>
        <p:spPr>
          <a:xfrm>
            <a:off x="2472689" y="5578441"/>
            <a:ext cx="76200" cy="233045"/>
          </a:xfrm>
          <a:prstGeom prst="rect">
            <a:avLst/>
          </a:prstGeom>
        </p:spPr>
      </p:pic>
      <p:grpSp>
        <p:nvGrpSpPr>
          <p:cNvPr id="74" name="object 73"/>
          <p:cNvGrpSpPr/>
          <p:nvPr/>
        </p:nvGrpSpPr>
        <p:grpSpPr>
          <a:xfrm>
            <a:off x="2296541" y="4669248"/>
            <a:ext cx="425450" cy="821690"/>
            <a:chOff x="2296541" y="5210428"/>
            <a:chExt cx="425450" cy="821690"/>
          </a:xfrm>
        </p:grpSpPr>
        <p:pic>
          <p:nvPicPr>
            <p:cNvPr id="75" name="object 74"/>
            <p:cNvPicPr/>
            <p:nvPr/>
          </p:nvPicPr>
          <p:blipFill>
            <a:blip r:embed="rId34" cstate="print"/>
            <a:stretch>
              <a:fillRect/>
            </a:stretch>
          </p:blipFill>
          <p:spPr>
            <a:xfrm>
              <a:off x="2299716" y="5213603"/>
              <a:ext cx="419100" cy="815340"/>
            </a:xfrm>
            <a:prstGeom prst="rect">
              <a:avLst/>
            </a:prstGeom>
          </p:spPr>
        </p:pic>
        <p:sp>
          <p:nvSpPr>
            <p:cNvPr id="76" name="object 75"/>
            <p:cNvSpPr/>
            <p:nvPr/>
          </p:nvSpPr>
          <p:spPr>
            <a:xfrm>
              <a:off x="2299716" y="5213603"/>
              <a:ext cx="419100" cy="815340"/>
            </a:xfrm>
            <a:custGeom>
              <a:avLst/>
              <a:gdLst/>
              <a:ahLst/>
              <a:cxnLst/>
              <a:rect l="l" t="t" r="r" b="b"/>
              <a:pathLst>
                <a:path w="419100" h="815339">
                  <a:moveTo>
                    <a:pt x="0" y="815340"/>
                  </a:moveTo>
                  <a:lnTo>
                    <a:pt x="419100" y="815340"/>
                  </a:lnTo>
                  <a:lnTo>
                    <a:pt x="419100" y="0"/>
                  </a:lnTo>
                  <a:lnTo>
                    <a:pt x="0" y="0"/>
                  </a:lnTo>
                  <a:lnTo>
                    <a:pt x="0" y="815340"/>
                  </a:lnTo>
                  <a:close/>
                </a:path>
              </a:pathLst>
            </a:custGeom>
            <a:ln w="6350">
              <a:solidFill>
                <a:srgbClr val="6FAC46"/>
              </a:solidFill>
            </a:ln>
          </p:spPr>
          <p:txBody>
            <a:bodyPr wrap="square" lIns="0" tIns="0" rIns="0" bIns="0" rtlCol="0"/>
            <a:lstStyle/>
            <a:p/>
          </p:txBody>
        </p:sp>
        <p:pic>
          <p:nvPicPr>
            <p:cNvPr id="77" name="object 76"/>
            <p:cNvPicPr/>
            <p:nvPr/>
          </p:nvPicPr>
          <p:blipFill>
            <a:blip r:embed="rId37" cstate="print"/>
            <a:stretch>
              <a:fillRect/>
            </a:stretch>
          </p:blipFill>
          <p:spPr>
            <a:xfrm>
              <a:off x="2406396" y="5507735"/>
              <a:ext cx="220980" cy="213359"/>
            </a:xfrm>
            <a:prstGeom prst="rect">
              <a:avLst/>
            </a:prstGeom>
          </p:spPr>
        </p:pic>
      </p:grpSp>
      <p:pic>
        <p:nvPicPr>
          <p:cNvPr id="78" name="object 77"/>
          <p:cNvPicPr/>
          <p:nvPr/>
        </p:nvPicPr>
        <p:blipFill>
          <a:blip r:embed="rId36" cstate="print"/>
          <a:stretch>
            <a:fillRect/>
          </a:stretch>
        </p:blipFill>
        <p:spPr>
          <a:xfrm>
            <a:off x="3815334" y="5575393"/>
            <a:ext cx="76200" cy="233045"/>
          </a:xfrm>
          <a:prstGeom prst="rect">
            <a:avLst/>
          </a:prstGeom>
        </p:spPr>
      </p:pic>
      <p:grpSp>
        <p:nvGrpSpPr>
          <p:cNvPr id="79" name="object 78"/>
          <p:cNvGrpSpPr/>
          <p:nvPr/>
        </p:nvGrpSpPr>
        <p:grpSpPr>
          <a:xfrm>
            <a:off x="3636136" y="4663153"/>
            <a:ext cx="425450" cy="820419"/>
            <a:chOff x="3636136" y="5204333"/>
            <a:chExt cx="425450" cy="820419"/>
          </a:xfrm>
        </p:grpSpPr>
        <p:pic>
          <p:nvPicPr>
            <p:cNvPr id="80" name="object 79"/>
            <p:cNvPicPr/>
            <p:nvPr/>
          </p:nvPicPr>
          <p:blipFill>
            <a:blip r:embed="rId38" cstate="print"/>
            <a:stretch>
              <a:fillRect/>
            </a:stretch>
          </p:blipFill>
          <p:spPr>
            <a:xfrm>
              <a:off x="3639311" y="5207508"/>
              <a:ext cx="419100" cy="813815"/>
            </a:xfrm>
            <a:prstGeom prst="rect">
              <a:avLst/>
            </a:prstGeom>
          </p:spPr>
        </p:pic>
        <p:sp>
          <p:nvSpPr>
            <p:cNvPr id="81" name="object 80"/>
            <p:cNvSpPr/>
            <p:nvPr/>
          </p:nvSpPr>
          <p:spPr>
            <a:xfrm>
              <a:off x="3639311" y="5207508"/>
              <a:ext cx="419100" cy="814069"/>
            </a:xfrm>
            <a:custGeom>
              <a:avLst/>
              <a:gdLst/>
              <a:ahLst/>
              <a:cxnLst/>
              <a:rect l="l" t="t" r="r" b="b"/>
              <a:pathLst>
                <a:path w="419100" h="814070">
                  <a:moveTo>
                    <a:pt x="0" y="813815"/>
                  </a:moveTo>
                  <a:lnTo>
                    <a:pt x="419100" y="813815"/>
                  </a:lnTo>
                  <a:lnTo>
                    <a:pt x="419100" y="0"/>
                  </a:lnTo>
                  <a:lnTo>
                    <a:pt x="0" y="0"/>
                  </a:lnTo>
                  <a:lnTo>
                    <a:pt x="0" y="813815"/>
                  </a:lnTo>
                  <a:close/>
                </a:path>
              </a:pathLst>
            </a:custGeom>
            <a:ln w="6350">
              <a:solidFill>
                <a:srgbClr val="6FAC46"/>
              </a:solidFill>
            </a:ln>
          </p:spPr>
          <p:txBody>
            <a:bodyPr wrap="square" lIns="0" tIns="0" rIns="0" bIns="0" rtlCol="0"/>
            <a:lstStyle/>
            <a:p/>
          </p:txBody>
        </p:sp>
        <p:pic>
          <p:nvPicPr>
            <p:cNvPr id="82" name="object 81"/>
            <p:cNvPicPr/>
            <p:nvPr/>
          </p:nvPicPr>
          <p:blipFill>
            <a:blip r:embed="rId39" cstate="print"/>
            <a:stretch>
              <a:fillRect/>
            </a:stretch>
          </p:blipFill>
          <p:spPr>
            <a:xfrm>
              <a:off x="3749039" y="5506212"/>
              <a:ext cx="222503" cy="216407"/>
            </a:xfrm>
            <a:prstGeom prst="rect">
              <a:avLst/>
            </a:prstGeom>
          </p:spPr>
        </p:pic>
      </p:grpSp>
      <p:pic>
        <p:nvPicPr>
          <p:cNvPr id="83" name="object 89"/>
          <p:cNvPicPr/>
          <p:nvPr/>
        </p:nvPicPr>
        <p:blipFill>
          <a:blip r:embed="rId40" cstate="print"/>
          <a:stretch>
            <a:fillRect/>
          </a:stretch>
        </p:blipFill>
        <p:spPr>
          <a:xfrm>
            <a:off x="2196973" y="4400390"/>
            <a:ext cx="111378" cy="215137"/>
          </a:xfrm>
          <a:prstGeom prst="rect">
            <a:avLst/>
          </a:prstGeom>
        </p:spPr>
      </p:pic>
      <p:pic>
        <p:nvPicPr>
          <p:cNvPr id="84" name="object 94"/>
          <p:cNvPicPr/>
          <p:nvPr/>
        </p:nvPicPr>
        <p:blipFill>
          <a:blip r:embed="rId41" cstate="print"/>
          <a:stretch>
            <a:fillRect/>
          </a:stretch>
        </p:blipFill>
        <p:spPr>
          <a:xfrm>
            <a:off x="3536569" y="4386673"/>
            <a:ext cx="111378" cy="215137"/>
          </a:xfrm>
          <a:prstGeom prst="rect">
            <a:avLst/>
          </a:prstGeom>
        </p:spPr>
      </p:pic>
      <p:pic>
        <p:nvPicPr>
          <p:cNvPr id="85" name="object 95"/>
          <p:cNvPicPr/>
          <p:nvPr/>
        </p:nvPicPr>
        <p:blipFill>
          <a:blip r:embed="rId42" cstate="print"/>
          <a:stretch>
            <a:fillRect/>
          </a:stretch>
        </p:blipFill>
        <p:spPr>
          <a:xfrm>
            <a:off x="2469388" y="4389722"/>
            <a:ext cx="76200" cy="213614"/>
          </a:xfrm>
          <a:prstGeom prst="rect">
            <a:avLst/>
          </a:prstGeom>
        </p:spPr>
      </p:pic>
      <p:pic>
        <p:nvPicPr>
          <p:cNvPr id="86" name="object 96"/>
          <p:cNvPicPr/>
          <p:nvPr/>
        </p:nvPicPr>
        <p:blipFill>
          <a:blip r:embed="rId42" cstate="print"/>
          <a:stretch>
            <a:fillRect/>
          </a:stretch>
        </p:blipFill>
        <p:spPr>
          <a:xfrm>
            <a:off x="3805935" y="4392770"/>
            <a:ext cx="76200" cy="213613"/>
          </a:xfrm>
          <a:prstGeom prst="rect">
            <a:avLst/>
          </a:prstGeom>
        </p:spPr>
      </p:pic>
      <p:pic>
        <p:nvPicPr>
          <p:cNvPr id="87" name="object 97"/>
          <p:cNvPicPr/>
          <p:nvPr/>
        </p:nvPicPr>
        <p:blipFill>
          <a:blip r:embed="rId8" cstate="print"/>
          <a:stretch>
            <a:fillRect/>
          </a:stretch>
        </p:blipFill>
        <p:spPr>
          <a:xfrm>
            <a:off x="2714625" y="4383625"/>
            <a:ext cx="141986" cy="214375"/>
          </a:xfrm>
          <a:prstGeom prst="rect">
            <a:avLst/>
          </a:prstGeom>
        </p:spPr>
      </p:pic>
      <p:pic>
        <p:nvPicPr>
          <p:cNvPr id="88" name="object 98"/>
          <p:cNvPicPr/>
          <p:nvPr/>
        </p:nvPicPr>
        <p:blipFill>
          <a:blip r:embed="rId8" cstate="print"/>
          <a:stretch>
            <a:fillRect/>
          </a:stretch>
        </p:blipFill>
        <p:spPr>
          <a:xfrm>
            <a:off x="4049648" y="4385149"/>
            <a:ext cx="141986" cy="214375"/>
          </a:xfrm>
          <a:prstGeom prst="rect">
            <a:avLst/>
          </a:prstGeom>
        </p:spPr>
      </p:pic>
      <p:pic>
        <p:nvPicPr>
          <p:cNvPr id="89" name="object 102"/>
          <p:cNvPicPr/>
          <p:nvPr/>
        </p:nvPicPr>
        <p:blipFill>
          <a:blip r:embed="rId43" cstate="print"/>
          <a:stretch>
            <a:fillRect/>
          </a:stretch>
        </p:blipFill>
        <p:spPr>
          <a:xfrm>
            <a:off x="492271" y="3073748"/>
            <a:ext cx="348976" cy="182880"/>
          </a:xfrm>
          <a:prstGeom prst="rect">
            <a:avLst/>
          </a:prstGeom>
        </p:spPr>
      </p:pic>
      <p:pic>
        <p:nvPicPr>
          <p:cNvPr id="90" name="object 103"/>
          <p:cNvPicPr/>
          <p:nvPr/>
        </p:nvPicPr>
        <p:blipFill>
          <a:blip r:embed="rId44" cstate="print"/>
          <a:stretch>
            <a:fillRect/>
          </a:stretch>
        </p:blipFill>
        <p:spPr>
          <a:xfrm>
            <a:off x="1905019" y="3076796"/>
            <a:ext cx="353548" cy="182880"/>
          </a:xfrm>
          <a:prstGeom prst="rect">
            <a:avLst/>
          </a:prstGeom>
        </p:spPr>
      </p:pic>
      <p:pic>
        <p:nvPicPr>
          <p:cNvPr id="91" name="object 104"/>
          <p:cNvPicPr/>
          <p:nvPr/>
        </p:nvPicPr>
        <p:blipFill>
          <a:blip r:embed="rId45" cstate="print"/>
          <a:stretch>
            <a:fillRect/>
          </a:stretch>
        </p:blipFill>
        <p:spPr>
          <a:xfrm>
            <a:off x="3247683" y="3079843"/>
            <a:ext cx="355052" cy="182880"/>
          </a:xfrm>
          <a:prstGeom prst="rect">
            <a:avLst/>
          </a:prstGeom>
        </p:spPr>
      </p:pic>
      <p:sp>
        <p:nvSpPr>
          <p:cNvPr id="92" name="Title 1"/>
          <p:cNvSpPr>
            <a:spLocks noGrp="1"/>
          </p:cNvSpPr>
          <p:nvPr>
            <p:ph type="title"/>
          </p:nvPr>
        </p:nvSpPr>
        <p:spPr>
          <a:xfrm>
            <a:off x="441325" y="258763"/>
            <a:ext cx="11307763" cy="676210"/>
          </a:xfrm>
        </p:spPr>
        <p:txBody>
          <a:bodyPr/>
          <a:lstStyle/>
          <a:p>
            <a:r>
              <a:rPr lang="en-US" dirty="0"/>
              <a:t>Self-Attention</a:t>
            </a:r>
            <a:endParaRPr lang="en-IN" dirty="0"/>
          </a:p>
        </p:txBody>
      </p:sp>
      <p:grpSp>
        <p:nvGrpSpPr>
          <p:cNvPr id="93" name="object 91"/>
          <p:cNvGrpSpPr/>
          <p:nvPr/>
        </p:nvGrpSpPr>
        <p:grpSpPr>
          <a:xfrm>
            <a:off x="5001109" y="2929856"/>
            <a:ext cx="1018540" cy="1029335"/>
            <a:chOff x="4675504" y="3427348"/>
            <a:chExt cx="1018540" cy="1029335"/>
          </a:xfrm>
        </p:grpSpPr>
        <p:pic>
          <p:nvPicPr>
            <p:cNvPr id="94" name="object 92"/>
            <p:cNvPicPr/>
            <p:nvPr/>
          </p:nvPicPr>
          <p:blipFill>
            <a:blip r:embed="rId46" cstate="print"/>
            <a:stretch>
              <a:fillRect/>
            </a:stretch>
          </p:blipFill>
          <p:spPr>
            <a:xfrm>
              <a:off x="4678679" y="3430523"/>
              <a:ext cx="1011936" cy="1022603"/>
            </a:xfrm>
            <a:prstGeom prst="rect">
              <a:avLst/>
            </a:prstGeom>
          </p:spPr>
        </p:pic>
        <p:sp>
          <p:nvSpPr>
            <p:cNvPr id="95" name="object 93"/>
            <p:cNvSpPr/>
            <p:nvPr/>
          </p:nvSpPr>
          <p:spPr>
            <a:xfrm>
              <a:off x="4678679" y="3430523"/>
              <a:ext cx="1012190" cy="1022985"/>
            </a:xfrm>
            <a:custGeom>
              <a:avLst/>
              <a:gdLst/>
              <a:ahLst/>
              <a:cxnLst/>
              <a:rect l="l" t="t" r="r" b="b"/>
              <a:pathLst>
                <a:path w="1012189" h="1022985">
                  <a:moveTo>
                    <a:pt x="0" y="255650"/>
                  </a:moveTo>
                  <a:lnTo>
                    <a:pt x="505968" y="255650"/>
                  </a:lnTo>
                  <a:lnTo>
                    <a:pt x="505968" y="0"/>
                  </a:lnTo>
                  <a:lnTo>
                    <a:pt x="1011936" y="511301"/>
                  </a:lnTo>
                  <a:lnTo>
                    <a:pt x="505968" y="1022603"/>
                  </a:lnTo>
                  <a:lnTo>
                    <a:pt x="505968" y="766952"/>
                  </a:lnTo>
                  <a:lnTo>
                    <a:pt x="0" y="766952"/>
                  </a:lnTo>
                  <a:lnTo>
                    <a:pt x="0" y="255650"/>
                  </a:lnTo>
                  <a:close/>
                </a:path>
              </a:pathLst>
            </a:custGeom>
            <a:ln w="6350">
              <a:solidFill>
                <a:srgbClr val="6FAC46"/>
              </a:solidFill>
            </a:ln>
          </p:spPr>
          <p:txBody>
            <a:bodyPr wrap="square" lIns="0" tIns="0" rIns="0" bIns="0" rtlCol="0"/>
            <a:lstStyle/>
            <a:p/>
          </p:txBody>
        </p:sp>
      </p:grpSp>
      <p:pic>
        <p:nvPicPr>
          <p:cNvPr id="96" name="object 94"/>
          <p:cNvPicPr/>
          <p:nvPr/>
        </p:nvPicPr>
        <p:blipFill>
          <a:blip r:embed="rId31" cstate="print"/>
          <a:stretch>
            <a:fillRect/>
          </a:stretch>
        </p:blipFill>
        <p:spPr>
          <a:xfrm>
            <a:off x="6817815" y="5961219"/>
            <a:ext cx="222504" cy="149351"/>
          </a:xfrm>
          <a:prstGeom prst="rect">
            <a:avLst/>
          </a:prstGeom>
        </p:spPr>
      </p:pic>
      <p:pic>
        <p:nvPicPr>
          <p:cNvPr id="97" name="object 95"/>
          <p:cNvPicPr/>
          <p:nvPr/>
        </p:nvPicPr>
        <p:blipFill>
          <a:blip r:embed="rId32" cstate="print"/>
          <a:stretch>
            <a:fillRect/>
          </a:stretch>
        </p:blipFill>
        <p:spPr>
          <a:xfrm>
            <a:off x="8206179" y="5961219"/>
            <a:ext cx="227075" cy="149351"/>
          </a:xfrm>
          <a:prstGeom prst="rect">
            <a:avLst/>
          </a:prstGeom>
        </p:spPr>
      </p:pic>
      <p:pic>
        <p:nvPicPr>
          <p:cNvPr id="98" name="object 96"/>
          <p:cNvPicPr/>
          <p:nvPr/>
        </p:nvPicPr>
        <p:blipFill>
          <a:blip r:embed="rId33" cstate="print"/>
          <a:stretch>
            <a:fillRect/>
          </a:stretch>
        </p:blipFill>
        <p:spPr>
          <a:xfrm>
            <a:off x="9562539" y="5961219"/>
            <a:ext cx="230124" cy="152400"/>
          </a:xfrm>
          <a:prstGeom prst="rect">
            <a:avLst/>
          </a:prstGeom>
        </p:spPr>
      </p:pic>
      <p:pic>
        <p:nvPicPr>
          <p:cNvPr id="99" name="object 97"/>
          <p:cNvPicPr/>
          <p:nvPr/>
        </p:nvPicPr>
        <p:blipFill>
          <a:blip r:embed="rId36" cstate="print"/>
          <a:stretch>
            <a:fillRect/>
          </a:stretch>
        </p:blipFill>
        <p:spPr>
          <a:xfrm>
            <a:off x="6874965" y="5622129"/>
            <a:ext cx="76200" cy="233045"/>
          </a:xfrm>
          <a:prstGeom prst="rect">
            <a:avLst/>
          </a:prstGeom>
        </p:spPr>
      </p:pic>
      <p:grpSp>
        <p:nvGrpSpPr>
          <p:cNvPr id="100" name="object 98"/>
          <p:cNvGrpSpPr/>
          <p:nvPr/>
        </p:nvGrpSpPr>
        <p:grpSpPr>
          <a:xfrm>
            <a:off x="6691196" y="5118321"/>
            <a:ext cx="425450" cy="416559"/>
            <a:chOff x="6290945" y="5615813"/>
            <a:chExt cx="425450" cy="416559"/>
          </a:xfrm>
        </p:grpSpPr>
        <p:pic>
          <p:nvPicPr>
            <p:cNvPr id="101" name="object 99"/>
            <p:cNvPicPr/>
            <p:nvPr/>
          </p:nvPicPr>
          <p:blipFill>
            <a:blip r:embed="rId47" cstate="print"/>
            <a:stretch>
              <a:fillRect/>
            </a:stretch>
          </p:blipFill>
          <p:spPr>
            <a:xfrm>
              <a:off x="6294120" y="5618988"/>
              <a:ext cx="419100" cy="409956"/>
            </a:xfrm>
            <a:prstGeom prst="rect">
              <a:avLst/>
            </a:prstGeom>
          </p:spPr>
        </p:pic>
        <p:sp>
          <p:nvSpPr>
            <p:cNvPr id="102" name="object 100"/>
            <p:cNvSpPr/>
            <p:nvPr/>
          </p:nvSpPr>
          <p:spPr>
            <a:xfrm>
              <a:off x="6294120" y="5618988"/>
              <a:ext cx="419100" cy="410209"/>
            </a:xfrm>
            <a:custGeom>
              <a:avLst/>
              <a:gdLst/>
              <a:ahLst/>
              <a:cxnLst/>
              <a:rect l="l" t="t" r="r" b="b"/>
              <a:pathLst>
                <a:path w="419100" h="410210">
                  <a:moveTo>
                    <a:pt x="0" y="409956"/>
                  </a:moveTo>
                  <a:lnTo>
                    <a:pt x="419100" y="409956"/>
                  </a:lnTo>
                  <a:lnTo>
                    <a:pt x="419100" y="0"/>
                  </a:lnTo>
                  <a:lnTo>
                    <a:pt x="0" y="0"/>
                  </a:lnTo>
                  <a:lnTo>
                    <a:pt x="0" y="409956"/>
                  </a:lnTo>
                  <a:close/>
                </a:path>
              </a:pathLst>
            </a:custGeom>
            <a:ln w="6349">
              <a:solidFill>
                <a:srgbClr val="6FAC46"/>
              </a:solidFill>
            </a:ln>
          </p:spPr>
          <p:txBody>
            <a:bodyPr wrap="square" lIns="0" tIns="0" rIns="0" bIns="0" rtlCol="0"/>
            <a:lstStyle/>
            <a:p/>
          </p:txBody>
        </p:sp>
        <p:pic>
          <p:nvPicPr>
            <p:cNvPr id="103" name="object 101"/>
            <p:cNvPicPr/>
            <p:nvPr/>
          </p:nvPicPr>
          <p:blipFill>
            <a:blip r:embed="rId35" cstate="print"/>
            <a:stretch>
              <a:fillRect/>
            </a:stretch>
          </p:blipFill>
          <p:spPr>
            <a:xfrm>
              <a:off x="6408420" y="5721096"/>
              <a:ext cx="216407" cy="213359"/>
            </a:xfrm>
            <a:prstGeom prst="rect">
              <a:avLst/>
            </a:prstGeom>
          </p:spPr>
        </p:pic>
      </p:grpSp>
      <p:pic>
        <p:nvPicPr>
          <p:cNvPr id="104" name="object 102"/>
          <p:cNvPicPr/>
          <p:nvPr/>
        </p:nvPicPr>
        <p:blipFill>
          <a:blip r:embed="rId36" cstate="print"/>
          <a:stretch>
            <a:fillRect/>
          </a:stretch>
        </p:blipFill>
        <p:spPr>
          <a:xfrm>
            <a:off x="8264853" y="5622129"/>
            <a:ext cx="76200" cy="233045"/>
          </a:xfrm>
          <a:prstGeom prst="rect">
            <a:avLst/>
          </a:prstGeom>
        </p:spPr>
      </p:pic>
      <p:grpSp>
        <p:nvGrpSpPr>
          <p:cNvPr id="105" name="object 103"/>
          <p:cNvGrpSpPr/>
          <p:nvPr/>
        </p:nvGrpSpPr>
        <p:grpSpPr>
          <a:xfrm>
            <a:off x="8090228" y="5118321"/>
            <a:ext cx="425450" cy="416559"/>
            <a:chOff x="7689977" y="5615813"/>
            <a:chExt cx="425450" cy="416559"/>
          </a:xfrm>
        </p:grpSpPr>
        <p:pic>
          <p:nvPicPr>
            <p:cNvPr id="106" name="object 104"/>
            <p:cNvPicPr/>
            <p:nvPr/>
          </p:nvPicPr>
          <p:blipFill>
            <a:blip r:embed="rId47" cstate="print"/>
            <a:stretch>
              <a:fillRect/>
            </a:stretch>
          </p:blipFill>
          <p:spPr>
            <a:xfrm>
              <a:off x="7693152" y="5618988"/>
              <a:ext cx="419100" cy="409956"/>
            </a:xfrm>
            <a:prstGeom prst="rect">
              <a:avLst/>
            </a:prstGeom>
          </p:spPr>
        </p:pic>
        <p:sp>
          <p:nvSpPr>
            <p:cNvPr id="107" name="object 105"/>
            <p:cNvSpPr/>
            <p:nvPr/>
          </p:nvSpPr>
          <p:spPr>
            <a:xfrm>
              <a:off x="7693152" y="5618988"/>
              <a:ext cx="419100" cy="410209"/>
            </a:xfrm>
            <a:custGeom>
              <a:avLst/>
              <a:gdLst/>
              <a:ahLst/>
              <a:cxnLst/>
              <a:rect l="l" t="t" r="r" b="b"/>
              <a:pathLst>
                <a:path w="419100" h="410210">
                  <a:moveTo>
                    <a:pt x="0" y="409956"/>
                  </a:moveTo>
                  <a:lnTo>
                    <a:pt x="419100" y="409956"/>
                  </a:lnTo>
                  <a:lnTo>
                    <a:pt x="419100" y="0"/>
                  </a:lnTo>
                  <a:lnTo>
                    <a:pt x="0" y="0"/>
                  </a:lnTo>
                  <a:lnTo>
                    <a:pt x="0" y="409956"/>
                  </a:lnTo>
                  <a:close/>
                </a:path>
              </a:pathLst>
            </a:custGeom>
            <a:ln w="6349">
              <a:solidFill>
                <a:srgbClr val="6FAC46"/>
              </a:solidFill>
            </a:ln>
          </p:spPr>
          <p:txBody>
            <a:bodyPr wrap="square" lIns="0" tIns="0" rIns="0" bIns="0" rtlCol="0"/>
            <a:lstStyle/>
            <a:p/>
          </p:txBody>
        </p:sp>
        <p:pic>
          <p:nvPicPr>
            <p:cNvPr id="108" name="object 106"/>
            <p:cNvPicPr/>
            <p:nvPr/>
          </p:nvPicPr>
          <p:blipFill>
            <a:blip r:embed="rId37" cstate="print"/>
            <a:stretch>
              <a:fillRect/>
            </a:stretch>
          </p:blipFill>
          <p:spPr>
            <a:xfrm>
              <a:off x="7784592" y="5721096"/>
              <a:ext cx="220979" cy="213359"/>
            </a:xfrm>
            <a:prstGeom prst="rect">
              <a:avLst/>
            </a:prstGeom>
          </p:spPr>
        </p:pic>
      </p:grpSp>
      <p:pic>
        <p:nvPicPr>
          <p:cNvPr id="109" name="object 107"/>
          <p:cNvPicPr/>
          <p:nvPr/>
        </p:nvPicPr>
        <p:blipFill>
          <a:blip r:embed="rId36" cstate="print"/>
          <a:stretch>
            <a:fillRect/>
          </a:stretch>
        </p:blipFill>
        <p:spPr>
          <a:xfrm>
            <a:off x="9609020" y="5619081"/>
            <a:ext cx="76200" cy="233045"/>
          </a:xfrm>
          <a:prstGeom prst="rect">
            <a:avLst/>
          </a:prstGeom>
        </p:spPr>
      </p:pic>
      <p:grpSp>
        <p:nvGrpSpPr>
          <p:cNvPr id="110" name="object 108"/>
          <p:cNvGrpSpPr/>
          <p:nvPr/>
        </p:nvGrpSpPr>
        <p:grpSpPr>
          <a:xfrm>
            <a:off x="9428299" y="5109177"/>
            <a:ext cx="427355" cy="417830"/>
            <a:chOff x="9028048" y="5606669"/>
            <a:chExt cx="427355" cy="417830"/>
          </a:xfrm>
        </p:grpSpPr>
        <p:pic>
          <p:nvPicPr>
            <p:cNvPr id="111" name="object 109"/>
            <p:cNvPicPr/>
            <p:nvPr/>
          </p:nvPicPr>
          <p:blipFill>
            <a:blip r:embed="rId48" cstate="print"/>
            <a:stretch>
              <a:fillRect/>
            </a:stretch>
          </p:blipFill>
          <p:spPr>
            <a:xfrm>
              <a:off x="9031223" y="5609844"/>
              <a:ext cx="420624" cy="411480"/>
            </a:xfrm>
            <a:prstGeom prst="rect">
              <a:avLst/>
            </a:prstGeom>
          </p:spPr>
        </p:pic>
        <p:sp>
          <p:nvSpPr>
            <p:cNvPr id="112" name="object 110"/>
            <p:cNvSpPr/>
            <p:nvPr/>
          </p:nvSpPr>
          <p:spPr>
            <a:xfrm>
              <a:off x="9031223" y="5609844"/>
              <a:ext cx="421005" cy="411480"/>
            </a:xfrm>
            <a:custGeom>
              <a:avLst/>
              <a:gdLst/>
              <a:ahLst/>
              <a:cxnLst/>
              <a:rect l="l" t="t" r="r" b="b"/>
              <a:pathLst>
                <a:path w="421004" h="411479">
                  <a:moveTo>
                    <a:pt x="0" y="411479"/>
                  </a:moveTo>
                  <a:lnTo>
                    <a:pt x="420624" y="411479"/>
                  </a:lnTo>
                  <a:lnTo>
                    <a:pt x="420624" y="0"/>
                  </a:lnTo>
                  <a:lnTo>
                    <a:pt x="0" y="0"/>
                  </a:lnTo>
                  <a:lnTo>
                    <a:pt x="0" y="411479"/>
                  </a:lnTo>
                  <a:close/>
                </a:path>
              </a:pathLst>
            </a:custGeom>
            <a:ln w="6350">
              <a:solidFill>
                <a:srgbClr val="6FAC46"/>
              </a:solidFill>
            </a:ln>
          </p:spPr>
          <p:txBody>
            <a:bodyPr wrap="square" lIns="0" tIns="0" rIns="0" bIns="0" rtlCol="0"/>
            <a:lstStyle/>
            <a:p/>
          </p:txBody>
        </p:sp>
        <p:pic>
          <p:nvPicPr>
            <p:cNvPr id="113" name="object 111"/>
            <p:cNvPicPr/>
            <p:nvPr/>
          </p:nvPicPr>
          <p:blipFill>
            <a:blip r:embed="rId39" cstate="print"/>
            <a:stretch>
              <a:fillRect/>
            </a:stretch>
          </p:blipFill>
          <p:spPr>
            <a:xfrm>
              <a:off x="9145523" y="5707380"/>
              <a:ext cx="222503" cy="216407"/>
            </a:xfrm>
            <a:prstGeom prst="rect">
              <a:avLst/>
            </a:prstGeom>
          </p:spPr>
        </p:pic>
      </p:grpSp>
      <p:grpSp>
        <p:nvGrpSpPr>
          <p:cNvPr id="114" name="object 112"/>
          <p:cNvGrpSpPr/>
          <p:nvPr/>
        </p:nvGrpSpPr>
        <p:grpSpPr>
          <a:xfrm>
            <a:off x="6386522" y="4406740"/>
            <a:ext cx="1083818" cy="651763"/>
            <a:chOff x="5986271" y="4904232"/>
            <a:chExt cx="1083818" cy="651763"/>
          </a:xfrm>
        </p:grpSpPr>
        <p:pic>
          <p:nvPicPr>
            <p:cNvPr id="115" name="object 113"/>
            <p:cNvPicPr/>
            <p:nvPr/>
          </p:nvPicPr>
          <p:blipFill>
            <a:blip r:embed="rId49" cstate="print"/>
            <a:stretch>
              <a:fillRect/>
            </a:stretch>
          </p:blipFill>
          <p:spPr>
            <a:xfrm>
              <a:off x="5986271" y="4913376"/>
              <a:ext cx="332232" cy="381000"/>
            </a:xfrm>
            <a:prstGeom prst="rect">
              <a:avLst/>
            </a:prstGeom>
          </p:spPr>
        </p:pic>
        <p:sp>
          <p:nvSpPr>
            <p:cNvPr id="116" name="object 114"/>
            <p:cNvSpPr/>
            <p:nvPr/>
          </p:nvSpPr>
          <p:spPr>
            <a:xfrm>
              <a:off x="5986271" y="4913376"/>
              <a:ext cx="332740" cy="381000"/>
            </a:xfrm>
            <a:custGeom>
              <a:avLst/>
              <a:gdLst/>
              <a:ahLst/>
              <a:cxnLst/>
              <a:rect l="l" t="t" r="r" b="b"/>
              <a:pathLst>
                <a:path w="332739" h="381000">
                  <a:moveTo>
                    <a:pt x="0" y="381000"/>
                  </a:moveTo>
                  <a:lnTo>
                    <a:pt x="332232" y="381000"/>
                  </a:lnTo>
                  <a:lnTo>
                    <a:pt x="332232" y="0"/>
                  </a:lnTo>
                  <a:lnTo>
                    <a:pt x="0" y="0"/>
                  </a:lnTo>
                  <a:lnTo>
                    <a:pt x="0" y="381000"/>
                  </a:lnTo>
                  <a:close/>
                </a:path>
              </a:pathLst>
            </a:custGeom>
            <a:ln w="6350">
              <a:solidFill>
                <a:srgbClr val="EC7C30"/>
              </a:solidFill>
            </a:ln>
          </p:spPr>
          <p:txBody>
            <a:bodyPr wrap="square" lIns="0" tIns="0" rIns="0" bIns="0" rtlCol="0"/>
            <a:lstStyle/>
            <a:p/>
          </p:txBody>
        </p:sp>
        <p:pic>
          <p:nvPicPr>
            <p:cNvPr id="117" name="object 115"/>
            <p:cNvPicPr/>
            <p:nvPr/>
          </p:nvPicPr>
          <p:blipFill>
            <a:blip r:embed="rId2" cstate="print"/>
            <a:stretch>
              <a:fillRect/>
            </a:stretch>
          </p:blipFill>
          <p:spPr>
            <a:xfrm>
              <a:off x="6051803" y="5020056"/>
              <a:ext cx="202691" cy="213359"/>
            </a:xfrm>
            <a:prstGeom prst="rect">
              <a:avLst/>
            </a:prstGeom>
          </p:spPr>
        </p:pic>
        <p:pic>
          <p:nvPicPr>
            <p:cNvPr id="118" name="object 116"/>
            <p:cNvPicPr/>
            <p:nvPr/>
          </p:nvPicPr>
          <p:blipFill>
            <a:blip r:embed="rId50" cstate="print"/>
            <a:stretch>
              <a:fillRect/>
            </a:stretch>
          </p:blipFill>
          <p:spPr>
            <a:xfrm>
              <a:off x="6209664" y="5340858"/>
              <a:ext cx="111379" cy="215137"/>
            </a:xfrm>
            <a:prstGeom prst="rect">
              <a:avLst/>
            </a:prstGeom>
          </p:spPr>
        </p:pic>
        <p:pic>
          <p:nvPicPr>
            <p:cNvPr id="119" name="object 117"/>
            <p:cNvPicPr/>
            <p:nvPr/>
          </p:nvPicPr>
          <p:blipFill>
            <a:blip r:embed="rId10" cstate="print"/>
            <a:stretch>
              <a:fillRect/>
            </a:stretch>
          </p:blipFill>
          <p:spPr>
            <a:xfrm>
              <a:off x="6358127" y="4904232"/>
              <a:ext cx="332231" cy="381000"/>
            </a:xfrm>
            <a:prstGeom prst="rect">
              <a:avLst/>
            </a:prstGeom>
          </p:spPr>
        </p:pic>
        <p:sp>
          <p:nvSpPr>
            <p:cNvPr id="120" name="object 118"/>
            <p:cNvSpPr/>
            <p:nvPr/>
          </p:nvSpPr>
          <p:spPr>
            <a:xfrm>
              <a:off x="6358127" y="4904232"/>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FFC000"/>
              </a:solidFill>
            </a:ln>
          </p:spPr>
          <p:txBody>
            <a:bodyPr wrap="square" lIns="0" tIns="0" rIns="0" bIns="0" rtlCol="0"/>
            <a:lstStyle/>
            <a:p/>
          </p:txBody>
        </p:sp>
        <p:pic>
          <p:nvPicPr>
            <p:cNvPr id="121" name="object 119"/>
            <p:cNvPicPr/>
            <p:nvPr/>
          </p:nvPicPr>
          <p:blipFill>
            <a:blip r:embed="rId7" cstate="print"/>
            <a:stretch>
              <a:fillRect/>
            </a:stretch>
          </p:blipFill>
          <p:spPr>
            <a:xfrm>
              <a:off x="6460235" y="5035296"/>
              <a:ext cx="187452" cy="160019"/>
            </a:xfrm>
            <a:prstGeom prst="rect">
              <a:avLst/>
            </a:prstGeom>
          </p:spPr>
        </p:pic>
        <p:pic>
          <p:nvPicPr>
            <p:cNvPr id="122" name="object 120"/>
            <p:cNvPicPr/>
            <p:nvPr/>
          </p:nvPicPr>
          <p:blipFill>
            <a:blip r:embed="rId51" cstate="print"/>
            <a:stretch>
              <a:fillRect/>
            </a:stretch>
          </p:blipFill>
          <p:spPr>
            <a:xfrm>
              <a:off x="6727316" y="5336286"/>
              <a:ext cx="141985" cy="214375"/>
            </a:xfrm>
            <a:prstGeom prst="rect">
              <a:avLst/>
            </a:prstGeom>
          </p:spPr>
        </p:pic>
        <p:pic>
          <p:nvPicPr>
            <p:cNvPr id="123" name="object 121"/>
            <p:cNvPicPr/>
            <p:nvPr/>
          </p:nvPicPr>
          <p:blipFill>
            <a:blip r:embed="rId42" cstate="print"/>
            <a:stretch>
              <a:fillRect/>
            </a:stretch>
          </p:blipFill>
          <p:spPr>
            <a:xfrm>
              <a:off x="6485127" y="5340858"/>
              <a:ext cx="76200" cy="213613"/>
            </a:xfrm>
            <a:prstGeom prst="rect">
              <a:avLst/>
            </a:prstGeom>
          </p:spPr>
        </p:pic>
        <p:pic>
          <p:nvPicPr>
            <p:cNvPr id="124" name="object 122"/>
            <p:cNvPicPr/>
            <p:nvPr/>
          </p:nvPicPr>
          <p:blipFill>
            <a:blip r:embed="rId52" cstate="print"/>
            <a:stretch>
              <a:fillRect/>
            </a:stretch>
          </p:blipFill>
          <p:spPr>
            <a:xfrm>
              <a:off x="6736079" y="4904232"/>
              <a:ext cx="333755" cy="382524"/>
            </a:xfrm>
            <a:prstGeom prst="rect">
              <a:avLst/>
            </a:prstGeom>
          </p:spPr>
        </p:pic>
        <p:sp>
          <p:nvSpPr>
            <p:cNvPr id="125" name="object 123"/>
            <p:cNvSpPr/>
            <p:nvPr/>
          </p:nvSpPr>
          <p:spPr>
            <a:xfrm>
              <a:off x="6736079" y="4904232"/>
              <a:ext cx="334010" cy="382905"/>
            </a:xfrm>
            <a:custGeom>
              <a:avLst/>
              <a:gdLst/>
              <a:ahLst/>
              <a:cxnLst/>
              <a:rect l="l" t="t" r="r" b="b"/>
              <a:pathLst>
                <a:path w="334009" h="382904">
                  <a:moveTo>
                    <a:pt x="0" y="382524"/>
                  </a:moveTo>
                  <a:lnTo>
                    <a:pt x="333755" y="382524"/>
                  </a:lnTo>
                  <a:lnTo>
                    <a:pt x="333755" y="0"/>
                  </a:lnTo>
                  <a:lnTo>
                    <a:pt x="0" y="0"/>
                  </a:lnTo>
                  <a:lnTo>
                    <a:pt x="0" y="382524"/>
                  </a:lnTo>
                  <a:close/>
                </a:path>
              </a:pathLst>
            </a:custGeom>
            <a:ln w="6350">
              <a:solidFill>
                <a:srgbClr val="4471C4"/>
              </a:solidFill>
            </a:ln>
          </p:spPr>
          <p:txBody>
            <a:bodyPr wrap="square" lIns="0" tIns="0" rIns="0" bIns="0" rtlCol="0"/>
            <a:lstStyle/>
            <a:p/>
          </p:txBody>
        </p:sp>
        <p:pic>
          <p:nvPicPr>
            <p:cNvPr id="126" name="object 124"/>
            <p:cNvPicPr/>
            <p:nvPr/>
          </p:nvPicPr>
          <p:blipFill>
            <a:blip r:embed="rId14" cstate="print"/>
            <a:stretch>
              <a:fillRect/>
            </a:stretch>
          </p:blipFill>
          <p:spPr>
            <a:xfrm>
              <a:off x="6807707" y="5038344"/>
              <a:ext cx="199644" cy="149351"/>
            </a:xfrm>
            <a:prstGeom prst="rect">
              <a:avLst/>
            </a:prstGeom>
          </p:spPr>
        </p:pic>
      </p:grpSp>
      <p:grpSp>
        <p:nvGrpSpPr>
          <p:cNvPr id="130" name="object 128"/>
          <p:cNvGrpSpPr/>
          <p:nvPr/>
        </p:nvGrpSpPr>
        <p:grpSpPr>
          <a:xfrm>
            <a:off x="7780856" y="4403565"/>
            <a:ext cx="1093470" cy="389255"/>
            <a:chOff x="7380605" y="4901057"/>
            <a:chExt cx="1093470" cy="389255"/>
          </a:xfrm>
        </p:grpSpPr>
        <p:pic>
          <p:nvPicPr>
            <p:cNvPr id="131" name="object 129"/>
            <p:cNvPicPr/>
            <p:nvPr/>
          </p:nvPicPr>
          <p:blipFill>
            <a:blip r:embed="rId49" cstate="print"/>
            <a:stretch>
              <a:fillRect/>
            </a:stretch>
          </p:blipFill>
          <p:spPr>
            <a:xfrm>
              <a:off x="7383780" y="4904232"/>
              <a:ext cx="332231" cy="381000"/>
            </a:xfrm>
            <a:prstGeom prst="rect">
              <a:avLst/>
            </a:prstGeom>
          </p:spPr>
        </p:pic>
        <p:sp>
          <p:nvSpPr>
            <p:cNvPr id="132" name="object 130"/>
            <p:cNvSpPr/>
            <p:nvPr/>
          </p:nvSpPr>
          <p:spPr>
            <a:xfrm>
              <a:off x="7383780" y="4904232"/>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EC7C30"/>
              </a:solidFill>
            </a:ln>
          </p:spPr>
          <p:txBody>
            <a:bodyPr wrap="square" lIns="0" tIns="0" rIns="0" bIns="0" rtlCol="0"/>
            <a:lstStyle/>
            <a:p/>
          </p:txBody>
        </p:sp>
        <p:pic>
          <p:nvPicPr>
            <p:cNvPr id="133" name="object 131"/>
            <p:cNvPicPr/>
            <p:nvPr/>
          </p:nvPicPr>
          <p:blipFill>
            <a:blip r:embed="rId4" cstate="print"/>
            <a:stretch>
              <a:fillRect/>
            </a:stretch>
          </p:blipFill>
          <p:spPr>
            <a:xfrm>
              <a:off x="7449312" y="5010912"/>
              <a:ext cx="207264" cy="213360"/>
            </a:xfrm>
            <a:prstGeom prst="rect">
              <a:avLst/>
            </a:prstGeom>
          </p:spPr>
        </p:pic>
        <p:pic>
          <p:nvPicPr>
            <p:cNvPr id="134" name="object 132"/>
            <p:cNvPicPr/>
            <p:nvPr/>
          </p:nvPicPr>
          <p:blipFill>
            <a:blip r:embed="rId53" cstate="print"/>
            <a:stretch>
              <a:fillRect/>
            </a:stretch>
          </p:blipFill>
          <p:spPr>
            <a:xfrm>
              <a:off x="7757160" y="4905756"/>
              <a:ext cx="332231" cy="381000"/>
            </a:xfrm>
            <a:prstGeom prst="rect">
              <a:avLst/>
            </a:prstGeom>
          </p:spPr>
        </p:pic>
        <p:sp>
          <p:nvSpPr>
            <p:cNvPr id="135" name="object 133"/>
            <p:cNvSpPr/>
            <p:nvPr/>
          </p:nvSpPr>
          <p:spPr>
            <a:xfrm>
              <a:off x="7757160" y="4905756"/>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FFC000"/>
              </a:solidFill>
            </a:ln>
          </p:spPr>
          <p:txBody>
            <a:bodyPr wrap="square" lIns="0" tIns="0" rIns="0" bIns="0" rtlCol="0"/>
            <a:lstStyle/>
            <a:p/>
          </p:txBody>
        </p:sp>
        <p:pic>
          <p:nvPicPr>
            <p:cNvPr id="136" name="object 134"/>
            <p:cNvPicPr/>
            <p:nvPr/>
          </p:nvPicPr>
          <p:blipFill>
            <a:blip r:embed="rId11" cstate="print"/>
            <a:stretch>
              <a:fillRect/>
            </a:stretch>
          </p:blipFill>
          <p:spPr>
            <a:xfrm>
              <a:off x="7857744" y="5036820"/>
              <a:ext cx="193548" cy="160019"/>
            </a:xfrm>
            <a:prstGeom prst="rect">
              <a:avLst/>
            </a:prstGeom>
          </p:spPr>
        </p:pic>
        <p:pic>
          <p:nvPicPr>
            <p:cNvPr id="137" name="object 135"/>
            <p:cNvPicPr/>
            <p:nvPr/>
          </p:nvPicPr>
          <p:blipFill>
            <a:blip r:embed="rId52" cstate="print"/>
            <a:stretch>
              <a:fillRect/>
            </a:stretch>
          </p:blipFill>
          <p:spPr>
            <a:xfrm>
              <a:off x="8138160" y="4904232"/>
              <a:ext cx="332231" cy="382524"/>
            </a:xfrm>
            <a:prstGeom prst="rect">
              <a:avLst/>
            </a:prstGeom>
          </p:spPr>
        </p:pic>
        <p:sp>
          <p:nvSpPr>
            <p:cNvPr id="138" name="object 136"/>
            <p:cNvSpPr/>
            <p:nvPr/>
          </p:nvSpPr>
          <p:spPr>
            <a:xfrm>
              <a:off x="8138160" y="4904232"/>
              <a:ext cx="332740" cy="382905"/>
            </a:xfrm>
            <a:custGeom>
              <a:avLst/>
              <a:gdLst/>
              <a:ahLst/>
              <a:cxnLst/>
              <a:rect l="l" t="t" r="r" b="b"/>
              <a:pathLst>
                <a:path w="332740" h="382904">
                  <a:moveTo>
                    <a:pt x="0" y="382524"/>
                  </a:moveTo>
                  <a:lnTo>
                    <a:pt x="332231" y="382524"/>
                  </a:lnTo>
                  <a:lnTo>
                    <a:pt x="332231" y="0"/>
                  </a:lnTo>
                  <a:lnTo>
                    <a:pt x="0" y="0"/>
                  </a:lnTo>
                  <a:lnTo>
                    <a:pt x="0" y="382524"/>
                  </a:lnTo>
                  <a:close/>
                </a:path>
              </a:pathLst>
            </a:custGeom>
            <a:ln w="6350">
              <a:solidFill>
                <a:srgbClr val="4471C4"/>
              </a:solidFill>
            </a:ln>
          </p:spPr>
          <p:txBody>
            <a:bodyPr wrap="square" lIns="0" tIns="0" rIns="0" bIns="0" rtlCol="0"/>
            <a:lstStyle/>
            <a:p/>
          </p:txBody>
        </p:sp>
        <p:pic>
          <p:nvPicPr>
            <p:cNvPr id="139" name="object 137"/>
            <p:cNvPicPr/>
            <p:nvPr/>
          </p:nvPicPr>
          <p:blipFill>
            <a:blip r:embed="rId15" cstate="print"/>
            <a:stretch>
              <a:fillRect/>
            </a:stretch>
          </p:blipFill>
          <p:spPr>
            <a:xfrm>
              <a:off x="8208264" y="5038344"/>
              <a:ext cx="205740" cy="149351"/>
            </a:xfrm>
            <a:prstGeom prst="rect">
              <a:avLst/>
            </a:prstGeom>
          </p:spPr>
        </p:pic>
      </p:grpSp>
      <p:pic>
        <p:nvPicPr>
          <p:cNvPr id="140" name="object 138"/>
          <p:cNvPicPr/>
          <p:nvPr/>
        </p:nvPicPr>
        <p:blipFill>
          <a:blip r:embed="rId54" cstate="print"/>
          <a:stretch>
            <a:fillRect/>
          </a:stretch>
        </p:blipFill>
        <p:spPr>
          <a:xfrm>
            <a:off x="8011995" y="4857081"/>
            <a:ext cx="111378" cy="215137"/>
          </a:xfrm>
          <a:prstGeom prst="rect">
            <a:avLst/>
          </a:prstGeom>
        </p:spPr>
      </p:pic>
      <p:grpSp>
        <p:nvGrpSpPr>
          <p:cNvPr id="141" name="object 139"/>
          <p:cNvGrpSpPr/>
          <p:nvPr/>
        </p:nvGrpSpPr>
        <p:grpSpPr>
          <a:xfrm>
            <a:off x="9117404" y="4403565"/>
            <a:ext cx="1091565" cy="392430"/>
            <a:chOff x="8717153" y="4901057"/>
            <a:chExt cx="1091565" cy="392430"/>
          </a:xfrm>
        </p:grpSpPr>
        <p:pic>
          <p:nvPicPr>
            <p:cNvPr id="142" name="object 140"/>
            <p:cNvPicPr/>
            <p:nvPr/>
          </p:nvPicPr>
          <p:blipFill>
            <a:blip r:embed="rId49" cstate="print"/>
            <a:stretch>
              <a:fillRect/>
            </a:stretch>
          </p:blipFill>
          <p:spPr>
            <a:xfrm>
              <a:off x="8720328" y="4904232"/>
              <a:ext cx="332231" cy="381000"/>
            </a:xfrm>
            <a:prstGeom prst="rect">
              <a:avLst/>
            </a:prstGeom>
          </p:spPr>
        </p:pic>
        <p:sp>
          <p:nvSpPr>
            <p:cNvPr id="143" name="object 141"/>
            <p:cNvSpPr/>
            <p:nvPr/>
          </p:nvSpPr>
          <p:spPr>
            <a:xfrm>
              <a:off x="8720328" y="4904232"/>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EC7C30"/>
              </a:solidFill>
            </a:ln>
          </p:spPr>
          <p:txBody>
            <a:bodyPr wrap="square" lIns="0" tIns="0" rIns="0" bIns="0" rtlCol="0"/>
            <a:lstStyle/>
            <a:p/>
          </p:txBody>
        </p:sp>
        <p:pic>
          <p:nvPicPr>
            <p:cNvPr id="144" name="object 142"/>
            <p:cNvPicPr/>
            <p:nvPr/>
          </p:nvPicPr>
          <p:blipFill>
            <a:blip r:embed="rId5" cstate="print"/>
            <a:stretch>
              <a:fillRect/>
            </a:stretch>
          </p:blipFill>
          <p:spPr>
            <a:xfrm>
              <a:off x="8784336" y="5010912"/>
              <a:ext cx="208788" cy="216407"/>
            </a:xfrm>
            <a:prstGeom prst="rect">
              <a:avLst/>
            </a:prstGeom>
          </p:spPr>
        </p:pic>
        <p:pic>
          <p:nvPicPr>
            <p:cNvPr id="145" name="object 143"/>
            <p:cNvPicPr/>
            <p:nvPr/>
          </p:nvPicPr>
          <p:blipFill>
            <a:blip r:embed="rId55" cstate="print"/>
            <a:stretch>
              <a:fillRect/>
            </a:stretch>
          </p:blipFill>
          <p:spPr>
            <a:xfrm>
              <a:off x="9092184" y="4907280"/>
              <a:ext cx="332231" cy="382523"/>
            </a:xfrm>
            <a:prstGeom prst="rect">
              <a:avLst/>
            </a:prstGeom>
          </p:spPr>
        </p:pic>
        <p:sp>
          <p:nvSpPr>
            <p:cNvPr id="146" name="object 144"/>
            <p:cNvSpPr/>
            <p:nvPr/>
          </p:nvSpPr>
          <p:spPr>
            <a:xfrm>
              <a:off x="9092184" y="4907280"/>
              <a:ext cx="332740" cy="382905"/>
            </a:xfrm>
            <a:custGeom>
              <a:avLst/>
              <a:gdLst/>
              <a:ahLst/>
              <a:cxnLst/>
              <a:rect l="l" t="t" r="r" b="b"/>
              <a:pathLst>
                <a:path w="332740" h="382904">
                  <a:moveTo>
                    <a:pt x="0" y="382524"/>
                  </a:moveTo>
                  <a:lnTo>
                    <a:pt x="332231" y="382524"/>
                  </a:lnTo>
                  <a:lnTo>
                    <a:pt x="332231" y="0"/>
                  </a:lnTo>
                  <a:lnTo>
                    <a:pt x="0" y="0"/>
                  </a:lnTo>
                  <a:lnTo>
                    <a:pt x="0" y="382524"/>
                  </a:lnTo>
                  <a:close/>
                </a:path>
              </a:pathLst>
            </a:custGeom>
            <a:ln w="6350">
              <a:solidFill>
                <a:srgbClr val="FFC000"/>
              </a:solidFill>
            </a:ln>
          </p:spPr>
          <p:txBody>
            <a:bodyPr wrap="square" lIns="0" tIns="0" rIns="0" bIns="0" rtlCol="0"/>
            <a:lstStyle/>
            <a:p/>
          </p:txBody>
        </p:sp>
        <p:pic>
          <p:nvPicPr>
            <p:cNvPr id="147" name="object 145"/>
            <p:cNvPicPr/>
            <p:nvPr/>
          </p:nvPicPr>
          <p:blipFill>
            <a:blip r:embed="rId12" cstate="print"/>
            <a:stretch>
              <a:fillRect/>
            </a:stretch>
          </p:blipFill>
          <p:spPr>
            <a:xfrm>
              <a:off x="9194292" y="5039868"/>
              <a:ext cx="195072" cy="160019"/>
            </a:xfrm>
            <a:prstGeom prst="rect">
              <a:avLst/>
            </a:prstGeom>
          </p:spPr>
        </p:pic>
        <p:pic>
          <p:nvPicPr>
            <p:cNvPr id="148" name="object 146"/>
            <p:cNvPicPr/>
            <p:nvPr/>
          </p:nvPicPr>
          <p:blipFill>
            <a:blip r:embed="rId16" cstate="print"/>
            <a:stretch>
              <a:fillRect/>
            </a:stretch>
          </p:blipFill>
          <p:spPr>
            <a:xfrm>
              <a:off x="9473184" y="4907280"/>
              <a:ext cx="332231" cy="381000"/>
            </a:xfrm>
            <a:prstGeom prst="rect">
              <a:avLst/>
            </a:prstGeom>
          </p:spPr>
        </p:pic>
        <p:sp>
          <p:nvSpPr>
            <p:cNvPr id="149" name="object 147"/>
            <p:cNvSpPr/>
            <p:nvPr/>
          </p:nvSpPr>
          <p:spPr>
            <a:xfrm>
              <a:off x="9473184" y="4907280"/>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4471C4"/>
              </a:solidFill>
            </a:ln>
          </p:spPr>
          <p:txBody>
            <a:bodyPr wrap="square" lIns="0" tIns="0" rIns="0" bIns="0" rtlCol="0"/>
            <a:lstStyle/>
            <a:p/>
          </p:txBody>
        </p:sp>
        <p:pic>
          <p:nvPicPr>
            <p:cNvPr id="150" name="object 148"/>
            <p:cNvPicPr/>
            <p:nvPr/>
          </p:nvPicPr>
          <p:blipFill>
            <a:blip r:embed="rId17" cstate="print"/>
            <a:stretch>
              <a:fillRect/>
            </a:stretch>
          </p:blipFill>
          <p:spPr>
            <a:xfrm>
              <a:off x="9543288" y="5039868"/>
              <a:ext cx="207264" cy="152400"/>
            </a:xfrm>
            <a:prstGeom prst="rect">
              <a:avLst/>
            </a:prstGeom>
          </p:spPr>
        </p:pic>
      </p:grpSp>
      <p:pic>
        <p:nvPicPr>
          <p:cNvPr id="151" name="object 149"/>
          <p:cNvPicPr/>
          <p:nvPr/>
        </p:nvPicPr>
        <p:blipFill>
          <a:blip r:embed="rId56" cstate="print"/>
          <a:stretch>
            <a:fillRect/>
          </a:stretch>
        </p:blipFill>
        <p:spPr>
          <a:xfrm>
            <a:off x="9350068" y="4843366"/>
            <a:ext cx="111378" cy="215137"/>
          </a:xfrm>
          <a:prstGeom prst="rect">
            <a:avLst/>
          </a:prstGeom>
        </p:spPr>
      </p:pic>
      <p:pic>
        <p:nvPicPr>
          <p:cNvPr id="152" name="object 150"/>
          <p:cNvPicPr/>
          <p:nvPr/>
        </p:nvPicPr>
        <p:blipFill>
          <a:blip r:embed="rId42" cstate="print"/>
          <a:stretch>
            <a:fillRect/>
          </a:stretch>
        </p:blipFill>
        <p:spPr>
          <a:xfrm>
            <a:off x="8282886" y="4846413"/>
            <a:ext cx="76200" cy="213613"/>
          </a:xfrm>
          <a:prstGeom prst="rect">
            <a:avLst/>
          </a:prstGeom>
        </p:spPr>
      </p:pic>
      <p:pic>
        <p:nvPicPr>
          <p:cNvPr id="153" name="object 151"/>
          <p:cNvPicPr/>
          <p:nvPr/>
        </p:nvPicPr>
        <p:blipFill>
          <a:blip r:embed="rId42" cstate="print"/>
          <a:stretch>
            <a:fillRect/>
          </a:stretch>
        </p:blipFill>
        <p:spPr>
          <a:xfrm>
            <a:off x="9619434" y="4847937"/>
            <a:ext cx="76200" cy="213613"/>
          </a:xfrm>
          <a:prstGeom prst="rect">
            <a:avLst/>
          </a:prstGeom>
        </p:spPr>
      </p:pic>
      <p:pic>
        <p:nvPicPr>
          <p:cNvPr id="154" name="object 152"/>
          <p:cNvPicPr/>
          <p:nvPr/>
        </p:nvPicPr>
        <p:blipFill>
          <a:blip r:embed="rId51" cstate="print"/>
          <a:stretch>
            <a:fillRect/>
          </a:stretch>
        </p:blipFill>
        <p:spPr>
          <a:xfrm>
            <a:off x="8528123" y="4838793"/>
            <a:ext cx="141985" cy="214375"/>
          </a:xfrm>
          <a:prstGeom prst="rect">
            <a:avLst/>
          </a:prstGeom>
        </p:spPr>
      </p:pic>
      <p:pic>
        <p:nvPicPr>
          <p:cNvPr id="155" name="object 153"/>
          <p:cNvPicPr/>
          <p:nvPr/>
        </p:nvPicPr>
        <p:blipFill>
          <a:blip r:embed="rId8" cstate="print"/>
          <a:stretch>
            <a:fillRect/>
          </a:stretch>
        </p:blipFill>
        <p:spPr>
          <a:xfrm>
            <a:off x="9863147" y="4840317"/>
            <a:ext cx="141985" cy="214376"/>
          </a:xfrm>
          <a:prstGeom prst="rect">
            <a:avLst/>
          </a:prstGeom>
        </p:spPr>
      </p:pic>
      <mc:AlternateContent xmlns:mc="http://schemas.openxmlformats.org/markup-compatibility/2006" xmlns:p14="http://schemas.microsoft.com/office/powerpoint/2010/main">
        <mc:Choice Requires="p14">
          <p:contentPart r:id="rId57" p14:bwMode="auto">
            <p14:nvContentPartPr>
              <p14:cNvPr id="2" name="Ink 1"/>
              <p14:cNvContentPartPr/>
              <p14:nvPr/>
            </p14:nvContentPartPr>
            <p14:xfrm>
              <a:off x="4384800" y="1402200"/>
              <a:ext cx="296640" cy="2312280"/>
            </p14:xfrm>
          </p:contentPart>
        </mc:Choice>
        <mc:Fallback xmlns="">
          <p:pic>
            <p:nvPicPr>
              <p:cNvPr id="2" name="Ink 1"/>
            </p:nvPicPr>
            <p:blipFill>
              <a:blip r:embed="rId58"/>
            </p:blipFill>
            <p:spPr>
              <a:xfrm>
                <a:off x="4384800" y="1402200"/>
                <a:ext cx="296640" cy="2312280"/>
              </a:xfrm>
              <a:prstGeom prst="rect"/>
            </p:spPr>
          </p:pic>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2"/>
          <p:cNvGrpSpPr/>
          <p:nvPr/>
        </p:nvGrpSpPr>
        <p:grpSpPr>
          <a:xfrm>
            <a:off x="830325" y="2509614"/>
            <a:ext cx="431800" cy="175895"/>
            <a:chOff x="830325" y="3050794"/>
            <a:chExt cx="431800" cy="175895"/>
          </a:xfrm>
        </p:grpSpPr>
        <p:sp>
          <p:nvSpPr>
            <p:cNvPr id="5" name="object 3"/>
            <p:cNvSpPr/>
            <p:nvPr/>
          </p:nvSpPr>
          <p:spPr>
            <a:xfrm>
              <a:off x="836675" y="3057144"/>
              <a:ext cx="419100" cy="163195"/>
            </a:xfrm>
            <a:custGeom>
              <a:avLst/>
              <a:gdLst/>
              <a:ahLst/>
              <a:cxnLst/>
              <a:rect l="l" t="t" r="r" b="b"/>
              <a:pathLst>
                <a:path w="419100" h="163194">
                  <a:moveTo>
                    <a:pt x="419100" y="0"/>
                  </a:moveTo>
                  <a:lnTo>
                    <a:pt x="0" y="0"/>
                  </a:lnTo>
                  <a:lnTo>
                    <a:pt x="0" y="163067"/>
                  </a:lnTo>
                  <a:lnTo>
                    <a:pt x="419100" y="163067"/>
                  </a:lnTo>
                  <a:lnTo>
                    <a:pt x="419100" y="0"/>
                  </a:lnTo>
                  <a:close/>
                </a:path>
              </a:pathLst>
            </a:custGeom>
            <a:solidFill>
              <a:srgbClr val="EC7C30"/>
            </a:solidFill>
          </p:spPr>
          <p:txBody>
            <a:bodyPr wrap="square" lIns="0" tIns="0" rIns="0" bIns="0" rtlCol="0"/>
            <a:lstStyle/>
            <a:p/>
          </p:txBody>
        </p:sp>
        <p:sp>
          <p:nvSpPr>
            <p:cNvPr id="6" name="object 4"/>
            <p:cNvSpPr/>
            <p:nvPr/>
          </p:nvSpPr>
          <p:spPr>
            <a:xfrm>
              <a:off x="836675" y="3057144"/>
              <a:ext cx="419100" cy="163195"/>
            </a:xfrm>
            <a:custGeom>
              <a:avLst/>
              <a:gdLst/>
              <a:ahLst/>
              <a:cxnLst/>
              <a:rect l="l" t="t" r="r" b="b"/>
              <a:pathLst>
                <a:path w="419100" h="163194">
                  <a:moveTo>
                    <a:pt x="0" y="163067"/>
                  </a:moveTo>
                  <a:lnTo>
                    <a:pt x="419100" y="163067"/>
                  </a:lnTo>
                  <a:lnTo>
                    <a:pt x="419100" y="0"/>
                  </a:lnTo>
                  <a:lnTo>
                    <a:pt x="0" y="0"/>
                  </a:lnTo>
                  <a:lnTo>
                    <a:pt x="0" y="163067"/>
                  </a:lnTo>
                  <a:close/>
                </a:path>
              </a:pathLst>
            </a:custGeom>
            <a:ln w="12700">
              <a:solidFill>
                <a:srgbClr val="AD5A20"/>
              </a:solidFill>
            </a:ln>
          </p:spPr>
          <p:txBody>
            <a:bodyPr wrap="square" lIns="0" tIns="0" rIns="0" bIns="0" rtlCol="0"/>
            <a:lstStyle/>
            <a:p/>
          </p:txBody>
        </p:sp>
      </p:grpSp>
      <p:grpSp>
        <p:nvGrpSpPr>
          <p:cNvPr id="7" name="object 5"/>
          <p:cNvGrpSpPr/>
          <p:nvPr/>
        </p:nvGrpSpPr>
        <p:grpSpPr>
          <a:xfrm>
            <a:off x="485901" y="1118455"/>
            <a:ext cx="3917315" cy="3483610"/>
            <a:chOff x="485901" y="1659635"/>
            <a:chExt cx="3917315" cy="3483610"/>
          </a:xfrm>
        </p:grpSpPr>
        <p:sp>
          <p:nvSpPr>
            <p:cNvPr id="8" name="object 6"/>
            <p:cNvSpPr/>
            <p:nvPr/>
          </p:nvSpPr>
          <p:spPr>
            <a:xfrm>
              <a:off x="2314956" y="2732531"/>
              <a:ext cx="417830" cy="483234"/>
            </a:xfrm>
            <a:custGeom>
              <a:avLst/>
              <a:gdLst/>
              <a:ahLst/>
              <a:cxnLst/>
              <a:rect l="l" t="t" r="r" b="b"/>
              <a:pathLst>
                <a:path w="417830" h="483235">
                  <a:moveTo>
                    <a:pt x="417575" y="0"/>
                  </a:moveTo>
                  <a:lnTo>
                    <a:pt x="0" y="0"/>
                  </a:lnTo>
                  <a:lnTo>
                    <a:pt x="0" y="483108"/>
                  </a:lnTo>
                  <a:lnTo>
                    <a:pt x="417575" y="483108"/>
                  </a:lnTo>
                  <a:lnTo>
                    <a:pt x="417575" y="0"/>
                  </a:lnTo>
                  <a:close/>
                </a:path>
              </a:pathLst>
            </a:custGeom>
            <a:solidFill>
              <a:srgbClr val="EC7C30"/>
            </a:solidFill>
          </p:spPr>
          <p:txBody>
            <a:bodyPr wrap="square" lIns="0" tIns="0" rIns="0" bIns="0" rtlCol="0"/>
            <a:lstStyle/>
            <a:p/>
          </p:txBody>
        </p:sp>
        <p:sp>
          <p:nvSpPr>
            <p:cNvPr id="9" name="object 7"/>
            <p:cNvSpPr/>
            <p:nvPr/>
          </p:nvSpPr>
          <p:spPr>
            <a:xfrm>
              <a:off x="2314956" y="2732531"/>
              <a:ext cx="417830" cy="483234"/>
            </a:xfrm>
            <a:custGeom>
              <a:avLst/>
              <a:gdLst/>
              <a:ahLst/>
              <a:cxnLst/>
              <a:rect l="l" t="t" r="r" b="b"/>
              <a:pathLst>
                <a:path w="417830" h="483235">
                  <a:moveTo>
                    <a:pt x="0" y="483108"/>
                  </a:moveTo>
                  <a:lnTo>
                    <a:pt x="417575" y="483108"/>
                  </a:lnTo>
                  <a:lnTo>
                    <a:pt x="417575" y="0"/>
                  </a:lnTo>
                  <a:lnTo>
                    <a:pt x="0" y="0"/>
                  </a:lnTo>
                  <a:lnTo>
                    <a:pt x="0" y="483108"/>
                  </a:lnTo>
                  <a:close/>
                </a:path>
              </a:pathLst>
            </a:custGeom>
            <a:ln w="12700">
              <a:solidFill>
                <a:srgbClr val="AD5A20"/>
              </a:solidFill>
            </a:ln>
          </p:spPr>
          <p:txBody>
            <a:bodyPr wrap="square" lIns="0" tIns="0" rIns="0" bIns="0" rtlCol="0"/>
            <a:lstStyle/>
            <a:p/>
          </p:txBody>
        </p:sp>
        <p:pic>
          <p:nvPicPr>
            <p:cNvPr id="10" name="object 8"/>
            <p:cNvPicPr/>
            <p:nvPr/>
          </p:nvPicPr>
          <p:blipFill>
            <a:blip r:embed="rId1" cstate="print"/>
            <a:stretch>
              <a:fillRect/>
            </a:stretch>
          </p:blipFill>
          <p:spPr>
            <a:xfrm>
              <a:off x="573023" y="4500371"/>
              <a:ext cx="332232" cy="382524"/>
            </a:xfrm>
            <a:prstGeom prst="rect">
              <a:avLst/>
            </a:prstGeom>
          </p:spPr>
        </p:pic>
        <p:sp>
          <p:nvSpPr>
            <p:cNvPr id="11" name="object 9"/>
            <p:cNvSpPr/>
            <p:nvPr/>
          </p:nvSpPr>
          <p:spPr>
            <a:xfrm>
              <a:off x="573023" y="4500371"/>
              <a:ext cx="332740" cy="382905"/>
            </a:xfrm>
            <a:custGeom>
              <a:avLst/>
              <a:gdLst/>
              <a:ahLst/>
              <a:cxnLst/>
              <a:rect l="l" t="t" r="r" b="b"/>
              <a:pathLst>
                <a:path w="332740" h="382904">
                  <a:moveTo>
                    <a:pt x="0" y="382523"/>
                  </a:moveTo>
                  <a:lnTo>
                    <a:pt x="332232" y="382523"/>
                  </a:lnTo>
                  <a:lnTo>
                    <a:pt x="332232" y="0"/>
                  </a:lnTo>
                  <a:lnTo>
                    <a:pt x="0" y="0"/>
                  </a:lnTo>
                  <a:lnTo>
                    <a:pt x="0" y="382523"/>
                  </a:lnTo>
                  <a:close/>
                </a:path>
              </a:pathLst>
            </a:custGeom>
            <a:ln w="6350">
              <a:solidFill>
                <a:srgbClr val="EC7C30"/>
              </a:solidFill>
            </a:ln>
          </p:spPr>
          <p:txBody>
            <a:bodyPr wrap="square" lIns="0" tIns="0" rIns="0" bIns="0" rtlCol="0"/>
            <a:lstStyle/>
            <a:p/>
          </p:txBody>
        </p:sp>
        <p:pic>
          <p:nvPicPr>
            <p:cNvPr id="12" name="object 10"/>
            <p:cNvPicPr/>
            <p:nvPr/>
          </p:nvPicPr>
          <p:blipFill>
            <a:blip r:embed="rId2" cstate="print"/>
            <a:stretch>
              <a:fillRect/>
            </a:stretch>
          </p:blipFill>
          <p:spPr>
            <a:xfrm>
              <a:off x="637031" y="4607051"/>
              <a:ext cx="202692" cy="213360"/>
            </a:xfrm>
            <a:prstGeom prst="rect">
              <a:avLst/>
            </a:prstGeom>
          </p:spPr>
        </p:pic>
        <p:pic>
          <p:nvPicPr>
            <p:cNvPr id="13" name="object 11"/>
            <p:cNvPicPr/>
            <p:nvPr/>
          </p:nvPicPr>
          <p:blipFill>
            <a:blip r:embed="rId3" cstate="print"/>
            <a:stretch>
              <a:fillRect/>
            </a:stretch>
          </p:blipFill>
          <p:spPr>
            <a:xfrm>
              <a:off x="796455" y="4927853"/>
              <a:ext cx="111302" cy="215137"/>
            </a:xfrm>
            <a:prstGeom prst="rect">
              <a:avLst/>
            </a:prstGeom>
          </p:spPr>
        </p:pic>
        <p:pic>
          <p:nvPicPr>
            <p:cNvPr id="14" name="object 12"/>
            <p:cNvPicPr/>
            <p:nvPr/>
          </p:nvPicPr>
          <p:blipFill>
            <a:blip r:embed="rId1" cstate="print"/>
            <a:stretch>
              <a:fillRect/>
            </a:stretch>
          </p:blipFill>
          <p:spPr>
            <a:xfrm>
              <a:off x="1970531" y="4491227"/>
              <a:ext cx="332231" cy="382524"/>
            </a:xfrm>
            <a:prstGeom prst="rect">
              <a:avLst/>
            </a:prstGeom>
          </p:spPr>
        </p:pic>
        <p:sp>
          <p:nvSpPr>
            <p:cNvPr id="15" name="object 13"/>
            <p:cNvSpPr/>
            <p:nvPr/>
          </p:nvSpPr>
          <p:spPr>
            <a:xfrm>
              <a:off x="1970531" y="4491227"/>
              <a:ext cx="332740" cy="382905"/>
            </a:xfrm>
            <a:custGeom>
              <a:avLst/>
              <a:gdLst/>
              <a:ahLst/>
              <a:cxnLst/>
              <a:rect l="l" t="t" r="r" b="b"/>
              <a:pathLst>
                <a:path w="332739" h="382904">
                  <a:moveTo>
                    <a:pt x="0" y="382524"/>
                  </a:moveTo>
                  <a:lnTo>
                    <a:pt x="332231" y="382524"/>
                  </a:lnTo>
                  <a:lnTo>
                    <a:pt x="332231" y="0"/>
                  </a:lnTo>
                  <a:lnTo>
                    <a:pt x="0" y="0"/>
                  </a:lnTo>
                  <a:lnTo>
                    <a:pt x="0" y="382524"/>
                  </a:lnTo>
                  <a:close/>
                </a:path>
              </a:pathLst>
            </a:custGeom>
            <a:ln w="6350">
              <a:solidFill>
                <a:srgbClr val="EC7C30"/>
              </a:solidFill>
            </a:ln>
          </p:spPr>
          <p:txBody>
            <a:bodyPr wrap="square" lIns="0" tIns="0" rIns="0" bIns="0" rtlCol="0"/>
            <a:lstStyle/>
            <a:p/>
          </p:txBody>
        </p:sp>
        <p:pic>
          <p:nvPicPr>
            <p:cNvPr id="16" name="object 14"/>
            <p:cNvPicPr/>
            <p:nvPr/>
          </p:nvPicPr>
          <p:blipFill>
            <a:blip r:embed="rId4" cstate="print"/>
            <a:stretch>
              <a:fillRect/>
            </a:stretch>
          </p:blipFill>
          <p:spPr>
            <a:xfrm>
              <a:off x="2036063" y="4597907"/>
              <a:ext cx="207263" cy="213360"/>
            </a:xfrm>
            <a:prstGeom prst="rect">
              <a:avLst/>
            </a:prstGeom>
          </p:spPr>
        </p:pic>
        <p:pic>
          <p:nvPicPr>
            <p:cNvPr id="17" name="object 15"/>
            <p:cNvPicPr/>
            <p:nvPr/>
          </p:nvPicPr>
          <p:blipFill>
            <a:blip r:embed="rId1" cstate="print"/>
            <a:stretch>
              <a:fillRect/>
            </a:stretch>
          </p:blipFill>
          <p:spPr>
            <a:xfrm>
              <a:off x="3305556" y="4491227"/>
              <a:ext cx="333755" cy="382524"/>
            </a:xfrm>
            <a:prstGeom prst="rect">
              <a:avLst/>
            </a:prstGeom>
          </p:spPr>
        </p:pic>
        <p:sp>
          <p:nvSpPr>
            <p:cNvPr id="18" name="object 16"/>
            <p:cNvSpPr/>
            <p:nvPr/>
          </p:nvSpPr>
          <p:spPr>
            <a:xfrm>
              <a:off x="3305556" y="4491227"/>
              <a:ext cx="334010" cy="382905"/>
            </a:xfrm>
            <a:custGeom>
              <a:avLst/>
              <a:gdLst/>
              <a:ahLst/>
              <a:cxnLst/>
              <a:rect l="l" t="t" r="r" b="b"/>
              <a:pathLst>
                <a:path w="334010" h="382904">
                  <a:moveTo>
                    <a:pt x="0" y="382524"/>
                  </a:moveTo>
                  <a:lnTo>
                    <a:pt x="333755" y="382524"/>
                  </a:lnTo>
                  <a:lnTo>
                    <a:pt x="333755" y="0"/>
                  </a:lnTo>
                  <a:lnTo>
                    <a:pt x="0" y="0"/>
                  </a:lnTo>
                  <a:lnTo>
                    <a:pt x="0" y="382524"/>
                  </a:lnTo>
                  <a:close/>
                </a:path>
              </a:pathLst>
            </a:custGeom>
            <a:ln w="6350">
              <a:solidFill>
                <a:srgbClr val="EC7C30"/>
              </a:solidFill>
            </a:ln>
          </p:spPr>
          <p:txBody>
            <a:bodyPr wrap="square" lIns="0" tIns="0" rIns="0" bIns="0" rtlCol="0"/>
            <a:lstStyle/>
            <a:p/>
          </p:txBody>
        </p:sp>
        <p:pic>
          <p:nvPicPr>
            <p:cNvPr id="19" name="object 17"/>
            <p:cNvPicPr/>
            <p:nvPr/>
          </p:nvPicPr>
          <p:blipFill>
            <a:blip r:embed="rId5" cstate="print"/>
            <a:stretch>
              <a:fillRect/>
            </a:stretch>
          </p:blipFill>
          <p:spPr>
            <a:xfrm>
              <a:off x="3371087" y="4597907"/>
              <a:ext cx="208787" cy="216407"/>
            </a:xfrm>
            <a:prstGeom prst="rect">
              <a:avLst/>
            </a:prstGeom>
          </p:spPr>
        </p:pic>
        <p:pic>
          <p:nvPicPr>
            <p:cNvPr id="20" name="object 18"/>
            <p:cNvPicPr/>
            <p:nvPr/>
          </p:nvPicPr>
          <p:blipFill>
            <a:blip r:embed="rId6" cstate="print"/>
            <a:stretch>
              <a:fillRect/>
            </a:stretch>
          </p:blipFill>
          <p:spPr>
            <a:xfrm>
              <a:off x="944879" y="4491227"/>
              <a:ext cx="332231" cy="382524"/>
            </a:xfrm>
            <a:prstGeom prst="rect">
              <a:avLst/>
            </a:prstGeom>
          </p:spPr>
        </p:pic>
        <p:sp>
          <p:nvSpPr>
            <p:cNvPr id="21" name="object 19"/>
            <p:cNvSpPr/>
            <p:nvPr/>
          </p:nvSpPr>
          <p:spPr>
            <a:xfrm>
              <a:off x="944879" y="4491227"/>
              <a:ext cx="332740" cy="382905"/>
            </a:xfrm>
            <a:custGeom>
              <a:avLst/>
              <a:gdLst/>
              <a:ahLst/>
              <a:cxnLst/>
              <a:rect l="l" t="t" r="r" b="b"/>
              <a:pathLst>
                <a:path w="332740" h="382904">
                  <a:moveTo>
                    <a:pt x="0" y="382524"/>
                  </a:moveTo>
                  <a:lnTo>
                    <a:pt x="332231" y="382524"/>
                  </a:lnTo>
                  <a:lnTo>
                    <a:pt x="332231" y="0"/>
                  </a:lnTo>
                  <a:lnTo>
                    <a:pt x="0" y="0"/>
                  </a:lnTo>
                  <a:lnTo>
                    <a:pt x="0" y="382524"/>
                  </a:lnTo>
                  <a:close/>
                </a:path>
              </a:pathLst>
            </a:custGeom>
            <a:ln w="6350">
              <a:solidFill>
                <a:srgbClr val="FFC000"/>
              </a:solidFill>
            </a:ln>
          </p:spPr>
          <p:txBody>
            <a:bodyPr wrap="square" lIns="0" tIns="0" rIns="0" bIns="0" rtlCol="0"/>
            <a:lstStyle/>
            <a:p/>
          </p:txBody>
        </p:sp>
        <p:pic>
          <p:nvPicPr>
            <p:cNvPr id="22" name="object 20"/>
            <p:cNvPicPr/>
            <p:nvPr/>
          </p:nvPicPr>
          <p:blipFill>
            <a:blip r:embed="rId7" cstate="print"/>
            <a:stretch>
              <a:fillRect/>
            </a:stretch>
          </p:blipFill>
          <p:spPr>
            <a:xfrm>
              <a:off x="1045463" y="4623815"/>
              <a:ext cx="187452" cy="160019"/>
            </a:xfrm>
            <a:prstGeom prst="rect">
              <a:avLst/>
            </a:prstGeom>
          </p:spPr>
        </p:pic>
        <p:pic>
          <p:nvPicPr>
            <p:cNvPr id="23" name="object 21"/>
            <p:cNvPicPr/>
            <p:nvPr/>
          </p:nvPicPr>
          <p:blipFill>
            <a:blip r:embed="rId8" cstate="print"/>
            <a:stretch>
              <a:fillRect/>
            </a:stretch>
          </p:blipFill>
          <p:spPr>
            <a:xfrm>
              <a:off x="1314068" y="4924805"/>
              <a:ext cx="141986" cy="214375"/>
            </a:xfrm>
            <a:prstGeom prst="rect">
              <a:avLst/>
            </a:prstGeom>
          </p:spPr>
        </p:pic>
        <p:pic>
          <p:nvPicPr>
            <p:cNvPr id="24" name="object 22"/>
            <p:cNvPicPr/>
            <p:nvPr/>
          </p:nvPicPr>
          <p:blipFill>
            <a:blip r:embed="rId9" cstate="print"/>
            <a:stretch>
              <a:fillRect/>
            </a:stretch>
          </p:blipFill>
          <p:spPr>
            <a:xfrm>
              <a:off x="1071867" y="4929377"/>
              <a:ext cx="76161" cy="213614"/>
            </a:xfrm>
            <a:prstGeom prst="rect">
              <a:avLst/>
            </a:prstGeom>
          </p:spPr>
        </p:pic>
        <p:pic>
          <p:nvPicPr>
            <p:cNvPr id="25" name="object 23"/>
            <p:cNvPicPr/>
            <p:nvPr/>
          </p:nvPicPr>
          <p:blipFill>
            <a:blip r:embed="rId10" cstate="print"/>
            <a:stretch>
              <a:fillRect/>
            </a:stretch>
          </p:blipFill>
          <p:spPr>
            <a:xfrm>
              <a:off x="2342387" y="4494275"/>
              <a:ext cx="333756" cy="381000"/>
            </a:xfrm>
            <a:prstGeom prst="rect">
              <a:avLst/>
            </a:prstGeom>
          </p:spPr>
        </p:pic>
        <p:sp>
          <p:nvSpPr>
            <p:cNvPr id="26" name="object 24"/>
            <p:cNvSpPr/>
            <p:nvPr/>
          </p:nvSpPr>
          <p:spPr>
            <a:xfrm>
              <a:off x="2342387" y="4494275"/>
              <a:ext cx="334010" cy="381000"/>
            </a:xfrm>
            <a:custGeom>
              <a:avLst/>
              <a:gdLst/>
              <a:ahLst/>
              <a:cxnLst/>
              <a:rect l="l" t="t" r="r" b="b"/>
              <a:pathLst>
                <a:path w="334010" h="381000">
                  <a:moveTo>
                    <a:pt x="0" y="381000"/>
                  </a:moveTo>
                  <a:lnTo>
                    <a:pt x="333756" y="381000"/>
                  </a:lnTo>
                  <a:lnTo>
                    <a:pt x="333756" y="0"/>
                  </a:lnTo>
                  <a:lnTo>
                    <a:pt x="0" y="0"/>
                  </a:lnTo>
                  <a:lnTo>
                    <a:pt x="0" y="381000"/>
                  </a:lnTo>
                  <a:close/>
                </a:path>
              </a:pathLst>
            </a:custGeom>
            <a:ln w="6350">
              <a:solidFill>
                <a:srgbClr val="FFC000"/>
              </a:solidFill>
            </a:ln>
          </p:spPr>
          <p:txBody>
            <a:bodyPr wrap="square" lIns="0" tIns="0" rIns="0" bIns="0" rtlCol="0"/>
            <a:lstStyle/>
            <a:p/>
          </p:txBody>
        </p:sp>
        <p:pic>
          <p:nvPicPr>
            <p:cNvPr id="27" name="object 25"/>
            <p:cNvPicPr/>
            <p:nvPr/>
          </p:nvPicPr>
          <p:blipFill>
            <a:blip r:embed="rId11" cstate="print"/>
            <a:stretch>
              <a:fillRect/>
            </a:stretch>
          </p:blipFill>
          <p:spPr>
            <a:xfrm>
              <a:off x="2444495" y="4625339"/>
              <a:ext cx="193548" cy="160019"/>
            </a:xfrm>
            <a:prstGeom prst="rect">
              <a:avLst/>
            </a:prstGeom>
          </p:spPr>
        </p:pic>
        <p:pic>
          <p:nvPicPr>
            <p:cNvPr id="28" name="object 26"/>
            <p:cNvPicPr/>
            <p:nvPr/>
          </p:nvPicPr>
          <p:blipFill>
            <a:blip r:embed="rId6" cstate="print"/>
            <a:stretch>
              <a:fillRect/>
            </a:stretch>
          </p:blipFill>
          <p:spPr>
            <a:xfrm>
              <a:off x="3678935" y="4495800"/>
              <a:ext cx="332232" cy="382524"/>
            </a:xfrm>
            <a:prstGeom prst="rect">
              <a:avLst/>
            </a:prstGeom>
          </p:spPr>
        </p:pic>
        <p:sp>
          <p:nvSpPr>
            <p:cNvPr id="29" name="object 27"/>
            <p:cNvSpPr/>
            <p:nvPr/>
          </p:nvSpPr>
          <p:spPr>
            <a:xfrm>
              <a:off x="3678935" y="4495800"/>
              <a:ext cx="332740" cy="382905"/>
            </a:xfrm>
            <a:custGeom>
              <a:avLst/>
              <a:gdLst/>
              <a:ahLst/>
              <a:cxnLst/>
              <a:rect l="l" t="t" r="r" b="b"/>
              <a:pathLst>
                <a:path w="332739" h="382904">
                  <a:moveTo>
                    <a:pt x="0" y="382524"/>
                  </a:moveTo>
                  <a:lnTo>
                    <a:pt x="332232" y="382524"/>
                  </a:lnTo>
                  <a:lnTo>
                    <a:pt x="332232" y="0"/>
                  </a:lnTo>
                  <a:lnTo>
                    <a:pt x="0" y="0"/>
                  </a:lnTo>
                  <a:lnTo>
                    <a:pt x="0" y="382524"/>
                  </a:lnTo>
                  <a:close/>
                </a:path>
              </a:pathLst>
            </a:custGeom>
            <a:ln w="6349">
              <a:solidFill>
                <a:srgbClr val="FFC000"/>
              </a:solidFill>
            </a:ln>
          </p:spPr>
          <p:txBody>
            <a:bodyPr wrap="square" lIns="0" tIns="0" rIns="0" bIns="0" rtlCol="0"/>
            <a:lstStyle/>
            <a:p/>
          </p:txBody>
        </p:sp>
        <p:pic>
          <p:nvPicPr>
            <p:cNvPr id="30" name="object 28"/>
            <p:cNvPicPr/>
            <p:nvPr/>
          </p:nvPicPr>
          <p:blipFill>
            <a:blip r:embed="rId12" cstate="print"/>
            <a:stretch>
              <a:fillRect/>
            </a:stretch>
          </p:blipFill>
          <p:spPr>
            <a:xfrm>
              <a:off x="3779519" y="4626863"/>
              <a:ext cx="195072" cy="160019"/>
            </a:xfrm>
            <a:prstGeom prst="rect">
              <a:avLst/>
            </a:prstGeom>
          </p:spPr>
        </p:pic>
        <p:pic>
          <p:nvPicPr>
            <p:cNvPr id="31" name="object 29"/>
            <p:cNvPicPr/>
            <p:nvPr/>
          </p:nvPicPr>
          <p:blipFill>
            <a:blip r:embed="rId13" cstate="print"/>
            <a:stretch>
              <a:fillRect/>
            </a:stretch>
          </p:blipFill>
          <p:spPr>
            <a:xfrm>
              <a:off x="1322831" y="4492751"/>
              <a:ext cx="332231" cy="382524"/>
            </a:xfrm>
            <a:prstGeom prst="rect">
              <a:avLst/>
            </a:prstGeom>
          </p:spPr>
        </p:pic>
        <p:sp>
          <p:nvSpPr>
            <p:cNvPr id="32" name="object 30"/>
            <p:cNvSpPr/>
            <p:nvPr/>
          </p:nvSpPr>
          <p:spPr>
            <a:xfrm>
              <a:off x="1322831" y="4492751"/>
              <a:ext cx="332740" cy="382905"/>
            </a:xfrm>
            <a:custGeom>
              <a:avLst/>
              <a:gdLst/>
              <a:ahLst/>
              <a:cxnLst/>
              <a:rect l="l" t="t" r="r" b="b"/>
              <a:pathLst>
                <a:path w="332739" h="382904">
                  <a:moveTo>
                    <a:pt x="0" y="382524"/>
                  </a:moveTo>
                  <a:lnTo>
                    <a:pt x="332231" y="382524"/>
                  </a:lnTo>
                  <a:lnTo>
                    <a:pt x="332231" y="0"/>
                  </a:lnTo>
                  <a:lnTo>
                    <a:pt x="0" y="0"/>
                  </a:lnTo>
                  <a:lnTo>
                    <a:pt x="0" y="382524"/>
                  </a:lnTo>
                  <a:close/>
                </a:path>
              </a:pathLst>
            </a:custGeom>
            <a:ln w="6350">
              <a:solidFill>
                <a:srgbClr val="4471C4"/>
              </a:solidFill>
            </a:ln>
          </p:spPr>
          <p:txBody>
            <a:bodyPr wrap="square" lIns="0" tIns="0" rIns="0" bIns="0" rtlCol="0"/>
            <a:lstStyle/>
            <a:p/>
          </p:txBody>
        </p:sp>
        <p:pic>
          <p:nvPicPr>
            <p:cNvPr id="33" name="object 31"/>
            <p:cNvPicPr/>
            <p:nvPr/>
          </p:nvPicPr>
          <p:blipFill>
            <a:blip r:embed="rId14" cstate="print"/>
            <a:stretch>
              <a:fillRect/>
            </a:stretch>
          </p:blipFill>
          <p:spPr>
            <a:xfrm>
              <a:off x="1394459" y="4625339"/>
              <a:ext cx="199644" cy="149351"/>
            </a:xfrm>
            <a:prstGeom prst="rect">
              <a:avLst/>
            </a:prstGeom>
          </p:spPr>
        </p:pic>
        <p:pic>
          <p:nvPicPr>
            <p:cNvPr id="34" name="object 32"/>
            <p:cNvPicPr/>
            <p:nvPr/>
          </p:nvPicPr>
          <p:blipFill>
            <a:blip r:embed="rId13" cstate="print"/>
            <a:stretch>
              <a:fillRect/>
            </a:stretch>
          </p:blipFill>
          <p:spPr>
            <a:xfrm>
              <a:off x="2723387" y="4492751"/>
              <a:ext cx="333756" cy="382524"/>
            </a:xfrm>
            <a:prstGeom prst="rect">
              <a:avLst/>
            </a:prstGeom>
          </p:spPr>
        </p:pic>
        <p:sp>
          <p:nvSpPr>
            <p:cNvPr id="35" name="object 33"/>
            <p:cNvSpPr/>
            <p:nvPr/>
          </p:nvSpPr>
          <p:spPr>
            <a:xfrm>
              <a:off x="2723387" y="4492751"/>
              <a:ext cx="334010" cy="382905"/>
            </a:xfrm>
            <a:custGeom>
              <a:avLst/>
              <a:gdLst/>
              <a:ahLst/>
              <a:cxnLst/>
              <a:rect l="l" t="t" r="r" b="b"/>
              <a:pathLst>
                <a:path w="334010" h="382904">
                  <a:moveTo>
                    <a:pt x="0" y="382524"/>
                  </a:moveTo>
                  <a:lnTo>
                    <a:pt x="333756" y="382524"/>
                  </a:lnTo>
                  <a:lnTo>
                    <a:pt x="333756" y="0"/>
                  </a:lnTo>
                  <a:lnTo>
                    <a:pt x="0" y="0"/>
                  </a:lnTo>
                  <a:lnTo>
                    <a:pt x="0" y="382524"/>
                  </a:lnTo>
                  <a:close/>
                </a:path>
              </a:pathLst>
            </a:custGeom>
            <a:ln w="6350">
              <a:solidFill>
                <a:srgbClr val="4471C4"/>
              </a:solidFill>
            </a:ln>
          </p:spPr>
          <p:txBody>
            <a:bodyPr wrap="square" lIns="0" tIns="0" rIns="0" bIns="0" rtlCol="0"/>
            <a:lstStyle/>
            <a:p/>
          </p:txBody>
        </p:sp>
        <p:pic>
          <p:nvPicPr>
            <p:cNvPr id="36" name="object 34"/>
            <p:cNvPicPr/>
            <p:nvPr/>
          </p:nvPicPr>
          <p:blipFill>
            <a:blip r:embed="rId15" cstate="print"/>
            <a:stretch>
              <a:fillRect/>
            </a:stretch>
          </p:blipFill>
          <p:spPr>
            <a:xfrm>
              <a:off x="2795016" y="4625339"/>
              <a:ext cx="205739" cy="149351"/>
            </a:xfrm>
            <a:prstGeom prst="rect">
              <a:avLst/>
            </a:prstGeom>
          </p:spPr>
        </p:pic>
        <p:pic>
          <p:nvPicPr>
            <p:cNvPr id="37" name="object 35"/>
            <p:cNvPicPr/>
            <p:nvPr/>
          </p:nvPicPr>
          <p:blipFill>
            <a:blip r:embed="rId16" cstate="print"/>
            <a:stretch>
              <a:fillRect/>
            </a:stretch>
          </p:blipFill>
          <p:spPr>
            <a:xfrm>
              <a:off x="4058411" y="4495800"/>
              <a:ext cx="333756" cy="381000"/>
            </a:xfrm>
            <a:prstGeom prst="rect">
              <a:avLst/>
            </a:prstGeom>
          </p:spPr>
        </p:pic>
        <p:sp>
          <p:nvSpPr>
            <p:cNvPr id="38" name="object 36"/>
            <p:cNvSpPr/>
            <p:nvPr/>
          </p:nvSpPr>
          <p:spPr>
            <a:xfrm>
              <a:off x="4058411" y="4495800"/>
              <a:ext cx="334010" cy="381000"/>
            </a:xfrm>
            <a:custGeom>
              <a:avLst/>
              <a:gdLst/>
              <a:ahLst/>
              <a:cxnLst/>
              <a:rect l="l" t="t" r="r" b="b"/>
              <a:pathLst>
                <a:path w="334010" h="381000">
                  <a:moveTo>
                    <a:pt x="0" y="381000"/>
                  </a:moveTo>
                  <a:lnTo>
                    <a:pt x="333756" y="381000"/>
                  </a:lnTo>
                  <a:lnTo>
                    <a:pt x="333756" y="0"/>
                  </a:lnTo>
                  <a:lnTo>
                    <a:pt x="0" y="0"/>
                  </a:lnTo>
                  <a:lnTo>
                    <a:pt x="0" y="381000"/>
                  </a:lnTo>
                  <a:close/>
                </a:path>
              </a:pathLst>
            </a:custGeom>
            <a:ln w="6350">
              <a:solidFill>
                <a:srgbClr val="4471C4"/>
              </a:solidFill>
            </a:ln>
          </p:spPr>
          <p:txBody>
            <a:bodyPr wrap="square" lIns="0" tIns="0" rIns="0" bIns="0" rtlCol="0"/>
            <a:lstStyle/>
            <a:p/>
          </p:txBody>
        </p:sp>
        <p:pic>
          <p:nvPicPr>
            <p:cNvPr id="39" name="object 37"/>
            <p:cNvPicPr/>
            <p:nvPr/>
          </p:nvPicPr>
          <p:blipFill>
            <a:blip r:embed="rId17" cstate="print"/>
            <a:stretch>
              <a:fillRect/>
            </a:stretch>
          </p:blipFill>
          <p:spPr>
            <a:xfrm>
              <a:off x="4130040" y="4628387"/>
              <a:ext cx="207263" cy="152400"/>
            </a:xfrm>
            <a:prstGeom prst="rect">
              <a:avLst/>
            </a:prstGeom>
          </p:spPr>
        </p:pic>
        <p:sp>
          <p:nvSpPr>
            <p:cNvPr id="40" name="object 38"/>
            <p:cNvSpPr/>
            <p:nvPr/>
          </p:nvSpPr>
          <p:spPr>
            <a:xfrm>
              <a:off x="576834" y="3851909"/>
              <a:ext cx="2874645" cy="601980"/>
            </a:xfrm>
            <a:custGeom>
              <a:avLst/>
              <a:gdLst/>
              <a:ahLst/>
              <a:cxnLst/>
              <a:rect l="l" t="t" r="r" b="b"/>
              <a:pathLst>
                <a:path w="2874645" h="601979">
                  <a:moveTo>
                    <a:pt x="76200" y="76200"/>
                  </a:moveTo>
                  <a:lnTo>
                    <a:pt x="69850" y="63500"/>
                  </a:lnTo>
                  <a:lnTo>
                    <a:pt x="38100" y="0"/>
                  </a:lnTo>
                  <a:lnTo>
                    <a:pt x="0" y="76200"/>
                  </a:lnTo>
                  <a:lnTo>
                    <a:pt x="28575" y="76200"/>
                  </a:lnTo>
                  <a:lnTo>
                    <a:pt x="28575" y="530098"/>
                  </a:lnTo>
                  <a:lnTo>
                    <a:pt x="47625" y="530098"/>
                  </a:lnTo>
                  <a:lnTo>
                    <a:pt x="47625" y="76200"/>
                  </a:lnTo>
                  <a:lnTo>
                    <a:pt x="76200" y="76200"/>
                  </a:lnTo>
                  <a:close/>
                </a:path>
                <a:path w="2874645" h="601979">
                  <a:moveTo>
                    <a:pt x="264058" y="121285"/>
                  </a:moveTo>
                  <a:lnTo>
                    <a:pt x="263779" y="121031"/>
                  </a:lnTo>
                  <a:lnTo>
                    <a:pt x="263347" y="120650"/>
                  </a:lnTo>
                  <a:lnTo>
                    <a:pt x="261620" y="119253"/>
                  </a:lnTo>
                  <a:lnTo>
                    <a:pt x="261404" y="119087"/>
                  </a:lnTo>
                  <a:lnTo>
                    <a:pt x="259727" y="117729"/>
                  </a:lnTo>
                  <a:lnTo>
                    <a:pt x="222059" y="98933"/>
                  </a:lnTo>
                  <a:lnTo>
                    <a:pt x="213093" y="98933"/>
                  </a:lnTo>
                  <a:lnTo>
                    <a:pt x="179273" y="120650"/>
                  </a:lnTo>
                  <a:lnTo>
                    <a:pt x="160070" y="157607"/>
                  </a:lnTo>
                  <a:lnTo>
                    <a:pt x="145326" y="207772"/>
                  </a:lnTo>
                  <a:lnTo>
                    <a:pt x="136156" y="253238"/>
                  </a:lnTo>
                  <a:lnTo>
                    <a:pt x="128295" y="304165"/>
                  </a:lnTo>
                  <a:lnTo>
                    <a:pt x="119494" y="378587"/>
                  </a:lnTo>
                  <a:lnTo>
                    <a:pt x="115481" y="417957"/>
                  </a:lnTo>
                  <a:lnTo>
                    <a:pt x="111696" y="459994"/>
                  </a:lnTo>
                  <a:lnTo>
                    <a:pt x="111302" y="464591"/>
                  </a:lnTo>
                  <a:lnTo>
                    <a:pt x="82829" y="462153"/>
                  </a:lnTo>
                  <a:lnTo>
                    <a:pt x="114300" y="541274"/>
                  </a:lnTo>
                  <a:lnTo>
                    <a:pt x="152450" y="478917"/>
                  </a:lnTo>
                  <a:lnTo>
                    <a:pt x="158750" y="468630"/>
                  </a:lnTo>
                  <a:lnTo>
                    <a:pt x="130289" y="466204"/>
                  </a:lnTo>
                  <a:lnTo>
                    <a:pt x="130987" y="458216"/>
                  </a:lnTo>
                  <a:lnTo>
                    <a:pt x="134442" y="419735"/>
                  </a:lnTo>
                  <a:lnTo>
                    <a:pt x="138417" y="380657"/>
                  </a:lnTo>
                  <a:lnTo>
                    <a:pt x="147154" y="306705"/>
                  </a:lnTo>
                  <a:lnTo>
                    <a:pt x="154914" y="256540"/>
                  </a:lnTo>
                  <a:lnTo>
                    <a:pt x="163753" y="212636"/>
                  </a:lnTo>
                  <a:lnTo>
                    <a:pt x="174167" y="175018"/>
                  </a:lnTo>
                  <a:lnTo>
                    <a:pt x="177787" y="164592"/>
                  </a:lnTo>
                  <a:lnTo>
                    <a:pt x="177850" y="164401"/>
                  </a:lnTo>
                  <a:lnTo>
                    <a:pt x="198361" y="127635"/>
                  </a:lnTo>
                  <a:lnTo>
                    <a:pt x="198843" y="127076"/>
                  </a:lnTo>
                  <a:lnTo>
                    <a:pt x="199123" y="126746"/>
                  </a:lnTo>
                  <a:lnTo>
                    <a:pt x="201269" y="124841"/>
                  </a:lnTo>
                  <a:lnTo>
                    <a:pt x="202514" y="123698"/>
                  </a:lnTo>
                  <a:lnTo>
                    <a:pt x="203822" y="122809"/>
                  </a:lnTo>
                  <a:lnTo>
                    <a:pt x="206629" y="120904"/>
                  </a:lnTo>
                  <a:lnTo>
                    <a:pt x="207010" y="120650"/>
                  </a:lnTo>
                  <a:lnTo>
                    <a:pt x="208457" y="120015"/>
                  </a:lnTo>
                  <a:lnTo>
                    <a:pt x="210591" y="119087"/>
                  </a:lnTo>
                  <a:lnTo>
                    <a:pt x="210159" y="119087"/>
                  </a:lnTo>
                  <a:lnTo>
                    <a:pt x="209994" y="119087"/>
                  </a:lnTo>
                  <a:lnTo>
                    <a:pt x="210400" y="119011"/>
                  </a:lnTo>
                  <a:lnTo>
                    <a:pt x="211137" y="118846"/>
                  </a:lnTo>
                  <a:lnTo>
                    <a:pt x="213436" y="118364"/>
                  </a:lnTo>
                  <a:lnTo>
                    <a:pt x="215265" y="117983"/>
                  </a:lnTo>
                  <a:lnTo>
                    <a:pt x="219583" y="117983"/>
                  </a:lnTo>
                  <a:lnTo>
                    <a:pt x="224828" y="119087"/>
                  </a:lnTo>
                  <a:lnTo>
                    <a:pt x="230644" y="121285"/>
                  </a:lnTo>
                  <a:lnTo>
                    <a:pt x="231330" y="121539"/>
                  </a:lnTo>
                  <a:lnTo>
                    <a:pt x="230746" y="121285"/>
                  </a:lnTo>
                  <a:lnTo>
                    <a:pt x="264058" y="121285"/>
                  </a:lnTo>
                  <a:close/>
                </a:path>
                <a:path w="2874645" h="601979">
                  <a:moveTo>
                    <a:pt x="1938540" y="167462"/>
                  </a:moveTo>
                  <a:lnTo>
                    <a:pt x="1938223" y="167462"/>
                  </a:lnTo>
                  <a:lnTo>
                    <a:pt x="1936013" y="167957"/>
                  </a:lnTo>
                  <a:lnTo>
                    <a:pt x="1938540" y="167462"/>
                  </a:lnTo>
                  <a:close/>
                </a:path>
                <a:path w="2874645" h="601979">
                  <a:moveTo>
                    <a:pt x="2874518" y="460756"/>
                  </a:moveTo>
                  <a:lnTo>
                    <a:pt x="2848711" y="472948"/>
                  </a:lnTo>
                  <a:lnTo>
                    <a:pt x="2842260" y="459486"/>
                  </a:lnTo>
                  <a:lnTo>
                    <a:pt x="2821559" y="418846"/>
                  </a:lnTo>
                  <a:lnTo>
                    <a:pt x="2804541" y="388429"/>
                  </a:lnTo>
                  <a:lnTo>
                    <a:pt x="2804541" y="82296"/>
                  </a:lnTo>
                  <a:lnTo>
                    <a:pt x="2833116" y="82296"/>
                  </a:lnTo>
                  <a:lnTo>
                    <a:pt x="2826766" y="69596"/>
                  </a:lnTo>
                  <a:lnTo>
                    <a:pt x="2795016" y="6096"/>
                  </a:lnTo>
                  <a:lnTo>
                    <a:pt x="2756916" y="82296"/>
                  </a:lnTo>
                  <a:lnTo>
                    <a:pt x="2785491" y="82296"/>
                  </a:lnTo>
                  <a:lnTo>
                    <a:pt x="2785491" y="356793"/>
                  </a:lnTo>
                  <a:lnTo>
                    <a:pt x="2763139" y="322326"/>
                  </a:lnTo>
                  <a:lnTo>
                    <a:pt x="2735821" y="286512"/>
                  </a:lnTo>
                  <a:lnTo>
                    <a:pt x="2705735" y="252857"/>
                  </a:lnTo>
                  <a:lnTo>
                    <a:pt x="2672461" y="221615"/>
                  </a:lnTo>
                  <a:lnTo>
                    <a:pt x="2635377" y="193294"/>
                  </a:lnTo>
                  <a:lnTo>
                    <a:pt x="2594229" y="168148"/>
                  </a:lnTo>
                  <a:lnTo>
                    <a:pt x="2548636" y="146685"/>
                  </a:lnTo>
                  <a:lnTo>
                    <a:pt x="2498090" y="129032"/>
                  </a:lnTo>
                  <a:lnTo>
                    <a:pt x="2487536" y="126263"/>
                  </a:lnTo>
                  <a:lnTo>
                    <a:pt x="2473452" y="122555"/>
                  </a:lnTo>
                  <a:lnTo>
                    <a:pt x="2412492" y="110998"/>
                  </a:lnTo>
                  <a:lnTo>
                    <a:pt x="2348230" y="104648"/>
                  </a:lnTo>
                  <a:lnTo>
                    <a:pt x="2317356" y="103505"/>
                  </a:lnTo>
                  <a:lnTo>
                    <a:pt x="2277745" y="103505"/>
                  </a:lnTo>
                  <a:lnTo>
                    <a:pt x="2200783" y="107696"/>
                  </a:lnTo>
                  <a:lnTo>
                    <a:pt x="2160016" y="111633"/>
                  </a:lnTo>
                  <a:lnTo>
                    <a:pt x="2117725" y="116713"/>
                  </a:lnTo>
                  <a:lnTo>
                    <a:pt x="2028825" y="130683"/>
                  </a:lnTo>
                  <a:lnTo>
                    <a:pt x="1934464" y="148844"/>
                  </a:lnTo>
                  <a:lnTo>
                    <a:pt x="1835150" y="171069"/>
                  </a:lnTo>
                  <a:lnTo>
                    <a:pt x="1731264" y="196850"/>
                  </a:lnTo>
                  <a:lnTo>
                    <a:pt x="1623314" y="226060"/>
                  </a:lnTo>
                  <a:lnTo>
                    <a:pt x="1541805" y="249478"/>
                  </a:lnTo>
                  <a:lnTo>
                    <a:pt x="1538097" y="240792"/>
                  </a:lnTo>
                  <a:lnTo>
                    <a:pt x="1530604" y="224917"/>
                  </a:lnTo>
                  <a:lnTo>
                    <a:pt x="1523403" y="210870"/>
                  </a:lnTo>
                  <a:lnTo>
                    <a:pt x="1523403" y="254762"/>
                  </a:lnTo>
                  <a:lnTo>
                    <a:pt x="1511427" y="258191"/>
                  </a:lnTo>
                  <a:lnTo>
                    <a:pt x="1461897" y="273227"/>
                  </a:lnTo>
                  <a:lnTo>
                    <a:pt x="1461897" y="156629"/>
                  </a:lnTo>
                  <a:lnTo>
                    <a:pt x="1462328" y="157035"/>
                  </a:lnTo>
                  <a:lnTo>
                    <a:pt x="1471815" y="167500"/>
                  </a:lnTo>
                  <a:lnTo>
                    <a:pt x="1471993" y="167767"/>
                  </a:lnTo>
                  <a:lnTo>
                    <a:pt x="1481150" y="179222"/>
                  </a:lnTo>
                  <a:lnTo>
                    <a:pt x="1489837" y="191465"/>
                  </a:lnTo>
                  <a:lnTo>
                    <a:pt x="1497965" y="204470"/>
                  </a:lnTo>
                  <a:lnTo>
                    <a:pt x="1498180" y="204876"/>
                  </a:lnTo>
                  <a:lnTo>
                    <a:pt x="1506651" y="219684"/>
                  </a:lnTo>
                  <a:lnTo>
                    <a:pt x="1513484" y="233248"/>
                  </a:lnTo>
                  <a:lnTo>
                    <a:pt x="1521231" y="249682"/>
                  </a:lnTo>
                  <a:lnTo>
                    <a:pt x="1523403" y="254762"/>
                  </a:lnTo>
                  <a:lnTo>
                    <a:pt x="1523403" y="210870"/>
                  </a:lnTo>
                  <a:lnTo>
                    <a:pt x="1522730" y="209550"/>
                  </a:lnTo>
                  <a:lnTo>
                    <a:pt x="1514475" y="194818"/>
                  </a:lnTo>
                  <a:lnTo>
                    <a:pt x="1505585" y="180975"/>
                  </a:lnTo>
                  <a:lnTo>
                    <a:pt x="1496542" y="167932"/>
                  </a:lnTo>
                  <a:lnTo>
                    <a:pt x="1496441" y="167767"/>
                  </a:lnTo>
                  <a:lnTo>
                    <a:pt x="1486535" y="155321"/>
                  </a:lnTo>
                  <a:lnTo>
                    <a:pt x="1476121" y="143891"/>
                  </a:lnTo>
                  <a:lnTo>
                    <a:pt x="1464945" y="133223"/>
                  </a:lnTo>
                  <a:lnTo>
                    <a:pt x="1461897" y="130721"/>
                  </a:lnTo>
                  <a:lnTo>
                    <a:pt x="1461897" y="79248"/>
                  </a:lnTo>
                  <a:lnTo>
                    <a:pt x="1490472" y="79248"/>
                  </a:lnTo>
                  <a:lnTo>
                    <a:pt x="1484122" y="66548"/>
                  </a:lnTo>
                  <a:lnTo>
                    <a:pt x="1452372" y="3048"/>
                  </a:lnTo>
                  <a:lnTo>
                    <a:pt x="1414272" y="79248"/>
                  </a:lnTo>
                  <a:lnTo>
                    <a:pt x="1442847" y="79248"/>
                  </a:lnTo>
                  <a:lnTo>
                    <a:pt x="1442847" y="116319"/>
                  </a:lnTo>
                  <a:lnTo>
                    <a:pt x="1441246" y="115189"/>
                  </a:lnTo>
                  <a:lnTo>
                    <a:pt x="1439964" y="114427"/>
                  </a:lnTo>
                  <a:lnTo>
                    <a:pt x="1433868" y="110909"/>
                  </a:lnTo>
                  <a:lnTo>
                    <a:pt x="1381696" y="110909"/>
                  </a:lnTo>
                  <a:lnTo>
                    <a:pt x="1381556" y="110909"/>
                  </a:lnTo>
                  <a:lnTo>
                    <a:pt x="1394841" y="114427"/>
                  </a:lnTo>
                  <a:lnTo>
                    <a:pt x="1394193" y="114274"/>
                  </a:lnTo>
                  <a:lnTo>
                    <a:pt x="1407731" y="119075"/>
                  </a:lnTo>
                  <a:lnTo>
                    <a:pt x="1418907" y="124333"/>
                  </a:lnTo>
                  <a:lnTo>
                    <a:pt x="1442847" y="124333"/>
                  </a:lnTo>
                  <a:lnTo>
                    <a:pt x="1442847" y="124714"/>
                  </a:lnTo>
                  <a:lnTo>
                    <a:pt x="1419872" y="124714"/>
                  </a:lnTo>
                  <a:lnTo>
                    <a:pt x="1419733" y="124714"/>
                  </a:lnTo>
                  <a:lnTo>
                    <a:pt x="1420291" y="124980"/>
                  </a:lnTo>
                  <a:lnTo>
                    <a:pt x="1424051" y="127177"/>
                  </a:lnTo>
                  <a:lnTo>
                    <a:pt x="1430401" y="130810"/>
                  </a:lnTo>
                  <a:lnTo>
                    <a:pt x="1442186" y="139065"/>
                  </a:lnTo>
                  <a:lnTo>
                    <a:pt x="1442847" y="139623"/>
                  </a:lnTo>
                  <a:lnTo>
                    <a:pt x="1442847" y="279019"/>
                  </a:lnTo>
                  <a:lnTo>
                    <a:pt x="1396365" y="293116"/>
                  </a:lnTo>
                  <a:lnTo>
                    <a:pt x="1278255" y="330327"/>
                  </a:lnTo>
                  <a:lnTo>
                    <a:pt x="1035050" y="410464"/>
                  </a:lnTo>
                  <a:lnTo>
                    <a:pt x="555180" y="575767"/>
                  </a:lnTo>
                  <a:lnTo>
                    <a:pt x="714629" y="455041"/>
                  </a:lnTo>
                  <a:lnTo>
                    <a:pt x="828040" y="371856"/>
                  </a:lnTo>
                  <a:lnTo>
                    <a:pt x="883285" y="332613"/>
                  </a:lnTo>
                  <a:lnTo>
                    <a:pt x="934935" y="297078"/>
                  </a:lnTo>
                  <a:lnTo>
                    <a:pt x="990092" y="260604"/>
                  </a:lnTo>
                  <a:lnTo>
                    <a:pt x="1038110" y="230441"/>
                  </a:lnTo>
                  <a:lnTo>
                    <a:pt x="1086764" y="201637"/>
                  </a:lnTo>
                  <a:lnTo>
                    <a:pt x="1138021" y="173685"/>
                  </a:lnTo>
                  <a:lnTo>
                    <a:pt x="1140294" y="172491"/>
                  </a:lnTo>
                  <a:lnTo>
                    <a:pt x="1137881" y="173685"/>
                  </a:lnTo>
                  <a:lnTo>
                    <a:pt x="1183005" y="151638"/>
                  </a:lnTo>
                  <a:lnTo>
                    <a:pt x="1224610" y="134213"/>
                  </a:lnTo>
                  <a:lnTo>
                    <a:pt x="1246047" y="126403"/>
                  </a:lnTo>
                  <a:lnTo>
                    <a:pt x="1245743" y="126403"/>
                  </a:lnTo>
                  <a:lnTo>
                    <a:pt x="1265212" y="120332"/>
                  </a:lnTo>
                  <a:lnTo>
                    <a:pt x="1284249" y="115189"/>
                  </a:lnTo>
                  <a:lnTo>
                    <a:pt x="1302054" y="111429"/>
                  </a:lnTo>
                  <a:lnTo>
                    <a:pt x="1319669" y="108813"/>
                  </a:lnTo>
                  <a:lnTo>
                    <a:pt x="1320634" y="108661"/>
                  </a:lnTo>
                  <a:lnTo>
                    <a:pt x="1320279" y="108661"/>
                  </a:lnTo>
                  <a:lnTo>
                    <a:pt x="1336802" y="107315"/>
                  </a:lnTo>
                  <a:lnTo>
                    <a:pt x="1353210" y="107315"/>
                  </a:lnTo>
                  <a:lnTo>
                    <a:pt x="1367256" y="108458"/>
                  </a:lnTo>
                  <a:lnTo>
                    <a:pt x="1380464" y="110718"/>
                  </a:lnTo>
                  <a:lnTo>
                    <a:pt x="1433550" y="110718"/>
                  </a:lnTo>
                  <a:lnTo>
                    <a:pt x="1428115" y="107569"/>
                  </a:lnTo>
                  <a:lnTo>
                    <a:pt x="1427556" y="107315"/>
                  </a:lnTo>
                  <a:lnTo>
                    <a:pt x="1414399" y="101219"/>
                  </a:lnTo>
                  <a:lnTo>
                    <a:pt x="1400048" y="96012"/>
                  </a:lnTo>
                  <a:lnTo>
                    <a:pt x="1384935" y="92075"/>
                  </a:lnTo>
                  <a:lnTo>
                    <a:pt x="1369187" y="89535"/>
                  </a:lnTo>
                  <a:lnTo>
                    <a:pt x="1354175" y="88265"/>
                  </a:lnTo>
                  <a:lnTo>
                    <a:pt x="1335532" y="88265"/>
                  </a:lnTo>
                  <a:lnTo>
                    <a:pt x="1280033" y="96520"/>
                  </a:lnTo>
                  <a:lnTo>
                    <a:pt x="1239545" y="108458"/>
                  </a:lnTo>
                  <a:lnTo>
                    <a:pt x="1197229" y="124714"/>
                  </a:lnTo>
                  <a:lnTo>
                    <a:pt x="1152398" y="145034"/>
                  </a:lnTo>
                  <a:lnTo>
                    <a:pt x="1105408" y="169418"/>
                  </a:lnTo>
                  <a:lnTo>
                    <a:pt x="1056386" y="197104"/>
                  </a:lnTo>
                  <a:lnTo>
                    <a:pt x="1005713" y="228092"/>
                  </a:lnTo>
                  <a:lnTo>
                    <a:pt x="926719" y="279654"/>
                  </a:lnTo>
                  <a:lnTo>
                    <a:pt x="816864" y="356362"/>
                  </a:lnTo>
                  <a:lnTo>
                    <a:pt x="703199" y="439801"/>
                  </a:lnTo>
                  <a:lnTo>
                    <a:pt x="533692" y="568071"/>
                  </a:lnTo>
                  <a:lnTo>
                    <a:pt x="496519" y="495808"/>
                  </a:lnTo>
                  <a:lnTo>
                    <a:pt x="473925" y="452628"/>
                  </a:lnTo>
                  <a:lnTo>
                    <a:pt x="451700" y="410464"/>
                  </a:lnTo>
                  <a:lnTo>
                    <a:pt x="429653" y="369443"/>
                  </a:lnTo>
                  <a:lnTo>
                    <a:pt x="407987" y="330200"/>
                  </a:lnTo>
                  <a:lnTo>
                    <a:pt x="386765" y="292862"/>
                  </a:lnTo>
                  <a:lnTo>
                    <a:pt x="366001" y="257810"/>
                  </a:lnTo>
                  <a:lnTo>
                    <a:pt x="336067" y="210439"/>
                  </a:lnTo>
                  <a:lnTo>
                    <a:pt x="307632" y="170180"/>
                  </a:lnTo>
                  <a:lnTo>
                    <a:pt x="280619" y="137541"/>
                  </a:lnTo>
                  <a:lnTo>
                    <a:pt x="264325" y="121539"/>
                  </a:lnTo>
                  <a:lnTo>
                    <a:pt x="231330" y="121539"/>
                  </a:lnTo>
                  <a:lnTo>
                    <a:pt x="231127" y="121539"/>
                  </a:lnTo>
                  <a:lnTo>
                    <a:pt x="235483" y="123825"/>
                  </a:lnTo>
                  <a:lnTo>
                    <a:pt x="236562" y="124333"/>
                  </a:lnTo>
                  <a:lnTo>
                    <a:pt x="244055" y="129540"/>
                  </a:lnTo>
                  <a:lnTo>
                    <a:pt x="274574" y="159270"/>
                  </a:lnTo>
                  <a:lnTo>
                    <a:pt x="292227" y="181406"/>
                  </a:lnTo>
                  <a:lnTo>
                    <a:pt x="292442" y="181571"/>
                  </a:lnTo>
                  <a:lnTo>
                    <a:pt x="293166" y="182626"/>
                  </a:lnTo>
                  <a:lnTo>
                    <a:pt x="294665" y="184581"/>
                  </a:lnTo>
                  <a:lnTo>
                    <a:pt x="301345" y="193700"/>
                  </a:lnTo>
                  <a:lnTo>
                    <a:pt x="301548" y="193916"/>
                  </a:lnTo>
                  <a:lnTo>
                    <a:pt x="301701" y="194183"/>
                  </a:lnTo>
                  <a:lnTo>
                    <a:pt x="302336" y="195046"/>
                  </a:lnTo>
                  <a:lnTo>
                    <a:pt x="310629" y="206883"/>
                  </a:lnTo>
                  <a:lnTo>
                    <a:pt x="320141" y="220980"/>
                  </a:lnTo>
                  <a:lnTo>
                    <a:pt x="329819" y="235839"/>
                  </a:lnTo>
                  <a:lnTo>
                    <a:pt x="339661" y="251371"/>
                  </a:lnTo>
                  <a:lnTo>
                    <a:pt x="339852" y="251561"/>
                  </a:lnTo>
                  <a:lnTo>
                    <a:pt x="340855" y="253238"/>
                  </a:lnTo>
                  <a:lnTo>
                    <a:pt x="341350" y="254025"/>
                  </a:lnTo>
                  <a:lnTo>
                    <a:pt x="349681" y="267716"/>
                  </a:lnTo>
                  <a:lnTo>
                    <a:pt x="370255" y="302387"/>
                  </a:lnTo>
                  <a:lnTo>
                    <a:pt x="391325" y="339344"/>
                  </a:lnTo>
                  <a:lnTo>
                    <a:pt x="412902" y="378587"/>
                  </a:lnTo>
                  <a:lnTo>
                    <a:pt x="436359" y="422186"/>
                  </a:lnTo>
                  <a:lnTo>
                    <a:pt x="457047" y="461391"/>
                  </a:lnTo>
                  <a:lnTo>
                    <a:pt x="479590" y="504571"/>
                  </a:lnTo>
                  <a:lnTo>
                    <a:pt x="524929" y="592582"/>
                  </a:lnTo>
                  <a:lnTo>
                    <a:pt x="533349" y="588302"/>
                  </a:lnTo>
                  <a:lnTo>
                    <a:pt x="538048" y="601853"/>
                  </a:lnTo>
                  <a:lnTo>
                    <a:pt x="1041273" y="428459"/>
                  </a:lnTo>
                  <a:lnTo>
                    <a:pt x="1043419" y="427736"/>
                  </a:lnTo>
                  <a:lnTo>
                    <a:pt x="1042377" y="428053"/>
                  </a:lnTo>
                  <a:lnTo>
                    <a:pt x="1284097" y="348488"/>
                  </a:lnTo>
                  <a:lnTo>
                    <a:pt x="1401953" y="311277"/>
                  </a:lnTo>
                  <a:lnTo>
                    <a:pt x="1442847" y="298907"/>
                  </a:lnTo>
                  <a:lnTo>
                    <a:pt x="1442847" y="533146"/>
                  </a:lnTo>
                  <a:lnTo>
                    <a:pt x="1461897" y="533146"/>
                  </a:lnTo>
                  <a:lnTo>
                    <a:pt x="1461897" y="293128"/>
                  </a:lnTo>
                  <a:lnTo>
                    <a:pt x="1519148" y="275793"/>
                  </a:lnTo>
                  <a:lnTo>
                    <a:pt x="1530667" y="272491"/>
                  </a:lnTo>
                  <a:lnTo>
                    <a:pt x="1533461" y="279654"/>
                  </a:lnTo>
                  <a:lnTo>
                    <a:pt x="1540192" y="298069"/>
                  </a:lnTo>
                  <a:lnTo>
                    <a:pt x="1551965" y="334378"/>
                  </a:lnTo>
                  <a:lnTo>
                    <a:pt x="1563306" y="374396"/>
                  </a:lnTo>
                  <a:lnTo>
                    <a:pt x="1572577" y="411251"/>
                  </a:lnTo>
                  <a:lnTo>
                    <a:pt x="1572691" y="411505"/>
                  </a:lnTo>
                  <a:lnTo>
                    <a:pt x="1581531" y="449453"/>
                  </a:lnTo>
                  <a:lnTo>
                    <a:pt x="1582064" y="451612"/>
                  </a:lnTo>
                  <a:lnTo>
                    <a:pt x="1583766" y="459536"/>
                  </a:lnTo>
                  <a:lnTo>
                    <a:pt x="1555877" y="465582"/>
                  </a:lnTo>
                  <a:lnTo>
                    <a:pt x="1609344" y="532003"/>
                  </a:lnTo>
                  <a:lnTo>
                    <a:pt x="1624584" y="471932"/>
                  </a:lnTo>
                  <a:lnTo>
                    <a:pt x="1630299" y="449453"/>
                  </a:lnTo>
                  <a:lnTo>
                    <a:pt x="1602384" y="455510"/>
                  </a:lnTo>
                  <a:lnTo>
                    <a:pt x="1600581" y="447421"/>
                  </a:lnTo>
                  <a:lnTo>
                    <a:pt x="1591183" y="406781"/>
                  </a:lnTo>
                  <a:lnTo>
                    <a:pt x="1581150" y="367284"/>
                  </a:lnTo>
                  <a:lnTo>
                    <a:pt x="1570228" y="328930"/>
                  </a:lnTo>
                  <a:lnTo>
                    <a:pt x="1558290" y="292227"/>
                  </a:lnTo>
                  <a:lnTo>
                    <a:pt x="1549044" y="267220"/>
                  </a:lnTo>
                  <a:lnTo>
                    <a:pt x="1628394" y="244475"/>
                  </a:lnTo>
                  <a:lnTo>
                    <a:pt x="1736090" y="215265"/>
                  </a:lnTo>
                  <a:lnTo>
                    <a:pt x="1839480" y="189674"/>
                  </a:lnTo>
                  <a:lnTo>
                    <a:pt x="1842173" y="189014"/>
                  </a:lnTo>
                  <a:lnTo>
                    <a:pt x="1936013" y="167957"/>
                  </a:lnTo>
                  <a:lnTo>
                    <a:pt x="1938185" y="167462"/>
                  </a:lnTo>
                  <a:lnTo>
                    <a:pt x="2030399" y="149720"/>
                  </a:lnTo>
                  <a:lnTo>
                    <a:pt x="2030564" y="149694"/>
                  </a:lnTo>
                  <a:lnTo>
                    <a:pt x="2032190" y="149428"/>
                  </a:lnTo>
                  <a:lnTo>
                    <a:pt x="2031911" y="149428"/>
                  </a:lnTo>
                  <a:lnTo>
                    <a:pt x="2120138" y="135699"/>
                  </a:lnTo>
                  <a:lnTo>
                    <a:pt x="2120277" y="135699"/>
                  </a:lnTo>
                  <a:lnTo>
                    <a:pt x="2121662" y="135458"/>
                  </a:lnTo>
                  <a:lnTo>
                    <a:pt x="2161108" y="130683"/>
                  </a:lnTo>
                  <a:lnTo>
                    <a:pt x="2160600" y="130683"/>
                  </a:lnTo>
                  <a:lnTo>
                    <a:pt x="2202294" y="126644"/>
                  </a:lnTo>
                  <a:lnTo>
                    <a:pt x="2201938" y="126644"/>
                  </a:lnTo>
                  <a:lnTo>
                    <a:pt x="2241029" y="123977"/>
                  </a:lnTo>
                  <a:lnTo>
                    <a:pt x="2240572" y="123977"/>
                  </a:lnTo>
                  <a:lnTo>
                    <a:pt x="2278380" y="122555"/>
                  </a:lnTo>
                  <a:lnTo>
                    <a:pt x="2316810" y="122555"/>
                  </a:lnTo>
                  <a:lnTo>
                    <a:pt x="2348128" y="123736"/>
                  </a:lnTo>
                  <a:lnTo>
                    <a:pt x="2347328" y="123736"/>
                  </a:lnTo>
                  <a:lnTo>
                    <a:pt x="2379535" y="126263"/>
                  </a:lnTo>
                  <a:lnTo>
                    <a:pt x="2381364" y="126403"/>
                  </a:lnTo>
                  <a:lnTo>
                    <a:pt x="2381491" y="126403"/>
                  </a:lnTo>
                  <a:lnTo>
                    <a:pt x="2410549" y="129857"/>
                  </a:lnTo>
                  <a:lnTo>
                    <a:pt x="2410333" y="129857"/>
                  </a:lnTo>
                  <a:lnTo>
                    <a:pt x="2439581" y="134696"/>
                  </a:lnTo>
                  <a:lnTo>
                    <a:pt x="2492476" y="147320"/>
                  </a:lnTo>
                  <a:lnTo>
                    <a:pt x="2540139" y="163779"/>
                  </a:lnTo>
                  <a:lnTo>
                    <a:pt x="2541613" y="164426"/>
                  </a:lnTo>
                  <a:lnTo>
                    <a:pt x="2541295" y="164249"/>
                  </a:lnTo>
                  <a:lnTo>
                    <a:pt x="2585872" y="185318"/>
                  </a:lnTo>
                  <a:lnTo>
                    <a:pt x="2624391" y="208965"/>
                  </a:lnTo>
                  <a:lnTo>
                    <a:pt x="2660726" y="236728"/>
                  </a:lnTo>
                  <a:lnTo>
                    <a:pt x="2691968" y="266026"/>
                  </a:lnTo>
                  <a:lnTo>
                    <a:pt x="2707030" y="282282"/>
                  </a:lnTo>
                  <a:lnTo>
                    <a:pt x="2706840" y="281927"/>
                  </a:lnTo>
                  <a:lnTo>
                    <a:pt x="2733751" y="314680"/>
                  </a:lnTo>
                  <a:lnTo>
                    <a:pt x="2747581" y="333540"/>
                  </a:lnTo>
                  <a:lnTo>
                    <a:pt x="2760205" y="352082"/>
                  </a:lnTo>
                  <a:lnTo>
                    <a:pt x="2782951" y="388747"/>
                  </a:lnTo>
                  <a:lnTo>
                    <a:pt x="2785491" y="393319"/>
                  </a:lnTo>
                  <a:lnTo>
                    <a:pt x="2785491" y="536194"/>
                  </a:lnTo>
                  <a:lnTo>
                    <a:pt x="2804541" y="536194"/>
                  </a:lnTo>
                  <a:lnTo>
                    <a:pt x="2804541" y="427520"/>
                  </a:lnTo>
                  <a:lnTo>
                    <a:pt x="2804668" y="427736"/>
                  </a:lnTo>
                  <a:lnTo>
                    <a:pt x="2825153" y="467829"/>
                  </a:lnTo>
                  <a:lnTo>
                    <a:pt x="2831439" y="481101"/>
                  </a:lnTo>
                  <a:lnTo>
                    <a:pt x="2805684" y="493268"/>
                  </a:lnTo>
                  <a:lnTo>
                    <a:pt x="2872740" y="545846"/>
                  </a:lnTo>
                  <a:lnTo>
                    <a:pt x="2873781" y="495808"/>
                  </a:lnTo>
                  <a:lnTo>
                    <a:pt x="2873845" y="492633"/>
                  </a:lnTo>
                  <a:lnTo>
                    <a:pt x="2874518" y="460756"/>
                  </a:lnTo>
                  <a:close/>
                </a:path>
              </a:pathLst>
            </a:custGeom>
            <a:solidFill>
              <a:srgbClr val="000000"/>
            </a:solidFill>
          </p:spPr>
          <p:txBody>
            <a:bodyPr wrap="square" lIns="0" tIns="0" rIns="0" bIns="0" rtlCol="0"/>
            <a:lstStyle/>
            <a:p/>
          </p:txBody>
        </p:sp>
        <p:sp>
          <p:nvSpPr>
            <p:cNvPr id="41" name="object 39"/>
            <p:cNvSpPr/>
            <p:nvPr/>
          </p:nvSpPr>
          <p:spPr>
            <a:xfrm>
              <a:off x="492251" y="3317747"/>
              <a:ext cx="3904615" cy="207645"/>
            </a:xfrm>
            <a:custGeom>
              <a:avLst/>
              <a:gdLst/>
              <a:ahLst/>
              <a:cxnLst/>
              <a:rect l="l" t="t" r="r" b="b"/>
              <a:pathLst>
                <a:path w="3904615" h="207645">
                  <a:moveTo>
                    <a:pt x="0" y="207263"/>
                  </a:moveTo>
                  <a:lnTo>
                    <a:pt x="3904488" y="207263"/>
                  </a:lnTo>
                  <a:lnTo>
                    <a:pt x="3904488" y="0"/>
                  </a:lnTo>
                  <a:lnTo>
                    <a:pt x="0" y="0"/>
                  </a:lnTo>
                  <a:lnTo>
                    <a:pt x="0" y="207263"/>
                  </a:lnTo>
                  <a:close/>
                </a:path>
              </a:pathLst>
            </a:custGeom>
            <a:ln w="12700">
              <a:solidFill>
                <a:srgbClr val="000000"/>
              </a:solidFill>
            </a:ln>
          </p:spPr>
          <p:txBody>
            <a:bodyPr wrap="square" lIns="0" tIns="0" rIns="0" bIns="0" rtlCol="0"/>
            <a:lstStyle/>
            <a:p/>
          </p:txBody>
        </p:sp>
        <p:pic>
          <p:nvPicPr>
            <p:cNvPr id="42" name="object 40"/>
            <p:cNvPicPr/>
            <p:nvPr/>
          </p:nvPicPr>
          <p:blipFill>
            <a:blip r:embed="rId18" cstate="print"/>
            <a:stretch>
              <a:fillRect/>
            </a:stretch>
          </p:blipFill>
          <p:spPr>
            <a:xfrm>
              <a:off x="2141219" y="3346703"/>
              <a:ext cx="647700" cy="135636"/>
            </a:xfrm>
            <a:prstGeom prst="rect">
              <a:avLst/>
            </a:prstGeom>
          </p:spPr>
        </p:pic>
        <p:sp>
          <p:nvSpPr>
            <p:cNvPr id="43" name="object 41"/>
            <p:cNvSpPr/>
            <p:nvPr/>
          </p:nvSpPr>
          <p:spPr>
            <a:xfrm>
              <a:off x="3639312" y="3124199"/>
              <a:ext cx="417830" cy="94615"/>
            </a:xfrm>
            <a:custGeom>
              <a:avLst/>
              <a:gdLst/>
              <a:ahLst/>
              <a:cxnLst/>
              <a:rect l="l" t="t" r="r" b="b"/>
              <a:pathLst>
                <a:path w="417829" h="94614">
                  <a:moveTo>
                    <a:pt x="417575" y="0"/>
                  </a:moveTo>
                  <a:lnTo>
                    <a:pt x="0" y="0"/>
                  </a:lnTo>
                  <a:lnTo>
                    <a:pt x="0" y="94487"/>
                  </a:lnTo>
                  <a:lnTo>
                    <a:pt x="417575" y="94487"/>
                  </a:lnTo>
                  <a:lnTo>
                    <a:pt x="417575" y="0"/>
                  </a:lnTo>
                  <a:close/>
                </a:path>
              </a:pathLst>
            </a:custGeom>
            <a:solidFill>
              <a:srgbClr val="EC7C30"/>
            </a:solidFill>
          </p:spPr>
          <p:txBody>
            <a:bodyPr wrap="square" lIns="0" tIns="0" rIns="0" bIns="0" rtlCol="0"/>
            <a:lstStyle/>
            <a:p/>
          </p:txBody>
        </p:sp>
        <p:sp>
          <p:nvSpPr>
            <p:cNvPr id="44" name="object 42"/>
            <p:cNvSpPr/>
            <p:nvPr/>
          </p:nvSpPr>
          <p:spPr>
            <a:xfrm>
              <a:off x="3639312" y="3124199"/>
              <a:ext cx="417830" cy="94615"/>
            </a:xfrm>
            <a:custGeom>
              <a:avLst/>
              <a:gdLst/>
              <a:ahLst/>
              <a:cxnLst/>
              <a:rect l="l" t="t" r="r" b="b"/>
              <a:pathLst>
                <a:path w="417829" h="94614">
                  <a:moveTo>
                    <a:pt x="0" y="94487"/>
                  </a:moveTo>
                  <a:lnTo>
                    <a:pt x="417575" y="94487"/>
                  </a:lnTo>
                  <a:lnTo>
                    <a:pt x="417575" y="0"/>
                  </a:lnTo>
                  <a:lnTo>
                    <a:pt x="0" y="0"/>
                  </a:lnTo>
                  <a:lnTo>
                    <a:pt x="0" y="94487"/>
                  </a:lnTo>
                  <a:close/>
                </a:path>
              </a:pathLst>
            </a:custGeom>
            <a:ln w="12700">
              <a:solidFill>
                <a:srgbClr val="AD5A20"/>
              </a:solidFill>
            </a:ln>
          </p:spPr>
          <p:txBody>
            <a:bodyPr wrap="square" lIns="0" tIns="0" rIns="0" bIns="0" rtlCol="0"/>
            <a:lstStyle/>
            <a:p/>
          </p:txBody>
        </p:sp>
        <p:sp>
          <p:nvSpPr>
            <p:cNvPr id="45" name="object 43"/>
            <p:cNvSpPr/>
            <p:nvPr/>
          </p:nvSpPr>
          <p:spPr>
            <a:xfrm>
              <a:off x="525018" y="2818637"/>
              <a:ext cx="3868420" cy="441959"/>
            </a:xfrm>
            <a:custGeom>
              <a:avLst/>
              <a:gdLst/>
              <a:ahLst/>
              <a:cxnLst/>
              <a:rect l="l" t="t" r="r" b="b"/>
              <a:pathLst>
                <a:path w="3868420" h="441960">
                  <a:moveTo>
                    <a:pt x="3868039" y="403860"/>
                  </a:moveTo>
                  <a:lnTo>
                    <a:pt x="3848989" y="394335"/>
                  </a:lnTo>
                  <a:lnTo>
                    <a:pt x="3791839" y="365760"/>
                  </a:lnTo>
                  <a:lnTo>
                    <a:pt x="3791839" y="394335"/>
                  </a:lnTo>
                  <a:lnTo>
                    <a:pt x="47625" y="394335"/>
                  </a:lnTo>
                  <a:lnTo>
                    <a:pt x="47625" y="76200"/>
                  </a:lnTo>
                  <a:lnTo>
                    <a:pt x="76200" y="76200"/>
                  </a:lnTo>
                  <a:lnTo>
                    <a:pt x="69850" y="63500"/>
                  </a:lnTo>
                  <a:lnTo>
                    <a:pt x="38100" y="0"/>
                  </a:lnTo>
                  <a:lnTo>
                    <a:pt x="0" y="76200"/>
                  </a:lnTo>
                  <a:lnTo>
                    <a:pt x="28575" y="76200"/>
                  </a:lnTo>
                  <a:lnTo>
                    <a:pt x="28575" y="402844"/>
                  </a:lnTo>
                  <a:lnTo>
                    <a:pt x="32004" y="402844"/>
                  </a:lnTo>
                  <a:lnTo>
                    <a:pt x="32004" y="413385"/>
                  </a:lnTo>
                  <a:lnTo>
                    <a:pt x="3791839" y="413385"/>
                  </a:lnTo>
                  <a:lnTo>
                    <a:pt x="3791839" y="441960"/>
                  </a:lnTo>
                  <a:lnTo>
                    <a:pt x="3848989" y="413385"/>
                  </a:lnTo>
                  <a:lnTo>
                    <a:pt x="3868039" y="403860"/>
                  </a:lnTo>
                  <a:close/>
                </a:path>
              </a:pathLst>
            </a:custGeom>
            <a:solidFill>
              <a:srgbClr val="000000"/>
            </a:solidFill>
          </p:spPr>
          <p:txBody>
            <a:bodyPr wrap="square" lIns="0" tIns="0" rIns="0" bIns="0" rtlCol="0"/>
            <a:lstStyle/>
            <a:p/>
          </p:txBody>
        </p:sp>
        <p:pic>
          <p:nvPicPr>
            <p:cNvPr id="46" name="object 44"/>
            <p:cNvPicPr/>
            <p:nvPr/>
          </p:nvPicPr>
          <p:blipFill>
            <a:blip r:embed="rId19" cstate="print"/>
            <a:stretch>
              <a:fillRect/>
            </a:stretch>
          </p:blipFill>
          <p:spPr>
            <a:xfrm>
              <a:off x="954023" y="2878835"/>
              <a:ext cx="236219" cy="149351"/>
            </a:xfrm>
            <a:prstGeom prst="rect">
              <a:avLst/>
            </a:prstGeom>
          </p:spPr>
        </p:pic>
        <p:pic>
          <p:nvPicPr>
            <p:cNvPr id="47" name="object 45"/>
            <p:cNvPicPr/>
            <p:nvPr/>
          </p:nvPicPr>
          <p:blipFill>
            <a:blip r:embed="rId20" cstate="print"/>
            <a:stretch>
              <a:fillRect/>
            </a:stretch>
          </p:blipFill>
          <p:spPr>
            <a:xfrm>
              <a:off x="2403347" y="2875787"/>
              <a:ext cx="240792" cy="149351"/>
            </a:xfrm>
            <a:prstGeom prst="rect">
              <a:avLst/>
            </a:prstGeom>
          </p:spPr>
        </p:pic>
        <p:pic>
          <p:nvPicPr>
            <p:cNvPr id="48" name="object 46"/>
            <p:cNvPicPr/>
            <p:nvPr/>
          </p:nvPicPr>
          <p:blipFill>
            <a:blip r:embed="rId21" cstate="print"/>
            <a:stretch>
              <a:fillRect/>
            </a:stretch>
          </p:blipFill>
          <p:spPr>
            <a:xfrm>
              <a:off x="3723131" y="2881883"/>
              <a:ext cx="243839" cy="152400"/>
            </a:xfrm>
            <a:prstGeom prst="rect">
              <a:avLst/>
            </a:prstGeom>
          </p:spPr>
        </p:pic>
        <p:sp>
          <p:nvSpPr>
            <p:cNvPr id="49" name="object 47"/>
            <p:cNvSpPr/>
            <p:nvPr/>
          </p:nvSpPr>
          <p:spPr>
            <a:xfrm>
              <a:off x="1462278" y="2612897"/>
              <a:ext cx="2802890" cy="1819275"/>
            </a:xfrm>
            <a:custGeom>
              <a:avLst/>
              <a:gdLst/>
              <a:ahLst/>
              <a:cxnLst/>
              <a:rect l="l" t="t" r="r" b="b"/>
              <a:pathLst>
                <a:path w="2802890" h="1819275">
                  <a:moveTo>
                    <a:pt x="47536" y="76263"/>
                  </a:moveTo>
                  <a:lnTo>
                    <a:pt x="28486" y="76263"/>
                  </a:lnTo>
                  <a:lnTo>
                    <a:pt x="17894" y="1808480"/>
                  </a:lnTo>
                  <a:lnTo>
                    <a:pt x="36957" y="1808480"/>
                  </a:lnTo>
                  <a:lnTo>
                    <a:pt x="47536" y="76454"/>
                  </a:lnTo>
                  <a:lnTo>
                    <a:pt x="47536" y="76263"/>
                  </a:lnTo>
                  <a:close/>
                </a:path>
                <a:path w="2802890" h="1819275">
                  <a:moveTo>
                    <a:pt x="76200" y="76454"/>
                  </a:moveTo>
                  <a:lnTo>
                    <a:pt x="76098" y="76263"/>
                  </a:lnTo>
                  <a:lnTo>
                    <a:pt x="69824" y="63500"/>
                  </a:lnTo>
                  <a:lnTo>
                    <a:pt x="38608" y="0"/>
                  </a:lnTo>
                  <a:lnTo>
                    <a:pt x="0" y="75946"/>
                  </a:lnTo>
                  <a:lnTo>
                    <a:pt x="28486" y="76136"/>
                  </a:lnTo>
                  <a:lnTo>
                    <a:pt x="47536" y="76263"/>
                  </a:lnTo>
                  <a:lnTo>
                    <a:pt x="76200" y="76454"/>
                  </a:lnTo>
                  <a:close/>
                </a:path>
                <a:path w="2802890" h="1819275">
                  <a:moveTo>
                    <a:pt x="1455712" y="86931"/>
                  </a:moveTo>
                  <a:lnTo>
                    <a:pt x="1436662" y="86931"/>
                  </a:lnTo>
                  <a:lnTo>
                    <a:pt x="1426070" y="1819148"/>
                  </a:lnTo>
                  <a:lnTo>
                    <a:pt x="1445133" y="1819148"/>
                  </a:lnTo>
                  <a:lnTo>
                    <a:pt x="1455712" y="87122"/>
                  </a:lnTo>
                  <a:lnTo>
                    <a:pt x="1455712" y="86931"/>
                  </a:lnTo>
                  <a:close/>
                </a:path>
                <a:path w="2802890" h="1819275">
                  <a:moveTo>
                    <a:pt x="1484376" y="87122"/>
                  </a:moveTo>
                  <a:lnTo>
                    <a:pt x="1484274" y="86931"/>
                  </a:lnTo>
                  <a:lnTo>
                    <a:pt x="1478000" y="74168"/>
                  </a:lnTo>
                  <a:lnTo>
                    <a:pt x="1446784" y="10668"/>
                  </a:lnTo>
                  <a:lnTo>
                    <a:pt x="1408176" y="86614"/>
                  </a:lnTo>
                  <a:lnTo>
                    <a:pt x="1436662" y="86804"/>
                  </a:lnTo>
                  <a:lnTo>
                    <a:pt x="1455712" y="86931"/>
                  </a:lnTo>
                  <a:lnTo>
                    <a:pt x="1484376" y="87122"/>
                  </a:lnTo>
                  <a:close/>
                </a:path>
                <a:path w="2802890" h="1819275">
                  <a:moveTo>
                    <a:pt x="2773972" y="76263"/>
                  </a:moveTo>
                  <a:lnTo>
                    <a:pt x="2754922" y="76263"/>
                  </a:lnTo>
                  <a:lnTo>
                    <a:pt x="2744330" y="1808480"/>
                  </a:lnTo>
                  <a:lnTo>
                    <a:pt x="2763393" y="1808480"/>
                  </a:lnTo>
                  <a:lnTo>
                    <a:pt x="2773972" y="76454"/>
                  </a:lnTo>
                  <a:lnTo>
                    <a:pt x="2773972" y="76263"/>
                  </a:lnTo>
                  <a:close/>
                </a:path>
                <a:path w="2802890" h="1819275">
                  <a:moveTo>
                    <a:pt x="2802636" y="76454"/>
                  </a:moveTo>
                  <a:lnTo>
                    <a:pt x="2802534" y="76263"/>
                  </a:lnTo>
                  <a:lnTo>
                    <a:pt x="2796260" y="63500"/>
                  </a:lnTo>
                  <a:lnTo>
                    <a:pt x="2765044" y="0"/>
                  </a:lnTo>
                  <a:lnTo>
                    <a:pt x="2726436" y="75946"/>
                  </a:lnTo>
                  <a:lnTo>
                    <a:pt x="2754922" y="76136"/>
                  </a:lnTo>
                  <a:lnTo>
                    <a:pt x="2773972" y="76263"/>
                  </a:lnTo>
                  <a:lnTo>
                    <a:pt x="2802636" y="76454"/>
                  </a:lnTo>
                  <a:close/>
                </a:path>
              </a:pathLst>
            </a:custGeom>
            <a:solidFill>
              <a:srgbClr val="000000"/>
            </a:solidFill>
          </p:spPr>
          <p:txBody>
            <a:bodyPr wrap="square" lIns="0" tIns="0" rIns="0" bIns="0" rtlCol="0"/>
            <a:lstStyle/>
            <a:p/>
          </p:txBody>
        </p:sp>
        <p:pic>
          <p:nvPicPr>
            <p:cNvPr id="50" name="object 48"/>
            <p:cNvPicPr/>
            <p:nvPr/>
          </p:nvPicPr>
          <p:blipFill>
            <a:blip r:embed="rId22" cstate="print"/>
            <a:stretch>
              <a:fillRect/>
            </a:stretch>
          </p:blipFill>
          <p:spPr>
            <a:xfrm>
              <a:off x="2656966" y="2625089"/>
              <a:ext cx="149225" cy="201675"/>
            </a:xfrm>
            <a:prstGeom prst="rect">
              <a:avLst/>
            </a:prstGeom>
          </p:spPr>
        </p:pic>
        <p:pic>
          <p:nvPicPr>
            <p:cNvPr id="51" name="object 49"/>
            <p:cNvPicPr/>
            <p:nvPr/>
          </p:nvPicPr>
          <p:blipFill>
            <a:blip r:embed="rId23" cstate="print"/>
            <a:stretch>
              <a:fillRect/>
            </a:stretch>
          </p:blipFill>
          <p:spPr>
            <a:xfrm>
              <a:off x="1239672" y="2623565"/>
              <a:ext cx="149199" cy="201675"/>
            </a:xfrm>
            <a:prstGeom prst="rect">
              <a:avLst/>
            </a:prstGeom>
          </p:spPr>
        </p:pic>
        <p:pic>
          <p:nvPicPr>
            <p:cNvPr id="52" name="object 50"/>
            <p:cNvPicPr/>
            <p:nvPr/>
          </p:nvPicPr>
          <p:blipFill>
            <a:blip r:embed="rId24" cstate="print"/>
            <a:stretch>
              <a:fillRect/>
            </a:stretch>
          </p:blipFill>
          <p:spPr>
            <a:xfrm>
              <a:off x="3995038" y="2614421"/>
              <a:ext cx="149225" cy="201675"/>
            </a:xfrm>
            <a:prstGeom prst="rect">
              <a:avLst/>
            </a:prstGeom>
          </p:spPr>
        </p:pic>
        <p:pic>
          <p:nvPicPr>
            <p:cNvPr id="53" name="object 51"/>
            <p:cNvPicPr/>
            <p:nvPr/>
          </p:nvPicPr>
          <p:blipFill>
            <a:blip r:embed="rId25" cstate="print"/>
            <a:stretch>
              <a:fillRect/>
            </a:stretch>
          </p:blipFill>
          <p:spPr>
            <a:xfrm>
              <a:off x="1310385" y="2366517"/>
              <a:ext cx="233679" cy="226060"/>
            </a:xfrm>
            <a:prstGeom prst="rect">
              <a:avLst/>
            </a:prstGeom>
          </p:spPr>
        </p:pic>
        <p:pic>
          <p:nvPicPr>
            <p:cNvPr id="54" name="object 52"/>
            <p:cNvPicPr/>
            <p:nvPr/>
          </p:nvPicPr>
          <p:blipFill>
            <a:blip r:embed="rId26" cstate="print"/>
            <a:stretch>
              <a:fillRect/>
            </a:stretch>
          </p:blipFill>
          <p:spPr>
            <a:xfrm>
              <a:off x="1414271" y="2467355"/>
              <a:ext cx="27431" cy="25908"/>
            </a:xfrm>
            <a:prstGeom prst="rect">
              <a:avLst/>
            </a:prstGeom>
          </p:spPr>
        </p:pic>
        <p:pic>
          <p:nvPicPr>
            <p:cNvPr id="55" name="object 53"/>
            <p:cNvPicPr/>
            <p:nvPr/>
          </p:nvPicPr>
          <p:blipFill>
            <a:blip r:embed="rId25" cstate="print"/>
            <a:stretch>
              <a:fillRect/>
            </a:stretch>
          </p:blipFill>
          <p:spPr>
            <a:xfrm>
              <a:off x="2738373" y="2369565"/>
              <a:ext cx="233680" cy="226060"/>
            </a:xfrm>
            <a:prstGeom prst="rect">
              <a:avLst/>
            </a:prstGeom>
          </p:spPr>
        </p:pic>
        <p:pic>
          <p:nvPicPr>
            <p:cNvPr id="56" name="object 54"/>
            <p:cNvPicPr/>
            <p:nvPr/>
          </p:nvPicPr>
          <p:blipFill>
            <a:blip r:embed="rId26" cstate="print"/>
            <a:stretch>
              <a:fillRect/>
            </a:stretch>
          </p:blipFill>
          <p:spPr>
            <a:xfrm>
              <a:off x="2842259" y="2468879"/>
              <a:ext cx="27431" cy="25908"/>
            </a:xfrm>
            <a:prstGeom prst="rect">
              <a:avLst/>
            </a:prstGeom>
          </p:spPr>
        </p:pic>
        <p:pic>
          <p:nvPicPr>
            <p:cNvPr id="57" name="object 55"/>
            <p:cNvPicPr/>
            <p:nvPr/>
          </p:nvPicPr>
          <p:blipFill>
            <a:blip r:embed="rId25" cstate="print"/>
            <a:stretch>
              <a:fillRect/>
            </a:stretch>
          </p:blipFill>
          <p:spPr>
            <a:xfrm>
              <a:off x="4073398" y="2360421"/>
              <a:ext cx="233679" cy="226060"/>
            </a:xfrm>
            <a:prstGeom prst="rect">
              <a:avLst/>
            </a:prstGeom>
          </p:spPr>
        </p:pic>
        <p:pic>
          <p:nvPicPr>
            <p:cNvPr id="58" name="object 56"/>
            <p:cNvPicPr/>
            <p:nvPr/>
          </p:nvPicPr>
          <p:blipFill>
            <a:blip r:embed="rId26" cstate="print"/>
            <a:stretch>
              <a:fillRect/>
            </a:stretch>
          </p:blipFill>
          <p:spPr>
            <a:xfrm>
              <a:off x="4177284" y="2461259"/>
              <a:ext cx="27430" cy="25908"/>
            </a:xfrm>
            <a:prstGeom prst="rect">
              <a:avLst/>
            </a:prstGeom>
          </p:spPr>
        </p:pic>
        <p:sp>
          <p:nvSpPr>
            <p:cNvPr id="59" name="object 57"/>
            <p:cNvSpPr/>
            <p:nvPr/>
          </p:nvSpPr>
          <p:spPr>
            <a:xfrm>
              <a:off x="850391" y="2066543"/>
              <a:ext cx="346075" cy="340360"/>
            </a:xfrm>
            <a:custGeom>
              <a:avLst/>
              <a:gdLst/>
              <a:ahLst/>
              <a:cxnLst/>
              <a:rect l="l" t="t" r="r" b="b"/>
              <a:pathLst>
                <a:path w="346075" h="340360">
                  <a:moveTo>
                    <a:pt x="0" y="169925"/>
                  </a:moveTo>
                  <a:lnTo>
                    <a:pt x="6178" y="124751"/>
                  </a:lnTo>
                  <a:lnTo>
                    <a:pt x="23616" y="84158"/>
                  </a:lnTo>
                  <a:lnTo>
                    <a:pt x="50663" y="49768"/>
                  </a:lnTo>
                  <a:lnTo>
                    <a:pt x="85671" y="23198"/>
                  </a:lnTo>
                  <a:lnTo>
                    <a:pt x="126991" y="6069"/>
                  </a:lnTo>
                  <a:lnTo>
                    <a:pt x="172974" y="0"/>
                  </a:lnTo>
                  <a:lnTo>
                    <a:pt x="218956" y="6069"/>
                  </a:lnTo>
                  <a:lnTo>
                    <a:pt x="260276" y="23198"/>
                  </a:lnTo>
                  <a:lnTo>
                    <a:pt x="295284" y="49768"/>
                  </a:lnTo>
                  <a:lnTo>
                    <a:pt x="322331" y="84158"/>
                  </a:lnTo>
                  <a:lnTo>
                    <a:pt x="339769" y="124751"/>
                  </a:lnTo>
                  <a:lnTo>
                    <a:pt x="345948" y="169925"/>
                  </a:lnTo>
                  <a:lnTo>
                    <a:pt x="339769" y="215100"/>
                  </a:lnTo>
                  <a:lnTo>
                    <a:pt x="322331" y="255693"/>
                  </a:lnTo>
                  <a:lnTo>
                    <a:pt x="295284" y="290083"/>
                  </a:lnTo>
                  <a:lnTo>
                    <a:pt x="260276" y="316653"/>
                  </a:lnTo>
                  <a:lnTo>
                    <a:pt x="218956" y="333782"/>
                  </a:lnTo>
                  <a:lnTo>
                    <a:pt x="172974" y="339851"/>
                  </a:lnTo>
                  <a:lnTo>
                    <a:pt x="126991" y="333782"/>
                  </a:lnTo>
                  <a:lnTo>
                    <a:pt x="85671" y="316653"/>
                  </a:lnTo>
                  <a:lnTo>
                    <a:pt x="50663" y="290083"/>
                  </a:lnTo>
                  <a:lnTo>
                    <a:pt x="23616" y="255693"/>
                  </a:lnTo>
                  <a:lnTo>
                    <a:pt x="6178" y="215100"/>
                  </a:lnTo>
                  <a:lnTo>
                    <a:pt x="0" y="169925"/>
                  </a:lnTo>
                  <a:close/>
                </a:path>
              </a:pathLst>
            </a:custGeom>
            <a:ln w="12700">
              <a:solidFill>
                <a:srgbClr val="000000"/>
              </a:solidFill>
            </a:ln>
          </p:spPr>
          <p:txBody>
            <a:bodyPr wrap="square" lIns="0" tIns="0" rIns="0" bIns="0" rtlCol="0"/>
            <a:lstStyle/>
            <a:p/>
          </p:txBody>
        </p:sp>
        <p:pic>
          <p:nvPicPr>
            <p:cNvPr id="60" name="object 58"/>
            <p:cNvPicPr/>
            <p:nvPr/>
          </p:nvPicPr>
          <p:blipFill>
            <a:blip r:embed="rId27" cstate="print"/>
            <a:stretch>
              <a:fillRect/>
            </a:stretch>
          </p:blipFill>
          <p:spPr>
            <a:xfrm>
              <a:off x="943400" y="2148839"/>
              <a:ext cx="152355" cy="172212"/>
            </a:xfrm>
            <a:prstGeom prst="rect">
              <a:avLst/>
            </a:prstGeom>
          </p:spPr>
        </p:pic>
        <p:pic>
          <p:nvPicPr>
            <p:cNvPr id="61" name="object 59"/>
            <p:cNvPicPr/>
            <p:nvPr/>
          </p:nvPicPr>
          <p:blipFill>
            <a:blip r:embed="rId28" cstate="print"/>
            <a:stretch>
              <a:fillRect/>
            </a:stretch>
          </p:blipFill>
          <p:spPr>
            <a:xfrm>
              <a:off x="1149857" y="2367533"/>
              <a:ext cx="170814" cy="78486"/>
            </a:xfrm>
            <a:prstGeom prst="rect">
              <a:avLst/>
            </a:prstGeom>
          </p:spPr>
        </p:pic>
        <p:sp>
          <p:nvSpPr>
            <p:cNvPr id="62" name="object 60"/>
            <p:cNvSpPr/>
            <p:nvPr/>
          </p:nvSpPr>
          <p:spPr>
            <a:xfrm>
              <a:off x="1194054" y="2109723"/>
              <a:ext cx="2864485" cy="343535"/>
            </a:xfrm>
            <a:custGeom>
              <a:avLst/>
              <a:gdLst/>
              <a:ahLst/>
              <a:cxnLst/>
              <a:rect l="l" t="t" r="r" b="b"/>
              <a:pathLst>
                <a:path w="2864485" h="343535">
                  <a:moveTo>
                    <a:pt x="1527556" y="324358"/>
                  </a:moveTo>
                  <a:lnTo>
                    <a:pt x="104254" y="152412"/>
                  </a:lnTo>
                  <a:lnTo>
                    <a:pt x="104432" y="150876"/>
                  </a:lnTo>
                  <a:lnTo>
                    <a:pt x="107696" y="123952"/>
                  </a:lnTo>
                  <a:lnTo>
                    <a:pt x="27432" y="152654"/>
                  </a:lnTo>
                  <a:lnTo>
                    <a:pt x="98552" y="199644"/>
                  </a:lnTo>
                  <a:lnTo>
                    <a:pt x="101981" y="171208"/>
                  </a:lnTo>
                  <a:lnTo>
                    <a:pt x="1525270" y="343281"/>
                  </a:lnTo>
                  <a:lnTo>
                    <a:pt x="1527556" y="324358"/>
                  </a:lnTo>
                  <a:close/>
                </a:path>
                <a:path w="2864485" h="343535">
                  <a:moveTo>
                    <a:pt x="2863977" y="291084"/>
                  </a:moveTo>
                  <a:lnTo>
                    <a:pt x="76720" y="28371"/>
                  </a:lnTo>
                  <a:lnTo>
                    <a:pt x="76822" y="27178"/>
                  </a:lnTo>
                  <a:lnTo>
                    <a:pt x="79375" y="0"/>
                  </a:lnTo>
                  <a:lnTo>
                    <a:pt x="0" y="30734"/>
                  </a:lnTo>
                  <a:lnTo>
                    <a:pt x="72288" y="75819"/>
                  </a:lnTo>
                  <a:lnTo>
                    <a:pt x="74942" y="47421"/>
                  </a:lnTo>
                  <a:lnTo>
                    <a:pt x="2862199" y="310007"/>
                  </a:lnTo>
                  <a:lnTo>
                    <a:pt x="2863977" y="291084"/>
                  </a:lnTo>
                  <a:close/>
                </a:path>
              </a:pathLst>
            </a:custGeom>
            <a:solidFill>
              <a:srgbClr val="000000"/>
            </a:solidFill>
          </p:spPr>
          <p:txBody>
            <a:bodyPr wrap="square" lIns="0" tIns="0" rIns="0" bIns="0" rtlCol="0"/>
            <a:lstStyle/>
            <a:p/>
          </p:txBody>
        </p:sp>
        <p:pic>
          <p:nvPicPr>
            <p:cNvPr id="63" name="object 61"/>
            <p:cNvPicPr/>
            <p:nvPr/>
          </p:nvPicPr>
          <p:blipFill>
            <a:blip r:embed="rId29" cstate="print"/>
            <a:stretch>
              <a:fillRect/>
            </a:stretch>
          </p:blipFill>
          <p:spPr>
            <a:xfrm>
              <a:off x="1006957" y="1841753"/>
              <a:ext cx="76187" cy="195961"/>
            </a:xfrm>
            <a:prstGeom prst="rect">
              <a:avLst/>
            </a:prstGeom>
          </p:spPr>
        </p:pic>
        <p:pic>
          <p:nvPicPr>
            <p:cNvPr id="64" name="object 62"/>
            <p:cNvPicPr/>
            <p:nvPr/>
          </p:nvPicPr>
          <p:blipFill>
            <a:blip r:embed="rId30" cstate="print"/>
            <a:stretch>
              <a:fillRect/>
            </a:stretch>
          </p:blipFill>
          <p:spPr>
            <a:xfrm>
              <a:off x="952500" y="1659635"/>
              <a:ext cx="207263" cy="149351"/>
            </a:xfrm>
            <a:prstGeom prst="rect">
              <a:avLst/>
            </a:prstGeom>
          </p:spPr>
        </p:pic>
      </p:grpSp>
      <p:pic>
        <p:nvPicPr>
          <p:cNvPr id="65" name="object 64"/>
          <p:cNvPicPr/>
          <p:nvPr/>
        </p:nvPicPr>
        <p:blipFill>
          <a:blip r:embed="rId31" cstate="print"/>
          <a:stretch>
            <a:fillRect/>
          </a:stretch>
        </p:blipFill>
        <p:spPr>
          <a:xfrm>
            <a:off x="1024127" y="5917531"/>
            <a:ext cx="222503" cy="149351"/>
          </a:xfrm>
          <a:prstGeom prst="rect">
            <a:avLst/>
          </a:prstGeom>
        </p:spPr>
      </p:pic>
      <p:pic>
        <p:nvPicPr>
          <p:cNvPr id="66" name="object 65"/>
          <p:cNvPicPr/>
          <p:nvPr/>
        </p:nvPicPr>
        <p:blipFill>
          <a:blip r:embed="rId32" cstate="print"/>
          <a:stretch>
            <a:fillRect/>
          </a:stretch>
        </p:blipFill>
        <p:spPr>
          <a:xfrm>
            <a:off x="2414016" y="5917531"/>
            <a:ext cx="227075" cy="149351"/>
          </a:xfrm>
          <a:prstGeom prst="rect">
            <a:avLst/>
          </a:prstGeom>
        </p:spPr>
      </p:pic>
      <p:pic>
        <p:nvPicPr>
          <p:cNvPr id="67" name="object 66"/>
          <p:cNvPicPr/>
          <p:nvPr/>
        </p:nvPicPr>
        <p:blipFill>
          <a:blip r:embed="rId33" cstate="print"/>
          <a:stretch>
            <a:fillRect/>
          </a:stretch>
        </p:blipFill>
        <p:spPr>
          <a:xfrm>
            <a:off x="3768852" y="5917531"/>
            <a:ext cx="230124" cy="152400"/>
          </a:xfrm>
          <a:prstGeom prst="rect">
            <a:avLst/>
          </a:prstGeom>
        </p:spPr>
      </p:pic>
      <p:grpSp>
        <p:nvGrpSpPr>
          <p:cNvPr id="68" name="object 67"/>
          <p:cNvGrpSpPr/>
          <p:nvPr/>
        </p:nvGrpSpPr>
        <p:grpSpPr>
          <a:xfrm>
            <a:off x="897508" y="4669248"/>
            <a:ext cx="427355" cy="821690"/>
            <a:chOff x="897508" y="5210428"/>
            <a:chExt cx="427355" cy="821690"/>
          </a:xfrm>
        </p:grpSpPr>
        <p:pic>
          <p:nvPicPr>
            <p:cNvPr id="69" name="object 68"/>
            <p:cNvPicPr/>
            <p:nvPr/>
          </p:nvPicPr>
          <p:blipFill>
            <a:blip r:embed="rId34" cstate="print"/>
            <a:stretch>
              <a:fillRect/>
            </a:stretch>
          </p:blipFill>
          <p:spPr>
            <a:xfrm>
              <a:off x="900683" y="5213603"/>
              <a:ext cx="420623" cy="815340"/>
            </a:xfrm>
            <a:prstGeom prst="rect">
              <a:avLst/>
            </a:prstGeom>
          </p:spPr>
        </p:pic>
        <p:sp>
          <p:nvSpPr>
            <p:cNvPr id="70" name="object 69"/>
            <p:cNvSpPr/>
            <p:nvPr/>
          </p:nvSpPr>
          <p:spPr>
            <a:xfrm>
              <a:off x="900683" y="5213603"/>
              <a:ext cx="421005" cy="815340"/>
            </a:xfrm>
            <a:custGeom>
              <a:avLst/>
              <a:gdLst/>
              <a:ahLst/>
              <a:cxnLst/>
              <a:rect l="l" t="t" r="r" b="b"/>
              <a:pathLst>
                <a:path w="421005" h="815339">
                  <a:moveTo>
                    <a:pt x="0" y="815340"/>
                  </a:moveTo>
                  <a:lnTo>
                    <a:pt x="420623" y="815340"/>
                  </a:lnTo>
                  <a:lnTo>
                    <a:pt x="420623" y="0"/>
                  </a:lnTo>
                  <a:lnTo>
                    <a:pt x="0" y="0"/>
                  </a:lnTo>
                  <a:lnTo>
                    <a:pt x="0" y="815340"/>
                  </a:lnTo>
                  <a:close/>
                </a:path>
              </a:pathLst>
            </a:custGeom>
            <a:ln w="6350">
              <a:solidFill>
                <a:srgbClr val="6FAC46"/>
              </a:solidFill>
            </a:ln>
          </p:spPr>
          <p:txBody>
            <a:bodyPr wrap="square" lIns="0" tIns="0" rIns="0" bIns="0" rtlCol="0"/>
            <a:lstStyle/>
            <a:p/>
          </p:txBody>
        </p:sp>
        <p:pic>
          <p:nvPicPr>
            <p:cNvPr id="71" name="object 70"/>
            <p:cNvPicPr/>
            <p:nvPr/>
          </p:nvPicPr>
          <p:blipFill>
            <a:blip r:embed="rId35" cstate="print"/>
            <a:stretch>
              <a:fillRect/>
            </a:stretch>
          </p:blipFill>
          <p:spPr>
            <a:xfrm>
              <a:off x="1016507" y="5507735"/>
              <a:ext cx="216408" cy="213359"/>
            </a:xfrm>
            <a:prstGeom prst="rect">
              <a:avLst/>
            </a:prstGeom>
          </p:spPr>
        </p:pic>
      </p:grpSp>
      <p:pic>
        <p:nvPicPr>
          <p:cNvPr id="72" name="object 71"/>
          <p:cNvPicPr/>
          <p:nvPr/>
        </p:nvPicPr>
        <p:blipFill>
          <a:blip r:embed="rId36" cstate="print"/>
          <a:stretch>
            <a:fillRect/>
          </a:stretch>
        </p:blipFill>
        <p:spPr>
          <a:xfrm>
            <a:off x="1082802" y="5578441"/>
            <a:ext cx="76200" cy="233045"/>
          </a:xfrm>
          <a:prstGeom prst="rect">
            <a:avLst/>
          </a:prstGeom>
        </p:spPr>
      </p:pic>
      <p:pic>
        <p:nvPicPr>
          <p:cNvPr id="73" name="object 72"/>
          <p:cNvPicPr/>
          <p:nvPr/>
        </p:nvPicPr>
        <p:blipFill>
          <a:blip r:embed="rId36" cstate="print"/>
          <a:stretch>
            <a:fillRect/>
          </a:stretch>
        </p:blipFill>
        <p:spPr>
          <a:xfrm>
            <a:off x="2472689" y="5578441"/>
            <a:ext cx="76200" cy="233045"/>
          </a:xfrm>
          <a:prstGeom prst="rect">
            <a:avLst/>
          </a:prstGeom>
        </p:spPr>
      </p:pic>
      <p:grpSp>
        <p:nvGrpSpPr>
          <p:cNvPr id="74" name="object 73"/>
          <p:cNvGrpSpPr/>
          <p:nvPr/>
        </p:nvGrpSpPr>
        <p:grpSpPr>
          <a:xfrm>
            <a:off x="2296541" y="4669248"/>
            <a:ext cx="425450" cy="821690"/>
            <a:chOff x="2296541" y="5210428"/>
            <a:chExt cx="425450" cy="821690"/>
          </a:xfrm>
        </p:grpSpPr>
        <p:pic>
          <p:nvPicPr>
            <p:cNvPr id="75" name="object 74"/>
            <p:cNvPicPr/>
            <p:nvPr/>
          </p:nvPicPr>
          <p:blipFill>
            <a:blip r:embed="rId34" cstate="print"/>
            <a:stretch>
              <a:fillRect/>
            </a:stretch>
          </p:blipFill>
          <p:spPr>
            <a:xfrm>
              <a:off x="2299716" y="5213603"/>
              <a:ext cx="419100" cy="815340"/>
            </a:xfrm>
            <a:prstGeom prst="rect">
              <a:avLst/>
            </a:prstGeom>
          </p:spPr>
        </p:pic>
        <p:sp>
          <p:nvSpPr>
            <p:cNvPr id="76" name="object 75"/>
            <p:cNvSpPr/>
            <p:nvPr/>
          </p:nvSpPr>
          <p:spPr>
            <a:xfrm>
              <a:off x="2299716" y="5213603"/>
              <a:ext cx="419100" cy="815340"/>
            </a:xfrm>
            <a:custGeom>
              <a:avLst/>
              <a:gdLst/>
              <a:ahLst/>
              <a:cxnLst/>
              <a:rect l="l" t="t" r="r" b="b"/>
              <a:pathLst>
                <a:path w="419100" h="815339">
                  <a:moveTo>
                    <a:pt x="0" y="815340"/>
                  </a:moveTo>
                  <a:lnTo>
                    <a:pt x="419100" y="815340"/>
                  </a:lnTo>
                  <a:lnTo>
                    <a:pt x="419100" y="0"/>
                  </a:lnTo>
                  <a:lnTo>
                    <a:pt x="0" y="0"/>
                  </a:lnTo>
                  <a:lnTo>
                    <a:pt x="0" y="815340"/>
                  </a:lnTo>
                  <a:close/>
                </a:path>
              </a:pathLst>
            </a:custGeom>
            <a:ln w="6350">
              <a:solidFill>
                <a:srgbClr val="6FAC46"/>
              </a:solidFill>
            </a:ln>
          </p:spPr>
          <p:txBody>
            <a:bodyPr wrap="square" lIns="0" tIns="0" rIns="0" bIns="0" rtlCol="0"/>
            <a:lstStyle/>
            <a:p/>
          </p:txBody>
        </p:sp>
        <p:pic>
          <p:nvPicPr>
            <p:cNvPr id="77" name="object 76"/>
            <p:cNvPicPr/>
            <p:nvPr/>
          </p:nvPicPr>
          <p:blipFill>
            <a:blip r:embed="rId37" cstate="print"/>
            <a:stretch>
              <a:fillRect/>
            </a:stretch>
          </p:blipFill>
          <p:spPr>
            <a:xfrm>
              <a:off x="2406396" y="5507735"/>
              <a:ext cx="220980" cy="213359"/>
            </a:xfrm>
            <a:prstGeom prst="rect">
              <a:avLst/>
            </a:prstGeom>
          </p:spPr>
        </p:pic>
      </p:grpSp>
      <p:pic>
        <p:nvPicPr>
          <p:cNvPr id="78" name="object 77"/>
          <p:cNvPicPr/>
          <p:nvPr/>
        </p:nvPicPr>
        <p:blipFill>
          <a:blip r:embed="rId36" cstate="print"/>
          <a:stretch>
            <a:fillRect/>
          </a:stretch>
        </p:blipFill>
        <p:spPr>
          <a:xfrm>
            <a:off x="3815334" y="5575393"/>
            <a:ext cx="76200" cy="233045"/>
          </a:xfrm>
          <a:prstGeom prst="rect">
            <a:avLst/>
          </a:prstGeom>
        </p:spPr>
      </p:pic>
      <p:grpSp>
        <p:nvGrpSpPr>
          <p:cNvPr id="79" name="object 78"/>
          <p:cNvGrpSpPr/>
          <p:nvPr/>
        </p:nvGrpSpPr>
        <p:grpSpPr>
          <a:xfrm>
            <a:off x="3636136" y="4663153"/>
            <a:ext cx="425450" cy="820419"/>
            <a:chOff x="3636136" y="5204333"/>
            <a:chExt cx="425450" cy="820419"/>
          </a:xfrm>
        </p:grpSpPr>
        <p:pic>
          <p:nvPicPr>
            <p:cNvPr id="80" name="object 79"/>
            <p:cNvPicPr/>
            <p:nvPr/>
          </p:nvPicPr>
          <p:blipFill>
            <a:blip r:embed="rId38" cstate="print"/>
            <a:stretch>
              <a:fillRect/>
            </a:stretch>
          </p:blipFill>
          <p:spPr>
            <a:xfrm>
              <a:off x="3639311" y="5207508"/>
              <a:ext cx="419100" cy="813815"/>
            </a:xfrm>
            <a:prstGeom prst="rect">
              <a:avLst/>
            </a:prstGeom>
          </p:spPr>
        </p:pic>
        <p:sp>
          <p:nvSpPr>
            <p:cNvPr id="81" name="object 80"/>
            <p:cNvSpPr/>
            <p:nvPr/>
          </p:nvSpPr>
          <p:spPr>
            <a:xfrm>
              <a:off x="3639311" y="5207508"/>
              <a:ext cx="419100" cy="814069"/>
            </a:xfrm>
            <a:custGeom>
              <a:avLst/>
              <a:gdLst/>
              <a:ahLst/>
              <a:cxnLst/>
              <a:rect l="l" t="t" r="r" b="b"/>
              <a:pathLst>
                <a:path w="419100" h="814070">
                  <a:moveTo>
                    <a:pt x="0" y="813815"/>
                  </a:moveTo>
                  <a:lnTo>
                    <a:pt x="419100" y="813815"/>
                  </a:lnTo>
                  <a:lnTo>
                    <a:pt x="419100" y="0"/>
                  </a:lnTo>
                  <a:lnTo>
                    <a:pt x="0" y="0"/>
                  </a:lnTo>
                  <a:lnTo>
                    <a:pt x="0" y="813815"/>
                  </a:lnTo>
                  <a:close/>
                </a:path>
              </a:pathLst>
            </a:custGeom>
            <a:ln w="6350">
              <a:solidFill>
                <a:srgbClr val="6FAC46"/>
              </a:solidFill>
            </a:ln>
          </p:spPr>
          <p:txBody>
            <a:bodyPr wrap="square" lIns="0" tIns="0" rIns="0" bIns="0" rtlCol="0"/>
            <a:lstStyle/>
            <a:p/>
          </p:txBody>
        </p:sp>
        <p:pic>
          <p:nvPicPr>
            <p:cNvPr id="82" name="object 81"/>
            <p:cNvPicPr/>
            <p:nvPr/>
          </p:nvPicPr>
          <p:blipFill>
            <a:blip r:embed="rId39" cstate="print"/>
            <a:stretch>
              <a:fillRect/>
            </a:stretch>
          </p:blipFill>
          <p:spPr>
            <a:xfrm>
              <a:off x="3749039" y="5506212"/>
              <a:ext cx="222503" cy="216407"/>
            </a:xfrm>
            <a:prstGeom prst="rect">
              <a:avLst/>
            </a:prstGeom>
          </p:spPr>
        </p:pic>
      </p:grpSp>
      <p:pic>
        <p:nvPicPr>
          <p:cNvPr id="83" name="object 89"/>
          <p:cNvPicPr/>
          <p:nvPr/>
        </p:nvPicPr>
        <p:blipFill>
          <a:blip r:embed="rId40" cstate="print"/>
          <a:stretch>
            <a:fillRect/>
          </a:stretch>
        </p:blipFill>
        <p:spPr>
          <a:xfrm>
            <a:off x="2196973" y="4400390"/>
            <a:ext cx="111378" cy="215137"/>
          </a:xfrm>
          <a:prstGeom prst="rect">
            <a:avLst/>
          </a:prstGeom>
        </p:spPr>
      </p:pic>
      <p:pic>
        <p:nvPicPr>
          <p:cNvPr id="84" name="object 94"/>
          <p:cNvPicPr/>
          <p:nvPr/>
        </p:nvPicPr>
        <p:blipFill>
          <a:blip r:embed="rId41" cstate="print"/>
          <a:stretch>
            <a:fillRect/>
          </a:stretch>
        </p:blipFill>
        <p:spPr>
          <a:xfrm>
            <a:off x="3536569" y="4386673"/>
            <a:ext cx="111378" cy="215137"/>
          </a:xfrm>
          <a:prstGeom prst="rect">
            <a:avLst/>
          </a:prstGeom>
        </p:spPr>
      </p:pic>
      <p:pic>
        <p:nvPicPr>
          <p:cNvPr id="85" name="object 95"/>
          <p:cNvPicPr/>
          <p:nvPr/>
        </p:nvPicPr>
        <p:blipFill>
          <a:blip r:embed="rId42" cstate="print"/>
          <a:stretch>
            <a:fillRect/>
          </a:stretch>
        </p:blipFill>
        <p:spPr>
          <a:xfrm>
            <a:off x="2469388" y="4389722"/>
            <a:ext cx="76200" cy="213614"/>
          </a:xfrm>
          <a:prstGeom prst="rect">
            <a:avLst/>
          </a:prstGeom>
        </p:spPr>
      </p:pic>
      <p:pic>
        <p:nvPicPr>
          <p:cNvPr id="86" name="object 96"/>
          <p:cNvPicPr/>
          <p:nvPr/>
        </p:nvPicPr>
        <p:blipFill>
          <a:blip r:embed="rId42" cstate="print"/>
          <a:stretch>
            <a:fillRect/>
          </a:stretch>
        </p:blipFill>
        <p:spPr>
          <a:xfrm>
            <a:off x="3805935" y="4392770"/>
            <a:ext cx="76200" cy="213613"/>
          </a:xfrm>
          <a:prstGeom prst="rect">
            <a:avLst/>
          </a:prstGeom>
        </p:spPr>
      </p:pic>
      <p:pic>
        <p:nvPicPr>
          <p:cNvPr id="87" name="object 97"/>
          <p:cNvPicPr/>
          <p:nvPr/>
        </p:nvPicPr>
        <p:blipFill>
          <a:blip r:embed="rId8" cstate="print"/>
          <a:stretch>
            <a:fillRect/>
          </a:stretch>
        </p:blipFill>
        <p:spPr>
          <a:xfrm>
            <a:off x="2714625" y="4383625"/>
            <a:ext cx="141986" cy="214375"/>
          </a:xfrm>
          <a:prstGeom prst="rect">
            <a:avLst/>
          </a:prstGeom>
        </p:spPr>
      </p:pic>
      <p:pic>
        <p:nvPicPr>
          <p:cNvPr id="88" name="object 98"/>
          <p:cNvPicPr/>
          <p:nvPr/>
        </p:nvPicPr>
        <p:blipFill>
          <a:blip r:embed="rId8" cstate="print"/>
          <a:stretch>
            <a:fillRect/>
          </a:stretch>
        </p:blipFill>
        <p:spPr>
          <a:xfrm>
            <a:off x="4049648" y="4385149"/>
            <a:ext cx="141986" cy="214375"/>
          </a:xfrm>
          <a:prstGeom prst="rect">
            <a:avLst/>
          </a:prstGeom>
        </p:spPr>
      </p:pic>
      <p:pic>
        <p:nvPicPr>
          <p:cNvPr id="89" name="object 102"/>
          <p:cNvPicPr/>
          <p:nvPr/>
        </p:nvPicPr>
        <p:blipFill>
          <a:blip r:embed="rId43" cstate="print"/>
          <a:stretch>
            <a:fillRect/>
          </a:stretch>
        </p:blipFill>
        <p:spPr>
          <a:xfrm>
            <a:off x="492271" y="3073748"/>
            <a:ext cx="348976" cy="182880"/>
          </a:xfrm>
          <a:prstGeom prst="rect">
            <a:avLst/>
          </a:prstGeom>
        </p:spPr>
      </p:pic>
      <p:pic>
        <p:nvPicPr>
          <p:cNvPr id="90" name="object 103"/>
          <p:cNvPicPr/>
          <p:nvPr/>
        </p:nvPicPr>
        <p:blipFill>
          <a:blip r:embed="rId44" cstate="print"/>
          <a:stretch>
            <a:fillRect/>
          </a:stretch>
        </p:blipFill>
        <p:spPr>
          <a:xfrm>
            <a:off x="1905019" y="3076796"/>
            <a:ext cx="353548" cy="182880"/>
          </a:xfrm>
          <a:prstGeom prst="rect">
            <a:avLst/>
          </a:prstGeom>
        </p:spPr>
      </p:pic>
      <p:pic>
        <p:nvPicPr>
          <p:cNvPr id="91" name="object 104"/>
          <p:cNvPicPr/>
          <p:nvPr/>
        </p:nvPicPr>
        <p:blipFill>
          <a:blip r:embed="rId45" cstate="print"/>
          <a:stretch>
            <a:fillRect/>
          </a:stretch>
        </p:blipFill>
        <p:spPr>
          <a:xfrm>
            <a:off x="3247683" y="3079843"/>
            <a:ext cx="355052" cy="182880"/>
          </a:xfrm>
          <a:prstGeom prst="rect">
            <a:avLst/>
          </a:prstGeom>
        </p:spPr>
      </p:pic>
      <p:sp>
        <p:nvSpPr>
          <p:cNvPr id="92" name="Title 1"/>
          <p:cNvSpPr>
            <a:spLocks noGrp="1"/>
          </p:cNvSpPr>
          <p:nvPr>
            <p:ph type="title"/>
          </p:nvPr>
        </p:nvSpPr>
        <p:spPr>
          <a:xfrm>
            <a:off x="441325" y="258763"/>
            <a:ext cx="11307763" cy="676210"/>
          </a:xfrm>
        </p:spPr>
        <p:txBody>
          <a:bodyPr/>
          <a:lstStyle/>
          <a:p>
            <a:r>
              <a:rPr lang="en-US" dirty="0"/>
              <a:t>Self-Attention</a:t>
            </a:r>
            <a:endParaRPr lang="en-IN" dirty="0"/>
          </a:p>
        </p:txBody>
      </p:sp>
      <p:grpSp>
        <p:nvGrpSpPr>
          <p:cNvPr id="93" name="object 91"/>
          <p:cNvGrpSpPr/>
          <p:nvPr/>
        </p:nvGrpSpPr>
        <p:grpSpPr>
          <a:xfrm>
            <a:off x="5001109" y="2929856"/>
            <a:ext cx="1018540" cy="1029335"/>
            <a:chOff x="4675504" y="3427348"/>
            <a:chExt cx="1018540" cy="1029335"/>
          </a:xfrm>
        </p:grpSpPr>
        <p:pic>
          <p:nvPicPr>
            <p:cNvPr id="94" name="object 92"/>
            <p:cNvPicPr/>
            <p:nvPr/>
          </p:nvPicPr>
          <p:blipFill>
            <a:blip r:embed="rId46" cstate="print"/>
            <a:stretch>
              <a:fillRect/>
            </a:stretch>
          </p:blipFill>
          <p:spPr>
            <a:xfrm>
              <a:off x="4678679" y="3430523"/>
              <a:ext cx="1011936" cy="1022603"/>
            </a:xfrm>
            <a:prstGeom prst="rect">
              <a:avLst/>
            </a:prstGeom>
          </p:spPr>
        </p:pic>
        <p:sp>
          <p:nvSpPr>
            <p:cNvPr id="95" name="object 93"/>
            <p:cNvSpPr/>
            <p:nvPr/>
          </p:nvSpPr>
          <p:spPr>
            <a:xfrm>
              <a:off x="4678679" y="3430523"/>
              <a:ext cx="1012190" cy="1022985"/>
            </a:xfrm>
            <a:custGeom>
              <a:avLst/>
              <a:gdLst/>
              <a:ahLst/>
              <a:cxnLst/>
              <a:rect l="l" t="t" r="r" b="b"/>
              <a:pathLst>
                <a:path w="1012189" h="1022985">
                  <a:moveTo>
                    <a:pt x="0" y="255650"/>
                  </a:moveTo>
                  <a:lnTo>
                    <a:pt x="505968" y="255650"/>
                  </a:lnTo>
                  <a:lnTo>
                    <a:pt x="505968" y="0"/>
                  </a:lnTo>
                  <a:lnTo>
                    <a:pt x="1011936" y="511301"/>
                  </a:lnTo>
                  <a:lnTo>
                    <a:pt x="505968" y="1022603"/>
                  </a:lnTo>
                  <a:lnTo>
                    <a:pt x="505968" y="766952"/>
                  </a:lnTo>
                  <a:lnTo>
                    <a:pt x="0" y="766952"/>
                  </a:lnTo>
                  <a:lnTo>
                    <a:pt x="0" y="255650"/>
                  </a:lnTo>
                  <a:close/>
                </a:path>
              </a:pathLst>
            </a:custGeom>
            <a:ln w="6350">
              <a:solidFill>
                <a:srgbClr val="6FAC46"/>
              </a:solidFill>
            </a:ln>
          </p:spPr>
          <p:txBody>
            <a:bodyPr wrap="square" lIns="0" tIns="0" rIns="0" bIns="0" rtlCol="0"/>
            <a:lstStyle/>
            <a:p/>
          </p:txBody>
        </p:sp>
      </p:grpSp>
      <p:pic>
        <p:nvPicPr>
          <p:cNvPr id="96" name="object 94"/>
          <p:cNvPicPr/>
          <p:nvPr/>
        </p:nvPicPr>
        <p:blipFill>
          <a:blip r:embed="rId31" cstate="print"/>
          <a:stretch>
            <a:fillRect/>
          </a:stretch>
        </p:blipFill>
        <p:spPr>
          <a:xfrm>
            <a:off x="6817815" y="5961219"/>
            <a:ext cx="222504" cy="149351"/>
          </a:xfrm>
          <a:prstGeom prst="rect">
            <a:avLst/>
          </a:prstGeom>
        </p:spPr>
      </p:pic>
      <p:pic>
        <p:nvPicPr>
          <p:cNvPr id="97" name="object 95"/>
          <p:cNvPicPr/>
          <p:nvPr/>
        </p:nvPicPr>
        <p:blipFill>
          <a:blip r:embed="rId32" cstate="print"/>
          <a:stretch>
            <a:fillRect/>
          </a:stretch>
        </p:blipFill>
        <p:spPr>
          <a:xfrm>
            <a:off x="8206179" y="5961219"/>
            <a:ext cx="227075" cy="149351"/>
          </a:xfrm>
          <a:prstGeom prst="rect">
            <a:avLst/>
          </a:prstGeom>
        </p:spPr>
      </p:pic>
      <p:pic>
        <p:nvPicPr>
          <p:cNvPr id="98" name="object 96"/>
          <p:cNvPicPr/>
          <p:nvPr/>
        </p:nvPicPr>
        <p:blipFill>
          <a:blip r:embed="rId33" cstate="print"/>
          <a:stretch>
            <a:fillRect/>
          </a:stretch>
        </p:blipFill>
        <p:spPr>
          <a:xfrm>
            <a:off x="9562539" y="5961219"/>
            <a:ext cx="230124" cy="152400"/>
          </a:xfrm>
          <a:prstGeom prst="rect">
            <a:avLst/>
          </a:prstGeom>
        </p:spPr>
      </p:pic>
      <p:pic>
        <p:nvPicPr>
          <p:cNvPr id="99" name="object 97"/>
          <p:cNvPicPr/>
          <p:nvPr/>
        </p:nvPicPr>
        <p:blipFill>
          <a:blip r:embed="rId36" cstate="print"/>
          <a:stretch>
            <a:fillRect/>
          </a:stretch>
        </p:blipFill>
        <p:spPr>
          <a:xfrm>
            <a:off x="6874965" y="5622129"/>
            <a:ext cx="76200" cy="233045"/>
          </a:xfrm>
          <a:prstGeom prst="rect">
            <a:avLst/>
          </a:prstGeom>
        </p:spPr>
      </p:pic>
      <p:grpSp>
        <p:nvGrpSpPr>
          <p:cNvPr id="100" name="object 98"/>
          <p:cNvGrpSpPr/>
          <p:nvPr/>
        </p:nvGrpSpPr>
        <p:grpSpPr>
          <a:xfrm>
            <a:off x="6691196" y="5118321"/>
            <a:ext cx="425450" cy="416559"/>
            <a:chOff x="6290945" y="5615813"/>
            <a:chExt cx="425450" cy="416559"/>
          </a:xfrm>
        </p:grpSpPr>
        <p:pic>
          <p:nvPicPr>
            <p:cNvPr id="101" name="object 99"/>
            <p:cNvPicPr/>
            <p:nvPr/>
          </p:nvPicPr>
          <p:blipFill>
            <a:blip r:embed="rId47" cstate="print"/>
            <a:stretch>
              <a:fillRect/>
            </a:stretch>
          </p:blipFill>
          <p:spPr>
            <a:xfrm>
              <a:off x="6294120" y="5618988"/>
              <a:ext cx="419100" cy="409956"/>
            </a:xfrm>
            <a:prstGeom prst="rect">
              <a:avLst/>
            </a:prstGeom>
          </p:spPr>
        </p:pic>
        <p:sp>
          <p:nvSpPr>
            <p:cNvPr id="102" name="object 100"/>
            <p:cNvSpPr/>
            <p:nvPr/>
          </p:nvSpPr>
          <p:spPr>
            <a:xfrm>
              <a:off x="6294120" y="5618988"/>
              <a:ext cx="419100" cy="410209"/>
            </a:xfrm>
            <a:custGeom>
              <a:avLst/>
              <a:gdLst/>
              <a:ahLst/>
              <a:cxnLst/>
              <a:rect l="l" t="t" r="r" b="b"/>
              <a:pathLst>
                <a:path w="419100" h="410210">
                  <a:moveTo>
                    <a:pt x="0" y="409956"/>
                  </a:moveTo>
                  <a:lnTo>
                    <a:pt x="419100" y="409956"/>
                  </a:lnTo>
                  <a:lnTo>
                    <a:pt x="419100" y="0"/>
                  </a:lnTo>
                  <a:lnTo>
                    <a:pt x="0" y="0"/>
                  </a:lnTo>
                  <a:lnTo>
                    <a:pt x="0" y="409956"/>
                  </a:lnTo>
                  <a:close/>
                </a:path>
              </a:pathLst>
            </a:custGeom>
            <a:ln w="6349">
              <a:solidFill>
                <a:srgbClr val="6FAC46"/>
              </a:solidFill>
            </a:ln>
          </p:spPr>
          <p:txBody>
            <a:bodyPr wrap="square" lIns="0" tIns="0" rIns="0" bIns="0" rtlCol="0"/>
            <a:lstStyle/>
            <a:p/>
          </p:txBody>
        </p:sp>
        <p:pic>
          <p:nvPicPr>
            <p:cNvPr id="103" name="object 101"/>
            <p:cNvPicPr/>
            <p:nvPr/>
          </p:nvPicPr>
          <p:blipFill>
            <a:blip r:embed="rId35" cstate="print"/>
            <a:stretch>
              <a:fillRect/>
            </a:stretch>
          </p:blipFill>
          <p:spPr>
            <a:xfrm>
              <a:off x="6408420" y="5721096"/>
              <a:ext cx="216407" cy="213359"/>
            </a:xfrm>
            <a:prstGeom prst="rect">
              <a:avLst/>
            </a:prstGeom>
          </p:spPr>
        </p:pic>
      </p:grpSp>
      <p:pic>
        <p:nvPicPr>
          <p:cNvPr id="104" name="object 102"/>
          <p:cNvPicPr/>
          <p:nvPr/>
        </p:nvPicPr>
        <p:blipFill>
          <a:blip r:embed="rId36" cstate="print"/>
          <a:stretch>
            <a:fillRect/>
          </a:stretch>
        </p:blipFill>
        <p:spPr>
          <a:xfrm>
            <a:off x="8264853" y="5622129"/>
            <a:ext cx="76200" cy="233045"/>
          </a:xfrm>
          <a:prstGeom prst="rect">
            <a:avLst/>
          </a:prstGeom>
        </p:spPr>
      </p:pic>
      <p:grpSp>
        <p:nvGrpSpPr>
          <p:cNvPr id="105" name="object 103"/>
          <p:cNvGrpSpPr/>
          <p:nvPr/>
        </p:nvGrpSpPr>
        <p:grpSpPr>
          <a:xfrm>
            <a:off x="8090228" y="5118321"/>
            <a:ext cx="425450" cy="416559"/>
            <a:chOff x="7689977" y="5615813"/>
            <a:chExt cx="425450" cy="416559"/>
          </a:xfrm>
        </p:grpSpPr>
        <p:pic>
          <p:nvPicPr>
            <p:cNvPr id="106" name="object 104"/>
            <p:cNvPicPr/>
            <p:nvPr/>
          </p:nvPicPr>
          <p:blipFill>
            <a:blip r:embed="rId47" cstate="print"/>
            <a:stretch>
              <a:fillRect/>
            </a:stretch>
          </p:blipFill>
          <p:spPr>
            <a:xfrm>
              <a:off x="7693152" y="5618988"/>
              <a:ext cx="419100" cy="409956"/>
            </a:xfrm>
            <a:prstGeom prst="rect">
              <a:avLst/>
            </a:prstGeom>
          </p:spPr>
        </p:pic>
        <p:sp>
          <p:nvSpPr>
            <p:cNvPr id="107" name="object 105"/>
            <p:cNvSpPr/>
            <p:nvPr/>
          </p:nvSpPr>
          <p:spPr>
            <a:xfrm>
              <a:off x="7693152" y="5618988"/>
              <a:ext cx="419100" cy="410209"/>
            </a:xfrm>
            <a:custGeom>
              <a:avLst/>
              <a:gdLst/>
              <a:ahLst/>
              <a:cxnLst/>
              <a:rect l="l" t="t" r="r" b="b"/>
              <a:pathLst>
                <a:path w="419100" h="410210">
                  <a:moveTo>
                    <a:pt x="0" y="409956"/>
                  </a:moveTo>
                  <a:lnTo>
                    <a:pt x="419100" y="409956"/>
                  </a:lnTo>
                  <a:lnTo>
                    <a:pt x="419100" y="0"/>
                  </a:lnTo>
                  <a:lnTo>
                    <a:pt x="0" y="0"/>
                  </a:lnTo>
                  <a:lnTo>
                    <a:pt x="0" y="409956"/>
                  </a:lnTo>
                  <a:close/>
                </a:path>
              </a:pathLst>
            </a:custGeom>
            <a:ln w="6349">
              <a:solidFill>
                <a:srgbClr val="6FAC46"/>
              </a:solidFill>
            </a:ln>
          </p:spPr>
          <p:txBody>
            <a:bodyPr wrap="square" lIns="0" tIns="0" rIns="0" bIns="0" rtlCol="0"/>
            <a:lstStyle/>
            <a:p/>
          </p:txBody>
        </p:sp>
        <p:pic>
          <p:nvPicPr>
            <p:cNvPr id="108" name="object 106"/>
            <p:cNvPicPr/>
            <p:nvPr/>
          </p:nvPicPr>
          <p:blipFill>
            <a:blip r:embed="rId37" cstate="print"/>
            <a:stretch>
              <a:fillRect/>
            </a:stretch>
          </p:blipFill>
          <p:spPr>
            <a:xfrm>
              <a:off x="7784592" y="5721096"/>
              <a:ext cx="220979" cy="213359"/>
            </a:xfrm>
            <a:prstGeom prst="rect">
              <a:avLst/>
            </a:prstGeom>
          </p:spPr>
        </p:pic>
      </p:grpSp>
      <p:pic>
        <p:nvPicPr>
          <p:cNvPr id="109" name="object 107"/>
          <p:cNvPicPr/>
          <p:nvPr/>
        </p:nvPicPr>
        <p:blipFill>
          <a:blip r:embed="rId36" cstate="print"/>
          <a:stretch>
            <a:fillRect/>
          </a:stretch>
        </p:blipFill>
        <p:spPr>
          <a:xfrm>
            <a:off x="9609020" y="5619081"/>
            <a:ext cx="76200" cy="233045"/>
          </a:xfrm>
          <a:prstGeom prst="rect">
            <a:avLst/>
          </a:prstGeom>
        </p:spPr>
      </p:pic>
      <p:grpSp>
        <p:nvGrpSpPr>
          <p:cNvPr id="110" name="object 108"/>
          <p:cNvGrpSpPr/>
          <p:nvPr/>
        </p:nvGrpSpPr>
        <p:grpSpPr>
          <a:xfrm>
            <a:off x="9428299" y="5109177"/>
            <a:ext cx="427355" cy="417830"/>
            <a:chOff x="9028048" y="5606669"/>
            <a:chExt cx="427355" cy="417830"/>
          </a:xfrm>
        </p:grpSpPr>
        <p:pic>
          <p:nvPicPr>
            <p:cNvPr id="111" name="object 109"/>
            <p:cNvPicPr/>
            <p:nvPr/>
          </p:nvPicPr>
          <p:blipFill>
            <a:blip r:embed="rId48" cstate="print"/>
            <a:stretch>
              <a:fillRect/>
            </a:stretch>
          </p:blipFill>
          <p:spPr>
            <a:xfrm>
              <a:off x="9031223" y="5609844"/>
              <a:ext cx="420624" cy="411480"/>
            </a:xfrm>
            <a:prstGeom prst="rect">
              <a:avLst/>
            </a:prstGeom>
          </p:spPr>
        </p:pic>
        <p:sp>
          <p:nvSpPr>
            <p:cNvPr id="112" name="object 110"/>
            <p:cNvSpPr/>
            <p:nvPr/>
          </p:nvSpPr>
          <p:spPr>
            <a:xfrm>
              <a:off x="9031223" y="5609844"/>
              <a:ext cx="421005" cy="411480"/>
            </a:xfrm>
            <a:custGeom>
              <a:avLst/>
              <a:gdLst/>
              <a:ahLst/>
              <a:cxnLst/>
              <a:rect l="l" t="t" r="r" b="b"/>
              <a:pathLst>
                <a:path w="421004" h="411479">
                  <a:moveTo>
                    <a:pt x="0" y="411479"/>
                  </a:moveTo>
                  <a:lnTo>
                    <a:pt x="420624" y="411479"/>
                  </a:lnTo>
                  <a:lnTo>
                    <a:pt x="420624" y="0"/>
                  </a:lnTo>
                  <a:lnTo>
                    <a:pt x="0" y="0"/>
                  </a:lnTo>
                  <a:lnTo>
                    <a:pt x="0" y="411479"/>
                  </a:lnTo>
                  <a:close/>
                </a:path>
              </a:pathLst>
            </a:custGeom>
            <a:ln w="6350">
              <a:solidFill>
                <a:srgbClr val="6FAC46"/>
              </a:solidFill>
            </a:ln>
          </p:spPr>
          <p:txBody>
            <a:bodyPr wrap="square" lIns="0" tIns="0" rIns="0" bIns="0" rtlCol="0"/>
            <a:lstStyle/>
            <a:p/>
          </p:txBody>
        </p:sp>
        <p:pic>
          <p:nvPicPr>
            <p:cNvPr id="113" name="object 111"/>
            <p:cNvPicPr/>
            <p:nvPr/>
          </p:nvPicPr>
          <p:blipFill>
            <a:blip r:embed="rId39" cstate="print"/>
            <a:stretch>
              <a:fillRect/>
            </a:stretch>
          </p:blipFill>
          <p:spPr>
            <a:xfrm>
              <a:off x="9145523" y="5707380"/>
              <a:ext cx="222503" cy="216407"/>
            </a:xfrm>
            <a:prstGeom prst="rect">
              <a:avLst/>
            </a:prstGeom>
          </p:spPr>
        </p:pic>
      </p:grpSp>
      <p:grpSp>
        <p:nvGrpSpPr>
          <p:cNvPr id="114" name="object 112"/>
          <p:cNvGrpSpPr/>
          <p:nvPr/>
        </p:nvGrpSpPr>
        <p:grpSpPr>
          <a:xfrm>
            <a:off x="6383347" y="4149946"/>
            <a:ext cx="1090295" cy="908685"/>
            <a:chOff x="5983096" y="4647438"/>
            <a:chExt cx="1090295" cy="908685"/>
          </a:xfrm>
        </p:grpSpPr>
        <p:pic>
          <p:nvPicPr>
            <p:cNvPr id="115" name="object 113"/>
            <p:cNvPicPr/>
            <p:nvPr/>
          </p:nvPicPr>
          <p:blipFill>
            <a:blip r:embed="rId49" cstate="print"/>
            <a:stretch>
              <a:fillRect/>
            </a:stretch>
          </p:blipFill>
          <p:spPr>
            <a:xfrm>
              <a:off x="5986271" y="4913376"/>
              <a:ext cx="332232" cy="381000"/>
            </a:xfrm>
            <a:prstGeom prst="rect">
              <a:avLst/>
            </a:prstGeom>
          </p:spPr>
        </p:pic>
        <p:sp>
          <p:nvSpPr>
            <p:cNvPr id="116" name="object 114"/>
            <p:cNvSpPr/>
            <p:nvPr/>
          </p:nvSpPr>
          <p:spPr>
            <a:xfrm>
              <a:off x="5986271" y="4913376"/>
              <a:ext cx="332740" cy="381000"/>
            </a:xfrm>
            <a:custGeom>
              <a:avLst/>
              <a:gdLst/>
              <a:ahLst/>
              <a:cxnLst/>
              <a:rect l="l" t="t" r="r" b="b"/>
              <a:pathLst>
                <a:path w="332739" h="381000">
                  <a:moveTo>
                    <a:pt x="0" y="381000"/>
                  </a:moveTo>
                  <a:lnTo>
                    <a:pt x="332232" y="381000"/>
                  </a:lnTo>
                  <a:lnTo>
                    <a:pt x="332232" y="0"/>
                  </a:lnTo>
                  <a:lnTo>
                    <a:pt x="0" y="0"/>
                  </a:lnTo>
                  <a:lnTo>
                    <a:pt x="0" y="381000"/>
                  </a:lnTo>
                  <a:close/>
                </a:path>
              </a:pathLst>
            </a:custGeom>
            <a:ln w="6350">
              <a:solidFill>
                <a:srgbClr val="EC7C30"/>
              </a:solidFill>
            </a:ln>
          </p:spPr>
          <p:txBody>
            <a:bodyPr wrap="square" lIns="0" tIns="0" rIns="0" bIns="0" rtlCol="0"/>
            <a:lstStyle/>
            <a:p/>
          </p:txBody>
        </p:sp>
        <p:pic>
          <p:nvPicPr>
            <p:cNvPr id="117" name="object 115"/>
            <p:cNvPicPr/>
            <p:nvPr/>
          </p:nvPicPr>
          <p:blipFill>
            <a:blip r:embed="rId2" cstate="print"/>
            <a:stretch>
              <a:fillRect/>
            </a:stretch>
          </p:blipFill>
          <p:spPr>
            <a:xfrm>
              <a:off x="6051803" y="5020056"/>
              <a:ext cx="202691" cy="213359"/>
            </a:xfrm>
            <a:prstGeom prst="rect">
              <a:avLst/>
            </a:prstGeom>
          </p:spPr>
        </p:pic>
        <p:pic>
          <p:nvPicPr>
            <p:cNvPr id="118" name="object 116"/>
            <p:cNvPicPr/>
            <p:nvPr/>
          </p:nvPicPr>
          <p:blipFill>
            <a:blip r:embed="rId50" cstate="print"/>
            <a:stretch>
              <a:fillRect/>
            </a:stretch>
          </p:blipFill>
          <p:spPr>
            <a:xfrm>
              <a:off x="6209664" y="5340858"/>
              <a:ext cx="111379" cy="215137"/>
            </a:xfrm>
            <a:prstGeom prst="rect">
              <a:avLst/>
            </a:prstGeom>
          </p:spPr>
        </p:pic>
        <p:pic>
          <p:nvPicPr>
            <p:cNvPr id="119" name="object 117"/>
            <p:cNvPicPr/>
            <p:nvPr/>
          </p:nvPicPr>
          <p:blipFill>
            <a:blip r:embed="rId10" cstate="print"/>
            <a:stretch>
              <a:fillRect/>
            </a:stretch>
          </p:blipFill>
          <p:spPr>
            <a:xfrm>
              <a:off x="6358127" y="4904232"/>
              <a:ext cx="332231" cy="381000"/>
            </a:xfrm>
            <a:prstGeom prst="rect">
              <a:avLst/>
            </a:prstGeom>
          </p:spPr>
        </p:pic>
        <p:sp>
          <p:nvSpPr>
            <p:cNvPr id="120" name="object 118"/>
            <p:cNvSpPr/>
            <p:nvPr/>
          </p:nvSpPr>
          <p:spPr>
            <a:xfrm>
              <a:off x="6358127" y="4904232"/>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FFC000"/>
              </a:solidFill>
            </a:ln>
          </p:spPr>
          <p:txBody>
            <a:bodyPr wrap="square" lIns="0" tIns="0" rIns="0" bIns="0" rtlCol="0"/>
            <a:lstStyle/>
            <a:p/>
          </p:txBody>
        </p:sp>
        <p:pic>
          <p:nvPicPr>
            <p:cNvPr id="121" name="object 119"/>
            <p:cNvPicPr/>
            <p:nvPr/>
          </p:nvPicPr>
          <p:blipFill>
            <a:blip r:embed="rId7" cstate="print"/>
            <a:stretch>
              <a:fillRect/>
            </a:stretch>
          </p:blipFill>
          <p:spPr>
            <a:xfrm>
              <a:off x="6460235" y="5035296"/>
              <a:ext cx="187452" cy="160019"/>
            </a:xfrm>
            <a:prstGeom prst="rect">
              <a:avLst/>
            </a:prstGeom>
          </p:spPr>
        </p:pic>
        <p:pic>
          <p:nvPicPr>
            <p:cNvPr id="122" name="object 120"/>
            <p:cNvPicPr/>
            <p:nvPr/>
          </p:nvPicPr>
          <p:blipFill>
            <a:blip r:embed="rId51" cstate="print"/>
            <a:stretch>
              <a:fillRect/>
            </a:stretch>
          </p:blipFill>
          <p:spPr>
            <a:xfrm>
              <a:off x="6727316" y="5336286"/>
              <a:ext cx="141985" cy="214375"/>
            </a:xfrm>
            <a:prstGeom prst="rect">
              <a:avLst/>
            </a:prstGeom>
          </p:spPr>
        </p:pic>
        <p:pic>
          <p:nvPicPr>
            <p:cNvPr id="123" name="object 121"/>
            <p:cNvPicPr/>
            <p:nvPr/>
          </p:nvPicPr>
          <p:blipFill>
            <a:blip r:embed="rId42" cstate="print"/>
            <a:stretch>
              <a:fillRect/>
            </a:stretch>
          </p:blipFill>
          <p:spPr>
            <a:xfrm>
              <a:off x="6485127" y="5340858"/>
              <a:ext cx="76200" cy="213613"/>
            </a:xfrm>
            <a:prstGeom prst="rect">
              <a:avLst/>
            </a:prstGeom>
          </p:spPr>
        </p:pic>
        <p:pic>
          <p:nvPicPr>
            <p:cNvPr id="124" name="object 122"/>
            <p:cNvPicPr/>
            <p:nvPr/>
          </p:nvPicPr>
          <p:blipFill>
            <a:blip r:embed="rId52" cstate="print"/>
            <a:stretch>
              <a:fillRect/>
            </a:stretch>
          </p:blipFill>
          <p:spPr>
            <a:xfrm>
              <a:off x="6736079" y="4904232"/>
              <a:ext cx="333755" cy="382524"/>
            </a:xfrm>
            <a:prstGeom prst="rect">
              <a:avLst/>
            </a:prstGeom>
          </p:spPr>
        </p:pic>
        <p:sp>
          <p:nvSpPr>
            <p:cNvPr id="125" name="object 123"/>
            <p:cNvSpPr/>
            <p:nvPr/>
          </p:nvSpPr>
          <p:spPr>
            <a:xfrm>
              <a:off x="6736079" y="4904232"/>
              <a:ext cx="334010" cy="382905"/>
            </a:xfrm>
            <a:custGeom>
              <a:avLst/>
              <a:gdLst/>
              <a:ahLst/>
              <a:cxnLst/>
              <a:rect l="l" t="t" r="r" b="b"/>
              <a:pathLst>
                <a:path w="334009" h="382904">
                  <a:moveTo>
                    <a:pt x="0" y="382524"/>
                  </a:moveTo>
                  <a:lnTo>
                    <a:pt x="333755" y="382524"/>
                  </a:lnTo>
                  <a:lnTo>
                    <a:pt x="333755" y="0"/>
                  </a:lnTo>
                  <a:lnTo>
                    <a:pt x="0" y="0"/>
                  </a:lnTo>
                  <a:lnTo>
                    <a:pt x="0" y="382524"/>
                  </a:lnTo>
                  <a:close/>
                </a:path>
              </a:pathLst>
            </a:custGeom>
            <a:ln w="6350">
              <a:solidFill>
                <a:srgbClr val="4471C4"/>
              </a:solidFill>
            </a:ln>
          </p:spPr>
          <p:txBody>
            <a:bodyPr wrap="square" lIns="0" tIns="0" rIns="0" bIns="0" rtlCol="0"/>
            <a:lstStyle/>
            <a:p/>
          </p:txBody>
        </p:sp>
        <p:pic>
          <p:nvPicPr>
            <p:cNvPr id="126" name="object 124"/>
            <p:cNvPicPr/>
            <p:nvPr/>
          </p:nvPicPr>
          <p:blipFill>
            <a:blip r:embed="rId14" cstate="print"/>
            <a:stretch>
              <a:fillRect/>
            </a:stretch>
          </p:blipFill>
          <p:spPr>
            <a:xfrm>
              <a:off x="6807707" y="5038344"/>
              <a:ext cx="199644" cy="149351"/>
            </a:xfrm>
            <a:prstGeom prst="rect">
              <a:avLst/>
            </a:prstGeom>
          </p:spPr>
        </p:pic>
        <p:pic>
          <p:nvPicPr>
            <p:cNvPr id="127" name="object 125"/>
            <p:cNvPicPr/>
            <p:nvPr/>
          </p:nvPicPr>
          <p:blipFill>
            <a:blip r:embed="rId42" cstate="print"/>
            <a:stretch>
              <a:fillRect/>
            </a:stretch>
          </p:blipFill>
          <p:spPr>
            <a:xfrm>
              <a:off x="6113271" y="4652010"/>
              <a:ext cx="76200" cy="213613"/>
            </a:xfrm>
            <a:prstGeom prst="rect">
              <a:avLst/>
            </a:prstGeom>
          </p:spPr>
        </p:pic>
        <p:pic>
          <p:nvPicPr>
            <p:cNvPr id="128" name="object 126"/>
            <p:cNvPicPr/>
            <p:nvPr/>
          </p:nvPicPr>
          <p:blipFill>
            <a:blip r:embed="rId42" cstate="print"/>
            <a:stretch>
              <a:fillRect/>
            </a:stretch>
          </p:blipFill>
          <p:spPr>
            <a:xfrm>
              <a:off x="6494271" y="4647438"/>
              <a:ext cx="76200" cy="213613"/>
            </a:xfrm>
            <a:prstGeom prst="rect">
              <a:avLst/>
            </a:prstGeom>
          </p:spPr>
        </p:pic>
        <p:pic>
          <p:nvPicPr>
            <p:cNvPr id="129" name="object 127"/>
            <p:cNvPicPr/>
            <p:nvPr/>
          </p:nvPicPr>
          <p:blipFill>
            <a:blip r:embed="rId42" cstate="print"/>
            <a:stretch>
              <a:fillRect/>
            </a:stretch>
          </p:blipFill>
          <p:spPr>
            <a:xfrm>
              <a:off x="6898131" y="4652010"/>
              <a:ext cx="76200" cy="213613"/>
            </a:xfrm>
            <a:prstGeom prst="rect">
              <a:avLst/>
            </a:prstGeom>
          </p:spPr>
        </p:pic>
      </p:grpSp>
      <p:grpSp>
        <p:nvGrpSpPr>
          <p:cNvPr id="130" name="object 128"/>
          <p:cNvGrpSpPr/>
          <p:nvPr/>
        </p:nvGrpSpPr>
        <p:grpSpPr>
          <a:xfrm>
            <a:off x="7780856" y="4403565"/>
            <a:ext cx="1093470" cy="389255"/>
            <a:chOff x="7380605" y="4901057"/>
            <a:chExt cx="1093470" cy="389255"/>
          </a:xfrm>
        </p:grpSpPr>
        <p:pic>
          <p:nvPicPr>
            <p:cNvPr id="131" name="object 129"/>
            <p:cNvPicPr/>
            <p:nvPr/>
          </p:nvPicPr>
          <p:blipFill>
            <a:blip r:embed="rId49" cstate="print"/>
            <a:stretch>
              <a:fillRect/>
            </a:stretch>
          </p:blipFill>
          <p:spPr>
            <a:xfrm>
              <a:off x="7383780" y="4904232"/>
              <a:ext cx="332231" cy="381000"/>
            </a:xfrm>
            <a:prstGeom prst="rect">
              <a:avLst/>
            </a:prstGeom>
          </p:spPr>
        </p:pic>
        <p:sp>
          <p:nvSpPr>
            <p:cNvPr id="132" name="object 130"/>
            <p:cNvSpPr/>
            <p:nvPr/>
          </p:nvSpPr>
          <p:spPr>
            <a:xfrm>
              <a:off x="7383780" y="4904232"/>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EC7C30"/>
              </a:solidFill>
            </a:ln>
          </p:spPr>
          <p:txBody>
            <a:bodyPr wrap="square" lIns="0" tIns="0" rIns="0" bIns="0" rtlCol="0"/>
            <a:lstStyle/>
            <a:p/>
          </p:txBody>
        </p:sp>
        <p:pic>
          <p:nvPicPr>
            <p:cNvPr id="133" name="object 131"/>
            <p:cNvPicPr/>
            <p:nvPr/>
          </p:nvPicPr>
          <p:blipFill>
            <a:blip r:embed="rId4" cstate="print"/>
            <a:stretch>
              <a:fillRect/>
            </a:stretch>
          </p:blipFill>
          <p:spPr>
            <a:xfrm>
              <a:off x="7449312" y="5010912"/>
              <a:ext cx="207264" cy="213360"/>
            </a:xfrm>
            <a:prstGeom prst="rect">
              <a:avLst/>
            </a:prstGeom>
          </p:spPr>
        </p:pic>
        <p:pic>
          <p:nvPicPr>
            <p:cNvPr id="134" name="object 132"/>
            <p:cNvPicPr/>
            <p:nvPr/>
          </p:nvPicPr>
          <p:blipFill>
            <a:blip r:embed="rId53" cstate="print"/>
            <a:stretch>
              <a:fillRect/>
            </a:stretch>
          </p:blipFill>
          <p:spPr>
            <a:xfrm>
              <a:off x="7757160" y="4905756"/>
              <a:ext cx="332231" cy="381000"/>
            </a:xfrm>
            <a:prstGeom prst="rect">
              <a:avLst/>
            </a:prstGeom>
          </p:spPr>
        </p:pic>
        <p:sp>
          <p:nvSpPr>
            <p:cNvPr id="135" name="object 133"/>
            <p:cNvSpPr/>
            <p:nvPr/>
          </p:nvSpPr>
          <p:spPr>
            <a:xfrm>
              <a:off x="7757160" y="4905756"/>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FFC000"/>
              </a:solidFill>
            </a:ln>
          </p:spPr>
          <p:txBody>
            <a:bodyPr wrap="square" lIns="0" tIns="0" rIns="0" bIns="0" rtlCol="0"/>
            <a:lstStyle/>
            <a:p/>
          </p:txBody>
        </p:sp>
        <p:pic>
          <p:nvPicPr>
            <p:cNvPr id="136" name="object 134"/>
            <p:cNvPicPr/>
            <p:nvPr/>
          </p:nvPicPr>
          <p:blipFill>
            <a:blip r:embed="rId11" cstate="print"/>
            <a:stretch>
              <a:fillRect/>
            </a:stretch>
          </p:blipFill>
          <p:spPr>
            <a:xfrm>
              <a:off x="7857744" y="5036820"/>
              <a:ext cx="193548" cy="160019"/>
            </a:xfrm>
            <a:prstGeom prst="rect">
              <a:avLst/>
            </a:prstGeom>
          </p:spPr>
        </p:pic>
        <p:pic>
          <p:nvPicPr>
            <p:cNvPr id="137" name="object 135"/>
            <p:cNvPicPr/>
            <p:nvPr/>
          </p:nvPicPr>
          <p:blipFill>
            <a:blip r:embed="rId52" cstate="print"/>
            <a:stretch>
              <a:fillRect/>
            </a:stretch>
          </p:blipFill>
          <p:spPr>
            <a:xfrm>
              <a:off x="8138160" y="4904232"/>
              <a:ext cx="332231" cy="382524"/>
            </a:xfrm>
            <a:prstGeom prst="rect">
              <a:avLst/>
            </a:prstGeom>
          </p:spPr>
        </p:pic>
        <p:sp>
          <p:nvSpPr>
            <p:cNvPr id="138" name="object 136"/>
            <p:cNvSpPr/>
            <p:nvPr/>
          </p:nvSpPr>
          <p:spPr>
            <a:xfrm>
              <a:off x="8138160" y="4904232"/>
              <a:ext cx="332740" cy="382905"/>
            </a:xfrm>
            <a:custGeom>
              <a:avLst/>
              <a:gdLst/>
              <a:ahLst/>
              <a:cxnLst/>
              <a:rect l="l" t="t" r="r" b="b"/>
              <a:pathLst>
                <a:path w="332740" h="382904">
                  <a:moveTo>
                    <a:pt x="0" y="382524"/>
                  </a:moveTo>
                  <a:lnTo>
                    <a:pt x="332231" y="382524"/>
                  </a:lnTo>
                  <a:lnTo>
                    <a:pt x="332231" y="0"/>
                  </a:lnTo>
                  <a:lnTo>
                    <a:pt x="0" y="0"/>
                  </a:lnTo>
                  <a:lnTo>
                    <a:pt x="0" y="382524"/>
                  </a:lnTo>
                  <a:close/>
                </a:path>
              </a:pathLst>
            </a:custGeom>
            <a:ln w="6350">
              <a:solidFill>
                <a:srgbClr val="4471C4"/>
              </a:solidFill>
            </a:ln>
          </p:spPr>
          <p:txBody>
            <a:bodyPr wrap="square" lIns="0" tIns="0" rIns="0" bIns="0" rtlCol="0"/>
            <a:lstStyle/>
            <a:p/>
          </p:txBody>
        </p:sp>
        <p:pic>
          <p:nvPicPr>
            <p:cNvPr id="139" name="object 137"/>
            <p:cNvPicPr/>
            <p:nvPr/>
          </p:nvPicPr>
          <p:blipFill>
            <a:blip r:embed="rId15" cstate="print"/>
            <a:stretch>
              <a:fillRect/>
            </a:stretch>
          </p:blipFill>
          <p:spPr>
            <a:xfrm>
              <a:off x="8208264" y="5038344"/>
              <a:ext cx="205740" cy="149351"/>
            </a:xfrm>
            <a:prstGeom prst="rect">
              <a:avLst/>
            </a:prstGeom>
          </p:spPr>
        </p:pic>
      </p:grpSp>
      <p:pic>
        <p:nvPicPr>
          <p:cNvPr id="140" name="object 138"/>
          <p:cNvPicPr/>
          <p:nvPr/>
        </p:nvPicPr>
        <p:blipFill>
          <a:blip r:embed="rId54" cstate="print"/>
          <a:stretch>
            <a:fillRect/>
          </a:stretch>
        </p:blipFill>
        <p:spPr>
          <a:xfrm>
            <a:off x="8011995" y="4857081"/>
            <a:ext cx="111378" cy="215137"/>
          </a:xfrm>
          <a:prstGeom prst="rect">
            <a:avLst/>
          </a:prstGeom>
        </p:spPr>
      </p:pic>
      <p:grpSp>
        <p:nvGrpSpPr>
          <p:cNvPr id="141" name="object 139"/>
          <p:cNvGrpSpPr/>
          <p:nvPr/>
        </p:nvGrpSpPr>
        <p:grpSpPr>
          <a:xfrm>
            <a:off x="9117404" y="4403565"/>
            <a:ext cx="1091565" cy="392430"/>
            <a:chOff x="8717153" y="4901057"/>
            <a:chExt cx="1091565" cy="392430"/>
          </a:xfrm>
        </p:grpSpPr>
        <p:pic>
          <p:nvPicPr>
            <p:cNvPr id="142" name="object 140"/>
            <p:cNvPicPr/>
            <p:nvPr/>
          </p:nvPicPr>
          <p:blipFill>
            <a:blip r:embed="rId49" cstate="print"/>
            <a:stretch>
              <a:fillRect/>
            </a:stretch>
          </p:blipFill>
          <p:spPr>
            <a:xfrm>
              <a:off x="8720328" y="4904232"/>
              <a:ext cx="332231" cy="381000"/>
            </a:xfrm>
            <a:prstGeom prst="rect">
              <a:avLst/>
            </a:prstGeom>
          </p:spPr>
        </p:pic>
        <p:sp>
          <p:nvSpPr>
            <p:cNvPr id="143" name="object 141"/>
            <p:cNvSpPr/>
            <p:nvPr/>
          </p:nvSpPr>
          <p:spPr>
            <a:xfrm>
              <a:off x="8720328" y="4904232"/>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EC7C30"/>
              </a:solidFill>
            </a:ln>
          </p:spPr>
          <p:txBody>
            <a:bodyPr wrap="square" lIns="0" tIns="0" rIns="0" bIns="0" rtlCol="0"/>
            <a:lstStyle/>
            <a:p/>
          </p:txBody>
        </p:sp>
        <p:pic>
          <p:nvPicPr>
            <p:cNvPr id="144" name="object 142"/>
            <p:cNvPicPr/>
            <p:nvPr/>
          </p:nvPicPr>
          <p:blipFill>
            <a:blip r:embed="rId5" cstate="print"/>
            <a:stretch>
              <a:fillRect/>
            </a:stretch>
          </p:blipFill>
          <p:spPr>
            <a:xfrm>
              <a:off x="8784336" y="5010912"/>
              <a:ext cx="208788" cy="216407"/>
            </a:xfrm>
            <a:prstGeom prst="rect">
              <a:avLst/>
            </a:prstGeom>
          </p:spPr>
        </p:pic>
        <p:pic>
          <p:nvPicPr>
            <p:cNvPr id="145" name="object 143"/>
            <p:cNvPicPr/>
            <p:nvPr/>
          </p:nvPicPr>
          <p:blipFill>
            <a:blip r:embed="rId55" cstate="print"/>
            <a:stretch>
              <a:fillRect/>
            </a:stretch>
          </p:blipFill>
          <p:spPr>
            <a:xfrm>
              <a:off x="9092184" y="4907280"/>
              <a:ext cx="332231" cy="382523"/>
            </a:xfrm>
            <a:prstGeom prst="rect">
              <a:avLst/>
            </a:prstGeom>
          </p:spPr>
        </p:pic>
        <p:sp>
          <p:nvSpPr>
            <p:cNvPr id="146" name="object 144"/>
            <p:cNvSpPr/>
            <p:nvPr/>
          </p:nvSpPr>
          <p:spPr>
            <a:xfrm>
              <a:off x="9092184" y="4907280"/>
              <a:ext cx="332740" cy="382905"/>
            </a:xfrm>
            <a:custGeom>
              <a:avLst/>
              <a:gdLst/>
              <a:ahLst/>
              <a:cxnLst/>
              <a:rect l="l" t="t" r="r" b="b"/>
              <a:pathLst>
                <a:path w="332740" h="382904">
                  <a:moveTo>
                    <a:pt x="0" y="382524"/>
                  </a:moveTo>
                  <a:lnTo>
                    <a:pt x="332231" y="382524"/>
                  </a:lnTo>
                  <a:lnTo>
                    <a:pt x="332231" y="0"/>
                  </a:lnTo>
                  <a:lnTo>
                    <a:pt x="0" y="0"/>
                  </a:lnTo>
                  <a:lnTo>
                    <a:pt x="0" y="382524"/>
                  </a:lnTo>
                  <a:close/>
                </a:path>
              </a:pathLst>
            </a:custGeom>
            <a:ln w="6350">
              <a:solidFill>
                <a:srgbClr val="FFC000"/>
              </a:solidFill>
            </a:ln>
          </p:spPr>
          <p:txBody>
            <a:bodyPr wrap="square" lIns="0" tIns="0" rIns="0" bIns="0" rtlCol="0"/>
            <a:lstStyle/>
            <a:p/>
          </p:txBody>
        </p:sp>
        <p:pic>
          <p:nvPicPr>
            <p:cNvPr id="147" name="object 145"/>
            <p:cNvPicPr/>
            <p:nvPr/>
          </p:nvPicPr>
          <p:blipFill>
            <a:blip r:embed="rId12" cstate="print"/>
            <a:stretch>
              <a:fillRect/>
            </a:stretch>
          </p:blipFill>
          <p:spPr>
            <a:xfrm>
              <a:off x="9194292" y="5039868"/>
              <a:ext cx="195072" cy="160019"/>
            </a:xfrm>
            <a:prstGeom prst="rect">
              <a:avLst/>
            </a:prstGeom>
          </p:spPr>
        </p:pic>
        <p:pic>
          <p:nvPicPr>
            <p:cNvPr id="148" name="object 146"/>
            <p:cNvPicPr/>
            <p:nvPr/>
          </p:nvPicPr>
          <p:blipFill>
            <a:blip r:embed="rId16" cstate="print"/>
            <a:stretch>
              <a:fillRect/>
            </a:stretch>
          </p:blipFill>
          <p:spPr>
            <a:xfrm>
              <a:off x="9473184" y="4907280"/>
              <a:ext cx="332231" cy="381000"/>
            </a:xfrm>
            <a:prstGeom prst="rect">
              <a:avLst/>
            </a:prstGeom>
          </p:spPr>
        </p:pic>
        <p:sp>
          <p:nvSpPr>
            <p:cNvPr id="149" name="object 147"/>
            <p:cNvSpPr/>
            <p:nvPr/>
          </p:nvSpPr>
          <p:spPr>
            <a:xfrm>
              <a:off x="9473184" y="4907280"/>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4471C4"/>
              </a:solidFill>
            </a:ln>
          </p:spPr>
          <p:txBody>
            <a:bodyPr wrap="square" lIns="0" tIns="0" rIns="0" bIns="0" rtlCol="0"/>
            <a:lstStyle/>
            <a:p/>
          </p:txBody>
        </p:sp>
        <p:pic>
          <p:nvPicPr>
            <p:cNvPr id="150" name="object 148"/>
            <p:cNvPicPr/>
            <p:nvPr/>
          </p:nvPicPr>
          <p:blipFill>
            <a:blip r:embed="rId17" cstate="print"/>
            <a:stretch>
              <a:fillRect/>
            </a:stretch>
          </p:blipFill>
          <p:spPr>
            <a:xfrm>
              <a:off x="9543288" y="5039868"/>
              <a:ext cx="207264" cy="152400"/>
            </a:xfrm>
            <a:prstGeom prst="rect">
              <a:avLst/>
            </a:prstGeom>
          </p:spPr>
        </p:pic>
      </p:grpSp>
      <p:pic>
        <p:nvPicPr>
          <p:cNvPr id="151" name="object 149"/>
          <p:cNvPicPr/>
          <p:nvPr/>
        </p:nvPicPr>
        <p:blipFill>
          <a:blip r:embed="rId56" cstate="print"/>
          <a:stretch>
            <a:fillRect/>
          </a:stretch>
        </p:blipFill>
        <p:spPr>
          <a:xfrm>
            <a:off x="9350068" y="4843366"/>
            <a:ext cx="111378" cy="215137"/>
          </a:xfrm>
          <a:prstGeom prst="rect">
            <a:avLst/>
          </a:prstGeom>
        </p:spPr>
      </p:pic>
      <p:pic>
        <p:nvPicPr>
          <p:cNvPr id="152" name="object 150"/>
          <p:cNvPicPr/>
          <p:nvPr/>
        </p:nvPicPr>
        <p:blipFill>
          <a:blip r:embed="rId42" cstate="print"/>
          <a:stretch>
            <a:fillRect/>
          </a:stretch>
        </p:blipFill>
        <p:spPr>
          <a:xfrm>
            <a:off x="8282886" y="4846413"/>
            <a:ext cx="76200" cy="213613"/>
          </a:xfrm>
          <a:prstGeom prst="rect">
            <a:avLst/>
          </a:prstGeom>
        </p:spPr>
      </p:pic>
      <p:pic>
        <p:nvPicPr>
          <p:cNvPr id="153" name="object 151"/>
          <p:cNvPicPr/>
          <p:nvPr/>
        </p:nvPicPr>
        <p:blipFill>
          <a:blip r:embed="rId42" cstate="print"/>
          <a:stretch>
            <a:fillRect/>
          </a:stretch>
        </p:blipFill>
        <p:spPr>
          <a:xfrm>
            <a:off x="9619434" y="4847937"/>
            <a:ext cx="76200" cy="213613"/>
          </a:xfrm>
          <a:prstGeom prst="rect">
            <a:avLst/>
          </a:prstGeom>
        </p:spPr>
      </p:pic>
      <p:pic>
        <p:nvPicPr>
          <p:cNvPr id="154" name="object 152"/>
          <p:cNvPicPr/>
          <p:nvPr/>
        </p:nvPicPr>
        <p:blipFill>
          <a:blip r:embed="rId51" cstate="print"/>
          <a:stretch>
            <a:fillRect/>
          </a:stretch>
        </p:blipFill>
        <p:spPr>
          <a:xfrm>
            <a:off x="8528123" y="4838793"/>
            <a:ext cx="141985" cy="214375"/>
          </a:xfrm>
          <a:prstGeom prst="rect">
            <a:avLst/>
          </a:prstGeom>
        </p:spPr>
      </p:pic>
      <p:pic>
        <p:nvPicPr>
          <p:cNvPr id="155" name="object 153"/>
          <p:cNvPicPr/>
          <p:nvPr/>
        </p:nvPicPr>
        <p:blipFill>
          <a:blip r:embed="rId8" cstate="print"/>
          <a:stretch>
            <a:fillRect/>
          </a:stretch>
        </p:blipFill>
        <p:spPr>
          <a:xfrm>
            <a:off x="9863147" y="4840317"/>
            <a:ext cx="141985" cy="214376"/>
          </a:xfrm>
          <a:prstGeom prst="rect">
            <a:avLst/>
          </a:prstGeom>
        </p:spPr>
      </p:pic>
      <p:sp>
        <p:nvSpPr>
          <p:cNvPr id="156" name="object 154"/>
          <p:cNvSpPr txBox="1"/>
          <p:nvPr/>
        </p:nvSpPr>
        <p:spPr>
          <a:xfrm>
            <a:off x="6387285" y="3662266"/>
            <a:ext cx="3819525" cy="455930"/>
          </a:xfrm>
          <a:prstGeom prst="rect">
            <a:avLst/>
          </a:prstGeom>
          <a:solidFill>
            <a:srgbClr val="5B9BD4"/>
          </a:solidFill>
        </p:spPr>
        <p:txBody>
          <a:bodyPr vert="horz" wrap="square" lIns="0" tIns="75565" rIns="0" bIns="0" rtlCol="0">
            <a:spAutoFit/>
          </a:bodyPr>
          <a:lstStyle/>
          <a:p>
            <a:pPr marL="929640">
              <a:lnSpc>
                <a:spcPct val="100000"/>
              </a:lnSpc>
              <a:spcBef>
                <a:spcPts val="595"/>
              </a:spcBef>
            </a:pPr>
            <a:r>
              <a:rPr sz="1800" spc="-10" dirty="0">
                <a:solidFill>
                  <a:srgbClr val="FFFFFF"/>
                </a:solidFill>
                <a:latin typeface="Calibri" panose="020F0502020204030204"/>
                <a:cs typeface="Calibri" panose="020F0502020204030204"/>
              </a:rPr>
              <a:t>self-attention</a:t>
            </a:r>
            <a:r>
              <a:rPr sz="1800" spc="-40" dirty="0">
                <a:solidFill>
                  <a:srgbClr val="FFFFFF"/>
                </a:solidFill>
                <a:latin typeface="Calibri" panose="020F0502020204030204"/>
                <a:cs typeface="Calibri" panose="020F0502020204030204"/>
              </a:rPr>
              <a:t> </a:t>
            </a:r>
            <a:r>
              <a:rPr sz="1800" spc="-10" dirty="0">
                <a:solidFill>
                  <a:srgbClr val="FFFFFF"/>
                </a:solidFill>
                <a:latin typeface="Calibri" panose="020F0502020204030204"/>
                <a:cs typeface="Calibri" panose="020F0502020204030204"/>
              </a:rPr>
              <a:t>“layer”</a:t>
            </a:r>
            <a:endParaRPr sz="1800">
              <a:latin typeface="Calibri" panose="020F0502020204030204"/>
              <a:cs typeface="Calibri" panose="020F0502020204030204"/>
            </a:endParaRPr>
          </a:p>
        </p:txBody>
      </p:sp>
      <p:pic>
        <p:nvPicPr>
          <p:cNvPr id="157" name="object 155"/>
          <p:cNvPicPr/>
          <p:nvPr/>
        </p:nvPicPr>
        <p:blipFill>
          <a:blip r:embed="rId57" cstate="print"/>
          <a:stretch>
            <a:fillRect/>
          </a:stretch>
        </p:blipFill>
        <p:spPr>
          <a:xfrm>
            <a:off x="7926270" y="4139278"/>
            <a:ext cx="76200" cy="213613"/>
          </a:xfrm>
          <a:prstGeom prst="rect">
            <a:avLst/>
          </a:prstGeom>
        </p:spPr>
      </p:pic>
      <p:pic>
        <p:nvPicPr>
          <p:cNvPr id="158" name="object 156"/>
          <p:cNvPicPr/>
          <p:nvPr/>
        </p:nvPicPr>
        <p:blipFill>
          <a:blip r:embed="rId57" cstate="print"/>
          <a:stretch>
            <a:fillRect/>
          </a:stretch>
        </p:blipFill>
        <p:spPr>
          <a:xfrm>
            <a:off x="8711131" y="4139278"/>
            <a:ext cx="76200" cy="213613"/>
          </a:xfrm>
          <a:prstGeom prst="rect">
            <a:avLst/>
          </a:prstGeom>
        </p:spPr>
      </p:pic>
      <p:pic>
        <p:nvPicPr>
          <p:cNvPr id="159" name="object 157"/>
          <p:cNvPicPr/>
          <p:nvPr/>
        </p:nvPicPr>
        <p:blipFill>
          <a:blip r:embed="rId57" cstate="print"/>
          <a:stretch>
            <a:fillRect/>
          </a:stretch>
        </p:blipFill>
        <p:spPr>
          <a:xfrm>
            <a:off x="8307270" y="4134705"/>
            <a:ext cx="76200" cy="213613"/>
          </a:xfrm>
          <a:prstGeom prst="rect">
            <a:avLst/>
          </a:prstGeom>
        </p:spPr>
      </p:pic>
      <p:pic>
        <p:nvPicPr>
          <p:cNvPr id="160" name="object 158"/>
          <p:cNvPicPr/>
          <p:nvPr/>
        </p:nvPicPr>
        <p:blipFill>
          <a:blip r:embed="rId57" cstate="print"/>
          <a:stretch>
            <a:fillRect/>
          </a:stretch>
        </p:blipFill>
        <p:spPr>
          <a:xfrm>
            <a:off x="9252151" y="4139278"/>
            <a:ext cx="76200" cy="213613"/>
          </a:xfrm>
          <a:prstGeom prst="rect">
            <a:avLst/>
          </a:prstGeom>
        </p:spPr>
      </p:pic>
      <p:pic>
        <p:nvPicPr>
          <p:cNvPr id="161" name="object 159"/>
          <p:cNvPicPr/>
          <p:nvPr/>
        </p:nvPicPr>
        <p:blipFill>
          <a:blip r:embed="rId57" cstate="print"/>
          <a:stretch>
            <a:fillRect/>
          </a:stretch>
        </p:blipFill>
        <p:spPr>
          <a:xfrm>
            <a:off x="9633151" y="4134705"/>
            <a:ext cx="76200" cy="213613"/>
          </a:xfrm>
          <a:prstGeom prst="rect">
            <a:avLst/>
          </a:prstGeom>
        </p:spPr>
      </p:pic>
      <p:pic>
        <p:nvPicPr>
          <p:cNvPr id="162" name="object 160"/>
          <p:cNvPicPr/>
          <p:nvPr/>
        </p:nvPicPr>
        <p:blipFill>
          <a:blip r:embed="rId57" cstate="print"/>
          <a:stretch>
            <a:fillRect/>
          </a:stretch>
        </p:blipFill>
        <p:spPr>
          <a:xfrm>
            <a:off x="10038534" y="4139278"/>
            <a:ext cx="76200" cy="213613"/>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2"/>
          <p:cNvGrpSpPr/>
          <p:nvPr/>
        </p:nvGrpSpPr>
        <p:grpSpPr>
          <a:xfrm>
            <a:off x="830325" y="2509614"/>
            <a:ext cx="431800" cy="175895"/>
            <a:chOff x="830325" y="3050794"/>
            <a:chExt cx="431800" cy="175895"/>
          </a:xfrm>
        </p:grpSpPr>
        <p:sp>
          <p:nvSpPr>
            <p:cNvPr id="5" name="object 3"/>
            <p:cNvSpPr/>
            <p:nvPr/>
          </p:nvSpPr>
          <p:spPr>
            <a:xfrm>
              <a:off x="836675" y="3057144"/>
              <a:ext cx="419100" cy="163195"/>
            </a:xfrm>
            <a:custGeom>
              <a:avLst/>
              <a:gdLst/>
              <a:ahLst/>
              <a:cxnLst/>
              <a:rect l="l" t="t" r="r" b="b"/>
              <a:pathLst>
                <a:path w="419100" h="163194">
                  <a:moveTo>
                    <a:pt x="419100" y="0"/>
                  </a:moveTo>
                  <a:lnTo>
                    <a:pt x="0" y="0"/>
                  </a:lnTo>
                  <a:lnTo>
                    <a:pt x="0" y="163067"/>
                  </a:lnTo>
                  <a:lnTo>
                    <a:pt x="419100" y="163067"/>
                  </a:lnTo>
                  <a:lnTo>
                    <a:pt x="419100" y="0"/>
                  </a:lnTo>
                  <a:close/>
                </a:path>
              </a:pathLst>
            </a:custGeom>
            <a:solidFill>
              <a:srgbClr val="EC7C30"/>
            </a:solidFill>
          </p:spPr>
          <p:txBody>
            <a:bodyPr wrap="square" lIns="0" tIns="0" rIns="0" bIns="0" rtlCol="0"/>
            <a:lstStyle/>
            <a:p/>
          </p:txBody>
        </p:sp>
        <p:sp>
          <p:nvSpPr>
            <p:cNvPr id="6" name="object 4"/>
            <p:cNvSpPr/>
            <p:nvPr/>
          </p:nvSpPr>
          <p:spPr>
            <a:xfrm>
              <a:off x="836675" y="3057144"/>
              <a:ext cx="419100" cy="163195"/>
            </a:xfrm>
            <a:custGeom>
              <a:avLst/>
              <a:gdLst/>
              <a:ahLst/>
              <a:cxnLst/>
              <a:rect l="l" t="t" r="r" b="b"/>
              <a:pathLst>
                <a:path w="419100" h="163194">
                  <a:moveTo>
                    <a:pt x="0" y="163067"/>
                  </a:moveTo>
                  <a:lnTo>
                    <a:pt x="419100" y="163067"/>
                  </a:lnTo>
                  <a:lnTo>
                    <a:pt x="419100" y="0"/>
                  </a:lnTo>
                  <a:lnTo>
                    <a:pt x="0" y="0"/>
                  </a:lnTo>
                  <a:lnTo>
                    <a:pt x="0" y="163067"/>
                  </a:lnTo>
                  <a:close/>
                </a:path>
              </a:pathLst>
            </a:custGeom>
            <a:ln w="12700">
              <a:solidFill>
                <a:srgbClr val="AD5A20"/>
              </a:solidFill>
            </a:ln>
          </p:spPr>
          <p:txBody>
            <a:bodyPr wrap="square" lIns="0" tIns="0" rIns="0" bIns="0" rtlCol="0"/>
            <a:lstStyle/>
            <a:p/>
          </p:txBody>
        </p:sp>
      </p:grpSp>
      <p:grpSp>
        <p:nvGrpSpPr>
          <p:cNvPr id="7" name="object 5"/>
          <p:cNvGrpSpPr/>
          <p:nvPr/>
        </p:nvGrpSpPr>
        <p:grpSpPr>
          <a:xfrm>
            <a:off x="485901" y="1118455"/>
            <a:ext cx="3917315" cy="3483610"/>
            <a:chOff x="485901" y="1659635"/>
            <a:chExt cx="3917315" cy="3483610"/>
          </a:xfrm>
        </p:grpSpPr>
        <p:sp>
          <p:nvSpPr>
            <p:cNvPr id="8" name="object 6"/>
            <p:cNvSpPr/>
            <p:nvPr/>
          </p:nvSpPr>
          <p:spPr>
            <a:xfrm>
              <a:off x="2314956" y="2732531"/>
              <a:ext cx="417830" cy="483234"/>
            </a:xfrm>
            <a:custGeom>
              <a:avLst/>
              <a:gdLst/>
              <a:ahLst/>
              <a:cxnLst/>
              <a:rect l="l" t="t" r="r" b="b"/>
              <a:pathLst>
                <a:path w="417830" h="483235">
                  <a:moveTo>
                    <a:pt x="417575" y="0"/>
                  </a:moveTo>
                  <a:lnTo>
                    <a:pt x="0" y="0"/>
                  </a:lnTo>
                  <a:lnTo>
                    <a:pt x="0" y="483108"/>
                  </a:lnTo>
                  <a:lnTo>
                    <a:pt x="417575" y="483108"/>
                  </a:lnTo>
                  <a:lnTo>
                    <a:pt x="417575" y="0"/>
                  </a:lnTo>
                  <a:close/>
                </a:path>
              </a:pathLst>
            </a:custGeom>
            <a:solidFill>
              <a:srgbClr val="EC7C30"/>
            </a:solidFill>
          </p:spPr>
          <p:txBody>
            <a:bodyPr wrap="square" lIns="0" tIns="0" rIns="0" bIns="0" rtlCol="0"/>
            <a:lstStyle/>
            <a:p/>
          </p:txBody>
        </p:sp>
        <p:sp>
          <p:nvSpPr>
            <p:cNvPr id="9" name="object 7"/>
            <p:cNvSpPr/>
            <p:nvPr/>
          </p:nvSpPr>
          <p:spPr>
            <a:xfrm>
              <a:off x="2314956" y="2732531"/>
              <a:ext cx="417830" cy="483234"/>
            </a:xfrm>
            <a:custGeom>
              <a:avLst/>
              <a:gdLst/>
              <a:ahLst/>
              <a:cxnLst/>
              <a:rect l="l" t="t" r="r" b="b"/>
              <a:pathLst>
                <a:path w="417830" h="483235">
                  <a:moveTo>
                    <a:pt x="0" y="483108"/>
                  </a:moveTo>
                  <a:lnTo>
                    <a:pt x="417575" y="483108"/>
                  </a:lnTo>
                  <a:lnTo>
                    <a:pt x="417575" y="0"/>
                  </a:lnTo>
                  <a:lnTo>
                    <a:pt x="0" y="0"/>
                  </a:lnTo>
                  <a:lnTo>
                    <a:pt x="0" y="483108"/>
                  </a:lnTo>
                  <a:close/>
                </a:path>
              </a:pathLst>
            </a:custGeom>
            <a:ln w="12700">
              <a:solidFill>
                <a:srgbClr val="AD5A20"/>
              </a:solidFill>
            </a:ln>
          </p:spPr>
          <p:txBody>
            <a:bodyPr wrap="square" lIns="0" tIns="0" rIns="0" bIns="0" rtlCol="0"/>
            <a:lstStyle/>
            <a:p/>
          </p:txBody>
        </p:sp>
        <p:pic>
          <p:nvPicPr>
            <p:cNvPr id="10" name="object 8"/>
            <p:cNvPicPr/>
            <p:nvPr/>
          </p:nvPicPr>
          <p:blipFill>
            <a:blip r:embed="rId1" cstate="print"/>
            <a:stretch>
              <a:fillRect/>
            </a:stretch>
          </p:blipFill>
          <p:spPr>
            <a:xfrm>
              <a:off x="573023" y="4500371"/>
              <a:ext cx="332232" cy="382524"/>
            </a:xfrm>
            <a:prstGeom prst="rect">
              <a:avLst/>
            </a:prstGeom>
          </p:spPr>
        </p:pic>
        <p:sp>
          <p:nvSpPr>
            <p:cNvPr id="11" name="object 9"/>
            <p:cNvSpPr/>
            <p:nvPr/>
          </p:nvSpPr>
          <p:spPr>
            <a:xfrm>
              <a:off x="573023" y="4500371"/>
              <a:ext cx="332740" cy="382905"/>
            </a:xfrm>
            <a:custGeom>
              <a:avLst/>
              <a:gdLst/>
              <a:ahLst/>
              <a:cxnLst/>
              <a:rect l="l" t="t" r="r" b="b"/>
              <a:pathLst>
                <a:path w="332740" h="382904">
                  <a:moveTo>
                    <a:pt x="0" y="382523"/>
                  </a:moveTo>
                  <a:lnTo>
                    <a:pt x="332232" y="382523"/>
                  </a:lnTo>
                  <a:lnTo>
                    <a:pt x="332232" y="0"/>
                  </a:lnTo>
                  <a:lnTo>
                    <a:pt x="0" y="0"/>
                  </a:lnTo>
                  <a:lnTo>
                    <a:pt x="0" y="382523"/>
                  </a:lnTo>
                  <a:close/>
                </a:path>
              </a:pathLst>
            </a:custGeom>
            <a:ln w="6350">
              <a:solidFill>
                <a:srgbClr val="EC7C30"/>
              </a:solidFill>
            </a:ln>
          </p:spPr>
          <p:txBody>
            <a:bodyPr wrap="square" lIns="0" tIns="0" rIns="0" bIns="0" rtlCol="0"/>
            <a:lstStyle/>
            <a:p/>
          </p:txBody>
        </p:sp>
        <p:pic>
          <p:nvPicPr>
            <p:cNvPr id="12" name="object 10"/>
            <p:cNvPicPr/>
            <p:nvPr/>
          </p:nvPicPr>
          <p:blipFill>
            <a:blip r:embed="rId2" cstate="print"/>
            <a:stretch>
              <a:fillRect/>
            </a:stretch>
          </p:blipFill>
          <p:spPr>
            <a:xfrm>
              <a:off x="637031" y="4607051"/>
              <a:ext cx="202692" cy="213360"/>
            </a:xfrm>
            <a:prstGeom prst="rect">
              <a:avLst/>
            </a:prstGeom>
          </p:spPr>
        </p:pic>
        <p:pic>
          <p:nvPicPr>
            <p:cNvPr id="13" name="object 11"/>
            <p:cNvPicPr/>
            <p:nvPr/>
          </p:nvPicPr>
          <p:blipFill>
            <a:blip r:embed="rId3" cstate="print"/>
            <a:stretch>
              <a:fillRect/>
            </a:stretch>
          </p:blipFill>
          <p:spPr>
            <a:xfrm>
              <a:off x="796455" y="4927853"/>
              <a:ext cx="111302" cy="215137"/>
            </a:xfrm>
            <a:prstGeom prst="rect">
              <a:avLst/>
            </a:prstGeom>
          </p:spPr>
        </p:pic>
        <p:pic>
          <p:nvPicPr>
            <p:cNvPr id="14" name="object 12"/>
            <p:cNvPicPr/>
            <p:nvPr/>
          </p:nvPicPr>
          <p:blipFill>
            <a:blip r:embed="rId1" cstate="print"/>
            <a:stretch>
              <a:fillRect/>
            </a:stretch>
          </p:blipFill>
          <p:spPr>
            <a:xfrm>
              <a:off x="1970531" y="4491227"/>
              <a:ext cx="332231" cy="382524"/>
            </a:xfrm>
            <a:prstGeom prst="rect">
              <a:avLst/>
            </a:prstGeom>
          </p:spPr>
        </p:pic>
        <p:sp>
          <p:nvSpPr>
            <p:cNvPr id="15" name="object 13"/>
            <p:cNvSpPr/>
            <p:nvPr/>
          </p:nvSpPr>
          <p:spPr>
            <a:xfrm>
              <a:off x="1970531" y="4491227"/>
              <a:ext cx="332740" cy="382905"/>
            </a:xfrm>
            <a:custGeom>
              <a:avLst/>
              <a:gdLst/>
              <a:ahLst/>
              <a:cxnLst/>
              <a:rect l="l" t="t" r="r" b="b"/>
              <a:pathLst>
                <a:path w="332739" h="382904">
                  <a:moveTo>
                    <a:pt x="0" y="382524"/>
                  </a:moveTo>
                  <a:lnTo>
                    <a:pt x="332231" y="382524"/>
                  </a:lnTo>
                  <a:lnTo>
                    <a:pt x="332231" y="0"/>
                  </a:lnTo>
                  <a:lnTo>
                    <a:pt x="0" y="0"/>
                  </a:lnTo>
                  <a:lnTo>
                    <a:pt x="0" y="382524"/>
                  </a:lnTo>
                  <a:close/>
                </a:path>
              </a:pathLst>
            </a:custGeom>
            <a:ln w="6350">
              <a:solidFill>
                <a:srgbClr val="EC7C30"/>
              </a:solidFill>
            </a:ln>
          </p:spPr>
          <p:txBody>
            <a:bodyPr wrap="square" lIns="0" tIns="0" rIns="0" bIns="0" rtlCol="0"/>
            <a:lstStyle/>
            <a:p/>
          </p:txBody>
        </p:sp>
        <p:pic>
          <p:nvPicPr>
            <p:cNvPr id="16" name="object 14"/>
            <p:cNvPicPr/>
            <p:nvPr/>
          </p:nvPicPr>
          <p:blipFill>
            <a:blip r:embed="rId4" cstate="print"/>
            <a:stretch>
              <a:fillRect/>
            </a:stretch>
          </p:blipFill>
          <p:spPr>
            <a:xfrm>
              <a:off x="2036063" y="4597907"/>
              <a:ext cx="207263" cy="213360"/>
            </a:xfrm>
            <a:prstGeom prst="rect">
              <a:avLst/>
            </a:prstGeom>
          </p:spPr>
        </p:pic>
        <p:pic>
          <p:nvPicPr>
            <p:cNvPr id="17" name="object 15"/>
            <p:cNvPicPr/>
            <p:nvPr/>
          </p:nvPicPr>
          <p:blipFill>
            <a:blip r:embed="rId1" cstate="print"/>
            <a:stretch>
              <a:fillRect/>
            </a:stretch>
          </p:blipFill>
          <p:spPr>
            <a:xfrm>
              <a:off x="3305556" y="4491227"/>
              <a:ext cx="333755" cy="382524"/>
            </a:xfrm>
            <a:prstGeom prst="rect">
              <a:avLst/>
            </a:prstGeom>
          </p:spPr>
        </p:pic>
        <p:sp>
          <p:nvSpPr>
            <p:cNvPr id="18" name="object 16"/>
            <p:cNvSpPr/>
            <p:nvPr/>
          </p:nvSpPr>
          <p:spPr>
            <a:xfrm>
              <a:off x="3305556" y="4491227"/>
              <a:ext cx="334010" cy="382905"/>
            </a:xfrm>
            <a:custGeom>
              <a:avLst/>
              <a:gdLst/>
              <a:ahLst/>
              <a:cxnLst/>
              <a:rect l="l" t="t" r="r" b="b"/>
              <a:pathLst>
                <a:path w="334010" h="382904">
                  <a:moveTo>
                    <a:pt x="0" y="382524"/>
                  </a:moveTo>
                  <a:lnTo>
                    <a:pt x="333755" y="382524"/>
                  </a:lnTo>
                  <a:lnTo>
                    <a:pt x="333755" y="0"/>
                  </a:lnTo>
                  <a:lnTo>
                    <a:pt x="0" y="0"/>
                  </a:lnTo>
                  <a:lnTo>
                    <a:pt x="0" y="382524"/>
                  </a:lnTo>
                  <a:close/>
                </a:path>
              </a:pathLst>
            </a:custGeom>
            <a:ln w="6350">
              <a:solidFill>
                <a:srgbClr val="EC7C30"/>
              </a:solidFill>
            </a:ln>
          </p:spPr>
          <p:txBody>
            <a:bodyPr wrap="square" lIns="0" tIns="0" rIns="0" bIns="0" rtlCol="0"/>
            <a:lstStyle/>
            <a:p/>
          </p:txBody>
        </p:sp>
        <p:pic>
          <p:nvPicPr>
            <p:cNvPr id="19" name="object 17"/>
            <p:cNvPicPr/>
            <p:nvPr/>
          </p:nvPicPr>
          <p:blipFill>
            <a:blip r:embed="rId5" cstate="print"/>
            <a:stretch>
              <a:fillRect/>
            </a:stretch>
          </p:blipFill>
          <p:spPr>
            <a:xfrm>
              <a:off x="3371087" y="4597907"/>
              <a:ext cx="208787" cy="216407"/>
            </a:xfrm>
            <a:prstGeom prst="rect">
              <a:avLst/>
            </a:prstGeom>
          </p:spPr>
        </p:pic>
        <p:pic>
          <p:nvPicPr>
            <p:cNvPr id="20" name="object 18"/>
            <p:cNvPicPr/>
            <p:nvPr/>
          </p:nvPicPr>
          <p:blipFill>
            <a:blip r:embed="rId6" cstate="print"/>
            <a:stretch>
              <a:fillRect/>
            </a:stretch>
          </p:blipFill>
          <p:spPr>
            <a:xfrm>
              <a:off x="944879" y="4491227"/>
              <a:ext cx="332231" cy="382524"/>
            </a:xfrm>
            <a:prstGeom prst="rect">
              <a:avLst/>
            </a:prstGeom>
          </p:spPr>
        </p:pic>
        <p:sp>
          <p:nvSpPr>
            <p:cNvPr id="21" name="object 19"/>
            <p:cNvSpPr/>
            <p:nvPr/>
          </p:nvSpPr>
          <p:spPr>
            <a:xfrm>
              <a:off x="944879" y="4491227"/>
              <a:ext cx="332740" cy="382905"/>
            </a:xfrm>
            <a:custGeom>
              <a:avLst/>
              <a:gdLst/>
              <a:ahLst/>
              <a:cxnLst/>
              <a:rect l="l" t="t" r="r" b="b"/>
              <a:pathLst>
                <a:path w="332740" h="382904">
                  <a:moveTo>
                    <a:pt x="0" y="382524"/>
                  </a:moveTo>
                  <a:lnTo>
                    <a:pt x="332231" y="382524"/>
                  </a:lnTo>
                  <a:lnTo>
                    <a:pt x="332231" y="0"/>
                  </a:lnTo>
                  <a:lnTo>
                    <a:pt x="0" y="0"/>
                  </a:lnTo>
                  <a:lnTo>
                    <a:pt x="0" y="382524"/>
                  </a:lnTo>
                  <a:close/>
                </a:path>
              </a:pathLst>
            </a:custGeom>
            <a:ln w="6350">
              <a:solidFill>
                <a:srgbClr val="FFC000"/>
              </a:solidFill>
            </a:ln>
          </p:spPr>
          <p:txBody>
            <a:bodyPr wrap="square" lIns="0" tIns="0" rIns="0" bIns="0" rtlCol="0"/>
            <a:lstStyle/>
            <a:p/>
          </p:txBody>
        </p:sp>
        <p:pic>
          <p:nvPicPr>
            <p:cNvPr id="22" name="object 20"/>
            <p:cNvPicPr/>
            <p:nvPr/>
          </p:nvPicPr>
          <p:blipFill>
            <a:blip r:embed="rId7" cstate="print"/>
            <a:stretch>
              <a:fillRect/>
            </a:stretch>
          </p:blipFill>
          <p:spPr>
            <a:xfrm>
              <a:off x="1045463" y="4623815"/>
              <a:ext cx="187452" cy="160019"/>
            </a:xfrm>
            <a:prstGeom prst="rect">
              <a:avLst/>
            </a:prstGeom>
          </p:spPr>
        </p:pic>
        <p:pic>
          <p:nvPicPr>
            <p:cNvPr id="23" name="object 21"/>
            <p:cNvPicPr/>
            <p:nvPr/>
          </p:nvPicPr>
          <p:blipFill>
            <a:blip r:embed="rId8" cstate="print"/>
            <a:stretch>
              <a:fillRect/>
            </a:stretch>
          </p:blipFill>
          <p:spPr>
            <a:xfrm>
              <a:off x="1314068" y="4924805"/>
              <a:ext cx="141986" cy="214375"/>
            </a:xfrm>
            <a:prstGeom prst="rect">
              <a:avLst/>
            </a:prstGeom>
          </p:spPr>
        </p:pic>
        <p:pic>
          <p:nvPicPr>
            <p:cNvPr id="24" name="object 22"/>
            <p:cNvPicPr/>
            <p:nvPr/>
          </p:nvPicPr>
          <p:blipFill>
            <a:blip r:embed="rId9" cstate="print"/>
            <a:stretch>
              <a:fillRect/>
            </a:stretch>
          </p:blipFill>
          <p:spPr>
            <a:xfrm>
              <a:off x="1071867" y="4929377"/>
              <a:ext cx="76161" cy="213614"/>
            </a:xfrm>
            <a:prstGeom prst="rect">
              <a:avLst/>
            </a:prstGeom>
          </p:spPr>
        </p:pic>
        <p:pic>
          <p:nvPicPr>
            <p:cNvPr id="25" name="object 23"/>
            <p:cNvPicPr/>
            <p:nvPr/>
          </p:nvPicPr>
          <p:blipFill>
            <a:blip r:embed="rId10" cstate="print"/>
            <a:stretch>
              <a:fillRect/>
            </a:stretch>
          </p:blipFill>
          <p:spPr>
            <a:xfrm>
              <a:off x="2342387" y="4494275"/>
              <a:ext cx="333756" cy="381000"/>
            </a:xfrm>
            <a:prstGeom prst="rect">
              <a:avLst/>
            </a:prstGeom>
          </p:spPr>
        </p:pic>
        <p:sp>
          <p:nvSpPr>
            <p:cNvPr id="26" name="object 24"/>
            <p:cNvSpPr/>
            <p:nvPr/>
          </p:nvSpPr>
          <p:spPr>
            <a:xfrm>
              <a:off x="2342387" y="4494275"/>
              <a:ext cx="334010" cy="381000"/>
            </a:xfrm>
            <a:custGeom>
              <a:avLst/>
              <a:gdLst/>
              <a:ahLst/>
              <a:cxnLst/>
              <a:rect l="l" t="t" r="r" b="b"/>
              <a:pathLst>
                <a:path w="334010" h="381000">
                  <a:moveTo>
                    <a:pt x="0" y="381000"/>
                  </a:moveTo>
                  <a:lnTo>
                    <a:pt x="333756" y="381000"/>
                  </a:lnTo>
                  <a:lnTo>
                    <a:pt x="333756" y="0"/>
                  </a:lnTo>
                  <a:lnTo>
                    <a:pt x="0" y="0"/>
                  </a:lnTo>
                  <a:lnTo>
                    <a:pt x="0" y="381000"/>
                  </a:lnTo>
                  <a:close/>
                </a:path>
              </a:pathLst>
            </a:custGeom>
            <a:ln w="6350">
              <a:solidFill>
                <a:srgbClr val="FFC000"/>
              </a:solidFill>
            </a:ln>
          </p:spPr>
          <p:txBody>
            <a:bodyPr wrap="square" lIns="0" tIns="0" rIns="0" bIns="0" rtlCol="0"/>
            <a:lstStyle/>
            <a:p/>
          </p:txBody>
        </p:sp>
        <p:pic>
          <p:nvPicPr>
            <p:cNvPr id="27" name="object 25"/>
            <p:cNvPicPr/>
            <p:nvPr/>
          </p:nvPicPr>
          <p:blipFill>
            <a:blip r:embed="rId11" cstate="print"/>
            <a:stretch>
              <a:fillRect/>
            </a:stretch>
          </p:blipFill>
          <p:spPr>
            <a:xfrm>
              <a:off x="2444495" y="4625339"/>
              <a:ext cx="193548" cy="160019"/>
            </a:xfrm>
            <a:prstGeom prst="rect">
              <a:avLst/>
            </a:prstGeom>
          </p:spPr>
        </p:pic>
        <p:pic>
          <p:nvPicPr>
            <p:cNvPr id="28" name="object 26"/>
            <p:cNvPicPr/>
            <p:nvPr/>
          </p:nvPicPr>
          <p:blipFill>
            <a:blip r:embed="rId6" cstate="print"/>
            <a:stretch>
              <a:fillRect/>
            </a:stretch>
          </p:blipFill>
          <p:spPr>
            <a:xfrm>
              <a:off x="3678935" y="4495800"/>
              <a:ext cx="332232" cy="382524"/>
            </a:xfrm>
            <a:prstGeom prst="rect">
              <a:avLst/>
            </a:prstGeom>
          </p:spPr>
        </p:pic>
        <p:sp>
          <p:nvSpPr>
            <p:cNvPr id="29" name="object 27"/>
            <p:cNvSpPr/>
            <p:nvPr/>
          </p:nvSpPr>
          <p:spPr>
            <a:xfrm>
              <a:off x="3678935" y="4495800"/>
              <a:ext cx="332740" cy="382905"/>
            </a:xfrm>
            <a:custGeom>
              <a:avLst/>
              <a:gdLst/>
              <a:ahLst/>
              <a:cxnLst/>
              <a:rect l="l" t="t" r="r" b="b"/>
              <a:pathLst>
                <a:path w="332739" h="382904">
                  <a:moveTo>
                    <a:pt x="0" y="382524"/>
                  </a:moveTo>
                  <a:lnTo>
                    <a:pt x="332232" y="382524"/>
                  </a:lnTo>
                  <a:lnTo>
                    <a:pt x="332232" y="0"/>
                  </a:lnTo>
                  <a:lnTo>
                    <a:pt x="0" y="0"/>
                  </a:lnTo>
                  <a:lnTo>
                    <a:pt x="0" y="382524"/>
                  </a:lnTo>
                  <a:close/>
                </a:path>
              </a:pathLst>
            </a:custGeom>
            <a:ln w="6349">
              <a:solidFill>
                <a:srgbClr val="FFC000"/>
              </a:solidFill>
            </a:ln>
          </p:spPr>
          <p:txBody>
            <a:bodyPr wrap="square" lIns="0" tIns="0" rIns="0" bIns="0" rtlCol="0"/>
            <a:lstStyle/>
            <a:p/>
          </p:txBody>
        </p:sp>
        <p:pic>
          <p:nvPicPr>
            <p:cNvPr id="30" name="object 28"/>
            <p:cNvPicPr/>
            <p:nvPr/>
          </p:nvPicPr>
          <p:blipFill>
            <a:blip r:embed="rId12" cstate="print"/>
            <a:stretch>
              <a:fillRect/>
            </a:stretch>
          </p:blipFill>
          <p:spPr>
            <a:xfrm>
              <a:off x="3779519" y="4626863"/>
              <a:ext cx="195072" cy="160019"/>
            </a:xfrm>
            <a:prstGeom prst="rect">
              <a:avLst/>
            </a:prstGeom>
          </p:spPr>
        </p:pic>
        <p:pic>
          <p:nvPicPr>
            <p:cNvPr id="31" name="object 29"/>
            <p:cNvPicPr/>
            <p:nvPr/>
          </p:nvPicPr>
          <p:blipFill>
            <a:blip r:embed="rId13" cstate="print"/>
            <a:stretch>
              <a:fillRect/>
            </a:stretch>
          </p:blipFill>
          <p:spPr>
            <a:xfrm>
              <a:off x="1322831" y="4492751"/>
              <a:ext cx="332231" cy="382524"/>
            </a:xfrm>
            <a:prstGeom prst="rect">
              <a:avLst/>
            </a:prstGeom>
          </p:spPr>
        </p:pic>
        <p:sp>
          <p:nvSpPr>
            <p:cNvPr id="32" name="object 30"/>
            <p:cNvSpPr/>
            <p:nvPr/>
          </p:nvSpPr>
          <p:spPr>
            <a:xfrm>
              <a:off x="1322831" y="4492751"/>
              <a:ext cx="332740" cy="382905"/>
            </a:xfrm>
            <a:custGeom>
              <a:avLst/>
              <a:gdLst/>
              <a:ahLst/>
              <a:cxnLst/>
              <a:rect l="l" t="t" r="r" b="b"/>
              <a:pathLst>
                <a:path w="332739" h="382904">
                  <a:moveTo>
                    <a:pt x="0" y="382524"/>
                  </a:moveTo>
                  <a:lnTo>
                    <a:pt x="332231" y="382524"/>
                  </a:lnTo>
                  <a:lnTo>
                    <a:pt x="332231" y="0"/>
                  </a:lnTo>
                  <a:lnTo>
                    <a:pt x="0" y="0"/>
                  </a:lnTo>
                  <a:lnTo>
                    <a:pt x="0" y="382524"/>
                  </a:lnTo>
                  <a:close/>
                </a:path>
              </a:pathLst>
            </a:custGeom>
            <a:ln w="6350">
              <a:solidFill>
                <a:srgbClr val="4471C4"/>
              </a:solidFill>
            </a:ln>
          </p:spPr>
          <p:txBody>
            <a:bodyPr wrap="square" lIns="0" tIns="0" rIns="0" bIns="0" rtlCol="0"/>
            <a:lstStyle/>
            <a:p/>
          </p:txBody>
        </p:sp>
        <p:pic>
          <p:nvPicPr>
            <p:cNvPr id="33" name="object 31"/>
            <p:cNvPicPr/>
            <p:nvPr/>
          </p:nvPicPr>
          <p:blipFill>
            <a:blip r:embed="rId14" cstate="print"/>
            <a:stretch>
              <a:fillRect/>
            </a:stretch>
          </p:blipFill>
          <p:spPr>
            <a:xfrm>
              <a:off x="1394459" y="4625339"/>
              <a:ext cx="199644" cy="149351"/>
            </a:xfrm>
            <a:prstGeom prst="rect">
              <a:avLst/>
            </a:prstGeom>
          </p:spPr>
        </p:pic>
        <p:pic>
          <p:nvPicPr>
            <p:cNvPr id="34" name="object 32"/>
            <p:cNvPicPr/>
            <p:nvPr/>
          </p:nvPicPr>
          <p:blipFill>
            <a:blip r:embed="rId13" cstate="print"/>
            <a:stretch>
              <a:fillRect/>
            </a:stretch>
          </p:blipFill>
          <p:spPr>
            <a:xfrm>
              <a:off x="2723387" y="4492751"/>
              <a:ext cx="333756" cy="382524"/>
            </a:xfrm>
            <a:prstGeom prst="rect">
              <a:avLst/>
            </a:prstGeom>
          </p:spPr>
        </p:pic>
        <p:sp>
          <p:nvSpPr>
            <p:cNvPr id="35" name="object 33"/>
            <p:cNvSpPr/>
            <p:nvPr/>
          </p:nvSpPr>
          <p:spPr>
            <a:xfrm>
              <a:off x="2723387" y="4492751"/>
              <a:ext cx="334010" cy="382905"/>
            </a:xfrm>
            <a:custGeom>
              <a:avLst/>
              <a:gdLst/>
              <a:ahLst/>
              <a:cxnLst/>
              <a:rect l="l" t="t" r="r" b="b"/>
              <a:pathLst>
                <a:path w="334010" h="382904">
                  <a:moveTo>
                    <a:pt x="0" y="382524"/>
                  </a:moveTo>
                  <a:lnTo>
                    <a:pt x="333756" y="382524"/>
                  </a:lnTo>
                  <a:lnTo>
                    <a:pt x="333756" y="0"/>
                  </a:lnTo>
                  <a:lnTo>
                    <a:pt x="0" y="0"/>
                  </a:lnTo>
                  <a:lnTo>
                    <a:pt x="0" y="382524"/>
                  </a:lnTo>
                  <a:close/>
                </a:path>
              </a:pathLst>
            </a:custGeom>
            <a:ln w="6350">
              <a:solidFill>
                <a:srgbClr val="4471C4"/>
              </a:solidFill>
            </a:ln>
          </p:spPr>
          <p:txBody>
            <a:bodyPr wrap="square" lIns="0" tIns="0" rIns="0" bIns="0" rtlCol="0"/>
            <a:lstStyle/>
            <a:p/>
          </p:txBody>
        </p:sp>
        <p:pic>
          <p:nvPicPr>
            <p:cNvPr id="36" name="object 34"/>
            <p:cNvPicPr/>
            <p:nvPr/>
          </p:nvPicPr>
          <p:blipFill>
            <a:blip r:embed="rId15" cstate="print"/>
            <a:stretch>
              <a:fillRect/>
            </a:stretch>
          </p:blipFill>
          <p:spPr>
            <a:xfrm>
              <a:off x="2795016" y="4625339"/>
              <a:ext cx="205739" cy="149351"/>
            </a:xfrm>
            <a:prstGeom prst="rect">
              <a:avLst/>
            </a:prstGeom>
          </p:spPr>
        </p:pic>
        <p:pic>
          <p:nvPicPr>
            <p:cNvPr id="37" name="object 35"/>
            <p:cNvPicPr/>
            <p:nvPr/>
          </p:nvPicPr>
          <p:blipFill>
            <a:blip r:embed="rId16" cstate="print"/>
            <a:stretch>
              <a:fillRect/>
            </a:stretch>
          </p:blipFill>
          <p:spPr>
            <a:xfrm>
              <a:off x="4058411" y="4495800"/>
              <a:ext cx="333756" cy="381000"/>
            </a:xfrm>
            <a:prstGeom prst="rect">
              <a:avLst/>
            </a:prstGeom>
          </p:spPr>
        </p:pic>
        <p:sp>
          <p:nvSpPr>
            <p:cNvPr id="38" name="object 36"/>
            <p:cNvSpPr/>
            <p:nvPr/>
          </p:nvSpPr>
          <p:spPr>
            <a:xfrm>
              <a:off x="4058411" y="4495800"/>
              <a:ext cx="334010" cy="381000"/>
            </a:xfrm>
            <a:custGeom>
              <a:avLst/>
              <a:gdLst/>
              <a:ahLst/>
              <a:cxnLst/>
              <a:rect l="l" t="t" r="r" b="b"/>
              <a:pathLst>
                <a:path w="334010" h="381000">
                  <a:moveTo>
                    <a:pt x="0" y="381000"/>
                  </a:moveTo>
                  <a:lnTo>
                    <a:pt x="333756" y="381000"/>
                  </a:lnTo>
                  <a:lnTo>
                    <a:pt x="333756" y="0"/>
                  </a:lnTo>
                  <a:lnTo>
                    <a:pt x="0" y="0"/>
                  </a:lnTo>
                  <a:lnTo>
                    <a:pt x="0" y="381000"/>
                  </a:lnTo>
                  <a:close/>
                </a:path>
              </a:pathLst>
            </a:custGeom>
            <a:ln w="6350">
              <a:solidFill>
                <a:srgbClr val="4471C4"/>
              </a:solidFill>
            </a:ln>
          </p:spPr>
          <p:txBody>
            <a:bodyPr wrap="square" lIns="0" tIns="0" rIns="0" bIns="0" rtlCol="0"/>
            <a:lstStyle/>
            <a:p/>
          </p:txBody>
        </p:sp>
        <p:pic>
          <p:nvPicPr>
            <p:cNvPr id="39" name="object 37"/>
            <p:cNvPicPr/>
            <p:nvPr/>
          </p:nvPicPr>
          <p:blipFill>
            <a:blip r:embed="rId17" cstate="print"/>
            <a:stretch>
              <a:fillRect/>
            </a:stretch>
          </p:blipFill>
          <p:spPr>
            <a:xfrm>
              <a:off x="4130040" y="4628387"/>
              <a:ext cx="207263" cy="152400"/>
            </a:xfrm>
            <a:prstGeom prst="rect">
              <a:avLst/>
            </a:prstGeom>
          </p:spPr>
        </p:pic>
        <p:sp>
          <p:nvSpPr>
            <p:cNvPr id="40" name="object 38"/>
            <p:cNvSpPr/>
            <p:nvPr/>
          </p:nvSpPr>
          <p:spPr>
            <a:xfrm>
              <a:off x="576834" y="3851909"/>
              <a:ext cx="2874645" cy="601980"/>
            </a:xfrm>
            <a:custGeom>
              <a:avLst/>
              <a:gdLst/>
              <a:ahLst/>
              <a:cxnLst/>
              <a:rect l="l" t="t" r="r" b="b"/>
              <a:pathLst>
                <a:path w="2874645" h="601979">
                  <a:moveTo>
                    <a:pt x="76200" y="76200"/>
                  </a:moveTo>
                  <a:lnTo>
                    <a:pt x="69850" y="63500"/>
                  </a:lnTo>
                  <a:lnTo>
                    <a:pt x="38100" y="0"/>
                  </a:lnTo>
                  <a:lnTo>
                    <a:pt x="0" y="76200"/>
                  </a:lnTo>
                  <a:lnTo>
                    <a:pt x="28575" y="76200"/>
                  </a:lnTo>
                  <a:lnTo>
                    <a:pt x="28575" y="530098"/>
                  </a:lnTo>
                  <a:lnTo>
                    <a:pt x="47625" y="530098"/>
                  </a:lnTo>
                  <a:lnTo>
                    <a:pt x="47625" y="76200"/>
                  </a:lnTo>
                  <a:lnTo>
                    <a:pt x="76200" y="76200"/>
                  </a:lnTo>
                  <a:close/>
                </a:path>
                <a:path w="2874645" h="601979">
                  <a:moveTo>
                    <a:pt x="264058" y="121285"/>
                  </a:moveTo>
                  <a:lnTo>
                    <a:pt x="263779" y="121031"/>
                  </a:lnTo>
                  <a:lnTo>
                    <a:pt x="263347" y="120650"/>
                  </a:lnTo>
                  <a:lnTo>
                    <a:pt x="261620" y="119253"/>
                  </a:lnTo>
                  <a:lnTo>
                    <a:pt x="261404" y="119087"/>
                  </a:lnTo>
                  <a:lnTo>
                    <a:pt x="259727" y="117729"/>
                  </a:lnTo>
                  <a:lnTo>
                    <a:pt x="222059" y="98933"/>
                  </a:lnTo>
                  <a:lnTo>
                    <a:pt x="213093" y="98933"/>
                  </a:lnTo>
                  <a:lnTo>
                    <a:pt x="179273" y="120650"/>
                  </a:lnTo>
                  <a:lnTo>
                    <a:pt x="160070" y="157607"/>
                  </a:lnTo>
                  <a:lnTo>
                    <a:pt x="145326" y="207772"/>
                  </a:lnTo>
                  <a:lnTo>
                    <a:pt x="136156" y="253238"/>
                  </a:lnTo>
                  <a:lnTo>
                    <a:pt x="128295" y="304165"/>
                  </a:lnTo>
                  <a:lnTo>
                    <a:pt x="119494" y="378587"/>
                  </a:lnTo>
                  <a:lnTo>
                    <a:pt x="115481" y="417957"/>
                  </a:lnTo>
                  <a:lnTo>
                    <a:pt x="111696" y="459994"/>
                  </a:lnTo>
                  <a:lnTo>
                    <a:pt x="111302" y="464591"/>
                  </a:lnTo>
                  <a:lnTo>
                    <a:pt x="82829" y="462153"/>
                  </a:lnTo>
                  <a:lnTo>
                    <a:pt x="114300" y="541274"/>
                  </a:lnTo>
                  <a:lnTo>
                    <a:pt x="152450" y="478917"/>
                  </a:lnTo>
                  <a:lnTo>
                    <a:pt x="158750" y="468630"/>
                  </a:lnTo>
                  <a:lnTo>
                    <a:pt x="130289" y="466204"/>
                  </a:lnTo>
                  <a:lnTo>
                    <a:pt x="130987" y="458216"/>
                  </a:lnTo>
                  <a:lnTo>
                    <a:pt x="134442" y="419735"/>
                  </a:lnTo>
                  <a:lnTo>
                    <a:pt x="138417" y="380657"/>
                  </a:lnTo>
                  <a:lnTo>
                    <a:pt x="147154" y="306705"/>
                  </a:lnTo>
                  <a:lnTo>
                    <a:pt x="154914" y="256540"/>
                  </a:lnTo>
                  <a:lnTo>
                    <a:pt x="163753" y="212636"/>
                  </a:lnTo>
                  <a:lnTo>
                    <a:pt x="174167" y="175018"/>
                  </a:lnTo>
                  <a:lnTo>
                    <a:pt x="177787" y="164592"/>
                  </a:lnTo>
                  <a:lnTo>
                    <a:pt x="177850" y="164401"/>
                  </a:lnTo>
                  <a:lnTo>
                    <a:pt x="198361" y="127635"/>
                  </a:lnTo>
                  <a:lnTo>
                    <a:pt x="198843" y="127076"/>
                  </a:lnTo>
                  <a:lnTo>
                    <a:pt x="199123" y="126746"/>
                  </a:lnTo>
                  <a:lnTo>
                    <a:pt x="201269" y="124841"/>
                  </a:lnTo>
                  <a:lnTo>
                    <a:pt x="202514" y="123698"/>
                  </a:lnTo>
                  <a:lnTo>
                    <a:pt x="203822" y="122809"/>
                  </a:lnTo>
                  <a:lnTo>
                    <a:pt x="206629" y="120904"/>
                  </a:lnTo>
                  <a:lnTo>
                    <a:pt x="207010" y="120650"/>
                  </a:lnTo>
                  <a:lnTo>
                    <a:pt x="208457" y="120015"/>
                  </a:lnTo>
                  <a:lnTo>
                    <a:pt x="210591" y="119087"/>
                  </a:lnTo>
                  <a:lnTo>
                    <a:pt x="210159" y="119087"/>
                  </a:lnTo>
                  <a:lnTo>
                    <a:pt x="209994" y="119087"/>
                  </a:lnTo>
                  <a:lnTo>
                    <a:pt x="210400" y="119011"/>
                  </a:lnTo>
                  <a:lnTo>
                    <a:pt x="211137" y="118846"/>
                  </a:lnTo>
                  <a:lnTo>
                    <a:pt x="213436" y="118364"/>
                  </a:lnTo>
                  <a:lnTo>
                    <a:pt x="215265" y="117983"/>
                  </a:lnTo>
                  <a:lnTo>
                    <a:pt x="219583" y="117983"/>
                  </a:lnTo>
                  <a:lnTo>
                    <a:pt x="224828" y="119087"/>
                  </a:lnTo>
                  <a:lnTo>
                    <a:pt x="230644" y="121285"/>
                  </a:lnTo>
                  <a:lnTo>
                    <a:pt x="231330" y="121539"/>
                  </a:lnTo>
                  <a:lnTo>
                    <a:pt x="230746" y="121285"/>
                  </a:lnTo>
                  <a:lnTo>
                    <a:pt x="264058" y="121285"/>
                  </a:lnTo>
                  <a:close/>
                </a:path>
                <a:path w="2874645" h="601979">
                  <a:moveTo>
                    <a:pt x="1938540" y="167462"/>
                  </a:moveTo>
                  <a:lnTo>
                    <a:pt x="1938223" y="167462"/>
                  </a:lnTo>
                  <a:lnTo>
                    <a:pt x="1936013" y="167957"/>
                  </a:lnTo>
                  <a:lnTo>
                    <a:pt x="1938540" y="167462"/>
                  </a:lnTo>
                  <a:close/>
                </a:path>
                <a:path w="2874645" h="601979">
                  <a:moveTo>
                    <a:pt x="2874518" y="460756"/>
                  </a:moveTo>
                  <a:lnTo>
                    <a:pt x="2848711" y="472948"/>
                  </a:lnTo>
                  <a:lnTo>
                    <a:pt x="2842260" y="459486"/>
                  </a:lnTo>
                  <a:lnTo>
                    <a:pt x="2821559" y="418846"/>
                  </a:lnTo>
                  <a:lnTo>
                    <a:pt x="2804541" y="388429"/>
                  </a:lnTo>
                  <a:lnTo>
                    <a:pt x="2804541" y="82296"/>
                  </a:lnTo>
                  <a:lnTo>
                    <a:pt x="2833116" y="82296"/>
                  </a:lnTo>
                  <a:lnTo>
                    <a:pt x="2826766" y="69596"/>
                  </a:lnTo>
                  <a:lnTo>
                    <a:pt x="2795016" y="6096"/>
                  </a:lnTo>
                  <a:lnTo>
                    <a:pt x="2756916" y="82296"/>
                  </a:lnTo>
                  <a:lnTo>
                    <a:pt x="2785491" y="82296"/>
                  </a:lnTo>
                  <a:lnTo>
                    <a:pt x="2785491" y="356793"/>
                  </a:lnTo>
                  <a:lnTo>
                    <a:pt x="2763139" y="322326"/>
                  </a:lnTo>
                  <a:lnTo>
                    <a:pt x="2735821" y="286512"/>
                  </a:lnTo>
                  <a:lnTo>
                    <a:pt x="2705735" y="252857"/>
                  </a:lnTo>
                  <a:lnTo>
                    <a:pt x="2672461" y="221615"/>
                  </a:lnTo>
                  <a:lnTo>
                    <a:pt x="2635377" y="193294"/>
                  </a:lnTo>
                  <a:lnTo>
                    <a:pt x="2594229" y="168148"/>
                  </a:lnTo>
                  <a:lnTo>
                    <a:pt x="2548636" y="146685"/>
                  </a:lnTo>
                  <a:lnTo>
                    <a:pt x="2498090" y="129032"/>
                  </a:lnTo>
                  <a:lnTo>
                    <a:pt x="2487536" y="126263"/>
                  </a:lnTo>
                  <a:lnTo>
                    <a:pt x="2473452" y="122555"/>
                  </a:lnTo>
                  <a:lnTo>
                    <a:pt x="2412492" y="110998"/>
                  </a:lnTo>
                  <a:lnTo>
                    <a:pt x="2348230" y="104648"/>
                  </a:lnTo>
                  <a:lnTo>
                    <a:pt x="2317356" y="103505"/>
                  </a:lnTo>
                  <a:lnTo>
                    <a:pt x="2277745" y="103505"/>
                  </a:lnTo>
                  <a:lnTo>
                    <a:pt x="2200783" y="107696"/>
                  </a:lnTo>
                  <a:lnTo>
                    <a:pt x="2160016" y="111633"/>
                  </a:lnTo>
                  <a:lnTo>
                    <a:pt x="2117725" y="116713"/>
                  </a:lnTo>
                  <a:lnTo>
                    <a:pt x="2028825" y="130683"/>
                  </a:lnTo>
                  <a:lnTo>
                    <a:pt x="1934464" y="148844"/>
                  </a:lnTo>
                  <a:lnTo>
                    <a:pt x="1835150" y="171069"/>
                  </a:lnTo>
                  <a:lnTo>
                    <a:pt x="1731264" y="196850"/>
                  </a:lnTo>
                  <a:lnTo>
                    <a:pt x="1623314" y="226060"/>
                  </a:lnTo>
                  <a:lnTo>
                    <a:pt x="1541805" y="249478"/>
                  </a:lnTo>
                  <a:lnTo>
                    <a:pt x="1538097" y="240792"/>
                  </a:lnTo>
                  <a:lnTo>
                    <a:pt x="1530604" y="224917"/>
                  </a:lnTo>
                  <a:lnTo>
                    <a:pt x="1523403" y="210870"/>
                  </a:lnTo>
                  <a:lnTo>
                    <a:pt x="1523403" y="254762"/>
                  </a:lnTo>
                  <a:lnTo>
                    <a:pt x="1511427" y="258191"/>
                  </a:lnTo>
                  <a:lnTo>
                    <a:pt x="1461897" y="273227"/>
                  </a:lnTo>
                  <a:lnTo>
                    <a:pt x="1461897" y="156629"/>
                  </a:lnTo>
                  <a:lnTo>
                    <a:pt x="1462328" y="157035"/>
                  </a:lnTo>
                  <a:lnTo>
                    <a:pt x="1471815" y="167500"/>
                  </a:lnTo>
                  <a:lnTo>
                    <a:pt x="1471993" y="167767"/>
                  </a:lnTo>
                  <a:lnTo>
                    <a:pt x="1481150" y="179222"/>
                  </a:lnTo>
                  <a:lnTo>
                    <a:pt x="1489837" y="191465"/>
                  </a:lnTo>
                  <a:lnTo>
                    <a:pt x="1497965" y="204470"/>
                  </a:lnTo>
                  <a:lnTo>
                    <a:pt x="1498180" y="204876"/>
                  </a:lnTo>
                  <a:lnTo>
                    <a:pt x="1506651" y="219684"/>
                  </a:lnTo>
                  <a:lnTo>
                    <a:pt x="1513484" y="233248"/>
                  </a:lnTo>
                  <a:lnTo>
                    <a:pt x="1521231" y="249682"/>
                  </a:lnTo>
                  <a:lnTo>
                    <a:pt x="1523403" y="254762"/>
                  </a:lnTo>
                  <a:lnTo>
                    <a:pt x="1523403" y="210870"/>
                  </a:lnTo>
                  <a:lnTo>
                    <a:pt x="1522730" y="209550"/>
                  </a:lnTo>
                  <a:lnTo>
                    <a:pt x="1514475" y="194818"/>
                  </a:lnTo>
                  <a:lnTo>
                    <a:pt x="1505585" y="180975"/>
                  </a:lnTo>
                  <a:lnTo>
                    <a:pt x="1496542" y="167932"/>
                  </a:lnTo>
                  <a:lnTo>
                    <a:pt x="1496441" y="167767"/>
                  </a:lnTo>
                  <a:lnTo>
                    <a:pt x="1486535" y="155321"/>
                  </a:lnTo>
                  <a:lnTo>
                    <a:pt x="1476121" y="143891"/>
                  </a:lnTo>
                  <a:lnTo>
                    <a:pt x="1464945" y="133223"/>
                  </a:lnTo>
                  <a:lnTo>
                    <a:pt x="1461897" y="130721"/>
                  </a:lnTo>
                  <a:lnTo>
                    <a:pt x="1461897" y="79248"/>
                  </a:lnTo>
                  <a:lnTo>
                    <a:pt x="1490472" y="79248"/>
                  </a:lnTo>
                  <a:lnTo>
                    <a:pt x="1484122" y="66548"/>
                  </a:lnTo>
                  <a:lnTo>
                    <a:pt x="1452372" y="3048"/>
                  </a:lnTo>
                  <a:lnTo>
                    <a:pt x="1414272" y="79248"/>
                  </a:lnTo>
                  <a:lnTo>
                    <a:pt x="1442847" y="79248"/>
                  </a:lnTo>
                  <a:lnTo>
                    <a:pt x="1442847" y="116319"/>
                  </a:lnTo>
                  <a:lnTo>
                    <a:pt x="1441246" y="115189"/>
                  </a:lnTo>
                  <a:lnTo>
                    <a:pt x="1439964" y="114427"/>
                  </a:lnTo>
                  <a:lnTo>
                    <a:pt x="1433868" y="110909"/>
                  </a:lnTo>
                  <a:lnTo>
                    <a:pt x="1381696" y="110909"/>
                  </a:lnTo>
                  <a:lnTo>
                    <a:pt x="1381556" y="110909"/>
                  </a:lnTo>
                  <a:lnTo>
                    <a:pt x="1394841" y="114427"/>
                  </a:lnTo>
                  <a:lnTo>
                    <a:pt x="1394193" y="114274"/>
                  </a:lnTo>
                  <a:lnTo>
                    <a:pt x="1407731" y="119075"/>
                  </a:lnTo>
                  <a:lnTo>
                    <a:pt x="1418907" y="124333"/>
                  </a:lnTo>
                  <a:lnTo>
                    <a:pt x="1442847" y="124333"/>
                  </a:lnTo>
                  <a:lnTo>
                    <a:pt x="1442847" y="124714"/>
                  </a:lnTo>
                  <a:lnTo>
                    <a:pt x="1419872" y="124714"/>
                  </a:lnTo>
                  <a:lnTo>
                    <a:pt x="1419733" y="124714"/>
                  </a:lnTo>
                  <a:lnTo>
                    <a:pt x="1420291" y="124980"/>
                  </a:lnTo>
                  <a:lnTo>
                    <a:pt x="1424051" y="127177"/>
                  </a:lnTo>
                  <a:lnTo>
                    <a:pt x="1430401" y="130810"/>
                  </a:lnTo>
                  <a:lnTo>
                    <a:pt x="1442186" y="139065"/>
                  </a:lnTo>
                  <a:lnTo>
                    <a:pt x="1442847" y="139623"/>
                  </a:lnTo>
                  <a:lnTo>
                    <a:pt x="1442847" y="279019"/>
                  </a:lnTo>
                  <a:lnTo>
                    <a:pt x="1396365" y="293116"/>
                  </a:lnTo>
                  <a:lnTo>
                    <a:pt x="1278255" y="330327"/>
                  </a:lnTo>
                  <a:lnTo>
                    <a:pt x="1035050" y="410464"/>
                  </a:lnTo>
                  <a:lnTo>
                    <a:pt x="555180" y="575767"/>
                  </a:lnTo>
                  <a:lnTo>
                    <a:pt x="714629" y="455041"/>
                  </a:lnTo>
                  <a:lnTo>
                    <a:pt x="828040" y="371856"/>
                  </a:lnTo>
                  <a:lnTo>
                    <a:pt x="883285" y="332613"/>
                  </a:lnTo>
                  <a:lnTo>
                    <a:pt x="934935" y="297078"/>
                  </a:lnTo>
                  <a:lnTo>
                    <a:pt x="990092" y="260604"/>
                  </a:lnTo>
                  <a:lnTo>
                    <a:pt x="1038110" y="230441"/>
                  </a:lnTo>
                  <a:lnTo>
                    <a:pt x="1086764" y="201637"/>
                  </a:lnTo>
                  <a:lnTo>
                    <a:pt x="1138021" y="173685"/>
                  </a:lnTo>
                  <a:lnTo>
                    <a:pt x="1140294" y="172491"/>
                  </a:lnTo>
                  <a:lnTo>
                    <a:pt x="1137881" y="173685"/>
                  </a:lnTo>
                  <a:lnTo>
                    <a:pt x="1183005" y="151638"/>
                  </a:lnTo>
                  <a:lnTo>
                    <a:pt x="1224610" y="134213"/>
                  </a:lnTo>
                  <a:lnTo>
                    <a:pt x="1246047" y="126403"/>
                  </a:lnTo>
                  <a:lnTo>
                    <a:pt x="1245743" y="126403"/>
                  </a:lnTo>
                  <a:lnTo>
                    <a:pt x="1265212" y="120332"/>
                  </a:lnTo>
                  <a:lnTo>
                    <a:pt x="1284249" y="115189"/>
                  </a:lnTo>
                  <a:lnTo>
                    <a:pt x="1302054" y="111429"/>
                  </a:lnTo>
                  <a:lnTo>
                    <a:pt x="1319669" y="108813"/>
                  </a:lnTo>
                  <a:lnTo>
                    <a:pt x="1320634" y="108661"/>
                  </a:lnTo>
                  <a:lnTo>
                    <a:pt x="1320279" y="108661"/>
                  </a:lnTo>
                  <a:lnTo>
                    <a:pt x="1336802" y="107315"/>
                  </a:lnTo>
                  <a:lnTo>
                    <a:pt x="1353210" y="107315"/>
                  </a:lnTo>
                  <a:lnTo>
                    <a:pt x="1367256" y="108458"/>
                  </a:lnTo>
                  <a:lnTo>
                    <a:pt x="1380464" y="110718"/>
                  </a:lnTo>
                  <a:lnTo>
                    <a:pt x="1433550" y="110718"/>
                  </a:lnTo>
                  <a:lnTo>
                    <a:pt x="1428115" y="107569"/>
                  </a:lnTo>
                  <a:lnTo>
                    <a:pt x="1427556" y="107315"/>
                  </a:lnTo>
                  <a:lnTo>
                    <a:pt x="1414399" y="101219"/>
                  </a:lnTo>
                  <a:lnTo>
                    <a:pt x="1400048" y="96012"/>
                  </a:lnTo>
                  <a:lnTo>
                    <a:pt x="1384935" y="92075"/>
                  </a:lnTo>
                  <a:lnTo>
                    <a:pt x="1369187" y="89535"/>
                  </a:lnTo>
                  <a:lnTo>
                    <a:pt x="1354175" y="88265"/>
                  </a:lnTo>
                  <a:lnTo>
                    <a:pt x="1335532" y="88265"/>
                  </a:lnTo>
                  <a:lnTo>
                    <a:pt x="1280033" y="96520"/>
                  </a:lnTo>
                  <a:lnTo>
                    <a:pt x="1239545" y="108458"/>
                  </a:lnTo>
                  <a:lnTo>
                    <a:pt x="1197229" y="124714"/>
                  </a:lnTo>
                  <a:lnTo>
                    <a:pt x="1152398" y="145034"/>
                  </a:lnTo>
                  <a:lnTo>
                    <a:pt x="1105408" y="169418"/>
                  </a:lnTo>
                  <a:lnTo>
                    <a:pt x="1056386" y="197104"/>
                  </a:lnTo>
                  <a:lnTo>
                    <a:pt x="1005713" y="228092"/>
                  </a:lnTo>
                  <a:lnTo>
                    <a:pt x="926719" y="279654"/>
                  </a:lnTo>
                  <a:lnTo>
                    <a:pt x="816864" y="356362"/>
                  </a:lnTo>
                  <a:lnTo>
                    <a:pt x="703199" y="439801"/>
                  </a:lnTo>
                  <a:lnTo>
                    <a:pt x="533692" y="568071"/>
                  </a:lnTo>
                  <a:lnTo>
                    <a:pt x="496519" y="495808"/>
                  </a:lnTo>
                  <a:lnTo>
                    <a:pt x="473925" y="452628"/>
                  </a:lnTo>
                  <a:lnTo>
                    <a:pt x="451700" y="410464"/>
                  </a:lnTo>
                  <a:lnTo>
                    <a:pt x="429653" y="369443"/>
                  </a:lnTo>
                  <a:lnTo>
                    <a:pt x="407987" y="330200"/>
                  </a:lnTo>
                  <a:lnTo>
                    <a:pt x="386765" y="292862"/>
                  </a:lnTo>
                  <a:lnTo>
                    <a:pt x="366001" y="257810"/>
                  </a:lnTo>
                  <a:lnTo>
                    <a:pt x="336067" y="210439"/>
                  </a:lnTo>
                  <a:lnTo>
                    <a:pt x="307632" y="170180"/>
                  </a:lnTo>
                  <a:lnTo>
                    <a:pt x="280619" y="137541"/>
                  </a:lnTo>
                  <a:lnTo>
                    <a:pt x="264325" y="121539"/>
                  </a:lnTo>
                  <a:lnTo>
                    <a:pt x="231330" y="121539"/>
                  </a:lnTo>
                  <a:lnTo>
                    <a:pt x="231127" y="121539"/>
                  </a:lnTo>
                  <a:lnTo>
                    <a:pt x="235483" y="123825"/>
                  </a:lnTo>
                  <a:lnTo>
                    <a:pt x="236562" y="124333"/>
                  </a:lnTo>
                  <a:lnTo>
                    <a:pt x="244055" y="129540"/>
                  </a:lnTo>
                  <a:lnTo>
                    <a:pt x="274574" y="159270"/>
                  </a:lnTo>
                  <a:lnTo>
                    <a:pt x="292227" y="181406"/>
                  </a:lnTo>
                  <a:lnTo>
                    <a:pt x="292442" y="181571"/>
                  </a:lnTo>
                  <a:lnTo>
                    <a:pt x="293166" y="182626"/>
                  </a:lnTo>
                  <a:lnTo>
                    <a:pt x="294665" y="184581"/>
                  </a:lnTo>
                  <a:lnTo>
                    <a:pt x="301345" y="193700"/>
                  </a:lnTo>
                  <a:lnTo>
                    <a:pt x="301548" y="193916"/>
                  </a:lnTo>
                  <a:lnTo>
                    <a:pt x="301701" y="194183"/>
                  </a:lnTo>
                  <a:lnTo>
                    <a:pt x="302336" y="195046"/>
                  </a:lnTo>
                  <a:lnTo>
                    <a:pt x="310629" y="206883"/>
                  </a:lnTo>
                  <a:lnTo>
                    <a:pt x="320141" y="220980"/>
                  </a:lnTo>
                  <a:lnTo>
                    <a:pt x="329819" y="235839"/>
                  </a:lnTo>
                  <a:lnTo>
                    <a:pt x="339661" y="251371"/>
                  </a:lnTo>
                  <a:lnTo>
                    <a:pt x="339852" y="251561"/>
                  </a:lnTo>
                  <a:lnTo>
                    <a:pt x="340855" y="253238"/>
                  </a:lnTo>
                  <a:lnTo>
                    <a:pt x="341350" y="254025"/>
                  </a:lnTo>
                  <a:lnTo>
                    <a:pt x="349681" y="267716"/>
                  </a:lnTo>
                  <a:lnTo>
                    <a:pt x="370255" y="302387"/>
                  </a:lnTo>
                  <a:lnTo>
                    <a:pt x="391325" y="339344"/>
                  </a:lnTo>
                  <a:lnTo>
                    <a:pt x="412902" y="378587"/>
                  </a:lnTo>
                  <a:lnTo>
                    <a:pt x="436359" y="422186"/>
                  </a:lnTo>
                  <a:lnTo>
                    <a:pt x="457047" y="461391"/>
                  </a:lnTo>
                  <a:lnTo>
                    <a:pt x="479590" y="504571"/>
                  </a:lnTo>
                  <a:lnTo>
                    <a:pt x="524929" y="592582"/>
                  </a:lnTo>
                  <a:lnTo>
                    <a:pt x="533349" y="588302"/>
                  </a:lnTo>
                  <a:lnTo>
                    <a:pt x="538048" y="601853"/>
                  </a:lnTo>
                  <a:lnTo>
                    <a:pt x="1041273" y="428459"/>
                  </a:lnTo>
                  <a:lnTo>
                    <a:pt x="1043419" y="427736"/>
                  </a:lnTo>
                  <a:lnTo>
                    <a:pt x="1042377" y="428053"/>
                  </a:lnTo>
                  <a:lnTo>
                    <a:pt x="1284097" y="348488"/>
                  </a:lnTo>
                  <a:lnTo>
                    <a:pt x="1401953" y="311277"/>
                  </a:lnTo>
                  <a:lnTo>
                    <a:pt x="1442847" y="298907"/>
                  </a:lnTo>
                  <a:lnTo>
                    <a:pt x="1442847" y="533146"/>
                  </a:lnTo>
                  <a:lnTo>
                    <a:pt x="1461897" y="533146"/>
                  </a:lnTo>
                  <a:lnTo>
                    <a:pt x="1461897" y="293128"/>
                  </a:lnTo>
                  <a:lnTo>
                    <a:pt x="1519148" y="275793"/>
                  </a:lnTo>
                  <a:lnTo>
                    <a:pt x="1530667" y="272491"/>
                  </a:lnTo>
                  <a:lnTo>
                    <a:pt x="1533461" y="279654"/>
                  </a:lnTo>
                  <a:lnTo>
                    <a:pt x="1540192" y="298069"/>
                  </a:lnTo>
                  <a:lnTo>
                    <a:pt x="1551965" y="334378"/>
                  </a:lnTo>
                  <a:lnTo>
                    <a:pt x="1563306" y="374396"/>
                  </a:lnTo>
                  <a:lnTo>
                    <a:pt x="1572577" y="411251"/>
                  </a:lnTo>
                  <a:lnTo>
                    <a:pt x="1572691" y="411505"/>
                  </a:lnTo>
                  <a:lnTo>
                    <a:pt x="1581531" y="449453"/>
                  </a:lnTo>
                  <a:lnTo>
                    <a:pt x="1582064" y="451612"/>
                  </a:lnTo>
                  <a:lnTo>
                    <a:pt x="1583766" y="459536"/>
                  </a:lnTo>
                  <a:lnTo>
                    <a:pt x="1555877" y="465582"/>
                  </a:lnTo>
                  <a:lnTo>
                    <a:pt x="1609344" y="532003"/>
                  </a:lnTo>
                  <a:lnTo>
                    <a:pt x="1624584" y="471932"/>
                  </a:lnTo>
                  <a:lnTo>
                    <a:pt x="1630299" y="449453"/>
                  </a:lnTo>
                  <a:lnTo>
                    <a:pt x="1602384" y="455510"/>
                  </a:lnTo>
                  <a:lnTo>
                    <a:pt x="1600581" y="447421"/>
                  </a:lnTo>
                  <a:lnTo>
                    <a:pt x="1591183" y="406781"/>
                  </a:lnTo>
                  <a:lnTo>
                    <a:pt x="1581150" y="367284"/>
                  </a:lnTo>
                  <a:lnTo>
                    <a:pt x="1570228" y="328930"/>
                  </a:lnTo>
                  <a:lnTo>
                    <a:pt x="1558290" y="292227"/>
                  </a:lnTo>
                  <a:lnTo>
                    <a:pt x="1549044" y="267220"/>
                  </a:lnTo>
                  <a:lnTo>
                    <a:pt x="1628394" y="244475"/>
                  </a:lnTo>
                  <a:lnTo>
                    <a:pt x="1736090" y="215265"/>
                  </a:lnTo>
                  <a:lnTo>
                    <a:pt x="1839480" y="189674"/>
                  </a:lnTo>
                  <a:lnTo>
                    <a:pt x="1842173" y="189014"/>
                  </a:lnTo>
                  <a:lnTo>
                    <a:pt x="1936013" y="167957"/>
                  </a:lnTo>
                  <a:lnTo>
                    <a:pt x="1938185" y="167462"/>
                  </a:lnTo>
                  <a:lnTo>
                    <a:pt x="2030399" y="149720"/>
                  </a:lnTo>
                  <a:lnTo>
                    <a:pt x="2030564" y="149694"/>
                  </a:lnTo>
                  <a:lnTo>
                    <a:pt x="2032190" y="149428"/>
                  </a:lnTo>
                  <a:lnTo>
                    <a:pt x="2031911" y="149428"/>
                  </a:lnTo>
                  <a:lnTo>
                    <a:pt x="2120138" y="135699"/>
                  </a:lnTo>
                  <a:lnTo>
                    <a:pt x="2120277" y="135699"/>
                  </a:lnTo>
                  <a:lnTo>
                    <a:pt x="2121662" y="135458"/>
                  </a:lnTo>
                  <a:lnTo>
                    <a:pt x="2161108" y="130683"/>
                  </a:lnTo>
                  <a:lnTo>
                    <a:pt x="2160600" y="130683"/>
                  </a:lnTo>
                  <a:lnTo>
                    <a:pt x="2202294" y="126644"/>
                  </a:lnTo>
                  <a:lnTo>
                    <a:pt x="2201938" y="126644"/>
                  </a:lnTo>
                  <a:lnTo>
                    <a:pt x="2241029" y="123977"/>
                  </a:lnTo>
                  <a:lnTo>
                    <a:pt x="2240572" y="123977"/>
                  </a:lnTo>
                  <a:lnTo>
                    <a:pt x="2278380" y="122555"/>
                  </a:lnTo>
                  <a:lnTo>
                    <a:pt x="2316810" y="122555"/>
                  </a:lnTo>
                  <a:lnTo>
                    <a:pt x="2348128" y="123736"/>
                  </a:lnTo>
                  <a:lnTo>
                    <a:pt x="2347328" y="123736"/>
                  </a:lnTo>
                  <a:lnTo>
                    <a:pt x="2379535" y="126263"/>
                  </a:lnTo>
                  <a:lnTo>
                    <a:pt x="2381364" y="126403"/>
                  </a:lnTo>
                  <a:lnTo>
                    <a:pt x="2381491" y="126403"/>
                  </a:lnTo>
                  <a:lnTo>
                    <a:pt x="2410549" y="129857"/>
                  </a:lnTo>
                  <a:lnTo>
                    <a:pt x="2410333" y="129857"/>
                  </a:lnTo>
                  <a:lnTo>
                    <a:pt x="2439581" y="134696"/>
                  </a:lnTo>
                  <a:lnTo>
                    <a:pt x="2492476" y="147320"/>
                  </a:lnTo>
                  <a:lnTo>
                    <a:pt x="2540139" y="163779"/>
                  </a:lnTo>
                  <a:lnTo>
                    <a:pt x="2541613" y="164426"/>
                  </a:lnTo>
                  <a:lnTo>
                    <a:pt x="2541295" y="164249"/>
                  </a:lnTo>
                  <a:lnTo>
                    <a:pt x="2585872" y="185318"/>
                  </a:lnTo>
                  <a:lnTo>
                    <a:pt x="2624391" y="208965"/>
                  </a:lnTo>
                  <a:lnTo>
                    <a:pt x="2660726" y="236728"/>
                  </a:lnTo>
                  <a:lnTo>
                    <a:pt x="2691968" y="266026"/>
                  </a:lnTo>
                  <a:lnTo>
                    <a:pt x="2707030" y="282282"/>
                  </a:lnTo>
                  <a:lnTo>
                    <a:pt x="2706840" y="281927"/>
                  </a:lnTo>
                  <a:lnTo>
                    <a:pt x="2733751" y="314680"/>
                  </a:lnTo>
                  <a:lnTo>
                    <a:pt x="2747581" y="333540"/>
                  </a:lnTo>
                  <a:lnTo>
                    <a:pt x="2760205" y="352082"/>
                  </a:lnTo>
                  <a:lnTo>
                    <a:pt x="2782951" y="388747"/>
                  </a:lnTo>
                  <a:lnTo>
                    <a:pt x="2785491" y="393319"/>
                  </a:lnTo>
                  <a:lnTo>
                    <a:pt x="2785491" y="536194"/>
                  </a:lnTo>
                  <a:lnTo>
                    <a:pt x="2804541" y="536194"/>
                  </a:lnTo>
                  <a:lnTo>
                    <a:pt x="2804541" y="427520"/>
                  </a:lnTo>
                  <a:lnTo>
                    <a:pt x="2804668" y="427736"/>
                  </a:lnTo>
                  <a:lnTo>
                    <a:pt x="2825153" y="467829"/>
                  </a:lnTo>
                  <a:lnTo>
                    <a:pt x="2831439" y="481101"/>
                  </a:lnTo>
                  <a:lnTo>
                    <a:pt x="2805684" y="493268"/>
                  </a:lnTo>
                  <a:lnTo>
                    <a:pt x="2872740" y="545846"/>
                  </a:lnTo>
                  <a:lnTo>
                    <a:pt x="2873781" y="495808"/>
                  </a:lnTo>
                  <a:lnTo>
                    <a:pt x="2873845" y="492633"/>
                  </a:lnTo>
                  <a:lnTo>
                    <a:pt x="2874518" y="460756"/>
                  </a:lnTo>
                  <a:close/>
                </a:path>
              </a:pathLst>
            </a:custGeom>
            <a:solidFill>
              <a:srgbClr val="000000"/>
            </a:solidFill>
          </p:spPr>
          <p:txBody>
            <a:bodyPr wrap="square" lIns="0" tIns="0" rIns="0" bIns="0" rtlCol="0"/>
            <a:lstStyle/>
            <a:p/>
          </p:txBody>
        </p:sp>
        <p:sp>
          <p:nvSpPr>
            <p:cNvPr id="41" name="object 39"/>
            <p:cNvSpPr/>
            <p:nvPr/>
          </p:nvSpPr>
          <p:spPr>
            <a:xfrm>
              <a:off x="492251" y="3317747"/>
              <a:ext cx="3904615" cy="207645"/>
            </a:xfrm>
            <a:custGeom>
              <a:avLst/>
              <a:gdLst/>
              <a:ahLst/>
              <a:cxnLst/>
              <a:rect l="l" t="t" r="r" b="b"/>
              <a:pathLst>
                <a:path w="3904615" h="207645">
                  <a:moveTo>
                    <a:pt x="0" y="207263"/>
                  </a:moveTo>
                  <a:lnTo>
                    <a:pt x="3904488" y="207263"/>
                  </a:lnTo>
                  <a:lnTo>
                    <a:pt x="3904488" y="0"/>
                  </a:lnTo>
                  <a:lnTo>
                    <a:pt x="0" y="0"/>
                  </a:lnTo>
                  <a:lnTo>
                    <a:pt x="0" y="207263"/>
                  </a:lnTo>
                  <a:close/>
                </a:path>
              </a:pathLst>
            </a:custGeom>
            <a:ln w="12700">
              <a:solidFill>
                <a:srgbClr val="000000"/>
              </a:solidFill>
            </a:ln>
          </p:spPr>
          <p:txBody>
            <a:bodyPr wrap="square" lIns="0" tIns="0" rIns="0" bIns="0" rtlCol="0"/>
            <a:lstStyle/>
            <a:p/>
          </p:txBody>
        </p:sp>
        <p:pic>
          <p:nvPicPr>
            <p:cNvPr id="42" name="object 40"/>
            <p:cNvPicPr/>
            <p:nvPr/>
          </p:nvPicPr>
          <p:blipFill>
            <a:blip r:embed="rId18" cstate="print"/>
            <a:stretch>
              <a:fillRect/>
            </a:stretch>
          </p:blipFill>
          <p:spPr>
            <a:xfrm>
              <a:off x="2141219" y="3346703"/>
              <a:ext cx="647700" cy="135636"/>
            </a:xfrm>
            <a:prstGeom prst="rect">
              <a:avLst/>
            </a:prstGeom>
          </p:spPr>
        </p:pic>
        <p:sp>
          <p:nvSpPr>
            <p:cNvPr id="43" name="object 41"/>
            <p:cNvSpPr/>
            <p:nvPr/>
          </p:nvSpPr>
          <p:spPr>
            <a:xfrm>
              <a:off x="3639312" y="3124199"/>
              <a:ext cx="417830" cy="94615"/>
            </a:xfrm>
            <a:custGeom>
              <a:avLst/>
              <a:gdLst/>
              <a:ahLst/>
              <a:cxnLst/>
              <a:rect l="l" t="t" r="r" b="b"/>
              <a:pathLst>
                <a:path w="417829" h="94614">
                  <a:moveTo>
                    <a:pt x="417575" y="0"/>
                  </a:moveTo>
                  <a:lnTo>
                    <a:pt x="0" y="0"/>
                  </a:lnTo>
                  <a:lnTo>
                    <a:pt x="0" y="94487"/>
                  </a:lnTo>
                  <a:lnTo>
                    <a:pt x="417575" y="94487"/>
                  </a:lnTo>
                  <a:lnTo>
                    <a:pt x="417575" y="0"/>
                  </a:lnTo>
                  <a:close/>
                </a:path>
              </a:pathLst>
            </a:custGeom>
            <a:solidFill>
              <a:srgbClr val="EC7C30"/>
            </a:solidFill>
          </p:spPr>
          <p:txBody>
            <a:bodyPr wrap="square" lIns="0" tIns="0" rIns="0" bIns="0" rtlCol="0"/>
            <a:lstStyle/>
            <a:p/>
          </p:txBody>
        </p:sp>
        <p:sp>
          <p:nvSpPr>
            <p:cNvPr id="44" name="object 42"/>
            <p:cNvSpPr/>
            <p:nvPr/>
          </p:nvSpPr>
          <p:spPr>
            <a:xfrm>
              <a:off x="3639312" y="3124199"/>
              <a:ext cx="417830" cy="94615"/>
            </a:xfrm>
            <a:custGeom>
              <a:avLst/>
              <a:gdLst/>
              <a:ahLst/>
              <a:cxnLst/>
              <a:rect l="l" t="t" r="r" b="b"/>
              <a:pathLst>
                <a:path w="417829" h="94614">
                  <a:moveTo>
                    <a:pt x="0" y="94487"/>
                  </a:moveTo>
                  <a:lnTo>
                    <a:pt x="417575" y="94487"/>
                  </a:lnTo>
                  <a:lnTo>
                    <a:pt x="417575" y="0"/>
                  </a:lnTo>
                  <a:lnTo>
                    <a:pt x="0" y="0"/>
                  </a:lnTo>
                  <a:lnTo>
                    <a:pt x="0" y="94487"/>
                  </a:lnTo>
                  <a:close/>
                </a:path>
              </a:pathLst>
            </a:custGeom>
            <a:ln w="12700">
              <a:solidFill>
                <a:srgbClr val="AD5A20"/>
              </a:solidFill>
            </a:ln>
          </p:spPr>
          <p:txBody>
            <a:bodyPr wrap="square" lIns="0" tIns="0" rIns="0" bIns="0" rtlCol="0"/>
            <a:lstStyle/>
            <a:p/>
          </p:txBody>
        </p:sp>
        <p:sp>
          <p:nvSpPr>
            <p:cNvPr id="45" name="object 43"/>
            <p:cNvSpPr/>
            <p:nvPr/>
          </p:nvSpPr>
          <p:spPr>
            <a:xfrm>
              <a:off x="525018" y="2818637"/>
              <a:ext cx="3868420" cy="441959"/>
            </a:xfrm>
            <a:custGeom>
              <a:avLst/>
              <a:gdLst/>
              <a:ahLst/>
              <a:cxnLst/>
              <a:rect l="l" t="t" r="r" b="b"/>
              <a:pathLst>
                <a:path w="3868420" h="441960">
                  <a:moveTo>
                    <a:pt x="3868039" y="403860"/>
                  </a:moveTo>
                  <a:lnTo>
                    <a:pt x="3848989" y="394335"/>
                  </a:lnTo>
                  <a:lnTo>
                    <a:pt x="3791839" y="365760"/>
                  </a:lnTo>
                  <a:lnTo>
                    <a:pt x="3791839" y="394335"/>
                  </a:lnTo>
                  <a:lnTo>
                    <a:pt x="47625" y="394335"/>
                  </a:lnTo>
                  <a:lnTo>
                    <a:pt x="47625" y="76200"/>
                  </a:lnTo>
                  <a:lnTo>
                    <a:pt x="76200" y="76200"/>
                  </a:lnTo>
                  <a:lnTo>
                    <a:pt x="69850" y="63500"/>
                  </a:lnTo>
                  <a:lnTo>
                    <a:pt x="38100" y="0"/>
                  </a:lnTo>
                  <a:lnTo>
                    <a:pt x="0" y="76200"/>
                  </a:lnTo>
                  <a:lnTo>
                    <a:pt x="28575" y="76200"/>
                  </a:lnTo>
                  <a:lnTo>
                    <a:pt x="28575" y="402844"/>
                  </a:lnTo>
                  <a:lnTo>
                    <a:pt x="32004" y="402844"/>
                  </a:lnTo>
                  <a:lnTo>
                    <a:pt x="32004" y="413385"/>
                  </a:lnTo>
                  <a:lnTo>
                    <a:pt x="3791839" y="413385"/>
                  </a:lnTo>
                  <a:lnTo>
                    <a:pt x="3791839" y="441960"/>
                  </a:lnTo>
                  <a:lnTo>
                    <a:pt x="3848989" y="413385"/>
                  </a:lnTo>
                  <a:lnTo>
                    <a:pt x="3868039" y="403860"/>
                  </a:lnTo>
                  <a:close/>
                </a:path>
              </a:pathLst>
            </a:custGeom>
            <a:solidFill>
              <a:srgbClr val="000000"/>
            </a:solidFill>
          </p:spPr>
          <p:txBody>
            <a:bodyPr wrap="square" lIns="0" tIns="0" rIns="0" bIns="0" rtlCol="0"/>
            <a:lstStyle/>
            <a:p/>
          </p:txBody>
        </p:sp>
        <p:pic>
          <p:nvPicPr>
            <p:cNvPr id="46" name="object 44"/>
            <p:cNvPicPr/>
            <p:nvPr/>
          </p:nvPicPr>
          <p:blipFill>
            <a:blip r:embed="rId19" cstate="print"/>
            <a:stretch>
              <a:fillRect/>
            </a:stretch>
          </p:blipFill>
          <p:spPr>
            <a:xfrm>
              <a:off x="954023" y="2878835"/>
              <a:ext cx="236219" cy="149351"/>
            </a:xfrm>
            <a:prstGeom prst="rect">
              <a:avLst/>
            </a:prstGeom>
          </p:spPr>
        </p:pic>
        <p:pic>
          <p:nvPicPr>
            <p:cNvPr id="47" name="object 45"/>
            <p:cNvPicPr/>
            <p:nvPr/>
          </p:nvPicPr>
          <p:blipFill>
            <a:blip r:embed="rId20" cstate="print"/>
            <a:stretch>
              <a:fillRect/>
            </a:stretch>
          </p:blipFill>
          <p:spPr>
            <a:xfrm>
              <a:off x="2403347" y="2875787"/>
              <a:ext cx="240792" cy="149351"/>
            </a:xfrm>
            <a:prstGeom prst="rect">
              <a:avLst/>
            </a:prstGeom>
          </p:spPr>
        </p:pic>
        <p:pic>
          <p:nvPicPr>
            <p:cNvPr id="48" name="object 46"/>
            <p:cNvPicPr/>
            <p:nvPr/>
          </p:nvPicPr>
          <p:blipFill>
            <a:blip r:embed="rId21" cstate="print"/>
            <a:stretch>
              <a:fillRect/>
            </a:stretch>
          </p:blipFill>
          <p:spPr>
            <a:xfrm>
              <a:off x="3723131" y="2881883"/>
              <a:ext cx="243839" cy="152400"/>
            </a:xfrm>
            <a:prstGeom prst="rect">
              <a:avLst/>
            </a:prstGeom>
          </p:spPr>
        </p:pic>
        <p:sp>
          <p:nvSpPr>
            <p:cNvPr id="49" name="object 47"/>
            <p:cNvSpPr/>
            <p:nvPr/>
          </p:nvSpPr>
          <p:spPr>
            <a:xfrm>
              <a:off x="1462278" y="2612897"/>
              <a:ext cx="2802890" cy="1819275"/>
            </a:xfrm>
            <a:custGeom>
              <a:avLst/>
              <a:gdLst/>
              <a:ahLst/>
              <a:cxnLst/>
              <a:rect l="l" t="t" r="r" b="b"/>
              <a:pathLst>
                <a:path w="2802890" h="1819275">
                  <a:moveTo>
                    <a:pt x="47536" y="76263"/>
                  </a:moveTo>
                  <a:lnTo>
                    <a:pt x="28486" y="76263"/>
                  </a:lnTo>
                  <a:lnTo>
                    <a:pt x="17894" y="1808480"/>
                  </a:lnTo>
                  <a:lnTo>
                    <a:pt x="36957" y="1808480"/>
                  </a:lnTo>
                  <a:lnTo>
                    <a:pt x="47536" y="76454"/>
                  </a:lnTo>
                  <a:lnTo>
                    <a:pt x="47536" y="76263"/>
                  </a:lnTo>
                  <a:close/>
                </a:path>
                <a:path w="2802890" h="1819275">
                  <a:moveTo>
                    <a:pt x="76200" y="76454"/>
                  </a:moveTo>
                  <a:lnTo>
                    <a:pt x="76098" y="76263"/>
                  </a:lnTo>
                  <a:lnTo>
                    <a:pt x="69824" y="63500"/>
                  </a:lnTo>
                  <a:lnTo>
                    <a:pt x="38608" y="0"/>
                  </a:lnTo>
                  <a:lnTo>
                    <a:pt x="0" y="75946"/>
                  </a:lnTo>
                  <a:lnTo>
                    <a:pt x="28486" y="76136"/>
                  </a:lnTo>
                  <a:lnTo>
                    <a:pt x="47536" y="76263"/>
                  </a:lnTo>
                  <a:lnTo>
                    <a:pt x="76200" y="76454"/>
                  </a:lnTo>
                  <a:close/>
                </a:path>
                <a:path w="2802890" h="1819275">
                  <a:moveTo>
                    <a:pt x="1455712" y="86931"/>
                  </a:moveTo>
                  <a:lnTo>
                    <a:pt x="1436662" y="86931"/>
                  </a:lnTo>
                  <a:lnTo>
                    <a:pt x="1426070" y="1819148"/>
                  </a:lnTo>
                  <a:lnTo>
                    <a:pt x="1445133" y="1819148"/>
                  </a:lnTo>
                  <a:lnTo>
                    <a:pt x="1455712" y="87122"/>
                  </a:lnTo>
                  <a:lnTo>
                    <a:pt x="1455712" y="86931"/>
                  </a:lnTo>
                  <a:close/>
                </a:path>
                <a:path w="2802890" h="1819275">
                  <a:moveTo>
                    <a:pt x="1484376" y="87122"/>
                  </a:moveTo>
                  <a:lnTo>
                    <a:pt x="1484274" y="86931"/>
                  </a:lnTo>
                  <a:lnTo>
                    <a:pt x="1478000" y="74168"/>
                  </a:lnTo>
                  <a:lnTo>
                    <a:pt x="1446784" y="10668"/>
                  </a:lnTo>
                  <a:lnTo>
                    <a:pt x="1408176" y="86614"/>
                  </a:lnTo>
                  <a:lnTo>
                    <a:pt x="1436662" y="86804"/>
                  </a:lnTo>
                  <a:lnTo>
                    <a:pt x="1455712" y="86931"/>
                  </a:lnTo>
                  <a:lnTo>
                    <a:pt x="1484376" y="87122"/>
                  </a:lnTo>
                  <a:close/>
                </a:path>
                <a:path w="2802890" h="1819275">
                  <a:moveTo>
                    <a:pt x="2773972" y="76263"/>
                  </a:moveTo>
                  <a:lnTo>
                    <a:pt x="2754922" y="76263"/>
                  </a:lnTo>
                  <a:lnTo>
                    <a:pt x="2744330" y="1808480"/>
                  </a:lnTo>
                  <a:lnTo>
                    <a:pt x="2763393" y="1808480"/>
                  </a:lnTo>
                  <a:lnTo>
                    <a:pt x="2773972" y="76454"/>
                  </a:lnTo>
                  <a:lnTo>
                    <a:pt x="2773972" y="76263"/>
                  </a:lnTo>
                  <a:close/>
                </a:path>
                <a:path w="2802890" h="1819275">
                  <a:moveTo>
                    <a:pt x="2802636" y="76454"/>
                  </a:moveTo>
                  <a:lnTo>
                    <a:pt x="2802534" y="76263"/>
                  </a:lnTo>
                  <a:lnTo>
                    <a:pt x="2796260" y="63500"/>
                  </a:lnTo>
                  <a:lnTo>
                    <a:pt x="2765044" y="0"/>
                  </a:lnTo>
                  <a:lnTo>
                    <a:pt x="2726436" y="75946"/>
                  </a:lnTo>
                  <a:lnTo>
                    <a:pt x="2754922" y="76136"/>
                  </a:lnTo>
                  <a:lnTo>
                    <a:pt x="2773972" y="76263"/>
                  </a:lnTo>
                  <a:lnTo>
                    <a:pt x="2802636" y="76454"/>
                  </a:lnTo>
                  <a:close/>
                </a:path>
              </a:pathLst>
            </a:custGeom>
            <a:solidFill>
              <a:srgbClr val="000000"/>
            </a:solidFill>
          </p:spPr>
          <p:txBody>
            <a:bodyPr wrap="square" lIns="0" tIns="0" rIns="0" bIns="0" rtlCol="0"/>
            <a:lstStyle/>
            <a:p/>
          </p:txBody>
        </p:sp>
        <p:pic>
          <p:nvPicPr>
            <p:cNvPr id="50" name="object 48"/>
            <p:cNvPicPr/>
            <p:nvPr/>
          </p:nvPicPr>
          <p:blipFill>
            <a:blip r:embed="rId22" cstate="print"/>
            <a:stretch>
              <a:fillRect/>
            </a:stretch>
          </p:blipFill>
          <p:spPr>
            <a:xfrm>
              <a:off x="2656966" y="2625089"/>
              <a:ext cx="149225" cy="201675"/>
            </a:xfrm>
            <a:prstGeom prst="rect">
              <a:avLst/>
            </a:prstGeom>
          </p:spPr>
        </p:pic>
        <p:pic>
          <p:nvPicPr>
            <p:cNvPr id="51" name="object 49"/>
            <p:cNvPicPr/>
            <p:nvPr/>
          </p:nvPicPr>
          <p:blipFill>
            <a:blip r:embed="rId23" cstate="print"/>
            <a:stretch>
              <a:fillRect/>
            </a:stretch>
          </p:blipFill>
          <p:spPr>
            <a:xfrm>
              <a:off x="1239672" y="2623565"/>
              <a:ext cx="149199" cy="201675"/>
            </a:xfrm>
            <a:prstGeom prst="rect">
              <a:avLst/>
            </a:prstGeom>
          </p:spPr>
        </p:pic>
        <p:pic>
          <p:nvPicPr>
            <p:cNvPr id="52" name="object 50"/>
            <p:cNvPicPr/>
            <p:nvPr/>
          </p:nvPicPr>
          <p:blipFill>
            <a:blip r:embed="rId24" cstate="print"/>
            <a:stretch>
              <a:fillRect/>
            </a:stretch>
          </p:blipFill>
          <p:spPr>
            <a:xfrm>
              <a:off x="3995038" y="2614421"/>
              <a:ext cx="149225" cy="201675"/>
            </a:xfrm>
            <a:prstGeom prst="rect">
              <a:avLst/>
            </a:prstGeom>
          </p:spPr>
        </p:pic>
        <p:pic>
          <p:nvPicPr>
            <p:cNvPr id="53" name="object 51"/>
            <p:cNvPicPr/>
            <p:nvPr/>
          </p:nvPicPr>
          <p:blipFill>
            <a:blip r:embed="rId25" cstate="print"/>
            <a:stretch>
              <a:fillRect/>
            </a:stretch>
          </p:blipFill>
          <p:spPr>
            <a:xfrm>
              <a:off x="1310385" y="2366517"/>
              <a:ext cx="233679" cy="226060"/>
            </a:xfrm>
            <a:prstGeom prst="rect">
              <a:avLst/>
            </a:prstGeom>
          </p:spPr>
        </p:pic>
        <p:pic>
          <p:nvPicPr>
            <p:cNvPr id="54" name="object 52"/>
            <p:cNvPicPr/>
            <p:nvPr/>
          </p:nvPicPr>
          <p:blipFill>
            <a:blip r:embed="rId26" cstate="print"/>
            <a:stretch>
              <a:fillRect/>
            </a:stretch>
          </p:blipFill>
          <p:spPr>
            <a:xfrm>
              <a:off x="1414271" y="2467355"/>
              <a:ext cx="27431" cy="25908"/>
            </a:xfrm>
            <a:prstGeom prst="rect">
              <a:avLst/>
            </a:prstGeom>
          </p:spPr>
        </p:pic>
        <p:pic>
          <p:nvPicPr>
            <p:cNvPr id="55" name="object 53"/>
            <p:cNvPicPr/>
            <p:nvPr/>
          </p:nvPicPr>
          <p:blipFill>
            <a:blip r:embed="rId25" cstate="print"/>
            <a:stretch>
              <a:fillRect/>
            </a:stretch>
          </p:blipFill>
          <p:spPr>
            <a:xfrm>
              <a:off x="2738373" y="2369565"/>
              <a:ext cx="233680" cy="226060"/>
            </a:xfrm>
            <a:prstGeom prst="rect">
              <a:avLst/>
            </a:prstGeom>
          </p:spPr>
        </p:pic>
        <p:pic>
          <p:nvPicPr>
            <p:cNvPr id="56" name="object 54"/>
            <p:cNvPicPr/>
            <p:nvPr/>
          </p:nvPicPr>
          <p:blipFill>
            <a:blip r:embed="rId26" cstate="print"/>
            <a:stretch>
              <a:fillRect/>
            </a:stretch>
          </p:blipFill>
          <p:spPr>
            <a:xfrm>
              <a:off x="2842259" y="2468879"/>
              <a:ext cx="27431" cy="25908"/>
            </a:xfrm>
            <a:prstGeom prst="rect">
              <a:avLst/>
            </a:prstGeom>
          </p:spPr>
        </p:pic>
        <p:pic>
          <p:nvPicPr>
            <p:cNvPr id="57" name="object 55"/>
            <p:cNvPicPr/>
            <p:nvPr/>
          </p:nvPicPr>
          <p:blipFill>
            <a:blip r:embed="rId25" cstate="print"/>
            <a:stretch>
              <a:fillRect/>
            </a:stretch>
          </p:blipFill>
          <p:spPr>
            <a:xfrm>
              <a:off x="4073398" y="2360421"/>
              <a:ext cx="233679" cy="226060"/>
            </a:xfrm>
            <a:prstGeom prst="rect">
              <a:avLst/>
            </a:prstGeom>
          </p:spPr>
        </p:pic>
        <p:pic>
          <p:nvPicPr>
            <p:cNvPr id="58" name="object 56"/>
            <p:cNvPicPr/>
            <p:nvPr/>
          </p:nvPicPr>
          <p:blipFill>
            <a:blip r:embed="rId26" cstate="print"/>
            <a:stretch>
              <a:fillRect/>
            </a:stretch>
          </p:blipFill>
          <p:spPr>
            <a:xfrm>
              <a:off x="4177284" y="2461259"/>
              <a:ext cx="27430" cy="25908"/>
            </a:xfrm>
            <a:prstGeom prst="rect">
              <a:avLst/>
            </a:prstGeom>
          </p:spPr>
        </p:pic>
        <p:sp>
          <p:nvSpPr>
            <p:cNvPr id="59" name="object 57"/>
            <p:cNvSpPr/>
            <p:nvPr/>
          </p:nvSpPr>
          <p:spPr>
            <a:xfrm>
              <a:off x="850391" y="2066543"/>
              <a:ext cx="346075" cy="340360"/>
            </a:xfrm>
            <a:custGeom>
              <a:avLst/>
              <a:gdLst/>
              <a:ahLst/>
              <a:cxnLst/>
              <a:rect l="l" t="t" r="r" b="b"/>
              <a:pathLst>
                <a:path w="346075" h="340360">
                  <a:moveTo>
                    <a:pt x="0" y="169925"/>
                  </a:moveTo>
                  <a:lnTo>
                    <a:pt x="6178" y="124751"/>
                  </a:lnTo>
                  <a:lnTo>
                    <a:pt x="23616" y="84158"/>
                  </a:lnTo>
                  <a:lnTo>
                    <a:pt x="50663" y="49768"/>
                  </a:lnTo>
                  <a:lnTo>
                    <a:pt x="85671" y="23198"/>
                  </a:lnTo>
                  <a:lnTo>
                    <a:pt x="126991" y="6069"/>
                  </a:lnTo>
                  <a:lnTo>
                    <a:pt x="172974" y="0"/>
                  </a:lnTo>
                  <a:lnTo>
                    <a:pt x="218956" y="6069"/>
                  </a:lnTo>
                  <a:lnTo>
                    <a:pt x="260276" y="23198"/>
                  </a:lnTo>
                  <a:lnTo>
                    <a:pt x="295284" y="49768"/>
                  </a:lnTo>
                  <a:lnTo>
                    <a:pt x="322331" y="84158"/>
                  </a:lnTo>
                  <a:lnTo>
                    <a:pt x="339769" y="124751"/>
                  </a:lnTo>
                  <a:lnTo>
                    <a:pt x="345948" y="169925"/>
                  </a:lnTo>
                  <a:lnTo>
                    <a:pt x="339769" y="215100"/>
                  </a:lnTo>
                  <a:lnTo>
                    <a:pt x="322331" y="255693"/>
                  </a:lnTo>
                  <a:lnTo>
                    <a:pt x="295284" y="290083"/>
                  </a:lnTo>
                  <a:lnTo>
                    <a:pt x="260276" y="316653"/>
                  </a:lnTo>
                  <a:lnTo>
                    <a:pt x="218956" y="333782"/>
                  </a:lnTo>
                  <a:lnTo>
                    <a:pt x="172974" y="339851"/>
                  </a:lnTo>
                  <a:lnTo>
                    <a:pt x="126991" y="333782"/>
                  </a:lnTo>
                  <a:lnTo>
                    <a:pt x="85671" y="316653"/>
                  </a:lnTo>
                  <a:lnTo>
                    <a:pt x="50663" y="290083"/>
                  </a:lnTo>
                  <a:lnTo>
                    <a:pt x="23616" y="255693"/>
                  </a:lnTo>
                  <a:lnTo>
                    <a:pt x="6178" y="215100"/>
                  </a:lnTo>
                  <a:lnTo>
                    <a:pt x="0" y="169925"/>
                  </a:lnTo>
                  <a:close/>
                </a:path>
              </a:pathLst>
            </a:custGeom>
            <a:ln w="12700">
              <a:solidFill>
                <a:srgbClr val="000000"/>
              </a:solidFill>
            </a:ln>
          </p:spPr>
          <p:txBody>
            <a:bodyPr wrap="square" lIns="0" tIns="0" rIns="0" bIns="0" rtlCol="0"/>
            <a:lstStyle/>
            <a:p/>
          </p:txBody>
        </p:sp>
        <p:pic>
          <p:nvPicPr>
            <p:cNvPr id="60" name="object 58"/>
            <p:cNvPicPr/>
            <p:nvPr/>
          </p:nvPicPr>
          <p:blipFill>
            <a:blip r:embed="rId27" cstate="print"/>
            <a:stretch>
              <a:fillRect/>
            </a:stretch>
          </p:blipFill>
          <p:spPr>
            <a:xfrm>
              <a:off x="943400" y="2148839"/>
              <a:ext cx="152355" cy="172212"/>
            </a:xfrm>
            <a:prstGeom prst="rect">
              <a:avLst/>
            </a:prstGeom>
          </p:spPr>
        </p:pic>
        <p:pic>
          <p:nvPicPr>
            <p:cNvPr id="61" name="object 59"/>
            <p:cNvPicPr/>
            <p:nvPr/>
          </p:nvPicPr>
          <p:blipFill>
            <a:blip r:embed="rId28" cstate="print"/>
            <a:stretch>
              <a:fillRect/>
            </a:stretch>
          </p:blipFill>
          <p:spPr>
            <a:xfrm>
              <a:off x="1149857" y="2367533"/>
              <a:ext cx="170814" cy="78486"/>
            </a:xfrm>
            <a:prstGeom prst="rect">
              <a:avLst/>
            </a:prstGeom>
          </p:spPr>
        </p:pic>
        <p:sp>
          <p:nvSpPr>
            <p:cNvPr id="62" name="object 60"/>
            <p:cNvSpPr/>
            <p:nvPr/>
          </p:nvSpPr>
          <p:spPr>
            <a:xfrm>
              <a:off x="1194054" y="2109723"/>
              <a:ext cx="2864485" cy="343535"/>
            </a:xfrm>
            <a:custGeom>
              <a:avLst/>
              <a:gdLst/>
              <a:ahLst/>
              <a:cxnLst/>
              <a:rect l="l" t="t" r="r" b="b"/>
              <a:pathLst>
                <a:path w="2864485" h="343535">
                  <a:moveTo>
                    <a:pt x="1527556" y="324358"/>
                  </a:moveTo>
                  <a:lnTo>
                    <a:pt x="104254" y="152412"/>
                  </a:lnTo>
                  <a:lnTo>
                    <a:pt x="104432" y="150876"/>
                  </a:lnTo>
                  <a:lnTo>
                    <a:pt x="107696" y="123952"/>
                  </a:lnTo>
                  <a:lnTo>
                    <a:pt x="27432" y="152654"/>
                  </a:lnTo>
                  <a:lnTo>
                    <a:pt x="98552" y="199644"/>
                  </a:lnTo>
                  <a:lnTo>
                    <a:pt x="101981" y="171208"/>
                  </a:lnTo>
                  <a:lnTo>
                    <a:pt x="1525270" y="343281"/>
                  </a:lnTo>
                  <a:lnTo>
                    <a:pt x="1527556" y="324358"/>
                  </a:lnTo>
                  <a:close/>
                </a:path>
                <a:path w="2864485" h="343535">
                  <a:moveTo>
                    <a:pt x="2863977" y="291084"/>
                  </a:moveTo>
                  <a:lnTo>
                    <a:pt x="76720" y="28371"/>
                  </a:lnTo>
                  <a:lnTo>
                    <a:pt x="76822" y="27178"/>
                  </a:lnTo>
                  <a:lnTo>
                    <a:pt x="79375" y="0"/>
                  </a:lnTo>
                  <a:lnTo>
                    <a:pt x="0" y="30734"/>
                  </a:lnTo>
                  <a:lnTo>
                    <a:pt x="72288" y="75819"/>
                  </a:lnTo>
                  <a:lnTo>
                    <a:pt x="74942" y="47421"/>
                  </a:lnTo>
                  <a:lnTo>
                    <a:pt x="2862199" y="310007"/>
                  </a:lnTo>
                  <a:lnTo>
                    <a:pt x="2863977" y="291084"/>
                  </a:lnTo>
                  <a:close/>
                </a:path>
              </a:pathLst>
            </a:custGeom>
            <a:solidFill>
              <a:srgbClr val="000000"/>
            </a:solidFill>
          </p:spPr>
          <p:txBody>
            <a:bodyPr wrap="square" lIns="0" tIns="0" rIns="0" bIns="0" rtlCol="0"/>
            <a:lstStyle/>
            <a:p/>
          </p:txBody>
        </p:sp>
        <p:pic>
          <p:nvPicPr>
            <p:cNvPr id="63" name="object 61"/>
            <p:cNvPicPr/>
            <p:nvPr/>
          </p:nvPicPr>
          <p:blipFill>
            <a:blip r:embed="rId29" cstate="print"/>
            <a:stretch>
              <a:fillRect/>
            </a:stretch>
          </p:blipFill>
          <p:spPr>
            <a:xfrm>
              <a:off x="1006957" y="1841753"/>
              <a:ext cx="76187" cy="195961"/>
            </a:xfrm>
            <a:prstGeom prst="rect">
              <a:avLst/>
            </a:prstGeom>
          </p:spPr>
        </p:pic>
        <p:pic>
          <p:nvPicPr>
            <p:cNvPr id="64" name="object 62"/>
            <p:cNvPicPr/>
            <p:nvPr/>
          </p:nvPicPr>
          <p:blipFill>
            <a:blip r:embed="rId30" cstate="print"/>
            <a:stretch>
              <a:fillRect/>
            </a:stretch>
          </p:blipFill>
          <p:spPr>
            <a:xfrm>
              <a:off x="952500" y="1659635"/>
              <a:ext cx="207263" cy="149351"/>
            </a:xfrm>
            <a:prstGeom prst="rect">
              <a:avLst/>
            </a:prstGeom>
          </p:spPr>
        </p:pic>
      </p:grpSp>
      <p:pic>
        <p:nvPicPr>
          <p:cNvPr id="65" name="object 64"/>
          <p:cNvPicPr/>
          <p:nvPr/>
        </p:nvPicPr>
        <p:blipFill>
          <a:blip r:embed="rId31" cstate="print"/>
          <a:stretch>
            <a:fillRect/>
          </a:stretch>
        </p:blipFill>
        <p:spPr>
          <a:xfrm>
            <a:off x="1024127" y="5917531"/>
            <a:ext cx="222503" cy="149351"/>
          </a:xfrm>
          <a:prstGeom prst="rect">
            <a:avLst/>
          </a:prstGeom>
        </p:spPr>
      </p:pic>
      <p:pic>
        <p:nvPicPr>
          <p:cNvPr id="66" name="object 65"/>
          <p:cNvPicPr/>
          <p:nvPr/>
        </p:nvPicPr>
        <p:blipFill>
          <a:blip r:embed="rId32" cstate="print"/>
          <a:stretch>
            <a:fillRect/>
          </a:stretch>
        </p:blipFill>
        <p:spPr>
          <a:xfrm>
            <a:off x="2414016" y="5917531"/>
            <a:ext cx="227075" cy="149351"/>
          </a:xfrm>
          <a:prstGeom prst="rect">
            <a:avLst/>
          </a:prstGeom>
        </p:spPr>
      </p:pic>
      <p:pic>
        <p:nvPicPr>
          <p:cNvPr id="67" name="object 66"/>
          <p:cNvPicPr/>
          <p:nvPr/>
        </p:nvPicPr>
        <p:blipFill>
          <a:blip r:embed="rId33" cstate="print"/>
          <a:stretch>
            <a:fillRect/>
          </a:stretch>
        </p:blipFill>
        <p:spPr>
          <a:xfrm>
            <a:off x="3768852" y="5917531"/>
            <a:ext cx="230124" cy="152400"/>
          </a:xfrm>
          <a:prstGeom prst="rect">
            <a:avLst/>
          </a:prstGeom>
        </p:spPr>
      </p:pic>
      <p:grpSp>
        <p:nvGrpSpPr>
          <p:cNvPr id="68" name="object 67"/>
          <p:cNvGrpSpPr/>
          <p:nvPr/>
        </p:nvGrpSpPr>
        <p:grpSpPr>
          <a:xfrm>
            <a:off x="897508" y="4669248"/>
            <a:ext cx="427355" cy="821690"/>
            <a:chOff x="897508" y="5210428"/>
            <a:chExt cx="427355" cy="821690"/>
          </a:xfrm>
        </p:grpSpPr>
        <p:pic>
          <p:nvPicPr>
            <p:cNvPr id="69" name="object 68"/>
            <p:cNvPicPr/>
            <p:nvPr/>
          </p:nvPicPr>
          <p:blipFill>
            <a:blip r:embed="rId34" cstate="print"/>
            <a:stretch>
              <a:fillRect/>
            </a:stretch>
          </p:blipFill>
          <p:spPr>
            <a:xfrm>
              <a:off x="900683" y="5213603"/>
              <a:ext cx="420623" cy="815340"/>
            </a:xfrm>
            <a:prstGeom prst="rect">
              <a:avLst/>
            </a:prstGeom>
          </p:spPr>
        </p:pic>
        <p:sp>
          <p:nvSpPr>
            <p:cNvPr id="70" name="object 69"/>
            <p:cNvSpPr/>
            <p:nvPr/>
          </p:nvSpPr>
          <p:spPr>
            <a:xfrm>
              <a:off x="900683" y="5213603"/>
              <a:ext cx="421005" cy="815340"/>
            </a:xfrm>
            <a:custGeom>
              <a:avLst/>
              <a:gdLst/>
              <a:ahLst/>
              <a:cxnLst/>
              <a:rect l="l" t="t" r="r" b="b"/>
              <a:pathLst>
                <a:path w="421005" h="815339">
                  <a:moveTo>
                    <a:pt x="0" y="815340"/>
                  </a:moveTo>
                  <a:lnTo>
                    <a:pt x="420623" y="815340"/>
                  </a:lnTo>
                  <a:lnTo>
                    <a:pt x="420623" y="0"/>
                  </a:lnTo>
                  <a:lnTo>
                    <a:pt x="0" y="0"/>
                  </a:lnTo>
                  <a:lnTo>
                    <a:pt x="0" y="815340"/>
                  </a:lnTo>
                  <a:close/>
                </a:path>
              </a:pathLst>
            </a:custGeom>
            <a:ln w="6350">
              <a:solidFill>
                <a:srgbClr val="6FAC46"/>
              </a:solidFill>
            </a:ln>
          </p:spPr>
          <p:txBody>
            <a:bodyPr wrap="square" lIns="0" tIns="0" rIns="0" bIns="0" rtlCol="0"/>
            <a:lstStyle/>
            <a:p/>
          </p:txBody>
        </p:sp>
        <p:pic>
          <p:nvPicPr>
            <p:cNvPr id="71" name="object 70"/>
            <p:cNvPicPr/>
            <p:nvPr/>
          </p:nvPicPr>
          <p:blipFill>
            <a:blip r:embed="rId35" cstate="print"/>
            <a:stretch>
              <a:fillRect/>
            </a:stretch>
          </p:blipFill>
          <p:spPr>
            <a:xfrm>
              <a:off x="1016507" y="5507735"/>
              <a:ext cx="216408" cy="213359"/>
            </a:xfrm>
            <a:prstGeom prst="rect">
              <a:avLst/>
            </a:prstGeom>
          </p:spPr>
        </p:pic>
      </p:grpSp>
      <p:pic>
        <p:nvPicPr>
          <p:cNvPr id="72" name="object 71"/>
          <p:cNvPicPr/>
          <p:nvPr/>
        </p:nvPicPr>
        <p:blipFill>
          <a:blip r:embed="rId36" cstate="print"/>
          <a:stretch>
            <a:fillRect/>
          </a:stretch>
        </p:blipFill>
        <p:spPr>
          <a:xfrm>
            <a:off x="1082802" y="5578441"/>
            <a:ext cx="76200" cy="233045"/>
          </a:xfrm>
          <a:prstGeom prst="rect">
            <a:avLst/>
          </a:prstGeom>
        </p:spPr>
      </p:pic>
      <p:pic>
        <p:nvPicPr>
          <p:cNvPr id="73" name="object 72"/>
          <p:cNvPicPr/>
          <p:nvPr/>
        </p:nvPicPr>
        <p:blipFill>
          <a:blip r:embed="rId36" cstate="print"/>
          <a:stretch>
            <a:fillRect/>
          </a:stretch>
        </p:blipFill>
        <p:spPr>
          <a:xfrm>
            <a:off x="2472689" y="5578441"/>
            <a:ext cx="76200" cy="233045"/>
          </a:xfrm>
          <a:prstGeom prst="rect">
            <a:avLst/>
          </a:prstGeom>
        </p:spPr>
      </p:pic>
      <p:grpSp>
        <p:nvGrpSpPr>
          <p:cNvPr id="74" name="object 73"/>
          <p:cNvGrpSpPr/>
          <p:nvPr/>
        </p:nvGrpSpPr>
        <p:grpSpPr>
          <a:xfrm>
            <a:off x="2296541" y="4669248"/>
            <a:ext cx="425450" cy="821690"/>
            <a:chOff x="2296541" y="5210428"/>
            <a:chExt cx="425450" cy="821690"/>
          </a:xfrm>
        </p:grpSpPr>
        <p:pic>
          <p:nvPicPr>
            <p:cNvPr id="75" name="object 74"/>
            <p:cNvPicPr/>
            <p:nvPr/>
          </p:nvPicPr>
          <p:blipFill>
            <a:blip r:embed="rId34" cstate="print"/>
            <a:stretch>
              <a:fillRect/>
            </a:stretch>
          </p:blipFill>
          <p:spPr>
            <a:xfrm>
              <a:off x="2299716" y="5213603"/>
              <a:ext cx="419100" cy="815340"/>
            </a:xfrm>
            <a:prstGeom prst="rect">
              <a:avLst/>
            </a:prstGeom>
          </p:spPr>
        </p:pic>
        <p:sp>
          <p:nvSpPr>
            <p:cNvPr id="76" name="object 75"/>
            <p:cNvSpPr/>
            <p:nvPr/>
          </p:nvSpPr>
          <p:spPr>
            <a:xfrm>
              <a:off x="2299716" y="5213603"/>
              <a:ext cx="419100" cy="815340"/>
            </a:xfrm>
            <a:custGeom>
              <a:avLst/>
              <a:gdLst/>
              <a:ahLst/>
              <a:cxnLst/>
              <a:rect l="l" t="t" r="r" b="b"/>
              <a:pathLst>
                <a:path w="419100" h="815339">
                  <a:moveTo>
                    <a:pt x="0" y="815340"/>
                  </a:moveTo>
                  <a:lnTo>
                    <a:pt x="419100" y="815340"/>
                  </a:lnTo>
                  <a:lnTo>
                    <a:pt x="419100" y="0"/>
                  </a:lnTo>
                  <a:lnTo>
                    <a:pt x="0" y="0"/>
                  </a:lnTo>
                  <a:lnTo>
                    <a:pt x="0" y="815340"/>
                  </a:lnTo>
                  <a:close/>
                </a:path>
              </a:pathLst>
            </a:custGeom>
            <a:ln w="6350">
              <a:solidFill>
                <a:srgbClr val="6FAC46"/>
              </a:solidFill>
            </a:ln>
          </p:spPr>
          <p:txBody>
            <a:bodyPr wrap="square" lIns="0" tIns="0" rIns="0" bIns="0" rtlCol="0"/>
            <a:lstStyle/>
            <a:p/>
          </p:txBody>
        </p:sp>
        <p:pic>
          <p:nvPicPr>
            <p:cNvPr id="77" name="object 76"/>
            <p:cNvPicPr/>
            <p:nvPr/>
          </p:nvPicPr>
          <p:blipFill>
            <a:blip r:embed="rId37" cstate="print"/>
            <a:stretch>
              <a:fillRect/>
            </a:stretch>
          </p:blipFill>
          <p:spPr>
            <a:xfrm>
              <a:off x="2406396" y="5507735"/>
              <a:ext cx="220980" cy="213359"/>
            </a:xfrm>
            <a:prstGeom prst="rect">
              <a:avLst/>
            </a:prstGeom>
          </p:spPr>
        </p:pic>
      </p:grpSp>
      <p:pic>
        <p:nvPicPr>
          <p:cNvPr id="78" name="object 77"/>
          <p:cNvPicPr/>
          <p:nvPr/>
        </p:nvPicPr>
        <p:blipFill>
          <a:blip r:embed="rId36" cstate="print"/>
          <a:stretch>
            <a:fillRect/>
          </a:stretch>
        </p:blipFill>
        <p:spPr>
          <a:xfrm>
            <a:off x="3815334" y="5575393"/>
            <a:ext cx="76200" cy="233045"/>
          </a:xfrm>
          <a:prstGeom prst="rect">
            <a:avLst/>
          </a:prstGeom>
        </p:spPr>
      </p:pic>
      <p:grpSp>
        <p:nvGrpSpPr>
          <p:cNvPr id="79" name="object 78"/>
          <p:cNvGrpSpPr/>
          <p:nvPr/>
        </p:nvGrpSpPr>
        <p:grpSpPr>
          <a:xfrm>
            <a:off x="3636136" y="4663153"/>
            <a:ext cx="425450" cy="820419"/>
            <a:chOff x="3636136" y="5204333"/>
            <a:chExt cx="425450" cy="820419"/>
          </a:xfrm>
        </p:grpSpPr>
        <p:pic>
          <p:nvPicPr>
            <p:cNvPr id="80" name="object 79"/>
            <p:cNvPicPr/>
            <p:nvPr/>
          </p:nvPicPr>
          <p:blipFill>
            <a:blip r:embed="rId38" cstate="print"/>
            <a:stretch>
              <a:fillRect/>
            </a:stretch>
          </p:blipFill>
          <p:spPr>
            <a:xfrm>
              <a:off x="3639311" y="5207508"/>
              <a:ext cx="419100" cy="813815"/>
            </a:xfrm>
            <a:prstGeom prst="rect">
              <a:avLst/>
            </a:prstGeom>
          </p:spPr>
        </p:pic>
        <p:sp>
          <p:nvSpPr>
            <p:cNvPr id="81" name="object 80"/>
            <p:cNvSpPr/>
            <p:nvPr/>
          </p:nvSpPr>
          <p:spPr>
            <a:xfrm>
              <a:off x="3639311" y="5207508"/>
              <a:ext cx="419100" cy="814069"/>
            </a:xfrm>
            <a:custGeom>
              <a:avLst/>
              <a:gdLst/>
              <a:ahLst/>
              <a:cxnLst/>
              <a:rect l="l" t="t" r="r" b="b"/>
              <a:pathLst>
                <a:path w="419100" h="814070">
                  <a:moveTo>
                    <a:pt x="0" y="813815"/>
                  </a:moveTo>
                  <a:lnTo>
                    <a:pt x="419100" y="813815"/>
                  </a:lnTo>
                  <a:lnTo>
                    <a:pt x="419100" y="0"/>
                  </a:lnTo>
                  <a:lnTo>
                    <a:pt x="0" y="0"/>
                  </a:lnTo>
                  <a:lnTo>
                    <a:pt x="0" y="813815"/>
                  </a:lnTo>
                  <a:close/>
                </a:path>
              </a:pathLst>
            </a:custGeom>
            <a:ln w="6350">
              <a:solidFill>
                <a:srgbClr val="6FAC46"/>
              </a:solidFill>
            </a:ln>
          </p:spPr>
          <p:txBody>
            <a:bodyPr wrap="square" lIns="0" tIns="0" rIns="0" bIns="0" rtlCol="0"/>
            <a:lstStyle/>
            <a:p/>
          </p:txBody>
        </p:sp>
        <p:pic>
          <p:nvPicPr>
            <p:cNvPr id="82" name="object 81"/>
            <p:cNvPicPr/>
            <p:nvPr/>
          </p:nvPicPr>
          <p:blipFill>
            <a:blip r:embed="rId39" cstate="print"/>
            <a:stretch>
              <a:fillRect/>
            </a:stretch>
          </p:blipFill>
          <p:spPr>
            <a:xfrm>
              <a:off x="3749039" y="5506212"/>
              <a:ext cx="222503" cy="216407"/>
            </a:xfrm>
            <a:prstGeom prst="rect">
              <a:avLst/>
            </a:prstGeom>
          </p:spPr>
        </p:pic>
      </p:grpSp>
      <p:pic>
        <p:nvPicPr>
          <p:cNvPr id="83" name="object 89"/>
          <p:cNvPicPr/>
          <p:nvPr/>
        </p:nvPicPr>
        <p:blipFill>
          <a:blip r:embed="rId40" cstate="print"/>
          <a:stretch>
            <a:fillRect/>
          </a:stretch>
        </p:blipFill>
        <p:spPr>
          <a:xfrm>
            <a:off x="2196973" y="4400390"/>
            <a:ext cx="111378" cy="215137"/>
          </a:xfrm>
          <a:prstGeom prst="rect">
            <a:avLst/>
          </a:prstGeom>
        </p:spPr>
      </p:pic>
      <p:pic>
        <p:nvPicPr>
          <p:cNvPr id="84" name="object 94"/>
          <p:cNvPicPr/>
          <p:nvPr/>
        </p:nvPicPr>
        <p:blipFill>
          <a:blip r:embed="rId41" cstate="print"/>
          <a:stretch>
            <a:fillRect/>
          </a:stretch>
        </p:blipFill>
        <p:spPr>
          <a:xfrm>
            <a:off x="3536569" y="4386673"/>
            <a:ext cx="111378" cy="215137"/>
          </a:xfrm>
          <a:prstGeom prst="rect">
            <a:avLst/>
          </a:prstGeom>
        </p:spPr>
      </p:pic>
      <p:pic>
        <p:nvPicPr>
          <p:cNvPr id="85" name="object 95"/>
          <p:cNvPicPr/>
          <p:nvPr/>
        </p:nvPicPr>
        <p:blipFill>
          <a:blip r:embed="rId42" cstate="print"/>
          <a:stretch>
            <a:fillRect/>
          </a:stretch>
        </p:blipFill>
        <p:spPr>
          <a:xfrm>
            <a:off x="2469388" y="4389722"/>
            <a:ext cx="76200" cy="213614"/>
          </a:xfrm>
          <a:prstGeom prst="rect">
            <a:avLst/>
          </a:prstGeom>
        </p:spPr>
      </p:pic>
      <p:pic>
        <p:nvPicPr>
          <p:cNvPr id="86" name="object 96"/>
          <p:cNvPicPr/>
          <p:nvPr/>
        </p:nvPicPr>
        <p:blipFill>
          <a:blip r:embed="rId42" cstate="print"/>
          <a:stretch>
            <a:fillRect/>
          </a:stretch>
        </p:blipFill>
        <p:spPr>
          <a:xfrm>
            <a:off x="3805935" y="4392770"/>
            <a:ext cx="76200" cy="213613"/>
          </a:xfrm>
          <a:prstGeom prst="rect">
            <a:avLst/>
          </a:prstGeom>
        </p:spPr>
      </p:pic>
      <p:pic>
        <p:nvPicPr>
          <p:cNvPr id="87" name="object 97"/>
          <p:cNvPicPr/>
          <p:nvPr/>
        </p:nvPicPr>
        <p:blipFill>
          <a:blip r:embed="rId8" cstate="print"/>
          <a:stretch>
            <a:fillRect/>
          </a:stretch>
        </p:blipFill>
        <p:spPr>
          <a:xfrm>
            <a:off x="2714625" y="4383625"/>
            <a:ext cx="141986" cy="214375"/>
          </a:xfrm>
          <a:prstGeom prst="rect">
            <a:avLst/>
          </a:prstGeom>
        </p:spPr>
      </p:pic>
      <p:pic>
        <p:nvPicPr>
          <p:cNvPr id="88" name="object 98"/>
          <p:cNvPicPr/>
          <p:nvPr/>
        </p:nvPicPr>
        <p:blipFill>
          <a:blip r:embed="rId8" cstate="print"/>
          <a:stretch>
            <a:fillRect/>
          </a:stretch>
        </p:blipFill>
        <p:spPr>
          <a:xfrm>
            <a:off x="4049648" y="4385149"/>
            <a:ext cx="141986" cy="214375"/>
          </a:xfrm>
          <a:prstGeom prst="rect">
            <a:avLst/>
          </a:prstGeom>
        </p:spPr>
      </p:pic>
      <p:pic>
        <p:nvPicPr>
          <p:cNvPr id="89" name="object 102"/>
          <p:cNvPicPr/>
          <p:nvPr/>
        </p:nvPicPr>
        <p:blipFill>
          <a:blip r:embed="rId43" cstate="print"/>
          <a:stretch>
            <a:fillRect/>
          </a:stretch>
        </p:blipFill>
        <p:spPr>
          <a:xfrm>
            <a:off x="492271" y="3073748"/>
            <a:ext cx="348976" cy="182880"/>
          </a:xfrm>
          <a:prstGeom prst="rect">
            <a:avLst/>
          </a:prstGeom>
        </p:spPr>
      </p:pic>
      <p:pic>
        <p:nvPicPr>
          <p:cNvPr id="90" name="object 103"/>
          <p:cNvPicPr/>
          <p:nvPr/>
        </p:nvPicPr>
        <p:blipFill>
          <a:blip r:embed="rId44" cstate="print"/>
          <a:stretch>
            <a:fillRect/>
          </a:stretch>
        </p:blipFill>
        <p:spPr>
          <a:xfrm>
            <a:off x="1905019" y="3076796"/>
            <a:ext cx="353548" cy="182880"/>
          </a:xfrm>
          <a:prstGeom prst="rect">
            <a:avLst/>
          </a:prstGeom>
        </p:spPr>
      </p:pic>
      <p:pic>
        <p:nvPicPr>
          <p:cNvPr id="91" name="object 104"/>
          <p:cNvPicPr/>
          <p:nvPr/>
        </p:nvPicPr>
        <p:blipFill>
          <a:blip r:embed="rId45" cstate="print"/>
          <a:stretch>
            <a:fillRect/>
          </a:stretch>
        </p:blipFill>
        <p:spPr>
          <a:xfrm>
            <a:off x="3247683" y="3079843"/>
            <a:ext cx="355052" cy="182880"/>
          </a:xfrm>
          <a:prstGeom prst="rect">
            <a:avLst/>
          </a:prstGeom>
        </p:spPr>
      </p:pic>
      <p:sp>
        <p:nvSpPr>
          <p:cNvPr id="92" name="Title 1"/>
          <p:cNvSpPr>
            <a:spLocks noGrp="1"/>
          </p:cNvSpPr>
          <p:nvPr>
            <p:ph type="title"/>
          </p:nvPr>
        </p:nvSpPr>
        <p:spPr>
          <a:xfrm>
            <a:off x="441325" y="258763"/>
            <a:ext cx="11307763" cy="676210"/>
          </a:xfrm>
        </p:spPr>
        <p:txBody>
          <a:bodyPr/>
          <a:lstStyle/>
          <a:p>
            <a:r>
              <a:rPr lang="en-US" dirty="0"/>
              <a:t>Self-Attention</a:t>
            </a:r>
            <a:endParaRPr lang="en-IN" dirty="0"/>
          </a:p>
        </p:txBody>
      </p:sp>
      <p:grpSp>
        <p:nvGrpSpPr>
          <p:cNvPr id="93" name="object 91"/>
          <p:cNvGrpSpPr/>
          <p:nvPr/>
        </p:nvGrpSpPr>
        <p:grpSpPr>
          <a:xfrm>
            <a:off x="5001109" y="2929856"/>
            <a:ext cx="1018540" cy="1029335"/>
            <a:chOff x="4675504" y="3427348"/>
            <a:chExt cx="1018540" cy="1029335"/>
          </a:xfrm>
        </p:grpSpPr>
        <p:pic>
          <p:nvPicPr>
            <p:cNvPr id="94" name="object 92"/>
            <p:cNvPicPr/>
            <p:nvPr/>
          </p:nvPicPr>
          <p:blipFill>
            <a:blip r:embed="rId46" cstate="print"/>
            <a:stretch>
              <a:fillRect/>
            </a:stretch>
          </p:blipFill>
          <p:spPr>
            <a:xfrm>
              <a:off x="4678679" y="3430523"/>
              <a:ext cx="1011936" cy="1022603"/>
            </a:xfrm>
            <a:prstGeom prst="rect">
              <a:avLst/>
            </a:prstGeom>
          </p:spPr>
        </p:pic>
        <p:sp>
          <p:nvSpPr>
            <p:cNvPr id="95" name="object 93"/>
            <p:cNvSpPr/>
            <p:nvPr/>
          </p:nvSpPr>
          <p:spPr>
            <a:xfrm>
              <a:off x="4678679" y="3430523"/>
              <a:ext cx="1012190" cy="1022985"/>
            </a:xfrm>
            <a:custGeom>
              <a:avLst/>
              <a:gdLst/>
              <a:ahLst/>
              <a:cxnLst/>
              <a:rect l="l" t="t" r="r" b="b"/>
              <a:pathLst>
                <a:path w="1012189" h="1022985">
                  <a:moveTo>
                    <a:pt x="0" y="255650"/>
                  </a:moveTo>
                  <a:lnTo>
                    <a:pt x="505968" y="255650"/>
                  </a:lnTo>
                  <a:lnTo>
                    <a:pt x="505968" y="0"/>
                  </a:lnTo>
                  <a:lnTo>
                    <a:pt x="1011936" y="511301"/>
                  </a:lnTo>
                  <a:lnTo>
                    <a:pt x="505968" y="1022603"/>
                  </a:lnTo>
                  <a:lnTo>
                    <a:pt x="505968" y="766952"/>
                  </a:lnTo>
                  <a:lnTo>
                    <a:pt x="0" y="766952"/>
                  </a:lnTo>
                  <a:lnTo>
                    <a:pt x="0" y="255650"/>
                  </a:lnTo>
                  <a:close/>
                </a:path>
              </a:pathLst>
            </a:custGeom>
            <a:ln w="6350">
              <a:solidFill>
                <a:srgbClr val="6FAC46"/>
              </a:solidFill>
            </a:ln>
          </p:spPr>
          <p:txBody>
            <a:bodyPr wrap="square" lIns="0" tIns="0" rIns="0" bIns="0" rtlCol="0"/>
            <a:lstStyle/>
            <a:p/>
          </p:txBody>
        </p:sp>
      </p:grpSp>
      <p:pic>
        <p:nvPicPr>
          <p:cNvPr id="96" name="object 94"/>
          <p:cNvPicPr/>
          <p:nvPr/>
        </p:nvPicPr>
        <p:blipFill>
          <a:blip r:embed="rId31" cstate="print"/>
          <a:stretch>
            <a:fillRect/>
          </a:stretch>
        </p:blipFill>
        <p:spPr>
          <a:xfrm>
            <a:off x="6817815" y="5961219"/>
            <a:ext cx="222504" cy="149351"/>
          </a:xfrm>
          <a:prstGeom prst="rect">
            <a:avLst/>
          </a:prstGeom>
        </p:spPr>
      </p:pic>
      <p:pic>
        <p:nvPicPr>
          <p:cNvPr id="97" name="object 95"/>
          <p:cNvPicPr/>
          <p:nvPr/>
        </p:nvPicPr>
        <p:blipFill>
          <a:blip r:embed="rId32" cstate="print"/>
          <a:stretch>
            <a:fillRect/>
          </a:stretch>
        </p:blipFill>
        <p:spPr>
          <a:xfrm>
            <a:off x="8206179" y="5961219"/>
            <a:ext cx="227075" cy="149351"/>
          </a:xfrm>
          <a:prstGeom prst="rect">
            <a:avLst/>
          </a:prstGeom>
        </p:spPr>
      </p:pic>
      <p:pic>
        <p:nvPicPr>
          <p:cNvPr id="98" name="object 96"/>
          <p:cNvPicPr/>
          <p:nvPr/>
        </p:nvPicPr>
        <p:blipFill>
          <a:blip r:embed="rId33" cstate="print"/>
          <a:stretch>
            <a:fillRect/>
          </a:stretch>
        </p:blipFill>
        <p:spPr>
          <a:xfrm>
            <a:off x="9562539" y="5961219"/>
            <a:ext cx="230124" cy="152400"/>
          </a:xfrm>
          <a:prstGeom prst="rect">
            <a:avLst/>
          </a:prstGeom>
        </p:spPr>
      </p:pic>
      <p:pic>
        <p:nvPicPr>
          <p:cNvPr id="99" name="object 97"/>
          <p:cNvPicPr/>
          <p:nvPr/>
        </p:nvPicPr>
        <p:blipFill>
          <a:blip r:embed="rId36" cstate="print"/>
          <a:stretch>
            <a:fillRect/>
          </a:stretch>
        </p:blipFill>
        <p:spPr>
          <a:xfrm>
            <a:off x="6874965" y="5622129"/>
            <a:ext cx="76200" cy="233045"/>
          </a:xfrm>
          <a:prstGeom prst="rect">
            <a:avLst/>
          </a:prstGeom>
        </p:spPr>
      </p:pic>
      <p:grpSp>
        <p:nvGrpSpPr>
          <p:cNvPr id="100" name="object 98"/>
          <p:cNvGrpSpPr/>
          <p:nvPr/>
        </p:nvGrpSpPr>
        <p:grpSpPr>
          <a:xfrm>
            <a:off x="6691196" y="5118321"/>
            <a:ext cx="425450" cy="416559"/>
            <a:chOff x="6290945" y="5615813"/>
            <a:chExt cx="425450" cy="416559"/>
          </a:xfrm>
        </p:grpSpPr>
        <p:pic>
          <p:nvPicPr>
            <p:cNvPr id="101" name="object 99"/>
            <p:cNvPicPr/>
            <p:nvPr/>
          </p:nvPicPr>
          <p:blipFill>
            <a:blip r:embed="rId47" cstate="print"/>
            <a:stretch>
              <a:fillRect/>
            </a:stretch>
          </p:blipFill>
          <p:spPr>
            <a:xfrm>
              <a:off x="6294120" y="5618988"/>
              <a:ext cx="419100" cy="409956"/>
            </a:xfrm>
            <a:prstGeom prst="rect">
              <a:avLst/>
            </a:prstGeom>
          </p:spPr>
        </p:pic>
        <p:sp>
          <p:nvSpPr>
            <p:cNvPr id="102" name="object 100"/>
            <p:cNvSpPr/>
            <p:nvPr/>
          </p:nvSpPr>
          <p:spPr>
            <a:xfrm>
              <a:off x="6294120" y="5618988"/>
              <a:ext cx="419100" cy="410209"/>
            </a:xfrm>
            <a:custGeom>
              <a:avLst/>
              <a:gdLst/>
              <a:ahLst/>
              <a:cxnLst/>
              <a:rect l="l" t="t" r="r" b="b"/>
              <a:pathLst>
                <a:path w="419100" h="410210">
                  <a:moveTo>
                    <a:pt x="0" y="409956"/>
                  </a:moveTo>
                  <a:lnTo>
                    <a:pt x="419100" y="409956"/>
                  </a:lnTo>
                  <a:lnTo>
                    <a:pt x="419100" y="0"/>
                  </a:lnTo>
                  <a:lnTo>
                    <a:pt x="0" y="0"/>
                  </a:lnTo>
                  <a:lnTo>
                    <a:pt x="0" y="409956"/>
                  </a:lnTo>
                  <a:close/>
                </a:path>
              </a:pathLst>
            </a:custGeom>
            <a:ln w="6349">
              <a:solidFill>
                <a:srgbClr val="6FAC46"/>
              </a:solidFill>
            </a:ln>
          </p:spPr>
          <p:txBody>
            <a:bodyPr wrap="square" lIns="0" tIns="0" rIns="0" bIns="0" rtlCol="0"/>
            <a:lstStyle/>
            <a:p/>
          </p:txBody>
        </p:sp>
        <p:pic>
          <p:nvPicPr>
            <p:cNvPr id="103" name="object 101"/>
            <p:cNvPicPr/>
            <p:nvPr/>
          </p:nvPicPr>
          <p:blipFill>
            <a:blip r:embed="rId35" cstate="print"/>
            <a:stretch>
              <a:fillRect/>
            </a:stretch>
          </p:blipFill>
          <p:spPr>
            <a:xfrm>
              <a:off x="6408420" y="5721096"/>
              <a:ext cx="216407" cy="213359"/>
            </a:xfrm>
            <a:prstGeom prst="rect">
              <a:avLst/>
            </a:prstGeom>
          </p:spPr>
        </p:pic>
      </p:grpSp>
      <p:pic>
        <p:nvPicPr>
          <p:cNvPr id="104" name="object 102"/>
          <p:cNvPicPr/>
          <p:nvPr/>
        </p:nvPicPr>
        <p:blipFill>
          <a:blip r:embed="rId36" cstate="print"/>
          <a:stretch>
            <a:fillRect/>
          </a:stretch>
        </p:blipFill>
        <p:spPr>
          <a:xfrm>
            <a:off x="8264853" y="5622129"/>
            <a:ext cx="76200" cy="233045"/>
          </a:xfrm>
          <a:prstGeom prst="rect">
            <a:avLst/>
          </a:prstGeom>
        </p:spPr>
      </p:pic>
      <p:grpSp>
        <p:nvGrpSpPr>
          <p:cNvPr id="105" name="object 103"/>
          <p:cNvGrpSpPr/>
          <p:nvPr/>
        </p:nvGrpSpPr>
        <p:grpSpPr>
          <a:xfrm>
            <a:off x="8090228" y="5118321"/>
            <a:ext cx="425450" cy="416559"/>
            <a:chOff x="7689977" y="5615813"/>
            <a:chExt cx="425450" cy="416559"/>
          </a:xfrm>
        </p:grpSpPr>
        <p:pic>
          <p:nvPicPr>
            <p:cNvPr id="106" name="object 104"/>
            <p:cNvPicPr/>
            <p:nvPr/>
          </p:nvPicPr>
          <p:blipFill>
            <a:blip r:embed="rId47" cstate="print"/>
            <a:stretch>
              <a:fillRect/>
            </a:stretch>
          </p:blipFill>
          <p:spPr>
            <a:xfrm>
              <a:off x="7693152" y="5618988"/>
              <a:ext cx="419100" cy="409956"/>
            </a:xfrm>
            <a:prstGeom prst="rect">
              <a:avLst/>
            </a:prstGeom>
          </p:spPr>
        </p:pic>
        <p:sp>
          <p:nvSpPr>
            <p:cNvPr id="107" name="object 105"/>
            <p:cNvSpPr/>
            <p:nvPr/>
          </p:nvSpPr>
          <p:spPr>
            <a:xfrm>
              <a:off x="7693152" y="5618988"/>
              <a:ext cx="419100" cy="410209"/>
            </a:xfrm>
            <a:custGeom>
              <a:avLst/>
              <a:gdLst/>
              <a:ahLst/>
              <a:cxnLst/>
              <a:rect l="l" t="t" r="r" b="b"/>
              <a:pathLst>
                <a:path w="419100" h="410210">
                  <a:moveTo>
                    <a:pt x="0" y="409956"/>
                  </a:moveTo>
                  <a:lnTo>
                    <a:pt x="419100" y="409956"/>
                  </a:lnTo>
                  <a:lnTo>
                    <a:pt x="419100" y="0"/>
                  </a:lnTo>
                  <a:lnTo>
                    <a:pt x="0" y="0"/>
                  </a:lnTo>
                  <a:lnTo>
                    <a:pt x="0" y="409956"/>
                  </a:lnTo>
                  <a:close/>
                </a:path>
              </a:pathLst>
            </a:custGeom>
            <a:ln w="6349">
              <a:solidFill>
                <a:srgbClr val="6FAC46"/>
              </a:solidFill>
            </a:ln>
          </p:spPr>
          <p:txBody>
            <a:bodyPr wrap="square" lIns="0" tIns="0" rIns="0" bIns="0" rtlCol="0"/>
            <a:lstStyle/>
            <a:p/>
          </p:txBody>
        </p:sp>
        <p:pic>
          <p:nvPicPr>
            <p:cNvPr id="108" name="object 106"/>
            <p:cNvPicPr/>
            <p:nvPr/>
          </p:nvPicPr>
          <p:blipFill>
            <a:blip r:embed="rId37" cstate="print"/>
            <a:stretch>
              <a:fillRect/>
            </a:stretch>
          </p:blipFill>
          <p:spPr>
            <a:xfrm>
              <a:off x="7784592" y="5721096"/>
              <a:ext cx="220979" cy="213359"/>
            </a:xfrm>
            <a:prstGeom prst="rect">
              <a:avLst/>
            </a:prstGeom>
          </p:spPr>
        </p:pic>
      </p:grpSp>
      <p:pic>
        <p:nvPicPr>
          <p:cNvPr id="109" name="object 107"/>
          <p:cNvPicPr/>
          <p:nvPr/>
        </p:nvPicPr>
        <p:blipFill>
          <a:blip r:embed="rId36" cstate="print"/>
          <a:stretch>
            <a:fillRect/>
          </a:stretch>
        </p:blipFill>
        <p:spPr>
          <a:xfrm>
            <a:off x="9609020" y="5619081"/>
            <a:ext cx="76200" cy="233045"/>
          </a:xfrm>
          <a:prstGeom prst="rect">
            <a:avLst/>
          </a:prstGeom>
        </p:spPr>
      </p:pic>
      <p:grpSp>
        <p:nvGrpSpPr>
          <p:cNvPr id="110" name="object 108"/>
          <p:cNvGrpSpPr/>
          <p:nvPr/>
        </p:nvGrpSpPr>
        <p:grpSpPr>
          <a:xfrm>
            <a:off x="9428299" y="5109177"/>
            <a:ext cx="427355" cy="417830"/>
            <a:chOff x="9028048" y="5606669"/>
            <a:chExt cx="427355" cy="417830"/>
          </a:xfrm>
        </p:grpSpPr>
        <p:pic>
          <p:nvPicPr>
            <p:cNvPr id="111" name="object 109"/>
            <p:cNvPicPr/>
            <p:nvPr/>
          </p:nvPicPr>
          <p:blipFill>
            <a:blip r:embed="rId48" cstate="print"/>
            <a:stretch>
              <a:fillRect/>
            </a:stretch>
          </p:blipFill>
          <p:spPr>
            <a:xfrm>
              <a:off x="9031223" y="5609844"/>
              <a:ext cx="420624" cy="411480"/>
            </a:xfrm>
            <a:prstGeom prst="rect">
              <a:avLst/>
            </a:prstGeom>
          </p:spPr>
        </p:pic>
        <p:sp>
          <p:nvSpPr>
            <p:cNvPr id="112" name="object 110"/>
            <p:cNvSpPr/>
            <p:nvPr/>
          </p:nvSpPr>
          <p:spPr>
            <a:xfrm>
              <a:off x="9031223" y="5609844"/>
              <a:ext cx="421005" cy="411480"/>
            </a:xfrm>
            <a:custGeom>
              <a:avLst/>
              <a:gdLst/>
              <a:ahLst/>
              <a:cxnLst/>
              <a:rect l="l" t="t" r="r" b="b"/>
              <a:pathLst>
                <a:path w="421004" h="411479">
                  <a:moveTo>
                    <a:pt x="0" y="411479"/>
                  </a:moveTo>
                  <a:lnTo>
                    <a:pt x="420624" y="411479"/>
                  </a:lnTo>
                  <a:lnTo>
                    <a:pt x="420624" y="0"/>
                  </a:lnTo>
                  <a:lnTo>
                    <a:pt x="0" y="0"/>
                  </a:lnTo>
                  <a:lnTo>
                    <a:pt x="0" y="411479"/>
                  </a:lnTo>
                  <a:close/>
                </a:path>
              </a:pathLst>
            </a:custGeom>
            <a:ln w="6350">
              <a:solidFill>
                <a:srgbClr val="6FAC46"/>
              </a:solidFill>
            </a:ln>
          </p:spPr>
          <p:txBody>
            <a:bodyPr wrap="square" lIns="0" tIns="0" rIns="0" bIns="0" rtlCol="0"/>
            <a:lstStyle/>
            <a:p/>
          </p:txBody>
        </p:sp>
        <p:pic>
          <p:nvPicPr>
            <p:cNvPr id="113" name="object 111"/>
            <p:cNvPicPr/>
            <p:nvPr/>
          </p:nvPicPr>
          <p:blipFill>
            <a:blip r:embed="rId39" cstate="print"/>
            <a:stretch>
              <a:fillRect/>
            </a:stretch>
          </p:blipFill>
          <p:spPr>
            <a:xfrm>
              <a:off x="9145523" y="5707380"/>
              <a:ext cx="222503" cy="216407"/>
            </a:xfrm>
            <a:prstGeom prst="rect">
              <a:avLst/>
            </a:prstGeom>
          </p:spPr>
        </p:pic>
      </p:grpSp>
      <p:grpSp>
        <p:nvGrpSpPr>
          <p:cNvPr id="114" name="object 112"/>
          <p:cNvGrpSpPr/>
          <p:nvPr/>
        </p:nvGrpSpPr>
        <p:grpSpPr>
          <a:xfrm>
            <a:off x="6383347" y="4149946"/>
            <a:ext cx="1090295" cy="908685"/>
            <a:chOff x="5983096" y="4647438"/>
            <a:chExt cx="1090295" cy="908685"/>
          </a:xfrm>
        </p:grpSpPr>
        <p:pic>
          <p:nvPicPr>
            <p:cNvPr id="115" name="object 113"/>
            <p:cNvPicPr/>
            <p:nvPr/>
          </p:nvPicPr>
          <p:blipFill>
            <a:blip r:embed="rId49" cstate="print"/>
            <a:stretch>
              <a:fillRect/>
            </a:stretch>
          </p:blipFill>
          <p:spPr>
            <a:xfrm>
              <a:off x="5986271" y="4913376"/>
              <a:ext cx="332232" cy="381000"/>
            </a:xfrm>
            <a:prstGeom prst="rect">
              <a:avLst/>
            </a:prstGeom>
          </p:spPr>
        </p:pic>
        <p:sp>
          <p:nvSpPr>
            <p:cNvPr id="116" name="object 114"/>
            <p:cNvSpPr/>
            <p:nvPr/>
          </p:nvSpPr>
          <p:spPr>
            <a:xfrm>
              <a:off x="5986271" y="4913376"/>
              <a:ext cx="332740" cy="381000"/>
            </a:xfrm>
            <a:custGeom>
              <a:avLst/>
              <a:gdLst/>
              <a:ahLst/>
              <a:cxnLst/>
              <a:rect l="l" t="t" r="r" b="b"/>
              <a:pathLst>
                <a:path w="332739" h="381000">
                  <a:moveTo>
                    <a:pt x="0" y="381000"/>
                  </a:moveTo>
                  <a:lnTo>
                    <a:pt x="332232" y="381000"/>
                  </a:lnTo>
                  <a:lnTo>
                    <a:pt x="332232" y="0"/>
                  </a:lnTo>
                  <a:lnTo>
                    <a:pt x="0" y="0"/>
                  </a:lnTo>
                  <a:lnTo>
                    <a:pt x="0" y="381000"/>
                  </a:lnTo>
                  <a:close/>
                </a:path>
              </a:pathLst>
            </a:custGeom>
            <a:ln w="6350">
              <a:solidFill>
                <a:srgbClr val="EC7C30"/>
              </a:solidFill>
            </a:ln>
          </p:spPr>
          <p:txBody>
            <a:bodyPr wrap="square" lIns="0" tIns="0" rIns="0" bIns="0" rtlCol="0"/>
            <a:lstStyle/>
            <a:p/>
          </p:txBody>
        </p:sp>
        <p:pic>
          <p:nvPicPr>
            <p:cNvPr id="117" name="object 115"/>
            <p:cNvPicPr/>
            <p:nvPr/>
          </p:nvPicPr>
          <p:blipFill>
            <a:blip r:embed="rId2" cstate="print"/>
            <a:stretch>
              <a:fillRect/>
            </a:stretch>
          </p:blipFill>
          <p:spPr>
            <a:xfrm>
              <a:off x="6051803" y="5020056"/>
              <a:ext cx="202691" cy="213359"/>
            </a:xfrm>
            <a:prstGeom prst="rect">
              <a:avLst/>
            </a:prstGeom>
          </p:spPr>
        </p:pic>
        <p:pic>
          <p:nvPicPr>
            <p:cNvPr id="118" name="object 116"/>
            <p:cNvPicPr/>
            <p:nvPr/>
          </p:nvPicPr>
          <p:blipFill>
            <a:blip r:embed="rId50" cstate="print"/>
            <a:stretch>
              <a:fillRect/>
            </a:stretch>
          </p:blipFill>
          <p:spPr>
            <a:xfrm>
              <a:off x="6209664" y="5340858"/>
              <a:ext cx="111379" cy="215137"/>
            </a:xfrm>
            <a:prstGeom prst="rect">
              <a:avLst/>
            </a:prstGeom>
          </p:spPr>
        </p:pic>
        <p:pic>
          <p:nvPicPr>
            <p:cNvPr id="119" name="object 117"/>
            <p:cNvPicPr/>
            <p:nvPr/>
          </p:nvPicPr>
          <p:blipFill>
            <a:blip r:embed="rId10" cstate="print"/>
            <a:stretch>
              <a:fillRect/>
            </a:stretch>
          </p:blipFill>
          <p:spPr>
            <a:xfrm>
              <a:off x="6358127" y="4904232"/>
              <a:ext cx="332231" cy="381000"/>
            </a:xfrm>
            <a:prstGeom prst="rect">
              <a:avLst/>
            </a:prstGeom>
          </p:spPr>
        </p:pic>
        <p:sp>
          <p:nvSpPr>
            <p:cNvPr id="120" name="object 118"/>
            <p:cNvSpPr/>
            <p:nvPr/>
          </p:nvSpPr>
          <p:spPr>
            <a:xfrm>
              <a:off x="6358127" y="4904232"/>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FFC000"/>
              </a:solidFill>
            </a:ln>
          </p:spPr>
          <p:txBody>
            <a:bodyPr wrap="square" lIns="0" tIns="0" rIns="0" bIns="0" rtlCol="0"/>
            <a:lstStyle/>
            <a:p/>
          </p:txBody>
        </p:sp>
        <p:pic>
          <p:nvPicPr>
            <p:cNvPr id="121" name="object 119"/>
            <p:cNvPicPr/>
            <p:nvPr/>
          </p:nvPicPr>
          <p:blipFill>
            <a:blip r:embed="rId7" cstate="print"/>
            <a:stretch>
              <a:fillRect/>
            </a:stretch>
          </p:blipFill>
          <p:spPr>
            <a:xfrm>
              <a:off x="6460235" y="5035296"/>
              <a:ext cx="187452" cy="160019"/>
            </a:xfrm>
            <a:prstGeom prst="rect">
              <a:avLst/>
            </a:prstGeom>
          </p:spPr>
        </p:pic>
        <p:pic>
          <p:nvPicPr>
            <p:cNvPr id="122" name="object 120"/>
            <p:cNvPicPr/>
            <p:nvPr/>
          </p:nvPicPr>
          <p:blipFill>
            <a:blip r:embed="rId51" cstate="print"/>
            <a:stretch>
              <a:fillRect/>
            </a:stretch>
          </p:blipFill>
          <p:spPr>
            <a:xfrm>
              <a:off x="6727316" y="5336286"/>
              <a:ext cx="141985" cy="214375"/>
            </a:xfrm>
            <a:prstGeom prst="rect">
              <a:avLst/>
            </a:prstGeom>
          </p:spPr>
        </p:pic>
        <p:pic>
          <p:nvPicPr>
            <p:cNvPr id="123" name="object 121"/>
            <p:cNvPicPr/>
            <p:nvPr/>
          </p:nvPicPr>
          <p:blipFill>
            <a:blip r:embed="rId42" cstate="print"/>
            <a:stretch>
              <a:fillRect/>
            </a:stretch>
          </p:blipFill>
          <p:spPr>
            <a:xfrm>
              <a:off x="6485127" y="5340858"/>
              <a:ext cx="76200" cy="213613"/>
            </a:xfrm>
            <a:prstGeom prst="rect">
              <a:avLst/>
            </a:prstGeom>
          </p:spPr>
        </p:pic>
        <p:pic>
          <p:nvPicPr>
            <p:cNvPr id="124" name="object 122"/>
            <p:cNvPicPr/>
            <p:nvPr/>
          </p:nvPicPr>
          <p:blipFill>
            <a:blip r:embed="rId52" cstate="print"/>
            <a:stretch>
              <a:fillRect/>
            </a:stretch>
          </p:blipFill>
          <p:spPr>
            <a:xfrm>
              <a:off x="6736079" y="4904232"/>
              <a:ext cx="333755" cy="382524"/>
            </a:xfrm>
            <a:prstGeom prst="rect">
              <a:avLst/>
            </a:prstGeom>
          </p:spPr>
        </p:pic>
        <p:sp>
          <p:nvSpPr>
            <p:cNvPr id="125" name="object 123"/>
            <p:cNvSpPr/>
            <p:nvPr/>
          </p:nvSpPr>
          <p:spPr>
            <a:xfrm>
              <a:off x="6736079" y="4904232"/>
              <a:ext cx="334010" cy="382905"/>
            </a:xfrm>
            <a:custGeom>
              <a:avLst/>
              <a:gdLst/>
              <a:ahLst/>
              <a:cxnLst/>
              <a:rect l="l" t="t" r="r" b="b"/>
              <a:pathLst>
                <a:path w="334009" h="382904">
                  <a:moveTo>
                    <a:pt x="0" y="382524"/>
                  </a:moveTo>
                  <a:lnTo>
                    <a:pt x="333755" y="382524"/>
                  </a:lnTo>
                  <a:lnTo>
                    <a:pt x="333755" y="0"/>
                  </a:lnTo>
                  <a:lnTo>
                    <a:pt x="0" y="0"/>
                  </a:lnTo>
                  <a:lnTo>
                    <a:pt x="0" y="382524"/>
                  </a:lnTo>
                  <a:close/>
                </a:path>
              </a:pathLst>
            </a:custGeom>
            <a:ln w="6350">
              <a:solidFill>
                <a:srgbClr val="4471C4"/>
              </a:solidFill>
            </a:ln>
          </p:spPr>
          <p:txBody>
            <a:bodyPr wrap="square" lIns="0" tIns="0" rIns="0" bIns="0" rtlCol="0"/>
            <a:lstStyle/>
            <a:p/>
          </p:txBody>
        </p:sp>
        <p:pic>
          <p:nvPicPr>
            <p:cNvPr id="126" name="object 124"/>
            <p:cNvPicPr/>
            <p:nvPr/>
          </p:nvPicPr>
          <p:blipFill>
            <a:blip r:embed="rId14" cstate="print"/>
            <a:stretch>
              <a:fillRect/>
            </a:stretch>
          </p:blipFill>
          <p:spPr>
            <a:xfrm>
              <a:off x="6807707" y="5038344"/>
              <a:ext cx="199644" cy="149351"/>
            </a:xfrm>
            <a:prstGeom prst="rect">
              <a:avLst/>
            </a:prstGeom>
          </p:spPr>
        </p:pic>
        <p:pic>
          <p:nvPicPr>
            <p:cNvPr id="127" name="object 125"/>
            <p:cNvPicPr/>
            <p:nvPr/>
          </p:nvPicPr>
          <p:blipFill>
            <a:blip r:embed="rId42" cstate="print"/>
            <a:stretch>
              <a:fillRect/>
            </a:stretch>
          </p:blipFill>
          <p:spPr>
            <a:xfrm>
              <a:off x="6113271" y="4652010"/>
              <a:ext cx="76200" cy="213613"/>
            </a:xfrm>
            <a:prstGeom prst="rect">
              <a:avLst/>
            </a:prstGeom>
          </p:spPr>
        </p:pic>
        <p:pic>
          <p:nvPicPr>
            <p:cNvPr id="128" name="object 126"/>
            <p:cNvPicPr/>
            <p:nvPr/>
          </p:nvPicPr>
          <p:blipFill>
            <a:blip r:embed="rId42" cstate="print"/>
            <a:stretch>
              <a:fillRect/>
            </a:stretch>
          </p:blipFill>
          <p:spPr>
            <a:xfrm>
              <a:off x="6494271" y="4647438"/>
              <a:ext cx="76200" cy="213613"/>
            </a:xfrm>
            <a:prstGeom prst="rect">
              <a:avLst/>
            </a:prstGeom>
          </p:spPr>
        </p:pic>
        <p:pic>
          <p:nvPicPr>
            <p:cNvPr id="129" name="object 127"/>
            <p:cNvPicPr/>
            <p:nvPr/>
          </p:nvPicPr>
          <p:blipFill>
            <a:blip r:embed="rId42" cstate="print"/>
            <a:stretch>
              <a:fillRect/>
            </a:stretch>
          </p:blipFill>
          <p:spPr>
            <a:xfrm>
              <a:off x="6898131" y="4652010"/>
              <a:ext cx="76200" cy="213613"/>
            </a:xfrm>
            <a:prstGeom prst="rect">
              <a:avLst/>
            </a:prstGeom>
          </p:spPr>
        </p:pic>
      </p:grpSp>
      <p:grpSp>
        <p:nvGrpSpPr>
          <p:cNvPr id="130" name="object 128"/>
          <p:cNvGrpSpPr/>
          <p:nvPr/>
        </p:nvGrpSpPr>
        <p:grpSpPr>
          <a:xfrm>
            <a:off x="7780856" y="4403565"/>
            <a:ext cx="1093470" cy="389255"/>
            <a:chOff x="7380605" y="4901057"/>
            <a:chExt cx="1093470" cy="389255"/>
          </a:xfrm>
        </p:grpSpPr>
        <p:pic>
          <p:nvPicPr>
            <p:cNvPr id="131" name="object 129"/>
            <p:cNvPicPr/>
            <p:nvPr/>
          </p:nvPicPr>
          <p:blipFill>
            <a:blip r:embed="rId49" cstate="print"/>
            <a:stretch>
              <a:fillRect/>
            </a:stretch>
          </p:blipFill>
          <p:spPr>
            <a:xfrm>
              <a:off x="7383780" y="4904232"/>
              <a:ext cx="332231" cy="381000"/>
            </a:xfrm>
            <a:prstGeom prst="rect">
              <a:avLst/>
            </a:prstGeom>
          </p:spPr>
        </p:pic>
        <p:sp>
          <p:nvSpPr>
            <p:cNvPr id="132" name="object 130"/>
            <p:cNvSpPr/>
            <p:nvPr/>
          </p:nvSpPr>
          <p:spPr>
            <a:xfrm>
              <a:off x="7383780" y="4904232"/>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EC7C30"/>
              </a:solidFill>
            </a:ln>
          </p:spPr>
          <p:txBody>
            <a:bodyPr wrap="square" lIns="0" tIns="0" rIns="0" bIns="0" rtlCol="0"/>
            <a:lstStyle/>
            <a:p/>
          </p:txBody>
        </p:sp>
        <p:pic>
          <p:nvPicPr>
            <p:cNvPr id="133" name="object 131"/>
            <p:cNvPicPr/>
            <p:nvPr/>
          </p:nvPicPr>
          <p:blipFill>
            <a:blip r:embed="rId4" cstate="print"/>
            <a:stretch>
              <a:fillRect/>
            </a:stretch>
          </p:blipFill>
          <p:spPr>
            <a:xfrm>
              <a:off x="7449312" y="5010912"/>
              <a:ext cx="207264" cy="213360"/>
            </a:xfrm>
            <a:prstGeom prst="rect">
              <a:avLst/>
            </a:prstGeom>
          </p:spPr>
        </p:pic>
        <p:pic>
          <p:nvPicPr>
            <p:cNvPr id="134" name="object 132"/>
            <p:cNvPicPr/>
            <p:nvPr/>
          </p:nvPicPr>
          <p:blipFill>
            <a:blip r:embed="rId53" cstate="print"/>
            <a:stretch>
              <a:fillRect/>
            </a:stretch>
          </p:blipFill>
          <p:spPr>
            <a:xfrm>
              <a:off x="7757160" y="4905756"/>
              <a:ext cx="332231" cy="381000"/>
            </a:xfrm>
            <a:prstGeom prst="rect">
              <a:avLst/>
            </a:prstGeom>
          </p:spPr>
        </p:pic>
        <p:sp>
          <p:nvSpPr>
            <p:cNvPr id="135" name="object 133"/>
            <p:cNvSpPr/>
            <p:nvPr/>
          </p:nvSpPr>
          <p:spPr>
            <a:xfrm>
              <a:off x="7757160" y="4905756"/>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FFC000"/>
              </a:solidFill>
            </a:ln>
          </p:spPr>
          <p:txBody>
            <a:bodyPr wrap="square" lIns="0" tIns="0" rIns="0" bIns="0" rtlCol="0"/>
            <a:lstStyle/>
            <a:p/>
          </p:txBody>
        </p:sp>
        <p:pic>
          <p:nvPicPr>
            <p:cNvPr id="136" name="object 134"/>
            <p:cNvPicPr/>
            <p:nvPr/>
          </p:nvPicPr>
          <p:blipFill>
            <a:blip r:embed="rId11" cstate="print"/>
            <a:stretch>
              <a:fillRect/>
            </a:stretch>
          </p:blipFill>
          <p:spPr>
            <a:xfrm>
              <a:off x="7857744" y="5036820"/>
              <a:ext cx="193548" cy="160019"/>
            </a:xfrm>
            <a:prstGeom prst="rect">
              <a:avLst/>
            </a:prstGeom>
          </p:spPr>
        </p:pic>
        <p:pic>
          <p:nvPicPr>
            <p:cNvPr id="137" name="object 135"/>
            <p:cNvPicPr/>
            <p:nvPr/>
          </p:nvPicPr>
          <p:blipFill>
            <a:blip r:embed="rId52" cstate="print"/>
            <a:stretch>
              <a:fillRect/>
            </a:stretch>
          </p:blipFill>
          <p:spPr>
            <a:xfrm>
              <a:off x="8138160" y="4904232"/>
              <a:ext cx="332231" cy="382524"/>
            </a:xfrm>
            <a:prstGeom prst="rect">
              <a:avLst/>
            </a:prstGeom>
          </p:spPr>
        </p:pic>
        <p:sp>
          <p:nvSpPr>
            <p:cNvPr id="138" name="object 136"/>
            <p:cNvSpPr/>
            <p:nvPr/>
          </p:nvSpPr>
          <p:spPr>
            <a:xfrm>
              <a:off x="8138160" y="4904232"/>
              <a:ext cx="332740" cy="382905"/>
            </a:xfrm>
            <a:custGeom>
              <a:avLst/>
              <a:gdLst/>
              <a:ahLst/>
              <a:cxnLst/>
              <a:rect l="l" t="t" r="r" b="b"/>
              <a:pathLst>
                <a:path w="332740" h="382904">
                  <a:moveTo>
                    <a:pt x="0" y="382524"/>
                  </a:moveTo>
                  <a:lnTo>
                    <a:pt x="332231" y="382524"/>
                  </a:lnTo>
                  <a:lnTo>
                    <a:pt x="332231" y="0"/>
                  </a:lnTo>
                  <a:lnTo>
                    <a:pt x="0" y="0"/>
                  </a:lnTo>
                  <a:lnTo>
                    <a:pt x="0" y="382524"/>
                  </a:lnTo>
                  <a:close/>
                </a:path>
              </a:pathLst>
            </a:custGeom>
            <a:ln w="6350">
              <a:solidFill>
                <a:srgbClr val="4471C4"/>
              </a:solidFill>
            </a:ln>
          </p:spPr>
          <p:txBody>
            <a:bodyPr wrap="square" lIns="0" tIns="0" rIns="0" bIns="0" rtlCol="0"/>
            <a:lstStyle/>
            <a:p/>
          </p:txBody>
        </p:sp>
        <p:pic>
          <p:nvPicPr>
            <p:cNvPr id="139" name="object 137"/>
            <p:cNvPicPr/>
            <p:nvPr/>
          </p:nvPicPr>
          <p:blipFill>
            <a:blip r:embed="rId15" cstate="print"/>
            <a:stretch>
              <a:fillRect/>
            </a:stretch>
          </p:blipFill>
          <p:spPr>
            <a:xfrm>
              <a:off x="8208264" y="5038344"/>
              <a:ext cx="205740" cy="149351"/>
            </a:xfrm>
            <a:prstGeom prst="rect">
              <a:avLst/>
            </a:prstGeom>
          </p:spPr>
        </p:pic>
      </p:grpSp>
      <p:pic>
        <p:nvPicPr>
          <p:cNvPr id="140" name="object 138"/>
          <p:cNvPicPr/>
          <p:nvPr/>
        </p:nvPicPr>
        <p:blipFill>
          <a:blip r:embed="rId54" cstate="print"/>
          <a:stretch>
            <a:fillRect/>
          </a:stretch>
        </p:blipFill>
        <p:spPr>
          <a:xfrm>
            <a:off x="8011995" y="4857081"/>
            <a:ext cx="111378" cy="215137"/>
          </a:xfrm>
          <a:prstGeom prst="rect">
            <a:avLst/>
          </a:prstGeom>
        </p:spPr>
      </p:pic>
      <p:grpSp>
        <p:nvGrpSpPr>
          <p:cNvPr id="141" name="object 139"/>
          <p:cNvGrpSpPr/>
          <p:nvPr/>
        </p:nvGrpSpPr>
        <p:grpSpPr>
          <a:xfrm>
            <a:off x="9117404" y="4403565"/>
            <a:ext cx="1091565" cy="392430"/>
            <a:chOff x="8717153" y="4901057"/>
            <a:chExt cx="1091565" cy="392430"/>
          </a:xfrm>
        </p:grpSpPr>
        <p:pic>
          <p:nvPicPr>
            <p:cNvPr id="142" name="object 140"/>
            <p:cNvPicPr/>
            <p:nvPr/>
          </p:nvPicPr>
          <p:blipFill>
            <a:blip r:embed="rId49" cstate="print"/>
            <a:stretch>
              <a:fillRect/>
            </a:stretch>
          </p:blipFill>
          <p:spPr>
            <a:xfrm>
              <a:off x="8720328" y="4904232"/>
              <a:ext cx="332231" cy="381000"/>
            </a:xfrm>
            <a:prstGeom prst="rect">
              <a:avLst/>
            </a:prstGeom>
          </p:spPr>
        </p:pic>
        <p:sp>
          <p:nvSpPr>
            <p:cNvPr id="143" name="object 141"/>
            <p:cNvSpPr/>
            <p:nvPr/>
          </p:nvSpPr>
          <p:spPr>
            <a:xfrm>
              <a:off x="8720328" y="4904232"/>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EC7C30"/>
              </a:solidFill>
            </a:ln>
          </p:spPr>
          <p:txBody>
            <a:bodyPr wrap="square" lIns="0" tIns="0" rIns="0" bIns="0" rtlCol="0"/>
            <a:lstStyle/>
            <a:p/>
          </p:txBody>
        </p:sp>
        <p:pic>
          <p:nvPicPr>
            <p:cNvPr id="144" name="object 142"/>
            <p:cNvPicPr/>
            <p:nvPr/>
          </p:nvPicPr>
          <p:blipFill>
            <a:blip r:embed="rId5" cstate="print"/>
            <a:stretch>
              <a:fillRect/>
            </a:stretch>
          </p:blipFill>
          <p:spPr>
            <a:xfrm>
              <a:off x="8784336" y="5010912"/>
              <a:ext cx="208788" cy="216407"/>
            </a:xfrm>
            <a:prstGeom prst="rect">
              <a:avLst/>
            </a:prstGeom>
          </p:spPr>
        </p:pic>
        <p:pic>
          <p:nvPicPr>
            <p:cNvPr id="145" name="object 143"/>
            <p:cNvPicPr/>
            <p:nvPr/>
          </p:nvPicPr>
          <p:blipFill>
            <a:blip r:embed="rId55" cstate="print"/>
            <a:stretch>
              <a:fillRect/>
            </a:stretch>
          </p:blipFill>
          <p:spPr>
            <a:xfrm>
              <a:off x="9092184" y="4907280"/>
              <a:ext cx="332231" cy="382523"/>
            </a:xfrm>
            <a:prstGeom prst="rect">
              <a:avLst/>
            </a:prstGeom>
          </p:spPr>
        </p:pic>
        <p:sp>
          <p:nvSpPr>
            <p:cNvPr id="146" name="object 144"/>
            <p:cNvSpPr/>
            <p:nvPr/>
          </p:nvSpPr>
          <p:spPr>
            <a:xfrm>
              <a:off x="9092184" y="4907280"/>
              <a:ext cx="332740" cy="382905"/>
            </a:xfrm>
            <a:custGeom>
              <a:avLst/>
              <a:gdLst/>
              <a:ahLst/>
              <a:cxnLst/>
              <a:rect l="l" t="t" r="r" b="b"/>
              <a:pathLst>
                <a:path w="332740" h="382904">
                  <a:moveTo>
                    <a:pt x="0" y="382524"/>
                  </a:moveTo>
                  <a:lnTo>
                    <a:pt x="332231" y="382524"/>
                  </a:lnTo>
                  <a:lnTo>
                    <a:pt x="332231" y="0"/>
                  </a:lnTo>
                  <a:lnTo>
                    <a:pt x="0" y="0"/>
                  </a:lnTo>
                  <a:lnTo>
                    <a:pt x="0" y="382524"/>
                  </a:lnTo>
                  <a:close/>
                </a:path>
              </a:pathLst>
            </a:custGeom>
            <a:ln w="6350">
              <a:solidFill>
                <a:srgbClr val="FFC000"/>
              </a:solidFill>
            </a:ln>
          </p:spPr>
          <p:txBody>
            <a:bodyPr wrap="square" lIns="0" tIns="0" rIns="0" bIns="0" rtlCol="0"/>
            <a:lstStyle/>
            <a:p/>
          </p:txBody>
        </p:sp>
        <p:pic>
          <p:nvPicPr>
            <p:cNvPr id="147" name="object 145"/>
            <p:cNvPicPr/>
            <p:nvPr/>
          </p:nvPicPr>
          <p:blipFill>
            <a:blip r:embed="rId12" cstate="print"/>
            <a:stretch>
              <a:fillRect/>
            </a:stretch>
          </p:blipFill>
          <p:spPr>
            <a:xfrm>
              <a:off x="9194292" y="5039868"/>
              <a:ext cx="195072" cy="160019"/>
            </a:xfrm>
            <a:prstGeom prst="rect">
              <a:avLst/>
            </a:prstGeom>
          </p:spPr>
        </p:pic>
        <p:pic>
          <p:nvPicPr>
            <p:cNvPr id="148" name="object 146"/>
            <p:cNvPicPr/>
            <p:nvPr/>
          </p:nvPicPr>
          <p:blipFill>
            <a:blip r:embed="rId16" cstate="print"/>
            <a:stretch>
              <a:fillRect/>
            </a:stretch>
          </p:blipFill>
          <p:spPr>
            <a:xfrm>
              <a:off x="9473184" y="4907280"/>
              <a:ext cx="332231" cy="381000"/>
            </a:xfrm>
            <a:prstGeom prst="rect">
              <a:avLst/>
            </a:prstGeom>
          </p:spPr>
        </p:pic>
        <p:sp>
          <p:nvSpPr>
            <p:cNvPr id="149" name="object 147"/>
            <p:cNvSpPr/>
            <p:nvPr/>
          </p:nvSpPr>
          <p:spPr>
            <a:xfrm>
              <a:off x="9473184" y="4907280"/>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4471C4"/>
              </a:solidFill>
            </a:ln>
          </p:spPr>
          <p:txBody>
            <a:bodyPr wrap="square" lIns="0" tIns="0" rIns="0" bIns="0" rtlCol="0"/>
            <a:lstStyle/>
            <a:p/>
          </p:txBody>
        </p:sp>
        <p:pic>
          <p:nvPicPr>
            <p:cNvPr id="150" name="object 148"/>
            <p:cNvPicPr/>
            <p:nvPr/>
          </p:nvPicPr>
          <p:blipFill>
            <a:blip r:embed="rId17" cstate="print"/>
            <a:stretch>
              <a:fillRect/>
            </a:stretch>
          </p:blipFill>
          <p:spPr>
            <a:xfrm>
              <a:off x="9543288" y="5039868"/>
              <a:ext cx="207264" cy="152400"/>
            </a:xfrm>
            <a:prstGeom prst="rect">
              <a:avLst/>
            </a:prstGeom>
          </p:spPr>
        </p:pic>
      </p:grpSp>
      <p:pic>
        <p:nvPicPr>
          <p:cNvPr id="151" name="object 149"/>
          <p:cNvPicPr/>
          <p:nvPr/>
        </p:nvPicPr>
        <p:blipFill>
          <a:blip r:embed="rId56" cstate="print"/>
          <a:stretch>
            <a:fillRect/>
          </a:stretch>
        </p:blipFill>
        <p:spPr>
          <a:xfrm>
            <a:off x="9350068" y="4843366"/>
            <a:ext cx="111378" cy="215137"/>
          </a:xfrm>
          <a:prstGeom prst="rect">
            <a:avLst/>
          </a:prstGeom>
        </p:spPr>
      </p:pic>
      <p:pic>
        <p:nvPicPr>
          <p:cNvPr id="152" name="object 150"/>
          <p:cNvPicPr/>
          <p:nvPr/>
        </p:nvPicPr>
        <p:blipFill>
          <a:blip r:embed="rId42" cstate="print"/>
          <a:stretch>
            <a:fillRect/>
          </a:stretch>
        </p:blipFill>
        <p:spPr>
          <a:xfrm>
            <a:off x="8282886" y="4846413"/>
            <a:ext cx="76200" cy="213613"/>
          </a:xfrm>
          <a:prstGeom prst="rect">
            <a:avLst/>
          </a:prstGeom>
        </p:spPr>
      </p:pic>
      <p:pic>
        <p:nvPicPr>
          <p:cNvPr id="153" name="object 151"/>
          <p:cNvPicPr/>
          <p:nvPr/>
        </p:nvPicPr>
        <p:blipFill>
          <a:blip r:embed="rId42" cstate="print"/>
          <a:stretch>
            <a:fillRect/>
          </a:stretch>
        </p:blipFill>
        <p:spPr>
          <a:xfrm>
            <a:off x="9619434" y="4847937"/>
            <a:ext cx="76200" cy="213613"/>
          </a:xfrm>
          <a:prstGeom prst="rect">
            <a:avLst/>
          </a:prstGeom>
        </p:spPr>
      </p:pic>
      <p:pic>
        <p:nvPicPr>
          <p:cNvPr id="154" name="object 152"/>
          <p:cNvPicPr/>
          <p:nvPr/>
        </p:nvPicPr>
        <p:blipFill>
          <a:blip r:embed="rId51" cstate="print"/>
          <a:stretch>
            <a:fillRect/>
          </a:stretch>
        </p:blipFill>
        <p:spPr>
          <a:xfrm>
            <a:off x="8528123" y="4838793"/>
            <a:ext cx="141985" cy="214375"/>
          </a:xfrm>
          <a:prstGeom prst="rect">
            <a:avLst/>
          </a:prstGeom>
        </p:spPr>
      </p:pic>
      <p:pic>
        <p:nvPicPr>
          <p:cNvPr id="155" name="object 153"/>
          <p:cNvPicPr/>
          <p:nvPr/>
        </p:nvPicPr>
        <p:blipFill>
          <a:blip r:embed="rId8" cstate="print"/>
          <a:stretch>
            <a:fillRect/>
          </a:stretch>
        </p:blipFill>
        <p:spPr>
          <a:xfrm>
            <a:off x="9863147" y="4840317"/>
            <a:ext cx="141985" cy="214376"/>
          </a:xfrm>
          <a:prstGeom prst="rect">
            <a:avLst/>
          </a:prstGeom>
        </p:spPr>
      </p:pic>
      <p:sp>
        <p:nvSpPr>
          <p:cNvPr id="156" name="object 154"/>
          <p:cNvSpPr txBox="1"/>
          <p:nvPr/>
        </p:nvSpPr>
        <p:spPr>
          <a:xfrm>
            <a:off x="6387285" y="3662266"/>
            <a:ext cx="3819525" cy="455930"/>
          </a:xfrm>
          <a:prstGeom prst="rect">
            <a:avLst/>
          </a:prstGeom>
          <a:solidFill>
            <a:srgbClr val="5B9BD4"/>
          </a:solidFill>
        </p:spPr>
        <p:txBody>
          <a:bodyPr vert="horz" wrap="square" lIns="0" tIns="75565" rIns="0" bIns="0" rtlCol="0">
            <a:spAutoFit/>
          </a:bodyPr>
          <a:lstStyle/>
          <a:p>
            <a:pPr marL="929640">
              <a:lnSpc>
                <a:spcPct val="100000"/>
              </a:lnSpc>
              <a:spcBef>
                <a:spcPts val="595"/>
              </a:spcBef>
            </a:pPr>
            <a:r>
              <a:rPr sz="1800" spc="-10" dirty="0">
                <a:solidFill>
                  <a:srgbClr val="FFFFFF"/>
                </a:solidFill>
                <a:latin typeface="Calibri" panose="020F0502020204030204"/>
                <a:cs typeface="Calibri" panose="020F0502020204030204"/>
              </a:rPr>
              <a:t>self-attention</a:t>
            </a:r>
            <a:r>
              <a:rPr sz="1800" spc="-40" dirty="0">
                <a:solidFill>
                  <a:srgbClr val="FFFFFF"/>
                </a:solidFill>
                <a:latin typeface="Calibri" panose="020F0502020204030204"/>
                <a:cs typeface="Calibri" panose="020F0502020204030204"/>
              </a:rPr>
              <a:t> </a:t>
            </a:r>
            <a:r>
              <a:rPr sz="1800" spc="-10" dirty="0">
                <a:solidFill>
                  <a:srgbClr val="FFFFFF"/>
                </a:solidFill>
                <a:latin typeface="Calibri" panose="020F0502020204030204"/>
                <a:cs typeface="Calibri" panose="020F0502020204030204"/>
              </a:rPr>
              <a:t>“layer”</a:t>
            </a:r>
            <a:endParaRPr sz="1800">
              <a:latin typeface="Calibri" panose="020F0502020204030204"/>
              <a:cs typeface="Calibri" panose="020F0502020204030204"/>
            </a:endParaRPr>
          </a:p>
        </p:txBody>
      </p:sp>
      <p:pic>
        <p:nvPicPr>
          <p:cNvPr id="157" name="object 155"/>
          <p:cNvPicPr/>
          <p:nvPr/>
        </p:nvPicPr>
        <p:blipFill>
          <a:blip r:embed="rId57" cstate="print"/>
          <a:stretch>
            <a:fillRect/>
          </a:stretch>
        </p:blipFill>
        <p:spPr>
          <a:xfrm>
            <a:off x="7926270" y="4139278"/>
            <a:ext cx="76200" cy="213613"/>
          </a:xfrm>
          <a:prstGeom prst="rect">
            <a:avLst/>
          </a:prstGeom>
        </p:spPr>
      </p:pic>
      <p:pic>
        <p:nvPicPr>
          <p:cNvPr id="158" name="object 156"/>
          <p:cNvPicPr/>
          <p:nvPr/>
        </p:nvPicPr>
        <p:blipFill>
          <a:blip r:embed="rId57" cstate="print"/>
          <a:stretch>
            <a:fillRect/>
          </a:stretch>
        </p:blipFill>
        <p:spPr>
          <a:xfrm>
            <a:off x="8711131" y="4139278"/>
            <a:ext cx="76200" cy="213613"/>
          </a:xfrm>
          <a:prstGeom prst="rect">
            <a:avLst/>
          </a:prstGeom>
        </p:spPr>
      </p:pic>
      <p:pic>
        <p:nvPicPr>
          <p:cNvPr id="159" name="object 157"/>
          <p:cNvPicPr/>
          <p:nvPr/>
        </p:nvPicPr>
        <p:blipFill>
          <a:blip r:embed="rId57" cstate="print"/>
          <a:stretch>
            <a:fillRect/>
          </a:stretch>
        </p:blipFill>
        <p:spPr>
          <a:xfrm>
            <a:off x="8307270" y="4134705"/>
            <a:ext cx="76200" cy="213613"/>
          </a:xfrm>
          <a:prstGeom prst="rect">
            <a:avLst/>
          </a:prstGeom>
        </p:spPr>
      </p:pic>
      <p:pic>
        <p:nvPicPr>
          <p:cNvPr id="160" name="object 158"/>
          <p:cNvPicPr/>
          <p:nvPr/>
        </p:nvPicPr>
        <p:blipFill>
          <a:blip r:embed="rId57" cstate="print"/>
          <a:stretch>
            <a:fillRect/>
          </a:stretch>
        </p:blipFill>
        <p:spPr>
          <a:xfrm>
            <a:off x="9252151" y="4139278"/>
            <a:ext cx="76200" cy="213613"/>
          </a:xfrm>
          <a:prstGeom prst="rect">
            <a:avLst/>
          </a:prstGeom>
        </p:spPr>
      </p:pic>
      <p:pic>
        <p:nvPicPr>
          <p:cNvPr id="161" name="object 159"/>
          <p:cNvPicPr/>
          <p:nvPr/>
        </p:nvPicPr>
        <p:blipFill>
          <a:blip r:embed="rId57" cstate="print"/>
          <a:stretch>
            <a:fillRect/>
          </a:stretch>
        </p:blipFill>
        <p:spPr>
          <a:xfrm>
            <a:off x="9633151" y="4134705"/>
            <a:ext cx="76200" cy="213613"/>
          </a:xfrm>
          <a:prstGeom prst="rect">
            <a:avLst/>
          </a:prstGeom>
        </p:spPr>
      </p:pic>
      <p:pic>
        <p:nvPicPr>
          <p:cNvPr id="162" name="object 160"/>
          <p:cNvPicPr/>
          <p:nvPr/>
        </p:nvPicPr>
        <p:blipFill>
          <a:blip r:embed="rId57" cstate="print"/>
          <a:stretch>
            <a:fillRect/>
          </a:stretch>
        </p:blipFill>
        <p:spPr>
          <a:xfrm>
            <a:off x="10038534" y="4139278"/>
            <a:ext cx="76200" cy="213613"/>
          </a:xfrm>
          <a:prstGeom prst="rect">
            <a:avLst/>
          </a:prstGeom>
        </p:spPr>
      </p:pic>
      <p:pic>
        <p:nvPicPr>
          <p:cNvPr id="163" name="object 161"/>
          <p:cNvPicPr/>
          <p:nvPr/>
        </p:nvPicPr>
        <p:blipFill>
          <a:blip r:embed="rId42" cstate="print"/>
          <a:stretch>
            <a:fillRect/>
          </a:stretch>
        </p:blipFill>
        <p:spPr>
          <a:xfrm>
            <a:off x="6879283" y="3412329"/>
            <a:ext cx="76199" cy="213613"/>
          </a:xfrm>
          <a:prstGeom prst="rect">
            <a:avLst/>
          </a:prstGeom>
        </p:spPr>
      </p:pic>
      <p:grpSp>
        <p:nvGrpSpPr>
          <p:cNvPr id="164" name="object 162"/>
          <p:cNvGrpSpPr/>
          <p:nvPr/>
        </p:nvGrpSpPr>
        <p:grpSpPr>
          <a:xfrm>
            <a:off x="6688147" y="2945097"/>
            <a:ext cx="427355" cy="416559"/>
            <a:chOff x="6287896" y="3442589"/>
            <a:chExt cx="427355" cy="416559"/>
          </a:xfrm>
        </p:grpSpPr>
        <p:pic>
          <p:nvPicPr>
            <p:cNvPr id="165" name="object 163"/>
            <p:cNvPicPr/>
            <p:nvPr/>
          </p:nvPicPr>
          <p:blipFill>
            <a:blip r:embed="rId47" cstate="print"/>
            <a:stretch>
              <a:fillRect/>
            </a:stretch>
          </p:blipFill>
          <p:spPr>
            <a:xfrm>
              <a:off x="6291071" y="3445764"/>
              <a:ext cx="420624" cy="409956"/>
            </a:xfrm>
            <a:prstGeom prst="rect">
              <a:avLst/>
            </a:prstGeom>
          </p:spPr>
        </p:pic>
        <p:sp>
          <p:nvSpPr>
            <p:cNvPr id="166" name="object 164"/>
            <p:cNvSpPr/>
            <p:nvPr/>
          </p:nvSpPr>
          <p:spPr>
            <a:xfrm>
              <a:off x="6291071" y="3445764"/>
              <a:ext cx="421005" cy="410209"/>
            </a:xfrm>
            <a:custGeom>
              <a:avLst/>
              <a:gdLst/>
              <a:ahLst/>
              <a:cxnLst/>
              <a:rect l="l" t="t" r="r" b="b"/>
              <a:pathLst>
                <a:path w="421004" h="410210">
                  <a:moveTo>
                    <a:pt x="0" y="409956"/>
                  </a:moveTo>
                  <a:lnTo>
                    <a:pt x="420624" y="409956"/>
                  </a:lnTo>
                  <a:lnTo>
                    <a:pt x="420624" y="0"/>
                  </a:lnTo>
                  <a:lnTo>
                    <a:pt x="0" y="0"/>
                  </a:lnTo>
                  <a:lnTo>
                    <a:pt x="0" y="409956"/>
                  </a:lnTo>
                  <a:close/>
                </a:path>
              </a:pathLst>
            </a:custGeom>
            <a:ln w="6350">
              <a:solidFill>
                <a:srgbClr val="6FAC46"/>
              </a:solidFill>
            </a:ln>
          </p:spPr>
          <p:txBody>
            <a:bodyPr wrap="square" lIns="0" tIns="0" rIns="0" bIns="0" rtlCol="0"/>
            <a:lstStyle/>
            <a:p/>
          </p:txBody>
        </p:sp>
        <p:pic>
          <p:nvPicPr>
            <p:cNvPr id="167" name="object 165"/>
            <p:cNvPicPr/>
            <p:nvPr/>
          </p:nvPicPr>
          <p:blipFill>
            <a:blip r:embed="rId30" cstate="print"/>
            <a:stretch>
              <a:fillRect/>
            </a:stretch>
          </p:blipFill>
          <p:spPr>
            <a:xfrm>
              <a:off x="6408419" y="3598164"/>
              <a:ext cx="207264" cy="149352"/>
            </a:xfrm>
            <a:prstGeom prst="rect">
              <a:avLst/>
            </a:prstGeom>
          </p:spPr>
        </p:pic>
      </p:grpSp>
      <p:pic>
        <p:nvPicPr>
          <p:cNvPr id="168" name="object 166"/>
          <p:cNvPicPr/>
          <p:nvPr/>
        </p:nvPicPr>
        <p:blipFill>
          <a:blip r:embed="rId42" cstate="print"/>
          <a:stretch>
            <a:fillRect/>
          </a:stretch>
        </p:blipFill>
        <p:spPr>
          <a:xfrm>
            <a:off x="8282886" y="3395566"/>
            <a:ext cx="76200" cy="213614"/>
          </a:xfrm>
          <a:prstGeom prst="rect">
            <a:avLst/>
          </a:prstGeom>
        </p:spPr>
      </p:pic>
      <p:grpSp>
        <p:nvGrpSpPr>
          <p:cNvPr id="169" name="object 167"/>
          <p:cNvGrpSpPr/>
          <p:nvPr/>
        </p:nvGrpSpPr>
        <p:grpSpPr>
          <a:xfrm>
            <a:off x="8091752" y="2928333"/>
            <a:ext cx="427355" cy="416559"/>
            <a:chOff x="7691501" y="3425825"/>
            <a:chExt cx="427355" cy="416559"/>
          </a:xfrm>
        </p:grpSpPr>
        <p:pic>
          <p:nvPicPr>
            <p:cNvPr id="170" name="object 168"/>
            <p:cNvPicPr/>
            <p:nvPr/>
          </p:nvPicPr>
          <p:blipFill>
            <a:blip r:embed="rId58" cstate="print"/>
            <a:stretch>
              <a:fillRect/>
            </a:stretch>
          </p:blipFill>
          <p:spPr>
            <a:xfrm>
              <a:off x="7694676" y="3429000"/>
              <a:ext cx="420624" cy="409956"/>
            </a:xfrm>
            <a:prstGeom prst="rect">
              <a:avLst/>
            </a:prstGeom>
          </p:spPr>
        </p:pic>
        <p:sp>
          <p:nvSpPr>
            <p:cNvPr id="171" name="object 169"/>
            <p:cNvSpPr/>
            <p:nvPr/>
          </p:nvSpPr>
          <p:spPr>
            <a:xfrm>
              <a:off x="7694676" y="3429000"/>
              <a:ext cx="421005" cy="410209"/>
            </a:xfrm>
            <a:custGeom>
              <a:avLst/>
              <a:gdLst/>
              <a:ahLst/>
              <a:cxnLst/>
              <a:rect l="l" t="t" r="r" b="b"/>
              <a:pathLst>
                <a:path w="421004" h="410210">
                  <a:moveTo>
                    <a:pt x="0" y="409956"/>
                  </a:moveTo>
                  <a:lnTo>
                    <a:pt x="420624" y="409956"/>
                  </a:lnTo>
                  <a:lnTo>
                    <a:pt x="420624" y="0"/>
                  </a:lnTo>
                  <a:lnTo>
                    <a:pt x="0" y="0"/>
                  </a:lnTo>
                  <a:lnTo>
                    <a:pt x="0" y="409956"/>
                  </a:lnTo>
                  <a:close/>
                </a:path>
              </a:pathLst>
            </a:custGeom>
            <a:ln w="6350">
              <a:solidFill>
                <a:srgbClr val="6FAC46"/>
              </a:solidFill>
            </a:ln>
          </p:spPr>
          <p:txBody>
            <a:bodyPr wrap="square" lIns="0" tIns="0" rIns="0" bIns="0" rtlCol="0"/>
            <a:lstStyle/>
            <a:p/>
          </p:txBody>
        </p:sp>
        <p:pic>
          <p:nvPicPr>
            <p:cNvPr id="172" name="object 170"/>
            <p:cNvPicPr/>
            <p:nvPr/>
          </p:nvPicPr>
          <p:blipFill>
            <a:blip r:embed="rId59" cstate="print"/>
            <a:stretch>
              <a:fillRect/>
            </a:stretch>
          </p:blipFill>
          <p:spPr>
            <a:xfrm>
              <a:off x="7812024" y="3581400"/>
              <a:ext cx="213359" cy="149351"/>
            </a:xfrm>
            <a:prstGeom prst="rect">
              <a:avLst/>
            </a:prstGeom>
          </p:spPr>
        </p:pic>
      </p:grpSp>
      <p:pic>
        <p:nvPicPr>
          <p:cNvPr id="173" name="object 171"/>
          <p:cNvPicPr/>
          <p:nvPr/>
        </p:nvPicPr>
        <p:blipFill>
          <a:blip r:embed="rId42" cstate="print"/>
          <a:stretch>
            <a:fillRect/>
          </a:stretch>
        </p:blipFill>
        <p:spPr>
          <a:xfrm>
            <a:off x="9627055" y="3392517"/>
            <a:ext cx="76200" cy="213613"/>
          </a:xfrm>
          <a:prstGeom prst="rect">
            <a:avLst/>
          </a:prstGeom>
        </p:spPr>
      </p:pic>
      <p:grpSp>
        <p:nvGrpSpPr>
          <p:cNvPr id="174" name="object 172"/>
          <p:cNvGrpSpPr/>
          <p:nvPr/>
        </p:nvGrpSpPr>
        <p:grpSpPr>
          <a:xfrm>
            <a:off x="9434395" y="2925285"/>
            <a:ext cx="427355" cy="416559"/>
            <a:chOff x="9034144" y="3422777"/>
            <a:chExt cx="427355" cy="416559"/>
          </a:xfrm>
        </p:grpSpPr>
        <p:pic>
          <p:nvPicPr>
            <p:cNvPr id="175" name="object 173"/>
            <p:cNvPicPr/>
            <p:nvPr/>
          </p:nvPicPr>
          <p:blipFill>
            <a:blip r:embed="rId58" cstate="print"/>
            <a:stretch>
              <a:fillRect/>
            </a:stretch>
          </p:blipFill>
          <p:spPr>
            <a:xfrm>
              <a:off x="9037319" y="3425952"/>
              <a:ext cx="420624" cy="409956"/>
            </a:xfrm>
            <a:prstGeom prst="rect">
              <a:avLst/>
            </a:prstGeom>
          </p:spPr>
        </p:pic>
        <p:sp>
          <p:nvSpPr>
            <p:cNvPr id="176" name="object 174"/>
            <p:cNvSpPr/>
            <p:nvPr/>
          </p:nvSpPr>
          <p:spPr>
            <a:xfrm>
              <a:off x="9037319" y="3425952"/>
              <a:ext cx="421005" cy="410209"/>
            </a:xfrm>
            <a:custGeom>
              <a:avLst/>
              <a:gdLst/>
              <a:ahLst/>
              <a:cxnLst/>
              <a:rect l="l" t="t" r="r" b="b"/>
              <a:pathLst>
                <a:path w="421004" h="410210">
                  <a:moveTo>
                    <a:pt x="0" y="409956"/>
                  </a:moveTo>
                  <a:lnTo>
                    <a:pt x="420624" y="409956"/>
                  </a:lnTo>
                  <a:lnTo>
                    <a:pt x="420624" y="0"/>
                  </a:lnTo>
                  <a:lnTo>
                    <a:pt x="0" y="0"/>
                  </a:lnTo>
                  <a:lnTo>
                    <a:pt x="0" y="409956"/>
                  </a:lnTo>
                  <a:close/>
                </a:path>
              </a:pathLst>
            </a:custGeom>
            <a:ln w="6350">
              <a:solidFill>
                <a:srgbClr val="6FAC46"/>
              </a:solidFill>
            </a:ln>
          </p:spPr>
          <p:txBody>
            <a:bodyPr wrap="square" lIns="0" tIns="0" rIns="0" bIns="0" rtlCol="0"/>
            <a:lstStyle/>
            <a:p/>
          </p:txBody>
        </p:sp>
        <p:pic>
          <p:nvPicPr>
            <p:cNvPr id="177" name="object 175"/>
            <p:cNvPicPr/>
            <p:nvPr/>
          </p:nvPicPr>
          <p:blipFill>
            <a:blip r:embed="rId60" cstate="print"/>
            <a:stretch>
              <a:fillRect/>
            </a:stretch>
          </p:blipFill>
          <p:spPr>
            <a:xfrm>
              <a:off x="9154667" y="3578352"/>
              <a:ext cx="214883" cy="152400"/>
            </a:xfrm>
            <a:prstGeom prst="rect">
              <a:avLst/>
            </a:prstGeom>
          </p:spPr>
        </p:pic>
      </p:grpSp>
      <p:grpSp>
        <p:nvGrpSpPr>
          <p:cNvPr id="178" name="object 176"/>
          <p:cNvGrpSpPr/>
          <p:nvPr/>
        </p:nvGrpSpPr>
        <p:grpSpPr>
          <a:xfrm>
            <a:off x="6381951" y="2213704"/>
            <a:ext cx="1084071" cy="651763"/>
            <a:chOff x="5981700" y="2711196"/>
            <a:chExt cx="1084071" cy="651763"/>
          </a:xfrm>
        </p:grpSpPr>
        <p:pic>
          <p:nvPicPr>
            <p:cNvPr id="179" name="object 177"/>
            <p:cNvPicPr/>
            <p:nvPr/>
          </p:nvPicPr>
          <p:blipFill>
            <a:blip r:embed="rId49" cstate="print"/>
            <a:stretch>
              <a:fillRect/>
            </a:stretch>
          </p:blipFill>
          <p:spPr>
            <a:xfrm>
              <a:off x="5981700" y="2720340"/>
              <a:ext cx="333755" cy="381000"/>
            </a:xfrm>
            <a:prstGeom prst="rect">
              <a:avLst/>
            </a:prstGeom>
          </p:spPr>
        </p:pic>
        <p:sp>
          <p:nvSpPr>
            <p:cNvPr id="180" name="object 178"/>
            <p:cNvSpPr/>
            <p:nvPr/>
          </p:nvSpPr>
          <p:spPr>
            <a:xfrm>
              <a:off x="5981700" y="2720340"/>
              <a:ext cx="334010" cy="381000"/>
            </a:xfrm>
            <a:custGeom>
              <a:avLst/>
              <a:gdLst/>
              <a:ahLst/>
              <a:cxnLst/>
              <a:rect l="l" t="t" r="r" b="b"/>
              <a:pathLst>
                <a:path w="334010" h="381000">
                  <a:moveTo>
                    <a:pt x="0" y="381000"/>
                  </a:moveTo>
                  <a:lnTo>
                    <a:pt x="333755" y="381000"/>
                  </a:lnTo>
                  <a:lnTo>
                    <a:pt x="333755" y="0"/>
                  </a:lnTo>
                  <a:lnTo>
                    <a:pt x="0" y="0"/>
                  </a:lnTo>
                  <a:lnTo>
                    <a:pt x="0" y="381000"/>
                  </a:lnTo>
                  <a:close/>
                </a:path>
              </a:pathLst>
            </a:custGeom>
            <a:ln w="6350">
              <a:solidFill>
                <a:srgbClr val="EC7C30"/>
              </a:solidFill>
            </a:ln>
          </p:spPr>
          <p:txBody>
            <a:bodyPr wrap="square" lIns="0" tIns="0" rIns="0" bIns="0" rtlCol="0"/>
            <a:lstStyle/>
            <a:p/>
          </p:txBody>
        </p:sp>
        <p:pic>
          <p:nvPicPr>
            <p:cNvPr id="181" name="object 179"/>
            <p:cNvPicPr/>
            <p:nvPr/>
          </p:nvPicPr>
          <p:blipFill>
            <a:blip r:embed="rId2" cstate="print"/>
            <a:stretch>
              <a:fillRect/>
            </a:stretch>
          </p:blipFill>
          <p:spPr>
            <a:xfrm>
              <a:off x="6047231" y="2827020"/>
              <a:ext cx="202691" cy="213360"/>
            </a:xfrm>
            <a:prstGeom prst="rect">
              <a:avLst/>
            </a:prstGeom>
          </p:spPr>
        </p:pic>
        <p:pic>
          <p:nvPicPr>
            <p:cNvPr id="182" name="object 180"/>
            <p:cNvPicPr/>
            <p:nvPr/>
          </p:nvPicPr>
          <p:blipFill>
            <a:blip r:embed="rId41" cstate="print"/>
            <a:stretch>
              <a:fillRect/>
            </a:stretch>
          </p:blipFill>
          <p:spPr>
            <a:xfrm>
              <a:off x="6205093" y="3147822"/>
              <a:ext cx="111379" cy="215137"/>
            </a:xfrm>
            <a:prstGeom prst="rect">
              <a:avLst/>
            </a:prstGeom>
          </p:spPr>
        </p:pic>
        <p:pic>
          <p:nvPicPr>
            <p:cNvPr id="183" name="object 181"/>
            <p:cNvPicPr/>
            <p:nvPr/>
          </p:nvPicPr>
          <p:blipFill>
            <a:blip r:embed="rId10" cstate="print"/>
            <a:stretch>
              <a:fillRect/>
            </a:stretch>
          </p:blipFill>
          <p:spPr>
            <a:xfrm>
              <a:off x="6355079" y="2711196"/>
              <a:ext cx="332231" cy="381000"/>
            </a:xfrm>
            <a:prstGeom prst="rect">
              <a:avLst/>
            </a:prstGeom>
          </p:spPr>
        </p:pic>
        <p:sp>
          <p:nvSpPr>
            <p:cNvPr id="184" name="object 182"/>
            <p:cNvSpPr/>
            <p:nvPr/>
          </p:nvSpPr>
          <p:spPr>
            <a:xfrm>
              <a:off x="6355079" y="2711196"/>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FFC000"/>
              </a:solidFill>
            </a:ln>
          </p:spPr>
          <p:txBody>
            <a:bodyPr wrap="square" lIns="0" tIns="0" rIns="0" bIns="0" rtlCol="0"/>
            <a:lstStyle/>
            <a:p/>
          </p:txBody>
        </p:sp>
        <p:pic>
          <p:nvPicPr>
            <p:cNvPr id="185" name="object 183"/>
            <p:cNvPicPr/>
            <p:nvPr/>
          </p:nvPicPr>
          <p:blipFill>
            <a:blip r:embed="rId7" cstate="print"/>
            <a:stretch>
              <a:fillRect/>
            </a:stretch>
          </p:blipFill>
          <p:spPr>
            <a:xfrm>
              <a:off x="6455663" y="2842260"/>
              <a:ext cx="187452" cy="160020"/>
            </a:xfrm>
            <a:prstGeom prst="rect">
              <a:avLst/>
            </a:prstGeom>
          </p:spPr>
        </p:pic>
        <p:pic>
          <p:nvPicPr>
            <p:cNvPr id="186" name="object 184"/>
            <p:cNvPicPr/>
            <p:nvPr/>
          </p:nvPicPr>
          <p:blipFill>
            <a:blip r:embed="rId51" cstate="print"/>
            <a:stretch>
              <a:fillRect/>
            </a:stretch>
          </p:blipFill>
          <p:spPr>
            <a:xfrm>
              <a:off x="6722744" y="3143250"/>
              <a:ext cx="141985" cy="214375"/>
            </a:xfrm>
            <a:prstGeom prst="rect">
              <a:avLst/>
            </a:prstGeom>
          </p:spPr>
        </p:pic>
        <p:pic>
          <p:nvPicPr>
            <p:cNvPr id="187" name="object 185"/>
            <p:cNvPicPr/>
            <p:nvPr/>
          </p:nvPicPr>
          <p:blipFill>
            <a:blip r:embed="rId42" cstate="print"/>
            <a:stretch>
              <a:fillRect/>
            </a:stretch>
          </p:blipFill>
          <p:spPr>
            <a:xfrm>
              <a:off x="6480555" y="3149346"/>
              <a:ext cx="76200" cy="213613"/>
            </a:xfrm>
            <a:prstGeom prst="rect">
              <a:avLst/>
            </a:prstGeom>
          </p:spPr>
        </p:pic>
        <p:pic>
          <p:nvPicPr>
            <p:cNvPr id="188" name="object 186"/>
            <p:cNvPicPr/>
            <p:nvPr/>
          </p:nvPicPr>
          <p:blipFill>
            <a:blip r:embed="rId16" cstate="print"/>
            <a:stretch>
              <a:fillRect/>
            </a:stretch>
          </p:blipFill>
          <p:spPr>
            <a:xfrm>
              <a:off x="6733031" y="2712720"/>
              <a:ext cx="332231" cy="381000"/>
            </a:xfrm>
            <a:prstGeom prst="rect">
              <a:avLst/>
            </a:prstGeom>
          </p:spPr>
        </p:pic>
        <p:sp>
          <p:nvSpPr>
            <p:cNvPr id="189" name="object 187"/>
            <p:cNvSpPr/>
            <p:nvPr/>
          </p:nvSpPr>
          <p:spPr>
            <a:xfrm>
              <a:off x="6733031" y="2712720"/>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4471C4"/>
              </a:solidFill>
            </a:ln>
          </p:spPr>
          <p:txBody>
            <a:bodyPr wrap="square" lIns="0" tIns="0" rIns="0" bIns="0" rtlCol="0"/>
            <a:lstStyle/>
            <a:p/>
          </p:txBody>
        </p:sp>
        <p:pic>
          <p:nvPicPr>
            <p:cNvPr id="190" name="object 188"/>
            <p:cNvPicPr/>
            <p:nvPr/>
          </p:nvPicPr>
          <p:blipFill>
            <a:blip r:embed="rId14" cstate="print"/>
            <a:stretch>
              <a:fillRect/>
            </a:stretch>
          </p:blipFill>
          <p:spPr>
            <a:xfrm>
              <a:off x="6803136" y="2845308"/>
              <a:ext cx="199644" cy="149351"/>
            </a:xfrm>
            <a:prstGeom prst="rect">
              <a:avLst/>
            </a:prstGeom>
          </p:spPr>
        </p:pic>
      </p:grpSp>
      <p:grpSp>
        <p:nvGrpSpPr>
          <p:cNvPr id="194" name="object 192"/>
          <p:cNvGrpSpPr/>
          <p:nvPr/>
        </p:nvGrpSpPr>
        <p:grpSpPr>
          <a:xfrm>
            <a:off x="7777807" y="2210528"/>
            <a:ext cx="1091565" cy="390525"/>
            <a:chOff x="7377556" y="2708020"/>
            <a:chExt cx="1091565" cy="390525"/>
          </a:xfrm>
        </p:grpSpPr>
        <p:pic>
          <p:nvPicPr>
            <p:cNvPr id="195" name="object 193"/>
            <p:cNvPicPr/>
            <p:nvPr/>
          </p:nvPicPr>
          <p:blipFill>
            <a:blip r:embed="rId49" cstate="print"/>
            <a:stretch>
              <a:fillRect/>
            </a:stretch>
          </p:blipFill>
          <p:spPr>
            <a:xfrm>
              <a:off x="7380731" y="2711195"/>
              <a:ext cx="332231" cy="381000"/>
            </a:xfrm>
            <a:prstGeom prst="rect">
              <a:avLst/>
            </a:prstGeom>
          </p:spPr>
        </p:pic>
        <p:sp>
          <p:nvSpPr>
            <p:cNvPr id="196" name="object 194"/>
            <p:cNvSpPr/>
            <p:nvPr/>
          </p:nvSpPr>
          <p:spPr>
            <a:xfrm>
              <a:off x="7380731" y="2711195"/>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EC7C30"/>
              </a:solidFill>
            </a:ln>
          </p:spPr>
          <p:txBody>
            <a:bodyPr wrap="square" lIns="0" tIns="0" rIns="0" bIns="0" rtlCol="0"/>
            <a:lstStyle/>
            <a:p/>
          </p:txBody>
        </p:sp>
        <p:pic>
          <p:nvPicPr>
            <p:cNvPr id="197" name="object 195"/>
            <p:cNvPicPr/>
            <p:nvPr/>
          </p:nvPicPr>
          <p:blipFill>
            <a:blip r:embed="rId4" cstate="print"/>
            <a:stretch>
              <a:fillRect/>
            </a:stretch>
          </p:blipFill>
          <p:spPr>
            <a:xfrm>
              <a:off x="7444739" y="2817875"/>
              <a:ext cx="207264" cy="213360"/>
            </a:xfrm>
            <a:prstGeom prst="rect">
              <a:avLst/>
            </a:prstGeom>
          </p:spPr>
        </p:pic>
        <p:pic>
          <p:nvPicPr>
            <p:cNvPr id="198" name="object 196"/>
            <p:cNvPicPr/>
            <p:nvPr/>
          </p:nvPicPr>
          <p:blipFill>
            <a:blip r:embed="rId61" cstate="print"/>
            <a:stretch>
              <a:fillRect/>
            </a:stretch>
          </p:blipFill>
          <p:spPr>
            <a:xfrm>
              <a:off x="7752587" y="2712719"/>
              <a:ext cx="332231" cy="382524"/>
            </a:xfrm>
            <a:prstGeom prst="rect">
              <a:avLst/>
            </a:prstGeom>
          </p:spPr>
        </p:pic>
        <p:sp>
          <p:nvSpPr>
            <p:cNvPr id="199" name="object 197"/>
            <p:cNvSpPr/>
            <p:nvPr/>
          </p:nvSpPr>
          <p:spPr>
            <a:xfrm>
              <a:off x="7752587" y="2712719"/>
              <a:ext cx="332740" cy="382905"/>
            </a:xfrm>
            <a:custGeom>
              <a:avLst/>
              <a:gdLst/>
              <a:ahLst/>
              <a:cxnLst/>
              <a:rect l="l" t="t" r="r" b="b"/>
              <a:pathLst>
                <a:path w="332740" h="382905">
                  <a:moveTo>
                    <a:pt x="0" y="382524"/>
                  </a:moveTo>
                  <a:lnTo>
                    <a:pt x="332231" y="382524"/>
                  </a:lnTo>
                  <a:lnTo>
                    <a:pt x="332231" y="0"/>
                  </a:lnTo>
                  <a:lnTo>
                    <a:pt x="0" y="0"/>
                  </a:lnTo>
                  <a:lnTo>
                    <a:pt x="0" y="382524"/>
                  </a:lnTo>
                  <a:close/>
                </a:path>
              </a:pathLst>
            </a:custGeom>
            <a:ln w="6350">
              <a:solidFill>
                <a:srgbClr val="FFC000"/>
              </a:solidFill>
            </a:ln>
          </p:spPr>
          <p:txBody>
            <a:bodyPr wrap="square" lIns="0" tIns="0" rIns="0" bIns="0" rtlCol="0"/>
            <a:lstStyle/>
            <a:p/>
          </p:txBody>
        </p:sp>
        <p:pic>
          <p:nvPicPr>
            <p:cNvPr id="200" name="object 198"/>
            <p:cNvPicPr/>
            <p:nvPr/>
          </p:nvPicPr>
          <p:blipFill>
            <a:blip r:embed="rId11" cstate="print"/>
            <a:stretch>
              <a:fillRect/>
            </a:stretch>
          </p:blipFill>
          <p:spPr>
            <a:xfrm>
              <a:off x="7854695" y="2843783"/>
              <a:ext cx="193548" cy="160020"/>
            </a:xfrm>
            <a:prstGeom prst="rect">
              <a:avLst/>
            </a:prstGeom>
          </p:spPr>
        </p:pic>
        <p:pic>
          <p:nvPicPr>
            <p:cNvPr id="201" name="object 199"/>
            <p:cNvPicPr/>
            <p:nvPr/>
          </p:nvPicPr>
          <p:blipFill>
            <a:blip r:embed="rId16" cstate="print"/>
            <a:stretch>
              <a:fillRect/>
            </a:stretch>
          </p:blipFill>
          <p:spPr>
            <a:xfrm>
              <a:off x="8133587" y="2712719"/>
              <a:ext cx="332231" cy="381000"/>
            </a:xfrm>
            <a:prstGeom prst="rect">
              <a:avLst/>
            </a:prstGeom>
          </p:spPr>
        </p:pic>
        <p:sp>
          <p:nvSpPr>
            <p:cNvPr id="202" name="object 200"/>
            <p:cNvSpPr/>
            <p:nvPr/>
          </p:nvSpPr>
          <p:spPr>
            <a:xfrm>
              <a:off x="8133587" y="2712719"/>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4471C4"/>
              </a:solidFill>
            </a:ln>
          </p:spPr>
          <p:txBody>
            <a:bodyPr wrap="square" lIns="0" tIns="0" rIns="0" bIns="0" rtlCol="0"/>
            <a:lstStyle/>
            <a:p/>
          </p:txBody>
        </p:sp>
        <p:pic>
          <p:nvPicPr>
            <p:cNvPr id="203" name="object 201"/>
            <p:cNvPicPr/>
            <p:nvPr/>
          </p:nvPicPr>
          <p:blipFill>
            <a:blip r:embed="rId15" cstate="print"/>
            <a:stretch>
              <a:fillRect/>
            </a:stretch>
          </p:blipFill>
          <p:spPr>
            <a:xfrm>
              <a:off x="8205215" y="2845307"/>
              <a:ext cx="205740" cy="149351"/>
            </a:xfrm>
            <a:prstGeom prst="rect">
              <a:avLst/>
            </a:prstGeom>
          </p:spPr>
        </p:pic>
      </p:grpSp>
      <p:pic>
        <p:nvPicPr>
          <p:cNvPr id="204" name="object 202"/>
          <p:cNvPicPr/>
          <p:nvPr/>
        </p:nvPicPr>
        <p:blipFill>
          <a:blip r:embed="rId54" cstate="print"/>
          <a:stretch>
            <a:fillRect/>
          </a:stretch>
        </p:blipFill>
        <p:spPr>
          <a:xfrm>
            <a:off x="8007423" y="2664046"/>
            <a:ext cx="111378" cy="215137"/>
          </a:xfrm>
          <a:prstGeom prst="rect">
            <a:avLst/>
          </a:prstGeom>
        </p:spPr>
      </p:pic>
      <p:grpSp>
        <p:nvGrpSpPr>
          <p:cNvPr id="205" name="object 203"/>
          <p:cNvGrpSpPr/>
          <p:nvPr/>
        </p:nvGrpSpPr>
        <p:grpSpPr>
          <a:xfrm>
            <a:off x="9112832" y="2210528"/>
            <a:ext cx="1091565" cy="392430"/>
            <a:chOff x="8712581" y="2708020"/>
            <a:chExt cx="1091565" cy="392430"/>
          </a:xfrm>
        </p:grpSpPr>
        <p:pic>
          <p:nvPicPr>
            <p:cNvPr id="206" name="object 204"/>
            <p:cNvPicPr/>
            <p:nvPr/>
          </p:nvPicPr>
          <p:blipFill>
            <a:blip r:embed="rId49" cstate="print"/>
            <a:stretch>
              <a:fillRect/>
            </a:stretch>
          </p:blipFill>
          <p:spPr>
            <a:xfrm>
              <a:off x="8715756" y="2711195"/>
              <a:ext cx="332231" cy="381000"/>
            </a:xfrm>
            <a:prstGeom prst="rect">
              <a:avLst/>
            </a:prstGeom>
          </p:spPr>
        </p:pic>
        <p:sp>
          <p:nvSpPr>
            <p:cNvPr id="207" name="object 205"/>
            <p:cNvSpPr/>
            <p:nvPr/>
          </p:nvSpPr>
          <p:spPr>
            <a:xfrm>
              <a:off x="8715756" y="2711195"/>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EC7C30"/>
              </a:solidFill>
            </a:ln>
          </p:spPr>
          <p:txBody>
            <a:bodyPr wrap="square" lIns="0" tIns="0" rIns="0" bIns="0" rtlCol="0"/>
            <a:lstStyle/>
            <a:p/>
          </p:txBody>
        </p:sp>
        <p:pic>
          <p:nvPicPr>
            <p:cNvPr id="208" name="object 206"/>
            <p:cNvPicPr/>
            <p:nvPr/>
          </p:nvPicPr>
          <p:blipFill>
            <a:blip r:embed="rId5" cstate="print"/>
            <a:stretch>
              <a:fillRect/>
            </a:stretch>
          </p:blipFill>
          <p:spPr>
            <a:xfrm>
              <a:off x="8781288" y="2817875"/>
              <a:ext cx="208788" cy="216408"/>
            </a:xfrm>
            <a:prstGeom prst="rect">
              <a:avLst/>
            </a:prstGeom>
          </p:spPr>
        </p:pic>
        <p:pic>
          <p:nvPicPr>
            <p:cNvPr id="209" name="object 207"/>
            <p:cNvPicPr/>
            <p:nvPr/>
          </p:nvPicPr>
          <p:blipFill>
            <a:blip r:embed="rId53" cstate="print"/>
            <a:stretch>
              <a:fillRect/>
            </a:stretch>
          </p:blipFill>
          <p:spPr>
            <a:xfrm>
              <a:off x="9089136" y="2715767"/>
              <a:ext cx="332231" cy="381000"/>
            </a:xfrm>
            <a:prstGeom prst="rect">
              <a:avLst/>
            </a:prstGeom>
          </p:spPr>
        </p:pic>
        <p:sp>
          <p:nvSpPr>
            <p:cNvPr id="210" name="object 208"/>
            <p:cNvSpPr/>
            <p:nvPr/>
          </p:nvSpPr>
          <p:spPr>
            <a:xfrm>
              <a:off x="9089136" y="2715767"/>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FFC000"/>
              </a:solidFill>
            </a:ln>
          </p:spPr>
          <p:txBody>
            <a:bodyPr wrap="square" lIns="0" tIns="0" rIns="0" bIns="0" rtlCol="0"/>
            <a:lstStyle/>
            <a:p/>
          </p:txBody>
        </p:sp>
        <p:pic>
          <p:nvPicPr>
            <p:cNvPr id="211" name="object 209"/>
            <p:cNvPicPr/>
            <p:nvPr/>
          </p:nvPicPr>
          <p:blipFill>
            <a:blip r:embed="rId12" cstate="print"/>
            <a:stretch>
              <a:fillRect/>
            </a:stretch>
          </p:blipFill>
          <p:spPr>
            <a:xfrm>
              <a:off x="9189720" y="2846831"/>
              <a:ext cx="195072" cy="160020"/>
            </a:xfrm>
            <a:prstGeom prst="rect">
              <a:avLst/>
            </a:prstGeom>
          </p:spPr>
        </p:pic>
        <p:pic>
          <p:nvPicPr>
            <p:cNvPr id="212" name="object 210"/>
            <p:cNvPicPr/>
            <p:nvPr/>
          </p:nvPicPr>
          <p:blipFill>
            <a:blip r:embed="rId62" cstate="print"/>
            <a:stretch>
              <a:fillRect/>
            </a:stretch>
          </p:blipFill>
          <p:spPr>
            <a:xfrm>
              <a:off x="9468612" y="2714243"/>
              <a:ext cx="332231" cy="382524"/>
            </a:xfrm>
            <a:prstGeom prst="rect">
              <a:avLst/>
            </a:prstGeom>
          </p:spPr>
        </p:pic>
        <p:sp>
          <p:nvSpPr>
            <p:cNvPr id="213" name="object 211"/>
            <p:cNvSpPr/>
            <p:nvPr/>
          </p:nvSpPr>
          <p:spPr>
            <a:xfrm>
              <a:off x="9468612" y="2714243"/>
              <a:ext cx="332740" cy="382905"/>
            </a:xfrm>
            <a:custGeom>
              <a:avLst/>
              <a:gdLst/>
              <a:ahLst/>
              <a:cxnLst/>
              <a:rect l="l" t="t" r="r" b="b"/>
              <a:pathLst>
                <a:path w="332740" h="382905">
                  <a:moveTo>
                    <a:pt x="0" y="382524"/>
                  </a:moveTo>
                  <a:lnTo>
                    <a:pt x="332231" y="382524"/>
                  </a:lnTo>
                  <a:lnTo>
                    <a:pt x="332231" y="0"/>
                  </a:lnTo>
                  <a:lnTo>
                    <a:pt x="0" y="0"/>
                  </a:lnTo>
                  <a:lnTo>
                    <a:pt x="0" y="382524"/>
                  </a:lnTo>
                  <a:close/>
                </a:path>
              </a:pathLst>
            </a:custGeom>
            <a:ln w="6350">
              <a:solidFill>
                <a:srgbClr val="4471C4"/>
              </a:solidFill>
            </a:ln>
          </p:spPr>
          <p:txBody>
            <a:bodyPr wrap="square" lIns="0" tIns="0" rIns="0" bIns="0" rtlCol="0"/>
            <a:lstStyle/>
            <a:p/>
          </p:txBody>
        </p:sp>
        <p:pic>
          <p:nvPicPr>
            <p:cNvPr id="214" name="object 212"/>
            <p:cNvPicPr/>
            <p:nvPr/>
          </p:nvPicPr>
          <p:blipFill>
            <a:blip r:embed="rId17" cstate="print"/>
            <a:stretch>
              <a:fillRect/>
            </a:stretch>
          </p:blipFill>
          <p:spPr>
            <a:xfrm>
              <a:off x="9540240" y="2846831"/>
              <a:ext cx="207264" cy="152400"/>
            </a:xfrm>
            <a:prstGeom prst="rect">
              <a:avLst/>
            </a:prstGeom>
          </p:spPr>
        </p:pic>
      </p:grpSp>
      <p:pic>
        <p:nvPicPr>
          <p:cNvPr id="215" name="object 213"/>
          <p:cNvPicPr/>
          <p:nvPr/>
        </p:nvPicPr>
        <p:blipFill>
          <a:blip r:embed="rId41" cstate="print"/>
          <a:stretch>
            <a:fillRect/>
          </a:stretch>
        </p:blipFill>
        <p:spPr>
          <a:xfrm>
            <a:off x="9347019" y="2650330"/>
            <a:ext cx="111378" cy="215137"/>
          </a:xfrm>
          <a:prstGeom prst="rect">
            <a:avLst/>
          </a:prstGeom>
        </p:spPr>
      </p:pic>
      <p:pic>
        <p:nvPicPr>
          <p:cNvPr id="216" name="object 214"/>
          <p:cNvPicPr/>
          <p:nvPr/>
        </p:nvPicPr>
        <p:blipFill>
          <a:blip r:embed="rId57" cstate="print"/>
          <a:stretch>
            <a:fillRect/>
          </a:stretch>
        </p:blipFill>
        <p:spPr>
          <a:xfrm>
            <a:off x="8279839" y="2653378"/>
            <a:ext cx="76200" cy="213613"/>
          </a:xfrm>
          <a:prstGeom prst="rect">
            <a:avLst/>
          </a:prstGeom>
        </p:spPr>
      </p:pic>
      <p:pic>
        <p:nvPicPr>
          <p:cNvPr id="217" name="object 215"/>
          <p:cNvPicPr/>
          <p:nvPr/>
        </p:nvPicPr>
        <p:blipFill>
          <a:blip r:embed="rId42" cstate="print"/>
          <a:stretch>
            <a:fillRect/>
          </a:stretch>
        </p:blipFill>
        <p:spPr>
          <a:xfrm>
            <a:off x="9614862" y="2654902"/>
            <a:ext cx="76200" cy="213613"/>
          </a:xfrm>
          <a:prstGeom prst="rect">
            <a:avLst/>
          </a:prstGeom>
        </p:spPr>
      </p:pic>
      <p:pic>
        <p:nvPicPr>
          <p:cNvPr id="218" name="object 216"/>
          <p:cNvPicPr/>
          <p:nvPr/>
        </p:nvPicPr>
        <p:blipFill>
          <a:blip r:embed="rId8" cstate="print"/>
          <a:stretch>
            <a:fillRect/>
          </a:stretch>
        </p:blipFill>
        <p:spPr>
          <a:xfrm>
            <a:off x="8525076" y="2645758"/>
            <a:ext cx="141985" cy="214375"/>
          </a:xfrm>
          <a:prstGeom prst="rect">
            <a:avLst/>
          </a:prstGeom>
        </p:spPr>
      </p:pic>
      <p:pic>
        <p:nvPicPr>
          <p:cNvPr id="219" name="object 217"/>
          <p:cNvPicPr/>
          <p:nvPr/>
        </p:nvPicPr>
        <p:blipFill>
          <a:blip r:embed="rId8" cstate="print"/>
          <a:stretch>
            <a:fillRect/>
          </a:stretch>
        </p:blipFill>
        <p:spPr>
          <a:xfrm>
            <a:off x="9860099" y="2648806"/>
            <a:ext cx="141985" cy="21437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2"/>
          <p:cNvGrpSpPr/>
          <p:nvPr/>
        </p:nvGrpSpPr>
        <p:grpSpPr>
          <a:xfrm>
            <a:off x="830325" y="2509614"/>
            <a:ext cx="431800" cy="175895"/>
            <a:chOff x="830325" y="3050794"/>
            <a:chExt cx="431800" cy="175895"/>
          </a:xfrm>
        </p:grpSpPr>
        <p:sp>
          <p:nvSpPr>
            <p:cNvPr id="5" name="object 3"/>
            <p:cNvSpPr/>
            <p:nvPr/>
          </p:nvSpPr>
          <p:spPr>
            <a:xfrm>
              <a:off x="836675" y="3057144"/>
              <a:ext cx="419100" cy="163195"/>
            </a:xfrm>
            <a:custGeom>
              <a:avLst/>
              <a:gdLst/>
              <a:ahLst/>
              <a:cxnLst/>
              <a:rect l="l" t="t" r="r" b="b"/>
              <a:pathLst>
                <a:path w="419100" h="163194">
                  <a:moveTo>
                    <a:pt x="419100" y="0"/>
                  </a:moveTo>
                  <a:lnTo>
                    <a:pt x="0" y="0"/>
                  </a:lnTo>
                  <a:lnTo>
                    <a:pt x="0" y="163067"/>
                  </a:lnTo>
                  <a:lnTo>
                    <a:pt x="419100" y="163067"/>
                  </a:lnTo>
                  <a:lnTo>
                    <a:pt x="419100" y="0"/>
                  </a:lnTo>
                  <a:close/>
                </a:path>
              </a:pathLst>
            </a:custGeom>
            <a:solidFill>
              <a:srgbClr val="EC7C30"/>
            </a:solidFill>
          </p:spPr>
          <p:txBody>
            <a:bodyPr wrap="square" lIns="0" tIns="0" rIns="0" bIns="0" rtlCol="0"/>
            <a:lstStyle/>
            <a:p/>
          </p:txBody>
        </p:sp>
        <p:sp>
          <p:nvSpPr>
            <p:cNvPr id="6" name="object 4"/>
            <p:cNvSpPr/>
            <p:nvPr/>
          </p:nvSpPr>
          <p:spPr>
            <a:xfrm>
              <a:off x="836675" y="3057144"/>
              <a:ext cx="419100" cy="163195"/>
            </a:xfrm>
            <a:custGeom>
              <a:avLst/>
              <a:gdLst/>
              <a:ahLst/>
              <a:cxnLst/>
              <a:rect l="l" t="t" r="r" b="b"/>
              <a:pathLst>
                <a:path w="419100" h="163194">
                  <a:moveTo>
                    <a:pt x="0" y="163067"/>
                  </a:moveTo>
                  <a:lnTo>
                    <a:pt x="419100" y="163067"/>
                  </a:lnTo>
                  <a:lnTo>
                    <a:pt x="419100" y="0"/>
                  </a:lnTo>
                  <a:lnTo>
                    <a:pt x="0" y="0"/>
                  </a:lnTo>
                  <a:lnTo>
                    <a:pt x="0" y="163067"/>
                  </a:lnTo>
                  <a:close/>
                </a:path>
              </a:pathLst>
            </a:custGeom>
            <a:ln w="12700">
              <a:solidFill>
                <a:srgbClr val="AD5A20"/>
              </a:solidFill>
            </a:ln>
          </p:spPr>
          <p:txBody>
            <a:bodyPr wrap="square" lIns="0" tIns="0" rIns="0" bIns="0" rtlCol="0"/>
            <a:lstStyle/>
            <a:p/>
          </p:txBody>
        </p:sp>
      </p:grpSp>
      <p:grpSp>
        <p:nvGrpSpPr>
          <p:cNvPr id="7" name="object 5"/>
          <p:cNvGrpSpPr/>
          <p:nvPr/>
        </p:nvGrpSpPr>
        <p:grpSpPr>
          <a:xfrm>
            <a:off x="485901" y="1118455"/>
            <a:ext cx="3917315" cy="3483610"/>
            <a:chOff x="485901" y="1659635"/>
            <a:chExt cx="3917315" cy="3483610"/>
          </a:xfrm>
        </p:grpSpPr>
        <p:sp>
          <p:nvSpPr>
            <p:cNvPr id="8" name="object 6"/>
            <p:cNvSpPr/>
            <p:nvPr/>
          </p:nvSpPr>
          <p:spPr>
            <a:xfrm>
              <a:off x="2314956" y="2732531"/>
              <a:ext cx="417830" cy="483234"/>
            </a:xfrm>
            <a:custGeom>
              <a:avLst/>
              <a:gdLst/>
              <a:ahLst/>
              <a:cxnLst/>
              <a:rect l="l" t="t" r="r" b="b"/>
              <a:pathLst>
                <a:path w="417830" h="483235">
                  <a:moveTo>
                    <a:pt x="417575" y="0"/>
                  </a:moveTo>
                  <a:lnTo>
                    <a:pt x="0" y="0"/>
                  </a:lnTo>
                  <a:lnTo>
                    <a:pt x="0" y="483108"/>
                  </a:lnTo>
                  <a:lnTo>
                    <a:pt x="417575" y="483108"/>
                  </a:lnTo>
                  <a:lnTo>
                    <a:pt x="417575" y="0"/>
                  </a:lnTo>
                  <a:close/>
                </a:path>
              </a:pathLst>
            </a:custGeom>
            <a:solidFill>
              <a:srgbClr val="EC7C30"/>
            </a:solidFill>
          </p:spPr>
          <p:txBody>
            <a:bodyPr wrap="square" lIns="0" tIns="0" rIns="0" bIns="0" rtlCol="0"/>
            <a:lstStyle/>
            <a:p/>
          </p:txBody>
        </p:sp>
        <p:sp>
          <p:nvSpPr>
            <p:cNvPr id="9" name="object 7"/>
            <p:cNvSpPr/>
            <p:nvPr/>
          </p:nvSpPr>
          <p:spPr>
            <a:xfrm>
              <a:off x="2314956" y="2732531"/>
              <a:ext cx="417830" cy="483234"/>
            </a:xfrm>
            <a:custGeom>
              <a:avLst/>
              <a:gdLst/>
              <a:ahLst/>
              <a:cxnLst/>
              <a:rect l="l" t="t" r="r" b="b"/>
              <a:pathLst>
                <a:path w="417830" h="483235">
                  <a:moveTo>
                    <a:pt x="0" y="483108"/>
                  </a:moveTo>
                  <a:lnTo>
                    <a:pt x="417575" y="483108"/>
                  </a:lnTo>
                  <a:lnTo>
                    <a:pt x="417575" y="0"/>
                  </a:lnTo>
                  <a:lnTo>
                    <a:pt x="0" y="0"/>
                  </a:lnTo>
                  <a:lnTo>
                    <a:pt x="0" y="483108"/>
                  </a:lnTo>
                  <a:close/>
                </a:path>
              </a:pathLst>
            </a:custGeom>
            <a:ln w="12700">
              <a:solidFill>
                <a:srgbClr val="AD5A20"/>
              </a:solidFill>
            </a:ln>
          </p:spPr>
          <p:txBody>
            <a:bodyPr wrap="square" lIns="0" tIns="0" rIns="0" bIns="0" rtlCol="0"/>
            <a:lstStyle/>
            <a:p/>
          </p:txBody>
        </p:sp>
        <p:pic>
          <p:nvPicPr>
            <p:cNvPr id="10" name="object 8"/>
            <p:cNvPicPr/>
            <p:nvPr/>
          </p:nvPicPr>
          <p:blipFill>
            <a:blip r:embed="rId1" cstate="print"/>
            <a:stretch>
              <a:fillRect/>
            </a:stretch>
          </p:blipFill>
          <p:spPr>
            <a:xfrm>
              <a:off x="573023" y="4500371"/>
              <a:ext cx="332232" cy="382524"/>
            </a:xfrm>
            <a:prstGeom prst="rect">
              <a:avLst/>
            </a:prstGeom>
          </p:spPr>
        </p:pic>
        <p:sp>
          <p:nvSpPr>
            <p:cNvPr id="11" name="object 9"/>
            <p:cNvSpPr/>
            <p:nvPr/>
          </p:nvSpPr>
          <p:spPr>
            <a:xfrm>
              <a:off x="573023" y="4500371"/>
              <a:ext cx="332740" cy="382905"/>
            </a:xfrm>
            <a:custGeom>
              <a:avLst/>
              <a:gdLst/>
              <a:ahLst/>
              <a:cxnLst/>
              <a:rect l="l" t="t" r="r" b="b"/>
              <a:pathLst>
                <a:path w="332740" h="382904">
                  <a:moveTo>
                    <a:pt x="0" y="382523"/>
                  </a:moveTo>
                  <a:lnTo>
                    <a:pt x="332232" y="382523"/>
                  </a:lnTo>
                  <a:lnTo>
                    <a:pt x="332232" y="0"/>
                  </a:lnTo>
                  <a:lnTo>
                    <a:pt x="0" y="0"/>
                  </a:lnTo>
                  <a:lnTo>
                    <a:pt x="0" y="382523"/>
                  </a:lnTo>
                  <a:close/>
                </a:path>
              </a:pathLst>
            </a:custGeom>
            <a:ln w="6350">
              <a:solidFill>
                <a:srgbClr val="EC7C30"/>
              </a:solidFill>
            </a:ln>
          </p:spPr>
          <p:txBody>
            <a:bodyPr wrap="square" lIns="0" tIns="0" rIns="0" bIns="0" rtlCol="0"/>
            <a:lstStyle/>
            <a:p/>
          </p:txBody>
        </p:sp>
        <p:pic>
          <p:nvPicPr>
            <p:cNvPr id="12" name="object 10"/>
            <p:cNvPicPr/>
            <p:nvPr/>
          </p:nvPicPr>
          <p:blipFill>
            <a:blip r:embed="rId2" cstate="print"/>
            <a:stretch>
              <a:fillRect/>
            </a:stretch>
          </p:blipFill>
          <p:spPr>
            <a:xfrm>
              <a:off x="637031" y="4607051"/>
              <a:ext cx="202692" cy="213360"/>
            </a:xfrm>
            <a:prstGeom prst="rect">
              <a:avLst/>
            </a:prstGeom>
          </p:spPr>
        </p:pic>
        <p:pic>
          <p:nvPicPr>
            <p:cNvPr id="13" name="object 11"/>
            <p:cNvPicPr/>
            <p:nvPr/>
          </p:nvPicPr>
          <p:blipFill>
            <a:blip r:embed="rId3" cstate="print"/>
            <a:stretch>
              <a:fillRect/>
            </a:stretch>
          </p:blipFill>
          <p:spPr>
            <a:xfrm>
              <a:off x="796455" y="4927853"/>
              <a:ext cx="111302" cy="215137"/>
            </a:xfrm>
            <a:prstGeom prst="rect">
              <a:avLst/>
            </a:prstGeom>
          </p:spPr>
        </p:pic>
        <p:pic>
          <p:nvPicPr>
            <p:cNvPr id="14" name="object 12"/>
            <p:cNvPicPr/>
            <p:nvPr/>
          </p:nvPicPr>
          <p:blipFill>
            <a:blip r:embed="rId1" cstate="print"/>
            <a:stretch>
              <a:fillRect/>
            </a:stretch>
          </p:blipFill>
          <p:spPr>
            <a:xfrm>
              <a:off x="1970531" y="4491227"/>
              <a:ext cx="332231" cy="382524"/>
            </a:xfrm>
            <a:prstGeom prst="rect">
              <a:avLst/>
            </a:prstGeom>
          </p:spPr>
        </p:pic>
        <p:sp>
          <p:nvSpPr>
            <p:cNvPr id="15" name="object 13"/>
            <p:cNvSpPr/>
            <p:nvPr/>
          </p:nvSpPr>
          <p:spPr>
            <a:xfrm>
              <a:off x="1970531" y="4491227"/>
              <a:ext cx="332740" cy="382905"/>
            </a:xfrm>
            <a:custGeom>
              <a:avLst/>
              <a:gdLst/>
              <a:ahLst/>
              <a:cxnLst/>
              <a:rect l="l" t="t" r="r" b="b"/>
              <a:pathLst>
                <a:path w="332739" h="382904">
                  <a:moveTo>
                    <a:pt x="0" y="382524"/>
                  </a:moveTo>
                  <a:lnTo>
                    <a:pt x="332231" y="382524"/>
                  </a:lnTo>
                  <a:lnTo>
                    <a:pt x="332231" y="0"/>
                  </a:lnTo>
                  <a:lnTo>
                    <a:pt x="0" y="0"/>
                  </a:lnTo>
                  <a:lnTo>
                    <a:pt x="0" y="382524"/>
                  </a:lnTo>
                  <a:close/>
                </a:path>
              </a:pathLst>
            </a:custGeom>
            <a:ln w="6350">
              <a:solidFill>
                <a:srgbClr val="EC7C30"/>
              </a:solidFill>
            </a:ln>
          </p:spPr>
          <p:txBody>
            <a:bodyPr wrap="square" lIns="0" tIns="0" rIns="0" bIns="0" rtlCol="0"/>
            <a:lstStyle/>
            <a:p/>
          </p:txBody>
        </p:sp>
        <p:pic>
          <p:nvPicPr>
            <p:cNvPr id="16" name="object 14"/>
            <p:cNvPicPr/>
            <p:nvPr/>
          </p:nvPicPr>
          <p:blipFill>
            <a:blip r:embed="rId4" cstate="print"/>
            <a:stretch>
              <a:fillRect/>
            </a:stretch>
          </p:blipFill>
          <p:spPr>
            <a:xfrm>
              <a:off x="2036063" y="4597907"/>
              <a:ext cx="207263" cy="213360"/>
            </a:xfrm>
            <a:prstGeom prst="rect">
              <a:avLst/>
            </a:prstGeom>
          </p:spPr>
        </p:pic>
        <p:pic>
          <p:nvPicPr>
            <p:cNvPr id="17" name="object 15"/>
            <p:cNvPicPr/>
            <p:nvPr/>
          </p:nvPicPr>
          <p:blipFill>
            <a:blip r:embed="rId1" cstate="print"/>
            <a:stretch>
              <a:fillRect/>
            </a:stretch>
          </p:blipFill>
          <p:spPr>
            <a:xfrm>
              <a:off x="3305556" y="4491227"/>
              <a:ext cx="333755" cy="382524"/>
            </a:xfrm>
            <a:prstGeom prst="rect">
              <a:avLst/>
            </a:prstGeom>
          </p:spPr>
        </p:pic>
        <p:sp>
          <p:nvSpPr>
            <p:cNvPr id="18" name="object 16"/>
            <p:cNvSpPr/>
            <p:nvPr/>
          </p:nvSpPr>
          <p:spPr>
            <a:xfrm>
              <a:off x="3305556" y="4491227"/>
              <a:ext cx="334010" cy="382905"/>
            </a:xfrm>
            <a:custGeom>
              <a:avLst/>
              <a:gdLst/>
              <a:ahLst/>
              <a:cxnLst/>
              <a:rect l="l" t="t" r="r" b="b"/>
              <a:pathLst>
                <a:path w="334010" h="382904">
                  <a:moveTo>
                    <a:pt x="0" y="382524"/>
                  </a:moveTo>
                  <a:lnTo>
                    <a:pt x="333755" y="382524"/>
                  </a:lnTo>
                  <a:lnTo>
                    <a:pt x="333755" y="0"/>
                  </a:lnTo>
                  <a:lnTo>
                    <a:pt x="0" y="0"/>
                  </a:lnTo>
                  <a:lnTo>
                    <a:pt x="0" y="382524"/>
                  </a:lnTo>
                  <a:close/>
                </a:path>
              </a:pathLst>
            </a:custGeom>
            <a:ln w="6350">
              <a:solidFill>
                <a:srgbClr val="EC7C30"/>
              </a:solidFill>
            </a:ln>
          </p:spPr>
          <p:txBody>
            <a:bodyPr wrap="square" lIns="0" tIns="0" rIns="0" bIns="0" rtlCol="0"/>
            <a:lstStyle/>
            <a:p/>
          </p:txBody>
        </p:sp>
        <p:pic>
          <p:nvPicPr>
            <p:cNvPr id="19" name="object 17"/>
            <p:cNvPicPr/>
            <p:nvPr/>
          </p:nvPicPr>
          <p:blipFill>
            <a:blip r:embed="rId5" cstate="print"/>
            <a:stretch>
              <a:fillRect/>
            </a:stretch>
          </p:blipFill>
          <p:spPr>
            <a:xfrm>
              <a:off x="3371087" y="4597907"/>
              <a:ext cx="208787" cy="216407"/>
            </a:xfrm>
            <a:prstGeom prst="rect">
              <a:avLst/>
            </a:prstGeom>
          </p:spPr>
        </p:pic>
        <p:pic>
          <p:nvPicPr>
            <p:cNvPr id="20" name="object 18"/>
            <p:cNvPicPr/>
            <p:nvPr/>
          </p:nvPicPr>
          <p:blipFill>
            <a:blip r:embed="rId6" cstate="print"/>
            <a:stretch>
              <a:fillRect/>
            </a:stretch>
          </p:blipFill>
          <p:spPr>
            <a:xfrm>
              <a:off x="944879" y="4491227"/>
              <a:ext cx="332231" cy="382524"/>
            </a:xfrm>
            <a:prstGeom prst="rect">
              <a:avLst/>
            </a:prstGeom>
          </p:spPr>
        </p:pic>
        <p:sp>
          <p:nvSpPr>
            <p:cNvPr id="21" name="object 19"/>
            <p:cNvSpPr/>
            <p:nvPr/>
          </p:nvSpPr>
          <p:spPr>
            <a:xfrm>
              <a:off x="944879" y="4491227"/>
              <a:ext cx="332740" cy="382905"/>
            </a:xfrm>
            <a:custGeom>
              <a:avLst/>
              <a:gdLst/>
              <a:ahLst/>
              <a:cxnLst/>
              <a:rect l="l" t="t" r="r" b="b"/>
              <a:pathLst>
                <a:path w="332740" h="382904">
                  <a:moveTo>
                    <a:pt x="0" y="382524"/>
                  </a:moveTo>
                  <a:lnTo>
                    <a:pt x="332231" y="382524"/>
                  </a:lnTo>
                  <a:lnTo>
                    <a:pt x="332231" y="0"/>
                  </a:lnTo>
                  <a:lnTo>
                    <a:pt x="0" y="0"/>
                  </a:lnTo>
                  <a:lnTo>
                    <a:pt x="0" y="382524"/>
                  </a:lnTo>
                  <a:close/>
                </a:path>
              </a:pathLst>
            </a:custGeom>
            <a:ln w="6350">
              <a:solidFill>
                <a:srgbClr val="FFC000"/>
              </a:solidFill>
            </a:ln>
          </p:spPr>
          <p:txBody>
            <a:bodyPr wrap="square" lIns="0" tIns="0" rIns="0" bIns="0" rtlCol="0"/>
            <a:lstStyle/>
            <a:p/>
          </p:txBody>
        </p:sp>
        <p:pic>
          <p:nvPicPr>
            <p:cNvPr id="22" name="object 20"/>
            <p:cNvPicPr/>
            <p:nvPr/>
          </p:nvPicPr>
          <p:blipFill>
            <a:blip r:embed="rId7" cstate="print"/>
            <a:stretch>
              <a:fillRect/>
            </a:stretch>
          </p:blipFill>
          <p:spPr>
            <a:xfrm>
              <a:off x="1045463" y="4623815"/>
              <a:ext cx="187452" cy="160019"/>
            </a:xfrm>
            <a:prstGeom prst="rect">
              <a:avLst/>
            </a:prstGeom>
          </p:spPr>
        </p:pic>
        <p:pic>
          <p:nvPicPr>
            <p:cNvPr id="23" name="object 21"/>
            <p:cNvPicPr/>
            <p:nvPr/>
          </p:nvPicPr>
          <p:blipFill>
            <a:blip r:embed="rId8" cstate="print"/>
            <a:stretch>
              <a:fillRect/>
            </a:stretch>
          </p:blipFill>
          <p:spPr>
            <a:xfrm>
              <a:off x="1314068" y="4924805"/>
              <a:ext cx="141986" cy="214375"/>
            </a:xfrm>
            <a:prstGeom prst="rect">
              <a:avLst/>
            </a:prstGeom>
          </p:spPr>
        </p:pic>
        <p:pic>
          <p:nvPicPr>
            <p:cNvPr id="24" name="object 22"/>
            <p:cNvPicPr/>
            <p:nvPr/>
          </p:nvPicPr>
          <p:blipFill>
            <a:blip r:embed="rId9" cstate="print"/>
            <a:stretch>
              <a:fillRect/>
            </a:stretch>
          </p:blipFill>
          <p:spPr>
            <a:xfrm>
              <a:off x="1071867" y="4929377"/>
              <a:ext cx="76161" cy="213614"/>
            </a:xfrm>
            <a:prstGeom prst="rect">
              <a:avLst/>
            </a:prstGeom>
          </p:spPr>
        </p:pic>
        <p:pic>
          <p:nvPicPr>
            <p:cNvPr id="25" name="object 23"/>
            <p:cNvPicPr/>
            <p:nvPr/>
          </p:nvPicPr>
          <p:blipFill>
            <a:blip r:embed="rId10" cstate="print"/>
            <a:stretch>
              <a:fillRect/>
            </a:stretch>
          </p:blipFill>
          <p:spPr>
            <a:xfrm>
              <a:off x="2342387" y="4494275"/>
              <a:ext cx="333756" cy="381000"/>
            </a:xfrm>
            <a:prstGeom prst="rect">
              <a:avLst/>
            </a:prstGeom>
          </p:spPr>
        </p:pic>
        <p:sp>
          <p:nvSpPr>
            <p:cNvPr id="26" name="object 24"/>
            <p:cNvSpPr/>
            <p:nvPr/>
          </p:nvSpPr>
          <p:spPr>
            <a:xfrm>
              <a:off x="2342387" y="4494275"/>
              <a:ext cx="334010" cy="381000"/>
            </a:xfrm>
            <a:custGeom>
              <a:avLst/>
              <a:gdLst/>
              <a:ahLst/>
              <a:cxnLst/>
              <a:rect l="l" t="t" r="r" b="b"/>
              <a:pathLst>
                <a:path w="334010" h="381000">
                  <a:moveTo>
                    <a:pt x="0" y="381000"/>
                  </a:moveTo>
                  <a:lnTo>
                    <a:pt x="333756" y="381000"/>
                  </a:lnTo>
                  <a:lnTo>
                    <a:pt x="333756" y="0"/>
                  </a:lnTo>
                  <a:lnTo>
                    <a:pt x="0" y="0"/>
                  </a:lnTo>
                  <a:lnTo>
                    <a:pt x="0" y="381000"/>
                  </a:lnTo>
                  <a:close/>
                </a:path>
              </a:pathLst>
            </a:custGeom>
            <a:ln w="6350">
              <a:solidFill>
                <a:srgbClr val="FFC000"/>
              </a:solidFill>
            </a:ln>
          </p:spPr>
          <p:txBody>
            <a:bodyPr wrap="square" lIns="0" tIns="0" rIns="0" bIns="0" rtlCol="0"/>
            <a:lstStyle/>
            <a:p/>
          </p:txBody>
        </p:sp>
        <p:pic>
          <p:nvPicPr>
            <p:cNvPr id="27" name="object 25"/>
            <p:cNvPicPr/>
            <p:nvPr/>
          </p:nvPicPr>
          <p:blipFill>
            <a:blip r:embed="rId11" cstate="print"/>
            <a:stretch>
              <a:fillRect/>
            </a:stretch>
          </p:blipFill>
          <p:spPr>
            <a:xfrm>
              <a:off x="2444495" y="4625339"/>
              <a:ext cx="193548" cy="160019"/>
            </a:xfrm>
            <a:prstGeom prst="rect">
              <a:avLst/>
            </a:prstGeom>
          </p:spPr>
        </p:pic>
        <p:pic>
          <p:nvPicPr>
            <p:cNvPr id="28" name="object 26"/>
            <p:cNvPicPr/>
            <p:nvPr/>
          </p:nvPicPr>
          <p:blipFill>
            <a:blip r:embed="rId6" cstate="print"/>
            <a:stretch>
              <a:fillRect/>
            </a:stretch>
          </p:blipFill>
          <p:spPr>
            <a:xfrm>
              <a:off x="3678935" y="4495800"/>
              <a:ext cx="332232" cy="382524"/>
            </a:xfrm>
            <a:prstGeom prst="rect">
              <a:avLst/>
            </a:prstGeom>
          </p:spPr>
        </p:pic>
        <p:sp>
          <p:nvSpPr>
            <p:cNvPr id="29" name="object 27"/>
            <p:cNvSpPr/>
            <p:nvPr/>
          </p:nvSpPr>
          <p:spPr>
            <a:xfrm>
              <a:off x="3678935" y="4495800"/>
              <a:ext cx="332740" cy="382905"/>
            </a:xfrm>
            <a:custGeom>
              <a:avLst/>
              <a:gdLst/>
              <a:ahLst/>
              <a:cxnLst/>
              <a:rect l="l" t="t" r="r" b="b"/>
              <a:pathLst>
                <a:path w="332739" h="382904">
                  <a:moveTo>
                    <a:pt x="0" y="382524"/>
                  </a:moveTo>
                  <a:lnTo>
                    <a:pt x="332232" y="382524"/>
                  </a:lnTo>
                  <a:lnTo>
                    <a:pt x="332232" y="0"/>
                  </a:lnTo>
                  <a:lnTo>
                    <a:pt x="0" y="0"/>
                  </a:lnTo>
                  <a:lnTo>
                    <a:pt x="0" y="382524"/>
                  </a:lnTo>
                  <a:close/>
                </a:path>
              </a:pathLst>
            </a:custGeom>
            <a:ln w="6349">
              <a:solidFill>
                <a:srgbClr val="FFC000"/>
              </a:solidFill>
            </a:ln>
          </p:spPr>
          <p:txBody>
            <a:bodyPr wrap="square" lIns="0" tIns="0" rIns="0" bIns="0" rtlCol="0"/>
            <a:lstStyle/>
            <a:p/>
          </p:txBody>
        </p:sp>
        <p:pic>
          <p:nvPicPr>
            <p:cNvPr id="30" name="object 28"/>
            <p:cNvPicPr/>
            <p:nvPr/>
          </p:nvPicPr>
          <p:blipFill>
            <a:blip r:embed="rId12" cstate="print"/>
            <a:stretch>
              <a:fillRect/>
            </a:stretch>
          </p:blipFill>
          <p:spPr>
            <a:xfrm>
              <a:off x="3779519" y="4626863"/>
              <a:ext cx="195072" cy="160019"/>
            </a:xfrm>
            <a:prstGeom prst="rect">
              <a:avLst/>
            </a:prstGeom>
          </p:spPr>
        </p:pic>
        <p:pic>
          <p:nvPicPr>
            <p:cNvPr id="31" name="object 29"/>
            <p:cNvPicPr/>
            <p:nvPr/>
          </p:nvPicPr>
          <p:blipFill>
            <a:blip r:embed="rId13" cstate="print"/>
            <a:stretch>
              <a:fillRect/>
            </a:stretch>
          </p:blipFill>
          <p:spPr>
            <a:xfrm>
              <a:off x="1322831" y="4492751"/>
              <a:ext cx="332231" cy="382524"/>
            </a:xfrm>
            <a:prstGeom prst="rect">
              <a:avLst/>
            </a:prstGeom>
          </p:spPr>
        </p:pic>
        <p:sp>
          <p:nvSpPr>
            <p:cNvPr id="32" name="object 30"/>
            <p:cNvSpPr/>
            <p:nvPr/>
          </p:nvSpPr>
          <p:spPr>
            <a:xfrm>
              <a:off x="1322831" y="4492751"/>
              <a:ext cx="332740" cy="382905"/>
            </a:xfrm>
            <a:custGeom>
              <a:avLst/>
              <a:gdLst/>
              <a:ahLst/>
              <a:cxnLst/>
              <a:rect l="l" t="t" r="r" b="b"/>
              <a:pathLst>
                <a:path w="332739" h="382904">
                  <a:moveTo>
                    <a:pt x="0" y="382524"/>
                  </a:moveTo>
                  <a:lnTo>
                    <a:pt x="332231" y="382524"/>
                  </a:lnTo>
                  <a:lnTo>
                    <a:pt x="332231" y="0"/>
                  </a:lnTo>
                  <a:lnTo>
                    <a:pt x="0" y="0"/>
                  </a:lnTo>
                  <a:lnTo>
                    <a:pt x="0" y="382524"/>
                  </a:lnTo>
                  <a:close/>
                </a:path>
              </a:pathLst>
            </a:custGeom>
            <a:ln w="6350">
              <a:solidFill>
                <a:srgbClr val="4471C4"/>
              </a:solidFill>
            </a:ln>
          </p:spPr>
          <p:txBody>
            <a:bodyPr wrap="square" lIns="0" tIns="0" rIns="0" bIns="0" rtlCol="0"/>
            <a:lstStyle/>
            <a:p/>
          </p:txBody>
        </p:sp>
        <p:pic>
          <p:nvPicPr>
            <p:cNvPr id="33" name="object 31"/>
            <p:cNvPicPr/>
            <p:nvPr/>
          </p:nvPicPr>
          <p:blipFill>
            <a:blip r:embed="rId14" cstate="print"/>
            <a:stretch>
              <a:fillRect/>
            </a:stretch>
          </p:blipFill>
          <p:spPr>
            <a:xfrm>
              <a:off x="1394459" y="4625339"/>
              <a:ext cx="199644" cy="149351"/>
            </a:xfrm>
            <a:prstGeom prst="rect">
              <a:avLst/>
            </a:prstGeom>
          </p:spPr>
        </p:pic>
        <p:pic>
          <p:nvPicPr>
            <p:cNvPr id="34" name="object 32"/>
            <p:cNvPicPr/>
            <p:nvPr/>
          </p:nvPicPr>
          <p:blipFill>
            <a:blip r:embed="rId13" cstate="print"/>
            <a:stretch>
              <a:fillRect/>
            </a:stretch>
          </p:blipFill>
          <p:spPr>
            <a:xfrm>
              <a:off x="2723387" y="4492751"/>
              <a:ext cx="333756" cy="382524"/>
            </a:xfrm>
            <a:prstGeom prst="rect">
              <a:avLst/>
            </a:prstGeom>
          </p:spPr>
        </p:pic>
        <p:sp>
          <p:nvSpPr>
            <p:cNvPr id="35" name="object 33"/>
            <p:cNvSpPr/>
            <p:nvPr/>
          </p:nvSpPr>
          <p:spPr>
            <a:xfrm>
              <a:off x="2723387" y="4492751"/>
              <a:ext cx="334010" cy="382905"/>
            </a:xfrm>
            <a:custGeom>
              <a:avLst/>
              <a:gdLst/>
              <a:ahLst/>
              <a:cxnLst/>
              <a:rect l="l" t="t" r="r" b="b"/>
              <a:pathLst>
                <a:path w="334010" h="382904">
                  <a:moveTo>
                    <a:pt x="0" y="382524"/>
                  </a:moveTo>
                  <a:lnTo>
                    <a:pt x="333756" y="382524"/>
                  </a:lnTo>
                  <a:lnTo>
                    <a:pt x="333756" y="0"/>
                  </a:lnTo>
                  <a:lnTo>
                    <a:pt x="0" y="0"/>
                  </a:lnTo>
                  <a:lnTo>
                    <a:pt x="0" y="382524"/>
                  </a:lnTo>
                  <a:close/>
                </a:path>
              </a:pathLst>
            </a:custGeom>
            <a:ln w="6350">
              <a:solidFill>
                <a:srgbClr val="4471C4"/>
              </a:solidFill>
            </a:ln>
          </p:spPr>
          <p:txBody>
            <a:bodyPr wrap="square" lIns="0" tIns="0" rIns="0" bIns="0" rtlCol="0"/>
            <a:lstStyle/>
            <a:p/>
          </p:txBody>
        </p:sp>
        <p:pic>
          <p:nvPicPr>
            <p:cNvPr id="36" name="object 34"/>
            <p:cNvPicPr/>
            <p:nvPr/>
          </p:nvPicPr>
          <p:blipFill>
            <a:blip r:embed="rId15" cstate="print"/>
            <a:stretch>
              <a:fillRect/>
            </a:stretch>
          </p:blipFill>
          <p:spPr>
            <a:xfrm>
              <a:off x="2795016" y="4625339"/>
              <a:ext cx="205739" cy="149351"/>
            </a:xfrm>
            <a:prstGeom prst="rect">
              <a:avLst/>
            </a:prstGeom>
          </p:spPr>
        </p:pic>
        <p:pic>
          <p:nvPicPr>
            <p:cNvPr id="37" name="object 35"/>
            <p:cNvPicPr/>
            <p:nvPr/>
          </p:nvPicPr>
          <p:blipFill>
            <a:blip r:embed="rId16" cstate="print"/>
            <a:stretch>
              <a:fillRect/>
            </a:stretch>
          </p:blipFill>
          <p:spPr>
            <a:xfrm>
              <a:off x="4058411" y="4495800"/>
              <a:ext cx="333756" cy="381000"/>
            </a:xfrm>
            <a:prstGeom prst="rect">
              <a:avLst/>
            </a:prstGeom>
          </p:spPr>
        </p:pic>
        <p:sp>
          <p:nvSpPr>
            <p:cNvPr id="38" name="object 36"/>
            <p:cNvSpPr/>
            <p:nvPr/>
          </p:nvSpPr>
          <p:spPr>
            <a:xfrm>
              <a:off x="4058411" y="4495800"/>
              <a:ext cx="334010" cy="381000"/>
            </a:xfrm>
            <a:custGeom>
              <a:avLst/>
              <a:gdLst/>
              <a:ahLst/>
              <a:cxnLst/>
              <a:rect l="l" t="t" r="r" b="b"/>
              <a:pathLst>
                <a:path w="334010" h="381000">
                  <a:moveTo>
                    <a:pt x="0" y="381000"/>
                  </a:moveTo>
                  <a:lnTo>
                    <a:pt x="333756" y="381000"/>
                  </a:lnTo>
                  <a:lnTo>
                    <a:pt x="333756" y="0"/>
                  </a:lnTo>
                  <a:lnTo>
                    <a:pt x="0" y="0"/>
                  </a:lnTo>
                  <a:lnTo>
                    <a:pt x="0" y="381000"/>
                  </a:lnTo>
                  <a:close/>
                </a:path>
              </a:pathLst>
            </a:custGeom>
            <a:ln w="6350">
              <a:solidFill>
                <a:srgbClr val="4471C4"/>
              </a:solidFill>
            </a:ln>
          </p:spPr>
          <p:txBody>
            <a:bodyPr wrap="square" lIns="0" tIns="0" rIns="0" bIns="0" rtlCol="0"/>
            <a:lstStyle/>
            <a:p/>
          </p:txBody>
        </p:sp>
        <p:pic>
          <p:nvPicPr>
            <p:cNvPr id="39" name="object 37"/>
            <p:cNvPicPr/>
            <p:nvPr/>
          </p:nvPicPr>
          <p:blipFill>
            <a:blip r:embed="rId17" cstate="print"/>
            <a:stretch>
              <a:fillRect/>
            </a:stretch>
          </p:blipFill>
          <p:spPr>
            <a:xfrm>
              <a:off x="4130040" y="4628387"/>
              <a:ext cx="207263" cy="152400"/>
            </a:xfrm>
            <a:prstGeom prst="rect">
              <a:avLst/>
            </a:prstGeom>
          </p:spPr>
        </p:pic>
        <p:sp>
          <p:nvSpPr>
            <p:cNvPr id="40" name="object 38"/>
            <p:cNvSpPr/>
            <p:nvPr/>
          </p:nvSpPr>
          <p:spPr>
            <a:xfrm>
              <a:off x="576834" y="3851909"/>
              <a:ext cx="2874645" cy="601980"/>
            </a:xfrm>
            <a:custGeom>
              <a:avLst/>
              <a:gdLst/>
              <a:ahLst/>
              <a:cxnLst/>
              <a:rect l="l" t="t" r="r" b="b"/>
              <a:pathLst>
                <a:path w="2874645" h="601979">
                  <a:moveTo>
                    <a:pt x="76200" y="76200"/>
                  </a:moveTo>
                  <a:lnTo>
                    <a:pt x="69850" y="63500"/>
                  </a:lnTo>
                  <a:lnTo>
                    <a:pt x="38100" y="0"/>
                  </a:lnTo>
                  <a:lnTo>
                    <a:pt x="0" y="76200"/>
                  </a:lnTo>
                  <a:lnTo>
                    <a:pt x="28575" y="76200"/>
                  </a:lnTo>
                  <a:lnTo>
                    <a:pt x="28575" y="530098"/>
                  </a:lnTo>
                  <a:lnTo>
                    <a:pt x="47625" y="530098"/>
                  </a:lnTo>
                  <a:lnTo>
                    <a:pt x="47625" y="76200"/>
                  </a:lnTo>
                  <a:lnTo>
                    <a:pt x="76200" y="76200"/>
                  </a:lnTo>
                  <a:close/>
                </a:path>
                <a:path w="2874645" h="601979">
                  <a:moveTo>
                    <a:pt x="264058" y="121285"/>
                  </a:moveTo>
                  <a:lnTo>
                    <a:pt x="263779" y="121031"/>
                  </a:lnTo>
                  <a:lnTo>
                    <a:pt x="263347" y="120650"/>
                  </a:lnTo>
                  <a:lnTo>
                    <a:pt x="261620" y="119253"/>
                  </a:lnTo>
                  <a:lnTo>
                    <a:pt x="261404" y="119087"/>
                  </a:lnTo>
                  <a:lnTo>
                    <a:pt x="259727" y="117729"/>
                  </a:lnTo>
                  <a:lnTo>
                    <a:pt x="222059" y="98933"/>
                  </a:lnTo>
                  <a:lnTo>
                    <a:pt x="213093" y="98933"/>
                  </a:lnTo>
                  <a:lnTo>
                    <a:pt x="179273" y="120650"/>
                  </a:lnTo>
                  <a:lnTo>
                    <a:pt x="160070" y="157607"/>
                  </a:lnTo>
                  <a:lnTo>
                    <a:pt x="145326" y="207772"/>
                  </a:lnTo>
                  <a:lnTo>
                    <a:pt x="136156" y="253238"/>
                  </a:lnTo>
                  <a:lnTo>
                    <a:pt x="128295" y="304165"/>
                  </a:lnTo>
                  <a:lnTo>
                    <a:pt x="119494" y="378587"/>
                  </a:lnTo>
                  <a:lnTo>
                    <a:pt x="115481" y="417957"/>
                  </a:lnTo>
                  <a:lnTo>
                    <a:pt x="111696" y="459994"/>
                  </a:lnTo>
                  <a:lnTo>
                    <a:pt x="111302" y="464591"/>
                  </a:lnTo>
                  <a:lnTo>
                    <a:pt x="82829" y="462153"/>
                  </a:lnTo>
                  <a:lnTo>
                    <a:pt x="114300" y="541274"/>
                  </a:lnTo>
                  <a:lnTo>
                    <a:pt x="152450" y="478917"/>
                  </a:lnTo>
                  <a:lnTo>
                    <a:pt x="158750" y="468630"/>
                  </a:lnTo>
                  <a:lnTo>
                    <a:pt x="130289" y="466204"/>
                  </a:lnTo>
                  <a:lnTo>
                    <a:pt x="130987" y="458216"/>
                  </a:lnTo>
                  <a:lnTo>
                    <a:pt x="134442" y="419735"/>
                  </a:lnTo>
                  <a:lnTo>
                    <a:pt x="138417" y="380657"/>
                  </a:lnTo>
                  <a:lnTo>
                    <a:pt x="147154" y="306705"/>
                  </a:lnTo>
                  <a:lnTo>
                    <a:pt x="154914" y="256540"/>
                  </a:lnTo>
                  <a:lnTo>
                    <a:pt x="163753" y="212636"/>
                  </a:lnTo>
                  <a:lnTo>
                    <a:pt x="174167" y="175018"/>
                  </a:lnTo>
                  <a:lnTo>
                    <a:pt x="177787" y="164592"/>
                  </a:lnTo>
                  <a:lnTo>
                    <a:pt x="177850" y="164401"/>
                  </a:lnTo>
                  <a:lnTo>
                    <a:pt x="198361" y="127635"/>
                  </a:lnTo>
                  <a:lnTo>
                    <a:pt x="198843" y="127076"/>
                  </a:lnTo>
                  <a:lnTo>
                    <a:pt x="199123" y="126746"/>
                  </a:lnTo>
                  <a:lnTo>
                    <a:pt x="201269" y="124841"/>
                  </a:lnTo>
                  <a:lnTo>
                    <a:pt x="202514" y="123698"/>
                  </a:lnTo>
                  <a:lnTo>
                    <a:pt x="203822" y="122809"/>
                  </a:lnTo>
                  <a:lnTo>
                    <a:pt x="206629" y="120904"/>
                  </a:lnTo>
                  <a:lnTo>
                    <a:pt x="207010" y="120650"/>
                  </a:lnTo>
                  <a:lnTo>
                    <a:pt x="208457" y="120015"/>
                  </a:lnTo>
                  <a:lnTo>
                    <a:pt x="210591" y="119087"/>
                  </a:lnTo>
                  <a:lnTo>
                    <a:pt x="210159" y="119087"/>
                  </a:lnTo>
                  <a:lnTo>
                    <a:pt x="209994" y="119087"/>
                  </a:lnTo>
                  <a:lnTo>
                    <a:pt x="210400" y="119011"/>
                  </a:lnTo>
                  <a:lnTo>
                    <a:pt x="211137" y="118846"/>
                  </a:lnTo>
                  <a:lnTo>
                    <a:pt x="213436" y="118364"/>
                  </a:lnTo>
                  <a:lnTo>
                    <a:pt x="215265" y="117983"/>
                  </a:lnTo>
                  <a:lnTo>
                    <a:pt x="219583" y="117983"/>
                  </a:lnTo>
                  <a:lnTo>
                    <a:pt x="224828" y="119087"/>
                  </a:lnTo>
                  <a:lnTo>
                    <a:pt x="230644" y="121285"/>
                  </a:lnTo>
                  <a:lnTo>
                    <a:pt x="231330" y="121539"/>
                  </a:lnTo>
                  <a:lnTo>
                    <a:pt x="230746" y="121285"/>
                  </a:lnTo>
                  <a:lnTo>
                    <a:pt x="264058" y="121285"/>
                  </a:lnTo>
                  <a:close/>
                </a:path>
                <a:path w="2874645" h="601979">
                  <a:moveTo>
                    <a:pt x="1938540" y="167462"/>
                  </a:moveTo>
                  <a:lnTo>
                    <a:pt x="1938223" y="167462"/>
                  </a:lnTo>
                  <a:lnTo>
                    <a:pt x="1936013" y="167957"/>
                  </a:lnTo>
                  <a:lnTo>
                    <a:pt x="1938540" y="167462"/>
                  </a:lnTo>
                  <a:close/>
                </a:path>
                <a:path w="2874645" h="601979">
                  <a:moveTo>
                    <a:pt x="2874518" y="460756"/>
                  </a:moveTo>
                  <a:lnTo>
                    <a:pt x="2848711" y="472948"/>
                  </a:lnTo>
                  <a:lnTo>
                    <a:pt x="2842260" y="459486"/>
                  </a:lnTo>
                  <a:lnTo>
                    <a:pt x="2821559" y="418846"/>
                  </a:lnTo>
                  <a:lnTo>
                    <a:pt x="2804541" y="388429"/>
                  </a:lnTo>
                  <a:lnTo>
                    <a:pt x="2804541" y="82296"/>
                  </a:lnTo>
                  <a:lnTo>
                    <a:pt x="2833116" y="82296"/>
                  </a:lnTo>
                  <a:lnTo>
                    <a:pt x="2826766" y="69596"/>
                  </a:lnTo>
                  <a:lnTo>
                    <a:pt x="2795016" y="6096"/>
                  </a:lnTo>
                  <a:lnTo>
                    <a:pt x="2756916" y="82296"/>
                  </a:lnTo>
                  <a:lnTo>
                    <a:pt x="2785491" y="82296"/>
                  </a:lnTo>
                  <a:lnTo>
                    <a:pt x="2785491" y="356793"/>
                  </a:lnTo>
                  <a:lnTo>
                    <a:pt x="2763139" y="322326"/>
                  </a:lnTo>
                  <a:lnTo>
                    <a:pt x="2735821" y="286512"/>
                  </a:lnTo>
                  <a:lnTo>
                    <a:pt x="2705735" y="252857"/>
                  </a:lnTo>
                  <a:lnTo>
                    <a:pt x="2672461" y="221615"/>
                  </a:lnTo>
                  <a:lnTo>
                    <a:pt x="2635377" y="193294"/>
                  </a:lnTo>
                  <a:lnTo>
                    <a:pt x="2594229" y="168148"/>
                  </a:lnTo>
                  <a:lnTo>
                    <a:pt x="2548636" y="146685"/>
                  </a:lnTo>
                  <a:lnTo>
                    <a:pt x="2498090" y="129032"/>
                  </a:lnTo>
                  <a:lnTo>
                    <a:pt x="2487536" y="126263"/>
                  </a:lnTo>
                  <a:lnTo>
                    <a:pt x="2473452" y="122555"/>
                  </a:lnTo>
                  <a:lnTo>
                    <a:pt x="2412492" y="110998"/>
                  </a:lnTo>
                  <a:lnTo>
                    <a:pt x="2348230" y="104648"/>
                  </a:lnTo>
                  <a:lnTo>
                    <a:pt x="2317356" y="103505"/>
                  </a:lnTo>
                  <a:lnTo>
                    <a:pt x="2277745" y="103505"/>
                  </a:lnTo>
                  <a:lnTo>
                    <a:pt x="2200783" y="107696"/>
                  </a:lnTo>
                  <a:lnTo>
                    <a:pt x="2160016" y="111633"/>
                  </a:lnTo>
                  <a:lnTo>
                    <a:pt x="2117725" y="116713"/>
                  </a:lnTo>
                  <a:lnTo>
                    <a:pt x="2028825" y="130683"/>
                  </a:lnTo>
                  <a:lnTo>
                    <a:pt x="1934464" y="148844"/>
                  </a:lnTo>
                  <a:lnTo>
                    <a:pt x="1835150" y="171069"/>
                  </a:lnTo>
                  <a:lnTo>
                    <a:pt x="1731264" y="196850"/>
                  </a:lnTo>
                  <a:lnTo>
                    <a:pt x="1623314" y="226060"/>
                  </a:lnTo>
                  <a:lnTo>
                    <a:pt x="1541805" y="249478"/>
                  </a:lnTo>
                  <a:lnTo>
                    <a:pt x="1538097" y="240792"/>
                  </a:lnTo>
                  <a:lnTo>
                    <a:pt x="1530604" y="224917"/>
                  </a:lnTo>
                  <a:lnTo>
                    <a:pt x="1523403" y="210870"/>
                  </a:lnTo>
                  <a:lnTo>
                    <a:pt x="1523403" y="254762"/>
                  </a:lnTo>
                  <a:lnTo>
                    <a:pt x="1511427" y="258191"/>
                  </a:lnTo>
                  <a:lnTo>
                    <a:pt x="1461897" y="273227"/>
                  </a:lnTo>
                  <a:lnTo>
                    <a:pt x="1461897" y="156629"/>
                  </a:lnTo>
                  <a:lnTo>
                    <a:pt x="1462328" y="157035"/>
                  </a:lnTo>
                  <a:lnTo>
                    <a:pt x="1471815" y="167500"/>
                  </a:lnTo>
                  <a:lnTo>
                    <a:pt x="1471993" y="167767"/>
                  </a:lnTo>
                  <a:lnTo>
                    <a:pt x="1481150" y="179222"/>
                  </a:lnTo>
                  <a:lnTo>
                    <a:pt x="1489837" y="191465"/>
                  </a:lnTo>
                  <a:lnTo>
                    <a:pt x="1497965" y="204470"/>
                  </a:lnTo>
                  <a:lnTo>
                    <a:pt x="1498180" y="204876"/>
                  </a:lnTo>
                  <a:lnTo>
                    <a:pt x="1506651" y="219684"/>
                  </a:lnTo>
                  <a:lnTo>
                    <a:pt x="1513484" y="233248"/>
                  </a:lnTo>
                  <a:lnTo>
                    <a:pt x="1521231" y="249682"/>
                  </a:lnTo>
                  <a:lnTo>
                    <a:pt x="1523403" y="254762"/>
                  </a:lnTo>
                  <a:lnTo>
                    <a:pt x="1523403" y="210870"/>
                  </a:lnTo>
                  <a:lnTo>
                    <a:pt x="1522730" y="209550"/>
                  </a:lnTo>
                  <a:lnTo>
                    <a:pt x="1514475" y="194818"/>
                  </a:lnTo>
                  <a:lnTo>
                    <a:pt x="1505585" y="180975"/>
                  </a:lnTo>
                  <a:lnTo>
                    <a:pt x="1496542" y="167932"/>
                  </a:lnTo>
                  <a:lnTo>
                    <a:pt x="1496441" y="167767"/>
                  </a:lnTo>
                  <a:lnTo>
                    <a:pt x="1486535" y="155321"/>
                  </a:lnTo>
                  <a:lnTo>
                    <a:pt x="1476121" y="143891"/>
                  </a:lnTo>
                  <a:lnTo>
                    <a:pt x="1464945" y="133223"/>
                  </a:lnTo>
                  <a:lnTo>
                    <a:pt x="1461897" y="130721"/>
                  </a:lnTo>
                  <a:lnTo>
                    <a:pt x="1461897" y="79248"/>
                  </a:lnTo>
                  <a:lnTo>
                    <a:pt x="1490472" y="79248"/>
                  </a:lnTo>
                  <a:lnTo>
                    <a:pt x="1484122" y="66548"/>
                  </a:lnTo>
                  <a:lnTo>
                    <a:pt x="1452372" y="3048"/>
                  </a:lnTo>
                  <a:lnTo>
                    <a:pt x="1414272" y="79248"/>
                  </a:lnTo>
                  <a:lnTo>
                    <a:pt x="1442847" y="79248"/>
                  </a:lnTo>
                  <a:lnTo>
                    <a:pt x="1442847" y="116319"/>
                  </a:lnTo>
                  <a:lnTo>
                    <a:pt x="1441246" y="115189"/>
                  </a:lnTo>
                  <a:lnTo>
                    <a:pt x="1439964" y="114427"/>
                  </a:lnTo>
                  <a:lnTo>
                    <a:pt x="1433868" y="110909"/>
                  </a:lnTo>
                  <a:lnTo>
                    <a:pt x="1381696" y="110909"/>
                  </a:lnTo>
                  <a:lnTo>
                    <a:pt x="1381556" y="110909"/>
                  </a:lnTo>
                  <a:lnTo>
                    <a:pt x="1394841" y="114427"/>
                  </a:lnTo>
                  <a:lnTo>
                    <a:pt x="1394193" y="114274"/>
                  </a:lnTo>
                  <a:lnTo>
                    <a:pt x="1407731" y="119075"/>
                  </a:lnTo>
                  <a:lnTo>
                    <a:pt x="1418907" y="124333"/>
                  </a:lnTo>
                  <a:lnTo>
                    <a:pt x="1442847" y="124333"/>
                  </a:lnTo>
                  <a:lnTo>
                    <a:pt x="1442847" y="124714"/>
                  </a:lnTo>
                  <a:lnTo>
                    <a:pt x="1419872" y="124714"/>
                  </a:lnTo>
                  <a:lnTo>
                    <a:pt x="1419733" y="124714"/>
                  </a:lnTo>
                  <a:lnTo>
                    <a:pt x="1420291" y="124980"/>
                  </a:lnTo>
                  <a:lnTo>
                    <a:pt x="1424051" y="127177"/>
                  </a:lnTo>
                  <a:lnTo>
                    <a:pt x="1430401" y="130810"/>
                  </a:lnTo>
                  <a:lnTo>
                    <a:pt x="1442186" y="139065"/>
                  </a:lnTo>
                  <a:lnTo>
                    <a:pt x="1442847" y="139623"/>
                  </a:lnTo>
                  <a:lnTo>
                    <a:pt x="1442847" y="279019"/>
                  </a:lnTo>
                  <a:lnTo>
                    <a:pt x="1396365" y="293116"/>
                  </a:lnTo>
                  <a:lnTo>
                    <a:pt x="1278255" y="330327"/>
                  </a:lnTo>
                  <a:lnTo>
                    <a:pt x="1035050" y="410464"/>
                  </a:lnTo>
                  <a:lnTo>
                    <a:pt x="555180" y="575767"/>
                  </a:lnTo>
                  <a:lnTo>
                    <a:pt x="714629" y="455041"/>
                  </a:lnTo>
                  <a:lnTo>
                    <a:pt x="828040" y="371856"/>
                  </a:lnTo>
                  <a:lnTo>
                    <a:pt x="883285" y="332613"/>
                  </a:lnTo>
                  <a:lnTo>
                    <a:pt x="934935" y="297078"/>
                  </a:lnTo>
                  <a:lnTo>
                    <a:pt x="990092" y="260604"/>
                  </a:lnTo>
                  <a:lnTo>
                    <a:pt x="1038110" y="230441"/>
                  </a:lnTo>
                  <a:lnTo>
                    <a:pt x="1086764" y="201637"/>
                  </a:lnTo>
                  <a:lnTo>
                    <a:pt x="1138021" y="173685"/>
                  </a:lnTo>
                  <a:lnTo>
                    <a:pt x="1140294" y="172491"/>
                  </a:lnTo>
                  <a:lnTo>
                    <a:pt x="1137881" y="173685"/>
                  </a:lnTo>
                  <a:lnTo>
                    <a:pt x="1183005" y="151638"/>
                  </a:lnTo>
                  <a:lnTo>
                    <a:pt x="1224610" y="134213"/>
                  </a:lnTo>
                  <a:lnTo>
                    <a:pt x="1246047" y="126403"/>
                  </a:lnTo>
                  <a:lnTo>
                    <a:pt x="1245743" y="126403"/>
                  </a:lnTo>
                  <a:lnTo>
                    <a:pt x="1265212" y="120332"/>
                  </a:lnTo>
                  <a:lnTo>
                    <a:pt x="1284249" y="115189"/>
                  </a:lnTo>
                  <a:lnTo>
                    <a:pt x="1302054" y="111429"/>
                  </a:lnTo>
                  <a:lnTo>
                    <a:pt x="1319669" y="108813"/>
                  </a:lnTo>
                  <a:lnTo>
                    <a:pt x="1320634" y="108661"/>
                  </a:lnTo>
                  <a:lnTo>
                    <a:pt x="1320279" y="108661"/>
                  </a:lnTo>
                  <a:lnTo>
                    <a:pt x="1336802" y="107315"/>
                  </a:lnTo>
                  <a:lnTo>
                    <a:pt x="1353210" y="107315"/>
                  </a:lnTo>
                  <a:lnTo>
                    <a:pt x="1367256" y="108458"/>
                  </a:lnTo>
                  <a:lnTo>
                    <a:pt x="1380464" y="110718"/>
                  </a:lnTo>
                  <a:lnTo>
                    <a:pt x="1433550" y="110718"/>
                  </a:lnTo>
                  <a:lnTo>
                    <a:pt x="1428115" y="107569"/>
                  </a:lnTo>
                  <a:lnTo>
                    <a:pt x="1427556" y="107315"/>
                  </a:lnTo>
                  <a:lnTo>
                    <a:pt x="1414399" y="101219"/>
                  </a:lnTo>
                  <a:lnTo>
                    <a:pt x="1400048" y="96012"/>
                  </a:lnTo>
                  <a:lnTo>
                    <a:pt x="1384935" y="92075"/>
                  </a:lnTo>
                  <a:lnTo>
                    <a:pt x="1369187" y="89535"/>
                  </a:lnTo>
                  <a:lnTo>
                    <a:pt x="1354175" y="88265"/>
                  </a:lnTo>
                  <a:lnTo>
                    <a:pt x="1335532" y="88265"/>
                  </a:lnTo>
                  <a:lnTo>
                    <a:pt x="1280033" y="96520"/>
                  </a:lnTo>
                  <a:lnTo>
                    <a:pt x="1239545" y="108458"/>
                  </a:lnTo>
                  <a:lnTo>
                    <a:pt x="1197229" y="124714"/>
                  </a:lnTo>
                  <a:lnTo>
                    <a:pt x="1152398" y="145034"/>
                  </a:lnTo>
                  <a:lnTo>
                    <a:pt x="1105408" y="169418"/>
                  </a:lnTo>
                  <a:lnTo>
                    <a:pt x="1056386" y="197104"/>
                  </a:lnTo>
                  <a:lnTo>
                    <a:pt x="1005713" y="228092"/>
                  </a:lnTo>
                  <a:lnTo>
                    <a:pt x="926719" y="279654"/>
                  </a:lnTo>
                  <a:lnTo>
                    <a:pt x="816864" y="356362"/>
                  </a:lnTo>
                  <a:lnTo>
                    <a:pt x="703199" y="439801"/>
                  </a:lnTo>
                  <a:lnTo>
                    <a:pt x="533692" y="568071"/>
                  </a:lnTo>
                  <a:lnTo>
                    <a:pt x="496519" y="495808"/>
                  </a:lnTo>
                  <a:lnTo>
                    <a:pt x="473925" y="452628"/>
                  </a:lnTo>
                  <a:lnTo>
                    <a:pt x="451700" y="410464"/>
                  </a:lnTo>
                  <a:lnTo>
                    <a:pt x="429653" y="369443"/>
                  </a:lnTo>
                  <a:lnTo>
                    <a:pt x="407987" y="330200"/>
                  </a:lnTo>
                  <a:lnTo>
                    <a:pt x="386765" y="292862"/>
                  </a:lnTo>
                  <a:lnTo>
                    <a:pt x="366001" y="257810"/>
                  </a:lnTo>
                  <a:lnTo>
                    <a:pt x="336067" y="210439"/>
                  </a:lnTo>
                  <a:lnTo>
                    <a:pt x="307632" y="170180"/>
                  </a:lnTo>
                  <a:lnTo>
                    <a:pt x="280619" y="137541"/>
                  </a:lnTo>
                  <a:lnTo>
                    <a:pt x="264325" y="121539"/>
                  </a:lnTo>
                  <a:lnTo>
                    <a:pt x="231330" y="121539"/>
                  </a:lnTo>
                  <a:lnTo>
                    <a:pt x="231127" y="121539"/>
                  </a:lnTo>
                  <a:lnTo>
                    <a:pt x="235483" y="123825"/>
                  </a:lnTo>
                  <a:lnTo>
                    <a:pt x="236562" y="124333"/>
                  </a:lnTo>
                  <a:lnTo>
                    <a:pt x="244055" y="129540"/>
                  </a:lnTo>
                  <a:lnTo>
                    <a:pt x="274574" y="159270"/>
                  </a:lnTo>
                  <a:lnTo>
                    <a:pt x="292227" y="181406"/>
                  </a:lnTo>
                  <a:lnTo>
                    <a:pt x="292442" y="181571"/>
                  </a:lnTo>
                  <a:lnTo>
                    <a:pt x="293166" y="182626"/>
                  </a:lnTo>
                  <a:lnTo>
                    <a:pt x="294665" y="184581"/>
                  </a:lnTo>
                  <a:lnTo>
                    <a:pt x="301345" y="193700"/>
                  </a:lnTo>
                  <a:lnTo>
                    <a:pt x="301548" y="193916"/>
                  </a:lnTo>
                  <a:lnTo>
                    <a:pt x="301701" y="194183"/>
                  </a:lnTo>
                  <a:lnTo>
                    <a:pt x="302336" y="195046"/>
                  </a:lnTo>
                  <a:lnTo>
                    <a:pt x="310629" y="206883"/>
                  </a:lnTo>
                  <a:lnTo>
                    <a:pt x="320141" y="220980"/>
                  </a:lnTo>
                  <a:lnTo>
                    <a:pt x="329819" y="235839"/>
                  </a:lnTo>
                  <a:lnTo>
                    <a:pt x="339661" y="251371"/>
                  </a:lnTo>
                  <a:lnTo>
                    <a:pt x="339852" y="251561"/>
                  </a:lnTo>
                  <a:lnTo>
                    <a:pt x="340855" y="253238"/>
                  </a:lnTo>
                  <a:lnTo>
                    <a:pt x="341350" y="254025"/>
                  </a:lnTo>
                  <a:lnTo>
                    <a:pt x="349681" y="267716"/>
                  </a:lnTo>
                  <a:lnTo>
                    <a:pt x="370255" y="302387"/>
                  </a:lnTo>
                  <a:lnTo>
                    <a:pt x="391325" y="339344"/>
                  </a:lnTo>
                  <a:lnTo>
                    <a:pt x="412902" y="378587"/>
                  </a:lnTo>
                  <a:lnTo>
                    <a:pt x="436359" y="422186"/>
                  </a:lnTo>
                  <a:lnTo>
                    <a:pt x="457047" y="461391"/>
                  </a:lnTo>
                  <a:lnTo>
                    <a:pt x="479590" y="504571"/>
                  </a:lnTo>
                  <a:lnTo>
                    <a:pt x="524929" y="592582"/>
                  </a:lnTo>
                  <a:lnTo>
                    <a:pt x="533349" y="588302"/>
                  </a:lnTo>
                  <a:lnTo>
                    <a:pt x="538048" y="601853"/>
                  </a:lnTo>
                  <a:lnTo>
                    <a:pt x="1041273" y="428459"/>
                  </a:lnTo>
                  <a:lnTo>
                    <a:pt x="1043419" y="427736"/>
                  </a:lnTo>
                  <a:lnTo>
                    <a:pt x="1042377" y="428053"/>
                  </a:lnTo>
                  <a:lnTo>
                    <a:pt x="1284097" y="348488"/>
                  </a:lnTo>
                  <a:lnTo>
                    <a:pt x="1401953" y="311277"/>
                  </a:lnTo>
                  <a:lnTo>
                    <a:pt x="1442847" y="298907"/>
                  </a:lnTo>
                  <a:lnTo>
                    <a:pt x="1442847" y="533146"/>
                  </a:lnTo>
                  <a:lnTo>
                    <a:pt x="1461897" y="533146"/>
                  </a:lnTo>
                  <a:lnTo>
                    <a:pt x="1461897" y="293128"/>
                  </a:lnTo>
                  <a:lnTo>
                    <a:pt x="1519148" y="275793"/>
                  </a:lnTo>
                  <a:lnTo>
                    <a:pt x="1530667" y="272491"/>
                  </a:lnTo>
                  <a:lnTo>
                    <a:pt x="1533461" y="279654"/>
                  </a:lnTo>
                  <a:lnTo>
                    <a:pt x="1540192" y="298069"/>
                  </a:lnTo>
                  <a:lnTo>
                    <a:pt x="1551965" y="334378"/>
                  </a:lnTo>
                  <a:lnTo>
                    <a:pt x="1563306" y="374396"/>
                  </a:lnTo>
                  <a:lnTo>
                    <a:pt x="1572577" y="411251"/>
                  </a:lnTo>
                  <a:lnTo>
                    <a:pt x="1572691" y="411505"/>
                  </a:lnTo>
                  <a:lnTo>
                    <a:pt x="1581531" y="449453"/>
                  </a:lnTo>
                  <a:lnTo>
                    <a:pt x="1582064" y="451612"/>
                  </a:lnTo>
                  <a:lnTo>
                    <a:pt x="1583766" y="459536"/>
                  </a:lnTo>
                  <a:lnTo>
                    <a:pt x="1555877" y="465582"/>
                  </a:lnTo>
                  <a:lnTo>
                    <a:pt x="1609344" y="532003"/>
                  </a:lnTo>
                  <a:lnTo>
                    <a:pt x="1624584" y="471932"/>
                  </a:lnTo>
                  <a:lnTo>
                    <a:pt x="1630299" y="449453"/>
                  </a:lnTo>
                  <a:lnTo>
                    <a:pt x="1602384" y="455510"/>
                  </a:lnTo>
                  <a:lnTo>
                    <a:pt x="1600581" y="447421"/>
                  </a:lnTo>
                  <a:lnTo>
                    <a:pt x="1591183" y="406781"/>
                  </a:lnTo>
                  <a:lnTo>
                    <a:pt x="1581150" y="367284"/>
                  </a:lnTo>
                  <a:lnTo>
                    <a:pt x="1570228" y="328930"/>
                  </a:lnTo>
                  <a:lnTo>
                    <a:pt x="1558290" y="292227"/>
                  </a:lnTo>
                  <a:lnTo>
                    <a:pt x="1549044" y="267220"/>
                  </a:lnTo>
                  <a:lnTo>
                    <a:pt x="1628394" y="244475"/>
                  </a:lnTo>
                  <a:lnTo>
                    <a:pt x="1736090" y="215265"/>
                  </a:lnTo>
                  <a:lnTo>
                    <a:pt x="1839480" y="189674"/>
                  </a:lnTo>
                  <a:lnTo>
                    <a:pt x="1842173" y="189014"/>
                  </a:lnTo>
                  <a:lnTo>
                    <a:pt x="1936013" y="167957"/>
                  </a:lnTo>
                  <a:lnTo>
                    <a:pt x="1938185" y="167462"/>
                  </a:lnTo>
                  <a:lnTo>
                    <a:pt x="2030399" y="149720"/>
                  </a:lnTo>
                  <a:lnTo>
                    <a:pt x="2030564" y="149694"/>
                  </a:lnTo>
                  <a:lnTo>
                    <a:pt x="2032190" y="149428"/>
                  </a:lnTo>
                  <a:lnTo>
                    <a:pt x="2031911" y="149428"/>
                  </a:lnTo>
                  <a:lnTo>
                    <a:pt x="2120138" y="135699"/>
                  </a:lnTo>
                  <a:lnTo>
                    <a:pt x="2120277" y="135699"/>
                  </a:lnTo>
                  <a:lnTo>
                    <a:pt x="2121662" y="135458"/>
                  </a:lnTo>
                  <a:lnTo>
                    <a:pt x="2161108" y="130683"/>
                  </a:lnTo>
                  <a:lnTo>
                    <a:pt x="2160600" y="130683"/>
                  </a:lnTo>
                  <a:lnTo>
                    <a:pt x="2202294" y="126644"/>
                  </a:lnTo>
                  <a:lnTo>
                    <a:pt x="2201938" y="126644"/>
                  </a:lnTo>
                  <a:lnTo>
                    <a:pt x="2241029" y="123977"/>
                  </a:lnTo>
                  <a:lnTo>
                    <a:pt x="2240572" y="123977"/>
                  </a:lnTo>
                  <a:lnTo>
                    <a:pt x="2278380" y="122555"/>
                  </a:lnTo>
                  <a:lnTo>
                    <a:pt x="2316810" y="122555"/>
                  </a:lnTo>
                  <a:lnTo>
                    <a:pt x="2348128" y="123736"/>
                  </a:lnTo>
                  <a:lnTo>
                    <a:pt x="2347328" y="123736"/>
                  </a:lnTo>
                  <a:lnTo>
                    <a:pt x="2379535" y="126263"/>
                  </a:lnTo>
                  <a:lnTo>
                    <a:pt x="2381364" y="126403"/>
                  </a:lnTo>
                  <a:lnTo>
                    <a:pt x="2381491" y="126403"/>
                  </a:lnTo>
                  <a:lnTo>
                    <a:pt x="2410549" y="129857"/>
                  </a:lnTo>
                  <a:lnTo>
                    <a:pt x="2410333" y="129857"/>
                  </a:lnTo>
                  <a:lnTo>
                    <a:pt x="2439581" y="134696"/>
                  </a:lnTo>
                  <a:lnTo>
                    <a:pt x="2492476" y="147320"/>
                  </a:lnTo>
                  <a:lnTo>
                    <a:pt x="2540139" y="163779"/>
                  </a:lnTo>
                  <a:lnTo>
                    <a:pt x="2541613" y="164426"/>
                  </a:lnTo>
                  <a:lnTo>
                    <a:pt x="2541295" y="164249"/>
                  </a:lnTo>
                  <a:lnTo>
                    <a:pt x="2585872" y="185318"/>
                  </a:lnTo>
                  <a:lnTo>
                    <a:pt x="2624391" y="208965"/>
                  </a:lnTo>
                  <a:lnTo>
                    <a:pt x="2660726" y="236728"/>
                  </a:lnTo>
                  <a:lnTo>
                    <a:pt x="2691968" y="266026"/>
                  </a:lnTo>
                  <a:lnTo>
                    <a:pt x="2707030" y="282282"/>
                  </a:lnTo>
                  <a:lnTo>
                    <a:pt x="2706840" y="281927"/>
                  </a:lnTo>
                  <a:lnTo>
                    <a:pt x="2733751" y="314680"/>
                  </a:lnTo>
                  <a:lnTo>
                    <a:pt x="2747581" y="333540"/>
                  </a:lnTo>
                  <a:lnTo>
                    <a:pt x="2760205" y="352082"/>
                  </a:lnTo>
                  <a:lnTo>
                    <a:pt x="2782951" y="388747"/>
                  </a:lnTo>
                  <a:lnTo>
                    <a:pt x="2785491" y="393319"/>
                  </a:lnTo>
                  <a:lnTo>
                    <a:pt x="2785491" y="536194"/>
                  </a:lnTo>
                  <a:lnTo>
                    <a:pt x="2804541" y="536194"/>
                  </a:lnTo>
                  <a:lnTo>
                    <a:pt x="2804541" y="427520"/>
                  </a:lnTo>
                  <a:lnTo>
                    <a:pt x="2804668" y="427736"/>
                  </a:lnTo>
                  <a:lnTo>
                    <a:pt x="2825153" y="467829"/>
                  </a:lnTo>
                  <a:lnTo>
                    <a:pt x="2831439" y="481101"/>
                  </a:lnTo>
                  <a:lnTo>
                    <a:pt x="2805684" y="493268"/>
                  </a:lnTo>
                  <a:lnTo>
                    <a:pt x="2872740" y="545846"/>
                  </a:lnTo>
                  <a:lnTo>
                    <a:pt x="2873781" y="495808"/>
                  </a:lnTo>
                  <a:lnTo>
                    <a:pt x="2873845" y="492633"/>
                  </a:lnTo>
                  <a:lnTo>
                    <a:pt x="2874518" y="460756"/>
                  </a:lnTo>
                  <a:close/>
                </a:path>
              </a:pathLst>
            </a:custGeom>
            <a:solidFill>
              <a:srgbClr val="000000"/>
            </a:solidFill>
          </p:spPr>
          <p:txBody>
            <a:bodyPr wrap="square" lIns="0" tIns="0" rIns="0" bIns="0" rtlCol="0"/>
            <a:lstStyle/>
            <a:p/>
          </p:txBody>
        </p:sp>
        <p:sp>
          <p:nvSpPr>
            <p:cNvPr id="41" name="object 39"/>
            <p:cNvSpPr/>
            <p:nvPr/>
          </p:nvSpPr>
          <p:spPr>
            <a:xfrm>
              <a:off x="492251" y="3317747"/>
              <a:ext cx="3904615" cy="207645"/>
            </a:xfrm>
            <a:custGeom>
              <a:avLst/>
              <a:gdLst/>
              <a:ahLst/>
              <a:cxnLst/>
              <a:rect l="l" t="t" r="r" b="b"/>
              <a:pathLst>
                <a:path w="3904615" h="207645">
                  <a:moveTo>
                    <a:pt x="0" y="207263"/>
                  </a:moveTo>
                  <a:lnTo>
                    <a:pt x="3904488" y="207263"/>
                  </a:lnTo>
                  <a:lnTo>
                    <a:pt x="3904488" y="0"/>
                  </a:lnTo>
                  <a:lnTo>
                    <a:pt x="0" y="0"/>
                  </a:lnTo>
                  <a:lnTo>
                    <a:pt x="0" y="207263"/>
                  </a:lnTo>
                  <a:close/>
                </a:path>
              </a:pathLst>
            </a:custGeom>
            <a:ln w="12700">
              <a:solidFill>
                <a:srgbClr val="000000"/>
              </a:solidFill>
            </a:ln>
          </p:spPr>
          <p:txBody>
            <a:bodyPr wrap="square" lIns="0" tIns="0" rIns="0" bIns="0" rtlCol="0"/>
            <a:lstStyle/>
            <a:p/>
          </p:txBody>
        </p:sp>
        <p:pic>
          <p:nvPicPr>
            <p:cNvPr id="42" name="object 40"/>
            <p:cNvPicPr/>
            <p:nvPr/>
          </p:nvPicPr>
          <p:blipFill>
            <a:blip r:embed="rId18" cstate="print"/>
            <a:stretch>
              <a:fillRect/>
            </a:stretch>
          </p:blipFill>
          <p:spPr>
            <a:xfrm>
              <a:off x="2141219" y="3346703"/>
              <a:ext cx="647700" cy="135636"/>
            </a:xfrm>
            <a:prstGeom prst="rect">
              <a:avLst/>
            </a:prstGeom>
          </p:spPr>
        </p:pic>
        <p:sp>
          <p:nvSpPr>
            <p:cNvPr id="43" name="object 41"/>
            <p:cNvSpPr/>
            <p:nvPr/>
          </p:nvSpPr>
          <p:spPr>
            <a:xfrm>
              <a:off x="3639312" y="3124199"/>
              <a:ext cx="417830" cy="94615"/>
            </a:xfrm>
            <a:custGeom>
              <a:avLst/>
              <a:gdLst/>
              <a:ahLst/>
              <a:cxnLst/>
              <a:rect l="l" t="t" r="r" b="b"/>
              <a:pathLst>
                <a:path w="417829" h="94614">
                  <a:moveTo>
                    <a:pt x="417575" y="0"/>
                  </a:moveTo>
                  <a:lnTo>
                    <a:pt x="0" y="0"/>
                  </a:lnTo>
                  <a:lnTo>
                    <a:pt x="0" y="94487"/>
                  </a:lnTo>
                  <a:lnTo>
                    <a:pt x="417575" y="94487"/>
                  </a:lnTo>
                  <a:lnTo>
                    <a:pt x="417575" y="0"/>
                  </a:lnTo>
                  <a:close/>
                </a:path>
              </a:pathLst>
            </a:custGeom>
            <a:solidFill>
              <a:srgbClr val="EC7C30"/>
            </a:solidFill>
          </p:spPr>
          <p:txBody>
            <a:bodyPr wrap="square" lIns="0" tIns="0" rIns="0" bIns="0" rtlCol="0"/>
            <a:lstStyle/>
            <a:p/>
          </p:txBody>
        </p:sp>
        <p:sp>
          <p:nvSpPr>
            <p:cNvPr id="44" name="object 42"/>
            <p:cNvSpPr/>
            <p:nvPr/>
          </p:nvSpPr>
          <p:spPr>
            <a:xfrm>
              <a:off x="3639312" y="3124199"/>
              <a:ext cx="417830" cy="94615"/>
            </a:xfrm>
            <a:custGeom>
              <a:avLst/>
              <a:gdLst/>
              <a:ahLst/>
              <a:cxnLst/>
              <a:rect l="l" t="t" r="r" b="b"/>
              <a:pathLst>
                <a:path w="417829" h="94614">
                  <a:moveTo>
                    <a:pt x="0" y="94487"/>
                  </a:moveTo>
                  <a:lnTo>
                    <a:pt x="417575" y="94487"/>
                  </a:lnTo>
                  <a:lnTo>
                    <a:pt x="417575" y="0"/>
                  </a:lnTo>
                  <a:lnTo>
                    <a:pt x="0" y="0"/>
                  </a:lnTo>
                  <a:lnTo>
                    <a:pt x="0" y="94487"/>
                  </a:lnTo>
                  <a:close/>
                </a:path>
              </a:pathLst>
            </a:custGeom>
            <a:ln w="12700">
              <a:solidFill>
                <a:srgbClr val="AD5A20"/>
              </a:solidFill>
            </a:ln>
          </p:spPr>
          <p:txBody>
            <a:bodyPr wrap="square" lIns="0" tIns="0" rIns="0" bIns="0" rtlCol="0"/>
            <a:lstStyle/>
            <a:p/>
          </p:txBody>
        </p:sp>
        <p:sp>
          <p:nvSpPr>
            <p:cNvPr id="45" name="object 43"/>
            <p:cNvSpPr/>
            <p:nvPr/>
          </p:nvSpPr>
          <p:spPr>
            <a:xfrm>
              <a:off x="525018" y="2818637"/>
              <a:ext cx="3868420" cy="441959"/>
            </a:xfrm>
            <a:custGeom>
              <a:avLst/>
              <a:gdLst/>
              <a:ahLst/>
              <a:cxnLst/>
              <a:rect l="l" t="t" r="r" b="b"/>
              <a:pathLst>
                <a:path w="3868420" h="441960">
                  <a:moveTo>
                    <a:pt x="3868039" y="403860"/>
                  </a:moveTo>
                  <a:lnTo>
                    <a:pt x="3848989" y="394335"/>
                  </a:lnTo>
                  <a:lnTo>
                    <a:pt x="3791839" y="365760"/>
                  </a:lnTo>
                  <a:lnTo>
                    <a:pt x="3791839" y="394335"/>
                  </a:lnTo>
                  <a:lnTo>
                    <a:pt x="47625" y="394335"/>
                  </a:lnTo>
                  <a:lnTo>
                    <a:pt x="47625" y="76200"/>
                  </a:lnTo>
                  <a:lnTo>
                    <a:pt x="76200" y="76200"/>
                  </a:lnTo>
                  <a:lnTo>
                    <a:pt x="69850" y="63500"/>
                  </a:lnTo>
                  <a:lnTo>
                    <a:pt x="38100" y="0"/>
                  </a:lnTo>
                  <a:lnTo>
                    <a:pt x="0" y="76200"/>
                  </a:lnTo>
                  <a:lnTo>
                    <a:pt x="28575" y="76200"/>
                  </a:lnTo>
                  <a:lnTo>
                    <a:pt x="28575" y="402844"/>
                  </a:lnTo>
                  <a:lnTo>
                    <a:pt x="32004" y="402844"/>
                  </a:lnTo>
                  <a:lnTo>
                    <a:pt x="32004" y="413385"/>
                  </a:lnTo>
                  <a:lnTo>
                    <a:pt x="3791839" y="413385"/>
                  </a:lnTo>
                  <a:lnTo>
                    <a:pt x="3791839" y="441960"/>
                  </a:lnTo>
                  <a:lnTo>
                    <a:pt x="3848989" y="413385"/>
                  </a:lnTo>
                  <a:lnTo>
                    <a:pt x="3868039" y="403860"/>
                  </a:lnTo>
                  <a:close/>
                </a:path>
              </a:pathLst>
            </a:custGeom>
            <a:solidFill>
              <a:srgbClr val="000000"/>
            </a:solidFill>
          </p:spPr>
          <p:txBody>
            <a:bodyPr wrap="square" lIns="0" tIns="0" rIns="0" bIns="0" rtlCol="0"/>
            <a:lstStyle/>
            <a:p/>
          </p:txBody>
        </p:sp>
        <p:pic>
          <p:nvPicPr>
            <p:cNvPr id="46" name="object 44"/>
            <p:cNvPicPr/>
            <p:nvPr/>
          </p:nvPicPr>
          <p:blipFill>
            <a:blip r:embed="rId19" cstate="print"/>
            <a:stretch>
              <a:fillRect/>
            </a:stretch>
          </p:blipFill>
          <p:spPr>
            <a:xfrm>
              <a:off x="954023" y="2878835"/>
              <a:ext cx="236219" cy="149351"/>
            </a:xfrm>
            <a:prstGeom prst="rect">
              <a:avLst/>
            </a:prstGeom>
          </p:spPr>
        </p:pic>
        <p:pic>
          <p:nvPicPr>
            <p:cNvPr id="47" name="object 45"/>
            <p:cNvPicPr/>
            <p:nvPr/>
          </p:nvPicPr>
          <p:blipFill>
            <a:blip r:embed="rId20" cstate="print"/>
            <a:stretch>
              <a:fillRect/>
            </a:stretch>
          </p:blipFill>
          <p:spPr>
            <a:xfrm>
              <a:off x="2403347" y="2875787"/>
              <a:ext cx="240792" cy="149351"/>
            </a:xfrm>
            <a:prstGeom prst="rect">
              <a:avLst/>
            </a:prstGeom>
          </p:spPr>
        </p:pic>
        <p:pic>
          <p:nvPicPr>
            <p:cNvPr id="48" name="object 46"/>
            <p:cNvPicPr/>
            <p:nvPr/>
          </p:nvPicPr>
          <p:blipFill>
            <a:blip r:embed="rId21" cstate="print"/>
            <a:stretch>
              <a:fillRect/>
            </a:stretch>
          </p:blipFill>
          <p:spPr>
            <a:xfrm>
              <a:off x="3723131" y="2881883"/>
              <a:ext cx="243839" cy="152400"/>
            </a:xfrm>
            <a:prstGeom prst="rect">
              <a:avLst/>
            </a:prstGeom>
          </p:spPr>
        </p:pic>
        <p:sp>
          <p:nvSpPr>
            <p:cNvPr id="49" name="object 47"/>
            <p:cNvSpPr/>
            <p:nvPr/>
          </p:nvSpPr>
          <p:spPr>
            <a:xfrm>
              <a:off x="1462278" y="2612897"/>
              <a:ext cx="2802890" cy="1819275"/>
            </a:xfrm>
            <a:custGeom>
              <a:avLst/>
              <a:gdLst/>
              <a:ahLst/>
              <a:cxnLst/>
              <a:rect l="l" t="t" r="r" b="b"/>
              <a:pathLst>
                <a:path w="2802890" h="1819275">
                  <a:moveTo>
                    <a:pt x="47536" y="76263"/>
                  </a:moveTo>
                  <a:lnTo>
                    <a:pt x="28486" y="76263"/>
                  </a:lnTo>
                  <a:lnTo>
                    <a:pt x="17894" y="1808480"/>
                  </a:lnTo>
                  <a:lnTo>
                    <a:pt x="36957" y="1808480"/>
                  </a:lnTo>
                  <a:lnTo>
                    <a:pt x="47536" y="76454"/>
                  </a:lnTo>
                  <a:lnTo>
                    <a:pt x="47536" y="76263"/>
                  </a:lnTo>
                  <a:close/>
                </a:path>
                <a:path w="2802890" h="1819275">
                  <a:moveTo>
                    <a:pt x="76200" y="76454"/>
                  </a:moveTo>
                  <a:lnTo>
                    <a:pt x="76098" y="76263"/>
                  </a:lnTo>
                  <a:lnTo>
                    <a:pt x="69824" y="63500"/>
                  </a:lnTo>
                  <a:lnTo>
                    <a:pt x="38608" y="0"/>
                  </a:lnTo>
                  <a:lnTo>
                    <a:pt x="0" y="75946"/>
                  </a:lnTo>
                  <a:lnTo>
                    <a:pt x="28486" y="76136"/>
                  </a:lnTo>
                  <a:lnTo>
                    <a:pt x="47536" y="76263"/>
                  </a:lnTo>
                  <a:lnTo>
                    <a:pt x="76200" y="76454"/>
                  </a:lnTo>
                  <a:close/>
                </a:path>
                <a:path w="2802890" h="1819275">
                  <a:moveTo>
                    <a:pt x="1455712" y="86931"/>
                  </a:moveTo>
                  <a:lnTo>
                    <a:pt x="1436662" y="86931"/>
                  </a:lnTo>
                  <a:lnTo>
                    <a:pt x="1426070" y="1819148"/>
                  </a:lnTo>
                  <a:lnTo>
                    <a:pt x="1445133" y="1819148"/>
                  </a:lnTo>
                  <a:lnTo>
                    <a:pt x="1455712" y="87122"/>
                  </a:lnTo>
                  <a:lnTo>
                    <a:pt x="1455712" y="86931"/>
                  </a:lnTo>
                  <a:close/>
                </a:path>
                <a:path w="2802890" h="1819275">
                  <a:moveTo>
                    <a:pt x="1484376" y="87122"/>
                  </a:moveTo>
                  <a:lnTo>
                    <a:pt x="1484274" y="86931"/>
                  </a:lnTo>
                  <a:lnTo>
                    <a:pt x="1478000" y="74168"/>
                  </a:lnTo>
                  <a:lnTo>
                    <a:pt x="1446784" y="10668"/>
                  </a:lnTo>
                  <a:lnTo>
                    <a:pt x="1408176" y="86614"/>
                  </a:lnTo>
                  <a:lnTo>
                    <a:pt x="1436662" y="86804"/>
                  </a:lnTo>
                  <a:lnTo>
                    <a:pt x="1455712" y="86931"/>
                  </a:lnTo>
                  <a:lnTo>
                    <a:pt x="1484376" y="87122"/>
                  </a:lnTo>
                  <a:close/>
                </a:path>
                <a:path w="2802890" h="1819275">
                  <a:moveTo>
                    <a:pt x="2773972" y="76263"/>
                  </a:moveTo>
                  <a:lnTo>
                    <a:pt x="2754922" y="76263"/>
                  </a:lnTo>
                  <a:lnTo>
                    <a:pt x="2744330" y="1808480"/>
                  </a:lnTo>
                  <a:lnTo>
                    <a:pt x="2763393" y="1808480"/>
                  </a:lnTo>
                  <a:lnTo>
                    <a:pt x="2773972" y="76454"/>
                  </a:lnTo>
                  <a:lnTo>
                    <a:pt x="2773972" y="76263"/>
                  </a:lnTo>
                  <a:close/>
                </a:path>
                <a:path w="2802890" h="1819275">
                  <a:moveTo>
                    <a:pt x="2802636" y="76454"/>
                  </a:moveTo>
                  <a:lnTo>
                    <a:pt x="2802534" y="76263"/>
                  </a:lnTo>
                  <a:lnTo>
                    <a:pt x="2796260" y="63500"/>
                  </a:lnTo>
                  <a:lnTo>
                    <a:pt x="2765044" y="0"/>
                  </a:lnTo>
                  <a:lnTo>
                    <a:pt x="2726436" y="75946"/>
                  </a:lnTo>
                  <a:lnTo>
                    <a:pt x="2754922" y="76136"/>
                  </a:lnTo>
                  <a:lnTo>
                    <a:pt x="2773972" y="76263"/>
                  </a:lnTo>
                  <a:lnTo>
                    <a:pt x="2802636" y="76454"/>
                  </a:lnTo>
                  <a:close/>
                </a:path>
              </a:pathLst>
            </a:custGeom>
            <a:solidFill>
              <a:srgbClr val="000000"/>
            </a:solidFill>
          </p:spPr>
          <p:txBody>
            <a:bodyPr wrap="square" lIns="0" tIns="0" rIns="0" bIns="0" rtlCol="0"/>
            <a:lstStyle/>
            <a:p/>
          </p:txBody>
        </p:sp>
        <p:pic>
          <p:nvPicPr>
            <p:cNvPr id="50" name="object 48"/>
            <p:cNvPicPr/>
            <p:nvPr/>
          </p:nvPicPr>
          <p:blipFill>
            <a:blip r:embed="rId22" cstate="print"/>
            <a:stretch>
              <a:fillRect/>
            </a:stretch>
          </p:blipFill>
          <p:spPr>
            <a:xfrm>
              <a:off x="2656966" y="2625089"/>
              <a:ext cx="149225" cy="201675"/>
            </a:xfrm>
            <a:prstGeom prst="rect">
              <a:avLst/>
            </a:prstGeom>
          </p:spPr>
        </p:pic>
        <p:pic>
          <p:nvPicPr>
            <p:cNvPr id="51" name="object 49"/>
            <p:cNvPicPr/>
            <p:nvPr/>
          </p:nvPicPr>
          <p:blipFill>
            <a:blip r:embed="rId23" cstate="print"/>
            <a:stretch>
              <a:fillRect/>
            </a:stretch>
          </p:blipFill>
          <p:spPr>
            <a:xfrm>
              <a:off x="1239672" y="2623565"/>
              <a:ext cx="149199" cy="201675"/>
            </a:xfrm>
            <a:prstGeom prst="rect">
              <a:avLst/>
            </a:prstGeom>
          </p:spPr>
        </p:pic>
        <p:pic>
          <p:nvPicPr>
            <p:cNvPr id="52" name="object 50"/>
            <p:cNvPicPr/>
            <p:nvPr/>
          </p:nvPicPr>
          <p:blipFill>
            <a:blip r:embed="rId24" cstate="print"/>
            <a:stretch>
              <a:fillRect/>
            </a:stretch>
          </p:blipFill>
          <p:spPr>
            <a:xfrm>
              <a:off x="3995038" y="2614421"/>
              <a:ext cx="149225" cy="201675"/>
            </a:xfrm>
            <a:prstGeom prst="rect">
              <a:avLst/>
            </a:prstGeom>
          </p:spPr>
        </p:pic>
        <p:pic>
          <p:nvPicPr>
            <p:cNvPr id="53" name="object 51"/>
            <p:cNvPicPr/>
            <p:nvPr/>
          </p:nvPicPr>
          <p:blipFill>
            <a:blip r:embed="rId25" cstate="print"/>
            <a:stretch>
              <a:fillRect/>
            </a:stretch>
          </p:blipFill>
          <p:spPr>
            <a:xfrm>
              <a:off x="1310385" y="2366517"/>
              <a:ext cx="233679" cy="226060"/>
            </a:xfrm>
            <a:prstGeom prst="rect">
              <a:avLst/>
            </a:prstGeom>
          </p:spPr>
        </p:pic>
        <p:pic>
          <p:nvPicPr>
            <p:cNvPr id="54" name="object 52"/>
            <p:cNvPicPr/>
            <p:nvPr/>
          </p:nvPicPr>
          <p:blipFill>
            <a:blip r:embed="rId26" cstate="print"/>
            <a:stretch>
              <a:fillRect/>
            </a:stretch>
          </p:blipFill>
          <p:spPr>
            <a:xfrm>
              <a:off x="1414271" y="2467355"/>
              <a:ext cx="27431" cy="25908"/>
            </a:xfrm>
            <a:prstGeom prst="rect">
              <a:avLst/>
            </a:prstGeom>
          </p:spPr>
        </p:pic>
        <p:pic>
          <p:nvPicPr>
            <p:cNvPr id="55" name="object 53"/>
            <p:cNvPicPr/>
            <p:nvPr/>
          </p:nvPicPr>
          <p:blipFill>
            <a:blip r:embed="rId25" cstate="print"/>
            <a:stretch>
              <a:fillRect/>
            </a:stretch>
          </p:blipFill>
          <p:spPr>
            <a:xfrm>
              <a:off x="2738373" y="2369565"/>
              <a:ext cx="233680" cy="226060"/>
            </a:xfrm>
            <a:prstGeom prst="rect">
              <a:avLst/>
            </a:prstGeom>
          </p:spPr>
        </p:pic>
        <p:pic>
          <p:nvPicPr>
            <p:cNvPr id="56" name="object 54"/>
            <p:cNvPicPr/>
            <p:nvPr/>
          </p:nvPicPr>
          <p:blipFill>
            <a:blip r:embed="rId26" cstate="print"/>
            <a:stretch>
              <a:fillRect/>
            </a:stretch>
          </p:blipFill>
          <p:spPr>
            <a:xfrm>
              <a:off x="2842259" y="2468879"/>
              <a:ext cx="27431" cy="25908"/>
            </a:xfrm>
            <a:prstGeom prst="rect">
              <a:avLst/>
            </a:prstGeom>
          </p:spPr>
        </p:pic>
        <p:pic>
          <p:nvPicPr>
            <p:cNvPr id="57" name="object 55"/>
            <p:cNvPicPr/>
            <p:nvPr/>
          </p:nvPicPr>
          <p:blipFill>
            <a:blip r:embed="rId25" cstate="print"/>
            <a:stretch>
              <a:fillRect/>
            </a:stretch>
          </p:blipFill>
          <p:spPr>
            <a:xfrm>
              <a:off x="4073398" y="2360421"/>
              <a:ext cx="233679" cy="226060"/>
            </a:xfrm>
            <a:prstGeom prst="rect">
              <a:avLst/>
            </a:prstGeom>
          </p:spPr>
        </p:pic>
        <p:pic>
          <p:nvPicPr>
            <p:cNvPr id="58" name="object 56"/>
            <p:cNvPicPr/>
            <p:nvPr/>
          </p:nvPicPr>
          <p:blipFill>
            <a:blip r:embed="rId26" cstate="print"/>
            <a:stretch>
              <a:fillRect/>
            </a:stretch>
          </p:blipFill>
          <p:spPr>
            <a:xfrm>
              <a:off x="4177284" y="2461259"/>
              <a:ext cx="27430" cy="25908"/>
            </a:xfrm>
            <a:prstGeom prst="rect">
              <a:avLst/>
            </a:prstGeom>
          </p:spPr>
        </p:pic>
        <p:sp>
          <p:nvSpPr>
            <p:cNvPr id="59" name="object 57"/>
            <p:cNvSpPr/>
            <p:nvPr/>
          </p:nvSpPr>
          <p:spPr>
            <a:xfrm>
              <a:off x="850391" y="2066543"/>
              <a:ext cx="346075" cy="340360"/>
            </a:xfrm>
            <a:custGeom>
              <a:avLst/>
              <a:gdLst/>
              <a:ahLst/>
              <a:cxnLst/>
              <a:rect l="l" t="t" r="r" b="b"/>
              <a:pathLst>
                <a:path w="346075" h="340360">
                  <a:moveTo>
                    <a:pt x="0" y="169925"/>
                  </a:moveTo>
                  <a:lnTo>
                    <a:pt x="6178" y="124751"/>
                  </a:lnTo>
                  <a:lnTo>
                    <a:pt x="23616" y="84158"/>
                  </a:lnTo>
                  <a:lnTo>
                    <a:pt x="50663" y="49768"/>
                  </a:lnTo>
                  <a:lnTo>
                    <a:pt x="85671" y="23198"/>
                  </a:lnTo>
                  <a:lnTo>
                    <a:pt x="126991" y="6069"/>
                  </a:lnTo>
                  <a:lnTo>
                    <a:pt x="172974" y="0"/>
                  </a:lnTo>
                  <a:lnTo>
                    <a:pt x="218956" y="6069"/>
                  </a:lnTo>
                  <a:lnTo>
                    <a:pt x="260276" y="23198"/>
                  </a:lnTo>
                  <a:lnTo>
                    <a:pt x="295284" y="49768"/>
                  </a:lnTo>
                  <a:lnTo>
                    <a:pt x="322331" y="84158"/>
                  </a:lnTo>
                  <a:lnTo>
                    <a:pt x="339769" y="124751"/>
                  </a:lnTo>
                  <a:lnTo>
                    <a:pt x="345948" y="169925"/>
                  </a:lnTo>
                  <a:lnTo>
                    <a:pt x="339769" y="215100"/>
                  </a:lnTo>
                  <a:lnTo>
                    <a:pt x="322331" y="255693"/>
                  </a:lnTo>
                  <a:lnTo>
                    <a:pt x="295284" y="290083"/>
                  </a:lnTo>
                  <a:lnTo>
                    <a:pt x="260276" y="316653"/>
                  </a:lnTo>
                  <a:lnTo>
                    <a:pt x="218956" y="333782"/>
                  </a:lnTo>
                  <a:lnTo>
                    <a:pt x="172974" y="339851"/>
                  </a:lnTo>
                  <a:lnTo>
                    <a:pt x="126991" y="333782"/>
                  </a:lnTo>
                  <a:lnTo>
                    <a:pt x="85671" y="316653"/>
                  </a:lnTo>
                  <a:lnTo>
                    <a:pt x="50663" y="290083"/>
                  </a:lnTo>
                  <a:lnTo>
                    <a:pt x="23616" y="255693"/>
                  </a:lnTo>
                  <a:lnTo>
                    <a:pt x="6178" y="215100"/>
                  </a:lnTo>
                  <a:lnTo>
                    <a:pt x="0" y="169925"/>
                  </a:lnTo>
                  <a:close/>
                </a:path>
              </a:pathLst>
            </a:custGeom>
            <a:ln w="12700">
              <a:solidFill>
                <a:srgbClr val="000000"/>
              </a:solidFill>
            </a:ln>
          </p:spPr>
          <p:txBody>
            <a:bodyPr wrap="square" lIns="0" tIns="0" rIns="0" bIns="0" rtlCol="0"/>
            <a:lstStyle/>
            <a:p/>
          </p:txBody>
        </p:sp>
        <p:pic>
          <p:nvPicPr>
            <p:cNvPr id="60" name="object 58"/>
            <p:cNvPicPr/>
            <p:nvPr/>
          </p:nvPicPr>
          <p:blipFill>
            <a:blip r:embed="rId27" cstate="print"/>
            <a:stretch>
              <a:fillRect/>
            </a:stretch>
          </p:blipFill>
          <p:spPr>
            <a:xfrm>
              <a:off x="943400" y="2148839"/>
              <a:ext cx="152355" cy="172212"/>
            </a:xfrm>
            <a:prstGeom prst="rect">
              <a:avLst/>
            </a:prstGeom>
          </p:spPr>
        </p:pic>
        <p:pic>
          <p:nvPicPr>
            <p:cNvPr id="61" name="object 59"/>
            <p:cNvPicPr/>
            <p:nvPr/>
          </p:nvPicPr>
          <p:blipFill>
            <a:blip r:embed="rId28" cstate="print"/>
            <a:stretch>
              <a:fillRect/>
            </a:stretch>
          </p:blipFill>
          <p:spPr>
            <a:xfrm>
              <a:off x="1149857" y="2367533"/>
              <a:ext cx="170814" cy="78486"/>
            </a:xfrm>
            <a:prstGeom prst="rect">
              <a:avLst/>
            </a:prstGeom>
          </p:spPr>
        </p:pic>
        <p:sp>
          <p:nvSpPr>
            <p:cNvPr id="62" name="object 60"/>
            <p:cNvSpPr/>
            <p:nvPr/>
          </p:nvSpPr>
          <p:spPr>
            <a:xfrm>
              <a:off x="1194054" y="2109723"/>
              <a:ext cx="2864485" cy="343535"/>
            </a:xfrm>
            <a:custGeom>
              <a:avLst/>
              <a:gdLst/>
              <a:ahLst/>
              <a:cxnLst/>
              <a:rect l="l" t="t" r="r" b="b"/>
              <a:pathLst>
                <a:path w="2864485" h="343535">
                  <a:moveTo>
                    <a:pt x="1527556" y="324358"/>
                  </a:moveTo>
                  <a:lnTo>
                    <a:pt x="104254" y="152412"/>
                  </a:lnTo>
                  <a:lnTo>
                    <a:pt x="104432" y="150876"/>
                  </a:lnTo>
                  <a:lnTo>
                    <a:pt x="107696" y="123952"/>
                  </a:lnTo>
                  <a:lnTo>
                    <a:pt x="27432" y="152654"/>
                  </a:lnTo>
                  <a:lnTo>
                    <a:pt x="98552" y="199644"/>
                  </a:lnTo>
                  <a:lnTo>
                    <a:pt x="101981" y="171208"/>
                  </a:lnTo>
                  <a:lnTo>
                    <a:pt x="1525270" y="343281"/>
                  </a:lnTo>
                  <a:lnTo>
                    <a:pt x="1527556" y="324358"/>
                  </a:lnTo>
                  <a:close/>
                </a:path>
                <a:path w="2864485" h="343535">
                  <a:moveTo>
                    <a:pt x="2863977" y="291084"/>
                  </a:moveTo>
                  <a:lnTo>
                    <a:pt x="76720" y="28371"/>
                  </a:lnTo>
                  <a:lnTo>
                    <a:pt x="76822" y="27178"/>
                  </a:lnTo>
                  <a:lnTo>
                    <a:pt x="79375" y="0"/>
                  </a:lnTo>
                  <a:lnTo>
                    <a:pt x="0" y="30734"/>
                  </a:lnTo>
                  <a:lnTo>
                    <a:pt x="72288" y="75819"/>
                  </a:lnTo>
                  <a:lnTo>
                    <a:pt x="74942" y="47421"/>
                  </a:lnTo>
                  <a:lnTo>
                    <a:pt x="2862199" y="310007"/>
                  </a:lnTo>
                  <a:lnTo>
                    <a:pt x="2863977" y="291084"/>
                  </a:lnTo>
                  <a:close/>
                </a:path>
              </a:pathLst>
            </a:custGeom>
            <a:solidFill>
              <a:srgbClr val="000000"/>
            </a:solidFill>
          </p:spPr>
          <p:txBody>
            <a:bodyPr wrap="square" lIns="0" tIns="0" rIns="0" bIns="0" rtlCol="0"/>
            <a:lstStyle/>
            <a:p/>
          </p:txBody>
        </p:sp>
        <p:pic>
          <p:nvPicPr>
            <p:cNvPr id="63" name="object 61"/>
            <p:cNvPicPr/>
            <p:nvPr/>
          </p:nvPicPr>
          <p:blipFill>
            <a:blip r:embed="rId29" cstate="print"/>
            <a:stretch>
              <a:fillRect/>
            </a:stretch>
          </p:blipFill>
          <p:spPr>
            <a:xfrm>
              <a:off x="1006957" y="1841753"/>
              <a:ext cx="76187" cy="195961"/>
            </a:xfrm>
            <a:prstGeom prst="rect">
              <a:avLst/>
            </a:prstGeom>
          </p:spPr>
        </p:pic>
        <p:pic>
          <p:nvPicPr>
            <p:cNvPr id="64" name="object 62"/>
            <p:cNvPicPr/>
            <p:nvPr/>
          </p:nvPicPr>
          <p:blipFill>
            <a:blip r:embed="rId30" cstate="print"/>
            <a:stretch>
              <a:fillRect/>
            </a:stretch>
          </p:blipFill>
          <p:spPr>
            <a:xfrm>
              <a:off x="952500" y="1659635"/>
              <a:ext cx="207263" cy="149351"/>
            </a:xfrm>
            <a:prstGeom prst="rect">
              <a:avLst/>
            </a:prstGeom>
          </p:spPr>
        </p:pic>
      </p:grpSp>
      <p:pic>
        <p:nvPicPr>
          <p:cNvPr id="65" name="object 64"/>
          <p:cNvPicPr/>
          <p:nvPr/>
        </p:nvPicPr>
        <p:blipFill>
          <a:blip r:embed="rId31" cstate="print"/>
          <a:stretch>
            <a:fillRect/>
          </a:stretch>
        </p:blipFill>
        <p:spPr>
          <a:xfrm>
            <a:off x="1024127" y="5917531"/>
            <a:ext cx="222503" cy="149351"/>
          </a:xfrm>
          <a:prstGeom prst="rect">
            <a:avLst/>
          </a:prstGeom>
        </p:spPr>
      </p:pic>
      <p:pic>
        <p:nvPicPr>
          <p:cNvPr id="66" name="object 65"/>
          <p:cNvPicPr/>
          <p:nvPr/>
        </p:nvPicPr>
        <p:blipFill>
          <a:blip r:embed="rId32" cstate="print"/>
          <a:stretch>
            <a:fillRect/>
          </a:stretch>
        </p:blipFill>
        <p:spPr>
          <a:xfrm>
            <a:off x="2414016" y="5917531"/>
            <a:ext cx="227075" cy="149351"/>
          </a:xfrm>
          <a:prstGeom prst="rect">
            <a:avLst/>
          </a:prstGeom>
        </p:spPr>
      </p:pic>
      <p:pic>
        <p:nvPicPr>
          <p:cNvPr id="67" name="object 66"/>
          <p:cNvPicPr/>
          <p:nvPr/>
        </p:nvPicPr>
        <p:blipFill>
          <a:blip r:embed="rId33" cstate="print"/>
          <a:stretch>
            <a:fillRect/>
          </a:stretch>
        </p:blipFill>
        <p:spPr>
          <a:xfrm>
            <a:off x="3768852" y="5917531"/>
            <a:ext cx="230124" cy="152400"/>
          </a:xfrm>
          <a:prstGeom prst="rect">
            <a:avLst/>
          </a:prstGeom>
        </p:spPr>
      </p:pic>
      <p:grpSp>
        <p:nvGrpSpPr>
          <p:cNvPr id="68" name="object 67"/>
          <p:cNvGrpSpPr/>
          <p:nvPr/>
        </p:nvGrpSpPr>
        <p:grpSpPr>
          <a:xfrm>
            <a:off x="897508" y="4669248"/>
            <a:ext cx="427355" cy="821690"/>
            <a:chOff x="897508" y="5210428"/>
            <a:chExt cx="427355" cy="821690"/>
          </a:xfrm>
        </p:grpSpPr>
        <p:pic>
          <p:nvPicPr>
            <p:cNvPr id="69" name="object 68"/>
            <p:cNvPicPr/>
            <p:nvPr/>
          </p:nvPicPr>
          <p:blipFill>
            <a:blip r:embed="rId34" cstate="print"/>
            <a:stretch>
              <a:fillRect/>
            </a:stretch>
          </p:blipFill>
          <p:spPr>
            <a:xfrm>
              <a:off x="900683" y="5213603"/>
              <a:ext cx="420623" cy="815340"/>
            </a:xfrm>
            <a:prstGeom prst="rect">
              <a:avLst/>
            </a:prstGeom>
          </p:spPr>
        </p:pic>
        <p:sp>
          <p:nvSpPr>
            <p:cNvPr id="70" name="object 69"/>
            <p:cNvSpPr/>
            <p:nvPr/>
          </p:nvSpPr>
          <p:spPr>
            <a:xfrm>
              <a:off x="900683" y="5213603"/>
              <a:ext cx="421005" cy="815340"/>
            </a:xfrm>
            <a:custGeom>
              <a:avLst/>
              <a:gdLst/>
              <a:ahLst/>
              <a:cxnLst/>
              <a:rect l="l" t="t" r="r" b="b"/>
              <a:pathLst>
                <a:path w="421005" h="815339">
                  <a:moveTo>
                    <a:pt x="0" y="815340"/>
                  </a:moveTo>
                  <a:lnTo>
                    <a:pt x="420623" y="815340"/>
                  </a:lnTo>
                  <a:lnTo>
                    <a:pt x="420623" y="0"/>
                  </a:lnTo>
                  <a:lnTo>
                    <a:pt x="0" y="0"/>
                  </a:lnTo>
                  <a:lnTo>
                    <a:pt x="0" y="815340"/>
                  </a:lnTo>
                  <a:close/>
                </a:path>
              </a:pathLst>
            </a:custGeom>
            <a:ln w="6350">
              <a:solidFill>
                <a:srgbClr val="6FAC46"/>
              </a:solidFill>
            </a:ln>
          </p:spPr>
          <p:txBody>
            <a:bodyPr wrap="square" lIns="0" tIns="0" rIns="0" bIns="0" rtlCol="0"/>
            <a:lstStyle/>
            <a:p/>
          </p:txBody>
        </p:sp>
        <p:pic>
          <p:nvPicPr>
            <p:cNvPr id="71" name="object 70"/>
            <p:cNvPicPr/>
            <p:nvPr/>
          </p:nvPicPr>
          <p:blipFill>
            <a:blip r:embed="rId35" cstate="print"/>
            <a:stretch>
              <a:fillRect/>
            </a:stretch>
          </p:blipFill>
          <p:spPr>
            <a:xfrm>
              <a:off x="1016507" y="5507735"/>
              <a:ext cx="216408" cy="213359"/>
            </a:xfrm>
            <a:prstGeom prst="rect">
              <a:avLst/>
            </a:prstGeom>
          </p:spPr>
        </p:pic>
      </p:grpSp>
      <p:pic>
        <p:nvPicPr>
          <p:cNvPr id="72" name="object 71"/>
          <p:cNvPicPr/>
          <p:nvPr/>
        </p:nvPicPr>
        <p:blipFill>
          <a:blip r:embed="rId36" cstate="print"/>
          <a:stretch>
            <a:fillRect/>
          </a:stretch>
        </p:blipFill>
        <p:spPr>
          <a:xfrm>
            <a:off x="1082802" y="5578441"/>
            <a:ext cx="76200" cy="233045"/>
          </a:xfrm>
          <a:prstGeom prst="rect">
            <a:avLst/>
          </a:prstGeom>
        </p:spPr>
      </p:pic>
      <p:pic>
        <p:nvPicPr>
          <p:cNvPr id="73" name="object 72"/>
          <p:cNvPicPr/>
          <p:nvPr/>
        </p:nvPicPr>
        <p:blipFill>
          <a:blip r:embed="rId36" cstate="print"/>
          <a:stretch>
            <a:fillRect/>
          </a:stretch>
        </p:blipFill>
        <p:spPr>
          <a:xfrm>
            <a:off x="2472689" y="5578441"/>
            <a:ext cx="76200" cy="233045"/>
          </a:xfrm>
          <a:prstGeom prst="rect">
            <a:avLst/>
          </a:prstGeom>
        </p:spPr>
      </p:pic>
      <p:grpSp>
        <p:nvGrpSpPr>
          <p:cNvPr id="74" name="object 73"/>
          <p:cNvGrpSpPr/>
          <p:nvPr/>
        </p:nvGrpSpPr>
        <p:grpSpPr>
          <a:xfrm>
            <a:off x="2296541" y="4669248"/>
            <a:ext cx="425450" cy="821690"/>
            <a:chOff x="2296541" y="5210428"/>
            <a:chExt cx="425450" cy="821690"/>
          </a:xfrm>
        </p:grpSpPr>
        <p:pic>
          <p:nvPicPr>
            <p:cNvPr id="75" name="object 74"/>
            <p:cNvPicPr/>
            <p:nvPr/>
          </p:nvPicPr>
          <p:blipFill>
            <a:blip r:embed="rId34" cstate="print"/>
            <a:stretch>
              <a:fillRect/>
            </a:stretch>
          </p:blipFill>
          <p:spPr>
            <a:xfrm>
              <a:off x="2299716" y="5213603"/>
              <a:ext cx="419100" cy="815340"/>
            </a:xfrm>
            <a:prstGeom prst="rect">
              <a:avLst/>
            </a:prstGeom>
          </p:spPr>
        </p:pic>
        <p:sp>
          <p:nvSpPr>
            <p:cNvPr id="76" name="object 75"/>
            <p:cNvSpPr/>
            <p:nvPr/>
          </p:nvSpPr>
          <p:spPr>
            <a:xfrm>
              <a:off x="2299716" y="5213603"/>
              <a:ext cx="419100" cy="815340"/>
            </a:xfrm>
            <a:custGeom>
              <a:avLst/>
              <a:gdLst/>
              <a:ahLst/>
              <a:cxnLst/>
              <a:rect l="l" t="t" r="r" b="b"/>
              <a:pathLst>
                <a:path w="419100" h="815339">
                  <a:moveTo>
                    <a:pt x="0" y="815340"/>
                  </a:moveTo>
                  <a:lnTo>
                    <a:pt x="419100" y="815340"/>
                  </a:lnTo>
                  <a:lnTo>
                    <a:pt x="419100" y="0"/>
                  </a:lnTo>
                  <a:lnTo>
                    <a:pt x="0" y="0"/>
                  </a:lnTo>
                  <a:lnTo>
                    <a:pt x="0" y="815340"/>
                  </a:lnTo>
                  <a:close/>
                </a:path>
              </a:pathLst>
            </a:custGeom>
            <a:ln w="6350">
              <a:solidFill>
                <a:srgbClr val="6FAC46"/>
              </a:solidFill>
            </a:ln>
          </p:spPr>
          <p:txBody>
            <a:bodyPr wrap="square" lIns="0" tIns="0" rIns="0" bIns="0" rtlCol="0"/>
            <a:lstStyle/>
            <a:p/>
          </p:txBody>
        </p:sp>
        <p:pic>
          <p:nvPicPr>
            <p:cNvPr id="77" name="object 76"/>
            <p:cNvPicPr/>
            <p:nvPr/>
          </p:nvPicPr>
          <p:blipFill>
            <a:blip r:embed="rId37" cstate="print"/>
            <a:stretch>
              <a:fillRect/>
            </a:stretch>
          </p:blipFill>
          <p:spPr>
            <a:xfrm>
              <a:off x="2406396" y="5507735"/>
              <a:ext cx="220980" cy="213359"/>
            </a:xfrm>
            <a:prstGeom prst="rect">
              <a:avLst/>
            </a:prstGeom>
          </p:spPr>
        </p:pic>
      </p:grpSp>
      <p:pic>
        <p:nvPicPr>
          <p:cNvPr id="78" name="object 77"/>
          <p:cNvPicPr/>
          <p:nvPr/>
        </p:nvPicPr>
        <p:blipFill>
          <a:blip r:embed="rId36" cstate="print"/>
          <a:stretch>
            <a:fillRect/>
          </a:stretch>
        </p:blipFill>
        <p:spPr>
          <a:xfrm>
            <a:off x="3815334" y="5575393"/>
            <a:ext cx="76200" cy="233045"/>
          </a:xfrm>
          <a:prstGeom prst="rect">
            <a:avLst/>
          </a:prstGeom>
        </p:spPr>
      </p:pic>
      <p:grpSp>
        <p:nvGrpSpPr>
          <p:cNvPr id="79" name="object 78"/>
          <p:cNvGrpSpPr/>
          <p:nvPr/>
        </p:nvGrpSpPr>
        <p:grpSpPr>
          <a:xfrm>
            <a:off x="3636136" y="4663153"/>
            <a:ext cx="425450" cy="820419"/>
            <a:chOff x="3636136" y="5204333"/>
            <a:chExt cx="425450" cy="820419"/>
          </a:xfrm>
        </p:grpSpPr>
        <p:pic>
          <p:nvPicPr>
            <p:cNvPr id="80" name="object 79"/>
            <p:cNvPicPr/>
            <p:nvPr/>
          </p:nvPicPr>
          <p:blipFill>
            <a:blip r:embed="rId38" cstate="print"/>
            <a:stretch>
              <a:fillRect/>
            </a:stretch>
          </p:blipFill>
          <p:spPr>
            <a:xfrm>
              <a:off x="3639311" y="5207508"/>
              <a:ext cx="419100" cy="813815"/>
            </a:xfrm>
            <a:prstGeom prst="rect">
              <a:avLst/>
            </a:prstGeom>
          </p:spPr>
        </p:pic>
        <p:sp>
          <p:nvSpPr>
            <p:cNvPr id="81" name="object 80"/>
            <p:cNvSpPr/>
            <p:nvPr/>
          </p:nvSpPr>
          <p:spPr>
            <a:xfrm>
              <a:off x="3639311" y="5207508"/>
              <a:ext cx="419100" cy="814069"/>
            </a:xfrm>
            <a:custGeom>
              <a:avLst/>
              <a:gdLst/>
              <a:ahLst/>
              <a:cxnLst/>
              <a:rect l="l" t="t" r="r" b="b"/>
              <a:pathLst>
                <a:path w="419100" h="814070">
                  <a:moveTo>
                    <a:pt x="0" y="813815"/>
                  </a:moveTo>
                  <a:lnTo>
                    <a:pt x="419100" y="813815"/>
                  </a:lnTo>
                  <a:lnTo>
                    <a:pt x="419100" y="0"/>
                  </a:lnTo>
                  <a:lnTo>
                    <a:pt x="0" y="0"/>
                  </a:lnTo>
                  <a:lnTo>
                    <a:pt x="0" y="813815"/>
                  </a:lnTo>
                  <a:close/>
                </a:path>
              </a:pathLst>
            </a:custGeom>
            <a:ln w="6350">
              <a:solidFill>
                <a:srgbClr val="6FAC46"/>
              </a:solidFill>
            </a:ln>
          </p:spPr>
          <p:txBody>
            <a:bodyPr wrap="square" lIns="0" tIns="0" rIns="0" bIns="0" rtlCol="0"/>
            <a:lstStyle/>
            <a:p/>
          </p:txBody>
        </p:sp>
        <p:pic>
          <p:nvPicPr>
            <p:cNvPr id="82" name="object 81"/>
            <p:cNvPicPr/>
            <p:nvPr/>
          </p:nvPicPr>
          <p:blipFill>
            <a:blip r:embed="rId39" cstate="print"/>
            <a:stretch>
              <a:fillRect/>
            </a:stretch>
          </p:blipFill>
          <p:spPr>
            <a:xfrm>
              <a:off x="3749039" y="5506212"/>
              <a:ext cx="222503" cy="216407"/>
            </a:xfrm>
            <a:prstGeom prst="rect">
              <a:avLst/>
            </a:prstGeom>
          </p:spPr>
        </p:pic>
      </p:grpSp>
      <p:pic>
        <p:nvPicPr>
          <p:cNvPr id="83" name="object 89"/>
          <p:cNvPicPr/>
          <p:nvPr/>
        </p:nvPicPr>
        <p:blipFill>
          <a:blip r:embed="rId40" cstate="print"/>
          <a:stretch>
            <a:fillRect/>
          </a:stretch>
        </p:blipFill>
        <p:spPr>
          <a:xfrm>
            <a:off x="2196973" y="4400390"/>
            <a:ext cx="111378" cy="215137"/>
          </a:xfrm>
          <a:prstGeom prst="rect">
            <a:avLst/>
          </a:prstGeom>
        </p:spPr>
      </p:pic>
      <p:pic>
        <p:nvPicPr>
          <p:cNvPr id="84" name="object 94"/>
          <p:cNvPicPr/>
          <p:nvPr/>
        </p:nvPicPr>
        <p:blipFill>
          <a:blip r:embed="rId41" cstate="print"/>
          <a:stretch>
            <a:fillRect/>
          </a:stretch>
        </p:blipFill>
        <p:spPr>
          <a:xfrm>
            <a:off x="3536569" y="4386673"/>
            <a:ext cx="111378" cy="215137"/>
          </a:xfrm>
          <a:prstGeom prst="rect">
            <a:avLst/>
          </a:prstGeom>
        </p:spPr>
      </p:pic>
      <p:pic>
        <p:nvPicPr>
          <p:cNvPr id="85" name="object 95"/>
          <p:cNvPicPr/>
          <p:nvPr/>
        </p:nvPicPr>
        <p:blipFill>
          <a:blip r:embed="rId42" cstate="print"/>
          <a:stretch>
            <a:fillRect/>
          </a:stretch>
        </p:blipFill>
        <p:spPr>
          <a:xfrm>
            <a:off x="2469388" y="4389722"/>
            <a:ext cx="76200" cy="213614"/>
          </a:xfrm>
          <a:prstGeom prst="rect">
            <a:avLst/>
          </a:prstGeom>
        </p:spPr>
      </p:pic>
      <p:pic>
        <p:nvPicPr>
          <p:cNvPr id="86" name="object 96"/>
          <p:cNvPicPr/>
          <p:nvPr/>
        </p:nvPicPr>
        <p:blipFill>
          <a:blip r:embed="rId42" cstate="print"/>
          <a:stretch>
            <a:fillRect/>
          </a:stretch>
        </p:blipFill>
        <p:spPr>
          <a:xfrm>
            <a:off x="3805935" y="4392770"/>
            <a:ext cx="76200" cy="213613"/>
          </a:xfrm>
          <a:prstGeom prst="rect">
            <a:avLst/>
          </a:prstGeom>
        </p:spPr>
      </p:pic>
      <p:pic>
        <p:nvPicPr>
          <p:cNvPr id="87" name="object 97"/>
          <p:cNvPicPr/>
          <p:nvPr/>
        </p:nvPicPr>
        <p:blipFill>
          <a:blip r:embed="rId8" cstate="print"/>
          <a:stretch>
            <a:fillRect/>
          </a:stretch>
        </p:blipFill>
        <p:spPr>
          <a:xfrm>
            <a:off x="2714625" y="4383625"/>
            <a:ext cx="141986" cy="214375"/>
          </a:xfrm>
          <a:prstGeom prst="rect">
            <a:avLst/>
          </a:prstGeom>
        </p:spPr>
      </p:pic>
      <p:pic>
        <p:nvPicPr>
          <p:cNvPr id="88" name="object 98"/>
          <p:cNvPicPr/>
          <p:nvPr/>
        </p:nvPicPr>
        <p:blipFill>
          <a:blip r:embed="rId8" cstate="print"/>
          <a:stretch>
            <a:fillRect/>
          </a:stretch>
        </p:blipFill>
        <p:spPr>
          <a:xfrm>
            <a:off x="4049648" y="4385149"/>
            <a:ext cx="141986" cy="214375"/>
          </a:xfrm>
          <a:prstGeom prst="rect">
            <a:avLst/>
          </a:prstGeom>
        </p:spPr>
      </p:pic>
      <p:pic>
        <p:nvPicPr>
          <p:cNvPr id="89" name="object 102"/>
          <p:cNvPicPr/>
          <p:nvPr/>
        </p:nvPicPr>
        <p:blipFill>
          <a:blip r:embed="rId43" cstate="print"/>
          <a:stretch>
            <a:fillRect/>
          </a:stretch>
        </p:blipFill>
        <p:spPr>
          <a:xfrm>
            <a:off x="492271" y="3073748"/>
            <a:ext cx="348976" cy="182880"/>
          </a:xfrm>
          <a:prstGeom prst="rect">
            <a:avLst/>
          </a:prstGeom>
        </p:spPr>
      </p:pic>
      <p:pic>
        <p:nvPicPr>
          <p:cNvPr id="90" name="object 103"/>
          <p:cNvPicPr/>
          <p:nvPr/>
        </p:nvPicPr>
        <p:blipFill>
          <a:blip r:embed="rId44" cstate="print"/>
          <a:stretch>
            <a:fillRect/>
          </a:stretch>
        </p:blipFill>
        <p:spPr>
          <a:xfrm>
            <a:off x="1905019" y="3076796"/>
            <a:ext cx="353548" cy="182880"/>
          </a:xfrm>
          <a:prstGeom prst="rect">
            <a:avLst/>
          </a:prstGeom>
        </p:spPr>
      </p:pic>
      <p:pic>
        <p:nvPicPr>
          <p:cNvPr id="91" name="object 104"/>
          <p:cNvPicPr/>
          <p:nvPr/>
        </p:nvPicPr>
        <p:blipFill>
          <a:blip r:embed="rId45" cstate="print"/>
          <a:stretch>
            <a:fillRect/>
          </a:stretch>
        </p:blipFill>
        <p:spPr>
          <a:xfrm>
            <a:off x="3247683" y="3079843"/>
            <a:ext cx="355052" cy="182880"/>
          </a:xfrm>
          <a:prstGeom prst="rect">
            <a:avLst/>
          </a:prstGeom>
        </p:spPr>
      </p:pic>
      <p:sp>
        <p:nvSpPr>
          <p:cNvPr id="92" name="Title 1"/>
          <p:cNvSpPr>
            <a:spLocks noGrp="1"/>
          </p:cNvSpPr>
          <p:nvPr>
            <p:ph type="title"/>
          </p:nvPr>
        </p:nvSpPr>
        <p:spPr>
          <a:xfrm>
            <a:off x="441325" y="258763"/>
            <a:ext cx="11307763" cy="676210"/>
          </a:xfrm>
        </p:spPr>
        <p:txBody>
          <a:bodyPr/>
          <a:lstStyle/>
          <a:p>
            <a:r>
              <a:rPr lang="en-US" dirty="0"/>
              <a:t>Self-Attention</a:t>
            </a:r>
            <a:endParaRPr lang="en-IN" dirty="0"/>
          </a:p>
        </p:txBody>
      </p:sp>
      <p:grpSp>
        <p:nvGrpSpPr>
          <p:cNvPr id="93" name="object 91"/>
          <p:cNvGrpSpPr/>
          <p:nvPr/>
        </p:nvGrpSpPr>
        <p:grpSpPr>
          <a:xfrm>
            <a:off x="5001109" y="2929856"/>
            <a:ext cx="1018540" cy="1029335"/>
            <a:chOff x="4675504" y="3427348"/>
            <a:chExt cx="1018540" cy="1029335"/>
          </a:xfrm>
        </p:grpSpPr>
        <p:pic>
          <p:nvPicPr>
            <p:cNvPr id="94" name="object 92"/>
            <p:cNvPicPr/>
            <p:nvPr/>
          </p:nvPicPr>
          <p:blipFill>
            <a:blip r:embed="rId46" cstate="print"/>
            <a:stretch>
              <a:fillRect/>
            </a:stretch>
          </p:blipFill>
          <p:spPr>
            <a:xfrm>
              <a:off x="4678679" y="3430523"/>
              <a:ext cx="1011936" cy="1022603"/>
            </a:xfrm>
            <a:prstGeom prst="rect">
              <a:avLst/>
            </a:prstGeom>
          </p:spPr>
        </p:pic>
        <p:sp>
          <p:nvSpPr>
            <p:cNvPr id="95" name="object 93"/>
            <p:cNvSpPr/>
            <p:nvPr/>
          </p:nvSpPr>
          <p:spPr>
            <a:xfrm>
              <a:off x="4678679" y="3430523"/>
              <a:ext cx="1012190" cy="1022985"/>
            </a:xfrm>
            <a:custGeom>
              <a:avLst/>
              <a:gdLst/>
              <a:ahLst/>
              <a:cxnLst/>
              <a:rect l="l" t="t" r="r" b="b"/>
              <a:pathLst>
                <a:path w="1012189" h="1022985">
                  <a:moveTo>
                    <a:pt x="0" y="255650"/>
                  </a:moveTo>
                  <a:lnTo>
                    <a:pt x="505968" y="255650"/>
                  </a:lnTo>
                  <a:lnTo>
                    <a:pt x="505968" y="0"/>
                  </a:lnTo>
                  <a:lnTo>
                    <a:pt x="1011936" y="511301"/>
                  </a:lnTo>
                  <a:lnTo>
                    <a:pt x="505968" y="1022603"/>
                  </a:lnTo>
                  <a:lnTo>
                    <a:pt x="505968" y="766952"/>
                  </a:lnTo>
                  <a:lnTo>
                    <a:pt x="0" y="766952"/>
                  </a:lnTo>
                  <a:lnTo>
                    <a:pt x="0" y="255650"/>
                  </a:lnTo>
                  <a:close/>
                </a:path>
              </a:pathLst>
            </a:custGeom>
            <a:ln w="6350">
              <a:solidFill>
                <a:srgbClr val="6FAC46"/>
              </a:solidFill>
            </a:ln>
          </p:spPr>
          <p:txBody>
            <a:bodyPr wrap="square" lIns="0" tIns="0" rIns="0" bIns="0" rtlCol="0"/>
            <a:lstStyle/>
            <a:p/>
          </p:txBody>
        </p:sp>
      </p:grpSp>
      <p:pic>
        <p:nvPicPr>
          <p:cNvPr id="96" name="object 94"/>
          <p:cNvPicPr/>
          <p:nvPr/>
        </p:nvPicPr>
        <p:blipFill>
          <a:blip r:embed="rId31" cstate="print"/>
          <a:stretch>
            <a:fillRect/>
          </a:stretch>
        </p:blipFill>
        <p:spPr>
          <a:xfrm>
            <a:off x="6817815" y="5961219"/>
            <a:ext cx="222504" cy="149351"/>
          </a:xfrm>
          <a:prstGeom prst="rect">
            <a:avLst/>
          </a:prstGeom>
        </p:spPr>
      </p:pic>
      <p:pic>
        <p:nvPicPr>
          <p:cNvPr id="97" name="object 95"/>
          <p:cNvPicPr/>
          <p:nvPr/>
        </p:nvPicPr>
        <p:blipFill>
          <a:blip r:embed="rId32" cstate="print"/>
          <a:stretch>
            <a:fillRect/>
          </a:stretch>
        </p:blipFill>
        <p:spPr>
          <a:xfrm>
            <a:off x="8206179" y="5961219"/>
            <a:ext cx="227075" cy="149351"/>
          </a:xfrm>
          <a:prstGeom prst="rect">
            <a:avLst/>
          </a:prstGeom>
        </p:spPr>
      </p:pic>
      <p:pic>
        <p:nvPicPr>
          <p:cNvPr id="98" name="object 96"/>
          <p:cNvPicPr/>
          <p:nvPr/>
        </p:nvPicPr>
        <p:blipFill>
          <a:blip r:embed="rId33" cstate="print"/>
          <a:stretch>
            <a:fillRect/>
          </a:stretch>
        </p:blipFill>
        <p:spPr>
          <a:xfrm>
            <a:off x="9562539" y="5961219"/>
            <a:ext cx="230124" cy="152400"/>
          </a:xfrm>
          <a:prstGeom prst="rect">
            <a:avLst/>
          </a:prstGeom>
        </p:spPr>
      </p:pic>
      <p:pic>
        <p:nvPicPr>
          <p:cNvPr id="99" name="object 97"/>
          <p:cNvPicPr/>
          <p:nvPr/>
        </p:nvPicPr>
        <p:blipFill>
          <a:blip r:embed="rId36" cstate="print"/>
          <a:stretch>
            <a:fillRect/>
          </a:stretch>
        </p:blipFill>
        <p:spPr>
          <a:xfrm>
            <a:off x="6874965" y="5622129"/>
            <a:ext cx="76200" cy="233045"/>
          </a:xfrm>
          <a:prstGeom prst="rect">
            <a:avLst/>
          </a:prstGeom>
        </p:spPr>
      </p:pic>
      <p:grpSp>
        <p:nvGrpSpPr>
          <p:cNvPr id="100" name="object 98"/>
          <p:cNvGrpSpPr/>
          <p:nvPr/>
        </p:nvGrpSpPr>
        <p:grpSpPr>
          <a:xfrm>
            <a:off x="6691196" y="5118321"/>
            <a:ext cx="425450" cy="416559"/>
            <a:chOff x="6290945" y="5615813"/>
            <a:chExt cx="425450" cy="416559"/>
          </a:xfrm>
        </p:grpSpPr>
        <p:pic>
          <p:nvPicPr>
            <p:cNvPr id="101" name="object 99"/>
            <p:cNvPicPr/>
            <p:nvPr/>
          </p:nvPicPr>
          <p:blipFill>
            <a:blip r:embed="rId47" cstate="print"/>
            <a:stretch>
              <a:fillRect/>
            </a:stretch>
          </p:blipFill>
          <p:spPr>
            <a:xfrm>
              <a:off x="6294120" y="5618988"/>
              <a:ext cx="419100" cy="409956"/>
            </a:xfrm>
            <a:prstGeom prst="rect">
              <a:avLst/>
            </a:prstGeom>
          </p:spPr>
        </p:pic>
        <p:sp>
          <p:nvSpPr>
            <p:cNvPr id="102" name="object 100"/>
            <p:cNvSpPr/>
            <p:nvPr/>
          </p:nvSpPr>
          <p:spPr>
            <a:xfrm>
              <a:off x="6294120" y="5618988"/>
              <a:ext cx="419100" cy="410209"/>
            </a:xfrm>
            <a:custGeom>
              <a:avLst/>
              <a:gdLst/>
              <a:ahLst/>
              <a:cxnLst/>
              <a:rect l="l" t="t" r="r" b="b"/>
              <a:pathLst>
                <a:path w="419100" h="410210">
                  <a:moveTo>
                    <a:pt x="0" y="409956"/>
                  </a:moveTo>
                  <a:lnTo>
                    <a:pt x="419100" y="409956"/>
                  </a:lnTo>
                  <a:lnTo>
                    <a:pt x="419100" y="0"/>
                  </a:lnTo>
                  <a:lnTo>
                    <a:pt x="0" y="0"/>
                  </a:lnTo>
                  <a:lnTo>
                    <a:pt x="0" y="409956"/>
                  </a:lnTo>
                  <a:close/>
                </a:path>
              </a:pathLst>
            </a:custGeom>
            <a:ln w="6349">
              <a:solidFill>
                <a:srgbClr val="6FAC46"/>
              </a:solidFill>
            </a:ln>
          </p:spPr>
          <p:txBody>
            <a:bodyPr wrap="square" lIns="0" tIns="0" rIns="0" bIns="0" rtlCol="0"/>
            <a:lstStyle/>
            <a:p/>
          </p:txBody>
        </p:sp>
        <p:pic>
          <p:nvPicPr>
            <p:cNvPr id="103" name="object 101"/>
            <p:cNvPicPr/>
            <p:nvPr/>
          </p:nvPicPr>
          <p:blipFill>
            <a:blip r:embed="rId35" cstate="print"/>
            <a:stretch>
              <a:fillRect/>
            </a:stretch>
          </p:blipFill>
          <p:spPr>
            <a:xfrm>
              <a:off x="6408420" y="5721096"/>
              <a:ext cx="216407" cy="213359"/>
            </a:xfrm>
            <a:prstGeom prst="rect">
              <a:avLst/>
            </a:prstGeom>
          </p:spPr>
        </p:pic>
      </p:grpSp>
      <p:pic>
        <p:nvPicPr>
          <p:cNvPr id="104" name="object 102"/>
          <p:cNvPicPr/>
          <p:nvPr/>
        </p:nvPicPr>
        <p:blipFill>
          <a:blip r:embed="rId36" cstate="print"/>
          <a:stretch>
            <a:fillRect/>
          </a:stretch>
        </p:blipFill>
        <p:spPr>
          <a:xfrm>
            <a:off x="8264853" y="5622129"/>
            <a:ext cx="76200" cy="233045"/>
          </a:xfrm>
          <a:prstGeom prst="rect">
            <a:avLst/>
          </a:prstGeom>
        </p:spPr>
      </p:pic>
      <p:grpSp>
        <p:nvGrpSpPr>
          <p:cNvPr id="105" name="object 103"/>
          <p:cNvGrpSpPr/>
          <p:nvPr/>
        </p:nvGrpSpPr>
        <p:grpSpPr>
          <a:xfrm>
            <a:off x="8090228" y="5118321"/>
            <a:ext cx="425450" cy="416559"/>
            <a:chOff x="7689977" y="5615813"/>
            <a:chExt cx="425450" cy="416559"/>
          </a:xfrm>
        </p:grpSpPr>
        <p:pic>
          <p:nvPicPr>
            <p:cNvPr id="106" name="object 104"/>
            <p:cNvPicPr/>
            <p:nvPr/>
          </p:nvPicPr>
          <p:blipFill>
            <a:blip r:embed="rId47" cstate="print"/>
            <a:stretch>
              <a:fillRect/>
            </a:stretch>
          </p:blipFill>
          <p:spPr>
            <a:xfrm>
              <a:off x="7693152" y="5618988"/>
              <a:ext cx="419100" cy="409956"/>
            </a:xfrm>
            <a:prstGeom prst="rect">
              <a:avLst/>
            </a:prstGeom>
          </p:spPr>
        </p:pic>
        <p:sp>
          <p:nvSpPr>
            <p:cNvPr id="107" name="object 105"/>
            <p:cNvSpPr/>
            <p:nvPr/>
          </p:nvSpPr>
          <p:spPr>
            <a:xfrm>
              <a:off x="7693152" y="5618988"/>
              <a:ext cx="419100" cy="410209"/>
            </a:xfrm>
            <a:custGeom>
              <a:avLst/>
              <a:gdLst/>
              <a:ahLst/>
              <a:cxnLst/>
              <a:rect l="l" t="t" r="r" b="b"/>
              <a:pathLst>
                <a:path w="419100" h="410210">
                  <a:moveTo>
                    <a:pt x="0" y="409956"/>
                  </a:moveTo>
                  <a:lnTo>
                    <a:pt x="419100" y="409956"/>
                  </a:lnTo>
                  <a:lnTo>
                    <a:pt x="419100" y="0"/>
                  </a:lnTo>
                  <a:lnTo>
                    <a:pt x="0" y="0"/>
                  </a:lnTo>
                  <a:lnTo>
                    <a:pt x="0" y="409956"/>
                  </a:lnTo>
                  <a:close/>
                </a:path>
              </a:pathLst>
            </a:custGeom>
            <a:ln w="6349">
              <a:solidFill>
                <a:srgbClr val="6FAC46"/>
              </a:solidFill>
            </a:ln>
          </p:spPr>
          <p:txBody>
            <a:bodyPr wrap="square" lIns="0" tIns="0" rIns="0" bIns="0" rtlCol="0"/>
            <a:lstStyle/>
            <a:p/>
          </p:txBody>
        </p:sp>
        <p:pic>
          <p:nvPicPr>
            <p:cNvPr id="108" name="object 106"/>
            <p:cNvPicPr/>
            <p:nvPr/>
          </p:nvPicPr>
          <p:blipFill>
            <a:blip r:embed="rId37" cstate="print"/>
            <a:stretch>
              <a:fillRect/>
            </a:stretch>
          </p:blipFill>
          <p:spPr>
            <a:xfrm>
              <a:off x="7784592" y="5721096"/>
              <a:ext cx="220979" cy="213359"/>
            </a:xfrm>
            <a:prstGeom prst="rect">
              <a:avLst/>
            </a:prstGeom>
          </p:spPr>
        </p:pic>
      </p:grpSp>
      <p:pic>
        <p:nvPicPr>
          <p:cNvPr id="109" name="object 107"/>
          <p:cNvPicPr/>
          <p:nvPr/>
        </p:nvPicPr>
        <p:blipFill>
          <a:blip r:embed="rId36" cstate="print"/>
          <a:stretch>
            <a:fillRect/>
          </a:stretch>
        </p:blipFill>
        <p:spPr>
          <a:xfrm>
            <a:off x="9609020" y="5619081"/>
            <a:ext cx="76200" cy="233045"/>
          </a:xfrm>
          <a:prstGeom prst="rect">
            <a:avLst/>
          </a:prstGeom>
        </p:spPr>
      </p:pic>
      <p:grpSp>
        <p:nvGrpSpPr>
          <p:cNvPr id="110" name="object 108"/>
          <p:cNvGrpSpPr/>
          <p:nvPr/>
        </p:nvGrpSpPr>
        <p:grpSpPr>
          <a:xfrm>
            <a:off x="9428299" y="5109177"/>
            <a:ext cx="427355" cy="417830"/>
            <a:chOff x="9028048" y="5606669"/>
            <a:chExt cx="427355" cy="417830"/>
          </a:xfrm>
        </p:grpSpPr>
        <p:pic>
          <p:nvPicPr>
            <p:cNvPr id="111" name="object 109"/>
            <p:cNvPicPr/>
            <p:nvPr/>
          </p:nvPicPr>
          <p:blipFill>
            <a:blip r:embed="rId48" cstate="print"/>
            <a:stretch>
              <a:fillRect/>
            </a:stretch>
          </p:blipFill>
          <p:spPr>
            <a:xfrm>
              <a:off x="9031223" y="5609844"/>
              <a:ext cx="420624" cy="411480"/>
            </a:xfrm>
            <a:prstGeom prst="rect">
              <a:avLst/>
            </a:prstGeom>
          </p:spPr>
        </p:pic>
        <p:sp>
          <p:nvSpPr>
            <p:cNvPr id="112" name="object 110"/>
            <p:cNvSpPr/>
            <p:nvPr/>
          </p:nvSpPr>
          <p:spPr>
            <a:xfrm>
              <a:off x="9031223" y="5609844"/>
              <a:ext cx="421005" cy="411480"/>
            </a:xfrm>
            <a:custGeom>
              <a:avLst/>
              <a:gdLst/>
              <a:ahLst/>
              <a:cxnLst/>
              <a:rect l="l" t="t" r="r" b="b"/>
              <a:pathLst>
                <a:path w="421004" h="411479">
                  <a:moveTo>
                    <a:pt x="0" y="411479"/>
                  </a:moveTo>
                  <a:lnTo>
                    <a:pt x="420624" y="411479"/>
                  </a:lnTo>
                  <a:lnTo>
                    <a:pt x="420624" y="0"/>
                  </a:lnTo>
                  <a:lnTo>
                    <a:pt x="0" y="0"/>
                  </a:lnTo>
                  <a:lnTo>
                    <a:pt x="0" y="411479"/>
                  </a:lnTo>
                  <a:close/>
                </a:path>
              </a:pathLst>
            </a:custGeom>
            <a:ln w="6350">
              <a:solidFill>
                <a:srgbClr val="6FAC46"/>
              </a:solidFill>
            </a:ln>
          </p:spPr>
          <p:txBody>
            <a:bodyPr wrap="square" lIns="0" tIns="0" rIns="0" bIns="0" rtlCol="0"/>
            <a:lstStyle/>
            <a:p/>
          </p:txBody>
        </p:sp>
        <p:pic>
          <p:nvPicPr>
            <p:cNvPr id="113" name="object 111"/>
            <p:cNvPicPr/>
            <p:nvPr/>
          </p:nvPicPr>
          <p:blipFill>
            <a:blip r:embed="rId39" cstate="print"/>
            <a:stretch>
              <a:fillRect/>
            </a:stretch>
          </p:blipFill>
          <p:spPr>
            <a:xfrm>
              <a:off x="9145523" y="5707380"/>
              <a:ext cx="222503" cy="216407"/>
            </a:xfrm>
            <a:prstGeom prst="rect">
              <a:avLst/>
            </a:prstGeom>
          </p:spPr>
        </p:pic>
      </p:grpSp>
      <p:grpSp>
        <p:nvGrpSpPr>
          <p:cNvPr id="114" name="object 112"/>
          <p:cNvGrpSpPr/>
          <p:nvPr/>
        </p:nvGrpSpPr>
        <p:grpSpPr>
          <a:xfrm>
            <a:off x="6383347" y="4149946"/>
            <a:ext cx="1090295" cy="908685"/>
            <a:chOff x="5983096" y="4647438"/>
            <a:chExt cx="1090295" cy="908685"/>
          </a:xfrm>
        </p:grpSpPr>
        <p:pic>
          <p:nvPicPr>
            <p:cNvPr id="115" name="object 113"/>
            <p:cNvPicPr/>
            <p:nvPr/>
          </p:nvPicPr>
          <p:blipFill>
            <a:blip r:embed="rId49" cstate="print"/>
            <a:stretch>
              <a:fillRect/>
            </a:stretch>
          </p:blipFill>
          <p:spPr>
            <a:xfrm>
              <a:off x="5986271" y="4913376"/>
              <a:ext cx="332232" cy="381000"/>
            </a:xfrm>
            <a:prstGeom prst="rect">
              <a:avLst/>
            </a:prstGeom>
          </p:spPr>
        </p:pic>
        <p:sp>
          <p:nvSpPr>
            <p:cNvPr id="116" name="object 114"/>
            <p:cNvSpPr/>
            <p:nvPr/>
          </p:nvSpPr>
          <p:spPr>
            <a:xfrm>
              <a:off x="5986271" y="4913376"/>
              <a:ext cx="332740" cy="381000"/>
            </a:xfrm>
            <a:custGeom>
              <a:avLst/>
              <a:gdLst/>
              <a:ahLst/>
              <a:cxnLst/>
              <a:rect l="l" t="t" r="r" b="b"/>
              <a:pathLst>
                <a:path w="332739" h="381000">
                  <a:moveTo>
                    <a:pt x="0" y="381000"/>
                  </a:moveTo>
                  <a:lnTo>
                    <a:pt x="332232" y="381000"/>
                  </a:lnTo>
                  <a:lnTo>
                    <a:pt x="332232" y="0"/>
                  </a:lnTo>
                  <a:lnTo>
                    <a:pt x="0" y="0"/>
                  </a:lnTo>
                  <a:lnTo>
                    <a:pt x="0" y="381000"/>
                  </a:lnTo>
                  <a:close/>
                </a:path>
              </a:pathLst>
            </a:custGeom>
            <a:ln w="6350">
              <a:solidFill>
                <a:srgbClr val="EC7C30"/>
              </a:solidFill>
            </a:ln>
          </p:spPr>
          <p:txBody>
            <a:bodyPr wrap="square" lIns="0" tIns="0" rIns="0" bIns="0" rtlCol="0"/>
            <a:lstStyle/>
            <a:p/>
          </p:txBody>
        </p:sp>
        <p:pic>
          <p:nvPicPr>
            <p:cNvPr id="117" name="object 115"/>
            <p:cNvPicPr/>
            <p:nvPr/>
          </p:nvPicPr>
          <p:blipFill>
            <a:blip r:embed="rId2" cstate="print"/>
            <a:stretch>
              <a:fillRect/>
            </a:stretch>
          </p:blipFill>
          <p:spPr>
            <a:xfrm>
              <a:off x="6051803" y="5020056"/>
              <a:ext cx="202691" cy="213359"/>
            </a:xfrm>
            <a:prstGeom prst="rect">
              <a:avLst/>
            </a:prstGeom>
          </p:spPr>
        </p:pic>
        <p:pic>
          <p:nvPicPr>
            <p:cNvPr id="118" name="object 116"/>
            <p:cNvPicPr/>
            <p:nvPr/>
          </p:nvPicPr>
          <p:blipFill>
            <a:blip r:embed="rId50" cstate="print"/>
            <a:stretch>
              <a:fillRect/>
            </a:stretch>
          </p:blipFill>
          <p:spPr>
            <a:xfrm>
              <a:off x="6209664" y="5340858"/>
              <a:ext cx="111379" cy="215137"/>
            </a:xfrm>
            <a:prstGeom prst="rect">
              <a:avLst/>
            </a:prstGeom>
          </p:spPr>
        </p:pic>
        <p:pic>
          <p:nvPicPr>
            <p:cNvPr id="119" name="object 117"/>
            <p:cNvPicPr/>
            <p:nvPr/>
          </p:nvPicPr>
          <p:blipFill>
            <a:blip r:embed="rId10" cstate="print"/>
            <a:stretch>
              <a:fillRect/>
            </a:stretch>
          </p:blipFill>
          <p:spPr>
            <a:xfrm>
              <a:off x="6358127" y="4904232"/>
              <a:ext cx="332231" cy="381000"/>
            </a:xfrm>
            <a:prstGeom prst="rect">
              <a:avLst/>
            </a:prstGeom>
          </p:spPr>
        </p:pic>
        <p:sp>
          <p:nvSpPr>
            <p:cNvPr id="120" name="object 118"/>
            <p:cNvSpPr/>
            <p:nvPr/>
          </p:nvSpPr>
          <p:spPr>
            <a:xfrm>
              <a:off x="6358127" y="4904232"/>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FFC000"/>
              </a:solidFill>
            </a:ln>
          </p:spPr>
          <p:txBody>
            <a:bodyPr wrap="square" lIns="0" tIns="0" rIns="0" bIns="0" rtlCol="0"/>
            <a:lstStyle/>
            <a:p/>
          </p:txBody>
        </p:sp>
        <p:pic>
          <p:nvPicPr>
            <p:cNvPr id="121" name="object 119"/>
            <p:cNvPicPr/>
            <p:nvPr/>
          </p:nvPicPr>
          <p:blipFill>
            <a:blip r:embed="rId7" cstate="print"/>
            <a:stretch>
              <a:fillRect/>
            </a:stretch>
          </p:blipFill>
          <p:spPr>
            <a:xfrm>
              <a:off x="6460235" y="5035296"/>
              <a:ext cx="187452" cy="160019"/>
            </a:xfrm>
            <a:prstGeom prst="rect">
              <a:avLst/>
            </a:prstGeom>
          </p:spPr>
        </p:pic>
        <p:pic>
          <p:nvPicPr>
            <p:cNvPr id="122" name="object 120"/>
            <p:cNvPicPr/>
            <p:nvPr/>
          </p:nvPicPr>
          <p:blipFill>
            <a:blip r:embed="rId51" cstate="print"/>
            <a:stretch>
              <a:fillRect/>
            </a:stretch>
          </p:blipFill>
          <p:spPr>
            <a:xfrm>
              <a:off x="6727316" y="5336286"/>
              <a:ext cx="141985" cy="214375"/>
            </a:xfrm>
            <a:prstGeom prst="rect">
              <a:avLst/>
            </a:prstGeom>
          </p:spPr>
        </p:pic>
        <p:pic>
          <p:nvPicPr>
            <p:cNvPr id="123" name="object 121"/>
            <p:cNvPicPr/>
            <p:nvPr/>
          </p:nvPicPr>
          <p:blipFill>
            <a:blip r:embed="rId42" cstate="print"/>
            <a:stretch>
              <a:fillRect/>
            </a:stretch>
          </p:blipFill>
          <p:spPr>
            <a:xfrm>
              <a:off x="6485127" y="5340858"/>
              <a:ext cx="76200" cy="213613"/>
            </a:xfrm>
            <a:prstGeom prst="rect">
              <a:avLst/>
            </a:prstGeom>
          </p:spPr>
        </p:pic>
        <p:pic>
          <p:nvPicPr>
            <p:cNvPr id="124" name="object 122"/>
            <p:cNvPicPr/>
            <p:nvPr/>
          </p:nvPicPr>
          <p:blipFill>
            <a:blip r:embed="rId52" cstate="print"/>
            <a:stretch>
              <a:fillRect/>
            </a:stretch>
          </p:blipFill>
          <p:spPr>
            <a:xfrm>
              <a:off x="6736079" y="4904232"/>
              <a:ext cx="333755" cy="382524"/>
            </a:xfrm>
            <a:prstGeom prst="rect">
              <a:avLst/>
            </a:prstGeom>
          </p:spPr>
        </p:pic>
        <p:sp>
          <p:nvSpPr>
            <p:cNvPr id="125" name="object 123"/>
            <p:cNvSpPr/>
            <p:nvPr/>
          </p:nvSpPr>
          <p:spPr>
            <a:xfrm>
              <a:off x="6736079" y="4904232"/>
              <a:ext cx="334010" cy="382905"/>
            </a:xfrm>
            <a:custGeom>
              <a:avLst/>
              <a:gdLst/>
              <a:ahLst/>
              <a:cxnLst/>
              <a:rect l="l" t="t" r="r" b="b"/>
              <a:pathLst>
                <a:path w="334009" h="382904">
                  <a:moveTo>
                    <a:pt x="0" y="382524"/>
                  </a:moveTo>
                  <a:lnTo>
                    <a:pt x="333755" y="382524"/>
                  </a:lnTo>
                  <a:lnTo>
                    <a:pt x="333755" y="0"/>
                  </a:lnTo>
                  <a:lnTo>
                    <a:pt x="0" y="0"/>
                  </a:lnTo>
                  <a:lnTo>
                    <a:pt x="0" y="382524"/>
                  </a:lnTo>
                  <a:close/>
                </a:path>
              </a:pathLst>
            </a:custGeom>
            <a:ln w="6350">
              <a:solidFill>
                <a:srgbClr val="4471C4"/>
              </a:solidFill>
            </a:ln>
          </p:spPr>
          <p:txBody>
            <a:bodyPr wrap="square" lIns="0" tIns="0" rIns="0" bIns="0" rtlCol="0"/>
            <a:lstStyle/>
            <a:p/>
          </p:txBody>
        </p:sp>
        <p:pic>
          <p:nvPicPr>
            <p:cNvPr id="126" name="object 124"/>
            <p:cNvPicPr/>
            <p:nvPr/>
          </p:nvPicPr>
          <p:blipFill>
            <a:blip r:embed="rId14" cstate="print"/>
            <a:stretch>
              <a:fillRect/>
            </a:stretch>
          </p:blipFill>
          <p:spPr>
            <a:xfrm>
              <a:off x="6807707" y="5038344"/>
              <a:ext cx="199644" cy="149351"/>
            </a:xfrm>
            <a:prstGeom prst="rect">
              <a:avLst/>
            </a:prstGeom>
          </p:spPr>
        </p:pic>
        <p:pic>
          <p:nvPicPr>
            <p:cNvPr id="127" name="object 125"/>
            <p:cNvPicPr/>
            <p:nvPr/>
          </p:nvPicPr>
          <p:blipFill>
            <a:blip r:embed="rId42" cstate="print"/>
            <a:stretch>
              <a:fillRect/>
            </a:stretch>
          </p:blipFill>
          <p:spPr>
            <a:xfrm>
              <a:off x="6113271" y="4652010"/>
              <a:ext cx="76200" cy="213613"/>
            </a:xfrm>
            <a:prstGeom prst="rect">
              <a:avLst/>
            </a:prstGeom>
          </p:spPr>
        </p:pic>
        <p:pic>
          <p:nvPicPr>
            <p:cNvPr id="128" name="object 126"/>
            <p:cNvPicPr/>
            <p:nvPr/>
          </p:nvPicPr>
          <p:blipFill>
            <a:blip r:embed="rId42" cstate="print"/>
            <a:stretch>
              <a:fillRect/>
            </a:stretch>
          </p:blipFill>
          <p:spPr>
            <a:xfrm>
              <a:off x="6494271" y="4647438"/>
              <a:ext cx="76200" cy="213613"/>
            </a:xfrm>
            <a:prstGeom prst="rect">
              <a:avLst/>
            </a:prstGeom>
          </p:spPr>
        </p:pic>
        <p:pic>
          <p:nvPicPr>
            <p:cNvPr id="129" name="object 127"/>
            <p:cNvPicPr/>
            <p:nvPr/>
          </p:nvPicPr>
          <p:blipFill>
            <a:blip r:embed="rId42" cstate="print"/>
            <a:stretch>
              <a:fillRect/>
            </a:stretch>
          </p:blipFill>
          <p:spPr>
            <a:xfrm>
              <a:off x="6898131" y="4652010"/>
              <a:ext cx="76200" cy="213613"/>
            </a:xfrm>
            <a:prstGeom prst="rect">
              <a:avLst/>
            </a:prstGeom>
          </p:spPr>
        </p:pic>
      </p:grpSp>
      <p:grpSp>
        <p:nvGrpSpPr>
          <p:cNvPr id="130" name="object 128"/>
          <p:cNvGrpSpPr/>
          <p:nvPr/>
        </p:nvGrpSpPr>
        <p:grpSpPr>
          <a:xfrm>
            <a:off x="7780856" y="4403565"/>
            <a:ext cx="1093470" cy="389255"/>
            <a:chOff x="7380605" y="4901057"/>
            <a:chExt cx="1093470" cy="389255"/>
          </a:xfrm>
        </p:grpSpPr>
        <p:pic>
          <p:nvPicPr>
            <p:cNvPr id="131" name="object 129"/>
            <p:cNvPicPr/>
            <p:nvPr/>
          </p:nvPicPr>
          <p:blipFill>
            <a:blip r:embed="rId49" cstate="print"/>
            <a:stretch>
              <a:fillRect/>
            </a:stretch>
          </p:blipFill>
          <p:spPr>
            <a:xfrm>
              <a:off x="7383780" y="4904232"/>
              <a:ext cx="332231" cy="381000"/>
            </a:xfrm>
            <a:prstGeom prst="rect">
              <a:avLst/>
            </a:prstGeom>
          </p:spPr>
        </p:pic>
        <p:sp>
          <p:nvSpPr>
            <p:cNvPr id="132" name="object 130"/>
            <p:cNvSpPr/>
            <p:nvPr/>
          </p:nvSpPr>
          <p:spPr>
            <a:xfrm>
              <a:off x="7383780" y="4904232"/>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EC7C30"/>
              </a:solidFill>
            </a:ln>
          </p:spPr>
          <p:txBody>
            <a:bodyPr wrap="square" lIns="0" tIns="0" rIns="0" bIns="0" rtlCol="0"/>
            <a:lstStyle/>
            <a:p/>
          </p:txBody>
        </p:sp>
        <p:pic>
          <p:nvPicPr>
            <p:cNvPr id="133" name="object 131"/>
            <p:cNvPicPr/>
            <p:nvPr/>
          </p:nvPicPr>
          <p:blipFill>
            <a:blip r:embed="rId4" cstate="print"/>
            <a:stretch>
              <a:fillRect/>
            </a:stretch>
          </p:blipFill>
          <p:spPr>
            <a:xfrm>
              <a:off x="7449312" y="5010912"/>
              <a:ext cx="207264" cy="213360"/>
            </a:xfrm>
            <a:prstGeom prst="rect">
              <a:avLst/>
            </a:prstGeom>
          </p:spPr>
        </p:pic>
        <p:pic>
          <p:nvPicPr>
            <p:cNvPr id="134" name="object 132"/>
            <p:cNvPicPr/>
            <p:nvPr/>
          </p:nvPicPr>
          <p:blipFill>
            <a:blip r:embed="rId53" cstate="print"/>
            <a:stretch>
              <a:fillRect/>
            </a:stretch>
          </p:blipFill>
          <p:spPr>
            <a:xfrm>
              <a:off x="7757160" y="4905756"/>
              <a:ext cx="332231" cy="381000"/>
            </a:xfrm>
            <a:prstGeom prst="rect">
              <a:avLst/>
            </a:prstGeom>
          </p:spPr>
        </p:pic>
        <p:sp>
          <p:nvSpPr>
            <p:cNvPr id="135" name="object 133"/>
            <p:cNvSpPr/>
            <p:nvPr/>
          </p:nvSpPr>
          <p:spPr>
            <a:xfrm>
              <a:off x="7757160" y="4905756"/>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FFC000"/>
              </a:solidFill>
            </a:ln>
          </p:spPr>
          <p:txBody>
            <a:bodyPr wrap="square" lIns="0" tIns="0" rIns="0" bIns="0" rtlCol="0"/>
            <a:lstStyle/>
            <a:p/>
          </p:txBody>
        </p:sp>
        <p:pic>
          <p:nvPicPr>
            <p:cNvPr id="136" name="object 134"/>
            <p:cNvPicPr/>
            <p:nvPr/>
          </p:nvPicPr>
          <p:blipFill>
            <a:blip r:embed="rId11" cstate="print"/>
            <a:stretch>
              <a:fillRect/>
            </a:stretch>
          </p:blipFill>
          <p:spPr>
            <a:xfrm>
              <a:off x="7857744" y="5036820"/>
              <a:ext cx="193548" cy="160019"/>
            </a:xfrm>
            <a:prstGeom prst="rect">
              <a:avLst/>
            </a:prstGeom>
          </p:spPr>
        </p:pic>
        <p:pic>
          <p:nvPicPr>
            <p:cNvPr id="137" name="object 135"/>
            <p:cNvPicPr/>
            <p:nvPr/>
          </p:nvPicPr>
          <p:blipFill>
            <a:blip r:embed="rId52" cstate="print"/>
            <a:stretch>
              <a:fillRect/>
            </a:stretch>
          </p:blipFill>
          <p:spPr>
            <a:xfrm>
              <a:off x="8138160" y="4904232"/>
              <a:ext cx="332231" cy="382524"/>
            </a:xfrm>
            <a:prstGeom prst="rect">
              <a:avLst/>
            </a:prstGeom>
          </p:spPr>
        </p:pic>
        <p:sp>
          <p:nvSpPr>
            <p:cNvPr id="138" name="object 136"/>
            <p:cNvSpPr/>
            <p:nvPr/>
          </p:nvSpPr>
          <p:spPr>
            <a:xfrm>
              <a:off x="8138160" y="4904232"/>
              <a:ext cx="332740" cy="382905"/>
            </a:xfrm>
            <a:custGeom>
              <a:avLst/>
              <a:gdLst/>
              <a:ahLst/>
              <a:cxnLst/>
              <a:rect l="l" t="t" r="r" b="b"/>
              <a:pathLst>
                <a:path w="332740" h="382904">
                  <a:moveTo>
                    <a:pt x="0" y="382524"/>
                  </a:moveTo>
                  <a:lnTo>
                    <a:pt x="332231" y="382524"/>
                  </a:lnTo>
                  <a:lnTo>
                    <a:pt x="332231" y="0"/>
                  </a:lnTo>
                  <a:lnTo>
                    <a:pt x="0" y="0"/>
                  </a:lnTo>
                  <a:lnTo>
                    <a:pt x="0" y="382524"/>
                  </a:lnTo>
                  <a:close/>
                </a:path>
              </a:pathLst>
            </a:custGeom>
            <a:ln w="6350">
              <a:solidFill>
                <a:srgbClr val="4471C4"/>
              </a:solidFill>
            </a:ln>
          </p:spPr>
          <p:txBody>
            <a:bodyPr wrap="square" lIns="0" tIns="0" rIns="0" bIns="0" rtlCol="0"/>
            <a:lstStyle/>
            <a:p/>
          </p:txBody>
        </p:sp>
        <p:pic>
          <p:nvPicPr>
            <p:cNvPr id="139" name="object 137"/>
            <p:cNvPicPr/>
            <p:nvPr/>
          </p:nvPicPr>
          <p:blipFill>
            <a:blip r:embed="rId15" cstate="print"/>
            <a:stretch>
              <a:fillRect/>
            </a:stretch>
          </p:blipFill>
          <p:spPr>
            <a:xfrm>
              <a:off x="8208264" y="5038344"/>
              <a:ext cx="205740" cy="149351"/>
            </a:xfrm>
            <a:prstGeom prst="rect">
              <a:avLst/>
            </a:prstGeom>
          </p:spPr>
        </p:pic>
      </p:grpSp>
      <p:pic>
        <p:nvPicPr>
          <p:cNvPr id="140" name="object 138"/>
          <p:cNvPicPr/>
          <p:nvPr/>
        </p:nvPicPr>
        <p:blipFill>
          <a:blip r:embed="rId54" cstate="print"/>
          <a:stretch>
            <a:fillRect/>
          </a:stretch>
        </p:blipFill>
        <p:spPr>
          <a:xfrm>
            <a:off x="8011995" y="4857081"/>
            <a:ext cx="111378" cy="215137"/>
          </a:xfrm>
          <a:prstGeom prst="rect">
            <a:avLst/>
          </a:prstGeom>
        </p:spPr>
      </p:pic>
      <p:grpSp>
        <p:nvGrpSpPr>
          <p:cNvPr id="141" name="object 139"/>
          <p:cNvGrpSpPr/>
          <p:nvPr/>
        </p:nvGrpSpPr>
        <p:grpSpPr>
          <a:xfrm>
            <a:off x="9117404" y="4403565"/>
            <a:ext cx="1091565" cy="392430"/>
            <a:chOff x="8717153" y="4901057"/>
            <a:chExt cx="1091565" cy="392430"/>
          </a:xfrm>
        </p:grpSpPr>
        <p:pic>
          <p:nvPicPr>
            <p:cNvPr id="142" name="object 140"/>
            <p:cNvPicPr/>
            <p:nvPr/>
          </p:nvPicPr>
          <p:blipFill>
            <a:blip r:embed="rId49" cstate="print"/>
            <a:stretch>
              <a:fillRect/>
            </a:stretch>
          </p:blipFill>
          <p:spPr>
            <a:xfrm>
              <a:off x="8720328" y="4904232"/>
              <a:ext cx="332231" cy="381000"/>
            </a:xfrm>
            <a:prstGeom prst="rect">
              <a:avLst/>
            </a:prstGeom>
          </p:spPr>
        </p:pic>
        <p:sp>
          <p:nvSpPr>
            <p:cNvPr id="143" name="object 141"/>
            <p:cNvSpPr/>
            <p:nvPr/>
          </p:nvSpPr>
          <p:spPr>
            <a:xfrm>
              <a:off x="8720328" y="4904232"/>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EC7C30"/>
              </a:solidFill>
            </a:ln>
          </p:spPr>
          <p:txBody>
            <a:bodyPr wrap="square" lIns="0" tIns="0" rIns="0" bIns="0" rtlCol="0"/>
            <a:lstStyle/>
            <a:p/>
          </p:txBody>
        </p:sp>
        <p:pic>
          <p:nvPicPr>
            <p:cNvPr id="144" name="object 142"/>
            <p:cNvPicPr/>
            <p:nvPr/>
          </p:nvPicPr>
          <p:blipFill>
            <a:blip r:embed="rId5" cstate="print"/>
            <a:stretch>
              <a:fillRect/>
            </a:stretch>
          </p:blipFill>
          <p:spPr>
            <a:xfrm>
              <a:off x="8784336" y="5010912"/>
              <a:ext cx="208788" cy="216407"/>
            </a:xfrm>
            <a:prstGeom prst="rect">
              <a:avLst/>
            </a:prstGeom>
          </p:spPr>
        </p:pic>
        <p:pic>
          <p:nvPicPr>
            <p:cNvPr id="145" name="object 143"/>
            <p:cNvPicPr/>
            <p:nvPr/>
          </p:nvPicPr>
          <p:blipFill>
            <a:blip r:embed="rId55" cstate="print"/>
            <a:stretch>
              <a:fillRect/>
            </a:stretch>
          </p:blipFill>
          <p:spPr>
            <a:xfrm>
              <a:off x="9092184" y="4907280"/>
              <a:ext cx="332231" cy="382523"/>
            </a:xfrm>
            <a:prstGeom prst="rect">
              <a:avLst/>
            </a:prstGeom>
          </p:spPr>
        </p:pic>
        <p:sp>
          <p:nvSpPr>
            <p:cNvPr id="146" name="object 144"/>
            <p:cNvSpPr/>
            <p:nvPr/>
          </p:nvSpPr>
          <p:spPr>
            <a:xfrm>
              <a:off x="9092184" y="4907280"/>
              <a:ext cx="332740" cy="382905"/>
            </a:xfrm>
            <a:custGeom>
              <a:avLst/>
              <a:gdLst/>
              <a:ahLst/>
              <a:cxnLst/>
              <a:rect l="l" t="t" r="r" b="b"/>
              <a:pathLst>
                <a:path w="332740" h="382904">
                  <a:moveTo>
                    <a:pt x="0" y="382524"/>
                  </a:moveTo>
                  <a:lnTo>
                    <a:pt x="332231" y="382524"/>
                  </a:lnTo>
                  <a:lnTo>
                    <a:pt x="332231" y="0"/>
                  </a:lnTo>
                  <a:lnTo>
                    <a:pt x="0" y="0"/>
                  </a:lnTo>
                  <a:lnTo>
                    <a:pt x="0" y="382524"/>
                  </a:lnTo>
                  <a:close/>
                </a:path>
              </a:pathLst>
            </a:custGeom>
            <a:ln w="6350">
              <a:solidFill>
                <a:srgbClr val="FFC000"/>
              </a:solidFill>
            </a:ln>
          </p:spPr>
          <p:txBody>
            <a:bodyPr wrap="square" lIns="0" tIns="0" rIns="0" bIns="0" rtlCol="0"/>
            <a:lstStyle/>
            <a:p/>
          </p:txBody>
        </p:sp>
        <p:pic>
          <p:nvPicPr>
            <p:cNvPr id="147" name="object 145"/>
            <p:cNvPicPr/>
            <p:nvPr/>
          </p:nvPicPr>
          <p:blipFill>
            <a:blip r:embed="rId12" cstate="print"/>
            <a:stretch>
              <a:fillRect/>
            </a:stretch>
          </p:blipFill>
          <p:spPr>
            <a:xfrm>
              <a:off x="9194292" y="5039868"/>
              <a:ext cx="195072" cy="160019"/>
            </a:xfrm>
            <a:prstGeom prst="rect">
              <a:avLst/>
            </a:prstGeom>
          </p:spPr>
        </p:pic>
        <p:pic>
          <p:nvPicPr>
            <p:cNvPr id="148" name="object 146"/>
            <p:cNvPicPr/>
            <p:nvPr/>
          </p:nvPicPr>
          <p:blipFill>
            <a:blip r:embed="rId16" cstate="print"/>
            <a:stretch>
              <a:fillRect/>
            </a:stretch>
          </p:blipFill>
          <p:spPr>
            <a:xfrm>
              <a:off x="9473184" y="4907280"/>
              <a:ext cx="332231" cy="381000"/>
            </a:xfrm>
            <a:prstGeom prst="rect">
              <a:avLst/>
            </a:prstGeom>
          </p:spPr>
        </p:pic>
        <p:sp>
          <p:nvSpPr>
            <p:cNvPr id="149" name="object 147"/>
            <p:cNvSpPr/>
            <p:nvPr/>
          </p:nvSpPr>
          <p:spPr>
            <a:xfrm>
              <a:off x="9473184" y="4907280"/>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4471C4"/>
              </a:solidFill>
            </a:ln>
          </p:spPr>
          <p:txBody>
            <a:bodyPr wrap="square" lIns="0" tIns="0" rIns="0" bIns="0" rtlCol="0"/>
            <a:lstStyle/>
            <a:p/>
          </p:txBody>
        </p:sp>
        <p:pic>
          <p:nvPicPr>
            <p:cNvPr id="150" name="object 148"/>
            <p:cNvPicPr/>
            <p:nvPr/>
          </p:nvPicPr>
          <p:blipFill>
            <a:blip r:embed="rId17" cstate="print"/>
            <a:stretch>
              <a:fillRect/>
            </a:stretch>
          </p:blipFill>
          <p:spPr>
            <a:xfrm>
              <a:off x="9543288" y="5039868"/>
              <a:ext cx="207264" cy="152400"/>
            </a:xfrm>
            <a:prstGeom prst="rect">
              <a:avLst/>
            </a:prstGeom>
          </p:spPr>
        </p:pic>
      </p:grpSp>
      <p:pic>
        <p:nvPicPr>
          <p:cNvPr id="151" name="object 149"/>
          <p:cNvPicPr/>
          <p:nvPr/>
        </p:nvPicPr>
        <p:blipFill>
          <a:blip r:embed="rId56" cstate="print"/>
          <a:stretch>
            <a:fillRect/>
          </a:stretch>
        </p:blipFill>
        <p:spPr>
          <a:xfrm>
            <a:off x="9350068" y="4843366"/>
            <a:ext cx="111378" cy="215137"/>
          </a:xfrm>
          <a:prstGeom prst="rect">
            <a:avLst/>
          </a:prstGeom>
        </p:spPr>
      </p:pic>
      <p:pic>
        <p:nvPicPr>
          <p:cNvPr id="152" name="object 150"/>
          <p:cNvPicPr/>
          <p:nvPr/>
        </p:nvPicPr>
        <p:blipFill>
          <a:blip r:embed="rId42" cstate="print"/>
          <a:stretch>
            <a:fillRect/>
          </a:stretch>
        </p:blipFill>
        <p:spPr>
          <a:xfrm>
            <a:off x="8282886" y="4846413"/>
            <a:ext cx="76200" cy="213613"/>
          </a:xfrm>
          <a:prstGeom prst="rect">
            <a:avLst/>
          </a:prstGeom>
        </p:spPr>
      </p:pic>
      <p:pic>
        <p:nvPicPr>
          <p:cNvPr id="153" name="object 151"/>
          <p:cNvPicPr/>
          <p:nvPr/>
        </p:nvPicPr>
        <p:blipFill>
          <a:blip r:embed="rId42" cstate="print"/>
          <a:stretch>
            <a:fillRect/>
          </a:stretch>
        </p:blipFill>
        <p:spPr>
          <a:xfrm>
            <a:off x="9619434" y="4847937"/>
            <a:ext cx="76200" cy="213613"/>
          </a:xfrm>
          <a:prstGeom prst="rect">
            <a:avLst/>
          </a:prstGeom>
        </p:spPr>
      </p:pic>
      <p:pic>
        <p:nvPicPr>
          <p:cNvPr id="154" name="object 152"/>
          <p:cNvPicPr/>
          <p:nvPr/>
        </p:nvPicPr>
        <p:blipFill>
          <a:blip r:embed="rId51" cstate="print"/>
          <a:stretch>
            <a:fillRect/>
          </a:stretch>
        </p:blipFill>
        <p:spPr>
          <a:xfrm>
            <a:off x="8528123" y="4838793"/>
            <a:ext cx="141985" cy="214375"/>
          </a:xfrm>
          <a:prstGeom prst="rect">
            <a:avLst/>
          </a:prstGeom>
        </p:spPr>
      </p:pic>
      <p:pic>
        <p:nvPicPr>
          <p:cNvPr id="155" name="object 153"/>
          <p:cNvPicPr/>
          <p:nvPr/>
        </p:nvPicPr>
        <p:blipFill>
          <a:blip r:embed="rId8" cstate="print"/>
          <a:stretch>
            <a:fillRect/>
          </a:stretch>
        </p:blipFill>
        <p:spPr>
          <a:xfrm>
            <a:off x="9863147" y="4840317"/>
            <a:ext cx="141985" cy="214376"/>
          </a:xfrm>
          <a:prstGeom prst="rect">
            <a:avLst/>
          </a:prstGeom>
        </p:spPr>
      </p:pic>
      <p:sp>
        <p:nvSpPr>
          <p:cNvPr id="156" name="object 154"/>
          <p:cNvSpPr txBox="1"/>
          <p:nvPr/>
        </p:nvSpPr>
        <p:spPr>
          <a:xfrm>
            <a:off x="6387285" y="3662266"/>
            <a:ext cx="3819525" cy="455930"/>
          </a:xfrm>
          <a:prstGeom prst="rect">
            <a:avLst/>
          </a:prstGeom>
          <a:solidFill>
            <a:srgbClr val="5B9BD4"/>
          </a:solidFill>
        </p:spPr>
        <p:txBody>
          <a:bodyPr vert="horz" wrap="square" lIns="0" tIns="75565" rIns="0" bIns="0" rtlCol="0">
            <a:spAutoFit/>
          </a:bodyPr>
          <a:lstStyle/>
          <a:p>
            <a:pPr marL="929640">
              <a:lnSpc>
                <a:spcPct val="100000"/>
              </a:lnSpc>
              <a:spcBef>
                <a:spcPts val="595"/>
              </a:spcBef>
            </a:pPr>
            <a:r>
              <a:rPr sz="1800" spc="-10" dirty="0">
                <a:solidFill>
                  <a:srgbClr val="FFFFFF"/>
                </a:solidFill>
                <a:latin typeface="Calibri" panose="020F0502020204030204"/>
                <a:cs typeface="Calibri" panose="020F0502020204030204"/>
              </a:rPr>
              <a:t>self-attention</a:t>
            </a:r>
            <a:r>
              <a:rPr sz="1800" spc="-40" dirty="0">
                <a:solidFill>
                  <a:srgbClr val="FFFFFF"/>
                </a:solidFill>
                <a:latin typeface="Calibri" panose="020F0502020204030204"/>
                <a:cs typeface="Calibri" panose="020F0502020204030204"/>
              </a:rPr>
              <a:t> </a:t>
            </a:r>
            <a:r>
              <a:rPr sz="1800" spc="-10" dirty="0">
                <a:solidFill>
                  <a:srgbClr val="FFFFFF"/>
                </a:solidFill>
                <a:latin typeface="Calibri" panose="020F0502020204030204"/>
                <a:cs typeface="Calibri" panose="020F0502020204030204"/>
              </a:rPr>
              <a:t>“layer”</a:t>
            </a:r>
            <a:endParaRPr sz="1800">
              <a:latin typeface="Calibri" panose="020F0502020204030204"/>
              <a:cs typeface="Calibri" panose="020F0502020204030204"/>
            </a:endParaRPr>
          </a:p>
        </p:txBody>
      </p:sp>
      <p:pic>
        <p:nvPicPr>
          <p:cNvPr id="157" name="object 155"/>
          <p:cNvPicPr/>
          <p:nvPr/>
        </p:nvPicPr>
        <p:blipFill>
          <a:blip r:embed="rId57" cstate="print"/>
          <a:stretch>
            <a:fillRect/>
          </a:stretch>
        </p:blipFill>
        <p:spPr>
          <a:xfrm>
            <a:off x="7926270" y="4139278"/>
            <a:ext cx="76200" cy="213613"/>
          </a:xfrm>
          <a:prstGeom prst="rect">
            <a:avLst/>
          </a:prstGeom>
        </p:spPr>
      </p:pic>
      <p:pic>
        <p:nvPicPr>
          <p:cNvPr id="158" name="object 156"/>
          <p:cNvPicPr/>
          <p:nvPr/>
        </p:nvPicPr>
        <p:blipFill>
          <a:blip r:embed="rId57" cstate="print"/>
          <a:stretch>
            <a:fillRect/>
          </a:stretch>
        </p:blipFill>
        <p:spPr>
          <a:xfrm>
            <a:off x="8711131" y="4139278"/>
            <a:ext cx="76200" cy="213613"/>
          </a:xfrm>
          <a:prstGeom prst="rect">
            <a:avLst/>
          </a:prstGeom>
        </p:spPr>
      </p:pic>
      <p:pic>
        <p:nvPicPr>
          <p:cNvPr id="159" name="object 157"/>
          <p:cNvPicPr/>
          <p:nvPr/>
        </p:nvPicPr>
        <p:blipFill>
          <a:blip r:embed="rId57" cstate="print"/>
          <a:stretch>
            <a:fillRect/>
          </a:stretch>
        </p:blipFill>
        <p:spPr>
          <a:xfrm>
            <a:off x="8307270" y="4134705"/>
            <a:ext cx="76200" cy="213613"/>
          </a:xfrm>
          <a:prstGeom prst="rect">
            <a:avLst/>
          </a:prstGeom>
        </p:spPr>
      </p:pic>
      <p:pic>
        <p:nvPicPr>
          <p:cNvPr id="160" name="object 158"/>
          <p:cNvPicPr/>
          <p:nvPr/>
        </p:nvPicPr>
        <p:blipFill>
          <a:blip r:embed="rId57" cstate="print"/>
          <a:stretch>
            <a:fillRect/>
          </a:stretch>
        </p:blipFill>
        <p:spPr>
          <a:xfrm>
            <a:off x="9252151" y="4139278"/>
            <a:ext cx="76200" cy="213613"/>
          </a:xfrm>
          <a:prstGeom prst="rect">
            <a:avLst/>
          </a:prstGeom>
        </p:spPr>
      </p:pic>
      <p:pic>
        <p:nvPicPr>
          <p:cNvPr id="161" name="object 159"/>
          <p:cNvPicPr/>
          <p:nvPr/>
        </p:nvPicPr>
        <p:blipFill>
          <a:blip r:embed="rId57" cstate="print"/>
          <a:stretch>
            <a:fillRect/>
          </a:stretch>
        </p:blipFill>
        <p:spPr>
          <a:xfrm>
            <a:off x="9633151" y="4134705"/>
            <a:ext cx="76200" cy="213613"/>
          </a:xfrm>
          <a:prstGeom prst="rect">
            <a:avLst/>
          </a:prstGeom>
        </p:spPr>
      </p:pic>
      <p:pic>
        <p:nvPicPr>
          <p:cNvPr id="162" name="object 160"/>
          <p:cNvPicPr/>
          <p:nvPr/>
        </p:nvPicPr>
        <p:blipFill>
          <a:blip r:embed="rId57" cstate="print"/>
          <a:stretch>
            <a:fillRect/>
          </a:stretch>
        </p:blipFill>
        <p:spPr>
          <a:xfrm>
            <a:off x="10038534" y="4139278"/>
            <a:ext cx="76200" cy="213613"/>
          </a:xfrm>
          <a:prstGeom prst="rect">
            <a:avLst/>
          </a:prstGeom>
        </p:spPr>
      </p:pic>
      <p:pic>
        <p:nvPicPr>
          <p:cNvPr id="163" name="object 161"/>
          <p:cNvPicPr/>
          <p:nvPr/>
        </p:nvPicPr>
        <p:blipFill>
          <a:blip r:embed="rId42" cstate="print"/>
          <a:stretch>
            <a:fillRect/>
          </a:stretch>
        </p:blipFill>
        <p:spPr>
          <a:xfrm>
            <a:off x="6879283" y="3412329"/>
            <a:ext cx="76199" cy="213613"/>
          </a:xfrm>
          <a:prstGeom prst="rect">
            <a:avLst/>
          </a:prstGeom>
        </p:spPr>
      </p:pic>
      <p:grpSp>
        <p:nvGrpSpPr>
          <p:cNvPr id="164" name="object 162"/>
          <p:cNvGrpSpPr/>
          <p:nvPr/>
        </p:nvGrpSpPr>
        <p:grpSpPr>
          <a:xfrm>
            <a:off x="6688147" y="2945097"/>
            <a:ext cx="427355" cy="416559"/>
            <a:chOff x="6287896" y="3442589"/>
            <a:chExt cx="427355" cy="416559"/>
          </a:xfrm>
        </p:grpSpPr>
        <p:pic>
          <p:nvPicPr>
            <p:cNvPr id="165" name="object 163"/>
            <p:cNvPicPr/>
            <p:nvPr/>
          </p:nvPicPr>
          <p:blipFill>
            <a:blip r:embed="rId47" cstate="print"/>
            <a:stretch>
              <a:fillRect/>
            </a:stretch>
          </p:blipFill>
          <p:spPr>
            <a:xfrm>
              <a:off x="6291071" y="3445764"/>
              <a:ext cx="420624" cy="409956"/>
            </a:xfrm>
            <a:prstGeom prst="rect">
              <a:avLst/>
            </a:prstGeom>
          </p:spPr>
        </p:pic>
        <p:sp>
          <p:nvSpPr>
            <p:cNvPr id="166" name="object 164"/>
            <p:cNvSpPr/>
            <p:nvPr/>
          </p:nvSpPr>
          <p:spPr>
            <a:xfrm>
              <a:off x="6291071" y="3445764"/>
              <a:ext cx="421005" cy="410209"/>
            </a:xfrm>
            <a:custGeom>
              <a:avLst/>
              <a:gdLst/>
              <a:ahLst/>
              <a:cxnLst/>
              <a:rect l="l" t="t" r="r" b="b"/>
              <a:pathLst>
                <a:path w="421004" h="410210">
                  <a:moveTo>
                    <a:pt x="0" y="409956"/>
                  </a:moveTo>
                  <a:lnTo>
                    <a:pt x="420624" y="409956"/>
                  </a:lnTo>
                  <a:lnTo>
                    <a:pt x="420624" y="0"/>
                  </a:lnTo>
                  <a:lnTo>
                    <a:pt x="0" y="0"/>
                  </a:lnTo>
                  <a:lnTo>
                    <a:pt x="0" y="409956"/>
                  </a:lnTo>
                  <a:close/>
                </a:path>
              </a:pathLst>
            </a:custGeom>
            <a:ln w="6350">
              <a:solidFill>
                <a:srgbClr val="6FAC46"/>
              </a:solidFill>
            </a:ln>
          </p:spPr>
          <p:txBody>
            <a:bodyPr wrap="square" lIns="0" tIns="0" rIns="0" bIns="0" rtlCol="0"/>
            <a:lstStyle/>
            <a:p/>
          </p:txBody>
        </p:sp>
        <p:pic>
          <p:nvPicPr>
            <p:cNvPr id="167" name="object 165"/>
            <p:cNvPicPr/>
            <p:nvPr/>
          </p:nvPicPr>
          <p:blipFill>
            <a:blip r:embed="rId30" cstate="print"/>
            <a:stretch>
              <a:fillRect/>
            </a:stretch>
          </p:blipFill>
          <p:spPr>
            <a:xfrm>
              <a:off x="6408419" y="3598164"/>
              <a:ext cx="207264" cy="149352"/>
            </a:xfrm>
            <a:prstGeom prst="rect">
              <a:avLst/>
            </a:prstGeom>
          </p:spPr>
        </p:pic>
      </p:grpSp>
      <p:pic>
        <p:nvPicPr>
          <p:cNvPr id="168" name="object 166"/>
          <p:cNvPicPr/>
          <p:nvPr/>
        </p:nvPicPr>
        <p:blipFill>
          <a:blip r:embed="rId42" cstate="print"/>
          <a:stretch>
            <a:fillRect/>
          </a:stretch>
        </p:blipFill>
        <p:spPr>
          <a:xfrm>
            <a:off x="8282886" y="3395566"/>
            <a:ext cx="76200" cy="213614"/>
          </a:xfrm>
          <a:prstGeom prst="rect">
            <a:avLst/>
          </a:prstGeom>
        </p:spPr>
      </p:pic>
      <p:grpSp>
        <p:nvGrpSpPr>
          <p:cNvPr id="169" name="object 167"/>
          <p:cNvGrpSpPr/>
          <p:nvPr/>
        </p:nvGrpSpPr>
        <p:grpSpPr>
          <a:xfrm>
            <a:off x="8091752" y="2928333"/>
            <a:ext cx="427355" cy="416559"/>
            <a:chOff x="7691501" y="3425825"/>
            <a:chExt cx="427355" cy="416559"/>
          </a:xfrm>
        </p:grpSpPr>
        <p:pic>
          <p:nvPicPr>
            <p:cNvPr id="170" name="object 168"/>
            <p:cNvPicPr/>
            <p:nvPr/>
          </p:nvPicPr>
          <p:blipFill>
            <a:blip r:embed="rId58" cstate="print"/>
            <a:stretch>
              <a:fillRect/>
            </a:stretch>
          </p:blipFill>
          <p:spPr>
            <a:xfrm>
              <a:off x="7694676" y="3429000"/>
              <a:ext cx="420624" cy="409956"/>
            </a:xfrm>
            <a:prstGeom prst="rect">
              <a:avLst/>
            </a:prstGeom>
          </p:spPr>
        </p:pic>
        <p:sp>
          <p:nvSpPr>
            <p:cNvPr id="171" name="object 169"/>
            <p:cNvSpPr/>
            <p:nvPr/>
          </p:nvSpPr>
          <p:spPr>
            <a:xfrm>
              <a:off x="7694676" y="3429000"/>
              <a:ext cx="421005" cy="410209"/>
            </a:xfrm>
            <a:custGeom>
              <a:avLst/>
              <a:gdLst/>
              <a:ahLst/>
              <a:cxnLst/>
              <a:rect l="l" t="t" r="r" b="b"/>
              <a:pathLst>
                <a:path w="421004" h="410210">
                  <a:moveTo>
                    <a:pt x="0" y="409956"/>
                  </a:moveTo>
                  <a:lnTo>
                    <a:pt x="420624" y="409956"/>
                  </a:lnTo>
                  <a:lnTo>
                    <a:pt x="420624" y="0"/>
                  </a:lnTo>
                  <a:lnTo>
                    <a:pt x="0" y="0"/>
                  </a:lnTo>
                  <a:lnTo>
                    <a:pt x="0" y="409956"/>
                  </a:lnTo>
                  <a:close/>
                </a:path>
              </a:pathLst>
            </a:custGeom>
            <a:ln w="6350">
              <a:solidFill>
                <a:srgbClr val="6FAC46"/>
              </a:solidFill>
            </a:ln>
          </p:spPr>
          <p:txBody>
            <a:bodyPr wrap="square" lIns="0" tIns="0" rIns="0" bIns="0" rtlCol="0"/>
            <a:lstStyle/>
            <a:p/>
          </p:txBody>
        </p:sp>
        <p:pic>
          <p:nvPicPr>
            <p:cNvPr id="172" name="object 170"/>
            <p:cNvPicPr/>
            <p:nvPr/>
          </p:nvPicPr>
          <p:blipFill>
            <a:blip r:embed="rId59" cstate="print"/>
            <a:stretch>
              <a:fillRect/>
            </a:stretch>
          </p:blipFill>
          <p:spPr>
            <a:xfrm>
              <a:off x="7812024" y="3581400"/>
              <a:ext cx="213359" cy="149351"/>
            </a:xfrm>
            <a:prstGeom prst="rect">
              <a:avLst/>
            </a:prstGeom>
          </p:spPr>
        </p:pic>
      </p:grpSp>
      <p:pic>
        <p:nvPicPr>
          <p:cNvPr id="173" name="object 171"/>
          <p:cNvPicPr/>
          <p:nvPr/>
        </p:nvPicPr>
        <p:blipFill>
          <a:blip r:embed="rId42" cstate="print"/>
          <a:stretch>
            <a:fillRect/>
          </a:stretch>
        </p:blipFill>
        <p:spPr>
          <a:xfrm>
            <a:off x="9627055" y="3392517"/>
            <a:ext cx="76200" cy="213613"/>
          </a:xfrm>
          <a:prstGeom prst="rect">
            <a:avLst/>
          </a:prstGeom>
        </p:spPr>
      </p:pic>
      <p:grpSp>
        <p:nvGrpSpPr>
          <p:cNvPr id="174" name="object 172"/>
          <p:cNvGrpSpPr/>
          <p:nvPr/>
        </p:nvGrpSpPr>
        <p:grpSpPr>
          <a:xfrm>
            <a:off x="9434395" y="2925285"/>
            <a:ext cx="427355" cy="416559"/>
            <a:chOff x="9034144" y="3422777"/>
            <a:chExt cx="427355" cy="416559"/>
          </a:xfrm>
        </p:grpSpPr>
        <p:pic>
          <p:nvPicPr>
            <p:cNvPr id="175" name="object 173"/>
            <p:cNvPicPr/>
            <p:nvPr/>
          </p:nvPicPr>
          <p:blipFill>
            <a:blip r:embed="rId58" cstate="print"/>
            <a:stretch>
              <a:fillRect/>
            </a:stretch>
          </p:blipFill>
          <p:spPr>
            <a:xfrm>
              <a:off x="9037319" y="3425952"/>
              <a:ext cx="420624" cy="409956"/>
            </a:xfrm>
            <a:prstGeom prst="rect">
              <a:avLst/>
            </a:prstGeom>
          </p:spPr>
        </p:pic>
        <p:sp>
          <p:nvSpPr>
            <p:cNvPr id="176" name="object 174"/>
            <p:cNvSpPr/>
            <p:nvPr/>
          </p:nvSpPr>
          <p:spPr>
            <a:xfrm>
              <a:off x="9037319" y="3425952"/>
              <a:ext cx="421005" cy="410209"/>
            </a:xfrm>
            <a:custGeom>
              <a:avLst/>
              <a:gdLst/>
              <a:ahLst/>
              <a:cxnLst/>
              <a:rect l="l" t="t" r="r" b="b"/>
              <a:pathLst>
                <a:path w="421004" h="410210">
                  <a:moveTo>
                    <a:pt x="0" y="409956"/>
                  </a:moveTo>
                  <a:lnTo>
                    <a:pt x="420624" y="409956"/>
                  </a:lnTo>
                  <a:lnTo>
                    <a:pt x="420624" y="0"/>
                  </a:lnTo>
                  <a:lnTo>
                    <a:pt x="0" y="0"/>
                  </a:lnTo>
                  <a:lnTo>
                    <a:pt x="0" y="409956"/>
                  </a:lnTo>
                  <a:close/>
                </a:path>
              </a:pathLst>
            </a:custGeom>
            <a:ln w="6350">
              <a:solidFill>
                <a:srgbClr val="6FAC46"/>
              </a:solidFill>
            </a:ln>
          </p:spPr>
          <p:txBody>
            <a:bodyPr wrap="square" lIns="0" tIns="0" rIns="0" bIns="0" rtlCol="0"/>
            <a:lstStyle/>
            <a:p/>
          </p:txBody>
        </p:sp>
        <p:pic>
          <p:nvPicPr>
            <p:cNvPr id="177" name="object 175"/>
            <p:cNvPicPr/>
            <p:nvPr/>
          </p:nvPicPr>
          <p:blipFill>
            <a:blip r:embed="rId60" cstate="print"/>
            <a:stretch>
              <a:fillRect/>
            </a:stretch>
          </p:blipFill>
          <p:spPr>
            <a:xfrm>
              <a:off x="9154667" y="3578352"/>
              <a:ext cx="214883" cy="152400"/>
            </a:xfrm>
            <a:prstGeom prst="rect">
              <a:avLst/>
            </a:prstGeom>
          </p:spPr>
        </p:pic>
      </p:grpSp>
      <p:grpSp>
        <p:nvGrpSpPr>
          <p:cNvPr id="178" name="object 176"/>
          <p:cNvGrpSpPr/>
          <p:nvPr/>
        </p:nvGrpSpPr>
        <p:grpSpPr>
          <a:xfrm>
            <a:off x="6378776" y="1958434"/>
            <a:ext cx="1090295" cy="907415"/>
            <a:chOff x="5978525" y="2455926"/>
            <a:chExt cx="1090295" cy="907415"/>
          </a:xfrm>
        </p:grpSpPr>
        <p:pic>
          <p:nvPicPr>
            <p:cNvPr id="179" name="object 177"/>
            <p:cNvPicPr/>
            <p:nvPr/>
          </p:nvPicPr>
          <p:blipFill>
            <a:blip r:embed="rId49" cstate="print"/>
            <a:stretch>
              <a:fillRect/>
            </a:stretch>
          </p:blipFill>
          <p:spPr>
            <a:xfrm>
              <a:off x="5981700" y="2720340"/>
              <a:ext cx="333755" cy="381000"/>
            </a:xfrm>
            <a:prstGeom prst="rect">
              <a:avLst/>
            </a:prstGeom>
          </p:spPr>
        </p:pic>
        <p:sp>
          <p:nvSpPr>
            <p:cNvPr id="180" name="object 178"/>
            <p:cNvSpPr/>
            <p:nvPr/>
          </p:nvSpPr>
          <p:spPr>
            <a:xfrm>
              <a:off x="5981700" y="2720340"/>
              <a:ext cx="334010" cy="381000"/>
            </a:xfrm>
            <a:custGeom>
              <a:avLst/>
              <a:gdLst/>
              <a:ahLst/>
              <a:cxnLst/>
              <a:rect l="l" t="t" r="r" b="b"/>
              <a:pathLst>
                <a:path w="334010" h="381000">
                  <a:moveTo>
                    <a:pt x="0" y="381000"/>
                  </a:moveTo>
                  <a:lnTo>
                    <a:pt x="333755" y="381000"/>
                  </a:lnTo>
                  <a:lnTo>
                    <a:pt x="333755" y="0"/>
                  </a:lnTo>
                  <a:lnTo>
                    <a:pt x="0" y="0"/>
                  </a:lnTo>
                  <a:lnTo>
                    <a:pt x="0" y="381000"/>
                  </a:lnTo>
                  <a:close/>
                </a:path>
              </a:pathLst>
            </a:custGeom>
            <a:ln w="6350">
              <a:solidFill>
                <a:srgbClr val="EC7C30"/>
              </a:solidFill>
            </a:ln>
          </p:spPr>
          <p:txBody>
            <a:bodyPr wrap="square" lIns="0" tIns="0" rIns="0" bIns="0" rtlCol="0"/>
            <a:lstStyle/>
            <a:p/>
          </p:txBody>
        </p:sp>
        <p:pic>
          <p:nvPicPr>
            <p:cNvPr id="181" name="object 179"/>
            <p:cNvPicPr/>
            <p:nvPr/>
          </p:nvPicPr>
          <p:blipFill>
            <a:blip r:embed="rId2" cstate="print"/>
            <a:stretch>
              <a:fillRect/>
            </a:stretch>
          </p:blipFill>
          <p:spPr>
            <a:xfrm>
              <a:off x="6047231" y="2827020"/>
              <a:ext cx="202691" cy="213360"/>
            </a:xfrm>
            <a:prstGeom prst="rect">
              <a:avLst/>
            </a:prstGeom>
          </p:spPr>
        </p:pic>
        <p:pic>
          <p:nvPicPr>
            <p:cNvPr id="182" name="object 180"/>
            <p:cNvPicPr/>
            <p:nvPr/>
          </p:nvPicPr>
          <p:blipFill>
            <a:blip r:embed="rId41" cstate="print"/>
            <a:stretch>
              <a:fillRect/>
            </a:stretch>
          </p:blipFill>
          <p:spPr>
            <a:xfrm>
              <a:off x="6205093" y="3147822"/>
              <a:ext cx="111379" cy="215137"/>
            </a:xfrm>
            <a:prstGeom prst="rect">
              <a:avLst/>
            </a:prstGeom>
          </p:spPr>
        </p:pic>
        <p:pic>
          <p:nvPicPr>
            <p:cNvPr id="183" name="object 181"/>
            <p:cNvPicPr/>
            <p:nvPr/>
          </p:nvPicPr>
          <p:blipFill>
            <a:blip r:embed="rId10" cstate="print"/>
            <a:stretch>
              <a:fillRect/>
            </a:stretch>
          </p:blipFill>
          <p:spPr>
            <a:xfrm>
              <a:off x="6355079" y="2711196"/>
              <a:ext cx="332231" cy="381000"/>
            </a:xfrm>
            <a:prstGeom prst="rect">
              <a:avLst/>
            </a:prstGeom>
          </p:spPr>
        </p:pic>
        <p:sp>
          <p:nvSpPr>
            <p:cNvPr id="184" name="object 182"/>
            <p:cNvSpPr/>
            <p:nvPr/>
          </p:nvSpPr>
          <p:spPr>
            <a:xfrm>
              <a:off x="6355079" y="2711196"/>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FFC000"/>
              </a:solidFill>
            </a:ln>
          </p:spPr>
          <p:txBody>
            <a:bodyPr wrap="square" lIns="0" tIns="0" rIns="0" bIns="0" rtlCol="0"/>
            <a:lstStyle/>
            <a:p/>
          </p:txBody>
        </p:sp>
        <p:pic>
          <p:nvPicPr>
            <p:cNvPr id="185" name="object 183"/>
            <p:cNvPicPr/>
            <p:nvPr/>
          </p:nvPicPr>
          <p:blipFill>
            <a:blip r:embed="rId7" cstate="print"/>
            <a:stretch>
              <a:fillRect/>
            </a:stretch>
          </p:blipFill>
          <p:spPr>
            <a:xfrm>
              <a:off x="6455663" y="2842260"/>
              <a:ext cx="187452" cy="160020"/>
            </a:xfrm>
            <a:prstGeom prst="rect">
              <a:avLst/>
            </a:prstGeom>
          </p:spPr>
        </p:pic>
        <p:pic>
          <p:nvPicPr>
            <p:cNvPr id="186" name="object 184"/>
            <p:cNvPicPr/>
            <p:nvPr/>
          </p:nvPicPr>
          <p:blipFill>
            <a:blip r:embed="rId51" cstate="print"/>
            <a:stretch>
              <a:fillRect/>
            </a:stretch>
          </p:blipFill>
          <p:spPr>
            <a:xfrm>
              <a:off x="6722744" y="3143250"/>
              <a:ext cx="141985" cy="214375"/>
            </a:xfrm>
            <a:prstGeom prst="rect">
              <a:avLst/>
            </a:prstGeom>
          </p:spPr>
        </p:pic>
        <p:pic>
          <p:nvPicPr>
            <p:cNvPr id="187" name="object 185"/>
            <p:cNvPicPr/>
            <p:nvPr/>
          </p:nvPicPr>
          <p:blipFill>
            <a:blip r:embed="rId42" cstate="print"/>
            <a:stretch>
              <a:fillRect/>
            </a:stretch>
          </p:blipFill>
          <p:spPr>
            <a:xfrm>
              <a:off x="6480555" y="3149346"/>
              <a:ext cx="76200" cy="213613"/>
            </a:xfrm>
            <a:prstGeom prst="rect">
              <a:avLst/>
            </a:prstGeom>
          </p:spPr>
        </p:pic>
        <p:pic>
          <p:nvPicPr>
            <p:cNvPr id="188" name="object 186"/>
            <p:cNvPicPr/>
            <p:nvPr/>
          </p:nvPicPr>
          <p:blipFill>
            <a:blip r:embed="rId16" cstate="print"/>
            <a:stretch>
              <a:fillRect/>
            </a:stretch>
          </p:blipFill>
          <p:spPr>
            <a:xfrm>
              <a:off x="6733031" y="2712720"/>
              <a:ext cx="332231" cy="381000"/>
            </a:xfrm>
            <a:prstGeom prst="rect">
              <a:avLst/>
            </a:prstGeom>
          </p:spPr>
        </p:pic>
        <p:sp>
          <p:nvSpPr>
            <p:cNvPr id="189" name="object 187"/>
            <p:cNvSpPr/>
            <p:nvPr/>
          </p:nvSpPr>
          <p:spPr>
            <a:xfrm>
              <a:off x="6733031" y="2712720"/>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4471C4"/>
              </a:solidFill>
            </a:ln>
          </p:spPr>
          <p:txBody>
            <a:bodyPr wrap="square" lIns="0" tIns="0" rIns="0" bIns="0" rtlCol="0"/>
            <a:lstStyle/>
            <a:p/>
          </p:txBody>
        </p:sp>
        <p:pic>
          <p:nvPicPr>
            <p:cNvPr id="190" name="object 188"/>
            <p:cNvPicPr/>
            <p:nvPr/>
          </p:nvPicPr>
          <p:blipFill>
            <a:blip r:embed="rId14" cstate="print"/>
            <a:stretch>
              <a:fillRect/>
            </a:stretch>
          </p:blipFill>
          <p:spPr>
            <a:xfrm>
              <a:off x="6803136" y="2845308"/>
              <a:ext cx="199644" cy="149351"/>
            </a:xfrm>
            <a:prstGeom prst="rect">
              <a:avLst/>
            </a:prstGeom>
          </p:spPr>
        </p:pic>
        <p:pic>
          <p:nvPicPr>
            <p:cNvPr id="191" name="object 189"/>
            <p:cNvPicPr/>
            <p:nvPr/>
          </p:nvPicPr>
          <p:blipFill>
            <a:blip r:embed="rId57" cstate="print"/>
            <a:stretch>
              <a:fillRect/>
            </a:stretch>
          </p:blipFill>
          <p:spPr>
            <a:xfrm>
              <a:off x="6108700" y="2460498"/>
              <a:ext cx="76200" cy="213613"/>
            </a:xfrm>
            <a:prstGeom prst="rect">
              <a:avLst/>
            </a:prstGeom>
          </p:spPr>
        </p:pic>
        <p:pic>
          <p:nvPicPr>
            <p:cNvPr id="192" name="object 190"/>
            <p:cNvPicPr/>
            <p:nvPr/>
          </p:nvPicPr>
          <p:blipFill>
            <a:blip r:embed="rId42" cstate="print"/>
            <a:stretch>
              <a:fillRect/>
            </a:stretch>
          </p:blipFill>
          <p:spPr>
            <a:xfrm>
              <a:off x="6489700" y="2455926"/>
              <a:ext cx="76200" cy="213613"/>
            </a:xfrm>
            <a:prstGeom prst="rect">
              <a:avLst/>
            </a:prstGeom>
          </p:spPr>
        </p:pic>
        <p:pic>
          <p:nvPicPr>
            <p:cNvPr id="193" name="object 191"/>
            <p:cNvPicPr/>
            <p:nvPr/>
          </p:nvPicPr>
          <p:blipFill>
            <a:blip r:embed="rId57" cstate="print"/>
            <a:stretch>
              <a:fillRect/>
            </a:stretch>
          </p:blipFill>
          <p:spPr>
            <a:xfrm>
              <a:off x="6895083" y="2460498"/>
              <a:ext cx="76200" cy="213613"/>
            </a:xfrm>
            <a:prstGeom prst="rect">
              <a:avLst/>
            </a:prstGeom>
          </p:spPr>
        </p:pic>
      </p:grpSp>
      <p:grpSp>
        <p:nvGrpSpPr>
          <p:cNvPr id="194" name="object 192"/>
          <p:cNvGrpSpPr/>
          <p:nvPr/>
        </p:nvGrpSpPr>
        <p:grpSpPr>
          <a:xfrm>
            <a:off x="7777807" y="2210528"/>
            <a:ext cx="1091565" cy="390525"/>
            <a:chOff x="7377556" y="2708020"/>
            <a:chExt cx="1091565" cy="390525"/>
          </a:xfrm>
        </p:grpSpPr>
        <p:pic>
          <p:nvPicPr>
            <p:cNvPr id="195" name="object 193"/>
            <p:cNvPicPr/>
            <p:nvPr/>
          </p:nvPicPr>
          <p:blipFill>
            <a:blip r:embed="rId49" cstate="print"/>
            <a:stretch>
              <a:fillRect/>
            </a:stretch>
          </p:blipFill>
          <p:spPr>
            <a:xfrm>
              <a:off x="7380731" y="2711195"/>
              <a:ext cx="332231" cy="381000"/>
            </a:xfrm>
            <a:prstGeom prst="rect">
              <a:avLst/>
            </a:prstGeom>
          </p:spPr>
        </p:pic>
        <p:sp>
          <p:nvSpPr>
            <p:cNvPr id="196" name="object 194"/>
            <p:cNvSpPr/>
            <p:nvPr/>
          </p:nvSpPr>
          <p:spPr>
            <a:xfrm>
              <a:off x="7380731" y="2711195"/>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EC7C30"/>
              </a:solidFill>
            </a:ln>
          </p:spPr>
          <p:txBody>
            <a:bodyPr wrap="square" lIns="0" tIns="0" rIns="0" bIns="0" rtlCol="0"/>
            <a:lstStyle/>
            <a:p/>
          </p:txBody>
        </p:sp>
        <p:pic>
          <p:nvPicPr>
            <p:cNvPr id="197" name="object 195"/>
            <p:cNvPicPr/>
            <p:nvPr/>
          </p:nvPicPr>
          <p:blipFill>
            <a:blip r:embed="rId4" cstate="print"/>
            <a:stretch>
              <a:fillRect/>
            </a:stretch>
          </p:blipFill>
          <p:spPr>
            <a:xfrm>
              <a:off x="7444739" y="2817875"/>
              <a:ext cx="207264" cy="213360"/>
            </a:xfrm>
            <a:prstGeom prst="rect">
              <a:avLst/>
            </a:prstGeom>
          </p:spPr>
        </p:pic>
        <p:pic>
          <p:nvPicPr>
            <p:cNvPr id="198" name="object 196"/>
            <p:cNvPicPr/>
            <p:nvPr/>
          </p:nvPicPr>
          <p:blipFill>
            <a:blip r:embed="rId61" cstate="print"/>
            <a:stretch>
              <a:fillRect/>
            </a:stretch>
          </p:blipFill>
          <p:spPr>
            <a:xfrm>
              <a:off x="7752587" y="2712719"/>
              <a:ext cx="332231" cy="382524"/>
            </a:xfrm>
            <a:prstGeom prst="rect">
              <a:avLst/>
            </a:prstGeom>
          </p:spPr>
        </p:pic>
        <p:sp>
          <p:nvSpPr>
            <p:cNvPr id="199" name="object 197"/>
            <p:cNvSpPr/>
            <p:nvPr/>
          </p:nvSpPr>
          <p:spPr>
            <a:xfrm>
              <a:off x="7752587" y="2712719"/>
              <a:ext cx="332740" cy="382905"/>
            </a:xfrm>
            <a:custGeom>
              <a:avLst/>
              <a:gdLst/>
              <a:ahLst/>
              <a:cxnLst/>
              <a:rect l="l" t="t" r="r" b="b"/>
              <a:pathLst>
                <a:path w="332740" h="382905">
                  <a:moveTo>
                    <a:pt x="0" y="382524"/>
                  </a:moveTo>
                  <a:lnTo>
                    <a:pt x="332231" y="382524"/>
                  </a:lnTo>
                  <a:lnTo>
                    <a:pt x="332231" y="0"/>
                  </a:lnTo>
                  <a:lnTo>
                    <a:pt x="0" y="0"/>
                  </a:lnTo>
                  <a:lnTo>
                    <a:pt x="0" y="382524"/>
                  </a:lnTo>
                  <a:close/>
                </a:path>
              </a:pathLst>
            </a:custGeom>
            <a:ln w="6350">
              <a:solidFill>
                <a:srgbClr val="FFC000"/>
              </a:solidFill>
            </a:ln>
          </p:spPr>
          <p:txBody>
            <a:bodyPr wrap="square" lIns="0" tIns="0" rIns="0" bIns="0" rtlCol="0"/>
            <a:lstStyle/>
            <a:p/>
          </p:txBody>
        </p:sp>
        <p:pic>
          <p:nvPicPr>
            <p:cNvPr id="200" name="object 198"/>
            <p:cNvPicPr/>
            <p:nvPr/>
          </p:nvPicPr>
          <p:blipFill>
            <a:blip r:embed="rId11" cstate="print"/>
            <a:stretch>
              <a:fillRect/>
            </a:stretch>
          </p:blipFill>
          <p:spPr>
            <a:xfrm>
              <a:off x="7854695" y="2843783"/>
              <a:ext cx="193548" cy="160020"/>
            </a:xfrm>
            <a:prstGeom prst="rect">
              <a:avLst/>
            </a:prstGeom>
          </p:spPr>
        </p:pic>
        <p:pic>
          <p:nvPicPr>
            <p:cNvPr id="201" name="object 199"/>
            <p:cNvPicPr/>
            <p:nvPr/>
          </p:nvPicPr>
          <p:blipFill>
            <a:blip r:embed="rId16" cstate="print"/>
            <a:stretch>
              <a:fillRect/>
            </a:stretch>
          </p:blipFill>
          <p:spPr>
            <a:xfrm>
              <a:off x="8133587" y="2712719"/>
              <a:ext cx="332231" cy="381000"/>
            </a:xfrm>
            <a:prstGeom prst="rect">
              <a:avLst/>
            </a:prstGeom>
          </p:spPr>
        </p:pic>
        <p:sp>
          <p:nvSpPr>
            <p:cNvPr id="202" name="object 200"/>
            <p:cNvSpPr/>
            <p:nvPr/>
          </p:nvSpPr>
          <p:spPr>
            <a:xfrm>
              <a:off x="8133587" y="2712719"/>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4471C4"/>
              </a:solidFill>
            </a:ln>
          </p:spPr>
          <p:txBody>
            <a:bodyPr wrap="square" lIns="0" tIns="0" rIns="0" bIns="0" rtlCol="0"/>
            <a:lstStyle/>
            <a:p/>
          </p:txBody>
        </p:sp>
        <p:pic>
          <p:nvPicPr>
            <p:cNvPr id="203" name="object 201"/>
            <p:cNvPicPr/>
            <p:nvPr/>
          </p:nvPicPr>
          <p:blipFill>
            <a:blip r:embed="rId15" cstate="print"/>
            <a:stretch>
              <a:fillRect/>
            </a:stretch>
          </p:blipFill>
          <p:spPr>
            <a:xfrm>
              <a:off x="8205215" y="2845307"/>
              <a:ext cx="205740" cy="149351"/>
            </a:xfrm>
            <a:prstGeom prst="rect">
              <a:avLst/>
            </a:prstGeom>
          </p:spPr>
        </p:pic>
      </p:grpSp>
      <p:pic>
        <p:nvPicPr>
          <p:cNvPr id="204" name="object 202"/>
          <p:cNvPicPr/>
          <p:nvPr/>
        </p:nvPicPr>
        <p:blipFill>
          <a:blip r:embed="rId54" cstate="print"/>
          <a:stretch>
            <a:fillRect/>
          </a:stretch>
        </p:blipFill>
        <p:spPr>
          <a:xfrm>
            <a:off x="8007423" y="2664046"/>
            <a:ext cx="111378" cy="215137"/>
          </a:xfrm>
          <a:prstGeom prst="rect">
            <a:avLst/>
          </a:prstGeom>
        </p:spPr>
      </p:pic>
      <p:grpSp>
        <p:nvGrpSpPr>
          <p:cNvPr id="205" name="object 203"/>
          <p:cNvGrpSpPr/>
          <p:nvPr/>
        </p:nvGrpSpPr>
        <p:grpSpPr>
          <a:xfrm>
            <a:off x="9112832" y="2210528"/>
            <a:ext cx="1091565" cy="392430"/>
            <a:chOff x="8712581" y="2708020"/>
            <a:chExt cx="1091565" cy="392430"/>
          </a:xfrm>
        </p:grpSpPr>
        <p:pic>
          <p:nvPicPr>
            <p:cNvPr id="206" name="object 204"/>
            <p:cNvPicPr/>
            <p:nvPr/>
          </p:nvPicPr>
          <p:blipFill>
            <a:blip r:embed="rId49" cstate="print"/>
            <a:stretch>
              <a:fillRect/>
            </a:stretch>
          </p:blipFill>
          <p:spPr>
            <a:xfrm>
              <a:off x="8715756" y="2711195"/>
              <a:ext cx="332231" cy="381000"/>
            </a:xfrm>
            <a:prstGeom prst="rect">
              <a:avLst/>
            </a:prstGeom>
          </p:spPr>
        </p:pic>
        <p:sp>
          <p:nvSpPr>
            <p:cNvPr id="207" name="object 205"/>
            <p:cNvSpPr/>
            <p:nvPr/>
          </p:nvSpPr>
          <p:spPr>
            <a:xfrm>
              <a:off x="8715756" y="2711195"/>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EC7C30"/>
              </a:solidFill>
            </a:ln>
          </p:spPr>
          <p:txBody>
            <a:bodyPr wrap="square" lIns="0" tIns="0" rIns="0" bIns="0" rtlCol="0"/>
            <a:lstStyle/>
            <a:p/>
          </p:txBody>
        </p:sp>
        <p:pic>
          <p:nvPicPr>
            <p:cNvPr id="208" name="object 206"/>
            <p:cNvPicPr/>
            <p:nvPr/>
          </p:nvPicPr>
          <p:blipFill>
            <a:blip r:embed="rId5" cstate="print"/>
            <a:stretch>
              <a:fillRect/>
            </a:stretch>
          </p:blipFill>
          <p:spPr>
            <a:xfrm>
              <a:off x="8781288" y="2817875"/>
              <a:ext cx="208788" cy="216408"/>
            </a:xfrm>
            <a:prstGeom prst="rect">
              <a:avLst/>
            </a:prstGeom>
          </p:spPr>
        </p:pic>
        <p:pic>
          <p:nvPicPr>
            <p:cNvPr id="209" name="object 207"/>
            <p:cNvPicPr/>
            <p:nvPr/>
          </p:nvPicPr>
          <p:blipFill>
            <a:blip r:embed="rId53" cstate="print"/>
            <a:stretch>
              <a:fillRect/>
            </a:stretch>
          </p:blipFill>
          <p:spPr>
            <a:xfrm>
              <a:off x="9089136" y="2715767"/>
              <a:ext cx="332231" cy="381000"/>
            </a:xfrm>
            <a:prstGeom prst="rect">
              <a:avLst/>
            </a:prstGeom>
          </p:spPr>
        </p:pic>
        <p:sp>
          <p:nvSpPr>
            <p:cNvPr id="210" name="object 208"/>
            <p:cNvSpPr/>
            <p:nvPr/>
          </p:nvSpPr>
          <p:spPr>
            <a:xfrm>
              <a:off x="9089136" y="2715767"/>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FFC000"/>
              </a:solidFill>
            </a:ln>
          </p:spPr>
          <p:txBody>
            <a:bodyPr wrap="square" lIns="0" tIns="0" rIns="0" bIns="0" rtlCol="0"/>
            <a:lstStyle/>
            <a:p/>
          </p:txBody>
        </p:sp>
        <p:pic>
          <p:nvPicPr>
            <p:cNvPr id="211" name="object 209"/>
            <p:cNvPicPr/>
            <p:nvPr/>
          </p:nvPicPr>
          <p:blipFill>
            <a:blip r:embed="rId12" cstate="print"/>
            <a:stretch>
              <a:fillRect/>
            </a:stretch>
          </p:blipFill>
          <p:spPr>
            <a:xfrm>
              <a:off x="9189720" y="2846831"/>
              <a:ext cx="195072" cy="160020"/>
            </a:xfrm>
            <a:prstGeom prst="rect">
              <a:avLst/>
            </a:prstGeom>
          </p:spPr>
        </p:pic>
        <p:pic>
          <p:nvPicPr>
            <p:cNvPr id="212" name="object 210"/>
            <p:cNvPicPr/>
            <p:nvPr/>
          </p:nvPicPr>
          <p:blipFill>
            <a:blip r:embed="rId62" cstate="print"/>
            <a:stretch>
              <a:fillRect/>
            </a:stretch>
          </p:blipFill>
          <p:spPr>
            <a:xfrm>
              <a:off x="9468612" y="2714243"/>
              <a:ext cx="332231" cy="382524"/>
            </a:xfrm>
            <a:prstGeom prst="rect">
              <a:avLst/>
            </a:prstGeom>
          </p:spPr>
        </p:pic>
        <p:sp>
          <p:nvSpPr>
            <p:cNvPr id="213" name="object 211"/>
            <p:cNvSpPr/>
            <p:nvPr/>
          </p:nvSpPr>
          <p:spPr>
            <a:xfrm>
              <a:off x="9468612" y="2714243"/>
              <a:ext cx="332740" cy="382905"/>
            </a:xfrm>
            <a:custGeom>
              <a:avLst/>
              <a:gdLst/>
              <a:ahLst/>
              <a:cxnLst/>
              <a:rect l="l" t="t" r="r" b="b"/>
              <a:pathLst>
                <a:path w="332740" h="382905">
                  <a:moveTo>
                    <a:pt x="0" y="382524"/>
                  </a:moveTo>
                  <a:lnTo>
                    <a:pt x="332231" y="382524"/>
                  </a:lnTo>
                  <a:lnTo>
                    <a:pt x="332231" y="0"/>
                  </a:lnTo>
                  <a:lnTo>
                    <a:pt x="0" y="0"/>
                  </a:lnTo>
                  <a:lnTo>
                    <a:pt x="0" y="382524"/>
                  </a:lnTo>
                  <a:close/>
                </a:path>
              </a:pathLst>
            </a:custGeom>
            <a:ln w="6350">
              <a:solidFill>
                <a:srgbClr val="4471C4"/>
              </a:solidFill>
            </a:ln>
          </p:spPr>
          <p:txBody>
            <a:bodyPr wrap="square" lIns="0" tIns="0" rIns="0" bIns="0" rtlCol="0"/>
            <a:lstStyle/>
            <a:p/>
          </p:txBody>
        </p:sp>
        <p:pic>
          <p:nvPicPr>
            <p:cNvPr id="214" name="object 212"/>
            <p:cNvPicPr/>
            <p:nvPr/>
          </p:nvPicPr>
          <p:blipFill>
            <a:blip r:embed="rId17" cstate="print"/>
            <a:stretch>
              <a:fillRect/>
            </a:stretch>
          </p:blipFill>
          <p:spPr>
            <a:xfrm>
              <a:off x="9540240" y="2846831"/>
              <a:ext cx="207264" cy="152400"/>
            </a:xfrm>
            <a:prstGeom prst="rect">
              <a:avLst/>
            </a:prstGeom>
          </p:spPr>
        </p:pic>
      </p:grpSp>
      <p:pic>
        <p:nvPicPr>
          <p:cNvPr id="215" name="object 213"/>
          <p:cNvPicPr/>
          <p:nvPr/>
        </p:nvPicPr>
        <p:blipFill>
          <a:blip r:embed="rId41" cstate="print"/>
          <a:stretch>
            <a:fillRect/>
          </a:stretch>
        </p:blipFill>
        <p:spPr>
          <a:xfrm>
            <a:off x="9347019" y="2650330"/>
            <a:ext cx="111378" cy="215137"/>
          </a:xfrm>
          <a:prstGeom prst="rect">
            <a:avLst/>
          </a:prstGeom>
        </p:spPr>
      </p:pic>
      <p:pic>
        <p:nvPicPr>
          <p:cNvPr id="216" name="object 214"/>
          <p:cNvPicPr/>
          <p:nvPr/>
        </p:nvPicPr>
        <p:blipFill>
          <a:blip r:embed="rId57" cstate="print"/>
          <a:stretch>
            <a:fillRect/>
          </a:stretch>
        </p:blipFill>
        <p:spPr>
          <a:xfrm>
            <a:off x="8279839" y="2653378"/>
            <a:ext cx="76200" cy="213613"/>
          </a:xfrm>
          <a:prstGeom prst="rect">
            <a:avLst/>
          </a:prstGeom>
        </p:spPr>
      </p:pic>
      <p:pic>
        <p:nvPicPr>
          <p:cNvPr id="217" name="object 215"/>
          <p:cNvPicPr/>
          <p:nvPr/>
        </p:nvPicPr>
        <p:blipFill>
          <a:blip r:embed="rId42" cstate="print"/>
          <a:stretch>
            <a:fillRect/>
          </a:stretch>
        </p:blipFill>
        <p:spPr>
          <a:xfrm>
            <a:off x="9614862" y="2654902"/>
            <a:ext cx="76200" cy="213613"/>
          </a:xfrm>
          <a:prstGeom prst="rect">
            <a:avLst/>
          </a:prstGeom>
        </p:spPr>
      </p:pic>
      <p:pic>
        <p:nvPicPr>
          <p:cNvPr id="218" name="object 216"/>
          <p:cNvPicPr/>
          <p:nvPr/>
        </p:nvPicPr>
        <p:blipFill>
          <a:blip r:embed="rId8" cstate="print"/>
          <a:stretch>
            <a:fillRect/>
          </a:stretch>
        </p:blipFill>
        <p:spPr>
          <a:xfrm>
            <a:off x="8525076" y="2645758"/>
            <a:ext cx="141985" cy="214375"/>
          </a:xfrm>
          <a:prstGeom prst="rect">
            <a:avLst/>
          </a:prstGeom>
        </p:spPr>
      </p:pic>
      <p:pic>
        <p:nvPicPr>
          <p:cNvPr id="219" name="object 217"/>
          <p:cNvPicPr/>
          <p:nvPr/>
        </p:nvPicPr>
        <p:blipFill>
          <a:blip r:embed="rId8" cstate="print"/>
          <a:stretch>
            <a:fillRect/>
          </a:stretch>
        </p:blipFill>
        <p:spPr>
          <a:xfrm>
            <a:off x="9860099" y="2648806"/>
            <a:ext cx="141985" cy="214375"/>
          </a:xfrm>
          <a:prstGeom prst="rect">
            <a:avLst/>
          </a:prstGeom>
        </p:spPr>
      </p:pic>
      <p:sp>
        <p:nvSpPr>
          <p:cNvPr id="220" name="object 218"/>
          <p:cNvSpPr txBox="1"/>
          <p:nvPr/>
        </p:nvSpPr>
        <p:spPr>
          <a:xfrm>
            <a:off x="6382712" y="1469230"/>
            <a:ext cx="3819525" cy="457200"/>
          </a:xfrm>
          <a:prstGeom prst="rect">
            <a:avLst/>
          </a:prstGeom>
          <a:solidFill>
            <a:srgbClr val="5B9BD4"/>
          </a:solidFill>
        </p:spPr>
        <p:txBody>
          <a:bodyPr vert="horz" wrap="square" lIns="0" tIns="75565" rIns="0" bIns="0" rtlCol="0">
            <a:spAutoFit/>
          </a:bodyPr>
          <a:lstStyle/>
          <a:p>
            <a:pPr marL="930275">
              <a:lnSpc>
                <a:spcPct val="100000"/>
              </a:lnSpc>
              <a:spcBef>
                <a:spcPts val="595"/>
              </a:spcBef>
            </a:pPr>
            <a:r>
              <a:rPr sz="1800" spc="-10" dirty="0">
                <a:solidFill>
                  <a:srgbClr val="FFFFFF"/>
                </a:solidFill>
                <a:latin typeface="Calibri" panose="020F0502020204030204"/>
                <a:cs typeface="Calibri" panose="020F0502020204030204"/>
              </a:rPr>
              <a:t>self-attention</a:t>
            </a:r>
            <a:r>
              <a:rPr sz="1800" spc="-40" dirty="0">
                <a:solidFill>
                  <a:srgbClr val="FFFFFF"/>
                </a:solidFill>
                <a:latin typeface="Calibri" panose="020F0502020204030204"/>
                <a:cs typeface="Calibri" panose="020F0502020204030204"/>
              </a:rPr>
              <a:t> </a:t>
            </a:r>
            <a:r>
              <a:rPr sz="1800" spc="-10" dirty="0">
                <a:solidFill>
                  <a:srgbClr val="FFFFFF"/>
                </a:solidFill>
                <a:latin typeface="Calibri" panose="020F0502020204030204"/>
                <a:cs typeface="Calibri" panose="020F0502020204030204"/>
              </a:rPr>
              <a:t>“layer”</a:t>
            </a:r>
            <a:endParaRPr sz="1800">
              <a:latin typeface="Calibri" panose="020F0502020204030204"/>
              <a:cs typeface="Calibri" panose="020F0502020204030204"/>
            </a:endParaRPr>
          </a:p>
        </p:txBody>
      </p:sp>
      <p:pic>
        <p:nvPicPr>
          <p:cNvPr id="221" name="object 219"/>
          <p:cNvPicPr/>
          <p:nvPr/>
        </p:nvPicPr>
        <p:blipFill>
          <a:blip r:embed="rId42" cstate="print"/>
          <a:stretch>
            <a:fillRect/>
          </a:stretch>
        </p:blipFill>
        <p:spPr>
          <a:xfrm>
            <a:off x="7921698" y="1946241"/>
            <a:ext cx="76200" cy="213613"/>
          </a:xfrm>
          <a:prstGeom prst="rect">
            <a:avLst/>
          </a:prstGeom>
        </p:spPr>
      </p:pic>
      <p:pic>
        <p:nvPicPr>
          <p:cNvPr id="222" name="object 220"/>
          <p:cNvPicPr/>
          <p:nvPr/>
        </p:nvPicPr>
        <p:blipFill>
          <a:blip r:embed="rId42" cstate="print"/>
          <a:stretch>
            <a:fillRect/>
          </a:stretch>
        </p:blipFill>
        <p:spPr>
          <a:xfrm>
            <a:off x="8302698" y="1941669"/>
            <a:ext cx="76200" cy="213613"/>
          </a:xfrm>
          <a:prstGeom prst="rect">
            <a:avLst/>
          </a:prstGeom>
        </p:spPr>
      </p:pic>
      <p:pic>
        <p:nvPicPr>
          <p:cNvPr id="223" name="object 221"/>
          <p:cNvPicPr/>
          <p:nvPr/>
        </p:nvPicPr>
        <p:blipFill>
          <a:blip r:embed="rId42" cstate="print"/>
          <a:stretch>
            <a:fillRect/>
          </a:stretch>
        </p:blipFill>
        <p:spPr>
          <a:xfrm>
            <a:off x="8708082" y="1946241"/>
            <a:ext cx="76200" cy="213613"/>
          </a:xfrm>
          <a:prstGeom prst="rect">
            <a:avLst/>
          </a:prstGeom>
        </p:spPr>
      </p:pic>
      <p:pic>
        <p:nvPicPr>
          <p:cNvPr id="224" name="object 222"/>
          <p:cNvPicPr/>
          <p:nvPr/>
        </p:nvPicPr>
        <p:blipFill>
          <a:blip r:embed="rId42" cstate="print"/>
          <a:stretch>
            <a:fillRect/>
          </a:stretch>
        </p:blipFill>
        <p:spPr>
          <a:xfrm>
            <a:off x="9247579" y="1946241"/>
            <a:ext cx="76200" cy="213613"/>
          </a:xfrm>
          <a:prstGeom prst="rect">
            <a:avLst/>
          </a:prstGeom>
        </p:spPr>
      </p:pic>
      <p:pic>
        <p:nvPicPr>
          <p:cNvPr id="225" name="object 223"/>
          <p:cNvPicPr/>
          <p:nvPr/>
        </p:nvPicPr>
        <p:blipFill>
          <a:blip r:embed="rId42" cstate="print"/>
          <a:stretch>
            <a:fillRect/>
          </a:stretch>
        </p:blipFill>
        <p:spPr>
          <a:xfrm>
            <a:off x="9628579" y="1941669"/>
            <a:ext cx="76200" cy="213613"/>
          </a:xfrm>
          <a:prstGeom prst="rect">
            <a:avLst/>
          </a:prstGeom>
        </p:spPr>
      </p:pic>
      <p:pic>
        <p:nvPicPr>
          <p:cNvPr id="226" name="object 224"/>
          <p:cNvPicPr/>
          <p:nvPr/>
        </p:nvPicPr>
        <p:blipFill>
          <a:blip r:embed="rId42" cstate="print"/>
          <a:stretch>
            <a:fillRect/>
          </a:stretch>
        </p:blipFill>
        <p:spPr>
          <a:xfrm>
            <a:off x="10033962" y="1946241"/>
            <a:ext cx="76200" cy="213613"/>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2"/>
          <p:cNvGrpSpPr/>
          <p:nvPr/>
        </p:nvGrpSpPr>
        <p:grpSpPr>
          <a:xfrm>
            <a:off x="830325" y="2509614"/>
            <a:ext cx="431800" cy="175895"/>
            <a:chOff x="830325" y="3050794"/>
            <a:chExt cx="431800" cy="175895"/>
          </a:xfrm>
        </p:grpSpPr>
        <p:sp>
          <p:nvSpPr>
            <p:cNvPr id="5" name="object 3"/>
            <p:cNvSpPr/>
            <p:nvPr/>
          </p:nvSpPr>
          <p:spPr>
            <a:xfrm>
              <a:off x="836675" y="3057144"/>
              <a:ext cx="419100" cy="163195"/>
            </a:xfrm>
            <a:custGeom>
              <a:avLst/>
              <a:gdLst/>
              <a:ahLst/>
              <a:cxnLst/>
              <a:rect l="l" t="t" r="r" b="b"/>
              <a:pathLst>
                <a:path w="419100" h="163194">
                  <a:moveTo>
                    <a:pt x="419100" y="0"/>
                  </a:moveTo>
                  <a:lnTo>
                    <a:pt x="0" y="0"/>
                  </a:lnTo>
                  <a:lnTo>
                    <a:pt x="0" y="163067"/>
                  </a:lnTo>
                  <a:lnTo>
                    <a:pt x="419100" y="163067"/>
                  </a:lnTo>
                  <a:lnTo>
                    <a:pt x="419100" y="0"/>
                  </a:lnTo>
                  <a:close/>
                </a:path>
              </a:pathLst>
            </a:custGeom>
            <a:solidFill>
              <a:srgbClr val="EC7C30"/>
            </a:solidFill>
          </p:spPr>
          <p:txBody>
            <a:bodyPr wrap="square" lIns="0" tIns="0" rIns="0" bIns="0" rtlCol="0"/>
            <a:lstStyle/>
            <a:p/>
          </p:txBody>
        </p:sp>
        <p:sp>
          <p:nvSpPr>
            <p:cNvPr id="6" name="object 4"/>
            <p:cNvSpPr/>
            <p:nvPr/>
          </p:nvSpPr>
          <p:spPr>
            <a:xfrm>
              <a:off x="836675" y="3057144"/>
              <a:ext cx="419100" cy="163195"/>
            </a:xfrm>
            <a:custGeom>
              <a:avLst/>
              <a:gdLst/>
              <a:ahLst/>
              <a:cxnLst/>
              <a:rect l="l" t="t" r="r" b="b"/>
              <a:pathLst>
                <a:path w="419100" h="163194">
                  <a:moveTo>
                    <a:pt x="0" y="163067"/>
                  </a:moveTo>
                  <a:lnTo>
                    <a:pt x="419100" y="163067"/>
                  </a:lnTo>
                  <a:lnTo>
                    <a:pt x="419100" y="0"/>
                  </a:lnTo>
                  <a:lnTo>
                    <a:pt x="0" y="0"/>
                  </a:lnTo>
                  <a:lnTo>
                    <a:pt x="0" y="163067"/>
                  </a:lnTo>
                  <a:close/>
                </a:path>
              </a:pathLst>
            </a:custGeom>
            <a:ln w="12700">
              <a:solidFill>
                <a:srgbClr val="AD5A20"/>
              </a:solidFill>
            </a:ln>
          </p:spPr>
          <p:txBody>
            <a:bodyPr wrap="square" lIns="0" tIns="0" rIns="0" bIns="0" rtlCol="0"/>
            <a:lstStyle/>
            <a:p/>
          </p:txBody>
        </p:sp>
      </p:grpSp>
      <p:grpSp>
        <p:nvGrpSpPr>
          <p:cNvPr id="7" name="object 5"/>
          <p:cNvGrpSpPr/>
          <p:nvPr/>
        </p:nvGrpSpPr>
        <p:grpSpPr>
          <a:xfrm>
            <a:off x="485901" y="1118455"/>
            <a:ext cx="3917315" cy="3483610"/>
            <a:chOff x="485901" y="1659635"/>
            <a:chExt cx="3917315" cy="3483610"/>
          </a:xfrm>
        </p:grpSpPr>
        <p:sp>
          <p:nvSpPr>
            <p:cNvPr id="8" name="object 6"/>
            <p:cNvSpPr/>
            <p:nvPr/>
          </p:nvSpPr>
          <p:spPr>
            <a:xfrm>
              <a:off x="2314956" y="2732531"/>
              <a:ext cx="417830" cy="483234"/>
            </a:xfrm>
            <a:custGeom>
              <a:avLst/>
              <a:gdLst/>
              <a:ahLst/>
              <a:cxnLst/>
              <a:rect l="l" t="t" r="r" b="b"/>
              <a:pathLst>
                <a:path w="417830" h="483235">
                  <a:moveTo>
                    <a:pt x="417575" y="0"/>
                  </a:moveTo>
                  <a:lnTo>
                    <a:pt x="0" y="0"/>
                  </a:lnTo>
                  <a:lnTo>
                    <a:pt x="0" y="483108"/>
                  </a:lnTo>
                  <a:lnTo>
                    <a:pt x="417575" y="483108"/>
                  </a:lnTo>
                  <a:lnTo>
                    <a:pt x="417575" y="0"/>
                  </a:lnTo>
                  <a:close/>
                </a:path>
              </a:pathLst>
            </a:custGeom>
            <a:solidFill>
              <a:srgbClr val="EC7C30"/>
            </a:solidFill>
          </p:spPr>
          <p:txBody>
            <a:bodyPr wrap="square" lIns="0" tIns="0" rIns="0" bIns="0" rtlCol="0"/>
            <a:lstStyle/>
            <a:p/>
          </p:txBody>
        </p:sp>
        <p:sp>
          <p:nvSpPr>
            <p:cNvPr id="9" name="object 7"/>
            <p:cNvSpPr/>
            <p:nvPr/>
          </p:nvSpPr>
          <p:spPr>
            <a:xfrm>
              <a:off x="2314956" y="2732531"/>
              <a:ext cx="417830" cy="483234"/>
            </a:xfrm>
            <a:custGeom>
              <a:avLst/>
              <a:gdLst/>
              <a:ahLst/>
              <a:cxnLst/>
              <a:rect l="l" t="t" r="r" b="b"/>
              <a:pathLst>
                <a:path w="417830" h="483235">
                  <a:moveTo>
                    <a:pt x="0" y="483108"/>
                  </a:moveTo>
                  <a:lnTo>
                    <a:pt x="417575" y="483108"/>
                  </a:lnTo>
                  <a:lnTo>
                    <a:pt x="417575" y="0"/>
                  </a:lnTo>
                  <a:lnTo>
                    <a:pt x="0" y="0"/>
                  </a:lnTo>
                  <a:lnTo>
                    <a:pt x="0" y="483108"/>
                  </a:lnTo>
                  <a:close/>
                </a:path>
              </a:pathLst>
            </a:custGeom>
            <a:ln w="12700">
              <a:solidFill>
                <a:srgbClr val="AD5A20"/>
              </a:solidFill>
            </a:ln>
          </p:spPr>
          <p:txBody>
            <a:bodyPr wrap="square" lIns="0" tIns="0" rIns="0" bIns="0" rtlCol="0"/>
            <a:lstStyle/>
            <a:p/>
          </p:txBody>
        </p:sp>
        <p:pic>
          <p:nvPicPr>
            <p:cNvPr id="10" name="object 8"/>
            <p:cNvPicPr/>
            <p:nvPr/>
          </p:nvPicPr>
          <p:blipFill>
            <a:blip r:embed="rId1" cstate="print"/>
            <a:stretch>
              <a:fillRect/>
            </a:stretch>
          </p:blipFill>
          <p:spPr>
            <a:xfrm>
              <a:off x="573023" y="4500371"/>
              <a:ext cx="332232" cy="382524"/>
            </a:xfrm>
            <a:prstGeom prst="rect">
              <a:avLst/>
            </a:prstGeom>
          </p:spPr>
        </p:pic>
        <p:sp>
          <p:nvSpPr>
            <p:cNvPr id="11" name="object 9"/>
            <p:cNvSpPr/>
            <p:nvPr/>
          </p:nvSpPr>
          <p:spPr>
            <a:xfrm>
              <a:off x="573023" y="4500371"/>
              <a:ext cx="332740" cy="382905"/>
            </a:xfrm>
            <a:custGeom>
              <a:avLst/>
              <a:gdLst/>
              <a:ahLst/>
              <a:cxnLst/>
              <a:rect l="l" t="t" r="r" b="b"/>
              <a:pathLst>
                <a:path w="332740" h="382904">
                  <a:moveTo>
                    <a:pt x="0" y="382523"/>
                  </a:moveTo>
                  <a:lnTo>
                    <a:pt x="332232" y="382523"/>
                  </a:lnTo>
                  <a:lnTo>
                    <a:pt x="332232" y="0"/>
                  </a:lnTo>
                  <a:lnTo>
                    <a:pt x="0" y="0"/>
                  </a:lnTo>
                  <a:lnTo>
                    <a:pt x="0" y="382523"/>
                  </a:lnTo>
                  <a:close/>
                </a:path>
              </a:pathLst>
            </a:custGeom>
            <a:ln w="6350">
              <a:solidFill>
                <a:srgbClr val="EC7C30"/>
              </a:solidFill>
            </a:ln>
          </p:spPr>
          <p:txBody>
            <a:bodyPr wrap="square" lIns="0" tIns="0" rIns="0" bIns="0" rtlCol="0"/>
            <a:lstStyle/>
            <a:p/>
          </p:txBody>
        </p:sp>
        <p:pic>
          <p:nvPicPr>
            <p:cNvPr id="12" name="object 10"/>
            <p:cNvPicPr/>
            <p:nvPr/>
          </p:nvPicPr>
          <p:blipFill>
            <a:blip r:embed="rId2" cstate="print"/>
            <a:stretch>
              <a:fillRect/>
            </a:stretch>
          </p:blipFill>
          <p:spPr>
            <a:xfrm>
              <a:off x="637031" y="4607051"/>
              <a:ext cx="202692" cy="213360"/>
            </a:xfrm>
            <a:prstGeom prst="rect">
              <a:avLst/>
            </a:prstGeom>
          </p:spPr>
        </p:pic>
        <p:pic>
          <p:nvPicPr>
            <p:cNvPr id="13" name="object 11"/>
            <p:cNvPicPr/>
            <p:nvPr/>
          </p:nvPicPr>
          <p:blipFill>
            <a:blip r:embed="rId3" cstate="print"/>
            <a:stretch>
              <a:fillRect/>
            </a:stretch>
          </p:blipFill>
          <p:spPr>
            <a:xfrm>
              <a:off x="796455" y="4927853"/>
              <a:ext cx="111302" cy="215137"/>
            </a:xfrm>
            <a:prstGeom prst="rect">
              <a:avLst/>
            </a:prstGeom>
          </p:spPr>
        </p:pic>
        <p:pic>
          <p:nvPicPr>
            <p:cNvPr id="14" name="object 12"/>
            <p:cNvPicPr/>
            <p:nvPr/>
          </p:nvPicPr>
          <p:blipFill>
            <a:blip r:embed="rId1" cstate="print"/>
            <a:stretch>
              <a:fillRect/>
            </a:stretch>
          </p:blipFill>
          <p:spPr>
            <a:xfrm>
              <a:off x="1970531" y="4491227"/>
              <a:ext cx="332231" cy="382524"/>
            </a:xfrm>
            <a:prstGeom prst="rect">
              <a:avLst/>
            </a:prstGeom>
          </p:spPr>
        </p:pic>
        <p:sp>
          <p:nvSpPr>
            <p:cNvPr id="15" name="object 13"/>
            <p:cNvSpPr/>
            <p:nvPr/>
          </p:nvSpPr>
          <p:spPr>
            <a:xfrm>
              <a:off x="1970531" y="4491227"/>
              <a:ext cx="332740" cy="382905"/>
            </a:xfrm>
            <a:custGeom>
              <a:avLst/>
              <a:gdLst/>
              <a:ahLst/>
              <a:cxnLst/>
              <a:rect l="l" t="t" r="r" b="b"/>
              <a:pathLst>
                <a:path w="332739" h="382904">
                  <a:moveTo>
                    <a:pt x="0" y="382524"/>
                  </a:moveTo>
                  <a:lnTo>
                    <a:pt x="332231" y="382524"/>
                  </a:lnTo>
                  <a:lnTo>
                    <a:pt x="332231" y="0"/>
                  </a:lnTo>
                  <a:lnTo>
                    <a:pt x="0" y="0"/>
                  </a:lnTo>
                  <a:lnTo>
                    <a:pt x="0" y="382524"/>
                  </a:lnTo>
                  <a:close/>
                </a:path>
              </a:pathLst>
            </a:custGeom>
            <a:ln w="6350">
              <a:solidFill>
                <a:srgbClr val="EC7C30"/>
              </a:solidFill>
            </a:ln>
          </p:spPr>
          <p:txBody>
            <a:bodyPr wrap="square" lIns="0" tIns="0" rIns="0" bIns="0" rtlCol="0"/>
            <a:lstStyle/>
            <a:p/>
          </p:txBody>
        </p:sp>
        <p:pic>
          <p:nvPicPr>
            <p:cNvPr id="16" name="object 14"/>
            <p:cNvPicPr/>
            <p:nvPr/>
          </p:nvPicPr>
          <p:blipFill>
            <a:blip r:embed="rId4" cstate="print"/>
            <a:stretch>
              <a:fillRect/>
            </a:stretch>
          </p:blipFill>
          <p:spPr>
            <a:xfrm>
              <a:off x="2036063" y="4597907"/>
              <a:ext cx="207263" cy="213360"/>
            </a:xfrm>
            <a:prstGeom prst="rect">
              <a:avLst/>
            </a:prstGeom>
          </p:spPr>
        </p:pic>
        <p:pic>
          <p:nvPicPr>
            <p:cNvPr id="17" name="object 15"/>
            <p:cNvPicPr/>
            <p:nvPr/>
          </p:nvPicPr>
          <p:blipFill>
            <a:blip r:embed="rId1" cstate="print"/>
            <a:stretch>
              <a:fillRect/>
            </a:stretch>
          </p:blipFill>
          <p:spPr>
            <a:xfrm>
              <a:off x="3305556" y="4491227"/>
              <a:ext cx="333755" cy="382524"/>
            </a:xfrm>
            <a:prstGeom prst="rect">
              <a:avLst/>
            </a:prstGeom>
          </p:spPr>
        </p:pic>
        <p:sp>
          <p:nvSpPr>
            <p:cNvPr id="18" name="object 16"/>
            <p:cNvSpPr/>
            <p:nvPr/>
          </p:nvSpPr>
          <p:spPr>
            <a:xfrm>
              <a:off x="3305556" y="4491227"/>
              <a:ext cx="334010" cy="382905"/>
            </a:xfrm>
            <a:custGeom>
              <a:avLst/>
              <a:gdLst/>
              <a:ahLst/>
              <a:cxnLst/>
              <a:rect l="l" t="t" r="r" b="b"/>
              <a:pathLst>
                <a:path w="334010" h="382904">
                  <a:moveTo>
                    <a:pt x="0" y="382524"/>
                  </a:moveTo>
                  <a:lnTo>
                    <a:pt x="333755" y="382524"/>
                  </a:lnTo>
                  <a:lnTo>
                    <a:pt x="333755" y="0"/>
                  </a:lnTo>
                  <a:lnTo>
                    <a:pt x="0" y="0"/>
                  </a:lnTo>
                  <a:lnTo>
                    <a:pt x="0" y="382524"/>
                  </a:lnTo>
                  <a:close/>
                </a:path>
              </a:pathLst>
            </a:custGeom>
            <a:ln w="6350">
              <a:solidFill>
                <a:srgbClr val="EC7C30"/>
              </a:solidFill>
            </a:ln>
          </p:spPr>
          <p:txBody>
            <a:bodyPr wrap="square" lIns="0" tIns="0" rIns="0" bIns="0" rtlCol="0"/>
            <a:lstStyle/>
            <a:p/>
          </p:txBody>
        </p:sp>
        <p:pic>
          <p:nvPicPr>
            <p:cNvPr id="19" name="object 17"/>
            <p:cNvPicPr/>
            <p:nvPr/>
          </p:nvPicPr>
          <p:blipFill>
            <a:blip r:embed="rId5" cstate="print"/>
            <a:stretch>
              <a:fillRect/>
            </a:stretch>
          </p:blipFill>
          <p:spPr>
            <a:xfrm>
              <a:off x="3371087" y="4597907"/>
              <a:ext cx="208787" cy="216407"/>
            </a:xfrm>
            <a:prstGeom prst="rect">
              <a:avLst/>
            </a:prstGeom>
          </p:spPr>
        </p:pic>
        <p:pic>
          <p:nvPicPr>
            <p:cNvPr id="20" name="object 18"/>
            <p:cNvPicPr/>
            <p:nvPr/>
          </p:nvPicPr>
          <p:blipFill>
            <a:blip r:embed="rId6" cstate="print"/>
            <a:stretch>
              <a:fillRect/>
            </a:stretch>
          </p:blipFill>
          <p:spPr>
            <a:xfrm>
              <a:off x="944879" y="4491227"/>
              <a:ext cx="332231" cy="382524"/>
            </a:xfrm>
            <a:prstGeom prst="rect">
              <a:avLst/>
            </a:prstGeom>
          </p:spPr>
        </p:pic>
        <p:sp>
          <p:nvSpPr>
            <p:cNvPr id="21" name="object 19"/>
            <p:cNvSpPr/>
            <p:nvPr/>
          </p:nvSpPr>
          <p:spPr>
            <a:xfrm>
              <a:off x="944879" y="4491227"/>
              <a:ext cx="332740" cy="382905"/>
            </a:xfrm>
            <a:custGeom>
              <a:avLst/>
              <a:gdLst/>
              <a:ahLst/>
              <a:cxnLst/>
              <a:rect l="l" t="t" r="r" b="b"/>
              <a:pathLst>
                <a:path w="332740" h="382904">
                  <a:moveTo>
                    <a:pt x="0" y="382524"/>
                  </a:moveTo>
                  <a:lnTo>
                    <a:pt x="332231" y="382524"/>
                  </a:lnTo>
                  <a:lnTo>
                    <a:pt x="332231" y="0"/>
                  </a:lnTo>
                  <a:lnTo>
                    <a:pt x="0" y="0"/>
                  </a:lnTo>
                  <a:lnTo>
                    <a:pt x="0" y="382524"/>
                  </a:lnTo>
                  <a:close/>
                </a:path>
              </a:pathLst>
            </a:custGeom>
            <a:ln w="6350">
              <a:solidFill>
                <a:srgbClr val="FFC000"/>
              </a:solidFill>
            </a:ln>
          </p:spPr>
          <p:txBody>
            <a:bodyPr wrap="square" lIns="0" tIns="0" rIns="0" bIns="0" rtlCol="0"/>
            <a:lstStyle/>
            <a:p/>
          </p:txBody>
        </p:sp>
        <p:pic>
          <p:nvPicPr>
            <p:cNvPr id="22" name="object 20"/>
            <p:cNvPicPr/>
            <p:nvPr/>
          </p:nvPicPr>
          <p:blipFill>
            <a:blip r:embed="rId7" cstate="print"/>
            <a:stretch>
              <a:fillRect/>
            </a:stretch>
          </p:blipFill>
          <p:spPr>
            <a:xfrm>
              <a:off x="1045463" y="4623815"/>
              <a:ext cx="187452" cy="160019"/>
            </a:xfrm>
            <a:prstGeom prst="rect">
              <a:avLst/>
            </a:prstGeom>
          </p:spPr>
        </p:pic>
        <p:pic>
          <p:nvPicPr>
            <p:cNvPr id="23" name="object 21"/>
            <p:cNvPicPr/>
            <p:nvPr/>
          </p:nvPicPr>
          <p:blipFill>
            <a:blip r:embed="rId8" cstate="print"/>
            <a:stretch>
              <a:fillRect/>
            </a:stretch>
          </p:blipFill>
          <p:spPr>
            <a:xfrm>
              <a:off x="1314068" y="4924805"/>
              <a:ext cx="141986" cy="214375"/>
            </a:xfrm>
            <a:prstGeom prst="rect">
              <a:avLst/>
            </a:prstGeom>
          </p:spPr>
        </p:pic>
        <p:pic>
          <p:nvPicPr>
            <p:cNvPr id="24" name="object 22"/>
            <p:cNvPicPr/>
            <p:nvPr/>
          </p:nvPicPr>
          <p:blipFill>
            <a:blip r:embed="rId9" cstate="print"/>
            <a:stretch>
              <a:fillRect/>
            </a:stretch>
          </p:blipFill>
          <p:spPr>
            <a:xfrm>
              <a:off x="1071867" y="4929377"/>
              <a:ext cx="76161" cy="213614"/>
            </a:xfrm>
            <a:prstGeom prst="rect">
              <a:avLst/>
            </a:prstGeom>
          </p:spPr>
        </p:pic>
        <p:pic>
          <p:nvPicPr>
            <p:cNvPr id="25" name="object 23"/>
            <p:cNvPicPr/>
            <p:nvPr/>
          </p:nvPicPr>
          <p:blipFill>
            <a:blip r:embed="rId10" cstate="print"/>
            <a:stretch>
              <a:fillRect/>
            </a:stretch>
          </p:blipFill>
          <p:spPr>
            <a:xfrm>
              <a:off x="2342387" y="4494275"/>
              <a:ext cx="333756" cy="381000"/>
            </a:xfrm>
            <a:prstGeom prst="rect">
              <a:avLst/>
            </a:prstGeom>
          </p:spPr>
        </p:pic>
        <p:sp>
          <p:nvSpPr>
            <p:cNvPr id="26" name="object 24"/>
            <p:cNvSpPr/>
            <p:nvPr/>
          </p:nvSpPr>
          <p:spPr>
            <a:xfrm>
              <a:off x="2342387" y="4494275"/>
              <a:ext cx="334010" cy="381000"/>
            </a:xfrm>
            <a:custGeom>
              <a:avLst/>
              <a:gdLst/>
              <a:ahLst/>
              <a:cxnLst/>
              <a:rect l="l" t="t" r="r" b="b"/>
              <a:pathLst>
                <a:path w="334010" h="381000">
                  <a:moveTo>
                    <a:pt x="0" y="381000"/>
                  </a:moveTo>
                  <a:lnTo>
                    <a:pt x="333756" y="381000"/>
                  </a:lnTo>
                  <a:lnTo>
                    <a:pt x="333756" y="0"/>
                  </a:lnTo>
                  <a:lnTo>
                    <a:pt x="0" y="0"/>
                  </a:lnTo>
                  <a:lnTo>
                    <a:pt x="0" y="381000"/>
                  </a:lnTo>
                  <a:close/>
                </a:path>
              </a:pathLst>
            </a:custGeom>
            <a:ln w="6350">
              <a:solidFill>
                <a:srgbClr val="FFC000"/>
              </a:solidFill>
            </a:ln>
          </p:spPr>
          <p:txBody>
            <a:bodyPr wrap="square" lIns="0" tIns="0" rIns="0" bIns="0" rtlCol="0"/>
            <a:lstStyle/>
            <a:p/>
          </p:txBody>
        </p:sp>
        <p:pic>
          <p:nvPicPr>
            <p:cNvPr id="27" name="object 25"/>
            <p:cNvPicPr/>
            <p:nvPr/>
          </p:nvPicPr>
          <p:blipFill>
            <a:blip r:embed="rId11" cstate="print"/>
            <a:stretch>
              <a:fillRect/>
            </a:stretch>
          </p:blipFill>
          <p:spPr>
            <a:xfrm>
              <a:off x="2444495" y="4625339"/>
              <a:ext cx="193548" cy="160019"/>
            </a:xfrm>
            <a:prstGeom prst="rect">
              <a:avLst/>
            </a:prstGeom>
          </p:spPr>
        </p:pic>
        <p:pic>
          <p:nvPicPr>
            <p:cNvPr id="28" name="object 26"/>
            <p:cNvPicPr/>
            <p:nvPr/>
          </p:nvPicPr>
          <p:blipFill>
            <a:blip r:embed="rId6" cstate="print"/>
            <a:stretch>
              <a:fillRect/>
            </a:stretch>
          </p:blipFill>
          <p:spPr>
            <a:xfrm>
              <a:off x="3678935" y="4495800"/>
              <a:ext cx="332232" cy="382524"/>
            </a:xfrm>
            <a:prstGeom prst="rect">
              <a:avLst/>
            </a:prstGeom>
          </p:spPr>
        </p:pic>
        <p:sp>
          <p:nvSpPr>
            <p:cNvPr id="29" name="object 27"/>
            <p:cNvSpPr/>
            <p:nvPr/>
          </p:nvSpPr>
          <p:spPr>
            <a:xfrm>
              <a:off x="3678935" y="4495800"/>
              <a:ext cx="332740" cy="382905"/>
            </a:xfrm>
            <a:custGeom>
              <a:avLst/>
              <a:gdLst/>
              <a:ahLst/>
              <a:cxnLst/>
              <a:rect l="l" t="t" r="r" b="b"/>
              <a:pathLst>
                <a:path w="332739" h="382904">
                  <a:moveTo>
                    <a:pt x="0" y="382524"/>
                  </a:moveTo>
                  <a:lnTo>
                    <a:pt x="332232" y="382524"/>
                  </a:lnTo>
                  <a:lnTo>
                    <a:pt x="332232" y="0"/>
                  </a:lnTo>
                  <a:lnTo>
                    <a:pt x="0" y="0"/>
                  </a:lnTo>
                  <a:lnTo>
                    <a:pt x="0" y="382524"/>
                  </a:lnTo>
                  <a:close/>
                </a:path>
              </a:pathLst>
            </a:custGeom>
            <a:ln w="6349">
              <a:solidFill>
                <a:srgbClr val="FFC000"/>
              </a:solidFill>
            </a:ln>
          </p:spPr>
          <p:txBody>
            <a:bodyPr wrap="square" lIns="0" tIns="0" rIns="0" bIns="0" rtlCol="0"/>
            <a:lstStyle/>
            <a:p/>
          </p:txBody>
        </p:sp>
        <p:pic>
          <p:nvPicPr>
            <p:cNvPr id="30" name="object 28"/>
            <p:cNvPicPr/>
            <p:nvPr/>
          </p:nvPicPr>
          <p:blipFill>
            <a:blip r:embed="rId12" cstate="print"/>
            <a:stretch>
              <a:fillRect/>
            </a:stretch>
          </p:blipFill>
          <p:spPr>
            <a:xfrm>
              <a:off x="3779519" y="4626863"/>
              <a:ext cx="195072" cy="160019"/>
            </a:xfrm>
            <a:prstGeom prst="rect">
              <a:avLst/>
            </a:prstGeom>
          </p:spPr>
        </p:pic>
        <p:pic>
          <p:nvPicPr>
            <p:cNvPr id="31" name="object 29"/>
            <p:cNvPicPr/>
            <p:nvPr/>
          </p:nvPicPr>
          <p:blipFill>
            <a:blip r:embed="rId13" cstate="print"/>
            <a:stretch>
              <a:fillRect/>
            </a:stretch>
          </p:blipFill>
          <p:spPr>
            <a:xfrm>
              <a:off x="1322831" y="4492751"/>
              <a:ext cx="332231" cy="382524"/>
            </a:xfrm>
            <a:prstGeom prst="rect">
              <a:avLst/>
            </a:prstGeom>
          </p:spPr>
        </p:pic>
        <p:sp>
          <p:nvSpPr>
            <p:cNvPr id="32" name="object 30"/>
            <p:cNvSpPr/>
            <p:nvPr/>
          </p:nvSpPr>
          <p:spPr>
            <a:xfrm>
              <a:off x="1322831" y="4492751"/>
              <a:ext cx="332740" cy="382905"/>
            </a:xfrm>
            <a:custGeom>
              <a:avLst/>
              <a:gdLst/>
              <a:ahLst/>
              <a:cxnLst/>
              <a:rect l="l" t="t" r="r" b="b"/>
              <a:pathLst>
                <a:path w="332739" h="382904">
                  <a:moveTo>
                    <a:pt x="0" y="382524"/>
                  </a:moveTo>
                  <a:lnTo>
                    <a:pt x="332231" y="382524"/>
                  </a:lnTo>
                  <a:lnTo>
                    <a:pt x="332231" y="0"/>
                  </a:lnTo>
                  <a:lnTo>
                    <a:pt x="0" y="0"/>
                  </a:lnTo>
                  <a:lnTo>
                    <a:pt x="0" y="382524"/>
                  </a:lnTo>
                  <a:close/>
                </a:path>
              </a:pathLst>
            </a:custGeom>
            <a:ln w="6350">
              <a:solidFill>
                <a:srgbClr val="4471C4"/>
              </a:solidFill>
            </a:ln>
          </p:spPr>
          <p:txBody>
            <a:bodyPr wrap="square" lIns="0" tIns="0" rIns="0" bIns="0" rtlCol="0"/>
            <a:lstStyle/>
            <a:p/>
          </p:txBody>
        </p:sp>
        <p:pic>
          <p:nvPicPr>
            <p:cNvPr id="33" name="object 31"/>
            <p:cNvPicPr/>
            <p:nvPr/>
          </p:nvPicPr>
          <p:blipFill>
            <a:blip r:embed="rId14" cstate="print"/>
            <a:stretch>
              <a:fillRect/>
            </a:stretch>
          </p:blipFill>
          <p:spPr>
            <a:xfrm>
              <a:off x="1394459" y="4625339"/>
              <a:ext cx="199644" cy="149351"/>
            </a:xfrm>
            <a:prstGeom prst="rect">
              <a:avLst/>
            </a:prstGeom>
          </p:spPr>
        </p:pic>
        <p:pic>
          <p:nvPicPr>
            <p:cNvPr id="34" name="object 32"/>
            <p:cNvPicPr/>
            <p:nvPr/>
          </p:nvPicPr>
          <p:blipFill>
            <a:blip r:embed="rId13" cstate="print"/>
            <a:stretch>
              <a:fillRect/>
            </a:stretch>
          </p:blipFill>
          <p:spPr>
            <a:xfrm>
              <a:off x="2723387" y="4492751"/>
              <a:ext cx="333756" cy="382524"/>
            </a:xfrm>
            <a:prstGeom prst="rect">
              <a:avLst/>
            </a:prstGeom>
          </p:spPr>
        </p:pic>
        <p:sp>
          <p:nvSpPr>
            <p:cNvPr id="35" name="object 33"/>
            <p:cNvSpPr/>
            <p:nvPr/>
          </p:nvSpPr>
          <p:spPr>
            <a:xfrm>
              <a:off x="2723387" y="4492751"/>
              <a:ext cx="334010" cy="382905"/>
            </a:xfrm>
            <a:custGeom>
              <a:avLst/>
              <a:gdLst/>
              <a:ahLst/>
              <a:cxnLst/>
              <a:rect l="l" t="t" r="r" b="b"/>
              <a:pathLst>
                <a:path w="334010" h="382904">
                  <a:moveTo>
                    <a:pt x="0" y="382524"/>
                  </a:moveTo>
                  <a:lnTo>
                    <a:pt x="333756" y="382524"/>
                  </a:lnTo>
                  <a:lnTo>
                    <a:pt x="333756" y="0"/>
                  </a:lnTo>
                  <a:lnTo>
                    <a:pt x="0" y="0"/>
                  </a:lnTo>
                  <a:lnTo>
                    <a:pt x="0" y="382524"/>
                  </a:lnTo>
                  <a:close/>
                </a:path>
              </a:pathLst>
            </a:custGeom>
            <a:ln w="6350">
              <a:solidFill>
                <a:srgbClr val="4471C4"/>
              </a:solidFill>
            </a:ln>
          </p:spPr>
          <p:txBody>
            <a:bodyPr wrap="square" lIns="0" tIns="0" rIns="0" bIns="0" rtlCol="0"/>
            <a:lstStyle/>
            <a:p/>
          </p:txBody>
        </p:sp>
        <p:pic>
          <p:nvPicPr>
            <p:cNvPr id="36" name="object 34"/>
            <p:cNvPicPr/>
            <p:nvPr/>
          </p:nvPicPr>
          <p:blipFill>
            <a:blip r:embed="rId15" cstate="print"/>
            <a:stretch>
              <a:fillRect/>
            </a:stretch>
          </p:blipFill>
          <p:spPr>
            <a:xfrm>
              <a:off x="2795016" y="4625339"/>
              <a:ext cx="205739" cy="149351"/>
            </a:xfrm>
            <a:prstGeom prst="rect">
              <a:avLst/>
            </a:prstGeom>
          </p:spPr>
        </p:pic>
        <p:pic>
          <p:nvPicPr>
            <p:cNvPr id="37" name="object 35"/>
            <p:cNvPicPr/>
            <p:nvPr/>
          </p:nvPicPr>
          <p:blipFill>
            <a:blip r:embed="rId16" cstate="print"/>
            <a:stretch>
              <a:fillRect/>
            </a:stretch>
          </p:blipFill>
          <p:spPr>
            <a:xfrm>
              <a:off x="4058411" y="4495800"/>
              <a:ext cx="333756" cy="381000"/>
            </a:xfrm>
            <a:prstGeom prst="rect">
              <a:avLst/>
            </a:prstGeom>
          </p:spPr>
        </p:pic>
        <p:sp>
          <p:nvSpPr>
            <p:cNvPr id="38" name="object 36"/>
            <p:cNvSpPr/>
            <p:nvPr/>
          </p:nvSpPr>
          <p:spPr>
            <a:xfrm>
              <a:off x="4058411" y="4495800"/>
              <a:ext cx="334010" cy="381000"/>
            </a:xfrm>
            <a:custGeom>
              <a:avLst/>
              <a:gdLst/>
              <a:ahLst/>
              <a:cxnLst/>
              <a:rect l="l" t="t" r="r" b="b"/>
              <a:pathLst>
                <a:path w="334010" h="381000">
                  <a:moveTo>
                    <a:pt x="0" y="381000"/>
                  </a:moveTo>
                  <a:lnTo>
                    <a:pt x="333756" y="381000"/>
                  </a:lnTo>
                  <a:lnTo>
                    <a:pt x="333756" y="0"/>
                  </a:lnTo>
                  <a:lnTo>
                    <a:pt x="0" y="0"/>
                  </a:lnTo>
                  <a:lnTo>
                    <a:pt x="0" y="381000"/>
                  </a:lnTo>
                  <a:close/>
                </a:path>
              </a:pathLst>
            </a:custGeom>
            <a:ln w="6350">
              <a:solidFill>
                <a:srgbClr val="4471C4"/>
              </a:solidFill>
            </a:ln>
          </p:spPr>
          <p:txBody>
            <a:bodyPr wrap="square" lIns="0" tIns="0" rIns="0" bIns="0" rtlCol="0"/>
            <a:lstStyle/>
            <a:p/>
          </p:txBody>
        </p:sp>
        <p:pic>
          <p:nvPicPr>
            <p:cNvPr id="39" name="object 37"/>
            <p:cNvPicPr/>
            <p:nvPr/>
          </p:nvPicPr>
          <p:blipFill>
            <a:blip r:embed="rId17" cstate="print"/>
            <a:stretch>
              <a:fillRect/>
            </a:stretch>
          </p:blipFill>
          <p:spPr>
            <a:xfrm>
              <a:off x="4130040" y="4628387"/>
              <a:ext cx="207263" cy="152400"/>
            </a:xfrm>
            <a:prstGeom prst="rect">
              <a:avLst/>
            </a:prstGeom>
          </p:spPr>
        </p:pic>
        <p:sp>
          <p:nvSpPr>
            <p:cNvPr id="40" name="object 38"/>
            <p:cNvSpPr/>
            <p:nvPr/>
          </p:nvSpPr>
          <p:spPr>
            <a:xfrm>
              <a:off x="576834" y="3851909"/>
              <a:ext cx="2874645" cy="601980"/>
            </a:xfrm>
            <a:custGeom>
              <a:avLst/>
              <a:gdLst/>
              <a:ahLst/>
              <a:cxnLst/>
              <a:rect l="l" t="t" r="r" b="b"/>
              <a:pathLst>
                <a:path w="2874645" h="601979">
                  <a:moveTo>
                    <a:pt x="76200" y="76200"/>
                  </a:moveTo>
                  <a:lnTo>
                    <a:pt x="69850" y="63500"/>
                  </a:lnTo>
                  <a:lnTo>
                    <a:pt x="38100" y="0"/>
                  </a:lnTo>
                  <a:lnTo>
                    <a:pt x="0" y="76200"/>
                  </a:lnTo>
                  <a:lnTo>
                    <a:pt x="28575" y="76200"/>
                  </a:lnTo>
                  <a:lnTo>
                    <a:pt x="28575" y="530098"/>
                  </a:lnTo>
                  <a:lnTo>
                    <a:pt x="47625" y="530098"/>
                  </a:lnTo>
                  <a:lnTo>
                    <a:pt x="47625" y="76200"/>
                  </a:lnTo>
                  <a:lnTo>
                    <a:pt x="76200" y="76200"/>
                  </a:lnTo>
                  <a:close/>
                </a:path>
                <a:path w="2874645" h="601979">
                  <a:moveTo>
                    <a:pt x="264058" y="121285"/>
                  </a:moveTo>
                  <a:lnTo>
                    <a:pt x="263779" y="121031"/>
                  </a:lnTo>
                  <a:lnTo>
                    <a:pt x="263347" y="120650"/>
                  </a:lnTo>
                  <a:lnTo>
                    <a:pt x="261620" y="119253"/>
                  </a:lnTo>
                  <a:lnTo>
                    <a:pt x="261404" y="119087"/>
                  </a:lnTo>
                  <a:lnTo>
                    <a:pt x="259727" y="117729"/>
                  </a:lnTo>
                  <a:lnTo>
                    <a:pt x="222059" y="98933"/>
                  </a:lnTo>
                  <a:lnTo>
                    <a:pt x="213093" y="98933"/>
                  </a:lnTo>
                  <a:lnTo>
                    <a:pt x="179273" y="120650"/>
                  </a:lnTo>
                  <a:lnTo>
                    <a:pt x="160070" y="157607"/>
                  </a:lnTo>
                  <a:lnTo>
                    <a:pt x="145326" y="207772"/>
                  </a:lnTo>
                  <a:lnTo>
                    <a:pt x="136156" y="253238"/>
                  </a:lnTo>
                  <a:lnTo>
                    <a:pt x="128295" y="304165"/>
                  </a:lnTo>
                  <a:lnTo>
                    <a:pt x="119494" y="378587"/>
                  </a:lnTo>
                  <a:lnTo>
                    <a:pt x="115481" y="417957"/>
                  </a:lnTo>
                  <a:lnTo>
                    <a:pt x="111696" y="459994"/>
                  </a:lnTo>
                  <a:lnTo>
                    <a:pt x="111302" y="464591"/>
                  </a:lnTo>
                  <a:lnTo>
                    <a:pt x="82829" y="462153"/>
                  </a:lnTo>
                  <a:lnTo>
                    <a:pt x="114300" y="541274"/>
                  </a:lnTo>
                  <a:lnTo>
                    <a:pt x="152450" y="478917"/>
                  </a:lnTo>
                  <a:lnTo>
                    <a:pt x="158750" y="468630"/>
                  </a:lnTo>
                  <a:lnTo>
                    <a:pt x="130289" y="466204"/>
                  </a:lnTo>
                  <a:lnTo>
                    <a:pt x="130987" y="458216"/>
                  </a:lnTo>
                  <a:lnTo>
                    <a:pt x="134442" y="419735"/>
                  </a:lnTo>
                  <a:lnTo>
                    <a:pt x="138417" y="380657"/>
                  </a:lnTo>
                  <a:lnTo>
                    <a:pt x="147154" y="306705"/>
                  </a:lnTo>
                  <a:lnTo>
                    <a:pt x="154914" y="256540"/>
                  </a:lnTo>
                  <a:lnTo>
                    <a:pt x="163753" y="212636"/>
                  </a:lnTo>
                  <a:lnTo>
                    <a:pt x="174167" y="175018"/>
                  </a:lnTo>
                  <a:lnTo>
                    <a:pt x="177787" y="164592"/>
                  </a:lnTo>
                  <a:lnTo>
                    <a:pt x="177850" y="164401"/>
                  </a:lnTo>
                  <a:lnTo>
                    <a:pt x="198361" y="127635"/>
                  </a:lnTo>
                  <a:lnTo>
                    <a:pt x="198843" y="127076"/>
                  </a:lnTo>
                  <a:lnTo>
                    <a:pt x="199123" y="126746"/>
                  </a:lnTo>
                  <a:lnTo>
                    <a:pt x="201269" y="124841"/>
                  </a:lnTo>
                  <a:lnTo>
                    <a:pt x="202514" y="123698"/>
                  </a:lnTo>
                  <a:lnTo>
                    <a:pt x="203822" y="122809"/>
                  </a:lnTo>
                  <a:lnTo>
                    <a:pt x="206629" y="120904"/>
                  </a:lnTo>
                  <a:lnTo>
                    <a:pt x="207010" y="120650"/>
                  </a:lnTo>
                  <a:lnTo>
                    <a:pt x="208457" y="120015"/>
                  </a:lnTo>
                  <a:lnTo>
                    <a:pt x="210591" y="119087"/>
                  </a:lnTo>
                  <a:lnTo>
                    <a:pt x="210159" y="119087"/>
                  </a:lnTo>
                  <a:lnTo>
                    <a:pt x="209994" y="119087"/>
                  </a:lnTo>
                  <a:lnTo>
                    <a:pt x="210400" y="119011"/>
                  </a:lnTo>
                  <a:lnTo>
                    <a:pt x="211137" y="118846"/>
                  </a:lnTo>
                  <a:lnTo>
                    <a:pt x="213436" y="118364"/>
                  </a:lnTo>
                  <a:lnTo>
                    <a:pt x="215265" y="117983"/>
                  </a:lnTo>
                  <a:lnTo>
                    <a:pt x="219583" y="117983"/>
                  </a:lnTo>
                  <a:lnTo>
                    <a:pt x="224828" y="119087"/>
                  </a:lnTo>
                  <a:lnTo>
                    <a:pt x="230644" y="121285"/>
                  </a:lnTo>
                  <a:lnTo>
                    <a:pt x="231330" y="121539"/>
                  </a:lnTo>
                  <a:lnTo>
                    <a:pt x="230746" y="121285"/>
                  </a:lnTo>
                  <a:lnTo>
                    <a:pt x="264058" y="121285"/>
                  </a:lnTo>
                  <a:close/>
                </a:path>
                <a:path w="2874645" h="601979">
                  <a:moveTo>
                    <a:pt x="1938540" y="167462"/>
                  </a:moveTo>
                  <a:lnTo>
                    <a:pt x="1938223" y="167462"/>
                  </a:lnTo>
                  <a:lnTo>
                    <a:pt x="1936013" y="167957"/>
                  </a:lnTo>
                  <a:lnTo>
                    <a:pt x="1938540" y="167462"/>
                  </a:lnTo>
                  <a:close/>
                </a:path>
                <a:path w="2874645" h="601979">
                  <a:moveTo>
                    <a:pt x="2874518" y="460756"/>
                  </a:moveTo>
                  <a:lnTo>
                    <a:pt x="2848711" y="472948"/>
                  </a:lnTo>
                  <a:lnTo>
                    <a:pt x="2842260" y="459486"/>
                  </a:lnTo>
                  <a:lnTo>
                    <a:pt x="2821559" y="418846"/>
                  </a:lnTo>
                  <a:lnTo>
                    <a:pt x="2804541" y="388429"/>
                  </a:lnTo>
                  <a:lnTo>
                    <a:pt x="2804541" y="82296"/>
                  </a:lnTo>
                  <a:lnTo>
                    <a:pt x="2833116" y="82296"/>
                  </a:lnTo>
                  <a:lnTo>
                    <a:pt x="2826766" y="69596"/>
                  </a:lnTo>
                  <a:lnTo>
                    <a:pt x="2795016" y="6096"/>
                  </a:lnTo>
                  <a:lnTo>
                    <a:pt x="2756916" y="82296"/>
                  </a:lnTo>
                  <a:lnTo>
                    <a:pt x="2785491" y="82296"/>
                  </a:lnTo>
                  <a:lnTo>
                    <a:pt x="2785491" y="356793"/>
                  </a:lnTo>
                  <a:lnTo>
                    <a:pt x="2763139" y="322326"/>
                  </a:lnTo>
                  <a:lnTo>
                    <a:pt x="2735821" y="286512"/>
                  </a:lnTo>
                  <a:lnTo>
                    <a:pt x="2705735" y="252857"/>
                  </a:lnTo>
                  <a:lnTo>
                    <a:pt x="2672461" y="221615"/>
                  </a:lnTo>
                  <a:lnTo>
                    <a:pt x="2635377" y="193294"/>
                  </a:lnTo>
                  <a:lnTo>
                    <a:pt x="2594229" y="168148"/>
                  </a:lnTo>
                  <a:lnTo>
                    <a:pt x="2548636" y="146685"/>
                  </a:lnTo>
                  <a:lnTo>
                    <a:pt x="2498090" y="129032"/>
                  </a:lnTo>
                  <a:lnTo>
                    <a:pt x="2487536" y="126263"/>
                  </a:lnTo>
                  <a:lnTo>
                    <a:pt x="2473452" y="122555"/>
                  </a:lnTo>
                  <a:lnTo>
                    <a:pt x="2412492" y="110998"/>
                  </a:lnTo>
                  <a:lnTo>
                    <a:pt x="2348230" y="104648"/>
                  </a:lnTo>
                  <a:lnTo>
                    <a:pt x="2317356" y="103505"/>
                  </a:lnTo>
                  <a:lnTo>
                    <a:pt x="2277745" y="103505"/>
                  </a:lnTo>
                  <a:lnTo>
                    <a:pt x="2200783" y="107696"/>
                  </a:lnTo>
                  <a:lnTo>
                    <a:pt x="2160016" y="111633"/>
                  </a:lnTo>
                  <a:lnTo>
                    <a:pt x="2117725" y="116713"/>
                  </a:lnTo>
                  <a:lnTo>
                    <a:pt x="2028825" y="130683"/>
                  </a:lnTo>
                  <a:lnTo>
                    <a:pt x="1934464" y="148844"/>
                  </a:lnTo>
                  <a:lnTo>
                    <a:pt x="1835150" y="171069"/>
                  </a:lnTo>
                  <a:lnTo>
                    <a:pt x="1731264" y="196850"/>
                  </a:lnTo>
                  <a:lnTo>
                    <a:pt x="1623314" y="226060"/>
                  </a:lnTo>
                  <a:lnTo>
                    <a:pt x="1541805" y="249478"/>
                  </a:lnTo>
                  <a:lnTo>
                    <a:pt x="1538097" y="240792"/>
                  </a:lnTo>
                  <a:lnTo>
                    <a:pt x="1530604" y="224917"/>
                  </a:lnTo>
                  <a:lnTo>
                    <a:pt x="1523403" y="210870"/>
                  </a:lnTo>
                  <a:lnTo>
                    <a:pt x="1523403" y="254762"/>
                  </a:lnTo>
                  <a:lnTo>
                    <a:pt x="1511427" y="258191"/>
                  </a:lnTo>
                  <a:lnTo>
                    <a:pt x="1461897" y="273227"/>
                  </a:lnTo>
                  <a:lnTo>
                    <a:pt x="1461897" y="156629"/>
                  </a:lnTo>
                  <a:lnTo>
                    <a:pt x="1462328" y="157035"/>
                  </a:lnTo>
                  <a:lnTo>
                    <a:pt x="1471815" y="167500"/>
                  </a:lnTo>
                  <a:lnTo>
                    <a:pt x="1471993" y="167767"/>
                  </a:lnTo>
                  <a:lnTo>
                    <a:pt x="1481150" y="179222"/>
                  </a:lnTo>
                  <a:lnTo>
                    <a:pt x="1489837" y="191465"/>
                  </a:lnTo>
                  <a:lnTo>
                    <a:pt x="1497965" y="204470"/>
                  </a:lnTo>
                  <a:lnTo>
                    <a:pt x="1498180" y="204876"/>
                  </a:lnTo>
                  <a:lnTo>
                    <a:pt x="1506651" y="219684"/>
                  </a:lnTo>
                  <a:lnTo>
                    <a:pt x="1513484" y="233248"/>
                  </a:lnTo>
                  <a:lnTo>
                    <a:pt x="1521231" y="249682"/>
                  </a:lnTo>
                  <a:lnTo>
                    <a:pt x="1523403" y="254762"/>
                  </a:lnTo>
                  <a:lnTo>
                    <a:pt x="1523403" y="210870"/>
                  </a:lnTo>
                  <a:lnTo>
                    <a:pt x="1522730" y="209550"/>
                  </a:lnTo>
                  <a:lnTo>
                    <a:pt x="1514475" y="194818"/>
                  </a:lnTo>
                  <a:lnTo>
                    <a:pt x="1505585" y="180975"/>
                  </a:lnTo>
                  <a:lnTo>
                    <a:pt x="1496542" y="167932"/>
                  </a:lnTo>
                  <a:lnTo>
                    <a:pt x="1496441" y="167767"/>
                  </a:lnTo>
                  <a:lnTo>
                    <a:pt x="1486535" y="155321"/>
                  </a:lnTo>
                  <a:lnTo>
                    <a:pt x="1476121" y="143891"/>
                  </a:lnTo>
                  <a:lnTo>
                    <a:pt x="1464945" y="133223"/>
                  </a:lnTo>
                  <a:lnTo>
                    <a:pt x="1461897" y="130721"/>
                  </a:lnTo>
                  <a:lnTo>
                    <a:pt x="1461897" y="79248"/>
                  </a:lnTo>
                  <a:lnTo>
                    <a:pt x="1490472" y="79248"/>
                  </a:lnTo>
                  <a:lnTo>
                    <a:pt x="1484122" y="66548"/>
                  </a:lnTo>
                  <a:lnTo>
                    <a:pt x="1452372" y="3048"/>
                  </a:lnTo>
                  <a:lnTo>
                    <a:pt x="1414272" y="79248"/>
                  </a:lnTo>
                  <a:lnTo>
                    <a:pt x="1442847" y="79248"/>
                  </a:lnTo>
                  <a:lnTo>
                    <a:pt x="1442847" y="116319"/>
                  </a:lnTo>
                  <a:lnTo>
                    <a:pt x="1441246" y="115189"/>
                  </a:lnTo>
                  <a:lnTo>
                    <a:pt x="1439964" y="114427"/>
                  </a:lnTo>
                  <a:lnTo>
                    <a:pt x="1433868" y="110909"/>
                  </a:lnTo>
                  <a:lnTo>
                    <a:pt x="1381696" y="110909"/>
                  </a:lnTo>
                  <a:lnTo>
                    <a:pt x="1381556" y="110909"/>
                  </a:lnTo>
                  <a:lnTo>
                    <a:pt x="1394841" y="114427"/>
                  </a:lnTo>
                  <a:lnTo>
                    <a:pt x="1394193" y="114274"/>
                  </a:lnTo>
                  <a:lnTo>
                    <a:pt x="1407731" y="119075"/>
                  </a:lnTo>
                  <a:lnTo>
                    <a:pt x="1418907" y="124333"/>
                  </a:lnTo>
                  <a:lnTo>
                    <a:pt x="1442847" y="124333"/>
                  </a:lnTo>
                  <a:lnTo>
                    <a:pt x="1442847" y="124714"/>
                  </a:lnTo>
                  <a:lnTo>
                    <a:pt x="1419872" y="124714"/>
                  </a:lnTo>
                  <a:lnTo>
                    <a:pt x="1419733" y="124714"/>
                  </a:lnTo>
                  <a:lnTo>
                    <a:pt x="1420291" y="124980"/>
                  </a:lnTo>
                  <a:lnTo>
                    <a:pt x="1424051" y="127177"/>
                  </a:lnTo>
                  <a:lnTo>
                    <a:pt x="1430401" y="130810"/>
                  </a:lnTo>
                  <a:lnTo>
                    <a:pt x="1442186" y="139065"/>
                  </a:lnTo>
                  <a:lnTo>
                    <a:pt x="1442847" y="139623"/>
                  </a:lnTo>
                  <a:lnTo>
                    <a:pt x="1442847" y="279019"/>
                  </a:lnTo>
                  <a:lnTo>
                    <a:pt x="1396365" y="293116"/>
                  </a:lnTo>
                  <a:lnTo>
                    <a:pt x="1278255" y="330327"/>
                  </a:lnTo>
                  <a:lnTo>
                    <a:pt x="1035050" y="410464"/>
                  </a:lnTo>
                  <a:lnTo>
                    <a:pt x="555180" y="575767"/>
                  </a:lnTo>
                  <a:lnTo>
                    <a:pt x="714629" y="455041"/>
                  </a:lnTo>
                  <a:lnTo>
                    <a:pt x="828040" y="371856"/>
                  </a:lnTo>
                  <a:lnTo>
                    <a:pt x="883285" y="332613"/>
                  </a:lnTo>
                  <a:lnTo>
                    <a:pt x="934935" y="297078"/>
                  </a:lnTo>
                  <a:lnTo>
                    <a:pt x="990092" y="260604"/>
                  </a:lnTo>
                  <a:lnTo>
                    <a:pt x="1038110" y="230441"/>
                  </a:lnTo>
                  <a:lnTo>
                    <a:pt x="1086764" y="201637"/>
                  </a:lnTo>
                  <a:lnTo>
                    <a:pt x="1138021" y="173685"/>
                  </a:lnTo>
                  <a:lnTo>
                    <a:pt x="1140294" y="172491"/>
                  </a:lnTo>
                  <a:lnTo>
                    <a:pt x="1137881" y="173685"/>
                  </a:lnTo>
                  <a:lnTo>
                    <a:pt x="1183005" y="151638"/>
                  </a:lnTo>
                  <a:lnTo>
                    <a:pt x="1224610" y="134213"/>
                  </a:lnTo>
                  <a:lnTo>
                    <a:pt x="1246047" y="126403"/>
                  </a:lnTo>
                  <a:lnTo>
                    <a:pt x="1245743" y="126403"/>
                  </a:lnTo>
                  <a:lnTo>
                    <a:pt x="1265212" y="120332"/>
                  </a:lnTo>
                  <a:lnTo>
                    <a:pt x="1284249" y="115189"/>
                  </a:lnTo>
                  <a:lnTo>
                    <a:pt x="1302054" y="111429"/>
                  </a:lnTo>
                  <a:lnTo>
                    <a:pt x="1319669" y="108813"/>
                  </a:lnTo>
                  <a:lnTo>
                    <a:pt x="1320634" y="108661"/>
                  </a:lnTo>
                  <a:lnTo>
                    <a:pt x="1320279" y="108661"/>
                  </a:lnTo>
                  <a:lnTo>
                    <a:pt x="1336802" y="107315"/>
                  </a:lnTo>
                  <a:lnTo>
                    <a:pt x="1353210" y="107315"/>
                  </a:lnTo>
                  <a:lnTo>
                    <a:pt x="1367256" y="108458"/>
                  </a:lnTo>
                  <a:lnTo>
                    <a:pt x="1380464" y="110718"/>
                  </a:lnTo>
                  <a:lnTo>
                    <a:pt x="1433550" y="110718"/>
                  </a:lnTo>
                  <a:lnTo>
                    <a:pt x="1428115" y="107569"/>
                  </a:lnTo>
                  <a:lnTo>
                    <a:pt x="1427556" y="107315"/>
                  </a:lnTo>
                  <a:lnTo>
                    <a:pt x="1414399" y="101219"/>
                  </a:lnTo>
                  <a:lnTo>
                    <a:pt x="1400048" y="96012"/>
                  </a:lnTo>
                  <a:lnTo>
                    <a:pt x="1384935" y="92075"/>
                  </a:lnTo>
                  <a:lnTo>
                    <a:pt x="1369187" y="89535"/>
                  </a:lnTo>
                  <a:lnTo>
                    <a:pt x="1354175" y="88265"/>
                  </a:lnTo>
                  <a:lnTo>
                    <a:pt x="1335532" y="88265"/>
                  </a:lnTo>
                  <a:lnTo>
                    <a:pt x="1280033" y="96520"/>
                  </a:lnTo>
                  <a:lnTo>
                    <a:pt x="1239545" y="108458"/>
                  </a:lnTo>
                  <a:lnTo>
                    <a:pt x="1197229" y="124714"/>
                  </a:lnTo>
                  <a:lnTo>
                    <a:pt x="1152398" y="145034"/>
                  </a:lnTo>
                  <a:lnTo>
                    <a:pt x="1105408" y="169418"/>
                  </a:lnTo>
                  <a:lnTo>
                    <a:pt x="1056386" y="197104"/>
                  </a:lnTo>
                  <a:lnTo>
                    <a:pt x="1005713" y="228092"/>
                  </a:lnTo>
                  <a:lnTo>
                    <a:pt x="926719" y="279654"/>
                  </a:lnTo>
                  <a:lnTo>
                    <a:pt x="816864" y="356362"/>
                  </a:lnTo>
                  <a:lnTo>
                    <a:pt x="703199" y="439801"/>
                  </a:lnTo>
                  <a:lnTo>
                    <a:pt x="533692" y="568071"/>
                  </a:lnTo>
                  <a:lnTo>
                    <a:pt x="496519" y="495808"/>
                  </a:lnTo>
                  <a:lnTo>
                    <a:pt x="473925" y="452628"/>
                  </a:lnTo>
                  <a:lnTo>
                    <a:pt x="451700" y="410464"/>
                  </a:lnTo>
                  <a:lnTo>
                    <a:pt x="429653" y="369443"/>
                  </a:lnTo>
                  <a:lnTo>
                    <a:pt x="407987" y="330200"/>
                  </a:lnTo>
                  <a:lnTo>
                    <a:pt x="386765" y="292862"/>
                  </a:lnTo>
                  <a:lnTo>
                    <a:pt x="366001" y="257810"/>
                  </a:lnTo>
                  <a:lnTo>
                    <a:pt x="336067" y="210439"/>
                  </a:lnTo>
                  <a:lnTo>
                    <a:pt x="307632" y="170180"/>
                  </a:lnTo>
                  <a:lnTo>
                    <a:pt x="280619" y="137541"/>
                  </a:lnTo>
                  <a:lnTo>
                    <a:pt x="264325" y="121539"/>
                  </a:lnTo>
                  <a:lnTo>
                    <a:pt x="231330" y="121539"/>
                  </a:lnTo>
                  <a:lnTo>
                    <a:pt x="231127" y="121539"/>
                  </a:lnTo>
                  <a:lnTo>
                    <a:pt x="235483" y="123825"/>
                  </a:lnTo>
                  <a:lnTo>
                    <a:pt x="236562" y="124333"/>
                  </a:lnTo>
                  <a:lnTo>
                    <a:pt x="244055" y="129540"/>
                  </a:lnTo>
                  <a:lnTo>
                    <a:pt x="274574" y="159270"/>
                  </a:lnTo>
                  <a:lnTo>
                    <a:pt x="292227" y="181406"/>
                  </a:lnTo>
                  <a:lnTo>
                    <a:pt x="292442" y="181571"/>
                  </a:lnTo>
                  <a:lnTo>
                    <a:pt x="293166" y="182626"/>
                  </a:lnTo>
                  <a:lnTo>
                    <a:pt x="294665" y="184581"/>
                  </a:lnTo>
                  <a:lnTo>
                    <a:pt x="301345" y="193700"/>
                  </a:lnTo>
                  <a:lnTo>
                    <a:pt x="301548" y="193916"/>
                  </a:lnTo>
                  <a:lnTo>
                    <a:pt x="301701" y="194183"/>
                  </a:lnTo>
                  <a:lnTo>
                    <a:pt x="302336" y="195046"/>
                  </a:lnTo>
                  <a:lnTo>
                    <a:pt x="310629" y="206883"/>
                  </a:lnTo>
                  <a:lnTo>
                    <a:pt x="320141" y="220980"/>
                  </a:lnTo>
                  <a:lnTo>
                    <a:pt x="329819" y="235839"/>
                  </a:lnTo>
                  <a:lnTo>
                    <a:pt x="339661" y="251371"/>
                  </a:lnTo>
                  <a:lnTo>
                    <a:pt x="339852" y="251561"/>
                  </a:lnTo>
                  <a:lnTo>
                    <a:pt x="340855" y="253238"/>
                  </a:lnTo>
                  <a:lnTo>
                    <a:pt x="341350" y="254025"/>
                  </a:lnTo>
                  <a:lnTo>
                    <a:pt x="349681" y="267716"/>
                  </a:lnTo>
                  <a:lnTo>
                    <a:pt x="370255" y="302387"/>
                  </a:lnTo>
                  <a:lnTo>
                    <a:pt x="391325" y="339344"/>
                  </a:lnTo>
                  <a:lnTo>
                    <a:pt x="412902" y="378587"/>
                  </a:lnTo>
                  <a:lnTo>
                    <a:pt x="436359" y="422186"/>
                  </a:lnTo>
                  <a:lnTo>
                    <a:pt x="457047" y="461391"/>
                  </a:lnTo>
                  <a:lnTo>
                    <a:pt x="479590" y="504571"/>
                  </a:lnTo>
                  <a:lnTo>
                    <a:pt x="524929" y="592582"/>
                  </a:lnTo>
                  <a:lnTo>
                    <a:pt x="533349" y="588302"/>
                  </a:lnTo>
                  <a:lnTo>
                    <a:pt x="538048" y="601853"/>
                  </a:lnTo>
                  <a:lnTo>
                    <a:pt x="1041273" y="428459"/>
                  </a:lnTo>
                  <a:lnTo>
                    <a:pt x="1043419" y="427736"/>
                  </a:lnTo>
                  <a:lnTo>
                    <a:pt x="1042377" y="428053"/>
                  </a:lnTo>
                  <a:lnTo>
                    <a:pt x="1284097" y="348488"/>
                  </a:lnTo>
                  <a:lnTo>
                    <a:pt x="1401953" y="311277"/>
                  </a:lnTo>
                  <a:lnTo>
                    <a:pt x="1442847" y="298907"/>
                  </a:lnTo>
                  <a:lnTo>
                    <a:pt x="1442847" y="533146"/>
                  </a:lnTo>
                  <a:lnTo>
                    <a:pt x="1461897" y="533146"/>
                  </a:lnTo>
                  <a:lnTo>
                    <a:pt x="1461897" y="293128"/>
                  </a:lnTo>
                  <a:lnTo>
                    <a:pt x="1519148" y="275793"/>
                  </a:lnTo>
                  <a:lnTo>
                    <a:pt x="1530667" y="272491"/>
                  </a:lnTo>
                  <a:lnTo>
                    <a:pt x="1533461" y="279654"/>
                  </a:lnTo>
                  <a:lnTo>
                    <a:pt x="1540192" y="298069"/>
                  </a:lnTo>
                  <a:lnTo>
                    <a:pt x="1551965" y="334378"/>
                  </a:lnTo>
                  <a:lnTo>
                    <a:pt x="1563306" y="374396"/>
                  </a:lnTo>
                  <a:lnTo>
                    <a:pt x="1572577" y="411251"/>
                  </a:lnTo>
                  <a:lnTo>
                    <a:pt x="1572691" y="411505"/>
                  </a:lnTo>
                  <a:lnTo>
                    <a:pt x="1581531" y="449453"/>
                  </a:lnTo>
                  <a:lnTo>
                    <a:pt x="1582064" y="451612"/>
                  </a:lnTo>
                  <a:lnTo>
                    <a:pt x="1583766" y="459536"/>
                  </a:lnTo>
                  <a:lnTo>
                    <a:pt x="1555877" y="465582"/>
                  </a:lnTo>
                  <a:lnTo>
                    <a:pt x="1609344" y="532003"/>
                  </a:lnTo>
                  <a:lnTo>
                    <a:pt x="1624584" y="471932"/>
                  </a:lnTo>
                  <a:lnTo>
                    <a:pt x="1630299" y="449453"/>
                  </a:lnTo>
                  <a:lnTo>
                    <a:pt x="1602384" y="455510"/>
                  </a:lnTo>
                  <a:lnTo>
                    <a:pt x="1600581" y="447421"/>
                  </a:lnTo>
                  <a:lnTo>
                    <a:pt x="1591183" y="406781"/>
                  </a:lnTo>
                  <a:lnTo>
                    <a:pt x="1581150" y="367284"/>
                  </a:lnTo>
                  <a:lnTo>
                    <a:pt x="1570228" y="328930"/>
                  </a:lnTo>
                  <a:lnTo>
                    <a:pt x="1558290" y="292227"/>
                  </a:lnTo>
                  <a:lnTo>
                    <a:pt x="1549044" y="267220"/>
                  </a:lnTo>
                  <a:lnTo>
                    <a:pt x="1628394" y="244475"/>
                  </a:lnTo>
                  <a:lnTo>
                    <a:pt x="1736090" y="215265"/>
                  </a:lnTo>
                  <a:lnTo>
                    <a:pt x="1839480" y="189674"/>
                  </a:lnTo>
                  <a:lnTo>
                    <a:pt x="1842173" y="189014"/>
                  </a:lnTo>
                  <a:lnTo>
                    <a:pt x="1936013" y="167957"/>
                  </a:lnTo>
                  <a:lnTo>
                    <a:pt x="1938185" y="167462"/>
                  </a:lnTo>
                  <a:lnTo>
                    <a:pt x="2030399" y="149720"/>
                  </a:lnTo>
                  <a:lnTo>
                    <a:pt x="2030564" y="149694"/>
                  </a:lnTo>
                  <a:lnTo>
                    <a:pt x="2032190" y="149428"/>
                  </a:lnTo>
                  <a:lnTo>
                    <a:pt x="2031911" y="149428"/>
                  </a:lnTo>
                  <a:lnTo>
                    <a:pt x="2120138" y="135699"/>
                  </a:lnTo>
                  <a:lnTo>
                    <a:pt x="2120277" y="135699"/>
                  </a:lnTo>
                  <a:lnTo>
                    <a:pt x="2121662" y="135458"/>
                  </a:lnTo>
                  <a:lnTo>
                    <a:pt x="2161108" y="130683"/>
                  </a:lnTo>
                  <a:lnTo>
                    <a:pt x="2160600" y="130683"/>
                  </a:lnTo>
                  <a:lnTo>
                    <a:pt x="2202294" y="126644"/>
                  </a:lnTo>
                  <a:lnTo>
                    <a:pt x="2201938" y="126644"/>
                  </a:lnTo>
                  <a:lnTo>
                    <a:pt x="2241029" y="123977"/>
                  </a:lnTo>
                  <a:lnTo>
                    <a:pt x="2240572" y="123977"/>
                  </a:lnTo>
                  <a:lnTo>
                    <a:pt x="2278380" y="122555"/>
                  </a:lnTo>
                  <a:lnTo>
                    <a:pt x="2316810" y="122555"/>
                  </a:lnTo>
                  <a:lnTo>
                    <a:pt x="2348128" y="123736"/>
                  </a:lnTo>
                  <a:lnTo>
                    <a:pt x="2347328" y="123736"/>
                  </a:lnTo>
                  <a:lnTo>
                    <a:pt x="2379535" y="126263"/>
                  </a:lnTo>
                  <a:lnTo>
                    <a:pt x="2381364" y="126403"/>
                  </a:lnTo>
                  <a:lnTo>
                    <a:pt x="2381491" y="126403"/>
                  </a:lnTo>
                  <a:lnTo>
                    <a:pt x="2410549" y="129857"/>
                  </a:lnTo>
                  <a:lnTo>
                    <a:pt x="2410333" y="129857"/>
                  </a:lnTo>
                  <a:lnTo>
                    <a:pt x="2439581" y="134696"/>
                  </a:lnTo>
                  <a:lnTo>
                    <a:pt x="2492476" y="147320"/>
                  </a:lnTo>
                  <a:lnTo>
                    <a:pt x="2540139" y="163779"/>
                  </a:lnTo>
                  <a:lnTo>
                    <a:pt x="2541613" y="164426"/>
                  </a:lnTo>
                  <a:lnTo>
                    <a:pt x="2541295" y="164249"/>
                  </a:lnTo>
                  <a:lnTo>
                    <a:pt x="2585872" y="185318"/>
                  </a:lnTo>
                  <a:lnTo>
                    <a:pt x="2624391" y="208965"/>
                  </a:lnTo>
                  <a:lnTo>
                    <a:pt x="2660726" y="236728"/>
                  </a:lnTo>
                  <a:lnTo>
                    <a:pt x="2691968" y="266026"/>
                  </a:lnTo>
                  <a:lnTo>
                    <a:pt x="2707030" y="282282"/>
                  </a:lnTo>
                  <a:lnTo>
                    <a:pt x="2706840" y="281927"/>
                  </a:lnTo>
                  <a:lnTo>
                    <a:pt x="2733751" y="314680"/>
                  </a:lnTo>
                  <a:lnTo>
                    <a:pt x="2747581" y="333540"/>
                  </a:lnTo>
                  <a:lnTo>
                    <a:pt x="2760205" y="352082"/>
                  </a:lnTo>
                  <a:lnTo>
                    <a:pt x="2782951" y="388747"/>
                  </a:lnTo>
                  <a:lnTo>
                    <a:pt x="2785491" y="393319"/>
                  </a:lnTo>
                  <a:lnTo>
                    <a:pt x="2785491" y="536194"/>
                  </a:lnTo>
                  <a:lnTo>
                    <a:pt x="2804541" y="536194"/>
                  </a:lnTo>
                  <a:lnTo>
                    <a:pt x="2804541" y="427520"/>
                  </a:lnTo>
                  <a:lnTo>
                    <a:pt x="2804668" y="427736"/>
                  </a:lnTo>
                  <a:lnTo>
                    <a:pt x="2825153" y="467829"/>
                  </a:lnTo>
                  <a:lnTo>
                    <a:pt x="2831439" y="481101"/>
                  </a:lnTo>
                  <a:lnTo>
                    <a:pt x="2805684" y="493268"/>
                  </a:lnTo>
                  <a:lnTo>
                    <a:pt x="2872740" y="545846"/>
                  </a:lnTo>
                  <a:lnTo>
                    <a:pt x="2873781" y="495808"/>
                  </a:lnTo>
                  <a:lnTo>
                    <a:pt x="2873845" y="492633"/>
                  </a:lnTo>
                  <a:lnTo>
                    <a:pt x="2874518" y="460756"/>
                  </a:lnTo>
                  <a:close/>
                </a:path>
              </a:pathLst>
            </a:custGeom>
            <a:solidFill>
              <a:srgbClr val="000000"/>
            </a:solidFill>
          </p:spPr>
          <p:txBody>
            <a:bodyPr wrap="square" lIns="0" tIns="0" rIns="0" bIns="0" rtlCol="0"/>
            <a:lstStyle/>
            <a:p/>
          </p:txBody>
        </p:sp>
        <p:sp>
          <p:nvSpPr>
            <p:cNvPr id="41" name="object 39"/>
            <p:cNvSpPr/>
            <p:nvPr/>
          </p:nvSpPr>
          <p:spPr>
            <a:xfrm>
              <a:off x="492251" y="3317747"/>
              <a:ext cx="3904615" cy="207645"/>
            </a:xfrm>
            <a:custGeom>
              <a:avLst/>
              <a:gdLst/>
              <a:ahLst/>
              <a:cxnLst/>
              <a:rect l="l" t="t" r="r" b="b"/>
              <a:pathLst>
                <a:path w="3904615" h="207645">
                  <a:moveTo>
                    <a:pt x="0" y="207263"/>
                  </a:moveTo>
                  <a:lnTo>
                    <a:pt x="3904488" y="207263"/>
                  </a:lnTo>
                  <a:lnTo>
                    <a:pt x="3904488" y="0"/>
                  </a:lnTo>
                  <a:lnTo>
                    <a:pt x="0" y="0"/>
                  </a:lnTo>
                  <a:lnTo>
                    <a:pt x="0" y="207263"/>
                  </a:lnTo>
                  <a:close/>
                </a:path>
              </a:pathLst>
            </a:custGeom>
            <a:ln w="12700">
              <a:solidFill>
                <a:srgbClr val="000000"/>
              </a:solidFill>
            </a:ln>
          </p:spPr>
          <p:txBody>
            <a:bodyPr wrap="square" lIns="0" tIns="0" rIns="0" bIns="0" rtlCol="0"/>
            <a:lstStyle/>
            <a:p/>
          </p:txBody>
        </p:sp>
        <p:pic>
          <p:nvPicPr>
            <p:cNvPr id="42" name="object 40"/>
            <p:cNvPicPr/>
            <p:nvPr/>
          </p:nvPicPr>
          <p:blipFill>
            <a:blip r:embed="rId18" cstate="print"/>
            <a:stretch>
              <a:fillRect/>
            </a:stretch>
          </p:blipFill>
          <p:spPr>
            <a:xfrm>
              <a:off x="2141219" y="3346703"/>
              <a:ext cx="647700" cy="135636"/>
            </a:xfrm>
            <a:prstGeom prst="rect">
              <a:avLst/>
            </a:prstGeom>
          </p:spPr>
        </p:pic>
        <p:sp>
          <p:nvSpPr>
            <p:cNvPr id="43" name="object 41"/>
            <p:cNvSpPr/>
            <p:nvPr/>
          </p:nvSpPr>
          <p:spPr>
            <a:xfrm>
              <a:off x="3639312" y="3124199"/>
              <a:ext cx="417830" cy="94615"/>
            </a:xfrm>
            <a:custGeom>
              <a:avLst/>
              <a:gdLst/>
              <a:ahLst/>
              <a:cxnLst/>
              <a:rect l="l" t="t" r="r" b="b"/>
              <a:pathLst>
                <a:path w="417829" h="94614">
                  <a:moveTo>
                    <a:pt x="417575" y="0"/>
                  </a:moveTo>
                  <a:lnTo>
                    <a:pt x="0" y="0"/>
                  </a:lnTo>
                  <a:lnTo>
                    <a:pt x="0" y="94487"/>
                  </a:lnTo>
                  <a:lnTo>
                    <a:pt x="417575" y="94487"/>
                  </a:lnTo>
                  <a:lnTo>
                    <a:pt x="417575" y="0"/>
                  </a:lnTo>
                  <a:close/>
                </a:path>
              </a:pathLst>
            </a:custGeom>
            <a:solidFill>
              <a:srgbClr val="EC7C30"/>
            </a:solidFill>
          </p:spPr>
          <p:txBody>
            <a:bodyPr wrap="square" lIns="0" tIns="0" rIns="0" bIns="0" rtlCol="0"/>
            <a:lstStyle/>
            <a:p/>
          </p:txBody>
        </p:sp>
        <p:sp>
          <p:nvSpPr>
            <p:cNvPr id="44" name="object 42"/>
            <p:cNvSpPr/>
            <p:nvPr/>
          </p:nvSpPr>
          <p:spPr>
            <a:xfrm>
              <a:off x="3639312" y="3124199"/>
              <a:ext cx="417830" cy="94615"/>
            </a:xfrm>
            <a:custGeom>
              <a:avLst/>
              <a:gdLst/>
              <a:ahLst/>
              <a:cxnLst/>
              <a:rect l="l" t="t" r="r" b="b"/>
              <a:pathLst>
                <a:path w="417829" h="94614">
                  <a:moveTo>
                    <a:pt x="0" y="94487"/>
                  </a:moveTo>
                  <a:lnTo>
                    <a:pt x="417575" y="94487"/>
                  </a:lnTo>
                  <a:lnTo>
                    <a:pt x="417575" y="0"/>
                  </a:lnTo>
                  <a:lnTo>
                    <a:pt x="0" y="0"/>
                  </a:lnTo>
                  <a:lnTo>
                    <a:pt x="0" y="94487"/>
                  </a:lnTo>
                  <a:close/>
                </a:path>
              </a:pathLst>
            </a:custGeom>
            <a:ln w="12700">
              <a:solidFill>
                <a:srgbClr val="AD5A20"/>
              </a:solidFill>
            </a:ln>
          </p:spPr>
          <p:txBody>
            <a:bodyPr wrap="square" lIns="0" tIns="0" rIns="0" bIns="0" rtlCol="0"/>
            <a:lstStyle/>
            <a:p/>
          </p:txBody>
        </p:sp>
        <p:sp>
          <p:nvSpPr>
            <p:cNvPr id="45" name="object 43"/>
            <p:cNvSpPr/>
            <p:nvPr/>
          </p:nvSpPr>
          <p:spPr>
            <a:xfrm>
              <a:off x="525018" y="2818637"/>
              <a:ext cx="3868420" cy="441959"/>
            </a:xfrm>
            <a:custGeom>
              <a:avLst/>
              <a:gdLst/>
              <a:ahLst/>
              <a:cxnLst/>
              <a:rect l="l" t="t" r="r" b="b"/>
              <a:pathLst>
                <a:path w="3868420" h="441960">
                  <a:moveTo>
                    <a:pt x="3868039" y="403860"/>
                  </a:moveTo>
                  <a:lnTo>
                    <a:pt x="3848989" y="394335"/>
                  </a:lnTo>
                  <a:lnTo>
                    <a:pt x="3791839" y="365760"/>
                  </a:lnTo>
                  <a:lnTo>
                    <a:pt x="3791839" y="394335"/>
                  </a:lnTo>
                  <a:lnTo>
                    <a:pt x="47625" y="394335"/>
                  </a:lnTo>
                  <a:lnTo>
                    <a:pt x="47625" y="76200"/>
                  </a:lnTo>
                  <a:lnTo>
                    <a:pt x="76200" y="76200"/>
                  </a:lnTo>
                  <a:lnTo>
                    <a:pt x="69850" y="63500"/>
                  </a:lnTo>
                  <a:lnTo>
                    <a:pt x="38100" y="0"/>
                  </a:lnTo>
                  <a:lnTo>
                    <a:pt x="0" y="76200"/>
                  </a:lnTo>
                  <a:lnTo>
                    <a:pt x="28575" y="76200"/>
                  </a:lnTo>
                  <a:lnTo>
                    <a:pt x="28575" y="402844"/>
                  </a:lnTo>
                  <a:lnTo>
                    <a:pt x="32004" y="402844"/>
                  </a:lnTo>
                  <a:lnTo>
                    <a:pt x="32004" y="413385"/>
                  </a:lnTo>
                  <a:lnTo>
                    <a:pt x="3791839" y="413385"/>
                  </a:lnTo>
                  <a:lnTo>
                    <a:pt x="3791839" y="441960"/>
                  </a:lnTo>
                  <a:lnTo>
                    <a:pt x="3848989" y="413385"/>
                  </a:lnTo>
                  <a:lnTo>
                    <a:pt x="3868039" y="403860"/>
                  </a:lnTo>
                  <a:close/>
                </a:path>
              </a:pathLst>
            </a:custGeom>
            <a:solidFill>
              <a:srgbClr val="000000"/>
            </a:solidFill>
          </p:spPr>
          <p:txBody>
            <a:bodyPr wrap="square" lIns="0" tIns="0" rIns="0" bIns="0" rtlCol="0"/>
            <a:lstStyle/>
            <a:p/>
          </p:txBody>
        </p:sp>
        <p:pic>
          <p:nvPicPr>
            <p:cNvPr id="46" name="object 44"/>
            <p:cNvPicPr/>
            <p:nvPr/>
          </p:nvPicPr>
          <p:blipFill>
            <a:blip r:embed="rId19" cstate="print"/>
            <a:stretch>
              <a:fillRect/>
            </a:stretch>
          </p:blipFill>
          <p:spPr>
            <a:xfrm>
              <a:off x="954023" y="2878835"/>
              <a:ext cx="236219" cy="149351"/>
            </a:xfrm>
            <a:prstGeom prst="rect">
              <a:avLst/>
            </a:prstGeom>
          </p:spPr>
        </p:pic>
        <p:pic>
          <p:nvPicPr>
            <p:cNvPr id="47" name="object 45"/>
            <p:cNvPicPr/>
            <p:nvPr/>
          </p:nvPicPr>
          <p:blipFill>
            <a:blip r:embed="rId20" cstate="print"/>
            <a:stretch>
              <a:fillRect/>
            </a:stretch>
          </p:blipFill>
          <p:spPr>
            <a:xfrm>
              <a:off x="2403347" y="2875787"/>
              <a:ext cx="240792" cy="149351"/>
            </a:xfrm>
            <a:prstGeom prst="rect">
              <a:avLst/>
            </a:prstGeom>
          </p:spPr>
        </p:pic>
        <p:pic>
          <p:nvPicPr>
            <p:cNvPr id="48" name="object 46"/>
            <p:cNvPicPr/>
            <p:nvPr/>
          </p:nvPicPr>
          <p:blipFill>
            <a:blip r:embed="rId21" cstate="print"/>
            <a:stretch>
              <a:fillRect/>
            </a:stretch>
          </p:blipFill>
          <p:spPr>
            <a:xfrm>
              <a:off x="3723131" y="2881883"/>
              <a:ext cx="243839" cy="152400"/>
            </a:xfrm>
            <a:prstGeom prst="rect">
              <a:avLst/>
            </a:prstGeom>
          </p:spPr>
        </p:pic>
        <p:sp>
          <p:nvSpPr>
            <p:cNvPr id="49" name="object 47"/>
            <p:cNvSpPr/>
            <p:nvPr/>
          </p:nvSpPr>
          <p:spPr>
            <a:xfrm>
              <a:off x="1462278" y="2612897"/>
              <a:ext cx="2802890" cy="1819275"/>
            </a:xfrm>
            <a:custGeom>
              <a:avLst/>
              <a:gdLst/>
              <a:ahLst/>
              <a:cxnLst/>
              <a:rect l="l" t="t" r="r" b="b"/>
              <a:pathLst>
                <a:path w="2802890" h="1819275">
                  <a:moveTo>
                    <a:pt x="47536" y="76263"/>
                  </a:moveTo>
                  <a:lnTo>
                    <a:pt x="28486" y="76263"/>
                  </a:lnTo>
                  <a:lnTo>
                    <a:pt x="17894" y="1808480"/>
                  </a:lnTo>
                  <a:lnTo>
                    <a:pt x="36957" y="1808480"/>
                  </a:lnTo>
                  <a:lnTo>
                    <a:pt x="47536" y="76454"/>
                  </a:lnTo>
                  <a:lnTo>
                    <a:pt x="47536" y="76263"/>
                  </a:lnTo>
                  <a:close/>
                </a:path>
                <a:path w="2802890" h="1819275">
                  <a:moveTo>
                    <a:pt x="76200" y="76454"/>
                  </a:moveTo>
                  <a:lnTo>
                    <a:pt x="76098" y="76263"/>
                  </a:lnTo>
                  <a:lnTo>
                    <a:pt x="69824" y="63500"/>
                  </a:lnTo>
                  <a:lnTo>
                    <a:pt x="38608" y="0"/>
                  </a:lnTo>
                  <a:lnTo>
                    <a:pt x="0" y="75946"/>
                  </a:lnTo>
                  <a:lnTo>
                    <a:pt x="28486" y="76136"/>
                  </a:lnTo>
                  <a:lnTo>
                    <a:pt x="47536" y="76263"/>
                  </a:lnTo>
                  <a:lnTo>
                    <a:pt x="76200" y="76454"/>
                  </a:lnTo>
                  <a:close/>
                </a:path>
                <a:path w="2802890" h="1819275">
                  <a:moveTo>
                    <a:pt x="1455712" y="86931"/>
                  </a:moveTo>
                  <a:lnTo>
                    <a:pt x="1436662" y="86931"/>
                  </a:lnTo>
                  <a:lnTo>
                    <a:pt x="1426070" y="1819148"/>
                  </a:lnTo>
                  <a:lnTo>
                    <a:pt x="1445133" y="1819148"/>
                  </a:lnTo>
                  <a:lnTo>
                    <a:pt x="1455712" y="87122"/>
                  </a:lnTo>
                  <a:lnTo>
                    <a:pt x="1455712" y="86931"/>
                  </a:lnTo>
                  <a:close/>
                </a:path>
                <a:path w="2802890" h="1819275">
                  <a:moveTo>
                    <a:pt x="1484376" y="87122"/>
                  </a:moveTo>
                  <a:lnTo>
                    <a:pt x="1484274" y="86931"/>
                  </a:lnTo>
                  <a:lnTo>
                    <a:pt x="1478000" y="74168"/>
                  </a:lnTo>
                  <a:lnTo>
                    <a:pt x="1446784" y="10668"/>
                  </a:lnTo>
                  <a:lnTo>
                    <a:pt x="1408176" y="86614"/>
                  </a:lnTo>
                  <a:lnTo>
                    <a:pt x="1436662" y="86804"/>
                  </a:lnTo>
                  <a:lnTo>
                    <a:pt x="1455712" y="86931"/>
                  </a:lnTo>
                  <a:lnTo>
                    <a:pt x="1484376" y="87122"/>
                  </a:lnTo>
                  <a:close/>
                </a:path>
                <a:path w="2802890" h="1819275">
                  <a:moveTo>
                    <a:pt x="2773972" y="76263"/>
                  </a:moveTo>
                  <a:lnTo>
                    <a:pt x="2754922" y="76263"/>
                  </a:lnTo>
                  <a:lnTo>
                    <a:pt x="2744330" y="1808480"/>
                  </a:lnTo>
                  <a:lnTo>
                    <a:pt x="2763393" y="1808480"/>
                  </a:lnTo>
                  <a:lnTo>
                    <a:pt x="2773972" y="76454"/>
                  </a:lnTo>
                  <a:lnTo>
                    <a:pt x="2773972" y="76263"/>
                  </a:lnTo>
                  <a:close/>
                </a:path>
                <a:path w="2802890" h="1819275">
                  <a:moveTo>
                    <a:pt x="2802636" y="76454"/>
                  </a:moveTo>
                  <a:lnTo>
                    <a:pt x="2802534" y="76263"/>
                  </a:lnTo>
                  <a:lnTo>
                    <a:pt x="2796260" y="63500"/>
                  </a:lnTo>
                  <a:lnTo>
                    <a:pt x="2765044" y="0"/>
                  </a:lnTo>
                  <a:lnTo>
                    <a:pt x="2726436" y="75946"/>
                  </a:lnTo>
                  <a:lnTo>
                    <a:pt x="2754922" y="76136"/>
                  </a:lnTo>
                  <a:lnTo>
                    <a:pt x="2773972" y="76263"/>
                  </a:lnTo>
                  <a:lnTo>
                    <a:pt x="2802636" y="76454"/>
                  </a:lnTo>
                  <a:close/>
                </a:path>
              </a:pathLst>
            </a:custGeom>
            <a:solidFill>
              <a:srgbClr val="000000"/>
            </a:solidFill>
          </p:spPr>
          <p:txBody>
            <a:bodyPr wrap="square" lIns="0" tIns="0" rIns="0" bIns="0" rtlCol="0"/>
            <a:lstStyle/>
            <a:p/>
          </p:txBody>
        </p:sp>
        <p:pic>
          <p:nvPicPr>
            <p:cNvPr id="50" name="object 48"/>
            <p:cNvPicPr/>
            <p:nvPr/>
          </p:nvPicPr>
          <p:blipFill>
            <a:blip r:embed="rId22" cstate="print"/>
            <a:stretch>
              <a:fillRect/>
            </a:stretch>
          </p:blipFill>
          <p:spPr>
            <a:xfrm>
              <a:off x="2656966" y="2625089"/>
              <a:ext cx="149225" cy="201675"/>
            </a:xfrm>
            <a:prstGeom prst="rect">
              <a:avLst/>
            </a:prstGeom>
          </p:spPr>
        </p:pic>
        <p:pic>
          <p:nvPicPr>
            <p:cNvPr id="51" name="object 49"/>
            <p:cNvPicPr/>
            <p:nvPr/>
          </p:nvPicPr>
          <p:blipFill>
            <a:blip r:embed="rId23" cstate="print"/>
            <a:stretch>
              <a:fillRect/>
            </a:stretch>
          </p:blipFill>
          <p:spPr>
            <a:xfrm>
              <a:off x="1239672" y="2623565"/>
              <a:ext cx="149199" cy="201675"/>
            </a:xfrm>
            <a:prstGeom prst="rect">
              <a:avLst/>
            </a:prstGeom>
          </p:spPr>
        </p:pic>
        <p:pic>
          <p:nvPicPr>
            <p:cNvPr id="52" name="object 50"/>
            <p:cNvPicPr/>
            <p:nvPr/>
          </p:nvPicPr>
          <p:blipFill>
            <a:blip r:embed="rId24" cstate="print"/>
            <a:stretch>
              <a:fillRect/>
            </a:stretch>
          </p:blipFill>
          <p:spPr>
            <a:xfrm>
              <a:off x="3995038" y="2614421"/>
              <a:ext cx="149225" cy="201675"/>
            </a:xfrm>
            <a:prstGeom prst="rect">
              <a:avLst/>
            </a:prstGeom>
          </p:spPr>
        </p:pic>
        <p:pic>
          <p:nvPicPr>
            <p:cNvPr id="53" name="object 51"/>
            <p:cNvPicPr/>
            <p:nvPr/>
          </p:nvPicPr>
          <p:blipFill>
            <a:blip r:embed="rId25" cstate="print"/>
            <a:stretch>
              <a:fillRect/>
            </a:stretch>
          </p:blipFill>
          <p:spPr>
            <a:xfrm>
              <a:off x="1310385" y="2366517"/>
              <a:ext cx="233679" cy="226060"/>
            </a:xfrm>
            <a:prstGeom prst="rect">
              <a:avLst/>
            </a:prstGeom>
          </p:spPr>
        </p:pic>
        <p:pic>
          <p:nvPicPr>
            <p:cNvPr id="54" name="object 52"/>
            <p:cNvPicPr/>
            <p:nvPr/>
          </p:nvPicPr>
          <p:blipFill>
            <a:blip r:embed="rId26" cstate="print"/>
            <a:stretch>
              <a:fillRect/>
            </a:stretch>
          </p:blipFill>
          <p:spPr>
            <a:xfrm>
              <a:off x="1414271" y="2467355"/>
              <a:ext cx="27431" cy="25908"/>
            </a:xfrm>
            <a:prstGeom prst="rect">
              <a:avLst/>
            </a:prstGeom>
          </p:spPr>
        </p:pic>
        <p:pic>
          <p:nvPicPr>
            <p:cNvPr id="55" name="object 53"/>
            <p:cNvPicPr/>
            <p:nvPr/>
          </p:nvPicPr>
          <p:blipFill>
            <a:blip r:embed="rId25" cstate="print"/>
            <a:stretch>
              <a:fillRect/>
            </a:stretch>
          </p:blipFill>
          <p:spPr>
            <a:xfrm>
              <a:off x="2738373" y="2369565"/>
              <a:ext cx="233680" cy="226060"/>
            </a:xfrm>
            <a:prstGeom prst="rect">
              <a:avLst/>
            </a:prstGeom>
          </p:spPr>
        </p:pic>
        <p:pic>
          <p:nvPicPr>
            <p:cNvPr id="56" name="object 54"/>
            <p:cNvPicPr/>
            <p:nvPr/>
          </p:nvPicPr>
          <p:blipFill>
            <a:blip r:embed="rId26" cstate="print"/>
            <a:stretch>
              <a:fillRect/>
            </a:stretch>
          </p:blipFill>
          <p:spPr>
            <a:xfrm>
              <a:off x="2842259" y="2468879"/>
              <a:ext cx="27431" cy="25908"/>
            </a:xfrm>
            <a:prstGeom prst="rect">
              <a:avLst/>
            </a:prstGeom>
          </p:spPr>
        </p:pic>
        <p:pic>
          <p:nvPicPr>
            <p:cNvPr id="57" name="object 55"/>
            <p:cNvPicPr/>
            <p:nvPr/>
          </p:nvPicPr>
          <p:blipFill>
            <a:blip r:embed="rId25" cstate="print"/>
            <a:stretch>
              <a:fillRect/>
            </a:stretch>
          </p:blipFill>
          <p:spPr>
            <a:xfrm>
              <a:off x="4073398" y="2360421"/>
              <a:ext cx="233679" cy="226060"/>
            </a:xfrm>
            <a:prstGeom prst="rect">
              <a:avLst/>
            </a:prstGeom>
          </p:spPr>
        </p:pic>
        <p:pic>
          <p:nvPicPr>
            <p:cNvPr id="58" name="object 56"/>
            <p:cNvPicPr/>
            <p:nvPr/>
          </p:nvPicPr>
          <p:blipFill>
            <a:blip r:embed="rId26" cstate="print"/>
            <a:stretch>
              <a:fillRect/>
            </a:stretch>
          </p:blipFill>
          <p:spPr>
            <a:xfrm>
              <a:off x="4177284" y="2461259"/>
              <a:ext cx="27430" cy="25908"/>
            </a:xfrm>
            <a:prstGeom prst="rect">
              <a:avLst/>
            </a:prstGeom>
          </p:spPr>
        </p:pic>
        <p:sp>
          <p:nvSpPr>
            <p:cNvPr id="59" name="object 57"/>
            <p:cNvSpPr/>
            <p:nvPr/>
          </p:nvSpPr>
          <p:spPr>
            <a:xfrm>
              <a:off x="850391" y="2066543"/>
              <a:ext cx="346075" cy="340360"/>
            </a:xfrm>
            <a:custGeom>
              <a:avLst/>
              <a:gdLst/>
              <a:ahLst/>
              <a:cxnLst/>
              <a:rect l="l" t="t" r="r" b="b"/>
              <a:pathLst>
                <a:path w="346075" h="340360">
                  <a:moveTo>
                    <a:pt x="0" y="169925"/>
                  </a:moveTo>
                  <a:lnTo>
                    <a:pt x="6178" y="124751"/>
                  </a:lnTo>
                  <a:lnTo>
                    <a:pt x="23616" y="84158"/>
                  </a:lnTo>
                  <a:lnTo>
                    <a:pt x="50663" y="49768"/>
                  </a:lnTo>
                  <a:lnTo>
                    <a:pt x="85671" y="23198"/>
                  </a:lnTo>
                  <a:lnTo>
                    <a:pt x="126991" y="6069"/>
                  </a:lnTo>
                  <a:lnTo>
                    <a:pt x="172974" y="0"/>
                  </a:lnTo>
                  <a:lnTo>
                    <a:pt x="218956" y="6069"/>
                  </a:lnTo>
                  <a:lnTo>
                    <a:pt x="260276" y="23198"/>
                  </a:lnTo>
                  <a:lnTo>
                    <a:pt x="295284" y="49768"/>
                  </a:lnTo>
                  <a:lnTo>
                    <a:pt x="322331" y="84158"/>
                  </a:lnTo>
                  <a:lnTo>
                    <a:pt x="339769" y="124751"/>
                  </a:lnTo>
                  <a:lnTo>
                    <a:pt x="345948" y="169925"/>
                  </a:lnTo>
                  <a:lnTo>
                    <a:pt x="339769" y="215100"/>
                  </a:lnTo>
                  <a:lnTo>
                    <a:pt x="322331" y="255693"/>
                  </a:lnTo>
                  <a:lnTo>
                    <a:pt x="295284" y="290083"/>
                  </a:lnTo>
                  <a:lnTo>
                    <a:pt x="260276" y="316653"/>
                  </a:lnTo>
                  <a:lnTo>
                    <a:pt x="218956" y="333782"/>
                  </a:lnTo>
                  <a:lnTo>
                    <a:pt x="172974" y="339851"/>
                  </a:lnTo>
                  <a:lnTo>
                    <a:pt x="126991" y="333782"/>
                  </a:lnTo>
                  <a:lnTo>
                    <a:pt x="85671" y="316653"/>
                  </a:lnTo>
                  <a:lnTo>
                    <a:pt x="50663" y="290083"/>
                  </a:lnTo>
                  <a:lnTo>
                    <a:pt x="23616" y="255693"/>
                  </a:lnTo>
                  <a:lnTo>
                    <a:pt x="6178" y="215100"/>
                  </a:lnTo>
                  <a:lnTo>
                    <a:pt x="0" y="169925"/>
                  </a:lnTo>
                  <a:close/>
                </a:path>
              </a:pathLst>
            </a:custGeom>
            <a:ln w="12700">
              <a:solidFill>
                <a:srgbClr val="000000"/>
              </a:solidFill>
            </a:ln>
          </p:spPr>
          <p:txBody>
            <a:bodyPr wrap="square" lIns="0" tIns="0" rIns="0" bIns="0" rtlCol="0"/>
            <a:lstStyle/>
            <a:p/>
          </p:txBody>
        </p:sp>
        <p:pic>
          <p:nvPicPr>
            <p:cNvPr id="60" name="object 58"/>
            <p:cNvPicPr/>
            <p:nvPr/>
          </p:nvPicPr>
          <p:blipFill>
            <a:blip r:embed="rId27" cstate="print"/>
            <a:stretch>
              <a:fillRect/>
            </a:stretch>
          </p:blipFill>
          <p:spPr>
            <a:xfrm>
              <a:off x="943400" y="2148839"/>
              <a:ext cx="152355" cy="172212"/>
            </a:xfrm>
            <a:prstGeom prst="rect">
              <a:avLst/>
            </a:prstGeom>
          </p:spPr>
        </p:pic>
        <p:pic>
          <p:nvPicPr>
            <p:cNvPr id="61" name="object 59"/>
            <p:cNvPicPr/>
            <p:nvPr/>
          </p:nvPicPr>
          <p:blipFill>
            <a:blip r:embed="rId28" cstate="print"/>
            <a:stretch>
              <a:fillRect/>
            </a:stretch>
          </p:blipFill>
          <p:spPr>
            <a:xfrm>
              <a:off x="1149857" y="2367533"/>
              <a:ext cx="170814" cy="78486"/>
            </a:xfrm>
            <a:prstGeom prst="rect">
              <a:avLst/>
            </a:prstGeom>
          </p:spPr>
        </p:pic>
        <p:sp>
          <p:nvSpPr>
            <p:cNvPr id="62" name="object 60"/>
            <p:cNvSpPr/>
            <p:nvPr/>
          </p:nvSpPr>
          <p:spPr>
            <a:xfrm>
              <a:off x="1194054" y="2109723"/>
              <a:ext cx="2864485" cy="343535"/>
            </a:xfrm>
            <a:custGeom>
              <a:avLst/>
              <a:gdLst/>
              <a:ahLst/>
              <a:cxnLst/>
              <a:rect l="l" t="t" r="r" b="b"/>
              <a:pathLst>
                <a:path w="2864485" h="343535">
                  <a:moveTo>
                    <a:pt x="1527556" y="324358"/>
                  </a:moveTo>
                  <a:lnTo>
                    <a:pt x="104254" y="152412"/>
                  </a:lnTo>
                  <a:lnTo>
                    <a:pt x="104432" y="150876"/>
                  </a:lnTo>
                  <a:lnTo>
                    <a:pt x="107696" y="123952"/>
                  </a:lnTo>
                  <a:lnTo>
                    <a:pt x="27432" y="152654"/>
                  </a:lnTo>
                  <a:lnTo>
                    <a:pt x="98552" y="199644"/>
                  </a:lnTo>
                  <a:lnTo>
                    <a:pt x="101981" y="171208"/>
                  </a:lnTo>
                  <a:lnTo>
                    <a:pt x="1525270" y="343281"/>
                  </a:lnTo>
                  <a:lnTo>
                    <a:pt x="1527556" y="324358"/>
                  </a:lnTo>
                  <a:close/>
                </a:path>
                <a:path w="2864485" h="343535">
                  <a:moveTo>
                    <a:pt x="2863977" y="291084"/>
                  </a:moveTo>
                  <a:lnTo>
                    <a:pt x="76720" y="28371"/>
                  </a:lnTo>
                  <a:lnTo>
                    <a:pt x="76822" y="27178"/>
                  </a:lnTo>
                  <a:lnTo>
                    <a:pt x="79375" y="0"/>
                  </a:lnTo>
                  <a:lnTo>
                    <a:pt x="0" y="30734"/>
                  </a:lnTo>
                  <a:lnTo>
                    <a:pt x="72288" y="75819"/>
                  </a:lnTo>
                  <a:lnTo>
                    <a:pt x="74942" y="47421"/>
                  </a:lnTo>
                  <a:lnTo>
                    <a:pt x="2862199" y="310007"/>
                  </a:lnTo>
                  <a:lnTo>
                    <a:pt x="2863977" y="291084"/>
                  </a:lnTo>
                  <a:close/>
                </a:path>
              </a:pathLst>
            </a:custGeom>
            <a:solidFill>
              <a:srgbClr val="000000"/>
            </a:solidFill>
          </p:spPr>
          <p:txBody>
            <a:bodyPr wrap="square" lIns="0" tIns="0" rIns="0" bIns="0" rtlCol="0"/>
            <a:lstStyle/>
            <a:p/>
          </p:txBody>
        </p:sp>
        <p:pic>
          <p:nvPicPr>
            <p:cNvPr id="63" name="object 61"/>
            <p:cNvPicPr/>
            <p:nvPr/>
          </p:nvPicPr>
          <p:blipFill>
            <a:blip r:embed="rId29" cstate="print"/>
            <a:stretch>
              <a:fillRect/>
            </a:stretch>
          </p:blipFill>
          <p:spPr>
            <a:xfrm>
              <a:off x="1006957" y="1841753"/>
              <a:ext cx="76187" cy="195961"/>
            </a:xfrm>
            <a:prstGeom prst="rect">
              <a:avLst/>
            </a:prstGeom>
          </p:spPr>
        </p:pic>
        <p:pic>
          <p:nvPicPr>
            <p:cNvPr id="64" name="object 62"/>
            <p:cNvPicPr/>
            <p:nvPr/>
          </p:nvPicPr>
          <p:blipFill>
            <a:blip r:embed="rId30" cstate="print"/>
            <a:stretch>
              <a:fillRect/>
            </a:stretch>
          </p:blipFill>
          <p:spPr>
            <a:xfrm>
              <a:off x="952500" y="1659635"/>
              <a:ext cx="207263" cy="149351"/>
            </a:xfrm>
            <a:prstGeom prst="rect">
              <a:avLst/>
            </a:prstGeom>
          </p:spPr>
        </p:pic>
      </p:grpSp>
      <p:pic>
        <p:nvPicPr>
          <p:cNvPr id="65" name="object 64"/>
          <p:cNvPicPr/>
          <p:nvPr/>
        </p:nvPicPr>
        <p:blipFill>
          <a:blip r:embed="rId31" cstate="print"/>
          <a:stretch>
            <a:fillRect/>
          </a:stretch>
        </p:blipFill>
        <p:spPr>
          <a:xfrm>
            <a:off x="1024127" y="5917531"/>
            <a:ext cx="222503" cy="149351"/>
          </a:xfrm>
          <a:prstGeom prst="rect">
            <a:avLst/>
          </a:prstGeom>
        </p:spPr>
      </p:pic>
      <p:pic>
        <p:nvPicPr>
          <p:cNvPr id="66" name="object 65"/>
          <p:cNvPicPr/>
          <p:nvPr/>
        </p:nvPicPr>
        <p:blipFill>
          <a:blip r:embed="rId32" cstate="print"/>
          <a:stretch>
            <a:fillRect/>
          </a:stretch>
        </p:blipFill>
        <p:spPr>
          <a:xfrm>
            <a:off x="2414016" y="5917531"/>
            <a:ext cx="227075" cy="149351"/>
          </a:xfrm>
          <a:prstGeom prst="rect">
            <a:avLst/>
          </a:prstGeom>
        </p:spPr>
      </p:pic>
      <p:pic>
        <p:nvPicPr>
          <p:cNvPr id="67" name="object 66"/>
          <p:cNvPicPr/>
          <p:nvPr/>
        </p:nvPicPr>
        <p:blipFill>
          <a:blip r:embed="rId33" cstate="print"/>
          <a:stretch>
            <a:fillRect/>
          </a:stretch>
        </p:blipFill>
        <p:spPr>
          <a:xfrm>
            <a:off x="3768852" y="5917531"/>
            <a:ext cx="230124" cy="152400"/>
          </a:xfrm>
          <a:prstGeom prst="rect">
            <a:avLst/>
          </a:prstGeom>
        </p:spPr>
      </p:pic>
      <p:grpSp>
        <p:nvGrpSpPr>
          <p:cNvPr id="68" name="object 67"/>
          <p:cNvGrpSpPr/>
          <p:nvPr/>
        </p:nvGrpSpPr>
        <p:grpSpPr>
          <a:xfrm>
            <a:off x="897508" y="4669248"/>
            <a:ext cx="427355" cy="821690"/>
            <a:chOff x="897508" y="5210428"/>
            <a:chExt cx="427355" cy="821690"/>
          </a:xfrm>
        </p:grpSpPr>
        <p:pic>
          <p:nvPicPr>
            <p:cNvPr id="69" name="object 68"/>
            <p:cNvPicPr/>
            <p:nvPr/>
          </p:nvPicPr>
          <p:blipFill>
            <a:blip r:embed="rId34" cstate="print"/>
            <a:stretch>
              <a:fillRect/>
            </a:stretch>
          </p:blipFill>
          <p:spPr>
            <a:xfrm>
              <a:off x="900683" y="5213603"/>
              <a:ext cx="420623" cy="815340"/>
            </a:xfrm>
            <a:prstGeom prst="rect">
              <a:avLst/>
            </a:prstGeom>
          </p:spPr>
        </p:pic>
        <p:sp>
          <p:nvSpPr>
            <p:cNvPr id="70" name="object 69"/>
            <p:cNvSpPr/>
            <p:nvPr/>
          </p:nvSpPr>
          <p:spPr>
            <a:xfrm>
              <a:off x="900683" y="5213603"/>
              <a:ext cx="421005" cy="815340"/>
            </a:xfrm>
            <a:custGeom>
              <a:avLst/>
              <a:gdLst/>
              <a:ahLst/>
              <a:cxnLst/>
              <a:rect l="l" t="t" r="r" b="b"/>
              <a:pathLst>
                <a:path w="421005" h="815339">
                  <a:moveTo>
                    <a:pt x="0" y="815340"/>
                  </a:moveTo>
                  <a:lnTo>
                    <a:pt x="420623" y="815340"/>
                  </a:lnTo>
                  <a:lnTo>
                    <a:pt x="420623" y="0"/>
                  </a:lnTo>
                  <a:lnTo>
                    <a:pt x="0" y="0"/>
                  </a:lnTo>
                  <a:lnTo>
                    <a:pt x="0" y="815340"/>
                  </a:lnTo>
                  <a:close/>
                </a:path>
              </a:pathLst>
            </a:custGeom>
            <a:ln w="6350">
              <a:solidFill>
                <a:srgbClr val="6FAC46"/>
              </a:solidFill>
            </a:ln>
          </p:spPr>
          <p:txBody>
            <a:bodyPr wrap="square" lIns="0" tIns="0" rIns="0" bIns="0" rtlCol="0"/>
            <a:lstStyle/>
            <a:p/>
          </p:txBody>
        </p:sp>
        <p:pic>
          <p:nvPicPr>
            <p:cNvPr id="71" name="object 70"/>
            <p:cNvPicPr/>
            <p:nvPr/>
          </p:nvPicPr>
          <p:blipFill>
            <a:blip r:embed="rId35" cstate="print"/>
            <a:stretch>
              <a:fillRect/>
            </a:stretch>
          </p:blipFill>
          <p:spPr>
            <a:xfrm>
              <a:off x="1016507" y="5507735"/>
              <a:ext cx="216408" cy="213359"/>
            </a:xfrm>
            <a:prstGeom prst="rect">
              <a:avLst/>
            </a:prstGeom>
          </p:spPr>
        </p:pic>
      </p:grpSp>
      <p:pic>
        <p:nvPicPr>
          <p:cNvPr id="72" name="object 71"/>
          <p:cNvPicPr/>
          <p:nvPr/>
        </p:nvPicPr>
        <p:blipFill>
          <a:blip r:embed="rId36" cstate="print"/>
          <a:stretch>
            <a:fillRect/>
          </a:stretch>
        </p:blipFill>
        <p:spPr>
          <a:xfrm>
            <a:off x="1082802" y="5578441"/>
            <a:ext cx="76200" cy="233045"/>
          </a:xfrm>
          <a:prstGeom prst="rect">
            <a:avLst/>
          </a:prstGeom>
        </p:spPr>
      </p:pic>
      <p:pic>
        <p:nvPicPr>
          <p:cNvPr id="73" name="object 72"/>
          <p:cNvPicPr/>
          <p:nvPr/>
        </p:nvPicPr>
        <p:blipFill>
          <a:blip r:embed="rId36" cstate="print"/>
          <a:stretch>
            <a:fillRect/>
          </a:stretch>
        </p:blipFill>
        <p:spPr>
          <a:xfrm>
            <a:off x="2472689" y="5578441"/>
            <a:ext cx="76200" cy="233045"/>
          </a:xfrm>
          <a:prstGeom prst="rect">
            <a:avLst/>
          </a:prstGeom>
        </p:spPr>
      </p:pic>
      <p:grpSp>
        <p:nvGrpSpPr>
          <p:cNvPr id="74" name="object 73"/>
          <p:cNvGrpSpPr/>
          <p:nvPr/>
        </p:nvGrpSpPr>
        <p:grpSpPr>
          <a:xfrm>
            <a:off x="2296541" y="4669248"/>
            <a:ext cx="425450" cy="821690"/>
            <a:chOff x="2296541" y="5210428"/>
            <a:chExt cx="425450" cy="821690"/>
          </a:xfrm>
        </p:grpSpPr>
        <p:pic>
          <p:nvPicPr>
            <p:cNvPr id="75" name="object 74"/>
            <p:cNvPicPr/>
            <p:nvPr/>
          </p:nvPicPr>
          <p:blipFill>
            <a:blip r:embed="rId34" cstate="print"/>
            <a:stretch>
              <a:fillRect/>
            </a:stretch>
          </p:blipFill>
          <p:spPr>
            <a:xfrm>
              <a:off x="2299716" y="5213603"/>
              <a:ext cx="419100" cy="815340"/>
            </a:xfrm>
            <a:prstGeom prst="rect">
              <a:avLst/>
            </a:prstGeom>
          </p:spPr>
        </p:pic>
        <p:sp>
          <p:nvSpPr>
            <p:cNvPr id="76" name="object 75"/>
            <p:cNvSpPr/>
            <p:nvPr/>
          </p:nvSpPr>
          <p:spPr>
            <a:xfrm>
              <a:off x="2299716" y="5213603"/>
              <a:ext cx="419100" cy="815340"/>
            </a:xfrm>
            <a:custGeom>
              <a:avLst/>
              <a:gdLst/>
              <a:ahLst/>
              <a:cxnLst/>
              <a:rect l="l" t="t" r="r" b="b"/>
              <a:pathLst>
                <a:path w="419100" h="815339">
                  <a:moveTo>
                    <a:pt x="0" y="815340"/>
                  </a:moveTo>
                  <a:lnTo>
                    <a:pt x="419100" y="815340"/>
                  </a:lnTo>
                  <a:lnTo>
                    <a:pt x="419100" y="0"/>
                  </a:lnTo>
                  <a:lnTo>
                    <a:pt x="0" y="0"/>
                  </a:lnTo>
                  <a:lnTo>
                    <a:pt x="0" y="815340"/>
                  </a:lnTo>
                  <a:close/>
                </a:path>
              </a:pathLst>
            </a:custGeom>
            <a:ln w="6350">
              <a:solidFill>
                <a:srgbClr val="6FAC46"/>
              </a:solidFill>
            </a:ln>
          </p:spPr>
          <p:txBody>
            <a:bodyPr wrap="square" lIns="0" tIns="0" rIns="0" bIns="0" rtlCol="0"/>
            <a:lstStyle/>
            <a:p/>
          </p:txBody>
        </p:sp>
        <p:pic>
          <p:nvPicPr>
            <p:cNvPr id="77" name="object 76"/>
            <p:cNvPicPr/>
            <p:nvPr/>
          </p:nvPicPr>
          <p:blipFill>
            <a:blip r:embed="rId37" cstate="print"/>
            <a:stretch>
              <a:fillRect/>
            </a:stretch>
          </p:blipFill>
          <p:spPr>
            <a:xfrm>
              <a:off x="2406396" y="5507735"/>
              <a:ext cx="220980" cy="213359"/>
            </a:xfrm>
            <a:prstGeom prst="rect">
              <a:avLst/>
            </a:prstGeom>
          </p:spPr>
        </p:pic>
      </p:grpSp>
      <p:pic>
        <p:nvPicPr>
          <p:cNvPr id="78" name="object 77"/>
          <p:cNvPicPr/>
          <p:nvPr/>
        </p:nvPicPr>
        <p:blipFill>
          <a:blip r:embed="rId36" cstate="print"/>
          <a:stretch>
            <a:fillRect/>
          </a:stretch>
        </p:blipFill>
        <p:spPr>
          <a:xfrm>
            <a:off x="3815334" y="5575393"/>
            <a:ext cx="76200" cy="233045"/>
          </a:xfrm>
          <a:prstGeom prst="rect">
            <a:avLst/>
          </a:prstGeom>
        </p:spPr>
      </p:pic>
      <p:grpSp>
        <p:nvGrpSpPr>
          <p:cNvPr id="79" name="object 78"/>
          <p:cNvGrpSpPr/>
          <p:nvPr/>
        </p:nvGrpSpPr>
        <p:grpSpPr>
          <a:xfrm>
            <a:off x="3636136" y="4663153"/>
            <a:ext cx="425450" cy="820419"/>
            <a:chOff x="3636136" y="5204333"/>
            <a:chExt cx="425450" cy="820419"/>
          </a:xfrm>
        </p:grpSpPr>
        <p:pic>
          <p:nvPicPr>
            <p:cNvPr id="80" name="object 79"/>
            <p:cNvPicPr/>
            <p:nvPr/>
          </p:nvPicPr>
          <p:blipFill>
            <a:blip r:embed="rId38" cstate="print"/>
            <a:stretch>
              <a:fillRect/>
            </a:stretch>
          </p:blipFill>
          <p:spPr>
            <a:xfrm>
              <a:off x="3639311" y="5207508"/>
              <a:ext cx="419100" cy="813815"/>
            </a:xfrm>
            <a:prstGeom prst="rect">
              <a:avLst/>
            </a:prstGeom>
          </p:spPr>
        </p:pic>
        <p:sp>
          <p:nvSpPr>
            <p:cNvPr id="81" name="object 80"/>
            <p:cNvSpPr/>
            <p:nvPr/>
          </p:nvSpPr>
          <p:spPr>
            <a:xfrm>
              <a:off x="3639311" y="5207508"/>
              <a:ext cx="419100" cy="814069"/>
            </a:xfrm>
            <a:custGeom>
              <a:avLst/>
              <a:gdLst/>
              <a:ahLst/>
              <a:cxnLst/>
              <a:rect l="l" t="t" r="r" b="b"/>
              <a:pathLst>
                <a:path w="419100" h="814070">
                  <a:moveTo>
                    <a:pt x="0" y="813815"/>
                  </a:moveTo>
                  <a:lnTo>
                    <a:pt x="419100" y="813815"/>
                  </a:lnTo>
                  <a:lnTo>
                    <a:pt x="419100" y="0"/>
                  </a:lnTo>
                  <a:lnTo>
                    <a:pt x="0" y="0"/>
                  </a:lnTo>
                  <a:lnTo>
                    <a:pt x="0" y="813815"/>
                  </a:lnTo>
                  <a:close/>
                </a:path>
              </a:pathLst>
            </a:custGeom>
            <a:ln w="6350">
              <a:solidFill>
                <a:srgbClr val="6FAC46"/>
              </a:solidFill>
            </a:ln>
          </p:spPr>
          <p:txBody>
            <a:bodyPr wrap="square" lIns="0" tIns="0" rIns="0" bIns="0" rtlCol="0"/>
            <a:lstStyle/>
            <a:p/>
          </p:txBody>
        </p:sp>
        <p:pic>
          <p:nvPicPr>
            <p:cNvPr id="82" name="object 81"/>
            <p:cNvPicPr/>
            <p:nvPr/>
          </p:nvPicPr>
          <p:blipFill>
            <a:blip r:embed="rId39" cstate="print"/>
            <a:stretch>
              <a:fillRect/>
            </a:stretch>
          </p:blipFill>
          <p:spPr>
            <a:xfrm>
              <a:off x="3749039" y="5506212"/>
              <a:ext cx="222503" cy="216407"/>
            </a:xfrm>
            <a:prstGeom prst="rect">
              <a:avLst/>
            </a:prstGeom>
          </p:spPr>
        </p:pic>
      </p:grpSp>
      <p:pic>
        <p:nvPicPr>
          <p:cNvPr id="83" name="object 89"/>
          <p:cNvPicPr/>
          <p:nvPr/>
        </p:nvPicPr>
        <p:blipFill>
          <a:blip r:embed="rId40" cstate="print"/>
          <a:stretch>
            <a:fillRect/>
          </a:stretch>
        </p:blipFill>
        <p:spPr>
          <a:xfrm>
            <a:off x="2196973" y="4400390"/>
            <a:ext cx="111378" cy="215137"/>
          </a:xfrm>
          <a:prstGeom prst="rect">
            <a:avLst/>
          </a:prstGeom>
        </p:spPr>
      </p:pic>
      <p:pic>
        <p:nvPicPr>
          <p:cNvPr id="84" name="object 94"/>
          <p:cNvPicPr/>
          <p:nvPr/>
        </p:nvPicPr>
        <p:blipFill>
          <a:blip r:embed="rId41" cstate="print"/>
          <a:stretch>
            <a:fillRect/>
          </a:stretch>
        </p:blipFill>
        <p:spPr>
          <a:xfrm>
            <a:off x="3536569" y="4386673"/>
            <a:ext cx="111378" cy="215137"/>
          </a:xfrm>
          <a:prstGeom prst="rect">
            <a:avLst/>
          </a:prstGeom>
        </p:spPr>
      </p:pic>
      <p:pic>
        <p:nvPicPr>
          <p:cNvPr id="85" name="object 95"/>
          <p:cNvPicPr/>
          <p:nvPr/>
        </p:nvPicPr>
        <p:blipFill>
          <a:blip r:embed="rId42" cstate="print"/>
          <a:stretch>
            <a:fillRect/>
          </a:stretch>
        </p:blipFill>
        <p:spPr>
          <a:xfrm>
            <a:off x="2469388" y="4389722"/>
            <a:ext cx="76200" cy="213614"/>
          </a:xfrm>
          <a:prstGeom prst="rect">
            <a:avLst/>
          </a:prstGeom>
        </p:spPr>
      </p:pic>
      <p:pic>
        <p:nvPicPr>
          <p:cNvPr id="86" name="object 96"/>
          <p:cNvPicPr/>
          <p:nvPr/>
        </p:nvPicPr>
        <p:blipFill>
          <a:blip r:embed="rId42" cstate="print"/>
          <a:stretch>
            <a:fillRect/>
          </a:stretch>
        </p:blipFill>
        <p:spPr>
          <a:xfrm>
            <a:off x="3805935" y="4392770"/>
            <a:ext cx="76200" cy="213613"/>
          </a:xfrm>
          <a:prstGeom prst="rect">
            <a:avLst/>
          </a:prstGeom>
        </p:spPr>
      </p:pic>
      <p:pic>
        <p:nvPicPr>
          <p:cNvPr id="87" name="object 97"/>
          <p:cNvPicPr/>
          <p:nvPr/>
        </p:nvPicPr>
        <p:blipFill>
          <a:blip r:embed="rId8" cstate="print"/>
          <a:stretch>
            <a:fillRect/>
          </a:stretch>
        </p:blipFill>
        <p:spPr>
          <a:xfrm>
            <a:off x="2714625" y="4383625"/>
            <a:ext cx="141986" cy="214375"/>
          </a:xfrm>
          <a:prstGeom prst="rect">
            <a:avLst/>
          </a:prstGeom>
        </p:spPr>
      </p:pic>
      <p:pic>
        <p:nvPicPr>
          <p:cNvPr id="88" name="object 98"/>
          <p:cNvPicPr/>
          <p:nvPr/>
        </p:nvPicPr>
        <p:blipFill>
          <a:blip r:embed="rId8" cstate="print"/>
          <a:stretch>
            <a:fillRect/>
          </a:stretch>
        </p:blipFill>
        <p:spPr>
          <a:xfrm>
            <a:off x="4049648" y="4385149"/>
            <a:ext cx="141986" cy="214375"/>
          </a:xfrm>
          <a:prstGeom prst="rect">
            <a:avLst/>
          </a:prstGeom>
        </p:spPr>
      </p:pic>
      <p:pic>
        <p:nvPicPr>
          <p:cNvPr id="89" name="object 102"/>
          <p:cNvPicPr/>
          <p:nvPr/>
        </p:nvPicPr>
        <p:blipFill>
          <a:blip r:embed="rId43" cstate="print"/>
          <a:stretch>
            <a:fillRect/>
          </a:stretch>
        </p:blipFill>
        <p:spPr>
          <a:xfrm>
            <a:off x="492271" y="3073748"/>
            <a:ext cx="348976" cy="182880"/>
          </a:xfrm>
          <a:prstGeom prst="rect">
            <a:avLst/>
          </a:prstGeom>
        </p:spPr>
      </p:pic>
      <p:pic>
        <p:nvPicPr>
          <p:cNvPr id="90" name="object 103"/>
          <p:cNvPicPr/>
          <p:nvPr/>
        </p:nvPicPr>
        <p:blipFill>
          <a:blip r:embed="rId44" cstate="print"/>
          <a:stretch>
            <a:fillRect/>
          </a:stretch>
        </p:blipFill>
        <p:spPr>
          <a:xfrm>
            <a:off x="1905019" y="3076796"/>
            <a:ext cx="353548" cy="182880"/>
          </a:xfrm>
          <a:prstGeom prst="rect">
            <a:avLst/>
          </a:prstGeom>
        </p:spPr>
      </p:pic>
      <p:pic>
        <p:nvPicPr>
          <p:cNvPr id="91" name="object 104"/>
          <p:cNvPicPr/>
          <p:nvPr/>
        </p:nvPicPr>
        <p:blipFill>
          <a:blip r:embed="rId45" cstate="print"/>
          <a:stretch>
            <a:fillRect/>
          </a:stretch>
        </p:blipFill>
        <p:spPr>
          <a:xfrm>
            <a:off x="3247683" y="3079843"/>
            <a:ext cx="355052" cy="182880"/>
          </a:xfrm>
          <a:prstGeom prst="rect">
            <a:avLst/>
          </a:prstGeom>
        </p:spPr>
      </p:pic>
      <p:sp>
        <p:nvSpPr>
          <p:cNvPr id="92" name="Title 1"/>
          <p:cNvSpPr>
            <a:spLocks noGrp="1"/>
          </p:cNvSpPr>
          <p:nvPr>
            <p:ph type="title"/>
          </p:nvPr>
        </p:nvSpPr>
        <p:spPr>
          <a:xfrm>
            <a:off x="441325" y="258763"/>
            <a:ext cx="11307763" cy="676210"/>
          </a:xfrm>
        </p:spPr>
        <p:txBody>
          <a:bodyPr/>
          <a:lstStyle/>
          <a:p>
            <a:r>
              <a:rPr lang="en-US" dirty="0"/>
              <a:t>Self-Attention</a:t>
            </a:r>
            <a:endParaRPr lang="en-IN" dirty="0"/>
          </a:p>
        </p:txBody>
      </p:sp>
      <p:grpSp>
        <p:nvGrpSpPr>
          <p:cNvPr id="93" name="object 91"/>
          <p:cNvGrpSpPr/>
          <p:nvPr/>
        </p:nvGrpSpPr>
        <p:grpSpPr>
          <a:xfrm>
            <a:off x="5001109" y="2929856"/>
            <a:ext cx="1018540" cy="1029335"/>
            <a:chOff x="4675504" y="3427348"/>
            <a:chExt cx="1018540" cy="1029335"/>
          </a:xfrm>
        </p:grpSpPr>
        <p:pic>
          <p:nvPicPr>
            <p:cNvPr id="94" name="object 92"/>
            <p:cNvPicPr/>
            <p:nvPr/>
          </p:nvPicPr>
          <p:blipFill>
            <a:blip r:embed="rId46" cstate="print"/>
            <a:stretch>
              <a:fillRect/>
            </a:stretch>
          </p:blipFill>
          <p:spPr>
            <a:xfrm>
              <a:off x="4678679" y="3430523"/>
              <a:ext cx="1011936" cy="1022603"/>
            </a:xfrm>
            <a:prstGeom prst="rect">
              <a:avLst/>
            </a:prstGeom>
          </p:spPr>
        </p:pic>
        <p:sp>
          <p:nvSpPr>
            <p:cNvPr id="95" name="object 93"/>
            <p:cNvSpPr/>
            <p:nvPr/>
          </p:nvSpPr>
          <p:spPr>
            <a:xfrm>
              <a:off x="4678679" y="3430523"/>
              <a:ext cx="1012190" cy="1022985"/>
            </a:xfrm>
            <a:custGeom>
              <a:avLst/>
              <a:gdLst/>
              <a:ahLst/>
              <a:cxnLst/>
              <a:rect l="l" t="t" r="r" b="b"/>
              <a:pathLst>
                <a:path w="1012189" h="1022985">
                  <a:moveTo>
                    <a:pt x="0" y="255650"/>
                  </a:moveTo>
                  <a:lnTo>
                    <a:pt x="505968" y="255650"/>
                  </a:lnTo>
                  <a:lnTo>
                    <a:pt x="505968" y="0"/>
                  </a:lnTo>
                  <a:lnTo>
                    <a:pt x="1011936" y="511301"/>
                  </a:lnTo>
                  <a:lnTo>
                    <a:pt x="505968" y="1022603"/>
                  </a:lnTo>
                  <a:lnTo>
                    <a:pt x="505968" y="766952"/>
                  </a:lnTo>
                  <a:lnTo>
                    <a:pt x="0" y="766952"/>
                  </a:lnTo>
                  <a:lnTo>
                    <a:pt x="0" y="255650"/>
                  </a:lnTo>
                  <a:close/>
                </a:path>
              </a:pathLst>
            </a:custGeom>
            <a:ln w="6350">
              <a:solidFill>
                <a:srgbClr val="6FAC46"/>
              </a:solidFill>
            </a:ln>
          </p:spPr>
          <p:txBody>
            <a:bodyPr wrap="square" lIns="0" tIns="0" rIns="0" bIns="0" rtlCol="0"/>
            <a:lstStyle/>
            <a:p/>
          </p:txBody>
        </p:sp>
      </p:grpSp>
      <p:pic>
        <p:nvPicPr>
          <p:cNvPr id="96" name="object 94"/>
          <p:cNvPicPr/>
          <p:nvPr/>
        </p:nvPicPr>
        <p:blipFill>
          <a:blip r:embed="rId31" cstate="print"/>
          <a:stretch>
            <a:fillRect/>
          </a:stretch>
        </p:blipFill>
        <p:spPr>
          <a:xfrm>
            <a:off x="6817815" y="5961219"/>
            <a:ext cx="222504" cy="149351"/>
          </a:xfrm>
          <a:prstGeom prst="rect">
            <a:avLst/>
          </a:prstGeom>
        </p:spPr>
      </p:pic>
      <p:pic>
        <p:nvPicPr>
          <p:cNvPr id="97" name="object 95"/>
          <p:cNvPicPr/>
          <p:nvPr/>
        </p:nvPicPr>
        <p:blipFill>
          <a:blip r:embed="rId32" cstate="print"/>
          <a:stretch>
            <a:fillRect/>
          </a:stretch>
        </p:blipFill>
        <p:spPr>
          <a:xfrm>
            <a:off x="8206179" y="5961219"/>
            <a:ext cx="227075" cy="149351"/>
          </a:xfrm>
          <a:prstGeom prst="rect">
            <a:avLst/>
          </a:prstGeom>
        </p:spPr>
      </p:pic>
      <p:pic>
        <p:nvPicPr>
          <p:cNvPr id="98" name="object 96"/>
          <p:cNvPicPr/>
          <p:nvPr/>
        </p:nvPicPr>
        <p:blipFill>
          <a:blip r:embed="rId33" cstate="print"/>
          <a:stretch>
            <a:fillRect/>
          </a:stretch>
        </p:blipFill>
        <p:spPr>
          <a:xfrm>
            <a:off x="9562539" y="5961219"/>
            <a:ext cx="230124" cy="152400"/>
          </a:xfrm>
          <a:prstGeom prst="rect">
            <a:avLst/>
          </a:prstGeom>
        </p:spPr>
      </p:pic>
      <p:pic>
        <p:nvPicPr>
          <p:cNvPr id="99" name="object 97"/>
          <p:cNvPicPr/>
          <p:nvPr/>
        </p:nvPicPr>
        <p:blipFill>
          <a:blip r:embed="rId36" cstate="print"/>
          <a:stretch>
            <a:fillRect/>
          </a:stretch>
        </p:blipFill>
        <p:spPr>
          <a:xfrm>
            <a:off x="6874965" y="5622129"/>
            <a:ext cx="76200" cy="233045"/>
          </a:xfrm>
          <a:prstGeom prst="rect">
            <a:avLst/>
          </a:prstGeom>
        </p:spPr>
      </p:pic>
      <p:grpSp>
        <p:nvGrpSpPr>
          <p:cNvPr id="100" name="object 98"/>
          <p:cNvGrpSpPr/>
          <p:nvPr/>
        </p:nvGrpSpPr>
        <p:grpSpPr>
          <a:xfrm>
            <a:off x="6691196" y="5118321"/>
            <a:ext cx="425450" cy="416559"/>
            <a:chOff x="6290945" y="5615813"/>
            <a:chExt cx="425450" cy="416559"/>
          </a:xfrm>
        </p:grpSpPr>
        <p:pic>
          <p:nvPicPr>
            <p:cNvPr id="101" name="object 99"/>
            <p:cNvPicPr/>
            <p:nvPr/>
          </p:nvPicPr>
          <p:blipFill>
            <a:blip r:embed="rId47" cstate="print"/>
            <a:stretch>
              <a:fillRect/>
            </a:stretch>
          </p:blipFill>
          <p:spPr>
            <a:xfrm>
              <a:off x="6294120" y="5618988"/>
              <a:ext cx="419100" cy="409956"/>
            </a:xfrm>
            <a:prstGeom prst="rect">
              <a:avLst/>
            </a:prstGeom>
          </p:spPr>
        </p:pic>
        <p:sp>
          <p:nvSpPr>
            <p:cNvPr id="102" name="object 100"/>
            <p:cNvSpPr/>
            <p:nvPr/>
          </p:nvSpPr>
          <p:spPr>
            <a:xfrm>
              <a:off x="6294120" y="5618988"/>
              <a:ext cx="419100" cy="410209"/>
            </a:xfrm>
            <a:custGeom>
              <a:avLst/>
              <a:gdLst/>
              <a:ahLst/>
              <a:cxnLst/>
              <a:rect l="l" t="t" r="r" b="b"/>
              <a:pathLst>
                <a:path w="419100" h="410210">
                  <a:moveTo>
                    <a:pt x="0" y="409956"/>
                  </a:moveTo>
                  <a:lnTo>
                    <a:pt x="419100" y="409956"/>
                  </a:lnTo>
                  <a:lnTo>
                    <a:pt x="419100" y="0"/>
                  </a:lnTo>
                  <a:lnTo>
                    <a:pt x="0" y="0"/>
                  </a:lnTo>
                  <a:lnTo>
                    <a:pt x="0" y="409956"/>
                  </a:lnTo>
                  <a:close/>
                </a:path>
              </a:pathLst>
            </a:custGeom>
            <a:ln w="6349">
              <a:solidFill>
                <a:srgbClr val="6FAC46"/>
              </a:solidFill>
            </a:ln>
          </p:spPr>
          <p:txBody>
            <a:bodyPr wrap="square" lIns="0" tIns="0" rIns="0" bIns="0" rtlCol="0"/>
            <a:lstStyle/>
            <a:p/>
          </p:txBody>
        </p:sp>
        <p:pic>
          <p:nvPicPr>
            <p:cNvPr id="103" name="object 101"/>
            <p:cNvPicPr/>
            <p:nvPr/>
          </p:nvPicPr>
          <p:blipFill>
            <a:blip r:embed="rId35" cstate="print"/>
            <a:stretch>
              <a:fillRect/>
            </a:stretch>
          </p:blipFill>
          <p:spPr>
            <a:xfrm>
              <a:off x="6408420" y="5721096"/>
              <a:ext cx="216407" cy="213359"/>
            </a:xfrm>
            <a:prstGeom prst="rect">
              <a:avLst/>
            </a:prstGeom>
          </p:spPr>
        </p:pic>
      </p:grpSp>
      <p:pic>
        <p:nvPicPr>
          <p:cNvPr id="104" name="object 102"/>
          <p:cNvPicPr/>
          <p:nvPr/>
        </p:nvPicPr>
        <p:blipFill>
          <a:blip r:embed="rId36" cstate="print"/>
          <a:stretch>
            <a:fillRect/>
          </a:stretch>
        </p:blipFill>
        <p:spPr>
          <a:xfrm>
            <a:off x="8264853" y="5622129"/>
            <a:ext cx="76200" cy="233045"/>
          </a:xfrm>
          <a:prstGeom prst="rect">
            <a:avLst/>
          </a:prstGeom>
        </p:spPr>
      </p:pic>
      <p:grpSp>
        <p:nvGrpSpPr>
          <p:cNvPr id="105" name="object 103"/>
          <p:cNvGrpSpPr/>
          <p:nvPr/>
        </p:nvGrpSpPr>
        <p:grpSpPr>
          <a:xfrm>
            <a:off x="8090228" y="5118321"/>
            <a:ext cx="425450" cy="416559"/>
            <a:chOff x="7689977" y="5615813"/>
            <a:chExt cx="425450" cy="416559"/>
          </a:xfrm>
        </p:grpSpPr>
        <p:pic>
          <p:nvPicPr>
            <p:cNvPr id="106" name="object 104"/>
            <p:cNvPicPr/>
            <p:nvPr/>
          </p:nvPicPr>
          <p:blipFill>
            <a:blip r:embed="rId47" cstate="print"/>
            <a:stretch>
              <a:fillRect/>
            </a:stretch>
          </p:blipFill>
          <p:spPr>
            <a:xfrm>
              <a:off x="7693152" y="5618988"/>
              <a:ext cx="419100" cy="409956"/>
            </a:xfrm>
            <a:prstGeom prst="rect">
              <a:avLst/>
            </a:prstGeom>
          </p:spPr>
        </p:pic>
        <p:sp>
          <p:nvSpPr>
            <p:cNvPr id="107" name="object 105"/>
            <p:cNvSpPr/>
            <p:nvPr/>
          </p:nvSpPr>
          <p:spPr>
            <a:xfrm>
              <a:off x="7693152" y="5618988"/>
              <a:ext cx="419100" cy="410209"/>
            </a:xfrm>
            <a:custGeom>
              <a:avLst/>
              <a:gdLst/>
              <a:ahLst/>
              <a:cxnLst/>
              <a:rect l="l" t="t" r="r" b="b"/>
              <a:pathLst>
                <a:path w="419100" h="410210">
                  <a:moveTo>
                    <a:pt x="0" y="409956"/>
                  </a:moveTo>
                  <a:lnTo>
                    <a:pt x="419100" y="409956"/>
                  </a:lnTo>
                  <a:lnTo>
                    <a:pt x="419100" y="0"/>
                  </a:lnTo>
                  <a:lnTo>
                    <a:pt x="0" y="0"/>
                  </a:lnTo>
                  <a:lnTo>
                    <a:pt x="0" y="409956"/>
                  </a:lnTo>
                  <a:close/>
                </a:path>
              </a:pathLst>
            </a:custGeom>
            <a:ln w="6349">
              <a:solidFill>
                <a:srgbClr val="6FAC46"/>
              </a:solidFill>
            </a:ln>
          </p:spPr>
          <p:txBody>
            <a:bodyPr wrap="square" lIns="0" tIns="0" rIns="0" bIns="0" rtlCol="0"/>
            <a:lstStyle/>
            <a:p/>
          </p:txBody>
        </p:sp>
        <p:pic>
          <p:nvPicPr>
            <p:cNvPr id="108" name="object 106"/>
            <p:cNvPicPr/>
            <p:nvPr/>
          </p:nvPicPr>
          <p:blipFill>
            <a:blip r:embed="rId37" cstate="print"/>
            <a:stretch>
              <a:fillRect/>
            </a:stretch>
          </p:blipFill>
          <p:spPr>
            <a:xfrm>
              <a:off x="7784592" y="5721096"/>
              <a:ext cx="220979" cy="213359"/>
            </a:xfrm>
            <a:prstGeom prst="rect">
              <a:avLst/>
            </a:prstGeom>
          </p:spPr>
        </p:pic>
      </p:grpSp>
      <p:pic>
        <p:nvPicPr>
          <p:cNvPr id="109" name="object 107"/>
          <p:cNvPicPr/>
          <p:nvPr/>
        </p:nvPicPr>
        <p:blipFill>
          <a:blip r:embed="rId36" cstate="print"/>
          <a:stretch>
            <a:fillRect/>
          </a:stretch>
        </p:blipFill>
        <p:spPr>
          <a:xfrm>
            <a:off x="9609020" y="5619081"/>
            <a:ext cx="76200" cy="233045"/>
          </a:xfrm>
          <a:prstGeom prst="rect">
            <a:avLst/>
          </a:prstGeom>
        </p:spPr>
      </p:pic>
      <p:grpSp>
        <p:nvGrpSpPr>
          <p:cNvPr id="110" name="object 108"/>
          <p:cNvGrpSpPr/>
          <p:nvPr/>
        </p:nvGrpSpPr>
        <p:grpSpPr>
          <a:xfrm>
            <a:off x="9428299" y="5109177"/>
            <a:ext cx="427355" cy="417830"/>
            <a:chOff x="9028048" y="5606669"/>
            <a:chExt cx="427355" cy="417830"/>
          </a:xfrm>
        </p:grpSpPr>
        <p:pic>
          <p:nvPicPr>
            <p:cNvPr id="111" name="object 109"/>
            <p:cNvPicPr/>
            <p:nvPr/>
          </p:nvPicPr>
          <p:blipFill>
            <a:blip r:embed="rId48" cstate="print"/>
            <a:stretch>
              <a:fillRect/>
            </a:stretch>
          </p:blipFill>
          <p:spPr>
            <a:xfrm>
              <a:off x="9031223" y="5609844"/>
              <a:ext cx="420624" cy="411480"/>
            </a:xfrm>
            <a:prstGeom prst="rect">
              <a:avLst/>
            </a:prstGeom>
          </p:spPr>
        </p:pic>
        <p:sp>
          <p:nvSpPr>
            <p:cNvPr id="112" name="object 110"/>
            <p:cNvSpPr/>
            <p:nvPr/>
          </p:nvSpPr>
          <p:spPr>
            <a:xfrm>
              <a:off x="9031223" y="5609844"/>
              <a:ext cx="421005" cy="411480"/>
            </a:xfrm>
            <a:custGeom>
              <a:avLst/>
              <a:gdLst/>
              <a:ahLst/>
              <a:cxnLst/>
              <a:rect l="l" t="t" r="r" b="b"/>
              <a:pathLst>
                <a:path w="421004" h="411479">
                  <a:moveTo>
                    <a:pt x="0" y="411479"/>
                  </a:moveTo>
                  <a:lnTo>
                    <a:pt x="420624" y="411479"/>
                  </a:lnTo>
                  <a:lnTo>
                    <a:pt x="420624" y="0"/>
                  </a:lnTo>
                  <a:lnTo>
                    <a:pt x="0" y="0"/>
                  </a:lnTo>
                  <a:lnTo>
                    <a:pt x="0" y="411479"/>
                  </a:lnTo>
                  <a:close/>
                </a:path>
              </a:pathLst>
            </a:custGeom>
            <a:ln w="6350">
              <a:solidFill>
                <a:srgbClr val="6FAC46"/>
              </a:solidFill>
            </a:ln>
          </p:spPr>
          <p:txBody>
            <a:bodyPr wrap="square" lIns="0" tIns="0" rIns="0" bIns="0" rtlCol="0"/>
            <a:lstStyle/>
            <a:p/>
          </p:txBody>
        </p:sp>
        <p:pic>
          <p:nvPicPr>
            <p:cNvPr id="113" name="object 111"/>
            <p:cNvPicPr/>
            <p:nvPr/>
          </p:nvPicPr>
          <p:blipFill>
            <a:blip r:embed="rId39" cstate="print"/>
            <a:stretch>
              <a:fillRect/>
            </a:stretch>
          </p:blipFill>
          <p:spPr>
            <a:xfrm>
              <a:off x="9145523" y="5707380"/>
              <a:ext cx="222503" cy="216407"/>
            </a:xfrm>
            <a:prstGeom prst="rect">
              <a:avLst/>
            </a:prstGeom>
          </p:spPr>
        </p:pic>
      </p:grpSp>
      <p:grpSp>
        <p:nvGrpSpPr>
          <p:cNvPr id="114" name="object 112"/>
          <p:cNvGrpSpPr/>
          <p:nvPr/>
        </p:nvGrpSpPr>
        <p:grpSpPr>
          <a:xfrm>
            <a:off x="6383347" y="4149946"/>
            <a:ext cx="1090295" cy="908685"/>
            <a:chOff x="5983096" y="4647438"/>
            <a:chExt cx="1090295" cy="908685"/>
          </a:xfrm>
        </p:grpSpPr>
        <p:pic>
          <p:nvPicPr>
            <p:cNvPr id="115" name="object 113"/>
            <p:cNvPicPr/>
            <p:nvPr/>
          </p:nvPicPr>
          <p:blipFill>
            <a:blip r:embed="rId49" cstate="print"/>
            <a:stretch>
              <a:fillRect/>
            </a:stretch>
          </p:blipFill>
          <p:spPr>
            <a:xfrm>
              <a:off x="5986271" y="4913376"/>
              <a:ext cx="332232" cy="381000"/>
            </a:xfrm>
            <a:prstGeom prst="rect">
              <a:avLst/>
            </a:prstGeom>
          </p:spPr>
        </p:pic>
        <p:sp>
          <p:nvSpPr>
            <p:cNvPr id="116" name="object 114"/>
            <p:cNvSpPr/>
            <p:nvPr/>
          </p:nvSpPr>
          <p:spPr>
            <a:xfrm>
              <a:off x="5986271" y="4913376"/>
              <a:ext cx="332740" cy="381000"/>
            </a:xfrm>
            <a:custGeom>
              <a:avLst/>
              <a:gdLst/>
              <a:ahLst/>
              <a:cxnLst/>
              <a:rect l="l" t="t" r="r" b="b"/>
              <a:pathLst>
                <a:path w="332739" h="381000">
                  <a:moveTo>
                    <a:pt x="0" y="381000"/>
                  </a:moveTo>
                  <a:lnTo>
                    <a:pt x="332232" y="381000"/>
                  </a:lnTo>
                  <a:lnTo>
                    <a:pt x="332232" y="0"/>
                  </a:lnTo>
                  <a:lnTo>
                    <a:pt x="0" y="0"/>
                  </a:lnTo>
                  <a:lnTo>
                    <a:pt x="0" y="381000"/>
                  </a:lnTo>
                  <a:close/>
                </a:path>
              </a:pathLst>
            </a:custGeom>
            <a:ln w="6350">
              <a:solidFill>
                <a:srgbClr val="EC7C30"/>
              </a:solidFill>
            </a:ln>
          </p:spPr>
          <p:txBody>
            <a:bodyPr wrap="square" lIns="0" tIns="0" rIns="0" bIns="0" rtlCol="0"/>
            <a:lstStyle/>
            <a:p/>
          </p:txBody>
        </p:sp>
        <p:pic>
          <p:nvPicPr>
            <p:cNvPr id="117" name="object 115"/>
            <p:cNvPicPr/>
            <p:nvPr/>
          </p:nvPicPr>
          <p:blipFill>
            <a:blip r:embed="rId2" cstate="print"/>
            <a:stretch>
              <a:fillRect/>
            </a:stretch>
          </p:blipFill>
          <p:spPr>
            <a:xfrm>
              <a:off x="6051803" y="5020056"/>
              <a:ext cx="202691" cy="213359"/>
            </a:xfrm>
            <a:prstGeom prst="rect">
              <a:avLst/>
            </a:prstGeom>
          </p:spPr>
        </p:pic>
        <p:pic>
          <p:nvPicPr>
            <p:cNvPr id="118" name="object 116"/>
            <p:cNvPicPr/>
            <p:nvPr/>
          </p:nvPicPr>
          <p:blipFill>
            <a:blip r:embed="rId50" cstate="print"/>
            <a:stretch>
              <a:fillRect/>
            </a:stretch>
          </p:blipFill>
          <p:spPr>
            <a:xfrm>
              <a:off x="6209664" y="5340858"/>
              <a:ext cx="111379" cy="215137"/>
            </a:xfrm>
            <a:prstGeom prst="rect">
              <a:avLst/>
            </a:prstGeom>
          </p:spPr>
        </p:pic>
        <p:pic>
          <p:nvPicPr>
            <p:cNvPr id="119" name="object 117"/>
            <p:cNvPicPr/>
            <p:nvPr/>
          </p:nvPicPr>
          <p:blipFill>
            <a:blip r:embed="rId10" cstate="print"/>
            <a:stretch>
              <a:fillRect/>
            </a:stretch>
          </p:blipFill>
          <p:spPr>
            <a:xfrm>
              <a:off x="6358127" y="4904232"/>
              <a:ext cx="332231" cy="381000"/>
            </a:xfrm>
            <a:prstGeom prst="rect">
              <a:avLst/>
            </a:prstGeom>
          </p:spPr>
        </p:pic>
        <p:sp>
          <p:nvSpPr>
            <p:cNvPr id="120" name="object 118"/>
            <p:cNvSpPr/>
            <p:nvPr/>
          </p:nvSpPr>
          <p:spPr>
            <a:xfrm>
              <a:off x="6358127" y="4904232"/>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FFC000"/>
              </a:solidFill>
            </a:ln>
          </p:spPr>
          <p:txBody>
            <a:bodyPr wrap="square" lIns="0" tIns="0" rIns="0" bIns="0" rtlCol="0"/>
            <a:lstStyle/>
            <a:p/>
          </p:txBody>
        </p:sp>
        <p:pic>
          <p:nvPicPr>
            <p:cNvPr id="121" name="object 119"/>
            <p:cNvPicPr/>
            <p:nvPr/>
          </p:nvPicPr>
          <p:blipFill>
            <a:blip r:embed="rId7" cstate="print"/>
            <a:stretch>
              <a:fillRect/>
            </a:stretch>
          </p:blipFill>
          <p:spPr>
            <a:xfrm>
              <a:off x="6460235" y="5035296"/>
              <a:ext cx="187452" cy="160019"/>
            </a:xfrm>
            <a:prstGeom prst="rect">
              <a:avLst/>
            </a:prstGeom>
          </p:spPr>
        </p:pic>
        <p:pic>
          <p:nvPicPr>
            <p:cNvPr id="122" name="object 120"/>
            <p:cNvPicPr/>
            <p:nvPr/>
          </p:nvPicPr>
          <p:blipFill>
            <a:blip r:embed="rId51" cstate="print"/>
            <a:stretch>
              <a:fillRect/>
            </a:stretch>
          </p:blipFill>
          <p:spPr>
            <a:xfrm>
              <a:off x="6727316" y="5336286"/>
              <a:ext cx="141985" cy="214375"/>
            </a:xfrm>
            <a:prstGeom prst="rect">
              <a:avLst/>
            </a:prstGeom>
          </p:spPr>
        </p:pic>
        <p:pic>
          <p:nvPicPr>
            <p:cNvPr id="123" name="object 121"/>
            <p:cNvPicPr/>
            <p:nvPr/>
          </p:nvPicPr>
          <p:blipFill>
            <a:blip r:embed="rId42" cstate="print"/>
            <a:stretch>
              <a:fillRect/>
            </a:stretch>
          </p:blipFill>
          <p:spPr>
            <a:xfrm>
              <a:off x="6485127" y="5340858"/>
              <a:ext cx="76200" cy="213613"/>
            </a:xfrm>
            <a:prstGeom prst="rect">
              <a:avLst/>
            </a:prstGeom>
          </p:spPr>
        </p:pic>
        <p:pic>
          <p:nvPicPr>
            <p:cNvPr id="124" name="object 122"/>
            <p:cNvPicPr/>
            <p:nvPr/>
          </p:nvPicPr>
          <p:blipFill>
            <a:blip r:embed="rId52" cstate="print"/>
            <a:stretch>
              <a:fillRect/>
            </a:stretch>
          </p:blipFill>
          <p:spPr>
            <a:xfrm>
              <a:off x="6736079" y="4904232"/>
              <a:ext cx="333755" cy="382524"/>
            </a:xfrm>
            <a:prstGeom prst="rect">
              <a:avLst/>
            </a:prstGeom>
          </p:spPr>
        </p:pic>
        <p:sp>
          <p:nvSpPr>
            <p:cNvPr id="125" name="object 123"/>
            <p:cNvSpPr/>
            <p:nvPr/>
          </p:nvSpPr>
          <p:spPr>
            <a:xfrm>
              <a:off x="6736079" y="4904232"/>
              <a:ext cx="334010" cy="382905"/>
            </a:xfrm>
            <a:custGeom>
              <a:avLst/>
              <a:gdLst/>
              <a:ahLst/>
              <a:cxnLst/>
              <a:rect l="l" t="t" r="r" b="b"/>
              <a:pathLst>
                <a:path w="334009" h="382904">
                  <a:moveTo>
                    <a:pt x="0" y="382524"/>
                  </a:moveTo>
                  <a:lnTo>
                    <a:pt x="333755" y="382524"/>
                  </a:lnTo>
                  <a:lnTo>
                    <a:pt x="333755" y="0"/>
                  </a:lnTo>
                  <a:lnTo>
                    <a:pt x="0" y="0"/>
                  </a:lnTo>
                  <a:lnTo>
                    <a:pt x="0" y="382524"/>
                  </a:lnTo>
                  <a:close/>
                </a:path>
              </a:pathLst>
            </a:custGeom>
            <a:ln w="6350">
              <a:solidFill>
                <a:srgbClr val="4471C4"/>
              </a:solidFill>
            </a:ln>
          </p:spPr>
          <p:txBody>
            <a:bodyPr wrap="square" lIns="0" tIns="0" rIns="0" bIns="0" rtlCol="0"/>
            <a:lstStyle/>
            <a:p/>
          </p:txBody>
        </p:sp>
        <p:pic>
          <p:nvPicPr>
            <p:cNvPr id="126" name="object 124"/>
            <p:cNvPicPr/>
            <p:nvPr/>
          </p:nvPicPr>
          <p:blipFill>
            <a:blip r:embed="rId14" cstate="print"/>
            <a:stretch>
              <a:fillRect/>
            </a:stretch>
          </p:blipFill>
          <p:spPr>
            <a:xfrm>
              <a:off x="6807707" y="5038344"/>
              <a:ext cx="199644" cy="149351"/>
            </a:xfrm>
            <a:prstGeom prst="rect">
              <a:avLst/>
            </a:prstGeom>
          </p:spPr>
        </p:pic>
        <p:pic>
          <p:nvPicPr>
            <p:cNvPr id="127" name="object 125"/>
            <p:cNvPicPr/>
            <p:nvPr/>
          </p:nvPicPr>
          <p:blipFill>
            <a:blip r:embed="rId42" cstate="print"/>
            <a:stretch>
              <a:fillRect/>
            </a:stretch>
          </p:blipFill>
          <p:spPr>
            <a:xfrm>
              <a:off x="6113271" y="4652010"/>
              <a:ext cx="76200" cy="213613"/>
            </a:xfrm>
            <a:prstGeom prst="rect">
              <a:avLst/>
            </a:prstGeom>
          </p:spPr>
        </p:pic>
        <p:pic>
          <p:nvPicPr>
            <p:cNvPr id="128" name="object 126"/>
            <p:cNvPicPr/>
            <p:nvPr/>
          </p:nvPicPr>
          <p:blipFill>
            <a:blip r:embed="rId42" cstate="print"/>
            <a:stretch>
              <a:fillRect/>
            </a:stretch>
          </p:blipFill>
          <p:spPr>
            <a:xfrm>
              <a:off x="6494271" y="4647438"/>
              <a:ext cx="76200" cy="213613"/>
            </a:xfrm>
            <a:prstGeom prst="rect">
              <a:avLst/>
            </a:prstGeom>
          </p:spPr>
        </p:pic>
        <p:pic>
          <p:nvPicPr>
            <p:cNvPr id="129" name="object 127"/>
            <p:cNvPicPr/>
            <p:nvPr/>
          </p:nvPicPr>
          <p:blipFill>
            <a:blip r:embed="rId42" cstate="print"/>
            <a:stretch>
              <a:fillRect/>
            </a:stretch>
          </p:blipFill>
          <p:spPr>
            <a:xfrm>
              <a:off x="6898131" y="4652010"/>
              <a:ext cx="76200" cy="213613"/>
            </a:xfrm>
            <a:prstGeom prst="rect">
              <a:avLst/>
            </a:prstGeom>
          </p:spPr>
        </p:pic>
      </p:grpSp>
      <p:grpSp>
        <p:nvGrpSpPr>
          <p:cNvPr id="130" name="object 128"/>
          <p:cNvGrpSpPr/>
          <p:nvPr/>
        </p:nvGrpSpPr>
        <p:grpSpPr>
          <a:xfrm>
            <a:off x="7780856" y="4403565"/>
            <a:ext cx="1093470" cy="389255"/>
            <a:chOff x="7380605" y="4901057"/>
            <a:chExt cx="1093470" cy="389255"/>
          </a:xfrm>
        </p:grpSpPr>
        <p:pic>
          <p:nvPicPr>
            <p:cNvPr id="131" name="object 129"/>
            <p:cNvPicPr/>
            <p:nvPr/>
          </p:nvPicPr>
          <p:blipFill>
            <a:blip r:embed="rId49" cstate="print"/>
            <a:stretch>
              <a:fillRect/>
            </a:stretch>
          </p:blipFill>
          <p:spPr>
            <a:xfrm>
              <a:off x="7383780" y="4904232"/>
              <a:ext cx="332231" cy="381000"/>
            </a:xfrm>
            <a:prstGeom prst="rect">
              <a:avLst/>
            </a:prstGeom>
          </p:spPr>
        </p:pic>
        <p:sp>
          <p:nvSpPr>
            <p:cNvPr id="132" name="object 130"/>
            <p:cNvSpPr/>
            <p:nvPr/>
          </p:nvSpPr>
          <p:spPr>
            <a:xfrm>
              <a:off x="7383780" y="4904232"/>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EC7C30"/>
              </a:solidFill>
            </a:ln>
          </p:spPr>
          <p:txBody>
            <a:bodyPr wrap="square" lIns="0" tIns="0" rIns="0" bIns="0" rtlCol="0"/>
            <a:lstStyle/>
            <a:p/>
          </p:txBody>
        </p:sp>
        <p:pic>
          <p:nvPicPr>
            <p:cNvPr id="133" name="object 131"/>
            <p:cNvPicPr/>
            <p:nvPr/>
          </p:nvPicPr>
          <p:blipFill>
            <a:blip r:embed="rId4" cstate="print"/>
            <a:stretch>
              <a:fillRect/>
            </a:stretch>
          </p:blipFill>
          <p:spPr>
            <a:xfrm>
              <a:off x="7449312" y="5010912"/>
              <a:ext cx="207264" cy="213360"/>
            </a:xfrm>
            <a:prstGeom prst="rect">
              <a:avLst/>
            </a:prstGeom>
          </p:spPr>
        </p:pic>
        <p:pic>
          <p:nvPicPr>
            <p:cNvPr id="134" name="object 132"/>
            <p:cNvPicPr/>
            <p:nvPr/>
          </p:nvPicPr>
          <p:blipFill>
            <a:blip r:embed="rId53" cstate="print"/>
            <a:stretch>
              <a:fillRect/>
            </a:stretch>
          </p:blipFill>
          <p:spPr>
            <a:xfrm>
              <a:off x="7757160" y="4905756"/>
              <a:ext cx="332231" cy="381000"/>
            </a:xfrm>
            <a:prstGeom prst="rect">
              <a:avLst/>
            </a:prstGeom>
          </p:spPr>
        </p:pic>
        <p:sp>
          <p:nvSpPr>
            <p:cNvPr id="135" name="object 133"/>
            <p:cNvSpPr/>
            <p:nvPr/>
          </p:nvSpPr>
          <p:spPr>
            <a:xfrm>
              <a:off x="7757160" y="4905756"/>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FFC000"/>
              </a:solidFill>
            </a:ln>
          </p:spPr>
          <p:txBody>
            <a:bodyPr wrap="square" lIns="0" tIns="0" rIns="0" bIns="0" rtlCol="0"/>
            <a:lstStyle/>
            <a:p/>
          </p:txBody>
        </p:sp>
        <p:pic>
          <p:nvPicPr>
            <p:cNvPr id="136" name="object 134"/>
            <p:cNvPicPr/>
            <p:nvPr/>
          </p:nvPicPr>
          <p:blipFill>
            <a:blip r:embed="rId11" cstate="print"/>
            <a:stretch>
              <a:fillRect/>
            </a:stretch>
          </p:blipFill>
          <p:spPr>
            <a:xfrm>
              <a:off x="7857744" y="5036820"/>
              <a:ext cx="193548" cy="160019"/>
            </a:xfrm>
            <a:prstGeom prst="rect">
              <a:avLst/>
            </a:prstGeom>
          </p:spPr>
        </p:pic>
        <p:pic>
          <p:nvPicPr>
            <p:cNvPr id="137" name="object 135"/>
            <p:cNvPicPr/>
            <p:nvPr/>
          </p:nvPicPr>
          <p:blipFill>
            <a:blip r:embed="rId52" cstate="print"/>
            <a:stretch>
              <a:fillRect/>
            </a:stretch>
          </p:blipFill>
          <p:spPr>
            <a:xfrm>
              <a:off x="8138160" y="4904232"/>
              <a:ext cx="332231" cy="382524"/>
            </a:xfrm>
            <a:prstGeom prst="rect">
              <a:avLst/>
            </a:prstGeom>
          </p:spPr>
        </p:pic>
        <p:sp>
          <p:nvSpPr>
            <p:cNvPr id="138" name="object 136"/>
            <p:cNvSpPr/>
            <p:nvPr/>
          </p:nvSpPr>
          <p:spPr>
            <a:xfrm>
              <a:off x="8138160" y="4904232"/>
              <a:ext cx="332740" cy="382905"/>
            </a:xfrm>
            <a:custGeom>
              <a:avLst/>
              <a:gdLst/>
              <a:ahLst/>
              <a:cxnLst/>
              <a:rect l="l" t="t" r="r" b="b"/>
              <a:pathLst>
                <a:path w="332740" h="382904">
                  <a:moveTo>
                    <a:pt x="0" y="382524"/>
                  </a:moveTo>
                  <a:lnTo>
                    <a:pt x="332231" y="382524"/>
                  </a:lnTo>
                  <a:lnTo>
                    <a:pt x="332231" y="0"/>
                  </a:lnTo>
                  <a:lnTo>
                    <a:pt x="0" y="0"/>
                  </a:lnTo>
                  <a:lnTo>
                    <a:pt x="0" y="382524"/>
                  </a:lnTo>
                  <a:close/>
                </a:path>
              </a:pathLst>
            </a:custGeom>
            <a:ln w="6350">
              <a:solidFill>
                <a:srgbClr val="4471C4"/>
              </a:solidFill>
            </a:ln>
          </p:spPr>
          <p:txBody>
            <a:bodyPr wrap="square" lIns="0" tIns="0" rIns="0" bIns="0" rtlCol="0"/>
            <a:lstStyle/>
            <a:p/>
          </p:txBody>
        </p:sp>
        <p:pic>
          <p:nvPicPr>
            <p:cNvPr id="139" name="object 137"/>
            <p:cNvPicPr/>
            <p:nvPr/>
          </p:nvPicPr>
          <p:blipFill>
            <a:blip r:embed="rId15" cstate="print"/>
            <a:stretch>
              <a:fillRect/>
            </a:stretch>
          </p:blipFill>
          <p:spPr>
            <a:xfrm>
              <a:off x="8208264" y="5038344"/>
              <a:ext cx="205740" cy="149351"/>
            </a:xfrm>
            <a:prstGeom prst="rect">
              <a:avLst/>
            </a:prstGeom>
          </p:spPr>
        </p:pic>
      </p:grpSp>
      <p:pic>
        <p:nvPicPr>
          <p:cNvPr id="140" name="object 138"/>
          <p:cNvPicPr/>
          <p:nvPr/>
        </p:nvPicPr>
        <p:blipFill>
          <a:blip r:embed="rId54" cstate="print"/>
          <a:stretch>
            <a:fillRect/>
          </a:stretch>
        </p:blipFill>
        <p:spPr>
          <a:xfrm>
            <a:off x="8011995" y="4857081"/>
            <a:ext cx="111378" cy="215137"/>
          </a:xfrm>
          <a:prstGeom prst="rect">
            <a:avLst/>
          </a:prstGeom>
        </p:spPr>
      </p:pic>
      <p:grpSp>
        <p:nvGrpSpPr>
          <p:cNvPr id="141" name="object 139"/>
          <p:cNvGrpSpPr/>
          <p:nvPr/>
        </p:nvGrpSpPr>
        <p:grpSpPr>
          <a:xfrm>
            <a:off x="9117404" y="4403565"/>
            <a:ext cx="1091565" cy="392430"/>
            <a:chOff x="8717153" y="4901057"/>
            <a:chExt cx="1091565" cy="392430"/>
          </a:xfrm>
        </p:grpSpPr>
        <p:pic>
          <p:nvPicPr>
            <p:cNvPr id="142" name="object 140"/>
            <p:cNvPicPr/>
            <p:nvPr/>
          </p:nvPicPr>
          <p:blipFill>
            <a:blip r:embed="rId49" cstate="print"/>
            <a:stretch>
              <a:fillRect/>
            </a:stretch>
          </p:blipFill>
          <p:spPr>
            <a:xfrm>
              <a:off x="8720328" y="4904232"/>
              <a:ext cx="332231" cy="381000"/>
            </a:xfrm>
            <a:prstGeom prst="rect">
              <a:avLst/>
            </a:prstGeom>
          </p:spPr>
        </p:pic>
        <p:sp>
          <p:nvSpPr>
            <p:cNvPr id="143" name="object 141"/>
            <p:cNvSpPr/>
            <p:nvPr/>
          </p:nvSpPr>
          <p:spPr>
            <a:xfrm>
              <a:off x="8720328" y="4904232"/>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EC7C30"/>
              </a:solidFill>
            </a:ln>
          </p:spPr>
          <p:txBody>
            <a:bodyPr wrap="square" lIns="0" tIns="0" rIns="0" bIns="0" rtlCol="0"/>
            <a:lstStyle/>
            <a:p/>
          </p:txBody>
        </p:sp>
        <p:pic>
          <p:nvPicPr>
            <p:cNvPr id="144" name="object 142"/>
            <p:cNvPicPr/>
            <p:nvPr/>
          </p:nvPicPr>
          <p:blipFill>
            <a:blip r:embed="rId5" cstate="print"/>
            <a:stretch>
              <a:fillRect/>
            </a:stretch>
          </p:blipFill>
          <p:spPr>
            <a:xfrm>
              <a:off x="8784336" y="5010912"/>
              <a:ext cx="208788" cy="216407"/>
            </a:xfrm>
            <a:prstGeom prst="rect">
              <a:avLst/>
            </a:prstGeom>
          </p:spPr>
        </p:pic>
        <p:pic>
          <p:nvPicPr>
            <p:cNvPr id="145" name="object 143"/>
            <p:cNvPicPr/>
            <p:nvPr/>
          </p:nvPicPr>
          <p:blipFill>
            <a:blip r:embed="rId55" cstate="print"/>
            <a:stretch>
              <a:fillRect/>
            </a:stretch>
          </p:blipFill>
          <p:spPr>
            <a:xfrm>
              <a:off x="9092184" y="4907280"/>
              <a:ext cx="332231" cy="382523"/>
            </a:xfrm>
            <a:prstGeom prst="rect">
              <a:avLst/>
            </a:prstGeom>
          </p:spPr>
        </p:pic>
        <p:sp>
          <p:nvSpPr>
            <p:cNvPr id="146" name="object 144"/>
            <p:cNvSpPr/>
            <p:nvPr/>
          </p:nvSpPr>
          <p:spPr>
            <a:xfrm>
              <a:off x="9092184" y="4907280"/>
              <a:ext cx="332740" cy="382905"/>
            </a:xfrm>
            <a:custGeom>
              <a:avLst/>
              <a:gdLst/>
              <a:ahLst/>
              <a:cxnLst/>
              <a:rect l="l" t="t" r="r" b="b"/>
              <a:pathLst>
                <a:path w="332740" h="382904">
                  <a:moveTo>
                    <a:pt x="0" y="382524"/>
                  </a:moveTo>
                  <a:lnTo>
                    <a:pt x="332231" y="382524"/>
                  </a:lnTo>
                  <a:lnTo>
                    <a:pt x="332231" y="0"/>
                  </a:lnTo>
                  <a:lnTo>
                    <a:pt x="0" y="0"/>
                  </a:lnTo>
                  <a:lnTo>
                    <a:pt x="0" y="382524"/>
                  </a:lnTo>
                  <a:close/>
                </a:path>
              </a:pathLst>
            </a:custGeom>
            <a:ln w="6350">
              <a:solidFill>
                <a:srgbClr val="FFC000"/>
              </a:solidFill>
            </a:ln>
          </p:spPr>
          <p:txBody>
            <a:bodyPr wrap="square" lIns="0" tIns="0" rIns="0" bIns="0" rtlCol="0"/>
            <a:lstStyle/>
            <a:p/>
          </p:txBody>
        </p:sp>
        <p:pic>
          <p:nvPicPr>
            <p:cNvPr id="147" name="object 145"/>
            <p:cNvPicPr/>
            <p:nvPr/>
          </p:nvPicPr>
          <p:blipFill>
            <a:blip r:embed="rId12" cstate="print"/>
            <a:stretch>
              <a:fillRect/>
            </a:stretch>
          </p:blipFill>
          <p:spPr>
            <a:xfrm>
              <a:off x="9194292" y="5039868"/>
              <a:ext cx="195072" cy="160019"/>
            </a:xfrm>
            <a:prstGeom prst="rect">
              <a:avLst/>
            </a:prstGeom>
          </p:spPr>
        </p:pic>
        <p:pic>
          <p:nvPicPr>
            <p:cNvPr id="148" name="object 146"/>
            <p:cNvPicPr/>
            <p:nvPr/>
          </p:nvPicPr>
          <p:blipFill>
            <a:blip r:embed="rId16" cstate="print"/>
            <a:stretch>
              <a:fillRect/>
            </a:stretch>
          </p:blipFill>
          <p:spPr>
            <a:xfrm>
              <a:off x="9473184" y="4907280"/>
              <a:ext cx="332231" cy="381000"/>
            </a:xfrm>
            <a:prstGeom prst="rect">
              <a:avLst/>
            </a:prstGeom>
          </p:spPr>
        </p:pic>
        <p:sp>
          <p:nvSpPr>
            <p:cNvPr id="149" name="object 147"/>
            <p:cNvSpPr/>
            <p:nvPr/>
          </p:nvSpPr>
          <p:spPr>
            <a:xfrm>
              <a:off x="9473184" y="4907280"/>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4471C4"/>
              </a:solidFill>
            </a:ln>
          </p:spPr>
          <p:txBody>
            <a:bodyPr wrap="square" lIns="0" tIns="0" rIns="0" bIns="0" rtlCol="0"/>
            <a:lstStyle/>
            <a:p/>
          </p:txBody>
        </p:sp>
        <p:pic>
          <p:nvPicPr>
            <p:cNvPr id="150" name="object 148"/>
            <p:cNvPicPr/>
            <p:nvPr/>
          </p:nvPicPr>
          <p:blipFill>
            <a:blip r:embed="rId17" cstate="print"/>
            <a:stretch>
              <a:fillRect/>
            </a:stretch>
          </p:blipFill>
          <p:spPr>
            <a:xfrm>
              <a:off x="9543288" y="5039868"/>
              <a:ext cx="207264" cy="152400"/>
            </a:xfrm>
            <a:prstGeom prst="rect">
              <a:avLst/>
            </a:prstGeom>
          </p:spPr>
        </p:pic>
      </p:grpSp>
      <p:pic>
        <p:nvPicPr>
          <p:cNvPr id="151" name="object 149"/>
          <p:cNvPicPr/>
          <p:nvPr/>
        </p:nvPicPr>
        <p:blipFill>
          <a:blip r:embed="rId56" cstate="print"/>
          <a:stretch>
            <a:fillRect/>
          </a:stretch>
        </p:blipFill>
        <p:spPr>
          <a:xfrm>
            <a:off x="9350068" y="4843366"/>
            <a:ext cx="111378" cy="215137"/>
          </a:xfrm>
          <a:prstGeom prst="rect">
            <a:avLst/>
          </a:prstGeom>
        </p:spPr>
      </p:pic>
      <p:pic>
        <p:nvPicPr>
          <p:cNvPr id="152" name="object 150"/>
          <p:cNvPicPr/>
          <p:nvPr/>
        </p:nvPicPr>
        <p:blipFill>
          <a:blip r:embed="rId42" cstate="print"/>
          <a:stretch>
            <a:fillRect/>
          </a:stretch>
        </p:blipFill>
        <p:spPr>
          <a:xfrm>
            <a:off x="8282886" y="4846413"/>
            <a:ext cx="76200" cy="213613"/>
          </a:xfrm>
          <a:prstGeom prst="rect">
            <a:avLst/>
          </a:prstGeom>
        </p:spPr>
      </p:pic>
      <p:pic>
        <p:nvPicPr>
          <p:cNvPr id="153" name="object 151"/>
          <p:cNvPicPr/>
          <p:nvPr/>
        </p:nvPicPr>
        <p:blipFill>
          <a:blip r:embed="rId42" cstate="print"/>
          <a:stretch>
            <a:fillRect/>
          </a:stretch>
        </p:blipFill>
        <p:spPr>
          <a:xfrm>
            <a:off x="9619434" y="4847937"/>
            <a:ext cx="76200" cy="213613"/>
          </a:xfrm>
          <a:prstGeom prst="rect">
            <a:avLst/>
          </a:prstGeom>
        </p:spPr>
      </p:pic>
      <p:pic>
        <p:nvPicPr>
          <p:cNvPr id="154" name="object 152"/>
          <p:cNvPicPr/>
          <p:nvPr/>
        </p:nvPicPr>
        <p:blipFill>
          <a:blip r:embed="rId51" cstate="print"/>
          <a:stretch>
            <a:fillRect/>
          </a:stretch>
        </p:blipFill>
        <p:spPr>
          <a:xfrm>
            <a:off x="8528123" y="4838793"/>
            <a:ext cx="141985" cy="214375"/>
          </a:xfrm>
          <a:prstGeom prst="rect">
            <a:avLst/>
          </a:prstGeom>
        </p:spPr>
      </p:pic>
      <p:pic>
        <p:nvPicPr>
          <p:cNvPr id="155" name="object 153"/>
          <p:cNvPicPr/>
          <p:nvPr/>
        </p:nvPicPr>
        <p:blipFill>
          <a:blip r:embed="rId8" cstate="print"/>
          <a:stretch>
            <a:fillRect/>
          </a:stretch>
        </p:blipFill>
        <p:spPr>
          <a:xfrm>
            <a:off x="9863147" y="4840317"/>
            <a:ext cx="141985" cy="214376"/>
          </a:xfrm>
          <a:prstGeom prst="rect">
            <a:avLst/>
          </a:prstGeom>
        </p:spPr>
      </p:pic>
      <p:sp>
        <p:nvSpPr>
          <p:cNvPr id="156" name="object 154"/>
          <p:cNvSpPr txBox="1"/>
          <p:nvPr/>
        </p:nvSpPr>
        <p:spPr>
          <a:xfrm>
            <a:off x="6387285" y="3662266"/>
            <a:ext cx="3819525" cy="455930"/>
          </a:xfrm>
          <a:prstGeom prst="rect">
            <a:avLst/>
          </a:prstGeom>
          <a:solidFill>
            <a:srgbClr val="5B9BD4"/>
          </a:solidFill>
        </p:spPr>
        <p:txBody>
          <a:bodyPr vert="horz" wrap="square" lIns="0" tIns="75565" rIns="0" bIns="0" rtlCol="0">
            <a:spAutoFit/>
          </a:bodyPr>
          <a:lstStyle/>
          <a:p>
            <a:pPr marL="929640">
              <a:lnSpc>
                <a:spcPct val="100000"/>
              </a:lnSpc>
              <a:spcBef>
                <a:spcPts val="595"/>
              </a:spcBef>
            </a:pPr>
            <a:r>
              <a:rPr sz="1800" spc="-10" dirty="0">
                <a:solidFill>
                  <a:srgbClr val="FFFFFF"/>
                </a:solidFill>
                <a:latin typeface="Calibri" panose="020F0502020204030204"/>
                <a:cs typeface="Calibri" panose="020F0502020204030204"/>
              </a:rPr>
              <a:t>self-attention</a:t>
            </a:r>
            <a:r>
              <a:rPr sz="1800" spc="-40" dirty="0">
                <a:solidFill>
                  <a:srgbClr val="FFFFFF"/>
                </a:solidFill>
                <a:latin typeface="Calibri" panose="020F0502020204030204"/>
                <a:cs typeface="Calibri" panose="020F0502020204030204"/>
              </a:rPr>
              <a:t> </a:t>
            </a:r>
            <a:r>
              <a:rPr sz="1800" spc="-10" dirty="0">
                <a:solidFill>
                  <a:srgbClr val="FFFFFF"/>
                </a:solidFill>
                <a:latin typeface="Calibri" panose="020F0502020204030204"/>
                <a:cs typeface="Calibri" panose="020F0502020204030204"/>
              </a:rPr>
              <a:t>“layer”</a:t>
            </a:r>
            <a:endParaRPr sz="1800">
              <a:latin typeface="Calibri" panose="020F0502020204030204"/>
              <a:cs typeface="Calibri" panose="020F0502020204030204"/>
            </a:endParaRPr>
          </a:p>
        </p:txBody>
      </p:sp>
      <p:pic>
        <p:nvPicPr>
          <p:cNvPr id="157" name="object 155"/>
          <p:cNvPicPr/>
          <p:nvPr/>
        </p:nvPicPr>
        <p:blipFill>
          <a:blip r:embed="rId57" cstate="print"/>
          <a:stretch>
            <a:fillRect/>
          </a:stretch>
        </p:blipFill>
        <p:spPr>
          <a:xfrm>
            <a:off x="7926270" y="4139278"/>
            <a:ext cx="76200" cy="213613"/>
          </a:xfrm>
          <a:prstGeom prst="rect">
            <a:avLst/>
          </a:prstGeom>
        </p:spPr>
      </p:pic>
      <p:pic>
        <p:nvPicPr>
          <p:cNvPr id="158" name="object 156"/>
          <p:cNvPicPr/>
          <p:nvPr/>
        </p:nvPicPr>
        <p:blipFill>
          <a:blip r:embed="rId57" cstate="print"/>
          <a:stretch>
            <a:fillRect/>
          </a:stretch>
        </p:blipFill>
        <p:spPr>
          <a:xfrm>
            <a:off x="8711131" y="4139278"/>
            <a:ext cx="76200" cy="213613"/>
          </a:xfrm>
          <a:prstGeom prst="rect">
            <a:avLst/>
          </a:prstGeom>
        </p:spPr>
      </p:pic>
      <p:pic>
        <p:nvPicPr>
          <p:cNvPr id="159" name="object 157"/>
          <p:cNvPicPr/>
          <p:nvPr/>
        </p:nvPicPr>
        <p:blipFill>
          <a:blip r:embed="rId57" cstate="print"/>
          <a:stretch>
            <a:fillRect/>
          </a:stretch>
        </p:blipFill>
        <p:spPr>
          <a:xfrm>
            <a:off x="8307270" y="4134705"/>
            <a:ext cx="76200" cy="213613"/>
          </a:xfrm>
          <a:prstGeom prst="rect">
            <a:avLst/>
          </a:prstGeom>
        </p:spPr>
      </p:pic>
      <p:pic>
        <p:nvPicPr>
          <p:cNvPr id="160" name="object 158"/>
          <p:cNvPicPr/>
          <p:nvPr/>
        </p:nvPicPr>
        <p:blipFill>
          <a:blip r:embed="rId57" cstate="print"/>
          <a:stretch>
            <a:fillRect/>
          </a:stretch>
        </p:blipFill>
        <p:spPr>
          <a:xfrm>
            <a:off x="9252151" y="4139278"/>
            <a:ext cx="76200" cy="213613"/>
          </a:xfrm>
          <a:prstGeom prst="rect">
            <a:avLst/>
          </a:prstGeom>
        </p:spPr>
      </p:pic>
      <p:pic>
        <p:nvPicPr>
          <p:cNvPr id="161" name="object 159"/>
          <p:cNvPicPr/>
          <p:nvPr/>
        </p:nvPicPr>
        <p:blipFill>
          <a:blip r:embed="rId57" cstate="print"/>
          <a:stretch>
            <a:fillRect/>
          </a:stretch>
        </p:blipFill>
        <p:spPr>
          <a:xfrm>
            <a:off x="9633151" y="4134705"/>
            <a:ext cx="76200" cy="213613"/>
          </a:xfrm>
          <a:prstGeom prst="rect">
            <a:avLst/>
          </a:prstGeom>
        </p:spPr>
      </p:pic>
      <p:pic>
        <p:nvPicPr>
          <p:cNvPr id="162" name="object 160"/>
          <p:cNvPicPr/>
          <p:nvPr/>
        </p:nvPicPr>
        <p:blipFill>
          <a:blip r:embed="rId57" cstate="print"/>
          <a:stretch>
            <a:fillRect/>
          </a:stretch>
        </p:blipFill>
        <p:spPr>
          <a:xfrm>
            <a:off x="10038534" y="4139278"/>
            <a:ext cx="76200" cy="213613"/>
          </a:xfrm>
          <a:prstGeom prst="rect">
            <a:avLst/>
          </a:prstGeom>
        </p:spPr>
      </p:pic>
      <p:pic>
        <p:nvPicPr>
          <p:cNvPr id="163" name="object 161"/>
          <p:cNvPicPr/>
          <p:nvPr/>
        </p:nvPicPr>
        <p:blipFill>
          <a:blip r:embed="rId42" cstate="print"/>
          <a:stretch>
            <a:fillRect/>
          </a:stretch>
        </p:blipFill>
        <p:spPr>
          <a:xfrm>
            <a:off x="6879283" y="3412329"/>
            <a:ext cx="76199" cy="213613"/>
          </a:xfrm>
          <a:prstGeom prst="rect">
            <a:avLst/>
          </a:prstGeom>
        </p:spPr>
      </p:pic>
      <p:grpSp>
        <p:nvGrpSpPr>
          <p:cNvPr id="164" name="object 162"/>
          <p:cNvGrpSpPr/>
          <p:nvPr/>
        </p:nvGrpSpPr>
        <p:grpSpPr>
          <a:xfrm>
            <a:off x="6688147" y="2945097"/>
            <a:ext cx="427355" cy="416559"/>
            <a:chOff x="6287896" y="3442589"/>
            <a:chExt cx="427355" cy="416559"/>
          </a:xfrm>
        </p:grpSpPr>
        <p:pic>
          <p:nvPicPr>
            <p:cNvPr id="165" name="object 163"/>
            <p:cNvPicPr/>
            <p:nvPr/>
          </p:nvPicPr>
          <p:blipFill>
            <a:blip r:embed="rId47" cstate="print"/>
            <a:stretch>
              <a:fillRect/>
            </a:stretch>
          </p:blipFill>
          <p:spPr>
            <a:xfrm>
              <a:off x="6291071" y="3445764"/>
              <a:ext cx="420624" cy="409956"/>
            </a:xfrm>
            <a:prstGeom prst="rect">
              <a:avLst/>
            </a:prstGeom>
          </p:spPr>
        </p:pic>
        <p:sp>
          <p:nvSpPr>
            <p:cNvPr id="166" name="object 164"/>
            <p:cNvSpPr/>
            <p:nvPr/>
          </p:nvSpPr>
          <p:spPr>
            <a:xfrm>
              <a:off x="6291071" y="3445764"/>
              <a:ext cx="421005" cy="410209"/>
            </a:xfrm>
            <a:custGeom>
              <a:avLst/>
              <a:gdLst/>
              <a:ahLst/>
              <a:cxnLst/>
              <a:rect l="l" t="t" r="r" b="b"/>
              <a:pathLst>
                <a:path w="421004" h="410210">
                  <a:moveTo>
                    <a:pt x="0" y="409956"/>
                  </a:moveTo>
                  <a:lnTo>
                    <a:pt x="420624" y="409956"/>
                  </a:lnTo>
                  <a:lnTo>
                    <a:pt x="420624" y="0"/>
                  </a:lnTo>
                  <a:lnTo>
                    <a:pt x="0" y="0"/>
                  </a:lnTo>
                  <a:lnTo>
                    <a:pt x="0" y="409956"/>
                  </a:lnTo>
                  <a:close/>
                </a:path>
              </a:pathLst>
            </a:custGeom>
            <a:ln w="6350">
              <a:solidFill>
                <a:srgbClr val="6FAC46"/>
              </a:solidFill>
            </a:ln>
          </p:spPr>
          <p:txBody>
            <a:bodyPr wrap="square" lIns="0" tIns="0" rIns="0" bIns="0" rtlCol="0"/>
            <a:lstStyle/>
            <a:p/>
          </p:txBody>
        </p:sp>
        <p:pic>
          <p:nvPicPr>
            <p:cNvPr id="167" name="object 165"/>
            <p:cNvPicPr/>
            <p:nvPr/>
          </p:nvPicPr>
          <p:blipFill>
            <a:blip r:embed="rId30" cstate="print"/>
            <a:stretch>
              <a:fillRect/>
            </a:stretch>
          </p:blipFill>
          <p:spPr>
            <a:xfrm>
              <a:off x="6408419" y="3598164"/>
              <a:ext cx="207264" cy="149352"/>
            </a:xfrm>
            <a:prstGeom prst="rect">
              <a:avLst/>
            </a:prstGeom>
          </p:spPr>
        </p:pic>
      </p:grpSp>
      <p:pic>
        <p:nvPicPr>
          <p:cNvPr id="168" name="object 166"/>
          <p:cNvPicPr/>
          <p:nvPr/>
        </p:nvPicPr>
        <p:blipFill>
          <a:blip r:embed="rId42" cstate="print"/>
          <a:stretch>
            <a:fillRect/>
          </a:stretch>
        </p:blipFill>
        <p:spPr>
          <a:xfrm>
            <a:off x="8282886" y="3395566"/>
            <a:ext cx="76200" cy="213614"/>
          </a:xfrm>
          <a:prstGeom prst="rect">
            <a:avLst/>
          </a:prstGeom>
        </p:spPr>
      </p:pic>
      <p:grpSp>
        <p:nvGrpSpPr>
          <p:cNvPr id="169" name="object 167"/>
          <p:cNvGrpSpPr/>
          <p:nvPr/>
        </p:nvGrpSpPr>
        <p:grpSpPr>
          <a:xfrm>
            <a:off x="8091752" y="2928333"/>
            <a:ext cx="427355" cy="416559"/>
            <a:chOff x="7691501" y="3425825"/>
            <a:chExt cx="427355" cy="416559"/>
          </a:xfrm>
        </p:grpSpPr>
        <p:pic>
          <p:nvPicPr>
            <p:cNvPr id="170" name="object 168"/>
            <p:cNvPicPr/>
            <p:nvPr/>
          </p:nvPicPr>
          <p:blipFill>
            <a:blip r:embed="rId58" cstate="print"/>
            <a:stretch>
              <a:fillRect/>
            </a:stretch>
          </p:blipFill>
          <p:spPr>
            <a:xfrm>
              <a:off x="7694676" y="3429000"/>
              <a:ext cx="420624" cy="409956"/>
            </a:xfrm>
            <a:prstGeom prst="rect">
              <a:avLst/>
            </a:prstGeom>
          </p:spPr>
        </p:pic>
        <p:sp>
          <p:nvSpPr>
            <p:cNvPr id="171" name="object 169"/>
            <p:cNvSpPr/>
            <p:nvPr/>
          </p:nvSpPr>
          <p:spPr>
            <a:xfrm>
              <a:off x="7694676" y="3429000"/>
              <a:ext cx="421005" cy="410209"/>
            </a:xfrm>
            <a:custGeom>
              <a:avLst/>
              <a:gdLst/>
              <a:ahLst/>
              <a:cxnLst/>
              <a:rect l="l" t="t" r="r" b="b"/>
              <a:pathLst>
                <a:path w="421004" h="410210">
                  <a:moveTo>
                    <a:pt x="0" y="409956"/>
                  </a:moveTo>
                  <a:lnTo>
                    <a:pt x="420624" y="409956"/>
                  </a:lnTo>
                  <a:lnTo>
                    <a:pt x="420624" y="0"/>
                  </a:lnTo>
                  <a:lnTo>
                    <a:pt x="0" y="0"/>
                  </a:lnTo>
                  <a:lnTo>
                    <a:pt x="0" y="409956"/>
                  </a:lnTo>
                  <a:close/>
                </a:path>
              </a:pathLst>
            </a:custGeom>
            <a:ln w="6350">
              <a:solidFill>
                <a:srgbClr val="6FAC46"/>
              </a:solidFill>
            </a:ln>
          </p:spPr>
          <p:txBody>
            <a:bodyPr wrap="square" lIns="0" tIns="0" rIns="0" bIns="0" rtlCol="0"/>
            <a:lstStyle/>
            <a:p/>
          </p:txBody>
        </p:sp>
        <p:pic>
          <p:nvPicPr>
            <p:cNvPr id="172" name="object 170"/>
            <p:cNvPicPr/>
            <p:nvPr/>
          </p:nvPicPr>
          <p:blipFill>
            <a:blip r:embed="rId59" cstate="print"/>
            <a:stretch>
              <a:fillRect/>
            </a:stretch>
          </p:blipFill>
          <p:spPr>
            <a:xfrm>
              <a:off x="7812024" y="3581400"/>
              <a:ext cx="213359" cy="149351"/>
            </a:xfrm>
            <a:prstGeom prst="rect">
              <a:avLst/>
            </a:prstGeom>
          </p:spPr>
        </p:pic>
      </p:grpSp>
      <p:pic>
        <p:nvPicPr>
          <p:cNvPr id="173" name="object 171"/>
          <p:cNvPicPr/>
          <p:nvPr/>
        </p:nvPicPr>
        <p:blipFill>
          <a:blip r:embed="rId42" cstate="print"/>
          <a:stretch>
            <a:fillRect/>
          </a:stretch>
        </p:blipFill>
        <p:spPr>
          <a:xfrm>
            <a:off x="9627055" y="3392517"/>
            <a:ext cx="76200" cy="213613"/>
          </a:xfrm>
          <a:prstGeom prst="rect">
            <a:avLst/>
          </a:prstGeom>
        </p:spPr>
      </p:pic>
      <p:grpSp>
        <p:nvGrpSpPr>
          <p:cNvPr id="174" name="object 172"/>
          <p:cNvGrpSpPr/>
          <p:nvPr/>
        </p:nvGrpSpPr>
        <p:grpSpPr>
          <a:xfrm>
            <a:off x="9434395" y="2925285"/>
            <a:ext cx="427355" cy="416559"/>
            <a:chOff x="9034144" y="3422777"/>
            <a:chExt cx="427355" cy="416559"/>
          </a:xfrm>
        </p:grpSpPr>
        <p:pic>
          <p:nvPicPr>
            <p:cNvPr id="175" name="object 173"/>
            <p:cNvPicPr/>
            <p:nvPr/>
          </p:nvPicPr>
          <p:blipFill>
            <a:blip r:embed="rId58" cstate="print"/>
            <a:stretch>
              <a:fillRect/>
            </a:stretch>
          </p:blipFill>
          <p:spPr>
            <a:xfrm>
              <a:off x="9037319" y="3425952"/>
              <a:ext cx="420624" cy="409956"/>
            </a:xfrm>
            <a:prstGeom prst="rect">
              <a:avLst/>
            </a:prstGeom>
          </p:spPr>
        </p:pic>
        <p:sp>
          <p:nvSpPr>
            <p:cNvPr id="176" name="object 174"/>
            <p:cNvSpPr/>
            <p:nvPr/>
          </p:nvSpPr>
          <p:spPr>
            <a:xfrm>
              <a:off x="9037319" y="3425952"/>
              <a:ext cx="421005" cy="410209"/>
            </a:xfrm>
            <a:custGeom>
              <a:avLst/>
              <a:gdLst/>
              <a:ahLst/>
              <a:cxnLst/>
              <a:rect l="l" t="t" r="r" b="b"/>
              <a:pathLst>
                <a:path w="421004" h="410210">
                  <a:moveTo>
                    <a:pt x="0" y="409956"/>
                  </a:moveTo>
                  <a:lnTo>
                    <a:pt x="420624" y="409956"/>
                  </a:lnTo>
                  <a:lnTo>
                    <a:pt x="420624" y="0"/>
                  </a:lnTo>
                  <a:lnTo>
                    <a:pt x="0" y="0"/>
                  </a:lnTo>
                  <a:lnTo>
                    <a:pt x="0" y="409956"/>
                  </a:lnTo>
                  <a:close/>
                </a:path>
              </a:pathLst>
            </a:custGeom>
            <a:ln w="6350">
              <a:solidFill>
                <a:srgbClr val="6FAC46"/>
              </a:solidFill>
            </a:ln>
          </p:spPr>
          <p:txBody>
            <a:bodyPr wrap="square" lIns="0" tIns="0" rIns="0" bIns="0" rtlCol="0"/>
            <a:lstStyle/>
            <a:p/>
          </p:txBody>
        </p:sp>
        <p:pic>
          <p:nvPicPr>
            <p:cNvPr id="177" name="object 175"/>
            <p:cNvPicPr/>
            <p:nvPr/>
          </p:nvPicPr>
          <p:blipFill>
            <a:blip r:embed="rId60" cstate="print"/>
            <a:stretch>
              <a:fillRect/>
            </a:stretch>
          </p:blipFill>
          <p:spPr>
            <a:xfrm>
              <a:off x="9154667" y="3578352"/>
              <a:ext cx="214883" cy="152400"/>
            </a:xfrm>
            <a:prstGeom prst="rect">
              <a:avLst/>
            </a:prstGeom>
          </p:spPr>
        </p:pic>
      </p:grpSp>
      <p:grpSp>
        <p:nvGrpSpPr>
          <p:cNvPr id="178" name="object 176"/>
          <p:cNvGrpSpPr/>
          <p:nvPr/>
        </p:nvGrpSpPr>
        <p:grpSpPr>
          <a:xfrm>
            <a:off x="6378776" y="1958434"/>
            <a:ext cx="1090295" cy="907415"/>
            <a:chOff x="5978525" y="2455926"/>
            <a:chExt cx="1090295" cy="907415"/>
          </a:xfrm>
        </p:grpSpPr>
        <p:pic>
          <p:nvPicPr>
            <p:cNvPr id="179" name="object 177"/>
            <p:cNvPicPr/>
            <p:nvPr/>
          </p:nvPicPr>
          <p:blipFill>
            <a:blip r:embed="rId49" cstate="print"/>
            <a:stretch>
              <a:fillRect/>
            </a:stretch>
          </p:blipFill>
          <p:spPr>
            <a:xfrm>
              <a:off x="5981700" y="2720340"/>
              <a:ext cx="333755" cy="381000"/>
            </a:xfrm>
            <a:prstGeom prst="rect">
              <a:avLst/>
            </a:prstGeom>
          </p:spPr>
        </p:pic>
        <p:sp>
          <p:nvSpPr>
            <p:cNvPr id="180" name="object 178"/>
            <p:cNvSpPr/>
            <p:nvPr/>
          </p:nvSpPr>
          <p:spPr>
            <a:xfrm>
              <a:off x="5981700" y="2720340"/>
              <a:ext cx="334010" cy="381000"/>
            </a:xfrm>
            <a:custGeom>
              <a:avLst/>
              <a:gdLst/>
              <a:ahLst/>
              <a:cxnLst/>
              <a:rect l="l" t="t" r="r" b="b"/>
              <a:pathLst>
                <a:path w="334010" h="381000">
                  <a:moveTo>
                    <a:pt x="0" y="381000"/>
                  </a:moveTo>
                  <a:lnTo>
                    <a:pt x="333755" y="381000"/>
                  </a:lnTo>
                  <a:lnTo>
                    <a:pt x="333755" y="0"/>
                  </a:lnTo>
                  <a:lnTo>
                    <a:pt x="0" y="0"/>
                  </a:lnTo>
                  <a:lnTo>
                    <a:pt x="0" y="381000"/>
                  </a:lnTo>
                  <a:close/>
                </a:path>
              </a:pathLst>
            </a:custGeom>
            <a:ln w="6350">
              <a:solidFill>
                <a:srgbClr val="EC7C30"/>
              </a:solidFill>
            </a:ln>
          </p:spPr>
          <p:txBody>
            <a:bodyPr wrap="square" lIns="0" tIns="0" rIns="0" bIns="0" rtlCol="0"/>
            <a:lstStyle/>
            <a:p/>
          </p:txBody>
        </p:sp>
        <p:pic>
          <p:nvPicPr>
            <p:cNvPr id="181" name="object 179"/>
            <p:cNvPicPr/>
            <p:nvPr/>
          </p:nvPicPr>
          <p:blipFill>
            <a:blip r:embed="rId2" cstate="print"/>
            <a:stretch>
              <a:fillRect/>
            </a:stretch>
          </p:blipFill>
          <p:spPr>
            <a:xfrm>
              <a:off x="6047231" y="2827020"/>
              <a:ext cx="202691" cy="213360"/>
            </a:xfrm>
            <a:prstGeom prst="rect">
              <a:avLst/>
            </a:prstGeom>
          </p:spPr>
        </p:pic>
        <p:pic>
          <p:nvPicPr>
            <p:cNvPr id="182" name="object 180"/>
            <p:cNvPicPr/>
            <p:nvPr/>
          </p:nvPicPr>
          <p:blipFill>
            <a:blip r:embed="rId41" cstate="print"/>
            <a:stretch>
              <a:fillRect/>
            </a:stretch>
          </p:blipFill>
          <p:spPr>
            <a:xfrm>
              <a:off x="6205093" y="3147822"/>
              <a:ext cx="111379" cy="215137"/>
            </a:xfrm>
            <a:prstGeom prst="rect">
              <a:avLst/>
            </a:prstGeom>
          </p:spPr>
        </p:pic>
        <p:pic>
          <p:nvPicPr>
            <p:cNvPr id="183" name="object 181"/>
            <p:cNvPicPr/>
            <p:nvPr/>
          </p:nvPicPr>
          <p:blipFill>
            <a:blip r:embed="rId10" cstate="print"/>
            <a:stretch>
              <a:fillRect/>
            </a:stretch>
          </p:blipFill>
          <p:spPr>
            <a:xfrm>
              <a:off x="6355079" y="2711196"/>
              <a:ext cx="332231" cy="381000"/>
            </a:xfrm>
            <a:prstGeom prst="rect">
              <a:avLst/>
            </a:prstGeom>
          </p:spPr>
        </p:pic>
        <p:sp>
          <p:nvSpPr>
            <p:cNvPr id="184" name="object 182"/>
            <p:cNvSpPr/>
            <p:nvPr/>
          </p:nvSpPr>
          <p:spPr>
            <a:xfrm>
              <a:off x="6355079" y="2711196"/>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FFC000"/>
              </a:solidFill>
            </a:ln>
          </p:spPr>
          <p:txBody>
            <a:bodyPr wrap="square" lIns="0" tIns="0" rIns="0" bIns="0" rtlCol="0"/>
            <a:lstStyle/>
            <a:p/>
          </p:txBody>
        </p:sp>
        <p:pic>
          <p:nvPicPr>
            <p:cNvPr id="185" name="object 183"/>
            <p:cNvPicPr/>
            <p:nvPr/>
          </p:nvPicPr>
          <p:blipFill>
            <a:blip r:embed="rId7" cstate="print"/>
            <a:stretch>
              <a:fillRect/>
            </a:stretch>
          </p:blipFill>
          <p:spPr>
            <a:xfrm>
              <a:off x="6455663" y="2842260"/>
              <a:ext cx="187452" cy="160020"/>
            </a:xfrm>
            <a:prstGeom prst="rect">
              <a:avLst/>
            </a:prstGeom>
          </p:spPr>
        </p:pic>
        <p:pic>
          <p:nvPicPr>
            <p:cNvPr id="186" name="object 184"/>
            <p:cNvPicPr/>
            <p:nvPr/>
          </p:nvPicPr>
          <p:blipFill>
            <a:blip r:embed="rId51" cstate="print"/>
            <a:stretch>
              <a:fillRect/>
            </a:stretch>
          </p:blipFill>
          <p:spPr>
            <a:xfrm>
              <a:off x="6722744" y="3143250"/>
              <a:ext cx="141985" cy="214375"/>
            </a:xfrm>
            <a:prstGeom prst="rect">
              <a:avLst/>
            </a:prstGeom>
          </p:spPr>
        </p:pic>
        <p:pic>
          <p:nvPicPr>
            <p:cNvPr id="187" name="object 185"/>
            <p:cNvPicPr/>
            <p:nvPr/>
          </p:nvPicPr>
          <p:blipFill>
            <a:blip r:embed="rId42" cstate="print"/>
            <a:stretch>
              <a:fillRect/>
            </a:stretch>
          </p:blipFill>
          <p:spPr>
            <a:xfrm>
              <a:off x="6480555" y="3149346"/>
              <a:ext cx="76200" cy="213613"/>
            </a:xfrm>
            <a:prstGeom prst="rect">
              <a:avLst/>
            </a:prstGeom>
          </p:spPr>
        </p:pic>
        <p:pic>
          <p:nvPicPr>
            <p:cNvPr id="188" name="object 186"/>
            <p:cNvPicPr/>
            <p:nvPr/>
          </p:nvPicPr>
          <p:blipFill>
            <a:blip r:embed="rId16" cstate="print"/>
            <a:stretch>
              <a:fillRect/>
            </a:stretch>
          </p:blipFill>
          <p:spPr>
            <a:xfrm>
              <a:off x="6733031" y="2712720"/>
              <a:ext cx="332231" cy="381000"/>
            </a:xfrm>
            <a:prstGeom prst="rect">
              <a:avLst/>
            </a:prstGeom>
          </p:spPr>
        </p:pic>
        <p:sp>
          <p:nvSpPr>
            <p:cNvPr id="189" name="object 187"/>
            <p:cNvSpPr/>
            <p:nvPr/>
          </p:nvSpPr>
          <p:spPr>
            <a:xfrm>
              <a:off x="6733031" y="2712720"/>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4471C4"/>
              </a:solidFill>
            </a:ln>
          </p:spPr>
          <p:txBody>
            <a:bodyPr wrap="square" lIns="0" tIns="0" rIns="0" bIns="0" rtlCol="0"/>
            <a:lstStyle/>
            <a:p/>
          </p:txBody>
        </p:sp>
        <p:pic>
          <p:nvPicPr>
            <p:cNvPr id="190" name="object 188"/>
            <p:cNvPicPr/>
            <p:nvPr/>
          </p:nvPicPr>
          <p:blipFill>
            <a:blip r:embed="rId14" cstate="print"/>
            <a:stretch>
              <a:fillRect/>
            </a:stretch>
          </p:blipFill>
          <p:spPr>
            <a:xfrm>
              <a:off x="6803136" y="2845308"/>
              <a:ext cx="199644" cy="149351"/>
            </a:xfrm>
            <a:prstGeom prst="rect">
              <a:avLst/>
            </a:prstGeom>
          </p:spPr>
        </p:pic>
        <p:pic>
          <p:nvPicPr>
            <p:cNvPr id="191" name="object 189"/>
            <p:cNvPicPr/>
            <p:nvPr/>
          </p:nvPicPr>
          <p:blipFill>
            <a:blip r:embed="rId57" cstate="print"/>
            <a:stretch>
              <a:fillRect/>
            </a:stretch>
          </p:blipFill>
          <p:spPr>
            <a:xfrm>
              <a:off x="6108700" y="2460498"/>
              <a:ext cx="76200" cy="213613"/>
            </a:xfrm>
            <a:prstGeom prst="rect">
              <a:avLst/>
            </a:prstGeom>
          </p:spPr>
        </p:pic>
        <p:pic>
          <p:nvPicPr>
            <p:cNvPr id="192" name="object 190"/>
            <p:cNvPicPr/>
            <p:nvPr/>
          </p:nvPicPr>
          <p:blipFill>
            <a:blip r:embed="rId42" cstate="print"/>
            <a:stretch>
              <a:fillRect/>
            </a:stretch>
          </p:blipFill>
          <p:spPr>
            <a:xfrm>
              <a:off x="6489700" y="2455926"/>
              <a:ext cx="76200" cy="213613"/>
            </a:xfrm>
            <a:prstGeom prst="rect">
              <a:avLst/>
            </a:prstGeom>
          </p:spPr>
        </p:pic>
        <p:pic>
          <p:nvPicPr>
            <p:cNvPr id="193" name="object 191"/>
            <p:cNvPicPr/>
            <p:nvPr/>
          </p:nvPicPr>
          <p:blipFill>
            <a:blip r:embed="rId57" cstate="print"/>
            <a:stretch>
              <a:fillRect/>
            </a:stretch>
          </p:blipFill>
          <p:spPr>
            <a:xfrm>
              <a:off x="6895083" y="2460498"/>
              <a:ext cx="76200" cy="213613"/>
            </a:xfrm>
            <a:prstGeom prst="rect">
              <a:avLst/>
            </a:prstGeom>
          </p:spPr>
        </p:pic>
      </p:grpSp>
      <p:grpSp>
        <p:nvGrpSpPr>
          <p:cNvPr id="194" name="object 192"/>
          <p:cNvGrpSpPr/>
          <p:nvPr/>
        </p:nvGrpSpPr>
        <p:grpSpPr>
          <a:xfrm>
            <a:off x="7777807" y="2210528"/>
            <a:ext cx="1091565" cy="390525"/>
            <a:chOff x="7377556" y="2708020"/>
            <a:chExt cx="1091565" cy="390525"/>
          </a:xfrm>
        </p:grpSpPr>
        <p:pic>
          <p:nvPicPr>
            <p:cNvPr id="195" name="object 193"/>
            <p:cNvPicPr/>
            <p:nvPr/>
          </p:nvPicPr>
          <p:blipFill>
            <a:blip r:embed="rId49" cstate="print"/>
            <a:stretch>
              <a:fillRect/>
            </a:stretch>
          </p:blipFill>
          <p:spPr>
            <a:xfrm>
              <a:off x="7380731" y="2711195"/>
              <a:ext cx="332231" cy="381000"/>
            </a:xfrm>
            <a:prstGeom prst="rect">
              <a:avLst/>
            </a:prstGeom>
          </p:spPr>
        </p:pic>
        <p:sp>
          <p:nvSpPr>
            <p:cNvPr id="196" name="object 194"/>
            <p:cNvSpPr/>
            <p:nvPr/>
          </p:nvSpPr>
          <p:spPr>
            <a:xfrm>
              <a:off x="7380731" y="2711195"/>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EC7C30"/>
              </a:solidFill>
            </a:ln>
          </p:spPr>
          <p:txBody>
            <a:bodyPr wrap="square" lIns="0" tIns="0" rIns="0" bIns="0" rtlCol="0"/>
            <a:lstStyle/>
            <a:p/>
          </p:txBody>
        </p:sp>
        <p:pic>
          <p:nvPicPr>
            <p:cNvPr id="197" name="object 195"/>
            <p:cNvPicPr/>
            <p:nvPr/>
          </p:nvPicPr>
          <p:blipFill>
            <a:blip r:embed="rId4" cstate="print"/>
            <a:stretch>
              <a:fillRect/>
            </a:stretch>
          </p:blipFill>
          <p:spPr>
            <a:xfrm>
              <a:off x="7444739" y="2817875"/>
              <a:ext cx="207264" cy="213360"/>
            </a:xfrm>
            <a:prstGeom prst="rect">
              <a:avLst/>
            </a:prstGeom>
          </p:spPr>
        </p:pic>
        <p:pic>
          <p:nvPicPr>
            <p:cNvPr id="198" name="object 196"/>
            <p:cNvPicPr/>
            <p:nvPr/>
          </p:nvPicPr>
          <p:blipFill>
            <a:blip r:embed="rId61" cstate="print"/>
            <a:stretch>
              <a:fillRect/>
            </a:stretch>
          </p:blipFill>
          <p:spPr>
            <a:xfrm>
              <a:off x="7752587" y="2712719"/>
              <a:ext cx="332231" cy="382524"/>
            </a:xfrm>
            <a:prstGeom prst="rect">
              <a:avLst/>
            </a:prstGeom>
          </p:spPr>
        </p:pic>
        <p:sp>
          <p:nvSpPr>
            <p:cNvPr id="199" name="object 197"/>
            <p:cNvSpPr/>
            <p:nvPr/>
          </p:nvSpPr>
          <p:spPr>
            <a:xfrm>
              <a:off x="7752587" y="2712719"/>
              <a:ext cx="332740" cy="382905"/>
            </a:xfrm>
            <a:custGeom>
              <a:avLst/>
              <a:gdLst/>
              <a:ahLst/>
              <a:cxnLst/>
              <a:rect l="l" t="t" r="r" b="b"/>
              <a:pathLst>
                <a:path w="332740" h="382905">
                  <a:moveTo>
                    <a:pt x="0" y="382524"/>
                  </a:moveTo>
                  <a:lnTo>
                    <a:pt x="332231" y="382524"/>
                  </a:lnTo>
                  <a:lnTo>
                    <a:pt x="332231" y="0"/>
                  </a:lnTo>
                  <a:lnTo>
                    <a:pt x="0" y="0"/>
                  </a:lnTo>
                  <a:lnTo>
                    <a:pt x="0" y="382524"/>
                  </a:lnTo>
                  <a:close/>
                </a:path>
              </a:pathLst>
            </a:custGeom>
            <a:ln w="6350">
              <a:solidFill>
                <a:srgbClr val="FFC000"/>
              </a:solidFill>
            </a:ln>
          </p:spPr>
          <p:txBody>
            <a:bodyPr wrap="square" lIns="0" tIns="0" rIns="0" bIns="0" rtlCol="0"/>
            <a:lstStyle/>
            <a:p/>
          </p:txBody>
        </p:sp>
        <p:pic>
          <p:nvPicPr>
            <p:cNvPr id="200" name="object 198"/>
            <p:cNvPicPr/>
            <p:nvPr/>
          </p:nvPicPr>
          <p:blipFill>
            <a:blip r:embed="rId11" cstate="print"/>
            <a:stretch>
              <a:fillRect/>
            </a:stretch>
          </p:blipFill>
          <p:spPr>
            <a:xfrm>
              <a:off x="7854695" y="2843783"/>
              <a:ext cx="193548" cy="160020"/>
            </a:xfrm>
            <a:prstGeom prst="rect">
              <a:avLst/>
            </a:prstGeom>
          </p:spPr>
        </p:pic>
        <p:pic>
          <p:nvPicPr>
            <p:cNvPr id="201" name="object 199"/>
            <p:cNvPicPr/>
            <p:nvPr/>
          </p:nvPicPr>
          <p:blipFill>
            <a:blip r:embed="rId16" cstate="print"/>
            <a:stretch>
              <a:fillRect/>
            </a:stretch>
          </p:blipFill>
          <p:spPr>
            <a:xfrm>
              <a:off x="8133587" y="2712719"/>
              <a:ext cx="332231" cy="381000"/>
            </a:xfrm>
            <a:prstGeom prst="rect">
              <a:avLst/>
            </a:prstGeom>
          </p:spPr>
        </p:pic>
        <p:sp>
          <p:nvSpPr>
            <p:cNvPr id="202" name="object 200"/>
            <p:cNvSpPr/>
            <p:nvPr/>
          </p:nvSpPr>
          <p:spPr>
            <a:xfrm>
              <a:off x="8133587" y="2712719"/>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4471C4"/>
              </a:solidFill>
            </a:ln>
          </p:spPr>
          <p:txBody>
            <a:bodyPr wrap="square" lIns="0" tIns="0" rIns="0" bIns="0" rtlCol="0"/>
            <a:lstStyle/>
            <a:p/>
          </p:txBody>
        </p:sp>
        <p:pic>
          <p:nvPicPr>
            <p:cNvPr id="203" name="object 201"/>
            <p:cNvPicPr/>
            <p:nvPr/>
          </p:nvPicPr>
          <p:blipFill>
            <a:blip r:embed="rId15" cstate="print"/>
            <a:stretch>
              <a:fillRect/>
            </a:stretch>
          </p:blipFill>
          <p:spPr>
            <a:xfrm>
              <a:off x="8205215" y="2845307"/>
              <a:ext cx="205740" cy="149351"/>
            </a:xfrm>
            <a:prstGeom prst="rect">
              <a:avLst/>
            </a:prstGeom>
          </p:spPr>
        </p:pic>
      </p:grpSp>
      <p:pic>
        <p:nvPicPr>
          <p:cNvPr id="204" name="object 202"/>
          <p:cNvPicPr/>
          <p:nvPr/>
        </p:nvPicPr>
        <p:blipFill>
          <a:blip r:embed="rId54" cstate="print"/>
          <a:stretch>
            <a:fillRect/>
          </a:stretch>
        </p:blipFill>
        <p:spPr>
          <a:xfrm>
            <a:off x="8007423" y="2664046"/>
            <a:ext cx="111378" cy="215137"/>
          </a:xfrm>
          <a:prstGeom prst="rect">
            <a:avLst/>
          </a:prstGeom>
        </p:spPr>
      </p:pic>
      <p:grpSp>
        <p:nvGrpSpPr>
          <p:cNvPr id="205" name="object 203"/>
          <p:cNvGrpSpPr/>
          <p:nvPr/>
        </p:nvGrpSpPr>
        <p:grpSpPr>
          <a:xfrm>
            <a:off x="9112832" y="2210528"/>
            <a:ext cx="1091565" cy="392430"/>
            <a:chOff x="8712581" y="2708020"/>
            <a:chExt cx="1091565" cy="392430"/>
          </a:xfrm>
        </p:grpSpPr>
        <p:pic>
          <p:nvPicPr>
            <p:cNvPr id="206" name="object 204"/>
            <p:cNvPicPr/>
            <p:nvPr/>
          </p:nvPicPr>
          <p:blipFill>
            <a:blip r:embed="rId49" cstate="print"/>
            <a:stretch>
              <a:fillRect/>
            </a:stretch>
          </p:blipFill>
          <p:spPr>
            <a:xfrm>
              <a:off x="8715756" y="2711195"/>
              <a:ext cx="332231" cy="381000"/>
            </a:xfrm>
            <a:prstGeom prst="rect">
              <a:avLst/>
            </a:prstGeom>
          </p:spPr>
        </p:pic>
        <p:sp>
          <p:nvSpPr>
            <p:cNvPr id="207" name="object 205"/>
            <p:cNvSpPr/>
            <p:nvPr/>
          </p:nvSpPr>
          <p:spPr>
            <a:xfrm>
              <a:off x="8715756" y="2711195"/>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EC7C30"/>
              </a:solidFill>
            </a:ln>
          </p:spPr>
          <p:txBody>
            <a:bodyPr wrap="square" lIns="0" tIns="0" rIns="0" bIns="0" rtlCol="0"/>
            <a:lstStyle/>
            <a:p/>
          </p:txBody>
        </p:sp>
        <p:pic>
          <p:nvPicPr>
            <p:cNvPr id="208" name="object 206"/>
            <p:cNvPicPr/>
            <p:nvPr/>
          </p:nvPicPr>
          <p:blipFill>
            <a:blip r:embed="rId5" cstate="print"/>
            <a:stretch>
              <a:fillRect/>
            </a:stretch>
          </p:blipFill>
          <p:spPr>
            <a:xfrm>
              <a:off x="8781288" y="2817875"/>
              <a:ext cx="208788" cy="216408"/>
            </a:xfrm>
            <a:prstGeom prst="rect">
              <a:avLst/>
            </a:prstGeom>
          </p:spPr>
        </p:pic>
        <p:pic>
          <p:nvPicPr>
            <p:cNvPr id="209" name="object 207"/>
            <p:cNvPicPr/>
            <p:nvPr/>
          </p:nvPicPr>
          <p:blipFill>
            <a:blip r:embed="rId53" cstate="print"/>
            <a:stretch>
              <a:fillRect/>
            </a:stretch>
          </p:blipFill>
          <p:spPr>
            <a:xfrm>
              <a:off x="9089136" y="2715767"/>
              <a:ext cx="332231" cy="381000"/>
            </a:xfrm>
            <a:prstGeom prst="rect">
              <a:avLst/>
            </a:prstGeom>
          </p:spPr>
        </p:pic>
        <p:sp>
          <p:nvSpPr>
            <p:cNvPr id="210" name="object 208"/>
            <p:cNvSpPr/>
            <p:nvPr/>
          </p:nvSpPr>
          <p:spPr>
            <a:xfrm>
              <a:off x="9089136" y="2715767"/>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FFC000"/>
              </a:solidFill>
            </a:ln>
          </p:spPr>
          <p:txBody>
            <a:bodyPr wrap="square" lIns="0" tIns="0" rIns="0" bIns="0" rtlCol="0"/>
            <a:lstStyle/>
            <a:p/>
          </p:txBody>
        </p:sp>
        <p:pic>
          <p:nvPicPr>
            <p:cNvPr id="211" name="object 209"/>
            <p:cNvPicPr/>
            <p:nvPr/>
          </p:nvPicPr>
          <p:blipFill>
            <a:blip r:embed="rId12" cstate="print"/>
            <a:stretch>
              <a:fillRect/>
            </a:stretch>
          </p:blipFill>
          <p:spPr>
            <a:xfrm>
              <a:off x="9189720" y="2846831"/>
              <a:ext cx="195072" cy="160020"/>
            </a:xfrm>
            <a:prstGeom prst="rect">
              <a:avLst/>
            </a:prstGeom>
          </p:spPr>
        </p:pic>
        <p:pic>
          <p:nvPicPr>
            <p:cNvPr id="212" name="object 210"/>
            <p:cNvPicPr/>
            <p:nvPr/>
          </p:nvPicPr>
          <p:blipFill>
            <a:blip r:embed="rId62" cstate="print"/>
            <a:stretch>
              <a:fillRect/>
            </a:stretch>
          </p:blipFill>
          <p:spPr>
            <a:xfrm>
              <a:off x="9468612" y="2714243"/>
              <a:ext cx="332231" cy="382524"/>
            </a:xfrm>
            <a:prstGeom prst="rect">
              <a:avLst/>
            </a:prstGeom>
          </p:spPr>
        </p:pic>
        <p:sp>
          <p:nvSpPr>
            <p:cNvPr id="213" name="object 211"/>
            <p:cNvSpPr/>
            <p:nvPr/>
          </p:nvSpPr>
          <p:spPr>
            <a:xfrm>
              <a:off x="9468612" y="2714243"/>
              <a:ext cx="332740" cy="382905"/>
            </a:xfrm>
            <a:custGeom>
              <a:avLst/>
              <a:gdLst/>
              <a:ahLst/>
              <a:cxnLst/>
              <a:rect l="l" t="t" r="r" b="b"/>
              <a:pathLst>
                <a:path w="332740" h="382905">
                  <a:moveTo>
                    <a:pt x="0" y="382524"/>
                  </a:moveTo>
                  <a:lnTo>
                    <a:pt x="332231" y="382524"/>
                  </a:lnTo>
                  <a:lnTo>
                    <a:pt x="332231" y="0"/>
                  </a:lnTo>
                  <a:lnTo>
                    <a:pt x="0" y="0"/>
                  </a:lnTo>
                  <a:lnTo>
                    <a:pt x="0" y="382524"/>
                  </a:lnTo>
                  <a:close/>
                </a:path>
              </a:pathLst>
            </a:custGeom>
            <a:ln w="6350">
              <a:solidFill>
                <a:srgbClr val="4471C4"/>
              </a:solidFill>
            </a:ln>
          </p:spPr>
          <p:txBody>
            <a:bodyPr wrap="square" lIns="0" tIns="0" rIns="0" bIns="0" rtlCol="0"/>
            <a:lstStyle/>
            <a:p/>
          </p:txBody>
        </p:sp>
        <p:pic>
          <p:nvPicPr>
            <p:cNvPr id="214" name="object 212"/>
            <p:cNvPicPr/>
            <p:nvPr/>
          </p:nvPicPr>
          <p:blipFill>
            <a:blip r:embed="rId17" cstate="print"/>
            <a:stretch>
              <a:fillRect/>
            </a:stretch>
          </p:blipFill>
          <p:spPr>
            <a:xfrm>
              <a:off x="9540240" y="2846831"/>
              <a:ext cx="207264" cy="152400"/>
            </a:xfrm>
            <a:prstGeom prst="rect">
              <a:avLst/>
            </a:prstGeom>
          </p:spPr>
        </p:pic>
      </p:grpSp>
      <p:pic>
        <p:nvPicPr>
          <p:cNvPr id="215" name="object 213"/>
          <p:cNvPicPr/>
          <p:nvPr/>
        </p:nvPicPr>
        <p:blipFill>
          <a:blip r:embed="rId41" cstate="print"/>
          <a:stretch>
            <a:fillRect/>
          </a:stretch>
        </p:blipFill>
        <p:spPr>
          <a:xfrm>
            <a:off x="9347019" y="2650330"/>
            <a:ext cx="111378" cy="215137"/>
          </a:xfrm>
          <a:prstGeom prst="rect">
            <a:avLst/>
          </a:prstGeom>
        </p:spPr>
      </p:pic>
      <p:pic>
        <p:nvPicPr>
          <p:cNvPr id="216" name="object 214"/>
          <p:cNvPicPr/>
          <p:nvPr/>
        </p:nvPicPr>
        <p:blipFill>
          <a:blip r:embed="rId57" cstate="print"/>
          <a:stretch>
            <a:fillRect/>
          </a:stretch>
        </p:blipFill>
        <p:spPr>
          <a:xfrm>
            <a:off x="8279839" y="2653378"/>
            <a:ext cx="76200" cy="213613"/>
          </a:xfrm>
          <a:prstGeom prst="rect">
            <a:avLst/>
          </a:prstGeom>
        </p:spPr>
      </p:pic>
      <p:pic>
        <p:nvPicPr>
          <p:cNvPr id="217" name="object 215"/>
          <p:cNvPicPr/>
          <p:nvPr/>
        </p:nvPicPr>
        <p:blipFill>
          <a:blip r:embed="rId42" cstate="print"/>
          <a:stretch>
            <a:fillRect/>
          </a:stretch>
        </p:blipFill>
        <p:spPr>
          <a:xfrm>
            <a:off x="9614862" y="2654902"/>
            <a:ext cx="76200" cy="213613"/>
          </a:xfrm>
          <a:prstGeom prst="rect">
            <a:avLst/>
          </a:prstGeom>
        </p:spPr>
      </p:pic>
      <p:pic>
        <p:nvPicPr>
          <p:cNvPr id="218" name="object 216"/>
          <p:cNvPicPr/>
          <p:nvPr/>
        </p:nvPicPr>
        <p:blipFill>
          <a:blip r:embed="rId8" cstate="print"/>
          <a:stretch>
            <a:fillRect/>
          </a:stretch>
        </p:blipFill>
        <p:spPr>
          <a:xfrm>
            <a:off x="8525076" y="2645758"/>
            <a:ext cx="141985" cy="214375"/>
          </a:xfrm>
          <a:prstGeom prst="rect">
            <a:avLst/>
          </a:prstGeom>
        </p:spPr>
      </p:pic>
      <p:pic>
        <p:nvPicPr>
          <p:cNvPr id="219" name="object 217"/>
          <p:cNvPicPr/>
          <p:nvPr/>
        </p:nvPicPr>
        <p:blipFill>
          <a:blip r:embed="rId8" cstate="print"/>
          <a:stretch>
            <a:fillRect/>
          </a:stretch>
        </p:blipFill>
        <p:spPr>
          <a:xfrm>
            <a:off x="9860099" y="2648806"/>
            <a:ext cx="141985" cy="214375"/>
          </a:xfrm>
          <a:prstGeom prst="rect">
            <a:avLst/>
          </a:prstGeom>
        </p:spPr>
      </p:pic>
      <p:sp>
        <p:nvSpPr>
          <p:cNvPr id="220" name="object 218"/>
          <p:cNvSpPr txBox="1"/>
          <p:nvPr/>
        </p:nvSpPr>
        <p:spPr>
          <a:xfrm>
            <a:off x="6382712" y="1469230"/>
            <a:ext cx="3819525" cy="457200"/>
          </a:xfrm>
          <a:prstGeom prst="rect">
            <a:avLst/>
          </a:prstGeom>
          <a:solidFill>
            <a:srgbClr val="5B9BD4"/>
          </a:solidFill>
        </p:spPr>
        <p:txBody>
          <a:bodyPr vert="horz" wrap="square" lIns="0" tIns="75565" rIns="0" bIns="0" rtlCol="0">
            <a:spAutoFit/>
          </a:bodyPr>
          <a:lstStyle/>
          <a:p>
            <a:pPr marL="930275">
              <a:lnSpc>
                <a:spcPct val="100000"/>
              </a:lnSpc>
              <a:spcBef>
                <a:spcPts val="595"/>
              </a:spcBef>
            </a:pPr>
            <a:r>
              <a:rPr sz="1800" spc="-10" dirty="0">
                <a:solidFill>
                  <a:srgbClr val="FFFFFF"/>
                </a:solidFill>
                <a:latin typeface="Calibri" panose="020F0502020204030204"/>
                <a:cs typeface="Calibri" panose="020F0502020204030204"/>
              </a:rPr>
              <a:t>self-attention</a:t>
            </a:r>
            <a:r>
              <a:rPr sz="1800" spc="-40" dirty="0">
                <a:solidFill>
                  <a:srgbClr val="FFFFFF"/>
                </a:solidFill>
                <a:latin typeface="Calibri" panose="020F0502020204030204"/>
                <a:cs typeface="Calibri" panose="020F0502020204030204"/>
              </a:rPr>
              <a:t> </a:t>
            </a:r>
            <a:r>
              <a:rPr sz="1800" spc="-10" dirty="0">
                <a:solidFill>
                  <a:srgbClr val="FFFFFF"/>
                </a:solidFill>
                <a:latin typeface="Calibri" panose="020F0502020204030204"/>
                <a:cs typeface="Calibri" panose="020F0502020204030204"/>
              </a:rPr>
              <a:t>“layer”</a:t>
            </a:r>
            <a:endParaRPr sz="1800">
              <a:latin typeface="Calibri" panose="020F0502020204030204"/>
              <a:cs typeface="Calibri" panose="020F0502020204030204"/>
            </a:endParaRPr>
          </a:p>
        </p:txBody>
      </p:sp>
      <p:pic>
        <p:nvPicPr>
          <p:cNvPr id="221" name="object 219"/>
          <p:cNvPicPr/>
          <p:nvPr/>
        </p:nvPicPr>
        <p:blipFill>
          <a:blip r:embed="rId42" cstate="print"/>
          <a:stretch>
            <a:fillRect/>
          </a:stretch>
        </p:blipFill>
        <p:spPr>
          <a:xfrm>
            <a:off x="7921698" y="1946241"/>
            <a:ext cx="76200" cy="213613"/>
          </a:xfrm>
          <a:prstGeom prst="rect">
            <a:avLst/>
          </a:prstGeom>
        </p:spPr>
      </p:pic>
      <p:pic>
        <p:nvPicPr>
          <p:cNvPr id="222" name="object 220"/>
          <p:cNvPicPr/>
          <p:nvPr/>
        </p:nvPicPr>
        <p:blipFill>
          <a:blip r:embed="rId42" cstate="print"/>
          <a:stretch>
            <a:fillRect/>
          </a:stretch>
        </p:blipFill>
        <p:spPr>
          <a:xfrm>
            <a:off x="8302698" y="1941669"/>
            <a:ext cx="76200" cy="213613"/>
          </a:xfrm>
          <a:prstGeom prst="rect">
            <a:avLst/>
          </a:prstGeom>
        </p:spPr>
      </p:pic>
      <p:pic>
        <p:nvPicPr>
          <p:cNvPr id="223" name="object 221"/>
          <p:cNvPicPr/>
          <p:nvPr/>
        </p:nvPicPr>
        <p:blipFill>
          <a:blip r:embed="rId42" cstate="print"/>
          <a:stretch>
            <a:fillRect/>
          </a:stretch>
        </p:blipFill>
        <p:spPr>
          <a:xfrm>
            <a:off x="8708082" y="1946241"/>
            <a:ext cx="76200" cy="213613"/>
          </a:xfrm>
          <a:prstGeom prst="rect">
            <a:avLst/>
          </a:prstGeom>
        </p:spPr>
      </p:pic>
      <p:pic>
        <p:nvPicPr>
          <p:cNvPr id="224" name="object 222"/>
          <p:cNvPicPr/>
          <p:nvPr/>
        </p:nvPicPr>
        <p:blipFill>
          <a:blip r:embed="rId42" cstate="print"/>
          <a:stretch>
            <a:fillRect/>
          </a:stretch>
        </p:blipFill>
        <p:spPr>
          <a:xfrm>
            <a:off x="9247579" y="1946241"/>
            <a:ext cx="76200" cy="213613"/>
          </a:xfrm>
          <a:prstGeom prst="rect">
            <a:avLst/>
          </a:prstGeom>
        </p:spPr>
      </p:pic>
      <p:pic>
        <p:nvPicPr>
          <p:cNvPr id="225" name="object 223"/>
          <p:cNvPicPr/>
          <p:nvPr/>
        </p:nvPicPr>
        <p:blipFill>
          <a:blip r:embed="rId42" cstate="print"/>
          <a:stretch>
            <a:fillRect/>
          </a:stretch>
        </p:blipFill>
        <p:spPr>
          <a:xfrm>
            <a:off x="9628579" y="1941669"/>
            <a:ext cx="76200" cy="213613"/>
          </a:xfrm>
          <a:prstGeom prst="rect">
            <a:avLst/>
          </a:prstGeom>
        </p:spPr>
      </p:pic>
      <p:pic>
        <p:nvPicPr>
          <p:cNvPr id="226" name="object 224"/>
          <p:cNvPicPr/>
          <p:nvPr/>
        </p:nvPicPr>
        <p:blipFill>
          <a:blip r:embed="rId42" cstate="print"/>
          <a:stretch>
            <a:fillRect/>
          </a:stretch>
        </p:blipFill>
        <p:spPr>
          <a:xfrm>
            <a:off x="10033962" y="1946241"/>
            <a:ext cx="76200" cy="213613"/>
          </a:xfrm>
          <a:prstGeom prst="rect">
            <a:avLst/>
          </a:prstGeom>
        </p:spPr>
      </p:pic>
      <p:sp>
        <p:nvSpPr>
          <p:cNvPr id="227" name="object 225"/>
          <p:cNvSpPr/>
          <p:nvPr/>
        </p:nvSpPr>
        <p:spPr>
          <a:xfrm>
            <a:off x="8216466" y="163924"/>
            <a:ext cx="171450" cy="1179195"/>
          </a:xfrm>
          <a:custGeom>
            <a:avLst/>
            <a:gdLst/>
            <a:ahLst/>
            <a:cxnLst/>
            <a:rect l="l" t="t" r="r" b="b"/>
            <a:pathLst>
              <a:path w="171450" h="1179195">
                <a:moveTo>
                  <a:pt x="114300" y="1121918"/>
                </a:moveTo>
                <a:lnTo>
                  <a:pt x="57150" y="1121918"/>
                </a:lnTo>
                <a:lnTo>
                  <a:pt x="57150" y="1179068"/>
                </a:lnTo>
                <a:lnTo>
                  <a:pt x="114300" y="1179068"/>
                </a:lnTo>
                <a:lnTo>
                  <a:pt x="114300" y="1121918"/>
                </a:lnTo>
                <a:close/>
              </a:path>
              <a:path w="171450" h="1179195">
                <a:moveTo>
                  <a:pt x="114300" y="1007618"/>
                </a:moveTo>
                <a:lnTo>
                  <a:pt x="57150" y="1007618"/>
                </a:lnTo>
                <a:lnTo>
                  <a:pt x="57150" y="1064768"/>
                </a:lnTo>
                <a:lnTo>
                  <a:pt x="114300" y="1064768"/>
                </a:lnTo>
                <a:lnTo>
                  <a:pt x="114300" y="1007618"/>
                </a:lnTo>
                <a:close/>
              </a:path>
              <a:path w="171450" h="1179195">
                <a:moveTo>
                  <a:pt x="114300" y="893318"/>
                </a:moveTo>
                <a:lnTo>
                  <a:pt x="57150" y="893318"/>
                </a:lnTo>
                <a:lnTo>
                  <a:pt x="57150" y="950468"/>
                </a:lnTo>
                <a:lnTo>
                  <a:pt x="114300" y="950468"/>
                </a:lnTo>
                <a:lnTo>
                  <a:pt x="114300" y="893318"/>
                </a:lnTo>
                <a:close/>
              </a:path>
              <a:path w="171450" h="1179195">
                <a:moveTo>
                  <a:pt x="114300" y="779018"/>
                </a:moveTo>
                <a:lnTo>
                  <a:pt x="57150" y="779018"/>
                </a:lnTo>
                <a:lnTo>
                  <a:pt x="57150" y="836168"/>
                </a:lnTo>
                <a:lnTo>
                  <a:pt x="114300" y="836168"/>
                </a:lnTo>
                <a:lnTo>
                  <a:pt x="114300" y="779018"/>
                </a:lnTo>
                <a:close/>
              </a:path>
              <a:path w="171450" h="1179195">
                <a:moveTo>
                  <a:pt x="114300" y="664718"/>
                </a:moveTo>
                <a:lnTo>
                  <a:pt x="57150" y="664718"/>
                </a:lnTo>
                <a:lnTo>
                  <a:pt x="57150" y="721868"/>
                </a:lnTo>
                <a:lnTo>
                  <a:pt x="114300" y="721868"/>
                </a:lnTo>
                <a:lnTo>
                  <a:pt x="114300" y="664718"/>
                </a:lnTo>
                <a:close/>
              </a:path>
              <a:path w="171450" h="1179195">
                <a:moveTo>
                  <a:pt x="114300" y="550418"/>
                </a:moveTo>
                <a:lnTo>
                  <a:pt x="57150" y="550418"/>
                </a:lnTo>
                <a:lnTo>
                  <a:pt x="57150" y="607568"/>
                </a:lnTo>
                <a:lnTo>
                  <a:pt x="114300" y="607568"/>
                </a:lnTo>
                <a:lnTo>
                  <a:pt x="114300" y="550418"/>
                </a:lnTo>
                <a:close/>
              </a:path>
              <a:path w="171450" h="1179195">
                <a:moveTo>
                  <a:pt x="114300" y="436118"/>
                </a:moveTo>
                <a:lnTo>
                  <a:pt x="57150" y="436118"/>
                </a:lnTo>
                <a:lnTo>
                  <a:pt x="57150" y="493268"/>
                </a:lnTo>
                <a:lnTo>
                  <a:pt x="114300" y="493268"/>
                </a:lnTo>
                <a:lnTo>
                  <a:pt x="114300" y="436118"/>
                </a:lnTo>
                <a:close/>
              </a:path>
              <a:path w="171450" h="1179195">
                <a:moveTo>
                  <a:pt x="114300" y="321818"/>
                </a:moveTo>
                <a:lnTo>
                  <a:pt x="57150" y="321818"/>
                </a:lnTo>
                <a:lnTo>
                  <a:pt x="57150" y="378968"/>
                </a:lnTo>
                <a:lnTo>
                  <a:pt x="114300" y="378968"/>
                </a:lnTo>
                <a:lnTo>
                  <a:pt x="114300" y="321818"/>
                </a:lnTo>
                <a:close/>
              </a:path>
              <a:path w="171450" h="1179195">
                <a:moveTo>
                  <a:pt x="114300" y="207518"/>
                </a:moveTo>
                <a:lnTo>
                  <a:pt x="57150" y="207518"/>
                </a:lnTo>
                <a:lnTo>
                  <a:pt x="57150" y="264668"/>
                </a:lnTo>
                <a:lnTo>
                  <a:pt x="114300" y="264668"/>
                </a:lnTo>
                <a:lnTo>
                  <a:pt x="114300" y="207518"/>
                </a:lnTo>
                <a:close/>
              </a:path>
              <a:path w="171450" h="1179195">
                <a:moveTo>
                  <a:pt x="85725" y="0"/>
                </a:moveTo>
                <a:lnTo>
                  <a:pt x="0" y="171450"/>
                </a:lnTo>
                <a:lnTo>
                  <a:pt x="171450" y="171450"/>
                </a:lnTo>
                <a:lnTo>
                  <a:pt x="160909" y="150368"/>
                </a:lnTo>
                <a:lnTo>
                  <a:pt x="57150" y="150368"/>
                </a:lnTo>
                <a:lnTo>
                  <a:pt x="57150" y="142875"/>
                </a:lnTo>
                <a:lnTo>
                  <a:pt x="157162" y="142875"/>
                </a:lnTo>
                <a:lnTo>
                  <a:pt x="85725" y="0"/>
                </a:lnTo>
                <a:close/>
              </a:path>
              <a:path w="171450" h="1179195">
                <a:moveTo>
                  <a:pt x="114300" y="142875"/>
                </a:moveTo>
                <a:lnTo>
                  <a:pt x="57150" y="142875"/>
                </a:lnTo>
                <a:lnTo>
                  <a:pt x="57150" y="150368"/>
                </a:lnTo>
                <a:lnTo>
                  <a:pt x="114300" y="150368"/>
                </a:lnTo>
                <a:lnTo>
                  <a:pt x="114300" y="142875"/>
                </a:lnTo>
                <a:close/>
              </a:path>
              <a:path w="171450" h="1179195">
                <a:moveTo>
                  <a:pt x="157162" y="142875"/>
                </a:moveTo>
                <a:lnTo>
                  <a:pt x="114300" y="142875"/>
                </a:lnTo>
                <a:lnTo>
                  <a:pt x="114300" y="150368"/>
                </a:lnTo>
                <a:lnTo>
                  <a:pt x="160909" y="150368"/>
                </a:lnTo>
                <a:lnTo>
                  <a:pt x="157162" y="142875"/>
                </a:lnTo>
                <a:close/>
              </a:path>
            </a:pathLst>
          </a:custGeom>
          <a:solidFill>
            <a:srgbClr val="000000"/>
          </a:solidFill>
        </p:spPr>
        <p:txBody>
          <a:bodyPr wrap="square" lIns="0" tIns="0" rIns="0" bIns="0" rtlCol="0"/>
          <a:lstStyle/>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2"/>
          <p:cNvGrpSpPr/>
          <p:nvPr/>
        </p:nvGrpSpPr>
        <p:grpSpPr>
          <a:xfrm>
            <a:off x="830325" y="2509614"/>
            <a:ext cx="431800" cy="175895"/>
            <a:chOff x="830325" y="3050794"/>
            <a:chExt cx="431800" cy="175895"/>
          </a:xfrm>
        </p:grpSpPr>
        <p:sp>
          <p:nvSpPr>
            <p:cNvPr id="5" name="object 3"/>
            <p:cNvSpPr/>
            <p:nvPr/>
          </p:nvSpPr>
          <p:spPr>
            <a:xfrm>
              <a:off x="836675" y="3057144"/>
              <a:ext cx="419100" cy="163195"/>
            </a:xfrm>
            <a:custGeom>
              <a:avLst/>
              <a:gdLst/>
              <a:ahLst/>
              <a:cxnLst/>
              <a:rect l="l" t="t" r="r" b="b"/>
              <a:pathLst>
                <a:path w="419100" h="163194">
                  <a:moveTo>
                    <a:pt x="419100" y="0"/>
                  </a:moveTo>
                  <a:lnTo>
                    <a:pt x="0" y="0"/>
                  </a:lnTo>
                  <a:lnTo>
                    <a:pt x="0" y="163067"/>
                  </a:lnTo>
                  <a:lnTo>
                    <a:pt x="419100" y="163067"/>
                  </a:lnTo>
                  <a:lnTo>
                    <a:pt x="419100" y="0"/>
                  </a:lnTo>
                  <a:close/>
                </a:path>
              </a:pathLst>
            </a:custGeom>
            <a:solidFill>
              <a:srgbClr val="EC7C30"/>
            </a:solidFill>
          </p:spPr>
          <p:txBody>
            <a:bodyPr wrap="square" lIns="0" tIns="0" rIns="0" bIns="0" rtlCol="0"/>
            <a:lstStyle/>
            <a:p/>
          </p:txBody>
        </p:sp>
        <p:sp>
          <p:nvSpPr>
            <p:cNvPr id="6" name="object 4"/>
            <p:cNvSpPr/>
            <p:nvPr/>
          </p:nvSpPr>
          <p:spPr>
            <a:xfrm>
              <a:off x="836675" y="3057144"/>
              <a:ext cx="419100" cy="163195"/>
            </a:xfrm>
            <a:custGeom>
              <a:avLst/>
              <a:gdLst/>
              <a:ahLst/>
              <a:cxnLst/>
              <a:rect l="l" t="t" r="r" b="b"/>
              <a:pathLst>
                <a:path w="419100" h="163194">
                  <a:moveTo>
                    <a:pt x="0" y="163067"/>
                  </a:moveTo>
                  <a:lnTo>
                    <a:pt x="419100" y="163067"/>
                  </a:lnTo>
                  <a:lnTo>
                    <a:pt x="419100" y="0"/>
                  </a:lnTo>
                  <a:lnTo>
                    <a:pt x="0" y="0"/>
                  </a:lnTo>
                  <a:lnTo>
                    <a:pt x="0" y="163067"/>
                  </a:lnTo>
                  <a:close/>
                </a:path>
              </a:pathLst>
            </a:custGeom>
            <a:ln w="12700">
              <a:solidFill>
                <a:srgbClr val="AD5A20"/>
              </a:solidFill>
            </a:ln>
          </p:spPr>
          <p:txBody>
            <a:bodyPr wrap="square" lIns="0" tIns="0" rIns="0" bIns="0" rtlCol="0"/>
            <a:lstStyle/>
            <a:p/>
          </p:txBody>
        </p:sp>
      </p:grpSp>
      <p:grpSp>
        <p:nvGrpSpPr>
          <p:cNvPr id="7" name="object 5"/>
          <p:cNvGrpSpPr/>
          <p:nvPr/>
        </p:nvGrpSpPr>
        <p:grpSpPr>
          <a:xfrm>
            <a:off x="485901" y="1118455"/>
            <a:ext cx="3917315" cy="3483610"/>
            <a:chOff x="485901" y="1659635"/>
            <a:chExt cx="3917315" cy="3483610"/>
          </a:xfrm>
        </p:grpSpPr>
        <p:sp>
          <p:nvSpPr>
            <p:cNvPr id="8" name="object 6"/>
            <p:cNvSpPr/>
            <p:nvPr/>
          </p:nvSpPr>
          <p:spPr>
            <a:xfrm>
              <a:off x="2314956" y="2732531"/>
              <a:ext cx="417830" cy="483234"/>
            </a:xfrm>
            <a:custGeom>
              <a:avLst/>
              <a:gdLst/>
              <a:ahLst/>
              <a:cxnLst/>
              <a:rect l="l" t="t" r="r" b="b"/>
              <a:pathLst>
                <a:path w="417830" h="483235">
                  <a:moveTo>
                    <a:pt x="417575" y="0"/>
                  </a:moveTo>
                  <a:lnTo>
                    <a:pt x="0" y="0"/>
                  </a:lnTo>
                  <a:lnTo>
                    <a:pt x="0" y="483108"/>
                  </a:lnTo>
                  <a:lnTo>
                    <a:pt x="417575" y="483108"/>
                  </a:lnTo>
                  <a:lnTo>
                    <a:pt x="417575" y="0"/>
                  </a:lnTo>
                  <a:close/>
                </a:path>
              </a:pathLst>
            </a:custGeom>
            <a:solidFill>
              <a:srgbClr val="EC7C30"/>
            </a:solidFill>
          </p:spPr>
          <p:txBody>
            <a:bodyPr wrap="square" lIns="0" tIns="0" rIns="0" bIns="0" rtlCol="0"/>
            <a:lstStyle/>
            <a:p/>
          </p:txBody>
        </p:sp>
        <p:sp>
          <p:nvSpPr>
            <p:cNvPr id="9" name="object 7"/>
            <p:cNvSpPr/>
            <p:nvPr/>
          </p:nvSpPr>
          <p:spPr>
            <a:xfrm>
              <a:off x="2314956" y="2732531"/>
              <a:ext cx="417830" cy="483234"/>
            </a:xfrm>
            <a:custGeom>
              <a:avLst/>
              <a:gdLst/>
              <a:ahLst/>
              <a:cxnLst/>
              <a:rect l="l" t="t" r="r" b="b"/>
              <a:pathLst>
                <a:path w="417830" h="483235">
                  <a:moveTo>
                    <a:pt x="0" y="483108"/>
                  </a:moveTo>
                  <a:lnTo>
                    <a:pt x="417575" y="483108"/>
                  </a:lnTo>
                  <a:lnTo>
                    <a:pt x="417575" y="0"/>
                  </a:lnTo>
                  <a:lnTo>
                    <a:pt x="0" y="0"/>
                  </a:lnTo>
                  <a:lnTo>
                    <a:pt x="0" y="483108"/>
                  </a:lnTo>
                  <a:close/>
                </a:path>
              </a:pathLst>
            </a:custGeom>
            <a:ln w="12700">
              <a:solidFill>
                <a:srgbClr val="AD5A20"/>
              </a:solidFill>
            </a:ln>
          </p:spPr>
          <p:txBody>
            <a:bodyPr wrap="square" lIns="0" tIns="0" rIns="0" bIns="0" rtlCol="0"/>
            <a:lstStyle/>
            <a:p/>
          </p:txBody>
        </p:sp>
        <p:pic>
          <p:nvPicPr>
            <p:cNvPr id="10" name="object 8"/>
            <p:cNvPicPr/>
            <p:nvPr/>
          </p:nvPicPr>
          <p:blipFill>
            <a:blip r:embed="rId1" cstate="print"/>
            <a:stretch>
              <a:fillRect/>
            </a:stretch>
          </p:blipFill>
          <p:spPr>
            <a:xfrm>
              <a:off x="573023" y="4500371"/>
              <a:ext cx="332232" cy="382524"/>
            </a:xfrm>
            <a:prstGeom prst="rect">
              <a:avLst/>
            </a:prstGeom>
          </p:spPr>
        </p:pic>
        <p:sp>
          <p:nvSpPr>
            <p:cNvPr id="11" name="object 9"/>
            <p:cNvSpPr/>
            <p:nvPr/>
          </p:nvSpPr>
          <p:spPr>
            <a:xfrm>
              <a:off x="573023" y="4500371"/>
              <a:ext cx="332740" cy="382905"/>
            </a:xfrm>
            <a:custGeom>
              <a:avLst/>
              <a:gdLst/>
              <a:ahLst/>
              <a:cxnLst/>
              <a:rect l="l" t="t" r="r" b="b"/>
              <a:pathLst>
                <a:path w="332740" h="382904">
                  <a:moveTo>
                    <a:pt x="0" y="382523"/>
                  </a:moveTo>
                  <a:lnTo>
                    <a:pt x="332232" y="382523"/>
                  </a:lnTo>
                  <a:lnTo>
                    <a:pt x="332232" y="0"/>
                  </a:lnTo>
                  <a:lnTo>
                    <a:pt x="0" y="0"/>
                  </a:lnTo>
                  <a:lnTo>
                    <a:pt x="0" y="382523"/>
                  </a:lnTo>
                  <a:close/>
                </a:path>
              </a:pathLst>
            </a:custGeom>
            <a:ln w="6350">
              <a:solidFill>
                <a:srgbClr val="EC7C30"/>
              </a:solidFill>
            </a:ln>
          </p:spPr>
          <p:txBody>
            <a:bodyPr wrap="square" lIns="0" tIns="0" rIns="0" bIns="0" rtlCol="0"/>
            <a:lstStyle/>
            <a:p/>
          </p:txBody>
        </p:sp>
        <p:pic>
          <p:nvPicPr>
            <p:cNvPr id="12" name="object 10"/>
            <p:cNvPicPr/>
            <p:nvPr/>
          </p:nvPicPr>
          <p:blipFill>
            <a:blip r:embed="rId2" cstate="print"/>
            <a:stretch>
              <a:fillRect/>
            </a:stretch>
          </p:blipFill>
          <p:spPr>
            <a:xfrm>
              <a:off x="637031" y="4607051"/>
              <a:ext cx="202692" cy="213360"/>
            </a:xfrm>
            <a:prstGeom prst="rect">
              <a:avLst/>
            </a:prstGeom>
          </p:spPr>
        </p:pic>
        <p:pic>
          <p:nvPicPr>
            <p:cNvPr id="13" name="object 11"/>
            <p:cNvPicPr/>
            <p:nvPr/>
          </p:nvPicPr>
          <p:blipFill>
            <a:blip r:embed="rId3" cstate="print"/>
            <a:stretch>
              <a:fillRect/>
            </a:stretch>
          </p:blipFill>
          <p:spPr>
            <a:xfrm>
              <a:off x="796455" y="4927853"/>
              <a:ext cx="111302" cy="215137"/>
            </a:xfrm>
            <a:prstGeom prst="rect">
              <a:avLst/>
            </a:prstGeom>
          </p:spPr>
        </p:pic>
        <p:pic>
          <p:nvPicPr>
            <p:cNvPr id="14" name="object 12"/>
            <p:cNvPicPr/>
            <p:nvPr/>
          </p:nvPicPr>
          <p:blipFill>
            <a:blip r:embed="rId1" cstate="print"/>
            <a:stretch>
              <a:fillRect/>
            </a:stretch>
          </p:blipFill>
          <p:spPr>
            <a:xfrm>
              <a:off x="1970531" y="4491227"/>
              <a:ext cx="332231" cy="382524"/>
            </a:xfrm>
            <a:prstGeom prst="rect">
              <a:avLst/>
            </a:prstGeom>
          </p:spPr>
        </p:pic>
        <p:sp>
          <p:nvSpPr>
            <p:cNvPr id="15" name="object 13"/>
            <p:cNvSpPr/>
            <p:nvPr/>
          </p:nvSpPr>
          <p:spPr>
            <a:xfrm>
              <a:off x="1970531" y="4491227"/>
              <a:ext cx="332740" cy="382905"/>
            </a:xfrm>
            <a:custGeom>
              <a:avLst/>
              <a:gdLst/>
              <a:ahLst/>
              <a:cxnLst/>
              <a:rect l="l" t="t" r="r" b="b"/>
              <a:pathLst>
                <a:path w="332739" h="382904">
                  <a:moveTo>
                    <a:pt x="0" y="382524"/>
                  </a:moveTo>
                  <a:lnTo>
                    <a:pt x="332231" y="382524"/>
                  </a:lnTo>
                  <a:lnTo>
                    <a:pt x="332231" y="0"/>
                  </a:lnTo>
                  <a:lnTo>
                    <a:pt x="0" y="0"/>
                  </a:lnTo>
                  <a:lnTo>
                    <a:pt x="0" y="382524"/>
                  </a:lnTo>
                  <a:close/>
                </a:path>
              </a:pathLst>
            </a:custGeom>
            <a:ln w="6350">
              <a:solidFill>
                <a:srgbClr val="EC7C30"/>
              </a:solidFill>
            </a:ln>
          </p:spPr>
          <p:txBody>
            <a:bodyPr wrap="square" lIns="0" tIns="0" rIns="0" bIns="0" rtlCol="0"/>
            <a:lstStyle/>
            <a:p/>
          </p:txBody>
        </p:sp>
        <p:pic>
          <p:nvPicPr>
            <p:cNvPr id="16" name="object 14"/>
            <p:cNvPicPr/>
            <p:nvPr/>
          </p:nvPicPr>
          <p:blipFill>
            <a:blip r:embed="rId4" cstate="print"/>
            <a:stretch>
              <a:fillRect/>
            </a:stretch>
          </p:blipFill>
          <p:spPr>
            <a:xfrm>
              <a:off x="2036063" y="4597907"/>
              <a:ext cx="207263" cy="213360"/>
            </a:xfrm>
            <a:prstGeom prst="rect">
              <a:avLst/>
            </a:prstGeom>
          </p:spPr>
        </p:pic>
        <p:pic>
          <p:nvPicPr>
            <p:cNvPr id="17" name="object 15"/>
            <p:cNvPicPr/>
            <p:nvPr/>
          </p:nvPicPr>
          <p:blipFill>
            <a:blip r:embed="rId1" cstate="print"/>
            <a:stretch>
              <a:fillRect/>
            </a:stretch>
          </p:blipFill>
          <p:spPr>
            <a:xfrm>
              <a:off x="3305556" y="4491227"/>
              <a:ext cx="333755" cy="382524"/>
            </a:xfrm>
            <a:prstGeom prst="rect">
              <a:avLst/>
            </a:prstGeom>
          </p:spPr>
        </p:pic>
        <p:sp>
          <p:nvSpPr>
            <p:cNvPr id="18" name="object 16"/>
            <p:cNvSpPr/>
            <p:nvPr/>
          </p:nvSpPr>
          <p:spPr>
            <a:xfrm>
              <a:off x="3305556" y="4491227"/>
              <a:ext cx="334010" cy="382905"/>
            </a:xfrm>
            <a:custGeom>
              <a:avLst/>
              <a:gdLst/>
              <a:ahLst/>
              <a:cxnLst/>
              <a:rect l="l" t="t" r="r" b="b"/>
              <a:pathLst>
                <a:path w="334010" h="382904">
                  <a:moveTo>
                    <a:pt x="0" y="382524"/>
                  </a:moveTo>
                  <a:lnTo>
                    <a:pt x="333755" y="382524"/>
                  </a:lnTo>
                  <a:lnTo>
                    <a:pt x="333755" y="0"/>
                  </a:lnTo>
                  <a:lnTo>
                    <a:pt x="0" y="0"/>
                  </a:lnTo>
                  <a:lnTo>
                    <a:pt x="0" y="382524"/>
                  </a:lnTo>
                  <a:close/>
                </a:path>
              </a:pathLst>
            </a:custGeom>
            <a:ln w="6350">
              <a:solidFill>
                <a:srgbClr val="EC7C30"/>
              </a:solidFill>
            </a:ln>
          </p:spPr>
          <p:txBody>
            <a:bodyPr wrap="square" lIns="0" tIns="0" rIns="0" bIns="0" rtlCol="0"/>
            <a:lstStyle/>
            <a:p/>
          </p:txBody>
        </p:sp>
        <p:pic>
          <p:nvPicPr>
            <p:cNvPr id="19" name="object 17"/>
            <p:cNvPicPr/>
            <p:nvPr/>
          </p:nvPicPr>
          <p:blipFill>
            <a:blip r:embed="rId5" cstate="print"/>
            <a:stretch>
              <a:fillRect/>
            </a:stretch>
          </p:blipFill>
          <p:spPr>
            <a:xfrm>
              <a:off x="3371087" y="4597907"/>
              <a:ext cx="208787" cy="216407"/>
            </a:xfrm>
            <a:prstGeom prst="rect">
              <a:avLst/>
            </a:prstGeom>
          </p:spPr>
        </p:pic>
        <p:pic>
          <p:nvPicPr>
            <p:cNvPr id="20" name="object 18"/>
            <p:cNvPicPr/>
            <p:nvPr/>
          </p:nvPicPr>
          <p:blipFill>
            <a:blip r:embed="rId6" cstate="print"/>
            <a:stretch>
              <a:fillRect/>
            </a:stretch>
          </p:blipFill>
          <p:spPr>
            <a:xfrm>
              <a:off x="944879" y="4491227"/>
              <a:ext cx="332231" cy="382524"/>
            </a:xfrm>
            <a:prstGeom prst="rect">
              <a:avLst/>
            </a:prstGeom>
          </p:spPr>
        </p:pic>
        <p:sp>
          <p:nvSpPr>
            <p:cNvPr id="21" name="object 19"/>
            <p:cNvSpPr/>
            <p:nvPr/>
          </p:nvSpPr>
          <p:spPr>
            <a:xfrm>
              <a:off x="944879" y="4491227"/>
              <a:ext cx="332740" cy="382905"/>
            </a:xfrm>
            <a:custGeom>
              <a:avLst/>
              <a:gdLst/>
              <a:ahLst/>
              <a:cxnLst/>
              <a:rect l="l" t="t" r="r" b="b"/>
              <a:pathLst>
                <a:path w="332740" h="382904">
                  <a:moveTo>
                    <a:pt x="0" y="382524"/>
                  </a:moveTo>
                  <a:lnTo>
                    <a:pt x="332231" y="382524"/>
                  </a:lnTo>
                  <a:lnTo>
                    <a:pt x="332231" y="0"/>
                  </a:lnTo>
                  <a:lnTo>
                    <a:pt x="0" y="0"/>
                  </a:lnTo>
                  <a:lnTo>
                    <a:pt x="0" y="382524"/>
                  </a:lnTo>
                  <a:close/>
                </a:path>
              </a:pathLst>
            </a:custGeom>
            <a:ln w="6350">
              <a:solidFill>
                <a:srgbClr val="FFC000"/>
              </a:solidFill>
            </a:ln>
          </p:spPr>
          <p:txBody>
            <a:bodyPr wrap="square" lIns="0" tIns="0" rIns="0" bIns="0" rtlCol="0"/>
            <a:lstStyle/>
            <a:p/>
          </p:txBody>
        </p:sp>
        <p:pic>
          <p:nvPicPr>
            <p:cNvPr id="22" name="object 20"/>
            <p:cNvPicPr/>
            <p:nvPr/>
          </p:nvPicPr>
          <p:blipFill>
            <a:blip r:embed="rId7" cstate="print"/>
            <a:stretch>
              <a:fillRect/>
            </a:stretch>
          </p:blipFill>
          <p:spPr>
            <a:xfrm>
              <a:off x="1045463" y="4623815"/>
              <a:ext cx="187452" cy="160019"/>
            </a:xfrm>
            <a:prstGeom prst="rect">
              <a:avLst/>
            </a:prstGeom>
          </p:spPr>
        </p:pic>
        <p:pic>
          <p:nvPicPr>
            <p:cNvPr id="23" name="object 21"/>
            <p:cNvPicPr/>
            <p:nvPr/>
          </p:nvPicPr>
          <p:blipFill>
            <a:blip r:embed="rId8" cstate="print"/>
            <a:stretch>
              <a:fillRect/>
            </a:stretch>
          </p:blipFill>
          <p:spPr>
            <a:xfrm>
              <a:off x="1314068" y="4924805"/>
              <a:ext cx="141986" cy="214375"/>
            </a:xfrm>
            <a:prstGeom prst="rect">
              <a:avLst/>
            </a:prstGeom>
          </p:spPr>
        </p:pic>
        <p:pic>
          <p:nvPicPr>
            <p:cNvPr id="24" name="object 22"/>
            <p:cNvPicPr/>
            <p:nvPr/>
          </p:nvPicPr>
          <p:blipFill>
            <a:blip r:embed="rId9" cstate="print"/>
            <a:stretch>
              <a:fillRect/>
            </a:stretch>
          </p:blipFill>
          <p:spPr>
            <a:xfrm>
              <a:off x="1071867" y="4929377"/>
              <a:ext cx="76161" cy="213614"/>
            </a:xfrm>
            <a:prstGeom prst="rect">
              <a:avLst/>
            </a:prstGeom>
          </p:spPr>
        </p:pic>
        <p:pic>
          <p:nvPicPr>
            <p:cNvPr id="25" name="object 23"/>
            <p:cNvPicPr/>
            <p:nvPr/>
          </p:nvPicPr>
          <p:blipFill>
            <a:blip r:embed="rId10" cstate="print"/>
            <a:stretch>
              <a:fillRect/>
            </a:stretch>
          </p:blipFill>
          <p:spPr>
            <a:xfrm>
              <a:off x="2342387" y="4494275"/>
              <a:ext cx="333756" cy="381000"/>
            </a:xfrm>
            <a:prstGeom prst="rect">
              <a:avLst/>
            </a:prstGeom>
          </p:spPr>
        </p:pic>
        <p:sp>
          <p:nvSpPr>
            <p:cNvPr id="26" name="object 24"/>
            <p:cNvSpPr/>
            <p:nvPr/>
          </p:nvSpPr>
          <p:spPr>
            <a:xfrm>
              <a:off x="2342387" y="4494275"/>
              <a:ext cx="334010" cy="381000"/>
            </a:xfrm>
            <a:custGeom>
              <a:avLst/>
              <a:gdLst/>
              <a:ahLst/>
              <a:cxnLst/>
              <a:rect l="l" t="t" r="r" b="b"/>
              <a:pathLst>
                <a:path w="334010" h="381000">
                  <a:moveTo>
                    <a:pt x="0" y="381000"/>
                  </a:moveTo>
                  <a:lnTo>
                    <a:pt x="333756" y="381000"/>
                  </a:lnTo>
                  <a:lnTo>
                    <a:pt x="333756" y="0"/>
                  </a:lnTo>
                  <a:lnTo>
                    <a:pt x="0" y="0"/>
                  </a:lnTo>
                  <a:lnTo>
                    <a:pt x="0" y="381000"/>
                  </a:lnTo>
                  <a:close/>
                </a:path>
              </a:pathLst>
            </a:custGeom>
            <a:ln w="6350">
              <a:solidFill>
                <a:srgbClr val="FFC000"/>
              </a:solidFill>
            </a:ln>
          </p:spPr>
          <p:txBody>
            <a:bodyPr wrap="square" lIns="0" tIns="0" rIns="0" bIns="0" rtlCol="0"/>
            <a:lstStyle/>
            <a:p/>
          </p:txBody>
        </p:sp>
        <p:pic>
          <p:nvPicPr>
            <p:cNvPr id="27" name="object 25"/>
            <p:cNvPicPr/>
            <p:nvPr/>
          </p:nvPicPr>
          <p:blipFill>
            <a:blip r:embed="rId11" cstate="print"/>
            <a:stretch>
              <a:fillRect/>
            </a:stretch>
          </p:blipFill>
          <p:spPr>
            <a:xfrm>
              <a:off x="2444495" y="4625339"/>
              <a:ext cx="193548" cy="160019"/>
            </a:xfrm>
            <a:prstGeom prst="rect">
              <a:avLst/>
            </a:prstGeom>
          </p:spPr>
        </p:pic>
        <p:pic>
          <p:nvPicPr>
            <p:cNvPr id="28" name="object 26"/>
            <p:cNvPicPr/>
            <p:nvPr/>
          </p:nvPicPr>
          <p:blipFill>
            <a:blip r:embed="rId6" cstate="print"/>
            <a:stretch>
              <a:fillRect/>
            </a:stretch>
          </p:blipFill>
          <p:spPr>
            <a:xfrm>
              <a:off x="3678935" y="4495800"/>
              <a:ext cx="332232" cy="382524"/>
            </a:xfrm>
            <a:prstGeom prst="rect">
              <a:avLst/>
            </a:prstGeom>
          </p:spPr>
        </p:pic>
        <p:sp>
          <p:nvSpPr>
            <p:cNvPr id="29" name="object 27"/>
            <p:cNvSpPr/>
            <p:nvPr/>
          </p:nvSpPr>
          <p:spPr>
            <a:xfrm>
              <a:off x="3678935" y="4495800"/>
              <a:ext cx="332740" cy="382905"/>
            </a:xfrm>
            <a:custGeom>
              <a:avLst/>
              <a:gdLst/>
              <a:ahLst/>
              <a:cxnLst/>
              <a:rect l="l" t="t" r="r" b="b"/>
              <a:pathLst>
                <a:path w="332739" h="382904">
                  <a:moveTo>
                    <a:pt x="0" y="382524"/>
                  </a:moveTo>
                  <a:lnTo>
                    <a:pt x="332232" y="382524"/>
                  </a:lnTo>
                  <a:lnTo>
                    <a:pt x="332232" y="0"/>
                  </a:lnTo>
                  <a:lnTo>
                    <a:pt x="0" y="0"/>
                  </a:lnTo>
                  <a:lnTo>
                    <a:pt x="0" y="382524"/>
                  </a:lnTo>
                  <a:close/>
                </a:path>
              </a:pathLst>
            </a:custGeom>
            <a:ln w="6349">
              <a:solidFill>
                <a:srgbClr val="FFC000"/>
              </a:solidFill>
            </a:ln>
          </p:spPr>
          <p:txBody>
            <a:bodyPr wrap="square" lIns="0" tIns="0" rIns="0" bIns="0" rtlCol="0"/>
            <a:lstStyle/>
            <a:p/>
          </p:txBody>
        </p:sp>
        <p:pic>
          <p:nvPicPr>
            <p:cNvPr id="30" name="object 28"/>
            <p:cNvPicPr/>
            <p:nvPr/>
          </p:nvPicPr>
          <p:blipFill>
            <a:blip r:embed="rId12" cstate="print"/>
            <a:stretch>
              <a:fillRect/>
            </a:stretch>
          </p:blipFill>
          <p:spPr>
            <a:xfrm>
              <a:off x="3779519" y="4626863"/>
              <a:ext cx="195072" cy="160019"/>
            </a:xfrm>
            <a:prstGeom prst="rect">
              <a:avLst/>
            </a:prstGeom>
          </p:spPr>
        </p:pic>
        <p:pic>
          <p:nvPicPr>
            <p:cNvPr id="31" name="object 29"/>
            <p:cNvPicPr/>
            <p:nvPr/>
          </p:nvPicPr>
          <p:blipFill>
            <a:blip r:embed="rId13" cstate="print"/>
            <a:stretch>
              <a:fillRect/>
            </a:stretch>
          </p:blipFill>
          <p:spPr>
            <a:xfrm>
              <a:off x="1322831" y="4492751"/>
              <a:ext cx="332231" cy="382524"/>
            </a:xfrm>
            <a:prstGeom prst="rect">
              <a:avLst/>
            </a:prstGeom>
          </p:spPr>
        </p:pic>
        <p:sp>
          <p:nvSpPr>
            <p:cNvPr id="32" name="object 30"/>
            <p:cNvSpPr/>
            <p:nvPr/>
          </p:nvSpPr>
          <p:spPr>
            <a:xfrm>
              <a:off x="1322831" y="4492751"/>
              <a:ext cx="332740" cy="382905"/>
            </a:xfrm>
            <a:custGeom>
              <a:avLst/>
              <a:gdLst/>
              <a:ahLst/>
              <a:cxnLst/>
              <a:rect l="l" t="t" r="r" b="b"/>
              <a:pathLst>
                <a:path w="332739" h="382904">
                  <a:moveTo>
                    <a:pt x="0" y="382524"/>
                  </a:moveTo>
                  <a:lnTo>
                    <a:pt x="332231" y="382524"/>
                  </a:lnTo>
                  <a:lnTo>
                    <a:pt x="332231" y="0"/>
                  </a:lnTo>
                  <a:lnTo>
                    <a:pt x="0" y="0"/>
                  </a:lnTo>
                  <a:lnTo>
                    <a:pt x="0" y="382524"/>
                  </a:lnTo>
                  <a:close/>
                </a:path>
              </a:pathLst>
            </a:custGeom>
            <a:ln w="6350">
              <a:solidFill>
                <a:srgbClr val="4471C4"/>
              </a:solidFill>
            </a:ln>
          </p:spPr>
          <p:txBody>
            <a:bodyPr wrap="square" lIns="0" tIns="0" rIns="0" bIns="0" rtlCol="0"/>
            <a:lstStyle/>
            <a:p/>
          </p:txBody>
        </p:sp>
        <p:pic>
          <p:nvPicPr>
            <p:cNvPr id="33" name="object 31"/>
            <p:cNvPicPr/>
            <p:nvPr/>
          </p:nvPicPr>
          <p:blipFill>
            <a:blip r:embed="rId14" cstate="print"/>
            <a:stretch>
              <a:fillRect/>
            </a:stretch>
          </p:blipFill>
          <p:spPr>
            <a:xfrm>
              <a:off x="1394459" y="4625339"/>
              <a:ext cx="199644" cy="149351"/>
            </a:xfrm>
            <a:prstGeom prst="rect">
              <a:avLst/>
            </a:prstGeom>
          </p:spPr>
        </p:pic>
        <p:pic>
          <p:nvPicPr>
            <p:cNvPr id="34" name="object 32"/>
            <p:cNvPicPr/>
            <p:nvPr/>
          </p:nvPicPr>
          <p:blipFill>
            <a:blip r:embed="rId13" cstate="print"/>
            <a:stretch>
              <a:fillRect/>
            </a:stretch>
          </p:blipFill>
          <p:spPr>
            <a:xfrm>
              <a:off x="2723387" y="4492751"/>
              <a:ext cx="333756" cy="382524"/>
            </a:xfrm>
            <a:prstGeom prst="rect">
              <a:avLst/>
            </a:prstGeom>
          </p:spPr>
        </p:pic>
        <p:sp>
          <p:nvSpPr>
            <p:cNvPr id="35" name="object 33"/>
            <p:cNvSpPr/>
            <p:nvPr/>
          </p:nvSpPr>
          <p:spPr>
            <a:xfrm>
              <a:off x="2723387" y="4492751"/>
              <a:ext cx="334010" cy="382905"/>
            </a:xfrm>
            <a:custGeom>
              <a:avLst/>
              <a:gdLst/>
              <a:ahLst/>
              <a:cxnLst/>
              <a:rect l="l" t="t" r="r" b="b"/>
              <a:pathLst>
                <a:path w="334010" h="382904">
                  <a:moveTo>
                    <a:pt x="0" y="382524"/>
                  </a:moveTo>
                  <a:lnTo>
                    <a:pt x="333756" y="382524"/>
                  </a:lnTo>
                  <a:lnTo>
                    <a:pt x="333756" y="0"/>
                  </a:lnTo>
                  <a:lnTo>
                    <a:pt x="0" y="0"/>
                  </a:lnTo>
                  <a:lnTo>
                    <a:pt x="0" y="382524"/>
                  </a:lnTo>
                  <a:close/>
                </a:path>
              </a:pathLst>
            </a:custGeom>
            <a:ln w="6350">
              <a:solidFill>
                <a:srgbClr val="4471C4"/>
              </a:solidFill>
            </a:ln>
          </p:spPr>
          <p:txBody>
            <a:bodyPr wrap="square" lIns="0" tIns="0" rIns="0" bIns="0" rtlCol="0"/>
            <a:lstStyle/>
            <a:p/>
          </p:txBody>
        </p:sp>
        <p:pic>
          <p:nvPicPr>
            <p:cNvPr id="36" name="object 34"/>
            <p:cNvPicPr/>
            <p:nvPr/>
          </p:nvPicPr>
          <p:blipFill>
            <a:blip r:embed="rId15" cstate="print"/>
            <a:stretch>
              <a:fillRect/>
            </a:stretch>
          </p:blipFill>
          <p:spPr>
            <a:xfrm>
              <a:off x="2795016" y="4625339"/>
              <a:ext cx="205739" cy="149351"/>
            </a:xfrm>
            <a:prstGeom prst="rect">
              <a:avLst/>
            </a:prstGeom>
          </p:spPr>
        </p:pic>
        <p:pic>
          <p:nvPicPr>
            <p:cNvPr id="37" name="object 35"/>
            <p:cNvPicPr/>
            <p:nvPr/>
          </p:nvPicPr>
          <p:blipFill>
            <a:blip r:embed="rId16" cstate="print"/>
            <a:stretch>
              <a:fillRect/>
            </a:stretch>
          </p:blipFill>
          <p:spPr>
            <a:xfrm>
              <a:off x="4058411" y="4495800"/>
              <a:ext cx="333756" cy="381000"/>
            </a:xfrm>
            <a:prstGeom prst="rect">
              <a:avLst/>
            </a:prstGeom>
          </p:spPr>
        </p:pic>
        <p:sp>
          <p:nvSpPr>
            <p:cNvPr id="38" name="object 36"/>
            <p:cNvSpPr/>
            <p:nvPr/>
          </p:nvSpPr>
          <p:spPr>
            <a:xfrm>
              <a:off x="4058411" y="4495800"/>
              <a:ext cx="334010" cy="381000"/>
            </a:xfrm>
            <a:custGeom>
              <a:avLst/>
              <a:gdLst/>
              <a:ahLst/>
              <a:cxnLst/>
              <a:rect l="l" t="t" r="r" b="b"/>
              <a:pathLst>
                <a:path w="334010" h="381000">
                  <a:moveTo>
                    <a:pt x="0" y="381000"/>
                  </a:moveTo>
                  <a:lnTo>
                    <a:pt x="333756" y="381000"/>
                  </a:lnTo>
                  <a:lnTo>
                    <a:pt x="333756" y="0"/>
                  </a:lnTo>
                  <a:lnTo>
                    <a:pt x="0" y="0"/>
                  </a:lnTo>
                  <a:lnTo>
                    <a:pt x="0" y="381000"/>
                  </a:lnTo>
                  <a:close/>
                </a:path>
              </a:pathLst>
            </a:custGeom>
            <a:ln w="6350">
              <a:solidFill>
                <a:srgbClr val="4471C4"/>
              </a:solidFill>
            </a:ln>
          </p:spPr>
          <p:txBody>
            <a:bodyPr wrap="square" lIns="0" tIns="0" rIns="0" bIns="0" rtlCol="0"/>
            <a:lstStyle/>
            <a:p/>
          </p:txBody>
        </p:sp>
        <p:pic>
          <p:nvPicPr>
            <p:cNvPr id="39" name="object 37"/>
            <p:cNvPicPr/>
            <p:nvPr/>
          </p:nvPicPr>
          <p:blipFill>
            <a:blip r:embed="rId17" cstate="print"/>
            <a:stretch>
              <a:fillRect/>
            </a:stretch>
          </p:blipFill>
          <p:spPr>
            <a:xfrm>
              <a:off x="4130040" y="4628387"/>
              <a:ext cx="207263" cy="152400"/>
            </a:xfrm>
            <a:prstGeom prst="rect">
              <a:avLst/>
            </a:prstGeom>
          </p:spPr>
        </p:pic>
        <p:sp>
          <p:nvSpPr>
            <p:cNvPr id="40" name="object 38"/>
            <p:cNvSpPr/>
            <p:nvPr/>
          </p:nvSpPr>
          <p:spPr>
            <a:xfrm>
              <a:off x="576834" y="3851909"/>
              <a:ext cx="2874645" cy="601980"/>
            </a:xfrm>
            <a:custGeom>
              <a:avLst/>
              <a:gdLst/>
              <a:ahLst/>
              <a:cxnLst/>
              <a:rect l="l" t="t" r="r" b="b"/>
              <a:pathLst>
                <a:path w="2874645" h="601979">
                  <a:moveTo>
                    <a:pt x="76200" y="76200"/>
                  </a:moveTo>
                  <a:lnTo>
                    <a:pt x="69850" y="63500"/>
                  </a:lnTo>
                  <a:lnTo>
                    <a:pt x="38100" y="0"/>
                  </a:lnTo>
                  <a:lnTo>
                    <a:pt x="0" y="76200"/>
                  </a:lnTo>
                  <a:lnTo>
                    <a:pt x="28575" y="76200"/>
                  </a:lnTo>
                  <a:lnTo>
                    <a:pt x="28575" y="530098"/>
                  </a:lnTo>
                  <a:lnTo>
                    <a:pt x="47625" y="530098"/>
                  </a:lnTo>
                  <a:lnTo>
                    <a:pt x="47625" y="76200"/>
                  </a:lnTo>
                  <a:lnTo>
                    <a:pt x="76200" y="76200"/>
                  </a:lnTo>
                  <a:close/>
                </a:path>
                <a:path w="2874645" h="601979">
                  <a:moveTo>
                    <a:pt x="264058" y="121285"/>
                  </a:moveTo>
                  <a:lnTo>
                    <a:pt x="263779" y="121031"/>
                  </a:lnTo>
                  <a:lnTo>
                    <a:pt x="263347" y="120650"/>
                  </a:lnTo>
                  <a:lnTo>
                    <a:pt x="261620" y="119253"/>
                  </a:lnTo>
                  <a:lnTo>
                    <a:pt x="261404" y="119087"/>
                  </a:lnTo>
                  <a:lnTo>
                    <a:pt x="259727" y="117729"/>
                  </a:lnTo>
                  <a:lnTo>
                    <a:pt x="222059" y="98933"/>
                  </a:lnTo>
                  <a:lnTo>
                    <a:pt x="213093" y="98933"/>
                  </a:lnTo>
                  <a:lnTo>
                    <a:pt x="179273" y="120650"/>
                  </a:lnTo>
                  <a:lnTo>
                    <a:pt x="160070" y="157607"/>
                  </a:lnTo>
                  <a:lnTo>
                    <a:pt x="145326" y="207772"/>
                  </a:lnTo>
                  <a:lnTo>
                    <a:pt x="136156" y="253238"/>
                  </a:lnTo>
                  <a:lnTo>
                    <a:pt x="128295" y="304165"/>
                  </a:lnTo>
                  <a:lnTo>
                    <a:pt x="119494" y="378587"/>
                  </a:lnTo>
                  <a:lnTo>
                    <a:pt x="115481" y="417957"/>
                  </a:lnTo>
                  <a:lnTo>
                    <a:pt x="111696" y="459994"/>
                  </a:lnTo>
                  <a:lnTo>
                    <a:pt x="111302" y="464591"/>
                  </a:lnTo>
                  <a:lnTo>
                    <a:pt x="82829" y="462153"/>
                  </a:lnTo>
                  <a:lnTo>
                    <a:pt x="114300" y="541274"/>
                  </a:lnTo>
                  <a:lnTo>
                    <a:pt x="152450" y="478917"/>
                  </a:lnTo>
                  <a:lnTo>
                    <a:pt x="158750" y="468630"/>
                  </a:lnTo>
                  <a:lnTo>
                    <a:pt x="130289" y="466204"/>
                  </a:lnTo>
                  <a:lnTo>
                    <a:pt x="130987" y="458216"/>
                  </a:lnTo>
                  <a:lnTo>
                    <a:pt x="134442" y="419735"/>
                  </a:lnTo>
                  <a:lnTo>
                    <a:pt x="138417" y="380657"/>
                  </a:lnTo>
                  <a:lnTo>
                    <a:pt x="147154" y="306705"/>
                  </a:lnTo>
                  <a:lnTo>
                    <a:pt x="154914" y="256540"/>
                  </a:lnTo>
                  <a:lnTo>
                    <a:pt x="163753" y="212636"/>
                  </a:lnTo>
                  <a:lnTo>
                    <a:pt x="174167" y="175018"/>
                  </a:lnTo>
                  <a:lnTo>
                    <a:pt x="177787" y="164592"/>
                  </a:lnTo>
                  <a:lnTo>
                    <a:pt x="177850" y="164401"/>
                  </a:lnTo>
                  <a:lnTo>
                    <a:pt x="198361" y="127635"/>
                  </a:lnTo>
                  <a:lnTo>
                    <a:pt x="198843" y="127076"/>
                  </a:lnTo>
                  <a:lnTo>
                    <a:pt x="199123" y="126746"/>
                  </a:lnTo>
                  <a:lnTo>
                    <a:pt x="201269" y="124841"/>
                  </a:lnTo>
                  <a:lnTo>
                    <a:pt x="202514" y="123698"/>
                  </a:lnTo>
                  <a:lnTo>
                    <a:pt x="203822" y="122809"/>
                  </a:lnTo>
                  <a:lnTo>
                    <a:pt x="206629" y="120904"/>
                  </a:lnTo>
                  <a:lnTo>
                    <a:pt x="207010" y="120650"/>
                  </a:lnTo>
                  <a:lnTo>
                    <a:pt x="208457" y="120015"/>
                  </a:lnTo>
                  <a:lnTo>
                    <a:pt x="210591" y="119087"/>
                  </a:lnTo>
                  <a:lnTo>
                    <a:pt x="210159" y="119087"/>
                  </a:lnTo>
                  <a:lnTo>
                    <a:pt x="209994" y="119087"/>
                  </a:lnTo>
                  <a:lnTo>
                    <a:pt x="210400" y="119011"/>
                  </a:lnTo>
                  <a:lnTo>
                    <a:pt x="211137" y="118846"/>
                  </a:lnTo>
                  <a:lnTo>
                    <a:pt x="213436" y="118364"/>
                  </a:lnTo>
                  <a:lnTo>
                    <a:pt x="215265" y="117983"/>
                  </a:lnTo>
                  <a:lnTo>
                    <a:pt x="219583" y="117983"/>
                  </a:lnTo>
                  <a:lnTo>
                    <a:pt x="224828" y="119087"/>
                  </a:lnTo>
                  <a:lnTo>
                    <a:pt x="230644" y="121285"/>
                  </a:lnTo>
                  <a:lnTo>
                    <a:pt x="231330" y="121539"/>
                  </a:lnTo>
                  <a:lnTo>
                    <a:pt x="230746" y="121285"/>
                  </a:lnTo>
                  <a:lnTo>
                    <a:pt x="264058" y="121285"/>
                  </a:lnTo>
                  <a:close/>
                </a:path>
                <a:path w="2874645" h="601979">
                  <a:moveTo>
                    <a:pt x="1938540" y="167462"/>
                  </a:moveTo>
                  <a:lnTo>
                    <a:pt x="1938223" y="167462"/>
                  </a:lnTo>
                  <a:lnTo>
                    <a:pt x="1936013" y="167957"/>
                  </a:lnTo>
                  <a:lnTo>
                    <a:pt x="1938540" y="167462"/>
                  </a:lnTo>
                  <a:close/>
                </a:path>
                <a:path w="2874645" h="601979">
                  <a:moveTo>
                    <a:pt x="2874518" y="460756"/>
                  </a:moveTo>
                  <a:lnTo>
                    <a:pt x="2848711" y="472948"/>
                  </a:lnTo>
                  <a:lnTo>
                    <a:pt x="2842260" y="459486"/>
                  </a:lnTo>
                  <a:lnTo>
                    <a:pt x="2821559" y="418846"/>
                  </a:lnTo>
                  <a:lnTo>
                    <a:pt x="2804541" y="388429"/>
                  </a:lnTo>
                  <a:lnTo>
                    <a:pt x="2804541" y="82296"/>
                  </a:lnTo>
                  <a:lnTo>
                    <a:pt x="2833116" y="82296"/>
                  </a:lnTo>
                  <a:lnTo>
                    <a:pt x="2826766" y="69596"/>
                  </a:lnTo>
                  <a:lnTo>
                    <a:pt x="2795016" y="6096"/>
                  </a:lnTo>
                  <a:lnTo>
                    <a:pt x="2756916" y="82296"/>
                  </a:lnTo>
                  <a:lnTo>
                    <a:pt x="2785491" y="82296"/>
                  </a:lnTo>
                  <a:lnTo>
                    <a:pt x="2785491" y="356793"/>
                  </a:lnTo>
                  <a:lnTo>
                    <a:pt x="2763139" y="322326"/>
                  </a:lnTo>
                  <a:lnTo>
                    <a:pt x="2735821" y="286512"/>
                  </a:lnTo>
                  <a:lnTo>
                    <a:pt x="2705735" y="252857"/>
                  </a:lnTo>
                  <a:lnTo>
                    <a:pt x="2672461" y="221615"/>
                  </a:lnTo>
                  <a:lnTo>
                    <a:pt x="2635377" y="193294"/>
                  </a:lnTo>
                  <a:lnTo>
                    <a:pt x="2594229" y="168148"/>
                  </a:lnTo>
                  <a:lnTo>
                    <a:pt x="2548636" y="146685"/>
                  </a:lnTo>
                  <a:lnTo>
                    <a:pt x="2498090" y="129032"/>
                  </a:lnTo>
                  <a:lnTo>
                    <a:pt x="2487536" y="126263"/>
                  </a:lnTo>
                  <a:lnTo>
                    <a:pt x="2473452" y="122555"/>
                  </a:lnTo>
                  <a:lnTo>
                    <a:pt x="2412492" y="110998"/>
                  </a:lnTo>
                  <a:lnTo>
                    <a:pt x="2348230" y="104648"/>
                  </a:lnTo>
                  <a:lnTo>
                    <a:pt x="2317356" y="103505"/>
                  </a:lnTo>
                  <a:lnTo>
                    <a:pt x="2277745" y="103505"/>
                  </a:lnTo>
                  <a:lnTo>
                    <a:pt x="2200783" y="107696"/>
                  </a:lnTo>
                  <a:lnTo>
                    <a:pt x="2160016" y="111633"/>
                  </a:lnTo>
                  <a:lnTo>
                    <a:pt x="2117725" y="116713"/>
                  </a:lnTo>
                  <a:lnTo>
                    <a:pt x="2028825" y="130683"/>
                  </a:lnTo>
                  <a:lnTo>
                    <a:pt x="1934464" y="148844"/>
                  </a:lnTo>
                  <a:lnTo>
                    <a:pt x="1835150" y="171069"/>
                  </a:lnTo>
                  <a:lnTo>
                    <a:pt x="1731264" y="196850"/>
                  </a:lnTo>
                  <a:lnTo>
                    <a:pt x="1623314" y="226060"/>
                  </a:lnTo>
                  <a:lnTo>
                    <a:pt x="1541805" y="249478"/>
                  </a:lnTo>
                  <a:lnTo>
                    <a:pt x="1538097" y="240792"/>
                  </a:lnTo>
                  <a:lnTo>
                    <a:pt x="1530604" y="224917"/>
                  </a:lnTo>
                  <a:lnTo>
                    <a:pt x="1523403" y="210870"/>
                  </a:lnTo>
                  <a:lnTo>
                    <a:pt x="1523403" y="254762"/>
                  </a:lnTo>
                  <a:lnTo>
                    <a:pt x="1511427" y="258191"/>
                  </a:lnTo>
                  <a:lnTo>
                    <a:pt x="1461897" y="273227"/>
                  </a:lnTo>
                  <a:lnTo>
                    <a:pt x="1461897" y="156629"/>
                  </a:lnTo>
                  <a:lnTo>
                    <a:pt x="1462328" y="157035"/>
                  </a:lnTo>
                  <a:lnTo>
                    <a:pt x="1471815" y="167500"/>
                  </a:lnTo>
                  <a:lnTo>
                    <a:pt x="1471993" y="167767"/>
                  </a:lnTo>
                  <a:lnTo>
                    <a:pt x="1481150" y="179222"/>
                  </a:lnTo>
                  <a:lnTo>
                    <a:pt x="1489837" y="191465"/>
                  </a:lnTo>
                  <a:lnTo>
                    <a:pt x="1497965" y="204470"/>
                  </a:lnTo>
                  <a:lnTo>
                    <a:pt x="1498180" y="204876"/>
                  </a:lnTo>
                  <a:lnTo>
                    <a:pt x="1506651" y="219684"/>
                  </a:lnTo>
                  <a:lnTo>
                    <a:pt x="1513484" y="233248"/>
                  </a:lnTo>
                  <a:lnTo>
                    <a:pt x="1521231" y="249682"/>
                  </a:lnTo>
                  <a:lnTo>
                    <a:pt x="1523403" y="254762"/>
                  </a:lnTo>
                  <a:lnTo>
                    <a:pt x="1523403" y="210870"/>
                  </a:lnTo>
                  <a:lnTo>
                    <a:pt x="1522730" y="209550"/>
                  </a:lnTo>
                  <a:lnTo>
                    <a:pt x="1514475" y="194818"/>
                  </a:lnTo>
                  <a:lnTo>
                    <a:pt x="1505585" y="180975"/>
                  </a:lnTo>
                  <a:lnTo>
                    <a:pt x="1496542" y="167932"/>
                  </a:lnTo>
                  <a:lnTo>
                    <a:pt x="1496441" y="167767"/>
                  </a:lnTo>
                  <a:lnTo>
                    <a:pt x="1486535" y="155321"/>
                  </a:lnTo>
                  <a:lnTo>
                    <a:pt x="1476121" y="143891"/>
                  </a:lnTo>
                  <a:lnTo>
                    <a:pt x="1464945" y="133223"/>
                  </a:lnTo>
                  <a:lnTo>
                    <a:pt x="1461897" y="130721"/>
                  </a:lnTo>
                  <a:lnTo>
                    <a:pt x="1461897" y="79248"/>
                  </a:lnTo>
                  <a:lnTo>
                    <a:pt x="1490472" y="79248"/>
                  </a:lnTo>
                  <a:lnTo>
                    <a:pt x="1484122" y="66548"/>
                  </a:lnTo>
                  <a:lnTo>
                    <a:pt x="1452372" y="3048"/>
                  </a:lnTo>
                  <a:lnTo>
                    <a:pt x="1414272" y="79248"/>
                  </a:lnTo>
                  <a:lnTo>
                    <a:pt x="1442847" y="79248"/>
                  </a:lnTo>
                  <a:lnTo>
                    <a:pt x="1442847" y="116319"/>
                  </a:lnTo>
                  <a:lnTo>
                    <a:pt x="1441246" y="115189"/>
                  </a:lnTo>
                  <a:lnTo>
                    <a:pt x="1439964" y="114427"/>
                  </a:lnTo>
                  <a:lnTo>
                    <a:pt x="1433868" y="110909"/>
                  </a:lnTo>
                  <a:lnTo>
                    <a:pt x="1381696" y="110909"/>
                  </a:lnTo>
                  <a:lnTo>
                    <a:pt x="1381556" y="110909"/>
                  </a:lnTo>
                  <a:lnTo>
                    <a:pt x="1394841" y="114427"/>
                  </a:lnTo>
                  <a:lnTo>
                    <a:pt x="1394193" y="114274"/>
                  </a:lnTo>
                  <a:lnTo>
                    <a:pt x="1407731" y="119075"/>
                  </a:lnTo>
                  <a:lnTo>
                    <a:pt x="1418907" y="124333"/>
                  </a:lnTo>
                  <a:lnTo>
                    <a:pt x="1442847" y="124333"/>
                  </a:lnTo>
                  <a:lnTo>
                    <a:pt x="1442847" y="124714"/>
                  </a:lnTo>
                  <a:lnTo>
                    <a:pt x="1419872" y="124714"/>
                  </a:lnTo>
                  <a:lnTo>
                    <a:pt x="1419733" y="124714"/>
                  </a:lnTo>
                  <a:lnTo>
                    <a:pt x="1420291" y="124980"/>
                  </a:lnTo>
                  <a:lnTo>
                    <a:pt x="1424051" y="127177"/>
                  </a:lnTo>
                  <a:lnTo>
                    <a:pt x="1430401" y="130810"/>
                  </a:lnTo>
                  <a:lnTo>
                    <a:pt x="1442186" y="139065"/>
                  </a:lnTo>
                  <a:lnTo>
                    <a:pt x="1442847" y="139623"/>
                  </a:lnTo>
                  <a:lnTo>
                    <a:pt x="1442847" y="279019"/>
                  </a:lnTo>
                  <a:lnTo>
                    <a:pt x="1396365" y="293116"/>
                  </a:lnTo>
                  <a:lnTo>
                    <a:pt x="1278255" y="330327"/>
                  </a:lnTo>
                  <a:lnTo>
                    <a:pt x="1035050" y="410464"/>
                  </a:lnTo>
                  <a:lnTo>
                    <a:pt x="555180" y="575767"/>
                  </a:lnTo>
                  <a:lnTo>
                    <a:pt x="714629" y="455041"/>
                  </a:lnTo>
                  <a:lnTo>
                    <a:pt x="828040" y="371856"/>
                  </a:lnTo>
                  <a:lnTo>
                    <a:pt x="883285" y="332613"/>
                  </a:lnTo>
                  <a:lnTo>
                    <a:pt x="934935" y="297078"/>
                  </a:lnTo>
                  <a:lnTo>
                    <a:pt x="990092" y="260604"/>
                  </a:lnTo>
                  <a:lnTo>
                    <a:pt x="1038110" y="230441"/>
                  </a:lnTo>
                  <a:lnTo>
                    <a:pt x="1086764" y="201637"/>
                  </a:lnTo>
                  <a:lnTo>
                    <a:pt x="1138021" y="173685"/>
                  </a:lnTo>
                  <a:lnTo>
                    <a:pt x="1140294" y="172491"/>
                  </a:lnTo>
                  <a:lnTo>
                    <a:pt x="1137881" y="173685"/>
                  </a:lnTo>
                  <a:lnTo>
                    <a:pt x="1183005" y="151638"/>
                  </a:lnTo>
                  <a:lnTo>
                    <a:pt x="1224610" y="134213"/>
                  </a:lnTo>
                  <a:lnTo>
                    <a:pt x="1246047" y="126403"/>
                  </a:lnTo>
                  <a:lnTo>
                    <a:pt x="1245743" y="126403"/>
                  </a:lnTo>
                  <a:lnTo>
                    <a:pt x="1265212" y="120332"/>
                  </a:lnTo>
                  <a:lnTo>
                    <a:pt x="1284249" y="115189"/>
                  </a:lnTo>
                  <a:lnTo>
                    <a:pt x="1302054" y="111429"/>
                  </a:lnTo>
                  <a:lnTo>
                    <a:pt x="1319669" y="108813"/>
                  </a:lnTo>
                  <a:lnTo>
                    <a:pt x="1320634" y="108661"/>
                  </a:lnTo>
                  <a:lnTo>
                    <a:pt x="1320279" y="108661"/>
                  </a:lnTo>
                  <a:lnTo>
                    <a:pt x="1336802" y="107315"/>
                  </a:lnTo>
                  <a:lnTo>
                    <a:pt x="1353210" y="107315"/>
                  </a:lnTo>
                  <a:lnTo>
                    <a:pt x="1367256" y="108458"/>
                  </a:lnTo>
                  <a:lnTo>
                    <a:pt x="1380464" y="110718"/>
                  </a:lnTo>
                  <a:lnTo>
                    <a:pt x="1433550" y="110718"/>
                  </a:lnTo>
                  <a:lnTo>
                    <a:pt x="1428115" y="107569"/>
                  </a:lnTo>
                  <a:lnTo>
                    <a:pt x="1427556" y="107315"/>
                  </a:lnTo>
                  <a:lnTo>
                    <a:pt x="1414399" y="101219"/>
                  </a:lnTo>
                  <a:lnTo>
                    <a:pt x="1400048" y="96012"/>
                  </a:lnTo>
                  <a:lnTo>
                    <a:pt x="1384935" y="92075"/>
                  </a:lnTo>
                  <a:lnTo>
                    <a:pt x="1369187" y="89535"/>
                  </a:lnTo>
                  <a:lnTo>
                    <a:pt x="1354175" y="88265"/>
                  </a:lnTo>
                  <a:lnTo>
                    <a:pt x="1335532" y="88265"/>
                  </a:lnTo>
                  <a:lnTo>
                    <a:pt x="1280033" y="96520"/>
                  </a:lnTo>
                  <a:lnTo>
                    <a:pt x="1239545" y="108458"/>
                  </a:lnTo>
                  <a:lnTo>
                    <a:pt x="1197229" y="124714"/>
                  </a:lnTo>
                  <a:lnTo>
                    <a:pt x="1152398" y="145034"/>
                  </a:lnTo>
                  <a:lnTo>
                    <a:pt x="1105408" y="169418"/>
                  </a:lnTo>
                  <a:lnTo>
                    <a:pt x="1056386" y="197104"/>
                  </a:lnTo>
                  <a:lnTo>
                    <a:pt x="1005713" y="228092"/>
                  </a:lnTo>
                  <a:lnTo>
                    <a:pt x="926719" y="279654"/>
                  </a:lnTo>
                  <a:lnTo>
                    <a:pt x="816864" y="356362"/>
                  </a:lnTo>
                  <a:lnTo>
                    <a:pt x="703199" y="439801"/>
                  </a:lnTo>
                  <a:lnTo>
                    <a:pt x="533692" y="568071"/>
                  </a:lnTo>
                  <a:lnTo>
                    <a:pt x="496519" y="495808"/>
                  </a:lnTo>
                  <a:lnTo>
                    <a:pt x="473925" y="452628"/>
                  </a:lnTo>
                  <a:lnTo>
                    <a:pt x="451700" y="410464"/>
                  </a:lnTo>
                  <a:lnTo>
                    <a:pt x="429653" y="369443"/>
                  </a:lnTo>
                  <a:lnTo>
                    <a:pt x="407987" y="330200"/>
                  </a:lnTo>
                  <a:lnTo>
                    <a:pt x="386765" y="292862"/>
                  </a:lnTo>
                  <a:lnTo>
                    <a:pt x="366001" y="257810"/>
                  </a:lnTo>
                  <a:lnTo>
                    <a:pt x="336067" y="210439"/>
                  </a:lnTo>
                  <a:lnTo>
                    <a:pt x="307632" y="170180"/>
                  </a:lnTo>
                  <a:lnTo>
                    <a:pt x="280619" y="137541"/>
                  </a:lnTo>
                  <a:lnTo>
                    <a:pt x="264325" y="121539"/>
                  </a:lnTo>
                  <a:lnTo>
                    <a:pt x="231330" y="121539"/>
                  </a:lnTo>
                  <a:lnTo>
                    <a:pt x="231127" y="121539"/>
                  </a:lnTo>
                  <a:lnTo>
                    <a:pt x="235483" y="123825"/>
                  </a:lnTo>
                  <a:lnTo>
                    <a:pt x="236562" y="124333"/>
                  </a:lnTo>
                  <a:lnTo>
                    <a:pt x="244055" y="129540"/>
                  </a:lnTo>
                  <a:lnTo>
                    <a:pt x="274574" y="159270"/>
                  </a:lnTo>
                  <a:lnTo>
                    <a:pt x="292227" y="181406"/>
                  </a:lnTo>
                  <a:lnTo>
                    <a:pt x="292442" y="181571"/>
                  </a:lnTo>
                  <a:lnTo>
                    <a:pt x="293166" y="182626"/>
                  </a:lnTo>
                  <a:lnTo>
                    <a:pt x="294665" y="184581"/>
                  </a:lnTo>
                  <a:lnTo>
                    <a:pt x="301345" y="193700"/>
                  </a:lnTo>
                  <a:lnTo>
                    <a:pt x="301548" y="193916"/>
                  </a:lnTo>
                  <a:lnTo>
                    <a:pt x="301701" y="194183"/>
                  </a:lnTo>
                  <a:lnTo>
                    <a:pt x="302336" y="195046"/>
                  </a:lnTo>
                  <a:lnTo>
                    <a:pt x="310629" y="206883"/>
                  </a:lnTo>
                  <a:lnTo>
                    <a:pt x="320141" y="220980"/>
                  </a:lnTo>
                  <a:lnTo>
                    <a:pt x="329819" y="235839"/>
                  </a:lnTo>
                  <a:lnTo>
                    <a:pt x="339661" y="251371"/>
                  </a:lnTo>
                  <a:lnTo>
                    <a:pt x="339852" y="251561"/>
                  </a:lnTo>
                  <a:lnTo>
                    <a:pt x="340855" y="253238"/>
                  </a:lnTo>
                  <a:lnTo>
                    <a:pt x="341350" y="254025"/>
                  </a:lnTo>
                  <a:lnTo>
                    <a:pt x="349681" y="267716"/>
                  </a:lnTo>
                  <a:lnTo>
                    <a:pt x="370255" y="302387"/>
                  </a:lnTo>
                  <a:lnTo>
                    <a:pt x="391325" y="339344"/>
                  </a:lnTo>
                  <a:lnTo>
                    <a:pt x="412902" y="378587"/>
                  </a:lnTo>
                  <a:lnTo>
                    <a:pt x="436359" y="422186"/>
                  </a:lnTo>
                  <a:lnTo>
                    <a:pt x="457047" y="461391"/>
                  </a:lnTo>
                  <a:lnTo>
                    <a:pt x="479590" y="504571"/>
                  </a:lnTo>
                  <a:lnTo>
                    <a:pt x="524929" y="592582"/>
                  </a:lnTo>
                  <a:lnTo>
                    <a:pt x="533349" y="588302"/>
                  </a:lnTo>
                  <a:lnTo>
                    <a:pt x="538048" y="601853"/>
                  </a:lnTo>
                  <a:lnTo>
                    <a:pt x="1041273" y="428459"/>
                  </a:lnTo>
                  <a:lnTo>
                    <a:pt x="1043419" y="427736"/>
                  </a:lnTo>
                  <a:lnTo>
                    <a:pt x="1042377" y="428053"/>
                  </a:lnTo>
                  <a:lnTo>
                    <a:pt x="1284097" y="348488"/>
                  </a:lnTo>
                  <a:lnTo>
                    <a:pt x="1401953" y="311277"/>
                  </a:lnTo>
                  <a:lnTo>
                    <a:pt x="1442847" y="298907"/>
                  </a:lnTo>
                  <a:lnTo>
                    <a:pt x="1442847" y="533146"/>
                  </a:lnTo>
                  <a:lnTo>
                    <a:pt x="1461897" y="533146"/>
                  </a:lnTo>
                  <a:lnTo>
                    <a:pt x="1461897" y="293128"/>
                  </a:lnTo>
                  <a:lnTo>
                    <a:pt x="1519148" y="275793"/>
                  </a:lnTo>
                  <a:lnTo>
                    <a:pt x="1530667" y="272491"/>
                  </a:lnTo>
                  <a:lnTo>
                    <a:pt x="1533461" y="279654"/>
                  </a:lnTo>
                  <a:lnTo>
                    <a:pt x="1540192" y="298069"/>
                  </a:lnTo>
                  <a:lnTo>
                    <a:pt x="1551965" y="334378"/>
                  </a:lnTo>
                  <a:lnTo>
                    <a:pt x="1563306" y="374396"/>
                  </a:lnTo>
                  <a:lnTo>
                    <a:pt x="1572577" y="411251"/>
                  </a:lnTo>
                  <a:lnTo>
                    <a:pt x="1572691" y="411505"/>
                  </a:lnTo>
                  <a:lnTo>
                    <a:pt x="1581531" y="449453"/>
                  </a:lnTo>
                  <a:lnTo>
                    <a:pt x="1582064" y="451612"/>
                  </a:lnTo>
                  <a:lnTo>
                    <a:pt x="1583766" y="459536"/>
                  </a:lnTo>
                  <a:lnTo>
                    <a:pt x="1555877" y="465582"/>
                  </a:lnTo>
                  <a:lnTo>
                    <a:pt x="1609344" y="532003"/>
                  </a:lnTo>
                  <a:lnTo>
                    <a:pt x="1624584" y="471932"/>
                  </a:lnTo>
                  <a:lnTo>
                    <a:pt x="1630299" y="449453"/>
                  </a:lnTo>
                  <a:lnTo>
                    <a:pt x="1602384" y="455510"/>
                  </a:lnTo>
                  <a:lnTo>
                    <a:pt x="1600581" y="447421"/>
                  </a:lnTo>
                  <a:lnTo>
                    <a:pt x="1591183" y="406781"/>
                  </a:lnTo>
                  <a:lnTo>
                    <a:pt x="1581150" y="367284"/>
                  </a:lnTo>
                  <a:lnTo>
                    <a:pt x="1570228" y="328930"/>
                  </a:lnTo>
                  <a:lnTo>
                    <a:pt x="1558290" y="292227"/>
                  </a:lnTo>
                  <a:lnTo>
                    <a:pt x="1549044" y="267220"/>
                  </a:lnTo>
                  <a:lnTo>
                    <a:pt x="1628394" y="244475"/>
                  </a:lnTo>
                  <a:lnTo>
                    <a:pt x="1736090" y="215265"/>
                  </a:lnTo>
                  <a:lnTo>
                    <a:pt x="1839480" y="189674"/>
                  </a:lnTo>
                  <a:lnTo>
                    <a:pt x="1842173" y="189014"/>
                  </a:lnTo>
                  <a:lnTo>
                    <a:pt x="1936013" y="167957"/>
                  </a:lnTo>
                  <a:lnTo>
                    <a:pt x="1938185" y="167462"/>
                  </a:lnTo>
                  <a:lnTo>
                    <a:pt x="2030399" y="149720"/>
                  </a:lnTo>
                  <a:lnTo>
                    <a:pt x="2030564" y="149694"/>
                  </a:lnTo>
                  <a:lnTo>
                    <a:pt x="2032190" y="149428"/>
                  </a:lnTo>
                  <a:lnTo>
                    <a:pt x="2031911" y="149428"/>
                  </a:lnTo>
                  <a:lnTo>
                    <a:pt x="2120138" y="135699"/>
                  </a:lnTo>
                  <a:lnTo>
                    <a:pt x="2120277" y="135699"/>
                  </a:lnTo>
                  <a:lnTo>
                    <a:pt x="2121662" y="135458"/>
                  </a:lnTo>
                  <a:lnTo>
                    <a:pt x="2161108" y="130683"/>
                  </a:lnTo>
                  <a:lnTo>
                    <a:pt x="2160600" y="130683"/>
                  </a:lnTo>
                  <a:lnTo>
                    <a:pt x="2202294" y="126644"/>
                  </a:lnTo>
                  <a:lnTo>
                    <a:pt x="2201938" y="126644"/>
                  </a:lnTo>
                  <a:lnTo>
                    <a:pt x="2241029" y="123977"/>
                  </a:lnTo>
                  <a:lnTo>
                    <a:pt x="2240572" y="123977"/>
                  </a:lnTo>
                  <a:lnTo>
                    <a:pt x="2278380" y="122555"/>
                  </a:lnTo>
                  <a:lnTo>
                    <a:pt x="2316810" y="122555"/>
                  </a:lnTo>
                  <a:lnTo>
                    <a:pt x="2348128" y="123736"/>
                  </a:lnTo>
                  <a:lnTo>
                    <a:pt x="2347328" y="123736"/>
                  </a:lnTo>
                  <a:lnTo>
                    <a:pt x="2379535" y="126263"/>
                  </a:lnTo>
                  <a:lnTo>
                    <a:pt x="2381364" y="126403"/>
                  </a:lnTo>
                  <a:lnTo>
                    <a:pt x="2381491" y="126403"/>
                  </a:lnTo>
                  <a:lnTo>
                    <a:pt x="2410549" y="129857"/>
                  </a:lnTo>
                  <a:lnTo>
                    <a:pt x="2410333" y="129857"/>
                  </a:lnTo>
                  <a:lnTo>
                    <a:pt x="2439581" y="134696"/>
                  </a:lnTo>
                  <a:lnTo>
                    <a:pt x="2492476" y="147320"/>
                  </a:lnTo>
                  <a:lnTo>
                    <a:pt x="2540139" y="163779"/>
                  </a:lnTo>
                  <a:lnTo>
                    <a:pt x="2541613" y="164426"/>
                  </a:lnTo>
                  <a:lnTo>
                    <a:pt x="2541295" y="164249"/>
                  </a:lnTo>
                  <a:lnTo>
                    <a:pt x="2585872" y="185318"/>
                  </a:lnTo>
                  <a:lnTo>
                    <a:pt x="2624391" y="208965"/>
                  </a:lnTo>
                  <a:lnTo>
                    <a:pt x="2660726" y="236728"/>
                  </a:lnTo>
                  <a:lnTo>
                    <a:pt x="2691968" y="266026"/>
                  </a:lnTo>
                  <a:lnTo>
                    <a:pt x="2707030" y="282282"/>
                  </a:lnTo>
                  <a:lnTo>
                    <a:pt x="2706840" y="281927"/>
                  </a:lnTo>
                  <a:lnTo>
                    <a:pt x="2733751" y="314680"/>
                  </a:lnTo>
                  <a:lnTo>
                    <a:pt x="2747581" y="333540"/>
                  </a:lnTo>
                  <a:lnTo>
                    <a:pt x="2760205" y="352082"/>
                  </a:lnTo>
                  <a:lnTo>
                    <a:pt x="2782951" y="388747"/>
                  </a:lnTo>
                  <a:lnTo>
                    <a:pt x="2785491" y="393319"/>
                  </a:lnTo>
                  <a:lnTo>
                    <a:pt x="2785491" y="536194"/>
                  </a:lnTo>
                  <a:lnTo>
                    <a:pt x="2804541" y="536194"/>
                  </a:lnTo>
                  <a:lnTo>
                    <a:pt x="2804541" y="427520"/>
                  </a:lnTo>
                  <a:lnTo>
                    <a:pt x="2804668" y="427736"/>
                  </a:lnTo>
                  <a:lnTo>
                    <a:pt x="2825153" y="467829"/>
                  </a:lnTo>
                  <a:lnTo>
                    <a:pt x="2831439" y="481101"/>
                  </a:lnTo>
                  <a:lnTo>
                    <a:pt x="2805684" y="493268"/>
                  </a:lnTo>
                  <a:lnTo>
                    <a:pt x="2872740" y="545846"/>
                  </a:lnTo>
                  <a:lnTo>
                    <a:pt x="2873781" y="495808"/>
                  </a:lnTo>
                  <a:lnTo>
                    <a:pt x="2873845" y="492633"/>
                  </a:lnTo>
                  <a:lnTo>
                    <a:pt x="2874518" y="460756"/>
                  </a:lnTo>
                  <a:close/>
                </a:path>
              </a:pathLst>
            </a:custGeom>
            <a:solidFill>
              <a:srgbClr val="000000"/>
            </a:solidFill>
          </p:spPr>
          <p:txBody>
            <a:bodyPr wrap="square" lIns="0" tIns="0" rIns="0" bIns="0" rtlCol="0"/>
            <a:lstStyle/>
            <a:p/>
          </p:txBody>
        </p:sp>
        <p:sp>
          <p:nvSpPr>
            <p:cNvPr id="41" name="object 39"/>
            <p:cNvSpPr/>
            <p:nvPr/>
          </p:nvSpPr>
          <p:spPr>
            <a:xfrm>
              <a:off x="492251" y="3317747"/>
              <a:ext cx="3904615" cy="207645"/>
            </a:xfrm>
            <a:custGeom>
              <a:avLst/>
              <a:gdLst/>
              <a:ahLst/>
              <a:cxnLst/>
              <a:rect l="l" t="t" r="r" b="b"/>
              <a:pathLst>
                <a:path w="3904615" h="207645">
                  <a:moveTo>
                    <a:pt x="0" y="207263"/>
                  </a:moveTo>
                  <a:lnTo>
                    <a:pt x="3904488" y="207263"/>
                  </a:lnTo>
                  <a:lnTo>
                    <a:pt x="3904488" y="0"/>
                  </a:lnTo>
                  <a:lnTo>
                    <a:pt x="0" y="0"/>
                  </a:lnTo>
                  <a:lnTo>
                    <a:pt x="0" y="207263"/>
                  </a:lnTo>
                  <a:close/>
                </a:path>
              </a:pathLst>
            </a:custGeom>
            <a:ln w="12700">
              <a:solidFill>
                <a:srgbClr val="000000"/>
              </a:solidFill>
            </a:ln>
          </p:spPr>
          <p:txBody>
            <a:bodyPr wrap="square" lIns="0" tIns="0" rIns="0" bIns="0" rtlCol="0"/>
            <a:lstStyle/>
            <a:p/>
          </p:txBody>
        </p:sp>
        <p:pic>
          <p:nvPicPr>
            <p:cNvPr id="42" name="object 40"/>
            <p:cNvPicPr/>
            <p:nvPr/>
          </p:nvPicPr>
          <p:blipFill>
            <a:blip r:embed="rId18" cstate="print"/>
            <a:stretch>
              <a:fillRect/>
            </a:stretch>
          </p:blipFill>
          <p:spPr>
            <a:xfrm>
              <a:off x="2141219" y="3346703"/>
              <a:ext cx="647700" cy="135636"/>
            </a:xfrm>
            <a:prstGeom prst="rect">
              <a:avLst/>
            </a:prstGeom>
          </p:spPr>
        </p:pic>
        <p:sp>
          <p:nvSpPr>
            <p:cNvPr id="43" name="object 41"/>
            <p:cNvSpPr/>
            <p:nvPr/>
          </p:nvSpPr>
          <p:spPr>
            <a:xfrm>
              <a:off x="3639312" y="3124199"/>
              <a:ext cx="417830" cy="94615"/>
            </a:xfrm>
            <a:custGeom>
              <a:avLst/>
              <a:gdLst/>
              <a:ahLst/>
              <a:cxnLst/>
              <a:rect l="l" t="t" r="r" b="b"/>
              <a:pathLst>
                <a:path w="417829" h="94614">
                  <a:moveTo>
                    <a:pt x="417575" y="0"/>
                  </a:moveTo>
                  <a:lnTo>
                    <a:pt x="0" y="0"/>
                  </a:lnTo>
                  <a:lnTo>
                    <a:pt x="0" y="94487"/>
                  </a:lnTo>
                  <a:lnTo>
                    <a:pt x="417575" y="94487"/>
                  </a:lnTo>
                  <a:lnTo>
                    <a:pt x="417575" y="0"/>
                  </a:lnTo>
                  <a:close/>
                </a:path>
              </a:pathLst>
            </a:custGeom>
            <a:solidFill>
              <a:srgbClr val="EC7C30"/>
            </a:solidFill>
          </p:spPr>
          <p:txBody>
            <a:bodyPr wrap="square" lIns="0" tIns="0" rIns="0" bIns="0" rtlCol="0"/>
            <a:lstStyle/>
            <a:p/>
          </p:txBody>
        </p:sp>
        <p:sp>
          <p:nvSpPr>
            <p:cNvPr id="44" name="object 42"/>
            <p:cNvSpPr/>
            <p:nvPr/>
          </p:nvSpPr>
          <p:spPr>
            <a:xfrm>
              <a:off x="3639312" y="3124199"/>
              <a:ext cx="417830" cy="94615"/>
            </a:xfrm>
            <a:custGeom>
              <a:avLst/>
              <a:gdLst/>
              <a:ahLst/>
              <a:cxnLst/>
              <a:rect l="l" t="t" r="r" b="b"/>
              <a:pathLst>
                <a:path w="417829" h="94614">
                  <a:moveTo>
                    <a:pt x="0" y="94487"/>
                  </a:moveTo>
                  <a:lnTo>
                    <a:pt x="417575" y="94487"/>
                  </a:lnTo>
                  <a:lnTo>
                    <a:pt x="417575" y="0"/>
                  </a:lnTo>
                  <a:lnTo>
                    <a:pt x="0" y="0"/>
                  </a:lnTo>
                  <a:lnTo>
                    <a:pt x="0" y="94487"/>
                  </a:lnTo>
                  <a:close/>
                </a:path>
              </a:pathLst>
            </a:custGeom>
            <a:ln w="12700">
              <a:solidFill>
                <a:srgbClr val="AD5A20"/>
              </a:solidFill>
            </a:ln>
          </p:spPr>
          <p:txBody>
            <a:bodyPr wrap="square" lIns="0" tIns="0" rIns="0" bIns="0" rtlCol="0"/>
            <a:lstStyle/>
            <a:p/>
          </p:txBody>
        </p:sp>
        <p:sp>
          <p:nvSpPr>
            <p:cNvPr id="45" name="object 43"/>
            <p:cNvSpPr/>
            <p:nvPr/>
          </p:nvSpPr>
          <p:spPr>
            <a:xfrm>
              <a:off x="525018" y="2818637"/>
              <a:ext cx="3868420" cy="441959"/>
            </a:xfrm>
            <a:custGeom>
              <a:avLst/>
              <a:gdLst/>
              <a:ahLst/>
              <a:cxnLst/>
              <a:rect l="l" t="t" r="r" b="b"/>
              <a:pathLst>
                <a:path w="3868420" h="441960">
                  <a:moveTo>
                    <a:pt x="3868039" y="403860"/>
                  </a:moveTo>
                  <a:lnTo>
                    <a:pt x="3848989" y="394335"/>
                  </a:lnTo>
                  <a:lnTo>
                    <a:pt x="3791839" y="365760"/>
                  </a:lnTo>
                  <a:lnTo>
                    <a:pt x="3791839" y="394335"/>
                  </a:lnTo>
                  <a:lnTo>
                    <a:pt x="47625" y="394335"/>
                  </a:lnTo>
                  <a:lnTo>
                    <a:pt x="47625" y="76200"/>
                  </a:lnTo>
                  <a:lnTo>
                    <a:pt x="76200" y="76200"/>
                  </a:lnTo>
                  <a:lnTo>
                    <a:pt x="69850" y="63500"/>
                  </a:lnTo>
                  <a:lnTo>
                    <a:pt x="38100" y="0"/>
                  </a:lnTo>
                  <a:lnTo>
                    <a:pt x="0" y="76200"/>
                  </a:lnTo>
                  <a:lnTo>
                    <a:pt x="28575" y="76200"/>
                  </a:lnTo>
                  <a:lnTo>
                    <a:pt x="28575" y="402844"/>
                  </a:lnTo>
                  <a:lnTo>
                    <a:pt x="32004" y="402844"/>
                  </a:lnTo>
                  <a:lnTo>
                    <a:pt x="32004" y="413385"/>
                  </a:lnTo>
                  <a:lnTo>
                    <a:pt x="3791839" y="413385"/>
                  </a:lnTo>
                  <a:lnTo>
                    <a:pt x="3791839" y="441960"/>
                  </a:lnTo>
                  <a:lnTo>
                    <a:pt x="3848989" y="413385"/>
                  </a:lnTo>
                  <a:lnTo>
                    <a:pt x="3868039" y="403860"/>
                  </a:lnTo>
                  <a:close/>
                </a:path>
              </a:pathLst>
            </a:custGeom>
            <a:solidFill>
              <a:srgbClr val="000000"/>
            </a:solidFill>
          </p:spPr>
          <p:txBody>
            <a:bodyPr wrap="square" lIns="0" tIns="0" rIns="0" bIns="0" rtlCol="0"/>
            <a:lstStyle/>
            <a:p/>
          </p:txBody>
        </p:sp>
        <p:pic>
          <p:nvPicPr>
            <p:cNvPr id="46" name="object 44"/>
            <p:cNvPicPr/>
            <p:nvPr/>
          </p:nvPicPr>
          <p:blipFill>
            <a:blip r:embed="rId19" cstate="print"/>
            <a:stretch>
              <a:fillRect/>
            </a:stretch>
          </p:blipFill>
          <p:spPr>
            <a:xfrm>
              <a:off x="954023" y="2878835"/>
              <a:ext cx="236219" cy="149351"/>
            </a:xfrm>
            <a:prstGeom prst="rect">
              <a:avLst/>
            </a:prstGeom>
          </p:spPr>
        </p:pic>
        <p:pic>
          <p:nvPicPr>
            <p:cNvPr id="47" name="object 45"/>
            <p:cNvPicPr/>
            <p:nvPr/>
          </p:nvPicPr>
          <p:blipFill>
            <a:blip r:embed="rId20" cstate="print"/>
            <a:stretch>
              <a:fillRect/>
            </a:stretch>
          </p:blipFill>
          <p:spPr>
            <a:xfrm>
              <a:off x="2403347" y="2875787"/>
              <a:ext cx="240792" cy="149351"/>
            </a:xfrm>
            <a:prstGeom prst="rect">
              <a:avLst/>
            </a:prstGeom>
          </p:spPr>
        </p:pic>
        <p:pic>
          <p:nvPicPr>
            <p:cNvPr id="48" name="object 46"/>
            <p:cNvPicPr/>
            <p:nvPr/>
          </p:nvPicPr>
          <p:blipFill>
            <a:blip r:embed="rId21" cstate="print"/>
            <a:stretch>
              <a:fillRect/>
            </a:stretch>
          </p:blipFill>
          <p:spPr>
            <a:xfrm>
              <a:off x="3723131" y="2881883"/>
              <a:ext cx="243839" cy="152400"/>
            </a:xfrm>
            <a:prstGeom prst="rect">
              <a:avLst/>
            </a:prstGeom>
          </p:spPr>
        </p:pic>
        <p:sp>
          <p:nvSpPr>
            <p:cNvPr id="49" name="object 47"/>
            <p:cNvSpPr/>
            <p:nvPr/>
          </p:nvSpPr>
          <p:spPr>
            <a:xfrm>
              <a:off x="1462278" y="2612897"/>
              <a:ext cx="2802890" cy="1819275"/>
            </a:xfrm>
            <a:custGeom>
              <a:avLst/>
              <a:gdLst/>
              <a:ahLst/>
              <a:cxnLst/>
              <a:rect l="l" t="t" r="r" b="b"/>
              <a:pathLst>
                <a:path w="2802890" h="1819275">
                  <a:moveTo>
                    <a:pt x="47536" y="76263"/>
                  </a:moveTo>
                  <a:lnTo>
                    <a:pt x="28486" y="76263"/>
                  </a:lnTo>
                  <a:lnTo>
                    <a:pt x="17894" y="1808480"/>
                  </a:lnTo>
                  <a:lnTo>
                    <a:pt x="36957" y="1808480"/>
                  </a:lnTo>
                  <a:lnTo>
                    <a:pt x="47536" y="76454"/>
                  </a:lnTo>
                  <a:lnTo>
                    <a:pt x="47536" y="76263"/>
                  </a:lnTo>
                  <a:close/>
                </a:path>
                <a:path w="2802890" h="1819275">
                  <a:moveTo>
                    <a:pt x="76200" y="76454"/>
                  </a:moveTo>
                  <a:lnTo>
                    <a:pt x="76098" y="76263"/>
                  </a:lnTo>
                  <a:lnTo>
                    <a:pt x="69824" y="63500"/>
                  </a:lnTo>
                  <a:lnTo>
                    <a:pt x="38608" y="0"/>
                  </a:lnTo>
                  <a:lnTo>
                    <a:pt x="0" y="75946"/>
                  </a:lnTo>
                  <a:lnTo>
                    <a:pt x="28486" y="76136"/>
                  </a:lnTo>
                  <a:lnTo>
                    <a:pt x="47536" y="76263"/>
                  </a:lnTo>
                  <a:lnTo>
                    <a:pt x="76200" y="76454"/>
                  </a:lnTo>
                  <a:close/>
                </a:path>
                <a:path w="2802890" h="1819275">
                  <a:moveTo>
                    <a:pt x="1455712" y="86931"/>
                  </a:moveTo>
                  <a:lnTo>
                    <a:pt x="1436662" y="86931"/>
                  </a:lnTo>
                  <a:lnTo>
                    <a:pt x="1426070" y="1819148"/>
                  </a:lnTo>
                  <a:lnTo>
                    <a:pt x="1445133" y="1819148"/>
                  </a:lnTo>
                  <a:lnTo>
                    <a:pt x="1455712" y="87122"/>
                  </a:lnTo>
                  <a:lnTo>
                    <a:pt x="1455712" y="86931"/>
                  </a:lnTo>
                  <a:close/>
                </a:path>
                <a:path w="2802890" h="1819275">
                  <a:moveTo>
                    <a:pt x="1484376" y="87122"/>
                  </a:moveTo>
                  <a:lnTo>
                    <a:pt x="1484274" y="86931"/>
                  </a:lnTo>
                  <a:lnTo>
                    <a:pt x="1478000" y="74168"/>
                  </a:lnTo>
                  <a:lnTo>
                    <a:pt x="1446784" y="10668"/>
                  </a:lnTo>
                  <a:lnTo>
                    <a:pt x="1408176" y="86614"/>
                  </a:lnTo>
                  <a:lnTo>
                    <a:pt x="1436662" y="86804"/>
                  </a:lnTo>
                  <a:lnTo>
                    <a:pt x="1455712" y="86931"/>
                  </a:lnTo>
                  <a:lnTo>
                    <a:pt x="1484376" y="87122"/>
                  </a:lnTo>
                  <a:close/>
                </a:path>
                <a:path w="2802890" h="1819275">
                  <a:moveTo>
                    <a:pt x="2773972" y="76263"/>
                  </a:moveTo>
                  <a:lnTo>
                    <a:pt x="2754922" y="76263"/>
                  </a:lnTo>
                  <a:lnTo>
                    <a:pt x="2744330" y="1808480"/>
                  </a:lnTo>
                  <a:lnTo>
                    <a:pt x="2763393" y="1808480"/>
                  </a:lnTo>
                  <a:lnTo>
                    <a:pt x="2773972" y="76454"/>
                  </a:lnTo>
                  <a:lnTo>
                    <a:pt x="2773972" y="76263"/>
                  </a:lnTo>
                  <a:close/>
                </a:path>
                <a:path w="2802890" h="1819275">
                  <a:moveTo>
                    <a:pt x="2802636" y="76454"/>
                  </a:moveTo>
                  <a:lnTo>
                    <a:pt x="2802534" y="76263"/>
                  </a:lnTo>
                  <a:lnTo>
                    <a:pt x="2796260" y="63500"/>
                  </a:lnTo>
                  <a:lnTo>
                    <a:pt x="2765044" y="0"/>
                  </a:lnTo>
                  <a:lnTo>
                    <a:pt x="2726436" y="75946"/>
                  </a:lnTo>
                  <a:lnTo>
                    <a:pt x="2754922" y="76136"/>
                  </a:lnTo>
                  <a:lnTo>
                    <a:pt x="2773972" y="76263"/>
                  </a:lnTo>
                  <a:lnTo>
                    <a:pt x="2802636" y="76454"/>
                  </a:lnTo>
                  <a:close/>
                </a:path>
              </a:pathLst>
            </a:custGeom>
            <a:solidFill>
              <a:srgbClr val="000000"/>
            </a:solidFill>
          </p:spPr>
          <p:txBody>
            <a:bodyPr wrap="square" lIns="0" tIns="0" rIns="0" bIns="0" rtlCol="0"/>
            <a:lstStyle/>
            <a:p/>
          </p:txBody>
        </p:sp>
        <p:pic>
          <p:nvPicPr>
            <p:cNvPr id="50" name="object 48"/>
            <p:cNvPicPr/>
            <p:nvPr/>
          </p:nvPicPr>
          <p:blipFill>
            <a:blip r:embed="rId22" cstate="print"/>
            <a:stretch>
              <a:fillRect/>
            </a:stretch>
          </p:blipFill>
          <p:spPr>
            <a:xfrm>
              <a:off x="2656966" y="2625089"/>
              <a:ext cx="149225" cy="201675"/>
            </a:xfrm>
            <a:prstGeom prst="rect">
              <a:avLst/>
            </a:prstGeom>
          </p:spPr>
        </p:pic>
        <p:pic>
          <p:nvPicPr>
            <p:cNvPr id="51" name="object 49"/>
            <p:cNvPicPr/>
            <p:nvPr/>
          </p:nvPicPr>
          <p:blipFill>
            <a:blip r:embed="rId23" cstate="print"/>
            <a:stretch>
              <a:fillRect/>
            </a:stretch>
          </p:blipFill>
          <p:spPr>
            <a:xfrm>
              <a:off x="1239672" y="2623565"/>
              <a:ext cx="149199" cy="201675"/>
            </a:xfrm>
            <a:prstGeom prst="rect">
              <a:avLst/>
            </a:prstGeom>
          </p:spPr>
        </p:pic>
        <p:pic>
          <p:nvPicPr>
            <p:cNvPr id="52" name="object 50"/>
            <p:cNvPicPr/>
            <p:nvPr/>
          </p:nvPicPr>
          <p:blipFill>
            <a:blip r:embed="rId24" cstate="print"/>
            <a:stretch>
              <a:fillRect/>
            </a:stretch>
          </p:blipFill>
          <p:spPr>
            <a:xfrm>
              <a:off x="3995038" y="2614421"/>
              <a:ext cx="149225" cy="201675"/>
            </a:xfrm>
            <a:prstGeom prst="rect">
              <a:avLst/>
            </a:prstGeom>
          </p:spPr>
        </p:pic>
        <p:pic>
          <p:nvPicPr>
            <p:cNvPr id="53" name="object 51"/>
            <p:cNvPicPr/>
            <p:nvPr/>
          </p:nvPicPr>
          <p:blipFill>
            <a:blip r:embed="rId25" cstate="print"/>
            <a:stretch>
              <a:fillRect/>
            </a:stretch>
          </p:blipFill>
          <p:spPr>
            <a:xfrm>
              <a:off x="1310385" y="2366517"/>
              <a:ext cx="233679" cy="226060"/>
            </a:xfrm>
            <a:prstGeom prst="rect">
              <a:avLst/>
            </a:prstGeom>
          </p:spPr>
        </p:pic>
        <p:pic>
          <p:nvPicPr>
            <p:cNvPr id="54" name="object 52"/>
            <p:cNvPicPr/>
            <p:nvPr/>
          </p:nvPicPr>
          <p:blipFill>
            <a:blip r:embed="rId26" cstate="print"/>
            <a:stretch>
              <a:fillRect/>
            </a:stretch>
          </p:blipFill>
          <p:spPr>
            <a:xfrm>
              <a:off x="1414271" y="2467355"/>
              <a:ext cx="27431" cy="25908"/>
            </a:xfrm>
            <a:prstGeom prst="rect">
              <a:avLst/>
            </a:prstGeom>
          </p:spPr>
        </p:pic>
        <p:pic>
          <p:nvPicPr>
            <p:cNvPr id="55" name="object 53"/>
            <p:cNvPicPr/>
            <p:nvPr/>
          </p:nvPicPr>
          <p:blipFill>
            <a:blip r:embed="rId25" cstate="print"/>
            <a:stretch>
              <a:fillRect/>
            </a:stretch>
          </p:blipFill>
          <p:spPr>
            <a:xfrm>
              <a:off x="2738373" y="2369565"/>
              <a:ext cx="233680" cy="226060"/>
            </a:xfrm>
            <a:prstGeom prst="rect">
              <a:avLst/>
            </a:prstGeom>
          </p:spPr>
        </p:pic>
        <p:pic>
          <p:nvPicPr>
            <p:cNvPr id="56" name="object 54"/>
            <p:cNvPicPr/>
            <p:nvPr/>
          </p:nvPicPr>
          <p:blipFill>
            <a:blip r:embed="rId26" cstate="print"/>
            <a:stretch>
              <a:fillRect/>
            </a:stretch>
          </p:blipFill>
          <p:spPr>
            <a:xfrm>
              <a:off x="2842259" y="2468879"/>
              <a:ext cx="27431" cy="25908"/>
            </a:xfrm>
            <a:prstGeom prst="rect">
              <a:avLst/>
            </a:prstGeom>
          </p:spPr>
        </p:pic>
        <p:pic>
          <p:nvPicPr>
            <p:cNvPr id="57" name="object 55"/>
            <p:cNvPicPr/>
            <p:nvPr/>
          </p:nvPicPr>
          <p:blipFill>
            <a:blip r:embed="rId25" cstate="print"/>
            <a:stretch>
              <a:fillRect/>
            </a:stretch>
          </p:blipFill>
          <p:spPr>
            <a:xfrm>
              <a:off x="4073398" y="2360421"/>
              <a:ext cx="233679" cy="226060"/>
            </a:xfrm>
            <a:prstGeom prst="rect">
              <a:avLst/>
            </a:prstGeom>
          </p:spPr>
        </p:pic>
        <p:pic>
          <p:nvPicPr>
            <p:cNvPr id="58" name="object 56"/>
            <p:cNvPicPr/>
            <p:nvPr/>
          </p:nvPicPr>
          <p:blipFill>
            <a:blip r:embed="rId26" cstate="print"/>
            <a:stretch>
              <a:fillRect/>
            </a:stretch>
          </p:blipFill>
          <p:spPr>
            <a:xfrm>
              <a:off x="4177284" y="2461259"/>
              <a:ext cx="27430" cy="25908"/>
            </a:xfrm>
            <a:prstGeom prst="rect">
              <a:avLst/>
            </a:prstGeom>
          </p:spPr>
        </p:pic>
        <p:sp>
          <p:nvSpPr>
            <p:cNvPr id="59" name="object 57"/>
            <p:cNvSpPr/>
            <p:nvPr/>
          </p:nvSpPr>
          <p:spPr>
            <a:xfrm>
              <a:off x="850391" y="2066543"/>
              <a:ext cx="346075" cy="340360"/>
            </a:xfrm>
            <a:custGeom>
              <a:avLst/>
              <a:gdLst/>
              <a:ahLst/>
              <a:cxnLst/>
              <a:rect l="l" t="t" r="r" b="b"/>
              <a:pathLst>
                <a:path w="346075" h="340360">
                  <a:moveTo>
                    <a:pt x="0" y="169925"/>
                  </a:moveTo>
                  <a:lnTo>
                    <a:pt x="6178" y="124751"/>
                  </a:lnTo>
                  <a:lnTo>
                    <a:pt x="23616" y="84158"/>
                  </a:lnTo>
                  <a:lnTo>
                    <a:pt x="50663" y="49768"/>
                  </a:lnTo>
                  <a:lnTo>
                    <a:pt x="85671" y="23198"/>
                  </a:lnTo>
                  <a:lnTo>
                    <a:pt x="126991" y="6069"/>
                  </a:lnTo>
                  <a:lnTo>
                    <a:pt x="172974" y="0"/>
                  </a:lnTo>
                  <a:lnTo>
                    <a:pt x="218956" y="6069"/>
                  </a:lnTo>
                  <a:lnTo>
                    <a:pt x="260276" y="23198"/>
                  </a:lnTo>
                  <a:lnTo>
                    <a:pt x="295284" y="49768"/>
                  </a:lnTo>
                  <a:lnTo>
                    <a:pt x="322331" y="84158"/>
                  </a:lnTo>
                  <a:lnTo>
                    <a:pt x="339769" y="124751"/>
                  </a:lnTo>
                  <a:lnTo>
                    <a:pt x="345948" y="169925"/>
                  </a:lnTo>
                  <a:lnTo>
                    <a:pt x="339769" y="215100"/>
                  </a:lnTo>
                  <a:lnTo>
                    <a:pt x="322331" y="255693"/>
                  </a:lnTo>
                  <a:lnTo>
                    <a:pt x="295284" y="290083"/>
                  </a:lnTo>
                  <a:lnTo>
                    <a:pt x="260276" y="316653"/>
                  </a:lnTo>
                  <a:lnTo>
                    <a:pt x="218956" y="333782"/>
                  </a:lnTo>
                  <a:lnTo>
                    <a:pt x="172974" y="339851"/>
                  </a:lnTo>
                  <a:lnTo>
                    <a:pt x="126991" y="333782"/>
                  </a:lnTo>
                  <a:lnTo>
                    <a:pt x="85671" y="316653"/>
                  </a:lnTo>
                  <a:lnTo>
                    <a:pt x="50663" y="290083"/>
                  </a:lnTo>
                  <a:lnTo>
                    <a:pt x="23616" y="255693"/>
                  </a:lnTo>
                  <a:lnTo>
                    <a:pt x="6178" y="215100"/>
                  </a:lnTo>
                  <a:lnTo>
                    <a:pt x="0" y="169925"/>
                  </a:lnTo>
                  <a:close/>
                </a:path>
              </a:pathLst>
            </a:custGeom>
            <a:ln w="12700">
              <a:solidFill>
                <a:srgbClr val="000000"/>
              </a:solidFill>
            </a:ln>
          </p:spPr>
          <p:txBody>
            <a:bodyPr wrap="square" lIns="0" tIns="0" rIns="0" bIns="0" rtlCol="0"/>
            <a:lstStyle/>
            <a:p/>
          </p:txBody>
        </p:sp>
        <p:pic>
          <p:nvPicPr>
            <p:cNvPr id="60" name="object 58"/>
            <p:cNvPicPr/>
            <p:nvPr/>
          </p:nvPicPr>
          <p:blipFill>
            <a:blip r:embed="rId27" cstate="print"/>
            <a:stretch>
              <a:fillRect/>
            </a:stretch>
          </p:blipFill>
          <p:spPr>
            <a:xfrm>
              <a:off x="943400" y="2148839"/>
              <a:ext cx="152355" cy="172212"/>
            </a:xfrm>
            <a:prstGeom prst="rect">
              <a:avLst/>
            </a:prstGeom>
          </p:spPr>
        </p:pic>
        <p:pic>
          <p:nvPicPr>
            <p:cNvPr id="61" name="object 59"/>
            <p:cNvPicPr/>
            <p:nvPr/>
          </p:nvPicPr>
          <p:blipFill>
            <a:blip r:embed="rId28" cstate="print"/>
            <a:stretch>
              <a:fillRect/>
            </a:stretch>
          </p:blipFill>
          <p:spPr>
            <a:xfrm>
              <a:off x="1149857" y="2367533"/>
              <a:ext cx="170814" cy="78486"/>
            </a:xfrm>
            <a:prstGeom prst="rect">
              <a:avLst/>
            </a:prstGeom>
          </p:spPr>
        </p:pic>
        <p:sp>
          <p:nvSpPr>
            <p:cNvPr id="62" name="object 60"/>
            <p:cNvSpPr/>
            <p:nvPr/>
          </p:nvSpPr>
          <p:spPr>
            <a:xfrm>
              <a:off x="1194054" y="2109723"/>
              <a:ext cx="2864485" cy="343535"/>
            </a:xfrm>
            <a:custGeom>
              <a:avLst/>
              <a:gdLst/>
              <a:ahLst/>
              <a:cxnLst/>
              <a:rect l="l" t="t" r="r" b="b"/>
              <a:pathLst>
                <a:path w="2864485" h="343535">
                  <a:moveTo>
                    <a:pt x="1527556" y="324358"/>
                  </a:moveTo>
                  <a:lnTo>
                    <a:pt x="104254" y="152412"/>
                  </a:lnTo>
                  <a:lnTo>
                    <a:pt x="104432" y="150876"/>
                  </a:lnTo>
                  <a:lnTo>
                    <a:pt x="107696" y="123952"/>
                  </a:lnTo>
                  <a:lnTo>
                    <a:pt x="27432" y="152654"/>
                  </a:lnTo>
                  <a:lnTo>
                    <a:pt x="98552" y="199644"/>
                  </a:lnTo>
                  <a:lnTo>
                    <a:pt x="101981" y="171208"/>
                  </a:lnTo>
                  <a:lnTo>
                    <a:pt x="1525270" y="343281"/>
                  </a:lnTo>
                  <a:lnTo>
                    <a:pt x="1527556" y="324358"/>
                  </a:lnTo>
                  <a:close/>
                </a:path>
                <a:path w="2864485" h="343535">
                  <a:moveTo>
                    <a:pt x="2863977" y="291084"/>
                  </a:moveTo>
                  <a:lnTo>
                    <a:pt x="76720" y="28371"/>
                  </a:lnTo>
                  <a:lnTo>
                    <a:pt x="76822" y="27178"/>
                  </a:lnTo>
                  <a:lnTo>
                    <a:pt x="79375" y="0"/>
                  </a:lnTo>
                  <a:lnTo>
                    <a:pt x="0" y="30734"/>
                  </a:lnTo>
                  <a:lnTo>
                    <a:pt x="72288" y="75819"/>
                  </a:lnTo>
                  <a:lnTo>
                    <a:pt x="74942" y="47421"/>
                  </a:lnTo>
                  <a:lnTo>
                    <a:pt x="2862199" y="310007"/>
                  </a:lnTo>
                  <a:lnTo>
                    <a:pt x="2863977" y="291084"/>
                  </a:lnTo>
                  <a:close/>
                </a:path>
              </a:pathLst>
            </a:custGeom>
            <a:solidFill>
              <a:srgbClr val="000000"/>
            </a:solidFill>
          </p:spPr>
          <p:txBody>
            <a:bodyPr wrap="square" lIns="0" tIns="0" rIns="0" bIns="0" rtlCol="0"/>
            <a:lstStyle/>
            <a:p/>
          </p:txBody>
        </p:sp>
        <p:pic>
          <p:nvPicPr>
            <p:cNvPr id="63" name="object 61"/>
            <p:cNvPicPr/>
            <p:nvPr/>
          </p:nvPicPr>
          <p:blipFill>
            <a:blip r:embed="rId29" cstate="print"/>
            <a:stretch>
              <a:fillRect/>
            </a:stretch>
          </p:blipFill>
          <p:spPr>
            <a:xfrm>
              <a:off x="1006957" y="1841753"/>
              <a:ext cx="76187" cy="195961"/>
            </a:xfrm>
            <a:prstGeom prst="rect">
              <a:avLst/>
            </a:prstGeom>
          </p:spPr>
        </p:pic>
        <p:pic>
          <p:nvPicPr>
            <p:cNvPr id="64" name="object 62"/>
            <p:cNvPicPr/>
            <p:nvPr/>
          </p:nvPicPr>
          <p:blipFill>
            <a:blip r:embed="rId30" cstate="print"/>
            <a:stretch>
              <a:fillRect/>
            </a:stretch>
          </p:blipFill>
          <p:spPr>
            <a:xfrm>
              <a:off x="952500" y="1659635"/>
              <a:ext cx="207263" cy="149351"/>
            </a:xfrm>
            <a:prstGeom prst="rect">
              <a:avLst/>
            </a:prstGeom>
          </p:spPr>
        </p:pic>
      </p:grpSp>
      <p:pic>
        <p:nvPicPr>
          <p:cNvPr id="65" name="object 64"/>
          <p:cNvPicPr/>
          <p:nvPr/>
        </p:nvPicPr>
        <p:blipFill>
          <a:blip r:embed="rId31" cstate="print"/>
          <a:stretch>
            <a:fillRect/>
          </a:stretch>
        </p:blipFill>
        <p:spPr>
          <a:xfrm>
            <a:off x="1024127" y="5917531"/>
            <a:ext cx="222503" cy="149351"/>
          </a:xfrm>
          <a:prstGeom prst="rect">
            <a:avLst/>
          </a:prstGeom>
        </p:spPr>
      </p:pic>
      <p:pic>
        <p:nvPicPr>
          <p:cNvPr id="66" name="object 65"/>
          <p:cNvPicPr/>
          <p:nvPr/>
        </p:nvPicPr>
        <p:blipFill>
          <a:blip r:embed="rId32" cstate="print"/>
          <a:stretch>
            <a:fillRect/>
          </a:stretch>
        </p:blipFill>
        <p:spPr>
          <a:xfrm>
            <a:off x="2414016" y="5917531"/>
            <a:ext cx="227075" cy="149351"/>
          </a:xfrm>
          <a:prstGeom prst="rect">
            <a:avLst/>
          </a:prstGeom>
        </p:spPr>
      </p:pic>
      <p:pic>
        <p:nvPicPr>
          <p:cNvPr id="67" name="object 66"/>
          <p:cNvPicPr/>
          <p:nvPr/>
        </p:nvPicPr>
        <p:blipFill>
          <a:blip r:embed="rId33" cstate="print"/>
          <a:stretch>
            <a:fillRect/>
          </a:stretch>
        </p:blipFill>
        <p:spPr>
          <a:xfrm>
            <a:off x="3768852" y="5917531"/>
            <a:ext cx="230124" cy="152400"/>
          </a:xfrm>
          <a:prstGeom prst="rect">
            <a:avLst/>
          </a:prstGeom>
        </p:spPr>
      </p:pic>
      <p:grpSp>
        <p:nvGrpSpPr>
          <p:cNvPr id="68" name="object 67"/>
          <p:cNvGrpSpPr/>
          <p:nvPr/>
        </p:nvGrpSpPr>
        <p:grpSpPr>
          <a:xfrm>
            <a:off x="897508" y="4669248"/>
            <a:ext cx="427355" cy="821690"/>
            <a:chOff x="897508" y="5210428"/>
            <a:chExt cx="427355" cy="821690"/>
          </a:xfrm>
        </p:grpSpPr>
        <p:pic>
          <p:nvPicPr>
            <p:cNvPr id="69" name="object 68"/>
            <p:cNvPicPr/>
            <p:nvPr/>
          </p:nvPicPr>
          <p:blipFill>
            <a:blip r:embed="rId34" cstate="print"/>
            <a:stretch>
              <a:fillRect/>
            </a:stretch>
          </p:blipFill>
          <p:spPr>
            <a:xfrm>
              <a:off x="900683" y="5213603"/>
              <a:ext cx="420623" cy="815340"/>
            </a:xfrm>
            <a:prstGeom prst="rect">
              <a:avLst/>
            </a:prstGeom>
          </p:spPr>
        </p:pic>
        <p:sp>
          <p:nvSpPr>
            <p:cNvPr id="70" name="object 69"/>
            <p:cNvSpPr/>
            <p:nvPr/>
          </p:nvSpPr>
          <p:spPr>
            <a:xfrm>
              <a:off x="900683" y="5213603"/>
              <a:ext cx="421005" cy="815340"/>
            </a:xfrm>
            <a:custGeom>
              <a:avLst/>
              <a:gdLst/>
              <a:ahLst/>
              <a:cxnLst/>
              <a:rect l="l" t="t" r="r" b="b"/>
              <a:pathLst>
                <a:path w="421005" h="815339">
                  <a:moveTo>
                    <a:pt x="0" y="815340"/>
                  </a:moveTo>
                  <a:lnTo>
                    <a:pt x="420623" y="815340"/>
                  </a:lnTo>
                  <a:lnTo>
                    <a:pt x="420623" y="0"/>
                  </a:lnTo>
                  <a:lnTo>
                    <a:pt x="0" y="0"/>
                  </a:lnTo>
                  <a:lnTo>
                    <a:pt x="0" y="815340"/>
                  </a:lnTo>
                  <a:close/>
                </a:path>
              </a:pathLst>
            </a:custGeom>
            <a:ln w="6350">
              <a:solidFill>
                <a:srgbClr val="6FAC46"/>
              </a:solidFill>
            </a:ln>
          </p:spPr>
          <p:txBody>
            <a:bodyPr wrap="square" lIns="0" tIns="0" rIns="0" bIns="0" rtlCol="0"/>
            <a:lstStyle/>
            <a:p/>
          </p:txBody>
        </p:sp>
        <p:pic>
          <p:nvPicPr>
            <p:cNvPr id="71" name="object 70"/>
            <p:cNvPicPr/>
            <p:nvPr/>
          </p:nvPicPr>
          <p:blipFill>
            <a:blip r:embed="rId35" cstate="print"/>
            <a:stretch>
              <a:fillRect/>
            </a:stretch>
          </p:blipFill>
          <p:spPr>
            <a:xfrm>
              <a:off x="1016507" y="5507735"/>
              <a:ext cx="216408" cy="213359"/>
            </a:xfrm>
            <a:prstGeom prst="rect">
              <a:avLst/>
            </a:prstGeom>
          </p:spPr>
        </p:pic>
      </p:grpSp>
      <p:pic>
        <p:nvPicPr>
          <p:cNvPr id="72" name="object 71"/>
          <p:cNvPicPr/>
          <p:nvPr/>
        </p:nvPicPr>
        <p:blipFill>
          <a:blip r:embed="rId36" cstate="print"/>
          <a:stretch>
            <a:fillRect/>
          </a:stretch>
        </p:blipFill>
        <p:spPr>
          <a:xfrm>
            <a:off x="1082802" y="5578441"/>
            <a:ext cx="76200" cy="233045"/>
          </a:xfrm>
          <a:prstGeom prst="rect">
            <a:avLst/>
          </a:prstGeom>
        </p:spPr>
      </p:pic>
      <p:pic>
        <p:nvPicPr>
          <p:cNvPr id="73" name="object 72"/>
          <p:cNvPicPr/>
          <p:nvPr/>
        </p:nvPicPr>
        <p:blipFill>
          <a:blip r:embed="rId36" cstate="print"/>
          <a:stretch>
            <a:fillRect/>
          </a:stretch>
        </p:blipFill>
        <p:spPr>
          <a:xfrm>
            <a:off x="2472689" y="5578441"/>
            <a:ext cx="76200" cy="233045"/>
          </a:xfrm>
          <a:prstGeom prst="rect">
            <a:avLst/>
          </a:prstGeom>
        </p:spPr>
      </p:pic>
      <p:grpSp>
        <p:nvGrpSpPr>
          <p:cNvPr id="74" name="object 73"/>
          <p:cNvGrpSpPr/>
          <p:nvPr/>
        </p:nvGrpSpPr>
        <p:grpSpPr>
          <a:xfrm>
            <a:off x="2296541" y="4669248"/>
            <a:ext cx="425450" cy="821690"/>
            <a:chOff x="2296541" y="5210428"/>
            <a:chExt cx="425450" cy="821690"/>
          </a:xfrm>
        </p:grpSpPr>
        <p:pic>
          <p:nvPicPr>
            <p:cNvPr id="75" name="object 74"/>
            <p:cNvPicPr/>
            <p:nvPr/>
          </p:nvPicPr>
          <p:blipFill>
            <a:blip r:embed="rId34" cstate="print"/>
            <a:stretch>
              <a:fillRect/>
            </a:stretch>
          </p:blipFill>
          <p:spPr>
            <a:xfrm>
              <a:off x="2299716" y="5213603"/>
              <a:ext cx="419100" cy="815340"/>
            </a:xfrm>
            <a:prstGeom prst="rect">
              <a:avLst/>
            </a:prstGeom>
          </p:spPr>
        </p:pic>
        <p:sp>
          <p:nvSpPr>
            <p:cNvPr id="76" name="object 75"/>
            <p:cNvSpPr/>
            <p:nvPr/>
          </p:nvSpPr>
          <p:spPr>
            <a:xfrm>
              <a:off x="2299716" y="5213603"/>
              <a:ext cx="419100" cy="815340"/>
            </a:xfrm>
            <a:custGeom>
              <a:avLst/>
              <a:gdLst/>
              <a:ahLst/>
              <a:cxnLst/>
              <a:rect l="l" t="t" r="r" b="b"/>
              <a:pathLst>
                <a:path w="419100" h="815339">
                  <a:moveTo>
                    <a:pt x="0" y="815340"/>
                  </a:moveTo>
                  <a:lnTo>
                    <a:pt x="419100" y="815340"/>
                  </a:lnTo>
                  <a:lnTo>
                    <a:pt x="419100" y="0"/>
                  </a:lnTo>
                  <a:lnTo>
                    <a:pt x="0" y="0"/>
                  </a:lnTo>
                  <a:lnTo>
                    <a:pt x="0" y="815340"/>
                  </a:lnTo>
                  <a:close/>
                </a:path>
              </a:pathLst>
            </a:custGeom>
            <a:ln w="6350">
              <a:solidFill>
                <a:srgbClr val="6FAC46"/>
              </a:solidFill>
            </a:ln>
          </p:spPr>
          <p:txBody>
            <a:bodyPr wrap="square" lIns="0" tIns="0" rIns="0" bIns="0" rtlCol="0"/>
            <a:lstStyle/>
            <a:p/>
          </p:txBody>
        </p:sp>
        <p:pic>
          <p:nvPicPr>
            <p:cNvPr id="77" name="object 76"/>
            <p:cNvPicPr/>
            <p:nvPr/>
          </p:nvPicPr>
          <p:blipFill>
            <a:blip r:embed="rId37" cstate="print"/>
            <a:stretch>
              <a:fillRect/>
            </a:stretch>
          </p:blipFill>
          <p:spPr>
            <a:xfrm>
              <a:off x="2406396" y="5507735"/>
              <a:ext cx="220980" cy="213359"/>
            </a:xfrm>
            <a:prstGeom prst="rect">
              <a:avLst/>
            </a:prstGeom>
          </p:spPr>
        </p:pic>
      </p:grpSp>
      <p:pic>
        <p:nvPicPr>
          <p:cNvPr id="78" name="object 77"/>
          <p:cNvPicPr/>
          <p:nvPr/>
        </p:nvPicPr>
        <p:blipFill>
          <a:blip r:embed="rId36" cstate="print"/>
          <a:stretch>
            <a:fillRect/>
          </a:stretch>
        </p:blipFill>
        <p:spPr>
          <a:xfrm>
            <a:off x="3815334" y="5575393"/>
            <a:ext cx="76200" cy="233045"/>
          </a:xfrm>
          <a:prstGeom prst="rect">
            <a:avLst/>
          </a:prstGeom>
        </p:spPr>
      </p:pic>
      <p:grpSp>
        <p:nvGrpSpPr>
          <p:cNvPr id="79" name="object 78"/>
          <p:cNvGrpSpPr/>
          <p:nvPr/>
        </p:nvGrpSpPr>
        <p:grpSpPr>
          <a:xfrm>
            <a:off x="3636136" y="4663153"/>
            <a:ext cx="425450" cy="820419"/>
            <a:chOff x="3636136" y="5204333"/>
            <a:chExt cx="425450" cy="820419"/>
          </a:xfrm>
        </p:grpSpPr>
        <p:pic>
          <p:nvPicPr>
            <p:cNvPr id="80" name="object 79"/>
            <p:cNvPicPr/>
            <p:nvPr/>
          </p:nvPicPr>
          <p:blipFill>
            <a:blip r:embed="rId38" cstate="print"/>
            <a:stretch>
              <a:fillRect/>
            </a:stretch>
          </p:blipFill>
          <p:spPr>
            <a:xfrm>
              <a:off x="3639311" y="5207508"/>
              <a:ext cx="419100" cy="813815"/>
            </a:xfrm>
            <a:prstGeom prst="rect">
              <a:avLst/>
            </a:prstGeom>
          </p:spPr>
        </p:pic>
        <p:sp>
          <p:nvSpPr>
            <p:cNvPr id="81" name="object 80"/>
            <p:cNvSpPr/>
            <p:nvPr/>
          </p:nvSpPr>
          <p:spPr>
            <a:xfrm>
              <a:off x="3639311" y="5207508"/>
              <a:ext cx="419100" cy="814069"/>
            </a:xfrm>
            <a:custGeom>
              <a:avLst/>
              <a:gdLst/>
              <a:ahLst/>
              <a:cxnLst/>
              <a:rect l="l" t="t" r="r" b="b"/>
              <a:pathLst>
                <a:path w="419100" h="814070">
                  <a:moveTo>
                    <a:pt x="0" y="813815"/>
                  </a:moveTo>
                  <a:lnTo>
                    <a:pt x="419100" y="813815"/>
                  </a:lnTo>
                  <a:lnTo>
                    <a:pt x="419100" y="0"/>
                  </a:lnTo>
                  <a:lnTo>
                    <a:pt x="0" y="0"/>
                  </a:lnTo>
                  <a:lnTo>
                    <a:pt x="0" y="813815"/>
                  </a:lnTo>
                  <a:close/>
                </a:path>
              </a:pathLst>
            </a:custGeom>
            <a:ln w="6350">
              <a:solidFill>
                <a:srgbClr val="6FAC46"/>
              </a:solidFill>
            </a:ln>
          </p:spPr>
          <p:txBody>
            <a:bodyPr wrap="square" lIns="0" tIns="0" rIns="0" bIns="0" rtlCol="0"/>
            <a:lstStyle/>
            <a:p/>
          </p:txBody>
        </p:sp>
        <p:pic>
          <p:nvPicPr>
            <p:cNvPr id="82" name="object 81"/>
            <p:cNvPicPr/>
            <p:nvPr/>
          </p:nvPicPr>
          <p:blipFill>
            <a:blip r:embed="rId39" cstate="print"/>
            <a:stretch>
              <a:fillRect/>
            </a:stretch>
          </p:blipFill>
          <p:spPr>
            <a:xfrm>
              <a:off x="3749039" y="5506212"/>
              <a:ext cx="222503" cy="216407"/>
            </a:xfrm>
            <a:prstGeom prst="rect">
              <a:avLst/>
            </a:prstGeom>
          </p:spPr>
        </p:pic>
      </p:grpSp>
      <p:pic>
        <p:nvPicPr>
          <p:cNvPr id="83" name="object 89"/>
          <p:cNvPicPr/>
          <p:nvPr/>
        </p:nvPicPr>
        <p:blipFill>
          <a:blip r:embed="rId40" cstate="print"/>
          <a:stretch>
            <a:fillRect/>
          </a:stretch>
        </p:blipFill>
        <p:spPr>
          <a:xfrm>
            <a:off x="2196973" y="4400390"/>
            <a:ext cx="111378" cy="215137"/>
          </a:xfrm>
          <a:prstGeom prst="rect">
            <a:avLst/>
          </a:prstGeom>
        </p:spPr>
      </p:pic>
      <p:pic>
        <p:nvPicPr>
          <p:cNvPr id="84" name="object 94"/>
          <p:cNvPicPr/>
          <p:nvPr/>
        </p:nvPicPr>
        <p:blipFill>
          <a:blip r:embed="rId41" cstate="print"/>
          <a:stretch>
            <a:fillRect/>
          </a:stretch>
        </p:blipFill>
        <p:spPr>
          <a:xfrm>
            <a:off x="3536569" y="4386673"/>
            <a:ext cx="111378" cy="215137"/>
          </a:xfrm>
          <a:prstGeom prst="rect">
            <a:avLst/>
          </a:prstGeom>
        </p:spPr>
      </p:pic>
      <p:pic>
        <p:nvPicPr>
          <p:cNvPr id="85" name="object 95"/>
          <p:cNvPicPr/>
          <p:nvPr/>
        </p:nvPicPr>
        <p:blipFill>
          <a:blip r:embed="rId42" cstate="print"/>
          <a:stretch>
            <a:fillRect/>
          </a:stretch>
        </p:blipFill>
        <p:spPr>
          <a:xfrm>
            <a:off x="2469388" y="4389722"/>
            <a:ext cx="76200" cy="213614"/>
          </a:xfrm>
          <a:prstGeom prst="rect">
            <a:avLst/>
          </a:prstGeom>
        </p:spPr>
      </p:pic>
      <p:pic>
        <p:nvPicPr>
          <p:cNvPr id="86" name="object 96"/>
          <p:cNvPicPr/>
          <p:nvPr/>
        </p:nvPicPr>
        <p:blipFill>
          <a:blip r:embed="rId42" cstate="print"/>
          <a:stretch>
            <a:fillRect/>
          </a:stretch>
        </p:blipFill>
        <p:spPr>
          <a:xfrm>
            <a:off x="3805935" y="4392770"/>
            <a:ext cx="76200" cy="213613"/>
          </a:xfrm>
          <a:prstGeom prst="rect">
            <a:avLst/>
          </a:prstGeom>
        </p:spPr>
      </p:pic>
      <p:pic>
        <p:nvPicPr>
          <p:cNvPr id="87" name="object 97"/>
          <p:cNvPicPr/>
          <p:nvPr/>
        </p:nvPicPr>
        <p:blipFill>
          <a:blip r:embed="rId8" cstate="print"/>
          <a:stretch>
            <a:fillRect/>
          </a:stretch>
        </p:blipFill>
        <p:spPr>
          <a:xfrm>
            <a:off x="2714625" y="4383625"/>
            <a:ext cx="141986" cy="214375"/>
          </a:xfrm>
          <a:prstGeom prst="rect">
            <a:avLst/>
          </a:prstGeom>
        </p:spPr>
      </p:pic>
      <p:pic>
        <p:nvPicPr>
          <p:cNvPr id="88" name="object 98"/>
          <p:cNvPicPr/>
          <p:nvPr/>
        </p:nvPicPr>
        <p:blipFill>
          <a:blip r:embed="rId8" cstate="print"/>
          <a:stretch>
            <a:fillRect/>
          </a:stretch>
        </p:blipFill>
        <p:spPr>
          <a:xfrm>
            <a:off x="4049648" y="4385149"/>
            <a:ext cx="141986" cy="214375"/>
          </a:xfrm>
          <a:prstGeom prst="rect">
            <a:avLst/>
          </a:prstGeom>
        </p:spPr>
      </p:pic>
      <p:pic>
        <p:nvPicPr>
          <p:cNvPr id="89" name="object 102"/>
          <p:cNvPicPr/>
          <p:nvPr/>
        </p:nvPicPr>
        <p:blipFill>
          <a:blip r:embed="rId43" cstate="print"/>
          <a:stretch>
            <a:fillRect/>
          </a:stretch>
        </p:blipFill>
        <p:spPr>
          <a:xfrm>
            <a:off x="492271" y="3073748"/>
            <a:ext cx="348976" cy="182880"/>
          </a:xfrm>
          <a:prstGeom prst="rect">
            <a:avLst/>
          </a:prstGeom>
        </p:spPr>
      </p:pic>
      <p:pic>
        <p:nvPicPr>
          <p:cNvPr id="90" name="object 103"/>
          <p:cNvPicPr/>
          <p:nvPr/>
        </p:nvPicPr>
        <p:blipFill>
          <a:blip r:embed="rId44" cstate="print"/>
          <a:stretch>
            <a:fillRect/>
          </a:stretch>
        </p:blipFill>
        <p:spPr>
          <a:xfrm>
            <a:off x="1905019" y="3076796"/>
            <a:ext cx="353548" cy="182880"/>
          </a:xfrm>
          <a:prstGeom prst="rect">
            <a:avLst/>
          </a:prstGeom>
        </p:spPr>
      </p:pic>
      <p:pic>
        <p:nvPicPr>
          <p:cNvPr id="91" name="object 104"/>
          <p:cNvPicPr/>
          <p:nvPr/>
        </p:nvPicPr>
        <p:blipFill>
          <a:blip r:embed="rId45" cstate="print"/>
          <a:stretch>
            <a:fillRect/>
          </a:stretch>
        </p:blipFill>
        <p:spPr>
          <a:xfrm>
            <a:off x="3247683" y="3079843"/>
            <a:ext cx="355052" cy="182880"/>
          </a:xfrm>
          <a:prstGeom prst="rect">
            <a:avLst/>
          </a:prstGeom>
        </p:spPr>
      </p:pic>
      <p:sp>
        <p:nvSpPr>
          <p:cNvPr id="92" name="Title 1"/>
          <p:cNvSpPr>
            <a:spLocks noGrp="1"/>
          </p:cNvSpPr>
          <p:nvPr>
            <p:ph type="title"/>
          </p:nvPr>
        </p:nvSpPr>
        <p:spPr>
          <a:xfrm>
            <a:off x="441325" y="258763"/>
            <a:ext cx="11307763" cy="676210"/>
          </a:xfrm>
        </p:spPr>
        <p:txBody>
          <a:bodyPr/>
          <a:lstStyle/>
          <a:p>
            <a:r>
              <a:rPr lang="en-US" dirty="0"/>
              <a:t>Self-Attention</a:t>
            </a:r>
            <a:endParaRPr lang="en-IN" dirty="0"/>
          </a:p>
        </p:txBody>
      </p:sp>
      <p:grpSp>
        <p:nvGrpSpPr>
          <p:cNvPr id="93" name="object 91"/>
          <p:cNvGrpSpPr/>
          <p:nvPr/>
        </p:nvGrpSpPr>
        <p:grpSpPr>
          <a:xfrm>
            <a:off x="5001109" y="2929856"/>
            <a:ext cx="1018540" cy="1029335"/>
            <a:chOff x="4675504" y="3427348"/>
            <a:chExt cx="1018540" cy="1029335"/>
          </a:xfrm>
        </p:grpSpPr>
        <p:pic>
          <p:nvPicPr>
            <p:cNvPr id="94" name="object 92"/>
            <p:cNvPicPr/>
            <p:nvPr/>
          </p:nvPicPr>
          <p:blipFill>
            <a:blip r:embed="rId46" cstate="print"/>
            <a:stretch>
              <a:fillRect/>
            </a:stretch>
          </p:blipFill>
          <p:spPr>
            <a:xfrm>
              <a:off x="4678679" y="3430523"/>
              <a:ext cx="1011936" cy="1022603"/>
            </a:xfrm>
            <a:prstGeom prst="rect">
              <a:avLst/>
            </a:prstGeom>
          </p:spPr>
        </p:pic>
        <p:sp>
          <p:nvSpPr>
            <p:cNvPr id="95" name="object 93"/>
            <p:cNvSpPr/>
            <p:nvPr/>
          </p:nvSpPr>
          <p:spPr>
            <a:xfrm>
              <a:off x="4678679" y="3430523"/>
              <a:ext cx="1012190" cy="1022985"/>
            </a:xfrm>
            <a:custGeom>
              <a:avLst/>
              <a:gdLst/>
              <a:ahLst/>
              <a:cxnLst/>
              <a:rect l="l" t="t" r="r" b="b"/>
              <a:pathLst>
                <a:path w="1012189" h="1022985">
                  <a:moveTo>
                    <a:pt x="0" y="255650"/>
                  </a:moveTo>
                  <a:lnTo>
                    <a:pt x="505968" y="255650"/>
                  </a:lnTo>
                  <a:lnTo>
                    <a:pt x="505968" y="0"/>
                  </a:lnTo>
                  <a:lnTo>
                    <a:pt x="1011936" y="511301"/>
                  </a:lnTo>
                  <a:lnTo>
                    <a:pt x="505968" y="1022603"/>
                  </a:lnTo>
                  <a:lnTo>
                    <a:pt x="505968" y="766952"/>
                  </a:lnTo>
                  <a:lnTo>
                    <a:pt x="0" y="766952"/>
                  </a:lnTo>
                  <a:lnTo>
                    <a:pt x="0" y="255650"/>
                  </a:lnTo>
                  <a:close/>
                </a:path>
              </a:pathLst>
            </a:custGeom>
            <a:ln w="6350">
              <a:solidFill>
                <a:srgbClr val="6FAC46"/>
              </a:solidFill>
            </a:ln>
          </p:spPr>
          <p:txBody>
            <a:bodyPr wrap="square" lIns="0" tIns="0" rIns="0" bIns="0" rtlCol="0"/>
            <a:lstStyle/>
            <a:p/>
          </p:txBody>
        </p:sp>
      </p:grpSp>
      <p:pic>
        <p:nvPicPr>
          <p:cNvPr id="96" name="object 94"/>
          <p:cNvPicPr/>
          <p:nvPr/>
        </p:nvPicPr>
        <p:blipFill>
          <a:blip r:embed="rId31" cstate="print"/>
          <a:stretch>
            <a:fillRect/>
          </a:stretch>
        </p:blipFill>
        <p:spPr>
          <a:xfrm>
            <a:off x="6817815" y="5961219"/>
            <a:ext cx="222504" cy="149351"/>
          </a:xfrm>
          <a:prstGeom prst="rect">
            <a:avLst/>
          </a:prstGeom>
        </p:spPr>
      </p:pic>
      <p:pic>
        <p:nvPicPr>
          <p:cNvPr id="97" name="object 95"/>
          <p:cNvPicPr/>
          <p:nvPr/>
        </p:nvPicPr>
        <p:blipFill>
          <a:blip r:embed="rId32" cstate="print"/>
          <a:stretch>
            <a:fillRect/>
          </a:stretch>
        </p:blipFill>
        <p:spPr>
          <a:xfrm>
            <a:off x="8206179" y="5961219"/>
            <a:ext cx="227075" cy="149351"/>
          </a:xfrm>
          <a:prstGeom prst="rect">
            <a:avLst/>
          </a:prstGeom>
        </p:spPr>
      </p:pic>
      <p:pic>
        <p:nvPicPr>
          <p:cNvPr id="98" name="object 96"/>
          <p:cNvPicPr/>
          <p:nvPr/>
        </p:nvPicPr>
        <p:blipFill>
          <a:blip r:embed="rId33" cstate="print"/>
          <a:stretch>
            <a:fillRect/>
          </a:stretch>
        </p:blipFill>
        <p:spPr>
          <a:xfrm>
            <a:off x="9562539" y="5961219"/>
            <a:ext cx="230124" cy="152400"/>
          </a:xfrm>
          <a:prstGeom prst="rect">
            <a:avLst/>
          </a:prstGeom>
        </p:spPr>
      </p:pic>
      <p:pic>
        <p:nvPicPr>
          <p:cNvPr id="99" name="object 97"/>
          <p:cNvPicPr/>
          <p:nvPr/>
        </p:nvPicPr>
        <p:blipFill>
          <a:blip r:embed="rId36" cstate="print"/>
          <a:stretch>
            <a:fillRect/>
          </a:stretch>
        </p:blipFill>
        <p:spPr>
          <a:xfrm>
            <a:off x="6874965" y="5622129"/>
            <a:ext cx="76200" cy="233045"/>
          </a:xfrm>
          <a:prstGeom prst="rect">
            <a:avLst/>
          </a:prstGeom>
        </p:spPr>
      </p:pic>
      <p:grpSp>
        <p:nvGrpSpPr>
          <p:cNvPr id="100" name="object 98"/>
          <p:cNvGrpSpPr/>
          <p:nvPr/>
        </p:nvGrpSpPr>
        <p:grpSpPr>
          <a:xfrm>
            <a:off x="6691196" y="5118321"/>
            <a:ext cx="425450" cy="416559"/>
            <a:chOff x="6290945" y="5615813"/>
            <a:chExt cx="425450" cy="416559"/>
          </a:xfrm>
        </p:grpSpPr>
        <p:pic>
          <p:nvPicPr>
            <p:cNvPr id="101" name="object 99"/>
            <p:cNvPicPr/>
            <p:nvPr/>
          </p:nvPicPr>
          <p:blipFill>
            <a:blip r:embed="rId47" cstate="print"/>
            <a:stretch>
              <a:fillRect/>
            </a:stretch>
          </p:blipFill>
          <p:spPr>
            <a:xfrm>
              <a:off x="6294120" y="5618988"/>
              <a:ext cx="419100" cy="409956"/>
            </a:xfrm>
            <a:prstGeom prst="rect">
              <a:avLst/>
            </a:prstGeom>
          </p:spPr>
        </p:pic>
        <p:sp>
          <p:nvSpPr>
            <p:cNvPr id="102" name="object 100"/>
            <p:cNvSpPr/>
            <p:nvPr/>
          </p:nvSpPr>
          <p:spPr>
            <a:xfrm>
              <a:off x="6294120" y="5618988"/>
              <a:ext cx="419100" cy="410209"/>
            </a:xfrm>
            <a:custGeom>
              <a:avLst/>
              <a:gdLst/>
              <a:ahLst/>
              <a:cxnLst/>
              <a:rect l="l" t="t" r="r" b="b"/>
              <a:pathLst>
                <a:path w="419100" h="410210">
                  <a:moveTo>
                    <a:pt x="0" y="409956"/>
                  </a:moveTo>
                  <a:lnTo>
                    <a:pt x="419100" y="409956"/>
                  </a:lnTo>
                  <a:lnTo>
                    <a:pt x="419100" y="0"/>
                  </a:lnTo>
                  <a:lnTo>
                    <a:pt x="0" y="0"/>
                  </a:lnTo>
                  <a:lnTo>
                    <a:pt x="0" y="409956"/>
                  </a:lnTo>
                  <a:close/>
                </a:path>
              </a:pathLst>
            </a:custGeom>
            <a:ln w="6349">
              <a:solidFill>
                <a:srgbClr val="6FAC46"/>
              </a:solidFill>
            </a:ln>
          </p:spPr>
          <p:txBody>
            <a:bodyPr wrap="square" lIns="0" tIns="0" rIns="0" bIns="0" rtlCol="0"/>
            <a:lstStyle/>
            <a:p/>
          </p:txBody>
        </p:sp>
        <p:pic>
          <p:nvPicPr>
            <p:cNvPr id="103" name="object 101"/>
            <p:cNvPicPr/>
            <p:nvPr/>
          </p:nvPicPr>
          <p:blipFill>
            <a:blip r:embed="rId35" cstate="print"/>
            <a:stretch>
              <a:fillRect/>
            </a:stretch>
          </p:blipFill>
          <p:spPr>
            <a:xfrm>
              <a:off x="6408420" y="5721096"/>
              <a:ext cx="216407" cy="213359"/>
            </a:xfrm>
            <a:prstGeom prst="rect">
              <a:avLst/>
            </a:prstGeom>
          </p:spPr>
        </p:pic>
      </p:grpSp>
      <p:pic>
        <p:nvPicPr>
          <p:cNvPr id="104" name="object 102"/>
          <p:cNvPicPr/>
          <p:nvPr/>
        </p:nvPicPr>
        <p:blipFill>
          <a:blip r:embed="rId36" cstate="print"/>
          <a:stretch>
            <a:fillRect/>
          </a:stretch>
        </p:blipFill>
        <p:spPr>
          <a:xfrm>
            <a:off x="8264853" y="5622129"/>
            <a:ext cx="76200" cy="233045"/>
          </a:xfrm>
          <a:prstGeom prst="rect">
            <a:avLst/>
          </a:prstGeom>
        </p:spPr>
      </p:pic>
      <p:grpSp>
        <p:nvGrpSpPr>
          <p:cNvPr id="105" name="object 103"/>
          <p:cNvGrpSpPr/>
          <p:nvPr/>
        </p:nvGrpSpPr>
        <p:grpSpPr>
          <a:xfrm>
            <a:off x="8090228" y="5118321"/>
            <a:ext cx="425450" cy="416559"/>
            <a:chOff x="7689977" y="5615813"/>
            <a:chExt cx="425450" cy="416559"/>
          </a:xfrm>
        </p:grpSpPr>
        <p:pic>
          <p:nvPicPr>
            <p:cNvPr id="106" name="object 104"/>
            <p:cNvPicPr/>
            <p:nvPr/>
          </p:nvPicPr>
          <p:blipFill>
            <a:blip r:embed="rId47" cstate="print"/>
            <a:stretch>
              <a:fillRect/>
            </a:stretch>
          </p:blipFill>
          <p:spPr>
            <a:xfrm>
              <a:off x="7693152" y="5618988"/>
              <a:ext cx="419100" cy="409956"/>
            </a:xfrm>
            <a:prstGeom prst="rect">
              <a:avLst/>
            </a:prstGeom>
          </p:spPr>
        </p:pic>
        <p:sp>
          <p:nvSpPr>
            <p:cNvPr id="107" name="object 105"/>
            <p:cNvSpPr/>
            <p:nvPr/>
          </p:nvSpPr>
          <p:spPr>
            <a:xfrm>
              <a:off x="7693152" y="5618988"/>
              <a:ext cx="419100" cy="410209"/>
            </a:xfrm>
            <a:custGeom>
              <a:avLst/>
              <a:gdLst/>
              <a:ahLst/>
              <a:cxnLst/>
              <a:rect l="l" t="t" r="r" b="b"/>
              <a:pathLst>
                <a:path w="419100" h="410210">
                  <a:moveTo>
                    <a:pt x="0" y="409956"/>
                  </a:moveTo>
                  <a:lnTo>
                    <a:pt x="419100" y="409956"/>
                  </a:lnTo>
                  <a:lnTo>
                    <a:pt x="419100" y="0"/>
                  </a:lnTo>
                  <a:lnTo>
                    <a:pt x="0" y="0"/>
                  </a:lnTo>
                  <a:lnTo>
                    <a:pt x="0" y="409956"/>
                  </a:lnTo>
                  <a:close/>
                </a:path>
              </a:pathLst>
            </a:custGeom>
            <a:ln w="6349">
              <a:solidFill>
                <a:srgbClr val="6FAC46"/>
              </a:solidFill>
            </a:ln>
          </p:spPr>
          <p:txBody>
            <a:bodyPr wrap="square" lIns="0" tIns="0" rIns="0" bIns="0" rtlCol="0"/>
            <a:lstStyle/>
            <a:p/>
          </p:txBody>
        </p:sp>
        <p:pic>
          <p:nvPicPr>
            <p:cNvPr id="108" name="object 106"/>
            <p:cNvPicPr/>
            <p:nvPr/>
          </p:nvPicPr>
          <p:blipFill>
            <a:blip r:embed="rId37" cstate="print"/>
            <a:stretch>
              <a:fillRect/>
            </a:stretch>
          </p:blipFill>
          <p:spPr>
            <a:xfrm>
              <a:off x="7784592" y="5721096"/>
              <a:ext cx="220979" cy="213359"/>
            </a:xfrm>
            <a:prstGeom prst="rect">
              <a:avLst/>
            </a:prstGeom>
          </p:spPr>
        </p:pic>
      </p:grpSp>
      <p:pic>
        <p:nvPicPr>
          <p:cNvPr id="109" name="object 107"/>
          <p:cNvPicPr/>
          <p:nvPr/>
        </p:nvPicPr>
        <p:blipFill>
          <a:blip r:embed="rId36" cstate="print"/>
          <a:stretch>
            <a:fillRect/>
          </a:stretch>
        </p:blipFill>
        <p:spPr>
          <a:xfrm>
            <a:off x="9609020" y="5619081"/>
            <a:ext cx="76200" cy="233045"/>
          </a:xfrm>
          <a:prstGeom prst="rect">
            <a:avLst/>
          </a:prstGeom>
        </p:spPr>
      </p:pic>
      <p:grpSp>
        <p:nvGrpSpPr>
          <p:cNvPr id="110" name="object 108"/>
          <p:cNvGrpSpPr/>
          <p:nvPr/>
        </p:nvGrpSpPr>
        <p:grpSpPr>
          <a:xfrm>
            <a:off x="9428299" y="5109177"/>
            <a:ext cx="427355" cy="417830"/>
            <a:chOff x="9028048" y="5606669"/>
            <a:chExt cx="427355" cy="417830"/>
          </a:xfrm>
        </p:grpSpPr>
        <p:pic>
          <p:nvPicPr>
            <p:cNvPr id="111" name="object 109"/>
            <p:cNvPicPr/>
            <p:nvPr/>
          </p:nvPicPr>
          <p:blipFill>
            <a:blip r:embed="rId48" cstate="print"/>
            <a:stretch>
              <a:fillRect/>
            </a:stretch>
          </p:blipFill>
          <p:spPr>
            <a:xfrm>
              <a:off x="9031223" y="5609844"/>
              <a:ext cx="420624" cy="411480"/>
            </a:xfrm>
            <a:prstGeom prst="rect">
              <a:avLst/>
            </a:prstGeom>
          </p:spPr>
        </p:pic>
        <p:sp>
          <p:nvSpPr>
            <p:cNvPr id="112" name="object 110"/>
            <p:cNvSpPr/>
            <p:nvPr/>
          </p:nvSpPr>
          <p:spPr>
            <a:xfrm>
              <a:off x="9031223" y="5609844"/>
              <a:ext cx="421005" cy="411480"/>
            </a:xfrm>
            <a:custGeom>
              <a:avLst/>
              <a:gdLst/>
              <a:ahLst/>
              <a:cxnLst/>
              <a:rect l="l" t="t" r="r" b="b"/>
              <a:pathLst>
                <a:path w="421004" h="411479">
                  <a:moveTo>
                    <a:pt x="0" y="411479"/>
                  </a:moveTo>
                  <a:lnTo>
                    <a:pt x="420624" y="411479"/>
                  </a:lnTo>
                  <a:lnTo>
                    <a:pt x="420624" y="0"/>
                  </a:lnTo>
                  <a:lnTo>
                    <a:pt x="0" y="0"/>
                  </a:lnTo>
                  <a:lnTo>
                    <a:pt x="0" y="411479"/>
                  </a:lnTo>
                  <a:close/>
                </a:path>
              </a:pathLst>
            </a:custGeom>
            <a:ln w="6350">
              <a:solidFill>
                <a:srgbClr val="6FAC46"/>
              </a:solidFill>
            </a:ln>
          </p:spPr>
          <p:txBody>
            <a:bodyPr wrap="square" lIns="0" tIns="0" rIns="0" bIns="0" rtlCol="0"/>
            <a:lstStyle/>
            <a:p/>
          </p:txBody>
        </p:sp>
        <p:pic>
          <p:nvPicPr>
            <p:cNvPr id="113" name="object 111"/>
            <p:cNvPicPr/>
            <p:nvPr/>
          </p:nvPicPr>
          <p:blipFill>
            <a:blip r:embed="rId39" cstate="print"/>
            <a:stretch>
              <a:fillRect/>
            </a:stretch>
          </p:blipFill>
          <p:spPr>
            <a:xfrm>
              <a:off x="9145523" y="5707380"/>
              <a:ext cx="222503" cy="216407"/>
            </a:xfrm>
            <a:prstGeom prst="rect">
              <a:avLst/>
            </a:prstGeom>
          </p:spPr>
        </p:pic>
      </p:grpSp>
      <p:grpSp>
        <p:nvGrpSpPr>
          <p:cNvPr id="114" name="object 112"/>
          <p:cNvGrpSpPr/>
          <p:nvPr/>
        </p:nvGrpSpPr>
        <p:grpSpPr>
          <a:xfrm>
            <a:off x="6383347" y="4149946"/>
            <a:ext cx="1090295" cy="908685"/>
            <a:chOff x="5983096" y="4647438"/>
            <a:chExt cx="1090295" cy="908685"/>
          </a:xfrm>
        </p:grpSpPr>
        <p:pic>
          <p:nvPicPr>
            <p:cNvPr id="115" name="object 113"/>
            <p:cNvPicPr/>
            <p:nvPr/>
          </p:nvPicPr>
          <p:blipFill>
            <a:blip r:embed="rId49" cstate="print"/>
            <a:stretch>
              <a:fillRect/>
            </a:stretch>
          </p:blipFill>
          <p:spPr>
            <a:xfrm>
              <a:off x="5986271" y="4913376"/>
              <a:ext cx="332232" cy="381000"/>
            </a:xfrm>
            <a:prstGeom prst="rect">
              <a:avLst/>
            </a:prstGeom>
          </p:spPr>
        </p:pic>
        <p:sp>
          <p:nvSpPr>
            <p:cNvPr id="116" name="object 114"/>
            <p:cNvSpPr/>
            <p:nvPr/>
          </p:nvSpPr>
          <p:spPr>
            <a:xfrm>
              <a:off x="5986271" y="4913376"/>
              <a:ext cx="332740" cy="381000"/>
            </a:xfrm>
            <a:custGeom>
              <a:avLst/>
              <a:gdLst/>
              <a:ahLst/>
              <a:cxnLst/>
              <a:rect l="l" t="t" r="r" b="b"/>
              <a:pathLst>
                <a:path w="332739" h="381000">
                  <a:moveTo>
                    <a:pt x="0" y="381000"/>
                  </a:moveTo>
                  <a:lnTo>
                    <a:pt x="332232" y="381000"/>
                  </a:lnTo>
                  <a:lnTo>
                    <a:pt x="332232" y="0"/>
                  </a:lnTo>
                  <a:lnTo>
                    <a:pt x="0" y="0"/>
                  </a:lnTo>
                  <a:lnTo>
                    <a:pt x="0" y="381000"/>
                  </a:lnTo>
                  <a:close/>
                </a:path>
              </a:pathLst>
            </a:custGeom>
            <a:ln w="6350">
              <a:solidFill>
                <a:srgbClr val="EC7C30"/>
              </a:solidFill>
            </a:ln>
          </p:spPr>
          <p:txBody>
            <a:bodyPr wrap="square" lIns="0" tIns="0" rIns="0" bIns="0" rtlCol="0"/>
            <a:lstStyle/>
            <a:p/>
          </p:txBody>
        </p:sp>
        <p:pic>
          <p:nvPicPr>
            <p:cNvPr id="117" name="object 115"/>
            <p:cNvPicPr/>
            <p:nvPr/>
          </p:nvPicPr>
          <p:blipFill>
            <a:blip r:embed="rId2" cstate="print"/>
            <a:stretch>
              <a:fillRect/>
            </a:stretch>
          </p:blipFill>
          <p:spPr>
            <a:xfrm>
              <a:off x="6051803" y="5020056"/>
              <a:ext cx="202691" cy="213359"/>
            </a:xfrm>
            <a:prstGeom prst="rect">
              <a:avLst/>
            </a:prstGeom>
          </p:spPr>
        </p:pic>
        <p:pic>
          <p:nvPicPr>
            <p:cNvPr id="118" name="object 116"/>
            <p:cNvPicPr/>
            <p:nvPr/>
          </p:nvPicPr>
          <p:blipFill>
            <a:blip r:embed="rId50" cstate="print"/>
            <a:stretch>
              <a:fillRect/>
            </a:stretch>
          </p:blipFill>
          <p:spPr>
            <a:xfrm>
              <a:off x="6209664" y="5340858"/>
              <a:ext cx="111379" cy="215137"/>
            </a:xfrm>
            <a:prstGeom prst="rect">
              <a:avLst/>
            </a:prstGeom>
          </p:spPr>
        </p:pic>
        <p:pic>
          <p:nvPicPr>
            <p:cNvPr id="119" name="object 117"/>
            <p:cNvPicPr/>
            <p:nvPr/>
          </p:nvPicPr>
          <p:blipFill>
            <a:blip r:embed="rId10" cstate="print"/>
            <a:stretch>
              <a:fillRect/>
            </a:stretch>
          </p:blipFill>
          <p:spPr>
            <a:xfrm>
              <a:off x="6358127" y="4904232"/>
              <a:ext cx="332231" cy="381000"/>
            </a:xfrm>
            <a:prstGeom prst="rect">
              <a:avLst/>
            </a:prstGeom>
          </p:spPr>
        </p:pic>
        <p:sp>
          <p:nvSpPr>
            <p:cNvPr id="120" name="object 118"/>
            <p:cNvSpPr/>
            <p:nvPr/>
          </p:nvSpPr>
          <p:spPr>
            <a:xfrm>
              <a:off x="6358127" y="4904232"/>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FFC000"/>
              </a:solidFill>
            </a:ln>
          </p:spPr>
          <p:txBody>
            <a:bodyPr wrap="square" lIns="0" tIns="0" rIns="0" bIns="0" rtlCol="0"/>
            <a:lstStyle/>
            <a:p/>
          </p:txBody>
        </p:sp>
        <p:pic>
          <p:nvPicPr>
            <p:cNvPr id="121" name="object 119"/>
            <p:cNvPicPr/>
            <p:nvPr/>
          </p:nvPicPr>
          <p:blipFill>
            <a:blip r:embed="rId7" cstate="print"/>
            <a:stretch>
              <a:fillRect/>
            </a:stretch>
          </p:blipFill>
          <p:spPr>
            <a:xfrm>
              <a:off x="6460235" y="5035296"/>
              <a:ext cx="187452" cy="160019"/>
            </a:xfrm>
            <a:prstGeom prst="rect">
              <a:avLst/>
            </a:prstGeom>
          </p:spPr>
        </p:pic>
        <p:pic>
          <p:nvPicPr>
            <p:cNvPr id="122" name="object 120"/>
            <p:cNvPicPr/>
            <p:nvPr/>
          </p:nvPicPr>
          <p:blipFill>
            <a:blip r:embed="rId51" cstate="print"/>
            <a:stretch>
              <a:fillRect/>
            </a:stretch>
          </p:blipFill>
          <p:spPr>
            <a:xfrm>
              <a:off x="6727316" y="5336286"/>
              <a:ext cx="141985" cy="214375"/>
            </a:xfrm>
            <a:prstGeom prst="rect">
              <a:avLst/>
            </a:prstGeom>
          </p:spPr>
        </p:pic>
        <p:pic>
          <p:nvPicPr>
            <p:cNvPr id="123" name="object 121"/>
            <p:cNvPicPr/>
            <p:nvPr/>
          </p:nvPicPr>
          <p:blipFill>
            <a:blip r:embed="rId42" cstate="print"/>
            <a:stretch>
              <a:fillRect/>
            </a:stretch>
          </p:blipFill>
          <p:spPr>
            <a:xfrm>
              <a:off x="6485127" y="5340858"/>
              <a:ext cx="76200" cy="213613"/>
            </a:xfrm>
            <a:prstGeom prst="rect">
              <a:avLst/>
            </a:prstGeom>
          </p:spPr>
        </p:pic>
        <p:pic>
          <p:nvPicPr>
            <p:cNvPr id="124" name="object 122"/>
            <p:cNvPicPr/>
            <p:nvPr/>
          </p:nvPicPr>
          <p:blipFill>
            <a:blip r:embed="rId52" cstate="print"/>
            <a:stretch>
              <a:fillRect/>
            </a:stretch>
          </p:blipFill>
          <p:spPr>
            <a:xfrm>
              <a:off x="6736079" y="4904232"/>
              <a:ext cx="333755" cy="382524"/>
            </a:xfrm>
            <a:prstGeom prst="rect">
              <a:avLst/>
            </a:prstGeom>
          </p:spPr>
        </p:pic>
        <p:sp>
          <p:nvSpPr>
            <p:cNvPr id="125" name="object 123"/>
            <p:cNvSpPr/>
            <p:nvPr/>
          </p:nvSpPr>
          <p:spPr>
            <a:xfrm>
              <a:off x="6736079" y="4904232"/>
              <a:ext cx="334010" cy="382905"/>
            </a:xfrm>
            <a:custGeom>
              <a:avLst/>
              <a:gdLst/>
              <a:ahLst/>
              <a:cxnLst/>
              <a:rect l="l" t="t" r="r" b="b"/>
              <a:pathLst>
                <a:path w="334009" h="382904">
                  <a:moveTo>
                    <a:pt x="0" y="382524"/>
                  </a:moveTo>
                  <a:lnTo>
                    <a:pt x="333755" y="382524"/>
                  </a:lnTo>
                  <a:lnTo>
                    <a:pt x="333755" y="0"/>
                  </a:lnTo>
                  <a:lnTo>
                    <a:pt x="0" y="0"/>
                  </a:lnTo>
                  <a:lnTo>
                    <a:pt x="0" y="382524"/>
                  </a:lnTo>
                  <a:close/>
                </a:path>
              </a:pathLst>
            </a:custGeom>
            <a:ln w="6350">
              <a:solidFill>
                <a:srgbClr val="4471C4"/>
              </a:solidFill>
            </a:ln>
          </p:spPr>
          <p:txBody>
            <a:bodyPr wrap="square" lIns="0" tIns="0" rIns="0" bIns="0" rtlCol="0"/>
            <a:lstStyle/>
            <a:p/>
          </p:txBody>
        </p:sp>
        <p:pic>
          <p:nvPicPr>
            <p:cNvPr id="126" name="object 124"/>
            <p:cNvPicPr/>
            <p:nvPr/>
          </p:nvPicPr>
          <p:blipFill>
            <a:blip r:embed="rId14" cstate="print"/>
            <a:stretch>
              <a:fillRect/>
            </a:stretch>
          </p:blipFill>
          <p:spPr>
            <a:xfrm>
              <a:off x="6807707" y="5038344"/>
              <a:ext cx="199644" cy="149351"/>
            </a:xfrm>
            <a:prstGeom prst="rect">
              <a:avLst/>
            </a:prstGeom>
          </p:spPr>
        </p:pic>
        <p:pic>
          <p:nvPicPr>
            <p:cNvPr id="127" name="object 125"/>
            <p:cNvPicPr/>
            <p:nvPr/>
          </p:nvPicPr>
          <p:blipFill>
            <a:blip r:embed="rId42" cstate="print"/>
            <a:stretch>
              <a:fillRect/>
            </a:stretch>
          </p:blipFill>
          <p:spPr>
            <a:xfrm>
              <a:off x="6113271" y="4652010"/>
              <a:ext cx="76200" cy="213613"/>
            </a:xfrm>
            <a:prstGeom prst="rect">
              <a:avLst/>
            </a:prstGeom>
          </p:spPr>
        </p:pic>
        <p:pic>
          <p:nvPicPr>
            <p:cNvPr id="128" name="object 126"/>
            <p:cNvPicPr/>
            <p:nvPr/>
          </p:nvPicPr>
          <p:blipFill>
            <a:blip r:embed="rId42" cstate="print"/>
            <a:stretch>
              <a:fillRect/>
            </a:stretch>
          </p:blipFill>
          <p:spPr>
            <a:xfrm>
              <a:off x="6494271" y="4647438"/>
              <a:ext cx="76200" cy="213613"/>
            </a:xfrm>
            <a:prstGeom prst="rect">
              <a:avLst/>
            </a:prstGeom>
          </p:spPr>
        </p:pic>
        <p:pic>
          <p:nvPicPr>
            <p:cNvPr id="129" name="object 127"/>
            <p:cNvPicPr/>
            <p:nvPr/>
          </p:nvPicPr>
          <p:blipFill>
            <a:blip r:embed="rId42" cstate="print"/>
            <a:stretch>
              <a:fillRect/>
            </a:stretch>
          </p:blipFill>
          <p:spPr>
            <a:xfrm>
              <a:off x="6898131" y="4652010"/>
              <a:ext cx="76200" cy="213613"/>
            </a:xfrm>
            <a:prstGeom prst="rect">
              <a:avLst/>
            </a:prstGeom>
          </p:spPr>
        </p:pic>
      </p:grpSp>
      <p:grpSp>
        <p:nvGrpSpPr>
          <p:cNvPr id="130" name="object 128"/>
          <p:cNvGrpSpPr/>
          <p:nvPr/>
        </p:nvGrpSpPr>
        <p:grpSpPr>
          <a:xfrm>
            <a:off x="7780856" y="4403565"/>
            <a:ext cx="1093470" cy="389255"/>
            <a:chOff x="7380605" y="4901057"/>
            <a:chExt cx="1093470" cy="389255"/>
          </a:xfrm>
        </p:grpSpPr>
        <p:pic>
          <p:nvPicPr>
            <p:cNvPr id="131" name="object 129"/>
            <p:cNvPicPr/>
            <p:nvPr/>
          </p:nvPicPr>
          <p:blipFill>
            <a:blip r:embed="rId49" cstate="print"/>
            <a:stretch>
              <a:fillRect/>
            </a:stretch>
          </p:blipFill>
          <p:spPr>
            <a:xfrm>
              <a:off x="7383780" y="4904232"/>
              <a:ext cx="332231" cy="381000"/>
            </a:xfrm>
            <a:prstGeom prst="rect">
              <a:avLst/>
            </a:prstGeom>
          </p:spPr>
        </p:pic>
        <p:sp>
          <p:nvSpPr>
            <p:cNvPr id="132" name="object 130"/>
            <p:cNvSpPr/>
            <p:nvPr/>
          </p:nvSpPr>
          <p:spPr>
            <a:xfrm>
              <a:off x="7383780" y="4904232"/>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EC7C30"/>
              </a:solidFill>
            </a:ln>
          </p:spPr>
          <p:txBody>
            <a:bodyPr wrap="square" lIns="0" tIns="0" rIns="0" bIns="0" rtlCol="0"/>
            <a:lstStyle/>
            <a:p/>
          </p:txBody>
        </p:sp>
        <p:pic>
          <p:nvPicPr>
            <p:cNvPr id="133" name="object 131"/>
            <p:cNvPicPr/>
            <p:nvPr/>
          </p:nvPicPr>
          <p:blipFill>
            <a:blip r:embed="rId4" cstate="print"/>
            <a:stretch>
              <a:fillRect/>
            </a:stretch>
          </p:blipFill>
          <p:spPr>
            <a:xfrm>
              <a:off x="7449312" y="5010912"/>
              <a:ext cx="207264" cy="213360"/>
            </a:xfrm>
            <a:prstGeom prst="rect">
              <a:avLst/>
            </a:prstGeom>
          </p:spPr>
        </p:pic>
        <p:pic>
          <p:nvPicPr>
            <p:cNvPr id="134" name="object 132"/>
            <p:cNvPicPr/>
            <p:nvPr/>
          </p:nvPicPr>
          <p:blipFill>
            <a:blip r:embed="rId53" cstate="print"/>
            <a:stretch>
              <a:fillRect/>
            </a:stretch>
          </p:blipFill>
          <p:spPr>
            <a:xfrm>
              <a:off x="7757160" y="4905756"/>
              <a:ext cx="332231" cy="381000"/>
            </a:xfrm>
            <a:prstGeom prst="rect">
              <a:avLst/>
            </a:prstGeom>
          </p:spPr>
        </p:pic>
        <p:sp>
          <p:nvSpPr>
            <p:cNvPr id="135" name="object 133"/>
            <p:cNvSpPr/>
            <p:nvPr/>
          </p:nvSpPr>
          <p:spPr>
            <a:xfrm>
              <a:off x="7757160" y="4905756"/>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FFC000"/>
              </a:solidFill>
            </a:ln>
          </p:spPr>
          <p:txBody>
            <a:bodyPr wrap="square" lIns="0" tIns="0" rIns="0" bIns="0" rtlCol="0"/>
            <a:lstStyle/>
            <a:p/>
          </p:txBody>
        </p:sp>
        <p:pic>
          <p:nvPicPr>
            <p:cNvPr id="136" name="object 134"/>
            <p:cNvPicPr/>
            <p:nvPr/>
          </p:nvPicPr>
          <p:blipFill>
            <a:blip r:embed="rId11" cstate="print"/>
            <a:stretch>
              <a:fillRect/>
            </a:stretch>
          </p:blipFill>
          <p:spPr>
            <a:xfrm>
              <a:off x="7857744" y="5036820"/>
              <a:ext cx="193548" cy="160019"/>
            </a:xfrm>
            <a:prstGeom prst="rect">
              <a:avLst/>
            </a:prstGeom>
          </p:spPr>
        </p:pic>
        <p:pic>
          <p:nvPicPr>
            <p:cNvPr id="137" name="object 135"/>
            <p:cNvPicPr/>
            <p:nvPr/>
          </p:nvPicPr>
          <p:blipFill>
            <a:blip r:embed="rId52" cstate="print"/>
            <a:stretch>
              <a:fillRect/>
            </a:stretch>
          </p:blipFill>
          <p:spPr>
            <a:xfrm>
              <a:off x="8138160" y="4904232"/>
              <a:ext cx="332231" cy="382524"/>
            </a:xfrm>
            <a:prstGeom prst="rect">
              <a:avLst/>
            </a:prstGeom>
          </p:spPr>
        </p:pic>
        <p:sp>
          <p:nvSpPr>
            <p:cNvPr id="138" name="object 136"/>
            <p:cNvSpPr/>
            <p:nvPr/>
          </p:nvSpPr>
          <p:spPr>
            <a:xfrm>
              <a:off x="8138160" y="4904232"/>
              <a:ext cx="332740" cy="382905"/>
            </a:xfrm>
            <a:custGeom>
              <a:avLst/>
              <a:gdLst/>
              <a:ahLst/>
              <a:cxnLst/>
              <a:rect l="l" t="t" r="r" b="b"/>
              <a:pathLst>
                <a:path w="332740" h="382904">
                  <a:moveTo>
                    <a:pt x="0" y="382524"/>
                  </a:moveTo>
                  <a:lnTo>
                    <a:pt x="332231" y="382524"/>
                  </a:lnTo>
                  <a:lnTo>
                    <a:pt x="332231" y="0"/>
                  </a:lnTo>
                  <a:lnTo>
                    <a:pt x="0" y="0"/>
                  </a:lnTo>
                  <a:lnTo>
                    <a:pt x="0" y="382524"/>
                  </a:lnTo>
                  <a:close/>
                </a:path>
              </a:pathLst>
            </a:custGeom>
            <a:ln w="6350">
              <a:solidFill>
                <a:srgbClr val="4471C4"/>
              </a:solidFill>
            </a:ln>
          </p:spPr>
          <p:txBody>
            <a:bodyPr wrap="square" lIns="0" tIns="0" rIns="0" bIns="0" rtlCol="0"/>
            <a:lstStyle/>
            <a:p/>
          </p:txBody>
        </p:sp>
        <p:pic>
          <p:nvPicPr>
            <p:cNvPr id="139" name="object 137"/>
            <p:cNvPicPr/>
            <p:nvPr/>
          </p:nvPicPr>
          <p:blipFill>
            <a:blip r:embed="rId15" cstate="print"/>
            <a:stretch>
              <a:fillRect/>
            </a:stretch>
          </p:blipFill>
          <p:spPr>
            <a:xfrm>
              <a:off x="8208264" y="5038344"/>
              <a:ext cx="205740" cy="149351"/>
            </a:xfrm>
            <a:prstGeom prst="rect">
              <a:avLst/>
            </a:prstGeom>
          </p:spPr>
        </p:pic>
      </p:grpSp>
      <p:pic>
        <p:nvPicPr>
          <p:cNvPr id="140" name="object 138"/>
          <p:cNvPicPr/>
          <p:nvPr/>
        </p:nvPicPr>
        <p:blipFill>
          <a:blip r:embed="rId54" cstate="print"/>
          <a:stretch>
            <a:fillRect/>
          </a:stretch>
        </p:blipFill>
        <p:spPr>
          <a:xfrm>
            <a:off x="8011995" y="4857081"/>
            <a:ext cx="111378" cy="215137"/>
          </a:xfrm>
          <a:prstGeom prst="rect">
            <a:avLst/>
          </a:prstGeom>
        </p:spPr>
      </p:pic>
      <p:grpSp>
        <p:nvGrpSpPr>
          <p:cNvPr id="141" name="object 139"/>
          <p:cNvGrpSpPr/>
          <p:nvPr/>
        </p:nvGrpSpPr>
        <p:grpSpPr>
          <a:xfrm>
            <a:off x="9117404" y="4403565"/>
            <a:ext cx="1091565" cy="392430"/>
            <a:chOff x="8717153" y="4901057"/>
            <a:chExt cx="1091565" cy="392430"/>
          </a:xfrm>
        </p:grpSpPr>
        <p:pic>
          <p:nvPicPr>
            <p:cNvPr id="142" name="object 140"/>
            <p:cNvPicPr/>
            <p:nvPr/>
          </p:nvPicPr>
          <p:blipFill>
            <a:blip r:embed="rId49" cstate="print"/>
            <a:stretch>
              <a:fillRect/>
            </a:stretch>
          </p:blipFill>
          <p:spPr>
            <a:xfrm>
              <a:off x="8720328" y="4904232"/>
              <a:ext cx="332231" cy="381000"/>
            </a:xfrm>
            <a:prstGeom prst="rect">
              <a:avLst/>
            </a:prstGeom>
          </p:spPr>
        </p:pic>
        <p:sp>
          <p:nvSpPr>
            <p:cNvPr id="143" name="object 141"/>
            <p:cNvSpPr/>
            <p:nvPr/>
          </p:nvSpPr>
          <p:spPr>
            <a:xfrm>
              <a:off x="8720328" y="4904232"/>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EC7C30"/>
              </a:solidFill>
            </a:ln>
          </p:spPr>
          <p:txBody>
            <a:bodyPr wrap="square" lIns="0" tIns="0" rIns="0" bIns="0" rtlCol="0"/>
            <a:lstStyle/>
            <a:p/>
          </p:txBody>
        </p:sp>
        <p:pic>
          <p:nvPicPr>
            <p:cNvPr id="144" name="object 142"/>
            <p:cNvPicPr/>
            <p:nvPr/>
          </p:nvPicPr>
          <p:blipFill>
            <a:blip r:embed="rId5" cstate="print"/>
            <a:stretch>
              <a:fillRect/>
            </a:stretch>
          </p:blipFill>
          <p:spPr>
            <a:xfrm>
              <a:off x="8784336" y="5010912"/>
              <a:ext cx="208788" cy="216407"/>
            </a:xfrm>
            <a:prstGeom prst="rect">
              <a:avLst/>
            </a:prstGeom>
          </p:spPr>
        </p:pic>
        <p:pic>
          <p:nvPicPr>
            <p:cNvPr id="145" name="object 143"/>
            <p:cNvPicPr/>
            <p:nvPr/>
          </p:nvPicPr>
          <p:blipFill>
            <a:blip r:embed="rId55" cstate="print"/>
            <a:stretch>
              <a:fillRect/>
            </a:stretch>
          </p:blipFill>
          <p:spPr>
            <a:xfrm>
              <a:off x="9092184" y="4907280"/>
              <a:ext cx="332231" cy="382523"/>
            </a:xfrm>
            <a:prstGeom prst="rect">
              <a:avLst/>
            </a:prstGeom>
          </p:spPr>
        </p:pic>
        <p:sp>
          <p:nvSpPr>
            <p:cNvPr id="146" name="object 144"/>
            <p:cNvSpPr/>
            <p:nvPr/>
          </p:nvSpPr>
          <p:spPr>
            <a:xfrm>
              <a:off x="9092184" y="4907280"/>
              <a:ext cx="332740" cy="382905"/>
            </a:xfrm>
            <a:custGeom>
              <a:avLst/>
              <a:gdLst/>
              <a:ahLst/>
              <a:cxnLst/>
              <a:rect l="l" t="t" r="r" b="b"/>
              <a:pathLst>
                <a:path w="332740" h="382904">
                  <a:moveTo>
                    <a:pt x="0" y="382524"/>
                  </a:moveTo>
                  <a:lnTo>
                    <a:pt x="332231" y="382524"/>
                  </a:lnTo>
                  <a:lnTo>
                    <a:pt x="332231" y="0"/>
                  </a:lnTo>
                  <a:lnTo>
                    <a:pt x="0" y="0"/>
                  </a:lnTo>
                  <a:lnTo>
                    <a:pt x="0" y="382524"/>
                  </a:lnTo>
                  <a:close/>
                </a:path>
              </a:pathLst>
            </a:custGeom>
            <a:ln w="6350">
              <a:solidFill>
                <a:srgbClr val="FFC000"/>
              </a:solidFill>
            </a:ln>
          </p:spPr>
          <p:txBody>
            <a:bodyPr wrap="square" lIns="0" tIns="0" rIns="0" bIns="0" rtlCol="0"/>
            <a:lstStyle/>
            <a:p/>
          </p:txBody>
        </p:sp>
        <p:pic>
          <p:nvPicPr>
            <p:cNvPr id="147" name="object 145"/>
            <p:cNvPicPr/>
            <p:nvPr/>
          </p:nvPicPr>
          <p:blipFill>
            <a:blip r:embed="rId12" cstate="print"/>
            <a:stretch>
              <a:fillRect/>
            </a:stretch>
          </p:blipFill>
          <p:spPr>
            <a:xfrm>
              <a:off x="9194292" y="5039868"/>
              <a:ext cx="195072" cy="160019"/>
            </a:xfrm>
            <a:prstGeom prst="rect">
              <a:avLst/>
            </a:prstGeom>
          </p:spPr>
        </p:pic>
        <p:pic>
          <p:nvPicPr>
            <p:cNvPr id="148" name="object 146"/>
            <p:cNvPicPr/>
            <p:nvPr/>
          </p:nvPicPr>
          <p:blipFill>
            <a:blip r:embed="rId16" cstate="print"/>
            <a:stretch>
              <a:fillRect/>
            </a:stretch>
          </p:blipFill>
          <p:spPr>
            <a:xfrm>
              <a:off x="9473184" y="4907280"/>
              <a:ext cx="332231" cy="381000"/>
            </a:xfrm>
            <a:prstGeom prst="rect">
              <a:avLst/>
            </a:prstGeom>
          </p:spPr>
        </p:pic>
        <p:sp>
          <p:nvSpPr>
            <p:cNvPr id="149" name="object 147"/>
            <p:cNvSpPr/>
            <p:nvPr/>
          </p:nvSpPr>
          <p:spPr>
            <a:xfrm>
              <a:off x="9473184" y="4907280"/>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4471C4"/>
              </a:solidFill>
            </a:ln>
          </p:spPr>
          <p:txBody>
            <a:bodyPr wrap="square" lIns="0" tIns="0" rIns="0" bIns="0" rtlCol="0"/>
            <a:lstStyle/>
            <a:p/>
          </p:txBody>
        </p:sp>
        <p:pic>
          <p:nvPicPr>
            <p:cNvPr id="150" name="object 148"/>
            <p:cNvPicPr/>
            <p:nvPr/>
          </p:nvPicPr>
          <p:blipFill>
            <a:blip r:embed="rId17" cstate="print"/>
            <a:stretch>
              <a:fillRect/>
            </a:stretch>
          </p:blipFill>
          <p:spPr>
            <a:xfrm>
              <a:off x="9543288" y="5039868"/>
              <a:ext cx="207264" cy="152400"/>
            </a:xfrm>
            <a:prstGeom prst="rect">
              <a:avLst/>
            </a:prstGeom>
          </p:spPr>
        </p:pic>
      </p:grpSp>
      <p:pic>
        <p:nvPicPr>
          <p:cNvPr id="151" name="object 149"/>
          <p:cNvPicPr/>
          <p:nvPr/>
        </p:nvPicPr>
        <p:blipFill>
          <a:blip r:embed="rId56" cstate="print"/>
          <a:stretch>
            <a:fillRect/>
          </a:stretch>
        </p:blipFill>
        <p:spPr>
          <a:xfrm>
            <a:off x="9350068" y="4843366"/>
            <a:ext cx="111378" cy="215137"/>
          </a:xfrm>
          <a:prstGeom prst="rect">
            <a:avLst/>
          </a:prstGeom>
        </p:spPr>
      </p:pic>
      <p:pic>
        <p:nvPicPr>
          <p:cNvPr id="152" name="object 150"/>
          <p:cNvPicPr/>
          <p:nvPr/>
        </p:nvPicPr>
        <p:blipFill>
          <a:blip r:embed="rId42" cstate="print"/>
          <a:stretch>
            <a:fillRect/>
          </a:stretch>
        </p:blipFill>
        <p:spPr>
          <a:xfrm>
            <a:off x="8282886" y="4846413"/>
            <a:ext cx="76200" cy="213613"/>
          </a:xfrm>
          <a:prstGeom prst="rect">
            <a:avLst/>
          </a:prstGeom>
        </p:spPr>
      </p:pic>
      <p:pic>
        <p:nvPicPr>
          <p:cNvPr id="153" name="object 151"/>
          <p:cNvPicPr/>
          <p:nvPr/>
        </p:nvPicPr>
        <p:blipFill>
          <a:blip r:embed="rId42" cstate="print"/>
          <a:stretch>
            <a:fillRect/>
          </a:stretch>
        </p:blipFill>
        <p:spPr>
          <a:xfrm>
            <a:off x="9619434" y="4847937"/>
            <a:ext cx="76200" cy="213613"/>
          </a:xfrm>
          <a:prstGeom prst="rect">
            <a:avLst/>
          </a:prstGeom>
        </p:spPr>
      </p:pic>
      <p:pic>
        <p:nvPicPr>
          <p:cNvPr id="154" name="object 152"/>
          <p:cNvPicPr/>
          <p:nvPr/>
        </p:nvPicPr>
        <p:blipFill>
          <a:blip r:embed="rId51" cstate="print"/>
          <a:stretch>
            <a:fillRect/>
          </a:stretch>
        </p:blipFill>
        <p:spPr>
          <a:xfrm>
            <a:off x="8528123" y="4838793"/>
            <a:ext cx="141985" cy="214375"/>
          </a:xfrm>
          <a:prstGeom prst="rect">
            <a:avLst/>
          </a:prstGeom>
        </p:spPr>
      </p:pic>
      <p:pic>
        <p:nvPicPr>
          <p:cNvPr id="155" name="object 153"/>
          <p:cNvPicPr/>
          <p:nvPr/>
        </p:nvPicPr>
        <p:blipFill>
          <a:blip r:embed="rId8" cstate="print"/>
          <a:stretch>
            <a:fillRect/>
          </a:stretch>
        </p:blipFill>
        <p:spPr>
          <a:xfrm>
            <a:off x="9863147" y="4840317"/>
            <a:ext cx="141985" cy="214376"/>
          </a:xfrm>
          <a:prstGeom prst="rect">
            <a:avLst/>
          </a:prstGeom>
        </p:spPr>
      </p:pic>
      <p:sp>
        <p:nvSpPr>
          <p:cNvPr id="156" name="object 154"/>
          <p:cNvSpPr txBox="1"/>
          <p:nvPr/>
        </p:nvSpPr>
        <p:spPr>
          <a:xfrm>
            <a:off x="6387285" y="3662266"/>
            <a:ext cx="3819525" cy="455930"/>
          </a:xfrm>
          <a:prstGeom prst="rect">
            <a:avLst/>
          </a:prstGeom>
          <a:solidFill>
            <a:srgbClr val="5B9BD4"/>
          </a:solidFill>
        </p:spPr>
        <p:txBody>
          <a:bodyPr vert="horz" wrap="square" lIns="0" tIns="75565" rIns="0" bIns="0" rtlCol="0">
            <a:spAutoFit/>
          </a:bodyPr>
          <a:lstStyle/>
          <a:p>
            <a:pPr marL="929640">
              <a:lnSpc>
                <a:spcPct val="100000"/>
              </a:lnSpc>
              <a:spcBef>
                <a:spcPts val="595"/>
              </a:spcBef>
            </a:pPr>
            <a:r>
              <a:rPr sz="1800" spc="-10" dirty="0">
                <a:solidFill>
                  <a:srgbClr val="FFFFFF"/>
                </a:solidFill>
                <a:latin typeface="Calibri" panose="020F0502020204030204"/>
                <a:cs typeface="Calibri" panose="020F0502020204030204"/>
              </a:rPr>
              <a:t>self-attention</a:t>
            </a:r>
            <a:r>
              <a:rPr sz="1800" spc="-40" dirty="0">
                <a:solidFill>
                  <a:srgbClr val="FFFFFF"/>
                </a:solidFill>
                <a:latin typeface="Calibri" panose="020F0502020204030204"/>
                <a:cs typeface="Calibri" panose="020F0502020204030204"/>
              </a:rPr>
              <a:t> </a:t>
            </a:r>
            <a:r>
              <a:rPr sz="1800" spc="-10" dirty="0">
                <a:solidFill>
                  <a:srgbClr val="FFFFFF"/>
                </a:solidFill>
                <a:latin typeface="Calibri" panose="020F0502020204030204"/>
                <a:cs typeface="Calibri" panose="020F0502020204030204"/>
              </a:rPr>
              <a:t>“layer”</a:t>
            </a:r>
            <a:endParaRPr sz="1800">
              <a:latin typeface="Calibri" panose="020F0502020204030204"/>
              <a:cs typeface="Calibri" panose="020F0502020204030204"/>
            </a:endParaRPr>
          </a:p>
        </p:txBody>
      </p:sp>
      <p:pic>
        <p:nvPicPr>
          <p:cNvPr id="157" name="object 155"/>
          <p:cNvPicPr/>
          <p:nvPr/>
        </p:nvPicPr>
        <p:blipFill>
          <a:blip r:embed="rId57" cstate="print"/>
          <a:stretch>
            <a:fillRect/>
          </a:stretch>
        </p:blipFill>
        <p:spPr>
          <a:xfrm>
            <a:off x="7926270" y="4139278"/>
            <a:ext cx="76200" cy="213613"/>
          </a:xfrm>
          <a:prstGeom prst="rect">
            <a:avLst/>
          </a:prstGeom>
        </p:spPr>
      </p:pic>
      <p:pic>
        <p:nvPicPr>
          <p:cNvPr id="158" name="object 156"/>
          <p:cNvPicPr/>
          <p:nvPr/>
        </p:nvPicPr>
        <p:blipFill>
          <a:blip r:embed="rId57" cstate="print"/>
          <a:stretch>
            <a:fillRect/>
          </a:stretch>
        </p:blipFill>
        <p:spPr>
          <a:xfrm>
            <a:off x="8711131" y="4139278"/>
            <a:ext cx="76200" cy="213613"/>
          </a:xfrm>
          <a:prstGeom prst="rect">
            <a:avLst/>
          </a:prstGeom>
        </p:spPr>
      </p:pic>
      <p:pic>
        <p:nvPicPr>
          <p:cNvPr id="159" name="object 157"/>
          <p:cNvPicPr/>
          <p:nvPr/>
        </p:nvPicPr>
        <p:blipFill>
          <a:blip r:embed="rId57" cstate="print"/>
          <a:stretch>
            <a:fillRect/>
          </a:stretch>
        </p:blipFill>
        <p:spPr>
          <a:xfrm>
            <a:off x="8307270" y="4134705"/>
            <a:ext cx="76200" cy="213613"/>
          </a:xfrm>
          <a:prstGeom prst="rect">
            <a:avLst/>
          </a:prstGeom>
        </p:spPr>
      </p:pic>
      <p:pic>
        <p:nvPicPr>
          <p:cNvPr id="160" name="object 158"/>
          <p:cNvPicPr/>
          <p:nvPr/>
        </p:nvPicPr>
        <p:blipFill>
          <a:blip r:embed="rId57" cstate="print"/>
          <a:stretch>
            <a:fillRect/>
          </a:stretch>
        </p:blipFill>
        <p:spPr>
          <a:xfrm>
            <a:off x="9252151" y="4139278"/>
            <a:ext cx="76200" cy="213613"/>
          </a:xfrm>
          <a:prstGeom prst="rect">
            <a:avLst/>
          </a:prstGeom>
        </p:spPr>
      </p:pic>
      <p:pic>
        <p:nvPicPr>
          <p:cNvPr id="161" name="object 159"/>
          <p:cNvPicPr/>
          <p:nvPr/>
        </p:nvPicPr>
        <p:blipFill>
          <a:blip r:embed="rId57" cstate="print"/>
          <a:stretch>
            <a:fillRect/>
          </a:stretch>
        </p:blipFill>
        <p:spPr>
          <a:xfrm>
            <a:off x="9633151" y="4134705"/>
            <a:ext cx="76200" cy="213613"/>
          </a:xfrm>
          <a:prstGeom prst="rect">
            <a:avLst/>
          </a:prstGeom>
        </p:spPr>
      </p:pic>
      <p:pic>
        <p:nvPicPr>
          <p:cNvPr id="162" name="object 160"/>
          <p:cNvPicPr/>
          <p:nvPr/>
        </p:nvPicPr>
        <p:blipFill>
          <a:blip r:embed="rId57" cstate="print"/>
          <a:stretch>
            <a:fillRect/>
          </a:stretch>
        </p:blipFill>
        <p:spPr>
          <a:xfrm>
            <a:off x="10038534" y="4139278"/>
            <a:ext cx="76200" cy="213613"/>
          </a:xfrm>
          <a:prstGeom prst="rect">
            <a:avLst/>
          </a:prstGeom>
        </p:spPr>
      </p:pic>
      <p:pic>
        <p:nvPicPr>
          <p:cNvPr id="163" name="object 161"/>
          <p:cNvPicPr/>
          <p:nvPr/>
        </p:nvPicPr>
        <p:blipFill>
          <a:blip r:embed="rId42" cstate="print"/>
          <a:stretch>
            <a:fillRect/>
          </a:stretch>
        </p:blipFill>
        <p:spPr>
          <a:xfrm>
            <a:off x="6879283" y="3412329"/>
            <a:ext cx="76199" cy="213613"/>
          </a:xfrm>
          <a:prstGeom prst="rect">
            <a:avLst/>
          </a:prstGeom>
        </p:spPr>
      </p:pic>
      <p:grpSp>
        <p:nvGrpSpPr>
          <p:cNvPr id="164" name="object 162"/>
          <p:cNvGrpSpPr/>
          <p:nvPr/>
        </p:nvGrpSpPr>
        <p:grpSpPr>
          <a:xfrm>
            <a:off x="6688147" y="2945097"/>
            <a:ext cx="427355" cy="416559"/>
            <a:chOff x="6287896" y="3442589"/>
            <a:chExt cx="427355" cy="416559"/>
          </a:xfrm>
        </p:grpSpPr>
        <p:pic>
          <p:nvPicPr>
            <p:cNvPr id="165" name="object 163"/>
            <p:cNvPicPr/>
            <p:nvPr/>
          </p:nvPicPr>
          <p:blipFill>
            <a:blip r:embed="rId47" cstate="print"/>
            <a:stretch>
              <a:fillRect/>
            </a:stretch>
          </p:blipFill>
          <p:spPr>
            <a:xfrm>
              <a:off x="6291071" y="3445764"/>
              <a:ext cx="420624" cy="409956"/>
            </a:xfrm>
            <a:prstGeom prst="rect">
              <a:avLst/>
            </a:prstGeom>
          </p:spPr>
        </p:pic>
        <p:sp>
          <p:nvSpPr>
            <p:cNvPr id="166" name="object 164"/>
            <p:cNvSpPr/>
            <p:nvPr/>
          </p:nvSpPr>
          <p:spPr>
            <a:xfrm>
              <a:off x="6291071" y="3445764"/>
              <a:ext cx="421005" cy="410209"/>
            </a:xfrm>
            <a:custGeom>
              <a:avLst/>
              <a:gdLst/>
              <a:ahLst/>
              <a:cxnLst/>
              <a:rect l="l" t="t" r="r" b="b"/>
              <a:pathLst>
                <a:path w="421004" h="410210">
                  <a:moveTo>
                    <a:pt x="0" y="409956"/>
                  </a:moveTo>
                  <a:lnTo>
                    <a:pt x="420624" y="409956"/>
                  </a:lnTo>
                  <a:lnTo>
                    <a:pt x="420624" y="0"/>
                  </a:lnTo>
                  <a:lnTo>
                    <a:pt x="0" y="0"/>
                  </a:lnTo>
                  <a:lnTo>
                    <a:pt x="0" y="409956"/>
                  </a:lnTo>
                  <a:close/>
                </a:path>
              </a:pathLst>
            </a:custGeom>
            <a:ln w="6350">
              <a:solidFill>
                <a:srgbClr val="6FAC46"/>
              </a:solidFill>
            </a:ln>
          </p:spPr>
          <p:txBody>
            <a:bodyPr wrap="square" lIns="0" tIns="0" rIns="0" bIns="0" rtlCol="0"/>
            <a:lstStyle/>
            <a:p/>
          </p:txBody>
        </p:sp>
        <p:pic>
          <p:nvPicPr>
            <p:cNvPr id="167" name="object 165"/>
            <p:cNvPicPr/>
            <p:nvPr/>
          </p:nvPicPr>
          <p:blipFill>
            <a:blip r:embed="rId30" cstate="print"/>
            <a:stretch>
              <a:fillRect/>
            </a:stretch>
          </p:blipFill>
          <p:spPr>
            <a:xfrm>
              <a:off x="6408419" y="3598164"/>
              <a:ext cx="207264" cy="149352"/>
            </a:xfrm>
            <a:prstGeom prst="rect">
              <a:avLst/>
            </a:prstGeom>
          </p:spPr>
        </p:pic>
      </p:grpSp>
      <p:pic>
        <p:nvPicPr>
          <p:cNvPr id="168" name="object 166"/>
          <p:cNvPicPr/>
          <p:nvPr/>
        </p:nvPicPr>
        <p:blipFill>
          <a:blip r:embed="rId42" cstate="print"/>
          <a:stretch>
            <a:fillRect/>
          </a:stretch>
        </p:blipFill>
        <p:spPr>
          <a:xfrm>
            <a:off x="8282886" y="3395566"/>
            <a:ext cx="76200" cy="213614"/>
          </a:xfrm>
          <a:prstGeom prst="rect">
            <a:avLst/>
          </a:prstGeom>
        </p:spPr>
      </p:pic>
      <p:grpSp>
        <p:nvGrpSpPr>
          <p:cNvPr id="169" name="object 167"/>
          <p:cNvGrpSpPr/>
          <p:nvPr/>
        </p:nvGrpSpPr>
        <p:grpSpPr>
          <a:xfrm>
            <a:off x="8091752" y="2928333"/>
            <a:ext cx="427355" cy="416559"/>
            <a:chOff x="7691501" y="3425825"/>
            <a:chExt cx="427355" cy="416559"/>
          </a:xfrm>
        </p:grpSpPr>
        <p:pic>
          <p:nvPicPr>
            <p:cNvPr id="170" name="object 168"/>
            <p:cNvPicPr/>
            <p:nvPr/>
          </p:nvPicPr>
          <p:blipFill>
            <a:blip r:embed="rId58" cstate="print"/>
            <a:stretch>
              <a:fillRect/>
            </a:stretch>
          </p:blipFill>
          <p:spPr>
            <a:xfrm>
              <a:off x="7694676" y="3429000"/>
              <a:ext cx="420624" cy="409956"/>
            </a:xfrm>
            <a:prstGeom prst="rect">
              <a:avLst/>
            </a:prstGeom>
          </p:spPr>
        </p:pic>
        <p:sp>
          <p:nvSpPr>
            <p:cNvPr id="171" name="object 169"/>
            <p:cNvSpPr/>
            <p:nvPr/>
          </p:nvSpPr>
          <p:spPr>
            <a:xfrm>
              <a:off x="7694676" y="3429000"/>
              <a:ext cx="421005" cy="410209"/>
            </a:xfrm>
            <a:custGeom>
              <a:avLst/>
              <a:gdLst/>
              <a:ahLst/>
              <a:cxnLst/>
              <a:rect l="l" t="t" r="r" b="b"/>
              <a:pathLst>
                <a:path w="421004" h="410210">
                  <a:moveTo>
                    <a:pt x="0" y="409956"/>
                  </a:moveTo>
                  <a:lnTo>
                    <a:pt x="420624" y="409956"/>
                  </a:lnTo>
                  <a:lnTo>
                    <a:pt x="420624" y="0"/>
                  </a:lnTo>
                  <a:lnTo>
                    <a:pt x="0" y="0"/>
                  </a:lnTo>
                  <a:lnTo>
                    <a:pt x="0" y="409956"/>
                  </a:lnTo>
                  <a:close/>
                </a:path>
              </a:pathLst>
            </a:custGeom>
            <a:ln w="6350">
              <a:solidFill>
                <a:srgbClr val="6FAC46"/>
              </a:solidFill>
            </a:ln>
          </p:spPr>
          <p:txBody>
            <a:bodyPr wrap="square" lIns="0" tIns="0" rIns="0" bIns="0" rtlCol="0"/>
            <a:lstStyle/>
            <a:p/>
          </p:txBody>
        </p:sp>
        <p:pic>
          <p:nvPicPr>
            <p:cNvPr id="172" name="object 170"/>
            <p:cNvPicPr/>
            <p:nvPr/>
          </p:nvPicPr>
          <p:blipFill>
            <a:blip r:embed="rId59" cstate="print"/>
            <a:stretch>
              <a:fillRect/>
            </a:stretch>
          </p:blipFill>
          <p:spPr>
            <a:xfrm>
              <a:off x="7812024" y="3581400"/>
              <a:ext cx="213359" cy="149351"/>
            </a:xfrm>
            <a:prstGeom prst="rect">
              <a:avLst/>
            </a:prstGeom>
          </p:spPr>
        </p:pic>
      </p:grpSp>
      <p:pic>
        <p:nvPicPr>
          <p:cNvPr id="173" name="object 171"/>
          <p:cNvPicPr/>
          <p:nvPr/>
        </p:nvPicPr>
        <p:blipFill>
          <a:blip r:embed="rId42" cstate="print"/>
          <a:stretch>
            <a:fillRect/>
          </a:stretch>
        </p:blipFill>
        <p:spPr>
          <a:xfrm>
            <a:off x="9627055" y="3392517"/>
            <a:ext cx="76200" cy="213613"/>
          </a:xfrm>
          <a:prstGeom prst="rect">
            <a:avLst/>
          </a:prstGeom>
        </p:spPr>
      </p:pic>
      <p:grpSp>
        <p:nvGrpSpPr>
          <p:cNvPr id="174" name="object 172"/>
          <p:cNvGrpSpPr/>
          <p:nvPr/>
        </p:nvGrpSpPr>
        <p:grpSpPr>
          <a:xfrm>
            <a:off x="9434395" y="2925285"/>
            <a:ext cx="427355" cy="416559"/>
            <a:chOff x="9034144" y="3422777"/>
            <a:chExt cx="427355" cy="416559"/>
          </a:xfrm>
        </p:grpSpPr>
        <p:pic>
          <p:nvPicPr>
            <p:cNvPr id="175" name="object 173"/>
            <p:cNvPicPr/>
            <p:nvPr/>
          </p:nvPicPr>
          <p:blipFill>
            <a:blip r:embed="rId58" cstate="print"/>
            <a:stretch>
              <a:fillRect/>
            </a:stretch>
          </p:blipFill>
          <p:spPr>
            <a:xfrm>
              <a:off x="9037319" y="3425952"/>
              <a:ext cx="420624" cy="409956"/>
            </a:xfrm>
            <a:prstGeom prst="rect">
              <a:avLst/>
            </a:prstGeom>
          </p:spPr>
        </p:pic>
        <p:sp>
          <p:nvSpPr>
            <p:cNvPr id="176" name="object 174"/>
            <p:cNvSpPr/>
            <p:nvPr/>
          </p:nvSpPr>
          <p:spPr>
            <a:xfrm>
              <a:off x="9037319" y="3425952"/>
              <a:ext cx="421005" cy="410209"/>
            </a:xfrm>
            <a:custGeom>
              <a:avLst/>
              <a:gdLst/>
              <a:ahLst/>
              <a:cxnLst/>
              <a:rect l="l" t="t" r="r" b="b"/>
              <a:pathLst>
                <a:path w="421004" h="410210">
                  <a:moveTo>
                    <a:pt x="0" y="409956"/>
                  </a:moveTo>
                  <a:lnTo>
                    <a:pt x="420624" y="409956"/>
                  </a:lnTo>
                  <a:lnTo>
                    <a:pt x="420624" y="0"/>
                  </a:lnTo>
                  <a:lnTo>
                    <a:pt x="0" y="0"/>
                  </a:lnTo>
                  <a:lnTo>
                    <a:pt x="0" y="409956"/>
                  </a:lnTo>
                  <a:close/>
                </a:path>
              </a:pathLst>
            </a:custGeom>
            <a:ln w="6350">
              <a:solidFill>
                <a:srgbClr val="6FAC46"/>
              </a:solidFill>
            </a:ln>
          </p:spPr>
          <p:txBody>
            <a:bodyPr wrap="square" lIns="0" tIns="0" rIns="0" bIns="0" rtlCol="0"/>
            <a:lstStyle/>
            <a:p/>
          </p:txBody>
        </p:sp>
        <p:pic>
          <p:nvPicPr>
            <p:cNvPr id="177" name="object 175"/>
            <p:cNvPicPr/>
            <p:nvPr/>
          </p:nvPicPr>
          <p:blipFill>
            <a:blip r:embed="rId60" cstate="print"/>
            <a:stretch>
              <a:fillRect/>
            </a:stretch>
          </p:blipFill>
          <p:spPr>
            <a:xfrm>
              <a:off x="9154667" y="3578352"/>
              <a:ext cx="214883" cy="152400"/>
            </a:xfrm>
            <a:prstGeom prst="rect">
              <a:avLst/>
            </a:prstGeom>
          </p:spPr>
        </p:pic>
      </p:grpSp>
      <p:grpSp>
        <p:nvGrpSpPr>
          <p:cNvPr id="178" name="object 176"/>
          <p:cNvGrpSpPr/>
          <p:nvPr/>
        </p:nvGrpSpPr>
        <p:grpSpPr>
          <a:xfrm>
            <a:off x="6378776" y="1958434"/>
            <a:ext cx="1090295" cy="907415"/>
            <a:chOff x="5978525" y="2455926"/>
            <a:chExt cx="1090295" cy="907415"/>
          </a:xfrm>
        </p:grpSpPr>
        <p:pic>
          <p:nvPicPr>
            <p:cNvPr id="179" name="object 177"/>
            <p:cNvPicPr/>
            <p:nvPr/>
          </p:nvPicPr>
          <p:blipFill>
            <a:blip r:embed="rId49" cstate="print"/>
            <a:stretch>
              <a:fillRect/>
            </a:stretch>
          </p:blipFill>
          <p:spPr>
            <a:xfrm>
              <a:off x="5981700" y="2720340"/>
              <a:ext cx="333755" cy="381000"/>
            </a:xfrm>
            <a:prstGeom prst="rect">
              <a:avLst/>
            </a:prstGeom>
          </p:spPr>
        </p:pic>
        <p:sp>
          <p:nvSpPr>
            <p:cNvPr id="180" name="object 178"/>
            <p:cNvSpPr/>
            <p:nvPr/>
          </p:nvSpPr>
          <p:spPr>
            <a:xfrm>
              <a:off x="5981700" y="2720340"/>
              <a:ext cx="334010" cy="381000"/>
            </a:xfrm>
            <a:custGeom>
              <a:avLst/>
              <a:gdLst/>
              <a:ahLst/>
              <a:cxnLst/>
              <a:rect l="l" t="t" r="r" b="b"/>
              <a:pathLst>
                <a:path w="334010" h="381000">
                  <a:moveTo>
                    <a:pt x="0" y="381000"/>
                  </a:moveTo>
                  <a:lnTo>
                    <a:pt x="333755" y="381000"/>
                  </a:lnTo>
                  <a:lnTo>
                    <a:pt x="333755" y="0"/>
                  </a:lnTo>
                  <a:lnTo>
                    <a:pt x="0" y="0"/>
                  </a:lnTo>
                  <a:lnTo>
                    <a:pt x="0" y="381000"/>
                  </a:lnTo>
                  <a:close/>
                </a:path>
              </a:pathLst>
            </a:custGeom>
            <a:ln w="6350">
              <a:solidFill>
                <a:srgbClr val="EC7C30"/>
              </a:solidFill>
            </a:ln>
          </p:spPr>
          <p:txBody>
            <a:bodyPr wrap="square" lIns="0" tIns="0" rIns="0" bIns="0" rtlCol="0"/>
            <a:lstStyle/>
            <a:p/>
          </p:txBody>
        </p:sp>
        <p:pic>
          <p:nvPicPr>
            <p:cNvPr id="181" name="object 179"/>
            <p:cNvPicPr/>
            <p:nvPr/>
          </p:nvPicPr>
          <p:blipFill>
            <a:blip r:embed="rId2" cstate="print"/>
            <a:stretch>
              <a:fillRect/>
            </a:stretch>
          </p:blipFill>
          <p:spPr>
            <a:xfrm>
              <a:off x="6047231" y="2827020"/>
              <a:ext cx="202691" cy="213360"/>
            </a:xfrm>
            <a:prstGeom prst="rect">
              <a:avLst/>
            </a:prstGeom>
          </p:spPr>
        </p:pic>
        <p:pic>
          <p:nvPicPr>
            <p:cNvPr id="182" name="object 180"/>
            <p:cNvPicPr/>
            <p:nvPr/>
          </p:nvPicPr>
          <p:blipFill>
            <a:blip r:embed="rId41" cstate="print"/>
            <a:stretch>
              <a:fillRect/>
            </a:stretch>
          </p:blipFill>
          <p:spPr>
            <a:xfrm>
              <a:off x="6205093" y="3147822"/>
              <a:ext cx="111379" cy="215137"/>
            </a:xfrm>
            <a:prstGeom prst="rect">
              <a:avLst/>
            </a:prstGeom>
          </p:spPr>
        </p:pic>
        <p:pic>
          <p:nvPicPr>
            <p:cNvPr id="183" name="object 181"/>
            <p:cNvPicPr/>
            <p:nvPr/>
          </p:nvPicPr>
          <p:blipFill>
            <a:blip r:embed="rId10" cstate="print"/>
            <a:stretch>
              <a:fillRect/>
            </a:stretch>
          </p:blipFill>
          <p:spPr>
            <a:xfrm>
              <a:off x="6355079" y="2711196"/>
              <a:ext cx="332231" cy="381000"/>
            </a:xfrm>
            <a:prstGeom prst="rect">
              <a:avLst/>
            </a:prstGeom>
          </p:spPr>
        </p:pic>
        <p:sp>
          <p:nvSpPr>
            <p:cNvPr id="184" name="object 182"/>
            <p:cNvSpPr/>
            <p:nvPr/>
          </p:nvSpPr>
          <p:spPr>
            <a:xfrm>
              <a:off x="6355079" y="2711196"/>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FFC000"/>
              </a:solidFill>
            </a:ln>
          </p:spPr>
          <p:txBody>
            <a:bodyPr wrap="square" lIns="0" tIns="0" rIns="0" bIns="0" rtlCol="0"/>
            <a:lstStyle/>
            <a:p/>
          </p:txBody>
        </p:sp>
        <p:pic>
          <p:nvPicPr>
            <p:cNvPr id="185" name="object 183"/>
            <p:cNvPicPr/>
            <p:nvPr/>
          </p:nvPicPr>
          <p:blipFill>
            <a:blip r:embed="rId7" cstate="print"/>
            <a:stretch>
              <a:fillRect/>
            </a:stretch>
          </p:blipFill>
          <p:spPr>
            <a:xfrm>
              <a:off x="6455663" y="2842260"/>
              <a:ext cx="187452" cy="160020"/>
            </a:xfrm>
            <a:prstGeom prst="rect">
              <a:avLst/>
            </a:prstGeom>
          </p:spPr>
        </p:pic>
        <p:pic>
          <p:nvPicPr>
            <p:cNvPr id="186" name="object 184"/>
            <p:cNvPicPr/>
            <p:nvPr/>
          </p:nvPicPr>
          <p:blipFill>
            <a:blip r:embed="rId51" cstate="print"/>
            <a:stretch>
              <a:fillRect/>
            </a:stretch>
          </p:blipFill>
          <p:spPr>
            <a:xfrm>
              <a:off x="6722744" y="3143250"/>
              <a:ext cx="141985" cy="214375"/>
            </a:xfrm>
            <a:prstGeom prst="rect">
              <a:avLst/>
            </a:prstGeom>
          </p:spPr>
        </p:pic>
        <p:pic>
          <p:nvPicPr>
            <p:cNvPr id="187" name="object 185"/>
            <p:cNvPicPr/>
            <p:nvPr/>
          </p:nvPicPr>
          <p:blipFill>
            <a:blip r:embed="rId42" cstate="print"/>
            <a:stretch>
              <a:fillRect/>
            </a:stretch>
          </p:blipFill>
          <p:spPr>
            <a:xfrm>
              <a:off x="6480555" y="3149346"/>
              <a:ext cx="76200" cy="213613"/>
            </a:xfrm>
            <a:prstGeom prst="rect">
              <a:avLst/>
            </a:prstGeom>
          </p:spPr>
        </p:pic>
        <p:pic>
          <p:nvPicPr>
            <p:cNvPr id="188" name="object 186"/>
            <p:cNvPicPr/>
            <p:nvPr/>
          </p:nvPicPr>
          <p:blipFill>
            <a:blip r:embed="rId16" cstate="print"/>
            <a:stretch>
              <a:fillRect/>
            </a:stretch>
          </p:blipFill>
          <p:spPr>
            <a:xfrm>
              <a:off x="6733031" y="2712720"/>
              <a:ext cx="332231" cy="381000"/>
            </a:xfrm>
            <a:prstGeom prst="rect">
              <a:avLst/>
            </a:prstGeom>
          </p:spPr>
        </p:pic>
        <p:sp>
          <p:nvSpPr>
            <p:cNvPr id="189" name="object 187"/>
            <p:cNvSpPr/>
            <p:nvPr/>
          </p:nvSpPr>
          <p:spPr>
            <a:xfrm>
              <a:off x="6733031" y="2712720"/>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4471C4"/>
              </a:solidFill>
            </a:ln>
          </p:spPr>
          <p:txBody>
            <a:bodyPr wrap="square" lIns="0" tIns="0" rIns="0" bIns="0" rtlCol="0"/>
            <a:lstStyle/>
            <a:p/>
          </p:txBody>
        </p:sp>
        <p:pic>
          <p:nvPicPr>
            <p:cNvPr id="190" name="object 188"/>
            <p:cNvPicPr/>
            <p:nvPr/>
          </p:nvPicPr>
          <p:blipFill>
            <a:blip r:embed="rId14" cstate="print"/>
            <a:stretch>
              <a:fillRect/>
            </a:stretch>
          </p:blipFill>
          <p:spPr>
            <a:xfrm>
              <a:off x="6803136" y="2845308"/>
              <a:ext cx="199644" cy="149351"/>
            </a:xfrm>
            <a:prstGeom prst="rect">
              <a:avLst/>
            </a:prstGeom>
          </p:spPr>
        </p:pic>
        <p:pic>
          <p:nvPicPr>
            <p:cNvPr id="191" name="object 189"/>
            <p:cNvPicPr/>
            <p:nvPr/>
          </p:nvPicPr>
          <p:blipFill>
            <a:blip r:embed="rId57" cstate="print"/>
            <a:stretch>
              <a:fillRect/>
            </a:stretch>
          </p:blipFill>
          <p:spPr>
            <a:xfrm>
              <a:off x="6108700" y="2460498"/>
              <a:ext cx="76200" cy="213613"/>
            </a:xfrm>
            <a:prstGeom prst="rect">
              <a:avLst/>
            </a:prstGeom>
          </p:spPr>
        </p:pic>
        <p:pic>
          <p:nvPicPr>
            <p:cNvPr id="192" name="object 190"/>
            <p:cNvPicPr/>
            <p:nvPr/>
          </p:nvPicPr>
          <p:blipFill>
            <a:blip r:embed="rId42" cstate="print"/>
            <a:stretch>
              <a:fillRect/>
            </a:stretch>
          </p:blipFill>
          <p:spPr>
            <a:xfrm>
              <a:off x="6489700" y="2455926"/>
              <a:ext cx="76200" cy="213613"/>
            </a:xfrm>
            <a:prstGeom prst="rect">
              <a:avLst/>
            </a:prstGeom>
          </p:spPr>
        </p:pic>
        <p:pic>
          <p:nvPicPr>
            <p:cNvPr id="193" name="object 191"/>
            <p:cNvPicPr/>
            <p:nvPr/>
          </p:nvPicPr>
          <p:blipFill>
            <a:blip r:embed="rId57" cstate="print"/>
            <a:stretch>
              <a:fillRect/>
            </a:stretch>
          </p:blipFill>
          <p:spPr>
            <a:xfrm>
              <a:off x="6895083" y="2460498"/>
              <a:ext cx="76200" cy="213613"/>
            </a:xfrm>
            <a:prstGeom prst="rect">
              <a:avLst/>
            </a:prstGeom>
          </p:spPr>
        </p:pic>
      </p:grpSp>
      <p:grpSp>
        <p:nvGrpSpPr>
          <p:cNvPr id="194" name="object 192"/>
          <p:cNvGrpSpPr/>
          <p:nvPr/>
        </p:nvGrpSpPr>
        <p:grpSpPr>
          <a:xfrm>
            <a:off x="7777807" y="2210528"/>
            <a:ext cx="1091565" cy="390525"/>
            <a:chOff x="7377556" y="2708020"/>
            <a:chExt cx="1091565" cy="390525"/>
          </a:xfrm>
        </p:grpSpPr>
        <p:pic>
          <p:nvPicPr>
            <p:cNvPr id="195" name="object 193"/>
            <p:cNvPicPr/>
            <p:nvPr/>
          </p:nvPicPr>
          <p:blipFill>
            <a:blip r:embed="rId49" cstate="print"/>
            <a:stretch>
              <a:fillRect/>
            </a:stretch>
          </p:blipFill>
          <p:spPr>
            <a:xfrm>
              <a:off x="7380731" y="2711195"/>
              <a:ext cx="332231" cy="381000"/>
            </a:xfrm>
            <a:prstGeom prst="rect">
              <a:avLst/>
            </a:prstGeom>
          </p:spPr>
        </p:pic>
        <p:sp>
          <p:nvSpPr>
            <p:cNvPr id="196" name="object 194"/>
            <p:cNvSpPr/>
            <p:nvPr/>
          </p:nvSpPr>
          <p:spPr>
            <a:xfrm>
              <a:off x="7380731" y="2711195"/>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EC7C30"/>
              </a:solidFill>
            </a:ln>
          </p:spPr>
          <p:txBody>
            <a:bodyPr wrap="square" lIns="0" tIns="0" rIns="0" bIns="0" rtlCol="0"/>
            <a:lstStyle/>
            <a:p/>
          </p:txBody>
        </p:sp>
        <p:pic>
          <p:nvPicPr>
            <p:cNvPr id="197" name="object 195"/>
            <p:cNvPicPr/>
            <p:nvPr/>
          </p:nvPicPr>
          <p:blipFill>
            <a:blip r:embed="rId4" cstate="print"/>
            <a:stretch>
              <a:fillRect/>
            </a:stretch>
          </p:blipFill>
          <p:spPr>
            <a:xfrm>
              <a:off x="7444739" y="2817875"/>
              <a:ext cx="207264" cy="213360"/>
            </a:xfrm>
            <a:prstGeom prst="rect">
              <a:avLst/>
            </a:prstGeom>
          </p:spPr>
        </p:pic>
        <p:pic>
          <p:nvPicPr>
            <p:cNvPr id="198" name="object 196"/>
            <p:cNvPicPr/>
            <p:nvPr/>
          </p:nvPicPr>
          <p:blipFill>
            <a:blip r:embed="rId61" cstate="print"/>
            <a:stretch>
              <a:fillRect/>
            </a:stretch>
          </p:blipFill>
          <p:spPr>
            <a:xfrm>
              <a:off x="7752587" y="2712719"/>
              <a:ext cx="332231" cy="382524"/>
            </a:xfrm>
            <a:prstGeom prst="rect">
              <a:avLst/>
            </a:prstGeom>
          </p:spPr>
        </p:pic>
        <p:sp>
          <p:nvSpPr>
            <p:cNvPr id="199" name="object 197"/>
            <p:cNvSpPr/>
            <p:nvPr/>
          </p:nvSpPr>
          <p:spPr>
            <a:xfrm>
              <a:off x="7752587" y="2712719"/>
              <a:ext cx="332740" cy="382905"/>
            </a:xfrm>
            <a:custGeom>
              <a:avLst/>
              <a:gdLst/>
              <a:ahLst/>
              <a:cxnLst/>
              <a:rect l="l" t="t" r="r" b="b"/>
              <a:pathLst>
                <a:path w="332740" h="382905">
                  <a:moveTo>
                    <a:pt x="0" y="382524"/>
                  </a:moveTo>
                  <a:lnTo>
                    <a:pt x="332231" y="382524"/>
                  </a:lnTo>
                  <a:lnTo>
                    <a:pt x="332231" y="0"/>
                  </a:lnTo>
                  <a:lnTo>
                    <a:pt x="0" y="0"/>
                  </a:lnTo>
                  <a:lnTo>
                    <a:pt x="0" y="382524"/>
                  </a:lnTo>
                  <a:close/>
                </a:path>
              </a:pathLst>
            </a:custGeom>
            <a:ln w="6350">
              <a:solidFill>
                <a:srgbClr val="FFC000"/>
              </a:solidFill>
            </a:ln>
          </p:spPr>
          <p:txBody>
            <a:bodyPr wrap="square" lIns="0" tIns="0" rIns="0" bIns="0" rtlCol="0"/>
            <a:lstStyle/>
            <a:p/>
          </p:txBody>
        </p:sp>
        <p:pic>
          <p:nvPicPr>
            <p:cNvPr id="200" name="object 198"/>
            <p:cNvPicPr/>
            <p:nvPr/>
          </p:nvPicPr>
          <p:blipFill>
            <a:blip r:embed="rId11" cstate="print"/>
            <a:stretch>
              <a:fillRect/>
            </a:stretch>
          </p:blipFill>
          <p:spPr>
            <a:xfrm>
              <a:off x="7854695" y="2843783"/>
              <a:ext cx="193548" cy="160020"/>
            </a:xfrm>
            <a:prstGeom prst="rect">
              <a:avLst/>
            </a:prstGeom>
          </p:spPr>
        </p:pic>
        <p:pic>
          <p:nvPicPr>
            <p:cNvPr id="201" name="object 199"/>
            <p:cNvPicPr/>
            <p:nvPr/>
          </p:nvPicPr>
          <p:blipFill>
            <a:blip r:embed="rId16" cstate="print"/>
            <a:stretch>
              <a:fillRect/>
            </a:stretch>
          </p:blipFill>
          <p:spPr>
            <a:xfrm>
              <a:off x="8133587" y="2712719"/>
              <a:ext cx="332231" cy="381000"/>
            </a:xfrm>
            <a:prstGeom prst="rect">
              <a:avLst/>
            </a:prstGeom>
          </p:spPr>
        </p:pic>
        <p:sp>
          <p:nvSpPr>
            <p:cNvPr id="202" name="object 200"/>
            <p:cNvSpPr/>
            <p:nvPr/>
          </p:nvSpPr>
          <p:spPr>
            <a:xfrm>
              <a:off x="8133587" y="2712719"/>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4471C4"/>
              </a:solidFill>
            </a:ln>
          </p:spPr>
          <p:txBody>
            <a:bodyPr wrap="square" lIns="0" tIns="0" rIns="0" bIns="0" rtlCol="0"/>
            <a:lstStyle/>
            <a:p/>
          </p:txBody>
        </p:sp>
        <p:pic>
          <p:nvPicPr>
            <p:cNvPr id="203" name="object 201"/>
            <p:cNvPicPr/>
            <p:nvPr/>
          </p:nvPicPr>
          <p:blipFill>
            <a:blip r:embed="rId15" cstate="print"/>
            <a:stretch>
              <a:fillRect/>
            </a:stretch>
          </p:blipFill>
          <p:spPr>
            <a:xfrm>
              <a:off x="8205215" y="2845307"/>
              <a:ext cx="205740" cy="149351"/>
            </a:xfrm>
            <a:prstGeom prst="rect">
              <a:avLst/>
            </a:prstGeom>
          </p:spPr>
        </p:pic>
      </p:grpSp>
      <p:pic>
        <p:nvPicPr>
          <p:cNvPr id="204" name="object 202"/>
          <p:cNvPicPr/>
          <p:nvPr/>
        </p:nvPicPr>
        <p:blipFill>
          <a:blip r:embed="rId54" cstate="print"/>
          <a:stretch>
            <a:fillRect/>
          </a:stretch>
        </p:blipFill>
        <p:spPr>
          <a:xfrm>
            <a:off x="8007423" y="2664046"/>
            <a:ext cx="111378" cy="215137"/>
          </a:xfrm>
          <a:prstGeom prst="rect">
            <a:avLst/>
          </a:prstGeom>
        </p:spPr>
      </p:pic>
      <p:grpSp>
        <p:nvGrpSpPr>
          <p:cNvPr id="205" name="object 203"/>
          <p:cNvGrpSpPr/>
          <p:nvPr/>
        </p:nvGrpSpPr>
        <p:grpSpPr>
          <a:xfrm>
            <a:off x="9112832" y="2210528"/>
            <a:ext cx="1091565" cy="392430"/>
            <a:chOff x="8712581" y="2708020"/>
            <a:chExt cx="1091565" cy="392430"/>
          </a:xfrm>
        </p:grpSpPr>
        <p:pic>
          <p:nvPicPr>
            <p:cNvPr id="206" name="object 204"/>
            <p:cNvPicPr/>
            <p:nvPr/>
          </p:nvPicPr>
          <p:blipFill>
            <a:blip r:embed="rId49" cstate="print"/>
            <a:stretch>
              <a:fillRect/>
            </a:stretch>
          </p:blipFill>
          <p:spPr>
            <a:xfrm>
              <a:off x="8715756" y="2711195"/>
              <a:ext cx="332231" cy="381000"/>
            </a:xfrm>
            <a:prstGeom prst="rect">
              <a:avLst/>
            </a:prstGeom>
          </p:spPr>
        </p:pic>
        <p:sp>
          <p:nvSpPr>
            <p:cNvPr id="207" name="object 205"/>
            <p:cNvSpPr/>
            <p:nvPr/>
          </p:nvSpPr>
          <p:spPr>
            <a:xfrm>
              <a:off x="8715756" y="2711195"/>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EC7C30"/>
              </a:solidFill>
            </a:ln>
          </p:spPr>
          <p:txBody>
            <a:bodyPr wrap="square" lIns="0" tIns="0" rIns="0" bIns="0" rtlCol="0"/>
            <a:lstStyle/>
            <a:p/>
          </p:txBody>
        </p:sp>
        <p:pic>
          <p:nvPicPr>
            <p:cNvPr id="208" name="object 206"/>
            <p:cNvPicPr/>
            <p:nvPr/>
          </p:nvPicPr>
          <p:blipFill>
            <a:blip r:embed="rId5" cstate="print"/>
            <a:stretch>
              <a:fillRect/>
            </a:stretch>
          </p:blipFill>
          <p:spPr>
            <a:xfrm>
              <a:off x="8781288" y="2817875"/>
              <a:ext cx="208788" cy="216408"/>
            </a:xfrm>
            <a:prstGeom prst="rect">
              <a:avLst/>
            </a:prstGeom>
          </p:spPr>
        </p:pic>
        <p:pic>
          <p:nvPicPr>
            <p:cNvPr id="209" name="object 207"/>
            <p:cNvPicPr/>
            <p:nvPr/>
          </p:nvPicPr>
          <p:blipFill>
            <a:blip r:embed="rId53" cstate="print"/>
            <a:stretch>
              <a:fillRect/>
            </a:stretch>
          </p:blipFill>
          <p:spPr>
            <a:xfrm>
              <a:off x="9089136" y="2715767"/>
              <a:ext cx="332231" cy="381000"/>
            </a:xfrm>
            <a:prstGeom prst="rect">
              <a:avLst/>
            </a:prstGeom>
          </p:spPr>
        </p:pic>
        <p:sp>
          <p:nvSpPr>
            <p:cNvPr id="210" name="object 208"/>
            <p:cNvSpPr/>
            <p:nvPr/>
          </p:nvSpPr>
          <p:spPr>
            <a:xfrm>
              <a:off x="9089136" y="2715767"/>
              <a:ext cx="332740" cy="381000"/>
            </a:xfrm>
            <a:custGeom>
              <a:avLst/>
              <a:gdLst/>
              <a:ahLst/>
              <a:cxnLst/>
              <a:rect l="l" t="t" r="r" b="b"/>
              <a:pathLst>
                <a:path w="332740" h="381000">
                  <a:moveTo>
                    <a:pt x="0" y="381000"/>
                  </a:moveTo>
                  <a:lnTo>
                    <a:pt x="332231" y="381000"/>
                  </a:lnTo>
                  <a:lnTo>
                    <a:pt x="332231" y="0"/>
                  </a:lnTo>
                  <a:lnTo>
                    <a:pt x="0" y="0"/>
                  </a:lnTo>
                  <a:lnTo>
                    <a:pt x="0" y="381000"/>
                  </a:lnTo>
                  <a:close/>
                </a:path>
              </a:pathLst>
            </a:custGeom>
            <a:ln w="6350">
              <a:solidFill>
                <a:srgbClr val="FFC000"/>
              </a:solidFill>
            </a:ln>
          </p:spPr>
          <p:txBody>
            <a:bodyPr wrap="square" lIns="0" tIns="0" rIns="0" bIns="0" rtlCol="0"/>
            <a:lstStyle/>
            <a:p/>
          </p:txBody>
        </p:sp>
        <p:pic>
          <p:nvPicPr>
            <p:cNvPr id="211" name="object 209"/>
            <p:cNvPicPr/>
            <p:nvPr/>
          </p:nvPicPr>
          <p:blipFill>
            <a:blip r:embed="rId12" cstate="print"/>
            <a:stretch>
              <a:fillRect/>
            </a:stretch>
          </p:blipFill>
          <p:spPr>
            <a:xfrm>
              <a:off x="9189720" y="2846831"/>
              <a:ext cx="195072" cy="160020"/>
            </a:xfrm>
            <a:prstGeom prst="rect">
              <a:avLst/>
            </a:prstGeom>
          </p:spPr>
        </p:pic>
        <p:pic>
          <p:nvPicPr>
            <p:cNvPr id="212" name="object 210"/>
            <p:cNvPicPr/>
            <p:nvPr/>
          </p:nvPicPr>
          <p:blipFill>
            <a:blip r:embed="rId62" cstate="print"/>
            <a:stretch>
              <a:fillRect/>
            </a:stretch>
          </p:blipFill>
          <p:spPr>
            <a:xfrm>
              <a:off x="9468612" y="2714243"/>
              <a:ext cx="332231" cy="382524"/>
            </a:xfrm>
            <a:prstGeom prst="rect">
              <a:avLst/>
            </a:prstGeom>
          </p:spPr>
        </p:pic>
        <p:sp>
          <p:nvSpPr>
            <p:cNvPr id="213" name="object 211"/>
            <p:cNvSpPr/>
            <p:nvPr/>
          </p:nvSpPr>
          <p:spPr>
            <a:xfrm>
              <a:off x="9468612" y="2714243"/>
              <a:ext cx="332740" cy="382905"/>
            </a:xfrm>
            <a:custGeom>
              <a:avLst/>
              <a:gdLst/>
              <a:ahLst/>
              <a:cxnLst/>
              <a:rect l="l" t="t" r="r" b="b"/>
              <a:pathLst>
                <a:path w="332740" h="382905">
                  <a:moveTo>
                    <a:pt x="0" y="382524"/>
                  </a:moveTo>
                  <a:lnTo>
                    <a:pt x="332231" y="382524"/>
                  </a:lnTo>
                  <a:lnTo>
                    <a:pt x="332231" y="0"/>
                  </a:lnTo>
                  <a:lnTo>
                    <a:pt x="0" y="0"/>
                  </a:lnTo>
                  <a:lnTo>
                    <a:pt x="0" y="382524"/>
                  </a:lnTo>
                  <a:close/>
                </a:path>
              </a:pathLst>
            </a:custGeom>
            <a:ln w="6350">
              <a:solidFill>
                <a:srgbClr val="4471C4"/>
              </a:solidFill>
            </a:ln>
          </p:spPr>
          <p:txBody>
            <a:bodyPr wrap="square" lIns="0" tIns="0" rIns="0" bIns="0" rtlCol="0"/>
            <a:lstStyle/>
            <a:p/>
          </p:txBody>
        </p:sp>
        <p:pic>
          <p:nvPicPr>
            <p:cNvPr id="214" name="object 212"/>
            <p:cNvPicPr/>
            <p:nvPr/>
          </p:nvPicPr>
          <p:blipFill>
            <a:blip r:embed="rId17" cstate="print"/>
            <a:stretch>
              <a:fillRect/>
            </a:stretch>
          </p:blipFill>
          <p:spPr>
            <a:xfrm>
              <a:off x="9540240" y="2846831"/>
              <a:ext cx="207264" cy="152400"/>
            </a:xfrm>
            <a:prstGeom prst="rect">
              <a:avLst/>
            </a:prstGeom>
          </p:spPr>
        </p:pic>
      </p:grpSp>
      <p:pic>
        <p:nvPicPr>
          <p:cNvPr id="215" name="object 213"/>
          <p:cNvPicPr/>
          <p:nvPr/>
        </p:nvPicPr>
        <p:blipFill>
          <a:blip r:embed="rId41" cstate="print"/>
          <a:stretch>
            <a:fillRect/>
          </a:stretch>
        </p:blipFill>
        <p:spPr>
          <a:xfrm>
            <a:off x="9347019" y="2650330"/>
            <a:ext cx="111378" cy="215137"/>
          </a:xfrm>
          <a:prstGeom prst="rect">
            <a:avLst/>
          </a:prstGeom>
        </p:spPr>
      </p:pic>
      <p:pic>
        <p:nvPicPr>
          <p:cNvPr id="216" name="object 214"/>
          <p:cNvPicPr/>
          <p:nvPr/>
        </p:nvPicPr>
        <p:blipFill>
          <a:blip r:embed="rId57" cstate="print"/>
          <a:stretch>
            <a:fillRect/>
          </a:stretch>
        </p:blipFill>
        <p:spPr>
          <a:xfrm>
            <a:off x="8279839" y="2653378"/>
            <a:ext cx="76200" cy="213613"/>
          </a:xfrm>
          <a:prstGeom prst="rect">
            <a:avLst/>
          </a:prstGeom>
        </p:spPr>
      </p:pic>
      <p:pic>
        <p:nvPicPr>
          <p:cNvPr id="217" name="object 215"/>
          <p:cNvPicPr/>
          <p:nvPr/>
        </p:nvPicPr>
        <p:blipFill>
          <a:blip r:embed="rId42" cstate="print"/>
          <a:stretch>
            <a:fillRect/>
          </a:stretch>
        </p:blipFill>
        <p:spPr>
          <a:xfrm>
            <a:off x="9614862" y="2654902"/>
            <a:ext cx="76200" cy="213613"/>
          </a:xfrm>
          <a:prstGeom prst="rect">
            <a:avLst/>
          </a:prstGeom>
        </p:spPr>
      </p:pic>
      <p:pic>
        <p:nvPicPr>
          <p:cNvPr id="218" name="object 216"/>
          <p:cNvPicPr/>
          <p:nvPr/>
        </p:nvPicPr>
        <p:blipFill>
          <a:blip r:embed="rId8" cstate="print"/>
          <a:stretch>
            <a:fillRect/>
          </a:stretch>
        </p:blipFill>
        <p:spPr>
          <a:xfrm>
            <a:off x="8525076" y="2645758"/>
            <a:ext cx="141985" cy="214375"/>
          </a:xfrm>
          <a:prstGeom prst="rect">
            <a:avLst/>
          </a:prstGeom>
        </p:spPr>
      </p:pic>
      <p:pic>
        <p:nvPicPr>
          <p:cNvPr id="219" name="object 217"/>
          <p:cNvPicPr/>
          <p:nvPr/>
        </p:nvPicPr>
        <p:blipFill>
          <a:blip r:embed="rId8" cstate="print"/>
          <a:stretch>
            <a:fillRect/>
          </a:stretch>
        </p:blipFill>
        <p:spPr>
          <a:xfrm>
            <a:off x="9860099" y="2648806"/>
            <a:ext cx="141985" cy="214375"/>
          </a:xfrm>
          <a:prstGeom prst="rect">
            <a:avLst/>
          </a:prstGeom>
        </p:spPr>
      </p:pic>
      <p:sp>
        <p:nvSpPr>
          <p:cNvPr id="220" name="object 218"/>
          <p:cNvSpPr txBox="1"/>
          <p:nvPr/>
        </p:nvSpPr>
        <p:spPr>
          <a:xfrm>
            <a:off x="6382712" y="1469230"/>
            <a:ext cx="3819525" cy="457200"/>
          </a:xfrm>
          <a:prstGeom prst="rect">
            <a:avLst/>
          </a:prstGeom>
          <a:solidFill>
            <a:srgbClr val="5B9BD4"/>
          </a:solidFill>
        </p:spPr>
        <p:txBody>
          <a:bodyPr vert="horz" wrap="square" lIns="0" tIns="75565" rIns="0" bIns="0" rtlCol="0">
            <a:spAutoFit/>
          </a:bodyPr>
          <a:lstStyle/>
          <a:p>
            <a:pPr marL="930275">
              <a:lnSpc>
                <a:spcPct val="100000"/>
              </a:lnSpc>
              <a:spcBef>
                <a:spcPts val="595"/>
              </a:spcBef>
            </a:pPr>
            <a:r>
              <a:rPr sz="1800" spc="-10" dirty="0">
                <a:solidFill>
                  <a:srgbClr val="FFFFFF"/>
                </a:solidFill>
                <a:latin typeface="Calibri" panose="020F0502020204030204"/>
                <a:cs typeface="Calibri" panose="020F0502020204030204"/>
              </a:rPr>
              <a:t>self-attention</a:t>
            </a:r>
            <a:r>
              <a:rPr sz="1800" spc="-40" dirty="0">
                <a:solidFill>
                  <a:srgbClr val="FFFFFF"/>
                </a:solidFill>
                <a:latin typeface="Calibri" panose="020F0502020204030204"/>
                <a:cs typeface="Calibri" panose="020F0502020204030204"/>
              </a:rPr>
              <a:t> </a:t>
            </a:r>
            <a:r>
              <a:rPr sz="1800" spc="-10" dirty="0">
                <a:solidFill>
                  <a:srgbClr val="FFFFFF"/>
                </a:solidFill>
                <a:latin typeface="Calibri" panose="020F0502020204030204"/>
                <a:cs typeface="Calibri" panose="020F0502020204030204"/>
              </a:rPr>
              <a:t>“layer”</a:t>
            </a:r>
            <a:endParaRPr sz="1800">
              <a:latin typeface="Calibri" panose="020F0502020204030204"/>
              <a:cs typeface="Calibri" panose="020F0502020204030204"/>
            </a:endParaRPr>
          </a:p>
        </p:txBody>
      </p:sp>
      <p:pic>
        <p:nvPicPr>
          <p:cNvPr id="221" name="object 219"/>
          <p:cNvPicPr/>
          <p:nvPr/>
        </p:nvPicPr>
        <p:blipFill>
          <a:blip r:embed="rId42" cstate="print"/>
          <a:stretch>
            <a:fillRect/>
          </a:stretch>
        </p:blipFill>
        <p:spPr>
          <a:xfrm>
            <a:off x="7921698" y="1946241"/>
            <a:ext cx="76200" cy="213613"/>
          </a:xfrm>
          <a:prstGeom prst="rect">
            <a:avLst/>
          </a:prstGeom>
        </p:spPr>
      </p:pic>
      <p:pic>
        <p:nvPicPr>
          <p:cNvPr id="222" name="object 220"/>
          <p:cNvPicPr/>
          <p:nvPr/>
        </p:nvPicPr>
        <p:blipFill>
          <a:blip r:embed="rId42" cstate="print"/>
          <a:stretch>
            <a:fillRect/>
          </a:stretch>
        </p:blipFill>
        <p:spPr>
          <a:xfrm>
            <a:off x="8302698" y="1941669"/>
            <a:ext cx="76200" cy="213613"/>
          </a:xfrm>
          <a:prstGeom prst="rect">
            <a:avLst/>
          </a:prstGeom>
        </p:spPr>
      </p:pic>
      <p:pic>
        <p:nvPicPr>
          <p:cNvPr id="223" name="object 221"/>
          <p:cNvPicPr/>
          <p:nvPr/>
        </p:nvPicPr>
        <p:blipFill>
          <a:blip r:embed="rId42" cstate="print"/>
          <a:stretch>
            <a:fillRect/>
          </a:stretch>
        </p:blipFill>
        <p:spPr>
          <a:xfrm>
            <a:off x="8708082" y="1946241"/>
            <a:ext cx="76200" cy="213613"/>
          </a:xfrm>
          <a:prstGeom prst="rect">
            <a:avLst/>
          </a:prstGeom>
        </p:spPr>
      </p:pic>
      <p:pic>
        <p:nvPicPr>
          <p:cNvPr id="224" name="object 222"/>
          <p:cNvPicPr/>
          <p:nvPr/>
        </p:nvPicPr>
        <p:blipFill>
          <a:blip r:embed="rId42" cstate="print"/>
          <a:stretch>
            <a:fillRect/>
          </a:stretch>
        </p:blipFill>
        <p:spPr>
          <a:xfrm>
            <a:off x="9247579" y="1946241"/>
            <a:ext cx="76200" cy="213613"/>
          </a:xfrm>
          <a:prstGeom prst="rect">
            <a:avLst/>
          </a:prstGeom>
        </p:spPr>
      </p:pic>
      <p:pic>
        <p:nvPicPr>
          <p:cNvPr id="225" name="object 223"/>
          <p:cNvPicPr/>
          <p:nvPr/>
        </p:nvPicPr>
        <p:blipFill>
          <a:blip r:embed="rId42" cstate="print"/>
          <a:stretch>
            <a:fillRect/>
          </a:stretch>
        </p:blipFill>
        <p:spPr>
          <a:xfrm>
            <a:off x="9628579" y="1941669"/>
            <a:ext cx="76200" cy="213613"/>
          </a:xfrm>
          <a:prstGeom prst="rect">
            <a:avLst/>
          </a:prstGeom>
        </p:spPr>
      </p:pic>
      <p:pic>
        <p:nvPicPr>
          <p:cNvPr id="226" name="object 224"/>
          <p:cNvPicPr/>
          <p:nvPr/>
        </p:nvPicPr>
        <p:blipFill>
          <a:blip r:embed="rId42" cstate="print"/>
          <a:stretch>
            <a:fillRect/>
          </a:stretch>
        </p:blipFill>
        <p:spPr>
          <a:xfrm>
            <a:off x="10033962" y="1946241"/>
            <a:ext cx="76200" cy="213613"/>
          </a:xfrm>
          <a:prstGeom prst="rect">
            <a:avLst/>
          </a:prstGeom>
        </p:spPr>
      </p:pic>
      <p:sp>
        <p:nvSpPr>
          <p:cNvPr id="227" name="object 225"/>
          <p:cNvSpPr/>
          <p:nvPr/>
        </p:nvSpPr>
        <p:spPr>
          <a:xfrm>
            <a:off x="8216466" y="163924"/>
            <a:ext cx="171450" cy="1179195"/>
          </a:xfrm>
          <a:custGeom>
            <a:avLst/>
            <a:gdLst/>
            <a:ahLst/>
            <a:cxnLst/>
            <a:rect l="l" t="t" r="r" b="b"/>
            <a:pathLst>
              <a:path w="171450" h="1179195">
                <a:moveTo>
                  <a:pt x="114300" y="1121918"/>
                </a:moveTo>
                <a:lnTo>
                  <a:pt x="57150" y="1121918"/>
                </a:lnTo>
                <a:lnTo>
                  <a:pt x="57150" y="1179068"/>
                </a:lnTo>
                <a:lnTo>
                  <a:pt x="114300" y="1179068"/>
                </a:lnTo>
                <a:lnTo>
                  <a:pt x="114300" y="1121918"/>
                </a:lnTo>
                <a:close/>
              </a:path>
              <a:path w="171450" h="1179195">
                <a:moveTo>
                  <a:pt x="114300" y="1007618"/>
                </a:moveTo>
                <a:lnTo>
                  <a:pt x="57150" y="1007618"/>
                </a:lnTo>
                <a:lnTo>
                  <a:pt x="57150" y="1064768"/>
                </a:lnTo>
                <a:lnTo>
                  <a:pt x="114300" y="1064768"/>
                </a:lnTo>
                <a:lnTo>
                  <a:pt x="114300" y="1007618"/>
                </a:lnTo>
                <a:close/>
              </a:path>
              <a:path w="171450" h="1179195">
                <a:moveTo>
                  <a:pt x="114300" y="893318"/>
                </a:moveTo>
                <a:lnTo>
                  <a:pt x="57150" y="893318"/>
                </a:lnTo>
                <a:lnTo>
                  <a:pt x="57150" y="950468"/>
                </a:lnTo>
                <a:lnTo>
                  <a:pt x="114300" y="950468"/>
                </a:lnTo>
                <a:lnTo>
                  <a:pt x="114300" y="893318"/>
                </a:lnTo>
                <a:close/>
              </a:path>
              <a:path w="171450" h="1179195">
                <a:moveTo>
                  <a:pt x="114300" y="779018"/>
                </a:moveTo>
                <a:lnTo>
                  <a:pt x="57150" y="779018"/>
                </a:lnTo>
                <a:lnTo>
                  <a:pt x="57150" y="836168"/>
                </a:lnTo>
                <a:lnTo>
                  <a:pt x="114300" y="836168"/>
                </a:lnTo>
                <a:lnTo>
                  <a:pt x="114300" y="779018"/>
                </a:lnTo>
                <a:close/>
              </a:path>
              <a:path w="171450" h="1179195">
                <a:moveTo>
                  <a:pt x="114300" y="664718"/>
                </a:moveTo>
                <a:lnTo>
                  <a:pt x="57150" y="664718"/>
                </a:lnTo>
                <a:lnTo>
                  <a:pt x="57150" y="721868"/>
                </a:lnTo>
                <a:lnTo>
                  <a:pt x="114300" y="721868"/>
                </a:lnTo>
                <a:lnTo>
                  <a:pt x="114300" y="664718"/>
                </a:lnTo>
                <a:close/>
              </a:path>
              <a:path w="171450" h="1179195">
                <a:moveTo>
                  <a:pt x="114300" y="550418"/>
                </a:moveTo>
                <a:lnTo>
                  <a:pt x="57150" y="550418"/>
                </a:lnTo>
                <a:lnTo>
                  <a:pt x="57150" y="607568"/>
                </a:lnTo>
                <a:lnTo>
                  <a:pt x="114300" y="607568"/>
                </a:lnTo>
                <a:lnTo>
                  <a:pt x="114300" y="550418"/>
                </a:lnTo>
                <a:close/>
              </a:path>
              <a:path w="171450" h="1179195">
                <a:moveTo>
                  <a:pt x="114300" y="436118"/>
                </a:moveTo>
                <a:lnTo>
                  <a:pt x="57150" y="436118"/>
                </a:lnTo>
                <a:lnTo>
                  <a:pt x="57150" y="493268"/>
                </a:lnTo>
                <a:lnTo>
                  <a:pt x="114300" y="493268"/>
                </a:lnTo>
                <a:lnTo>
                  <a:pt x="114300" y="436118"/>
                </a:lnTo>
                <a:close/>
              </a:path>
              <a:path w="171450" h="1179195">
                <a:moveTo>
                  <a:pt x="114300" y="321818"/>
                </a:moveTo>
                <a:lnTo>
                  <a:pt x="57150" y="321818"/>
                </a:lnTo>
                <a:lnTo>
                  <a:pt x="57150" y="378968"/>
                </a:lnTo>
                <a:lnTo>
                  <a:pt x="114300" y="378968"/>
                </a:lnTo>
                <a:lnTo>
                  <a:pt x="114300" y="321818"/>
                </a:lnTo>
                <a:close/>
              </a:path>
              <a:path w="171450" h="1179195">
                <a:moveTo>
                  <a:pt x="114300" y="207518"/>
                </a:moveTo>
                <a:lnTo>
                  <a:pt x="57150" y="207518"/>
                </a:lnTo>
                <a:lnTo>
                  <a:pt x="57150" y="264668"/>
                </a:lnTo>
                <a:lnTo>
                  <a:pt x="114300" y="264668"/>
                </a:lnTo>
                <a:lnTo>
                  <a:pt x="114300" y="207518"/>
                </a:lnTo>
                <a:close/>
              </a:path>
              <a:path w="171450" h="1179195">
                <a:moveTo>
                  <a:pt x="85725" y="0"/>
                </a:moveTo>
                <a:lnTo>
                  <a:pt x="0" y="171450"/>
                </a:lnTo>
                <a:lnTo>
                  <a:pt x="171450" y="171450"/>
                </a:lnTo>
                <a:lnTo>
                  <a:pt x="160909" y="150368"/>
                </a:lnTo>
                <a:lnTo>
                  <a:pt x="57150" y="150368"/>
                </a:lnTo>
                <a:lnTo>
                  <a:pt x="57150" y="142875"/>
                </a:lnTo>
                <a:lnTo>
                  <a:pt x="157162" y="142875"/>
                </a:lnTo>
                <a:lnTo>
                  <a:pt x="85725" y="0"/>
                </a:lnTo>
                <a:close/>
              </a:path>
              <a:path w="171450" h="1179195">
                <a:moveTo>
                  <a:pt x="114300" y="142875"/>
                </a:moveTo>
                <a:lnTo>
                  <a:pt x="57150" y="142875"/>
                </a:lnTo>
                <a:lnTo>
                  <a:pt x="57150" y="150368"/>
                </a:lnTo>
                <a:lnTo>
                  <a:pt x="114300" y="150368"/>
                </a:lnTo>
                <a:lnTo>
                  <a:pt x="114300" y="142875"/>
                </a:lnTo>
                <a:close/>
              </a:path>
              <a:path w="171450" h="1179195">
                <a:moveTo>
                  <a:pt x="157162" y="142875"/>
                </a:moveTo>
                <a:lnTo>
                  <a:pt x="114300" y="142875"/>
                </a:lnTo>
                <a:lnTo>
                  <a:pt x="114300" y="150368"/>
                </a:lnTo>
                <a:lnTo>
                  <a:pt x="160909" y="150368"/>
                </a:lnTo>
                <a:lnTo>
                  <a:pt x="157162" y="142875"/>
                </a:lnTo>
                <a:close/>
              </a:path>
            </a:pathLst>
          </a:custGeom>
          <a:solidFill>
            <a:srgbClr val="000000"/>
          </a:solidFill>
        </p:spPr>
        <p:txBody>
          <a:bodyPr wrap="square" lIns="0" tIns="0" rIns="0" bIns="0" rtlCol="0"/>
          <a:lstStyle/>
          <a:p/>
        </p:txBody>
      </p:sp>
      <p:sp>
        <p:nvSpPr>
          <p:cNvPr id="228" name="object 226"/>
          <p:cNvSpPr txBox="1"/>
          <p:nvPr/>
        </p:nvSpPr>
        <p:spPr>
          <a:xfrm>
            <a:off x="8548846" y="317745"/>
            <a:ext cx="3360420" cy="669414"/>
          </a:xfrm>
          <a:prstGeom prst="rect">
            <a:avLst/>
          </a:prstGeom>
        </p:spPr>
        <p:txBody>
          <a:bodyPr vert="horz" wrap="square" lIns="0" tIns="12700" rIns="0" bIns="0" rtlCol="0">
            <a:spAutoFit/>
          </a:bodyPr>
          <a:lstStyle/>
          <a:p>
            <a:pPr marL="12700">
              <a:lnSpc>
                <a:spcPct val="100000"/>
              </a:lnSpc>
              <a:spcBef>
                <a:spcPts val="100"/>
              </a:spcBef>
            </a:pPr>
            <a:r>
              <a:rPr lang="en-US" dirty="0">
                <a:latin typeface="Calibri" panose="020F0502020204030204"/>
                <a:cs typeface="Calibri" panose="020F0502020204030204"/>
              </a:rPr>
              <a:t>K</a:t>
            </a:r>
            <a:r>
              <a:rPr sz="1800" dirty="0">
                <a:latin typeface="Calibri" panose="020F0502020204030204"/>
                <a:cs typeface="Calibri" panose="020F0502020204030204"/>
              </a:rPr>
              <a:t>eep</a:t>
            </a:r>
            <a:r>
              <a:rPr sz="1800" spc="-85" dirty="0">
                <a:latin typeface="Calibri" panose="020F0502020204030204"/>
                <a:cs typeface="Calibri" panose="020F0502020204030204"/>
              </a:rPr>
              <a:t> </a:t>
            </a:r>
            <a:r>
              <a:rPr sz="1800" dirty="0">
                <a:latin typeface="Calibri" panose="020F0502020204030204"/>
                <a:cs typeface="Calibri" panose="020F0502020204030204"/>
              </a:rPr>
              <a:t>repeating</a:t>
            </a:r>
            <a:endParaRPr sz="1800" dirty="0">
              <a:latin typeface="Calibri" panose="020F0502020204030204"/>
              <a:cs typeface="Calibri" panose="020F0502020204030204"/>
            </a:endParaRPr>
          </a:p>
          <a:p>
            <a:pPr marL="34925" marR="5080">
              <a:lnSpc>
                <a:spcPct val="100000"/>
              </a:lnSpc>
              <a:spcBef>
                <a:spcPts val="760"/>
              </a:spcBef>
            </a:pPr>
            <a:endParaRPr sz="1800" dirty="0">
              <a:latin typeface="Calibri" panose="020F0502020204030204"/>
              <a:cs typeface="Calibri" panose="020F0502020204030204"/>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“Self-attention”</a:t>
            </a:r>
            <a:endParaRPr lang="en-IN"/>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p:txBody>
              <a:bodyPr>
                <a:normAutofit fontScale="85000" lnSpcReduction="20000"/>
              </a:bodyPr>
              <a:lstStyle/>
              <a:p>
                <a:r>
                  <a:rPr lang="en-US"/>
                  <a:t>Blur encoder-decoder distinction</a:t>
                </a:r>
                <a:endParaRPr lang="en-US"/>
              </a:p>
              <a:p>
                <a:r>
                  <a:rPr lang="en-US"/>
                  <a:t>Transform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𝑇</m:t>
                        </m:r>
                      </m:sub>
                    </m:sSub>
                    <m:r>
                      <a:rPr lang="en-US" b="0" i="1" dirty="0" smtClean="0">
                        <a:latin typeface="Cambria Math" panose="02040503050406030204" pitchFamily="18" charset="0"/>
                      </a:rPr>
                      <m:t>)</m:t>
                    </m:r>
                  </m:oMath>
                </a14:m>
                <a:r>
                  <a:rPr lang="en-IN"/>
                  <a:t> to </a:t>
                </a:r>
                <a14:m>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1" i="1" smtClean="0">
                                <a:latin typeface="Cambria Math" panose="02040503050406030204" pitchFamily="18" charset="0"/>
                              </a:rPr>
                              <m:t>𝒉</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𝒉</m:t>
                            </m:r>
                          </m:e>
                          <m:sub>
                            <m:r>
                              <a:rPr lang="en-US" b="0" i="1" smtClean="0">
                                <a:latin typeface="Cambria Math" panose="02040503050406030204" pitchFamily="18" charset="0"/>
                              </a:rPr>
                              <m:t>𝑇</m:t>
                            </m:r>
                          </m:sub>
                        </m:sSub>
                      </m:e>
                    </m:d>
                  </m:oMath>
                </a14:m>
                <a:endParaRPr lang="en-IN"/>
              </a:p>
              <a:p>
                <a:pPr lvl="1"/>
                <a:r>
                  <a:rPr lang="en-IN"/>
                  <a:t>In a way that “captures meaning” … </a:t>
                </a:r>
                <a:r>
                  <a:rPr lang="en-US" altLang="en-IN"/>
                  <a:t>(what loss? </a:t>
                </a:r>
                <a:r>
                  <a:rPr lang="en-IN"/>
                  <a:t>later</a:t>
                </a:r>
                <a:r>
                  <a:rPr lang="en-US" altLang="en-IN"/>
                  <a:t>)</a:t>
                </a:r>
                <a:endParaRPr lang="en-IN"/>
              </a:p>
              <a:p>
                <a:r>
                  <a:rPr lang="en-IN"/>
                  <a:t>Look up base embedding matrix to </a:t>
                </a:r>
                <a:r>
                  <a:rPr lang="en-IN" err="1"/>
                  <a:t>preprocess</a:t>
                </a:r>
                <a:r>
                  <a:rPr lang="en-IN"/>
                  <a:t> </a:t>
                </a:r>
                <a14:m>
                  <m:oMath xmlns:m="http://schemas.openxmlformats.org/officeDocument/2006/math">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𝑇</m:t>
                        </m:r>
                      </m:sub>
                    </m:sSub>
                    <m:r>
                      <a:rPr lang="en-US" b="0" i="1" dirty="0" smtClean="0">
                        <a:latin typeface="Cambria Math" panose="02040503050406030204" pitchFamily="18" charset="0"/>
                      </a:rPr>
                      <m:t>)</m:t>
                    </m:r>
                  </m:oMath>
                </a14:m>
                <a:r>
                  <a:rPr lang="en-IN"/>
                  <a:t> to </a:t>
                </a:r>
                <a14:m>
                  <m:oMath xmlns:m="http://schemas.openxmlformats.org/officeDocument/2006/math">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b="1" i="1" dirty="0">
                                <a:latin typeface="Cambria Math" panose="02040503050406030204" pitchFamily="18" charset="0"/>
                              </a:rPr>
                              <m:t>𝒙</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b="1" i="1" dirty="0">
                                <a:latin typeface="Cambria Math" panose="02040503050406030204" pitchFamily="18" charset="0"/>
                              </a:rPr>
                              <m:t>𝒙</m:t>
                            </m:r>
                          </m:e>
                          <m:sub>
                            <m:r>
                              <a:rPr lang="en-US" i="1" dirty="0">
                                <a:latin typeface="Cambria Math" panose="02040503050406030204" pitchFamily="18" charset="0"/>
                              </a:rPr>
                              <m:t>𝑇</m:t>
                            </m:r>
                          </m:sub>
                        </m:sSub>
                      </m:e>
                    </m:d>
                    <m:r>
                      <a:rPr lang="en-US" b="0" i="1" dirty="0" smtClean="0">
                        <a:latin typeface="Cambria Math" panose="02040503050406030204" pitchFamily="18" charset="0"/>
                      </a:rPr>
                      <m:t>←</m:t>
                    </m:r>
                  </m:oMath>
                </a14:m>
                <a:r>
                  <a:rPr lang="en-US"/>
                  <a:t> seq of base </a:t>
                </a:r>
                <a:r>
                  <a:rPr lang="en-US" err="1"/>
                  <a:t>vecs</a:t>
                </a:r>
                <a:endParaRPr lang="en-US"/>
              </a:p>
              <a:p>
                <a:r>
                  <a:rPr lang="en-US"/>
                  <a:t>Map </a:t>
                </a:r>
                <a14:m>
                  <m:oMath xmlns:m="http://schemas.openxmlformats.org/officeDocument/2006/math">
                    <m:sSub>
                      <m:sSubPr>
                        <m:ctrlPr>
                          <a:rPr lang="en-US" i="1" dirty="0" smtClean="0">
                            <a:latin typeface="Cambria Math" panose="02040503050406030204" pitchFamily="18" charset="0"/>
                          </a:rPr>
                        </m:ctrlPr>
                      </m:sSubPr>
                      <m:e>
                        <m:r>
                          <a:rPr lang="en-US" b="1" i="1" dirty="0">
                            <a:latin typeface="Cambria Math" panose="02040503050406030204" pitchFamily="18" charset="0"/>
                          </a:rPr>
                          <m:t>𝒙</m:t>
                        </m:r>
                      </m:e>
                      <m:sub>
                        <m:r>
                          <a:rPr lang="en-US" i="1" dirty="0">
                            <a:latin typeface="Cambria Math" panose="02040503050406030204" pitchFamily="18" charset="0"/>
                          </a:rPr>
                          <m:t>𝑡</m:t>
                        </m:r>
                      </m:sub>
                    </m:sSub>
                  </m:oMath>
                </a14:m>
                <a:r>
                  <a:rPr lang="en-US"/>
                  <a:t> to key, query, value: </a:t>
                </a:r>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𝒌</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𝐾</m:t>
                        </m:r>
                      </m:sub>
                    </m:sSub>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sub>
                    </m:sSub>
                    <m:r>
                      <a:rPr lang="en-US" b="0" i="1" smtClean="0">
                        <a:solidFill>
                          <a:schemeClr val="bg2">
                            <a:lumMod val="90000"/>
                          </a:schemeClr>
                        </a:solidFill>
                        <a:latin typeface="Cambria Math" panose="02040503050406030204" pitchFamily="18" charset="0"/>
                      </a:rPr>
                      <m:t>+</m:t>
                    </m:r>
                    <m:sSub>
                      <m:sSubPr>
                        <m:ctrlPr>
                          <a:rPr lang="en-US" b="0" i="1" smtClean="0">
                            <a:solidFill>
                              <a:schemeClr val="bg2">
                                <a:lumMod val="90000"/>
                              </a:schemeClr>
                            </a:solidFill>
                            <a:latin typeface="Cambria Math" panose="02040503050406030204" pitchFamily="18" charset="0"/>
                          </a:rPr>
                        </m:ctrlPr>
                      </m:sSubPr>
                      <m:e>
                        <m:r>
                          <a:rPr lang="en-US" b="1" i="1" smtClean="0">
                            <a:solidFill>
                              <a:schemeClr val="bg2">
                                <a:lumMod val="90000"/>
                              </a:schemeClr>
                            </a:solidFill>
                            <a:latin typeface="Cambria Math" panose="02040503050406030204" pitchFamily="18" charset="0"/>
                          </a:rPr>
                          <m:t>𝒃</m:t>
                        </m:r>
                      </m:e>
                      <m:sub>
                        <m:r>
                          <a:rPr lang="en-US" b="0" i="1" smtClean="0">
                            <a:solidFill>
                              <a:schemeClr val="bg2">
                                <a:lumMod val="90000"/>
                              </a:schemeClr>
                            </a:solidFill>
                            <a:latin typeface="Cambria Math" panose="02040503050406030204" pitchFamily="18" charset="0"/>
                          </a:rPr>
                          <m:t>𝐾</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𝒒</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𝑄</m:t>
                        </m:r>
                      </m:sub>
                    </m:sSub>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sub>
                    </m:sSub>
                    <m:r>
                      <a:rPr lang="en-US" b="0" i="1" smtClean="0">
                        <a:solidFill>
                          <a:schemeClr val="bg2">
                            <a:lumMod val="90000"/>
                          </a:schemeClr>
                        </a:solidFill>
                        <a:latin typeface="Cambria Math" panose="02040503050406030204" pitchFamily="18" charset="0"/>
                      </a:rPr>
                      <m:t>+</m:t>
                    </m:r>
                    <m:sSub>
                      <m:sSubPr>
                        <m:ctrlPr>
                          <a:rPr lang="en-US" b="0" i="1" smtClean="0">
                            <a:solidFill>
                              <a:schemeClr val="bg2">
                                <a:lumMod val="90000"/>
                              </a:schemeClr>
                            </a:solidFill>
                            <a:latin typeface="Cambria Math" panose="02040503050406030204" pitchFamily="18" charset="0"/>
                          </a:rPr>
                        </m:ctrlPr>
                      </m:sSubPr>
                      <m:e>
                        <m:r>
                          <a:rPr lang="en-US" b="1" i="1" smtClean="0">
                            <a:solidFill>
                              <a:schemeClr val="bg2">
                                <a:lumMod val="90000"/>
                              </a:schemeClr>
                            </a:solidFill>
                            <a:latin typeface="Cambria Math" panose="02040503050406030204" pitchFamily="18" charset="0"/>
                          </a:rPr>
                          <m:t>𝒃</m:t>
                        </m:r>
                      </m:e>
                      <m:sub>
                        <m:r>
                          <a:rPr lang="en-US" b="0" i="1" smtClean="0">
                            <a:solidFill>
                              <a:schemeClr val="bg2">
                                <a:lumMod val="90000"/>
                              </a:schemeClr>
                            </a:solidFill>
                            <a:latin typeface="Cambria Math" panose="02040503050406030204" pitchFamily="18" charset="0"/>
                          </a:rPr>
                          <m:t>𝑄</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𝒗</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𝑉</m:t>
                        </m:r>
                      </m:sub>
                    </m:sSub>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𝑡</m:t>
                        </m:r>
                      </m:sub>
                    </m:sSub>
                    <m:r>
                      <a:rPr lang="en-US" b="0" i="1" smtClean="0">
                        <a:solidFill>
                          <a:schemeClr val="bg2">
                            <a:lumMod val="90000"/>
                          </a:schemeClr>
                        </a:solidFill>
                        <a:latin typeface="Cambria Math" panose="02040503050406030204" pitchFamily="18" charset="0"/>
                      </a:rPr>
                      <m:t>+</m:t>
                    </m:r>
                    <m:sSub>
                      <m:sSubPr>
                        <m:ctrlPr>
                          <a:rPr lang="en-US" b="0" i="1" smtClean="0">
                            <a:solidFill>
                              <a:schemeClr val="bg2">
                                <a:lumMod val="90000"/>
                              </a:schemeClr>
                            </a:solidFill>
                            <a:latin typeface="Cambria Math" panose="02040503050406030204" pitchFamily="18" charset="0"/>
                          </a:rPr>
                        </m:ctrlPr>
                      </m:sSubPr>
                      <m:e>
                        <m:r>
                          <a:rPr lang="en-US" b="1" i="1" smtClean="0">
                            <a:solidFill>
                              <a:schemeClr val="bg2">
                                <a:lumMod val="90000"/>
                              </a:schemeClr>
                            </a:solidFill>
                            <a:latin typeface="Cambria Math" panose="02040503050406030204" pitchFamily="18" charset="0"/>
                          </a:rPr>
                          <m:t>𝒃</m:t>
                        </m:r>
                      </m:e>
                      <m:sub>
                        <m:r>
                          <a:rPr lang="en-US" b="0" i="1" smtClean="0">
                            <a:solidFill>
                              <a:schemeClr val="bg2">
                                <a:lumMod val="90000"/>
                              </a:schemeClr>
                            </a:solidFill>
                            <a:latin typeface="Cambria Math" panose="02040503050406030204" pitchFamily="18" charset="0"/>
                          </a:rPr>
                          <m:t>𝑉</m:t>
                        </m:r>
                      </m:sub>
                    </m:sSub>
                  </m:oMath>
                </a14:m>
                <a:endParaRPr lang="en-IN"/>
              </a:p>
              <a:p>
                <a:r>
                  <a:rPr lang="en-IN"/>
                  <a:t>For each position </a:t>
                </a:r>
                <a14:m>
                  <m:oMath xmlns:m="http://schemas.openxmlformats.org/officeDocument/2006/math">
                    <m:r>
                      <a:rPr lang="en-US" altLang="en-IN" i="1" dirty="0" smtClean="0">
                        <a:latin typeface="Cambria Math" panose="02040503050406030204" pitchFamily="18" charset="0"/>
                      </a:rPr>
                      <m:t>𝑚</m:t>
                    </m:r>
                  </m:oMath>
                </a14:m>
                <a:r>
                  <a:rPr lang="en-IN"/>
                  <a:t>, compute attention logits over other positions </a:t>
                </a:r>
                <a14:m>
                  <m:oMath xmlns:m="http://schemas.openxmlformats.org/officeDocument/2006/math">
                    <m:r>
                      <a:rPr lang="en-US" altLang="en-IN" i="1" dirty="0" smtClean="0">
                        <a:latin typeface="Cambria Math" panose="02040503050406030204" pitchFamily="18" charset="0"/>
                      </a:rPr>
                      <m:t>𝑛</m:t>
                    </m:r>
                  </m:oMath>
                </a14:m>
                <a:r>
                  <a:rPr lang="en-IN"/>
                  <a:t> as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𝒒</m:t>
                        </m:r>
                      </m:e>
                      <m:sub>
                        <m:r>
                          <a:rPr lang="en-US" b="0" i="1" smtClean="0">
                            <a:latin typeface="Cambria Math" panose="02040503050406030204" pitchFamily="18" charset="0"/>
                          </a:rPr>
                          <m:t>𝑚</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𝒌</m:t>
                        </m:r>
                      </m:e>
                      <m:sub>
                        <m:r>
                          <a:rPr lang="en-US" b="0" i="1" smtClean="0">
                            <a:latin typeface="Cambria Math" panose="02040503050406030204" pitchFamily="18" charset="0"/>
                          </a:rPr>
                          <m:t>𝑛</m:t>
                        </m:r>
                      </m:sub>
                    </m:sSub>
                    <m:r>
                      <a:rPr lang="en-US" b="0" i="1" smtClean="0">
                        <a:solidFill>
                          <a:schemeClr val="bg2">
                            <a:lumMod val="90000"/>
                          </a:schemeClr>
                        </a:solidFill>
                        <a:latin typeface="Cambria Math" panose="02040503050406030204" pitchFamily="18" charset="0"/>
                      </a:rPr>
                      <m:t>/</m:t>
                    </m:r>
                    <m:rad>
                      <m:radPr>
                        <m:degHide m:val="on"/>
                        <m:ctrlPr>
                          <a:rPr lang="en-US" b="0" i="1" smtClean="0">
                            <a:solidFill>
                              <a:schemeClr val="bg2">
                                <a:lumMod val="90000"/>
                              </a:schemeClr>
                            </a:solidFill>
                            <a:latin typeface="Cambria Math" panose="02040503050406030204" pitchFamily="18" charset="0"/>
                          </a:rPr>
                        </m:ctrlPr>
                      </m:radPr>
                      <m:deg/>
                      <m:e>
                        <m:r>
                          <a:rPr lang="en-US" b="0" i="1" smtClean="0">
                            <a:solidFill>
                              <a:schemeClr val="bg2">
                                <a:lumMod val="90000"/>
                              </a:schemeClr>
                            </a:solidFill>
                            <a:latin typeface="Cambria Math" panose="02040503050406030204" pitchFamily="18" charset="0"/>
                          </a:rPr>
                          <m:t>𝐷</m:t>
                        </m:r>
                      </m:e>
                    </m:rad>
                  </m:oMath>
                </a14:m>
                <a:endParaRPr lang="en-IN"/>
              </a:p>
              <a:p>
                <a:r>
                  <a:rPr lang="en-IN"/>
                  <a:t>Note that </a:t>
                </a:r>
                <a14:m>
                  <m:oMath xmlns:m="http://schemas.openxmlformats.org/officeDocument/2006/math">
                    <m:r>
                      <a:rPr lang="en-US" b="0" i="1" smtClean="0">
                        <a:latin typeface="Cambria Math" panose="02040503050406030204" pitchFamily="18" charset="0"/>
                      </a:rPr>
                      <m:t>𝐸</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sub>
                    </m:sSub>
                    <m:r>
                      <a:rPr lang="en-US" b="0" i="1" smtClean="0">
                        <a:latin typeface="Cambria Math" panose="02040503050406030204" pitchFamily="18" charset="0"/>
                      </a:rPr>
                      <m:t>)</m:t>
                    </m:r>
                  </m:oMath>
                </a14:m>
                <a:r>
                  <a:rPr lang="en-IN"/>
                  <a:t> is a </a:t>
                </a:r>
                <a14:m>
                  <m:oMath xmlns:m="http://schemas.openxmlformats.org/officeDocument/2006/math">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𝑇</m:t>
                    </m:r>
                  </m:oMath>
                </a14:m>
                <a:r>
                  <a:rPr lang="en-IN"/>
                  <a:t> matrix</a:t>
                </a:r>
                <a:endParaRPr lang="en-IN"/>
              </a:p>
            </p:txBody>
          </p:sp>
        </mc:Choice>
        <mc:Fallback>
          <p:sp>
            <p:nvSpPr>
              <p:cNvPr id="5" name="Content Placeholder 4"/>
              <p:cNvSpPr>
                <a:spLocks noRot="1" noChangeAspect="1" noMove="1" noResize="1" noEditPoints="1" noAdjustHandles="1" noChangeArrowheads="1" noChangeShapeType="1" noTextEdit="1"/>
              </p:cNvSpPr>
              <p:nvPr>
                <p:ph idx="1"/>
              </p:nvPr>
            </p:nvSpPr>
            <p:spPr>
              <a:blipFill rotWithShape="1">
                <a:blip r:embed="rId1"/>
                <a:stretch>
                  <a:fillRect l="-1" t="-936" r="4" b="3"/>
                </a:stretch>
              </a:blipFill>
            </p:spPr>
            <p:txBody>
              <a:bodyPr/>
              <a:lstStyle/>
              <a:p>
                <a:r>
                  <a:rPr lang="en-US" altLang="en-US">
                    <a:noFill/>
                  </a:rPr>
                  <a:t> </a:t>
                </a:r>
              </a:p>
            </p:txBody>
          </p:sp>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Self-attention, continued</a:t>
            </a:r>
            <a:endParaRPr lang="en-IN"/>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p:txBody>
              <a:bodyPr>
                <a:normAutofit fontScale="72500"/>
              </a:bodyPr>
              <a:lstStyle/>
              <a:p>
                <a:r>
                  <a:rPr lang="en-US"/>
                  <a:t>Attention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exp</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sub>
                            </m:sSub>
                          </m:e>
                        </m:d>
                      </m:e>
                    </m:func>
                    <m:r>
                      <a:rPr lang="en-US" b="0" i="1" smtClean="0">
                        <a:latin typeface="Cambria Math" panose="02040503050406030204" pitchFamily="18" charset="0"/>
                      </a:rPr>
                      <m:t>/</m:t>
                    </m:r>
                    <m:nary>
                      <m:naryPr>
                        <m:chr m:val="∑"/>
                        <m:limLoc m:val="subSup"/>
                        <m:supHide m:val="on"/>
                        <m:ctrlPr>
                          <a:rPr lang="en-US" b="0" i="1" smtClean="0">
                            <a:latin typeface="Cambria Math" panose="02040503050406030204" pitchFamily="18" charset="0"/>
                          </a:rPr>
                        </m:ctrlPr>
                      </m:naryPr>
                      <m:sub>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m:t>
                            </m:r>
                          </m:sup>
                        </m:sSup>
                      </m:sub>
                      <m:sup/>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exp</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𝑚</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m:t>
                                        </m:r>
                                      </m:sup>
                                    </m:sSup>
                                  </m:sub>
                                </m:sSub>
                              </m:e>
                            </m:d>
                          </m:e>
                        </m:func>
                      </m:e>
                    </m:nary>
                  </m:oMath>
                </a14:m>
                <a:endParaRPr lang="en-US"/>
              </a:p>
              <a:p>
                <a:r>
                  <a:rPr lang="en-US"/>
                  <a:t>Attention-weighted average of values </a:t>
                </a:r>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𝒐</m:t>
                        </m:r>
                      </m:e>
                      <m:sub>
                        <m:r>
                          <a:rPr lang="en-US" b="0" i="1" smtClean="0">
                            <a:latin typeface="Cambria Math" panose="02040503050406030204" pitchFamily="18" charset="0"/>
                          </a:rPr>
                          <m:t>𝑚</m:t>
                        </m:r>
                      </m:sub>
                    </m:sSub>
                    <m:r>
                      <a:rPr lang="en-US" b="0" i="1" smtClean="0">
                        <a:latin typeface="Cambria Math" panose="02040503050406030204" pitchFamily="18" charset="0"/>
                      </a:rPr>
                      <m:t>=</m:t>
                    </m:r>
                    <m:nary>
                      <m:naryPr>
                        <m:chr m:val="∑"/>
                        <m:limLoc m:val="subSup"/>
                        <m:supHide m:val="on"/>
                        <m:ctrlPr>
                          <a:rPr lang="en-US" i="1" smtClean="0">
                            <a:latin typeface="Cambria Math" panose="02040503050406030204" pitchFamily="18" charset="0"/>
                          </a:rPr>
                        </m:ctrlPr>
                      </m:naryPr>
                      <m:sub>
                        <m:r>
                          <a:rPr lang="en-US" b="0" i="1" smtClean="0">
                            <a:latin typeface="Cambria Math" panose="02040503050406030204" pitchFamily="18" charset="0"/>
                          </a:rPr>
                          <m:t>𝑛</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sub>
                        </m:sSub>
                        <m:sSub>
                          <m:sSubPr>
                            <m:ctrlPr>
                              <a:rPr lang="en-US" b="0" i="1" smtClean="0">
                                <a:latin typeface="Cambria Math" panose="02040503050406030204" pitchFamily="18" charset="0"/>
                              </a:rPr>
                            </m:ctrlPr>
                          </m:sSubPr>
                          <m:e>
                            <m:r>
                              <a:rPr lang="en-US" b="1" i="1" smtClean="0">
                                <a:latin typeface="Cambria Math" panose="02040503050406030204" pitchFamily="18" charset="0"/>
                              </a:rPr>
                              <m:t>𝒗</m:t>
                            </m:r>
                          </m:e>
                          <m:sub>
                            <m:r>
                              <a:rPr lang="en-US" b="0" i="1" smtClean="0">
                                <a:latin typeface="Cambria Math" panose="02040503050406030204" pitchFamily="18" charset="0"/>
                              </a:rPr>
                              <m:t>𝑛</m:t>
                            </m:r>
                          </m:sub>
                        </m:sSub>
                      </m:e>
                    </m:nary>
                  </m:oMath>
                </a14:m>
                <a:endParaRPr lang="en-US"/>
              </a:p>
              <a:p>
                <a:r>
                  <a:rPr lang="en-US"/>
                  <a:t>For each position </a:t>
                </a:r>
                <a14:m>
                  <m:oMath xmlns:m="http://schemas.openxmlformats.org/officeDocument/2006/math">
                    <m:r>
                      <a:rPr lang="en-US" i="1" dirty="0" smtClean="0">
                        <a:latin typeface="Cambria Math" panose="02040503050406030204" pitchFamily="18" charset="0"/>
                      </a:rPr>
                      <m:t>𝑚</m:t>
                    </m:r>
                  </m:oMath>
                </a14:m>
                <a:r>
                  <a:rPr lang="en-US"/>
                  <a:t>, how related/relevant is position </a:t>
                </a:r>
                <a14:m>
                  <m:oMath xmlns:m="http://schemas.openxmlformats.org/officeDocument/2006/math">
                    <m:r>
                      <a:rPr lang="en-US" i="1" dirty="0" smtClean="0">
                        <a:latin typeface="Cambria Math" panose="02040503050406030204" pitchFamily="18" charset="0"/>
                      </a:rPr>
                      <m:t>𝑛</m:t>
                    </m:r>
                  </m:oMath>
                </a14:m>
                <a:r>
                  <a:rPr lang="en-US"/>
                  <a:t>?</a:t>
                </a:r>
                <a:endParaRPr lang="en-US"/>
              </a:p>
              <a:p>
                <a:pPr lvl="1"/>
                <a:r>
                  <a:rPr lang="en-US"/>
                  <a:t>The </a:t>
                </a:r>
                <a:r>
                  <a:rPr lang="en-US">
                    <a:effectLst>
                      <a:glow rad="228600">
                        <a:schemeClr val="accent5">
                          <a:satMod val="175000"/>
                          <a:alpha val="40000"/>
                        </a:schemeClr>
                      </a:glow>
                    </a:effectLst>
                  </a:rPr>
                  <a:t>bank</a:t>
                </a:r>
                <a:r>
                  <a:rPr lang="en-US"/>
                  <a:t> is giving very low </a:t>
                </a:r>
                <a:r>
                  <a:rPr lang="en-US">
                    <a:effectLst>
                      <a:glow rad="228600">
                        <a:schemeClr val="accent5">
                          <a:satMod val="175000"/>
                          <a:alpha val="40000"/>
                        </a:schemeClr>
                      </a:glow>
                    </a:effectLst>
                  </a:rPr>
                  <a:t>interest</a:t>
                </a:r>
                <a:r>
                  <a:rPr lang="en-US"/>
                  <a:t> </a:t>
                </a:r>
                <a:r>
                  <a:rPr lang="en-US">
                    <a:effectLst>
                      <a:glow rad="228600">
                        <a:schemeClr val="accent5">
                          <a:satMod val="175000"/>
                          <a:alpha val="40000"/>
                        </a:schemeClr>
                      </a:glow>
                    </a:effectLst>
                  </a:rPr>
                  <a:t>rates</a:t>
                </a:r>
                <a:endParaRPr lang="en-US">
                  <a:effectLst>
                    <a:glow rad="228600">
                      <a:schemeClr val="accent5">
                        <a:satMod val="175000"/>
                        <a:alpha val="40000"/>
                      </a:schemeClr>
                    </a:glow>
                  </a:effectLst>
                </a:endParaRPr>
              </a:p>
              <a:p>
                <a:pPr lvl="1"/>
                <a:r>
                  <a:rPr lang="en-US"/>
                  <a:t>The </a:t>
                </a:r>
                <a:r>
                  <a:rPr lang="en-US">
                    <a:effectLst>
                      <a:glow rad="228600">
                        <a:schemeClr val="accent5">
                          <a:satMod val="175000"/>
                          <a:alpha val="40000"/>
                        </a:schemeClr>
                      </a:glow>
                    </a:effectLst>
                  </a:rPr>
                  <a:t>drama</a:t>
                </a:r>
                <a:r>
                  <a:rPr lang="en-US"/>
                  <a:t> proved that </a:t>
                </a:r>
                <a:r>
                  <a:rPr lang="en-US">
                    <a:effectLst>
                      <a:glow rad="228600">
                        <a:schemeClr val="accent5">
                          <a:satMod val="175000"/>
                          <a:alpha val="40000"/>
                        </a:schemeClr>
                      </a:glow>
                    </a:effectLst>
                  </a:rPr>
                  <a:t>comedy</a:t>
                </a:r>
                <a:r>
                  <a:rPr lang="en-US"/>
                  <a:t> is </a:t>
                </a:r>
                <a:r>
                  <a:rPr lang="en-US">
                    <a:effectLst>
                      <a:glow rad="228600">
                        <a:schemeClr val="accent6">
                          <a:satMod val="175000"/>
                          <a:alpha val="40000"/>
                        </a:schemeClr>
                      </a:glow>
                    </a:effectLst>
                  </a:rPr>
                  <a:t>alive</a:t>
                </a:r>
                <a:r>
                  <a:rPr lang="en-US"/>
                  <a:t> and </a:t>
                </a:r>
                <a:r>
                  <a:rPr lang="en-US">
                    <a:effectLst>
                      <a:glow rad="228600">
                        <a:schemeClr val="accent6">
                          <a:satMod val="175000"/>
                          <a:alpha val="40000"/>
                        </a:schemeClr>
                      </a:glow>
                    </a:effectLst>
                  </a:rPr>
                  <a:t>well</a:t>
                </a:r>
                <a:r>
                  <a:rPr lang="en-US"/>
                  <a:t> as a </a:t>
                </a:r>
                <a:r>
                  <a:rPr lang="en-US">
                    <a:effectLst>
                      <a:glow rad="228600">
                        <a:schemeClr val="accent5">
                          <a:satMod val="175000"/>
                          <a:alpha val="40000"/>
                        </a:schemeClr>
                      </a:glow>
                    </a:effectLst>
                  </a:rPr>
                  <a:t>genre</a:t>
                </a:r>
                <a:endParaRPr lang="en-IN">
                  <a:effectLst>
                    <a:glow rad="228600">
                      <a:schemeClr val="accent5">
                        <a:satMod val="175000"/>
                        <a:alpha val="40000"/>
                      </a:schemeClr>
                    </a:glow>
                  </a:effectLst>
                </a:endParaRPr>
              </a:p>
              <a:p>
                <a:r>
                  <a:rPr lang="en-US"/>
                  <a:t>Build layers: </a:t>
                </a:r>
                <a14:m>
                  <m:oMath xmlns:m="http://schemas.openxmlformats.org/officeDocument/2006/math">
                    <m:sSubSup>
                      <m:sSubSupPr>
                        <m:ctrlPr>
                          <a:rPr lang="en-US" b="0" i="1" smtClean="0">
                            <a:latin typeface="Cambria Math" panose="02040503050406030204" pitchFamily="18" charset="0"/>
                          </a:rPr>
                        </m:ctrlPr>
                      </m:sSubSupPr>
                      <m:e>
                        <m:r>
                          <a:rPr lang="en-US" b="1" i="1" smtClean="0">
                            <a:latin typeface="Cambria Math" panose="02040503050406030204" pitchFamily="18" charset="0"/>
                          </a:rPr>
                          <m:t>𝒙</m:t>
                        </m:r>
                      </m:e>
                      <m:sub>
                        <m:r>
                          <a:rPr lang="en-US" b="0" i="1" smtClean="0">
                            <a:latin typeface="Cambria Math" panose="02040503050406030204" pitchFamily="18" charset="0"/>
                          </a:rPr>
                          <m:t>𝑡</m:t>
                        </m:r>
                      </m:sub>
                      <m:sup>
                        <m:d>
                          <m:dPr>
                            <m:ctrlPr>
                              <a:rPr lang="en-US" b="0" i="1" smtClean="0">
                                <a:latin typeface="Cambria Math" panose="02040503050406030204" pitchFamily="18" charset="0"/>
                              </a:rPr>
                            </m:ctrlPr>
                          </m:dPr>
                          <m:e>
                            <m:r>
                              <a:rPr lang="en-US" b="0" i="1" smtClean="0">
                                <a:latin typeface="Cambria Math" panose="02040503050406030204" pitchFamily="18" charset="0"/>
                              </a:rPr>
                              <m:t>0</m:t>
                            </m:r>
                          </m:e>
                        </m:d>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sub>
                    </m:sSub>
                  </m:oMath>
                </a14:m>
                <a:r>
                  <a:rPr lang="en-US"/>
                  <a:t>, </a:t>
                </a:r>
                <a14:m>
                  <m:oMath xmlns:m="http://schemas.openxmlformats.org/officeDocument/2006/math">
                    <m:sSubSup>
                      <m:sSubSupPr>
                        <m:ctrlPr>
                          <a:rPr lang="en-US" b="0" i="1" smtClean="0">
                            <a:latin typeface="Cambria Math" panose="02040503050406030204" pitchFamily="18" charset="0"/>
                          </a:rPr>
                        </m:ctrlPr>
                      </m:sSubSupPr>
                      <m:e>
                        <m:r>
                          <a:rPr lang="en-US" b="1" i="1" smtClean="0">
                            <a:latin typeface="Cambria Math" panose="02040503050406030204" pitchFamily="18" charset="0"/>
                          </a:rPr>
                          <m:t>𝒙</m:t>
                        </m:r>
                      </m:e>
                      <m:sub>
                        <m:r>
                          <a:rPr lang="en-US" b="0" i="1" smtClean="0">
                            <a:latin typeface="Cambria Math" panose="02040503050406030204" pitchFamily="18" charset="0"/>
                          </a:rPr>
                          <m:t>𝑡</m:t>
                        </m:r>
                      </m:sub>
                      <m:sup>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𝒐</m:t>
                        </m:r>
                      </m:e>
                      <m:sub>
                        <m:r>
                          <a:rPr lang="en-US" b="0" i="1" smtClean="0">
                            <a:latin typeface="Cambria Math" panose="02040503050406030204" pitchFamily="18" charset="0"/>
                          </a:rPr>
                          <m:t>𝑡</m:t>
                        </m:r>
                      </m:sub>
                    </m:sSub>
                  </m:oMath>
                </a14:m>
                <a:r>
                  <a:rPr lang="en-US"/>
                  <a:t>, then </a:t>
                </a:r>
                <a14:m>
                  <m:oMath xmlns:m="http://schemas.openxmlformats.org/officeDocument/2006/math">
                    <m:sSubSup>
                      <m:sSubSupPr>
                        <m:ctrlPr>
                          <a:rPr lang="en-US" b="0" i="1" smtClean="0">
                            <a:latin typeface="Cambria Math" panose="02040503050406030204" pitchFamily="18" charset="0"/>
                          </a:rPr>
                        </m:ctrlPr>
                      </m:sSubSupPr>
                      <m:e>
                        <m:r>
                          <a:rPr lang="en-US" b="1" i="1" smtClean="0">
                            <a:latin typeface="Cambria Math" panose="02040503050406030204" pitchFamily="18" charset="0"/>
                          </a:rPr>
                          <m:t>𝒙</m:t>
                        </m:r>
                      </m:e>
                      <m:sub>
                        <m:r>
                          <a:rPr lang="en-US" b="0" i="1" smtClean="0">
                            <a:latin typeface="Cambria Math" panose="02040503050406030204" pitchFamily="18" charset="0"/>
                          </a:rPr>
                          <m:t>𝑡</m:t>
                        </m:r>
                      </m:sub>
                      <m:sup>
                        <m:r>
                          <a:rPr lang="en-US" b="0" i="1" smtClean="0">
                            <a:latin typeface="Cambria Math" panose="02040503050406030204" pitchFamily="18" charset="0"/>
                          </a:rPr>
                          <m:t>(</m:t>
                        </m:r>
                        <m:r>
                          <a:rPr lang="en-US" b="0" i="1" smtClean="0">
                            <a:latin typeface="Cambria Math" panose="02040503050406030204" pitchFamily="18" charset="0"/>
                          </a:rPr>
                          <m:t>2</m:t>
                        </m:r>
                        <m:r>
                          <a:rPr lang="en-US" b="0" i="1" smtClean="0">
                            <a:latin typeface="Cambria Math" panose="02040503050406030204" pitchFamily="18" charset="0"/>
                          </a:rPr>
                          <m:t>)</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1" i="1" smtClean="0">
                            <a:latin typeface="Cambria Math" panose="02040503050406030204" pitchFamily="18" charset="0"/>
                          </a:rPr>
                          <m:t>𝒙</m:t>
                        </m:r>
                      </m:e>
                      <m:sub>
                        <m:r>
                          <a:rPr lang="en-US" b="0" i="1" smtClean="0">
                            <a:latin typeface="Cambria Math" panose="02040503050406030204" pitchFamily="18" charset="0"/>
                          </a:rPr>
                          <m:t>𝑡</m:t>
                        </m:r>
                      </m:sub>
                      <m:sup>
                        <m:r>
                          <a:rPr lang="en-US" b="0" i="1" smtClean="0">
                            <a:latin typeface="Cambria Math" panose="02040503050406030204" pitchFamily="18" charset="0"/>
                          </a:rPr>
                          <m:t>(</m:t>
                        </m:r>
                        <m:r>
                          <a:rPr lang="en-US" b="0" i="1" smtClean="0">
                            <a:latin typeface="Cambria Math" panose="02040503050406030204" pitchFamily="18" charset="0"/>
                          </a:rPr>
                          <m:t>𝐿</m:t>
                        </m:r>
                        <m:r>
                          <a:rPr lang="en-US" b="0" i="1" smtClean="0">
                            <a:latin typeface="Cambria Math" panose="02040503050406030204" pitchFamily="18" charset="0"/>
                          </a:rPr>
                          <m:t>)</m:t>
                        </m:r>
                      </m:sup>
                    </m:sSubSup>
                  </m:oMath>
                </a14:m>
                <a:r>
                  <a:rPr lang="en-US"/>
                  <a:t> for </a:t>
                </a:r>
                <a14:m>
                  <m:oMath xmlns:m="http://schemas.openxmlformats.org/officeDocument/2006/math">
                    <m:r>
                      <a:rPr lang="en-US" i="1">
                        <a:latin typeface="Cambria Math" panose="02040503050406030204" pitchFamily="18" charset="0"/>
                        <a:cs typeface="DejaVu Math TeX Gyre" panose="02000503000000000000" charset="0"/>
                      </a:rPr>
                      <m:t>𝑡</m:t>
                    </m:r>
                    <m:r>
                      <a:rPr lang="en-US" i="1">
                        <a:latin typeface="Cambria Math" panose="02040503050406030204" pitchFamily="18" charset="0"/>
                        <a:cs typeface="DejaVu Math TeX Gyre" panose="02000503000000000000" charset="0"/>
                      </a:rPr>
                      <m:t>∈</m:t>
                    </m:r>
                    <m:d>
                      <m:dPr>
                        <m:begChr m:val="["/>
                        <m:endChr m:val="]"/>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𝑇</m:t>
                        </m:r>
                      </m:e>
                    </m:d>
                  </m:oMath>
                </a14:m>
                <a:endParaRPr lang="en-US"/>
              </a:p>
              <a:p>
                <a:r>
                  <a:rPr lang="en-US"/>
                  <a:t>Last layer </a:t>
                </a:r>
                <a14:m>
                  <m:oMath xmlns:m="http://schemas.openxmlformats.org/officeDocument/2006/math">
                    <m:r>
                      <a:rPr lang="en-US" i="1" dirty="0" smtClean="0">
                        <a:latin typeface="Cambria Math" panose="02040503050406030204" pitchFamily="18" charset="0"/>
                      </a:rPr>
                      <m:t>𝐿</m:t>
                    </m:r>
                  </m:oMath>
                </a14:m>
                <a:r>
                  <a:rPr lang="en-US"/>
                  <a:t> outputs are contextualized embeddings of first input layer </a:t>
                </a:r>
                <a14:m>
                  <m:oMath xmlns:m="http://schemas.openxmlformats.org/officeDocument/2006/math">
                    <m:r>
                      <a:rPr lang="en-US" i="1" dirty="0" smtClean="0">
                        <a:latin typeface="Cambria Math" panose="02040503050406030204" pitchFamily="18" charset="0"/>
                      </a:rPr>
                      <m:t>0</m:t>
                    </m:r>
                  </m:oMath>
                </a14:m>
                <a:r>
                  <a:rPr lang="en-US"/>
                  <a:t> </a:t>
                </a:r>
                <a:endParaRPr lang="en-US"/>
              </a:p>
            </p:txBody>
          </p:sp>
        </mc:Choice>
        <mc:Fallback>
          <p:sp>
            <p:nvSpPr>
              <p:cNvPr id="5" name="Content Placeholder 4"/>
              <p:cNvSpPr>
                <a:spLocks noRot="1" noChangeAspect="1" noMove="1" noResize="1" noEditPoints="1" noAdjustHandles="1" noChangeArrowheads="1" noChangeShapeType="1" noTextEdit="1"/>
              </p:cNvSpPr>
              <p:nvPr>
                <p:ph idx="1"/>
              </p:nvPr>
            </p:nvSpPr>
            <p:spPr>
              <a:blipFill rotWithShape="1">
                <a:blip r:embed="rId1"/>
                <a:stretch>
                  <a:fillRect l="-1" t="-3" r="4" b="3"/>
                </a:stretch>
              </a:blipFill>
            </p:spPr>
            <p:txBody>
              <a:bodyPr/>
              <a:lstStyle/>
              <a:p>
                <a:r>
                  <a:rPr lang="en-US" altLang="en-US">
                    <a:noFill/>
                  </a:rPr>
                  <a:t> </a:t>
                </a:r>
              </a:p>
            </p:txBody>
          </p:sp>
        </mc:Fallback>
      </mc:AlternateContent>
      <p:sp>
        <p:nvSpPr>
          <p:cNvPr id="6" name="Rectangle: Rounded Corners 5"/>
          <p:cNvSpPr/>
          <p:nvPr/>
        </p:nvSpPr>
        <p:spPr>
          <a:xfrm>
            <a:off x="4924425" y="5698490"/>
            <a:ext cx="7267575" cy="1159510"/>
          </a:xfrm>
          <a:prstGeom prst="round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800"/>
              <a:t>Multiple (bi-)LSTMs had been layered before Transformer was proposed</a:t>
            </a:r>
            <a:endParaRPr lang="en-IN" sz="2800"/>
          </a:p>
        </p:txBody>
      </p:sp>
      <mc:AlternateContent xmlns:mc="http://schemas.openxmlformats.org/markup-compatibility/2006" xmlns:p14="http://schemas.microsoft.com/office/powerpoint/2010/main">
        <mc:Choice Requires="p14">
          <p:contentPart r:id="rId2" p14:bwMode="auto">
            <p14:nvContentPartPr>
              <p14:cNvPr id="2" name="Ink 1"/>
              <p14:cNvContentPartPr/>
              <p14:nvPr/>
            </p14:nvContentPartPr>
            <p14:xfrm>
              <a:off x="2076480" y="2847960"/>
              <a:ext cx="4620600" cy="1284840"/>
            </p14:xfrm>
          </p:contentPart>
        </mc:Choice>
        <mc:Fallback xmlns="">
          <p:pic>
            <p:nvPicPr>
              <p:cNvPr id="2" name="Ink 1"/>
            </p:nvPicPr>
            <p:blipFill>
              <a:blip r:embed="rId3"/>
            </p:blipFill>
            <p:spPr>
              <a:xfrm>
                <a:off x="2076480" y="2847960"/>
                <a:ext cx="4620600" cy="1284840"/>
              </a:xfrm>
              <a:prstGeom prst="rect"/>
            </p:spPr>
          </p:pic>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a:t>Positional encoding</a:t>
            </a:r>
            <a:endParaRPr lang="en-US"/>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p:txBody>
              <a:bodyPr>
                <a:normAutofit lnSpcReduction="20000"/>
              </a:bodyPr>
              <a:lstStyle/>
              <a:p>
                <a:r>
                  <a:rPr lang="en-US"/>
                  <a:t>The 1-layer all-to-all attention network </a:t>
                </a:r>
                <a14:m>
                  <m:oMath xmlns:m="http://schemas.openxmlformats.org/officeDocument/2006/math">
                    <m:r>
                      <a:rPr lang="en-US" i="1">
                        <a:latin typeface="Cambria Math" panose="02040503050406030204" pitchFamily="18" charset="0"/>
                        <a:cs typeface="DejaVu Math TeX Gyre" panose="02000503000000000000" charset="0"/>
                      </a:rPr>
                      <m:t>𝑁</m:t>
                    </m:r>
                  </m:oMath>
                </a14:m>
                <a:r>
                  <a:rPr lang="en-US"/>
                  <a:t> described thus far is input order equivariant</a:t>
                </a:r>
                <a:endParaRPr lang="en-US"/>
              </a:p>
              <a:p>
                <a:pPr lvl="1"/>
                <a:r>
                  <a:rPr lang="en-US"/>
                  <a:t>For any permutation </a:t>
                </a:r>
                <a14:m>
                  <m:oMath xmlns:m="http://schemas.openxmlformats.org/officeDocument/2006/math">
                    <m:r>
                      <a:rPr lang="en-US" i="1">
                        <a:latin typeface="Cambria Math" panose="02040503050406030204" pitchFamily="18" charset="0"/>
                        <a:cs typeface="DejaVu Math TeX Gyre" panose="02000503000000000000" charset="0"/>
                      </a:rPr>
                      <m:t>𝜋</m:t>
                    </m:r>
                    <m:r>
                      <a:rPr lang="en-US" i="1">
                        <a:latin typeface="Cambria Math" panose="02040503050406030204" pitchFamily="18" charset="0"/>
                        <a:cs typeface="DejaVu Math TeX Gyre" panose="02000503000000000000" charset="0"/>
                      </a:rPr>
                      <m:t>:</m:t>
                    </m:r>
                    <m:d>
                      <m:dPr>
                        <m:begChr m:val="["/>
                        <m:endChr m:val="]"/>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𝑇</m:t>
                        </m:r>
                      </m:e>
                    </m:d>
                    <m:r>
                      <a:rPr lang="en-US" i="1">
                        <a:latin typeface="Cambria Math" panose="02040503050406030204" pitchFamily="18" charset="0"/>
                        <a:cs typeface="DejaVu Math TeX Gyre" panose="02000503000000000000" charset="0"/>
                      </a:rPr>
                      <m:t>↔</m:t>
                    </m:r>
                    <m:d>
                      <m:dPr>
                        <m:begChr m:val="["/>
                        <m:endChr m:val="]"/>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𝑇</m:t>
                        </m:r>
                      </m:e>
                    </m:d>
                  </m:oMath>
                </a14:m>
                <a:r>
                  <a:rPr lang="en-US"/>
                  <a:t>, if </a:t>
                </a:r>
                <a14:m>
                  <m:oMath xmlns:m="http://schemas.openxmlformats.org/officeDocument/2006/math">
                    <m:r>
                      <a:rPr lang="en-US" i="1">
                        <a:latin typeface="Cambria Math" panose="02040503050406030204" pitchFamily="18" charset="0"/>
                        <a:cs typeface="DejaVu Math TeX Gyre" panose="02000503000000000000" charset="0"/>
                      </a:rPr>
                      <m:t>𝑁</m:t>
                    </m:r>
                    <m:r>
                      <a:rPr lang="en-US" i="1">
                        <a:latin typeface="Cambria Math" panose="02040503050406030204" pitchFamily="18" charset="0"/>
                        <a:cs typeface="DejaVu Math TeX Gyre" panose="02000503000000000000" charset="0"/>
                      </a:rPr>
                      <m:t>(</m:t>
                    </m:r>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𝑥</m:t>
                        </m:r>
                      </m:e>
                      <m:sub>
                        <m:r>
                          <a:rPr lang="en-US" i="1">
                            <a:latin typeface="Cambria Math" panose="02040503050406030204" pitchFamily="18" charset="0"/>
                            <a:cs typeface="DejaVu Math TeX Gyre" panose="02000503000000000000" charset="0"/>
                          </a:rPr>
                          <m:t>1</m:t>
                        </m:r>
                      </m:sub>
                    </m:sSub>
                    <m:r>
                      <a:rPr lang="en-US" i="1">
                        <a:latin typeface="Cambria Math" panose="02040503050406030204" pitchFamily="18" charset="0"/>
                        <a:cs typeface="DejaVu Math TeX Gyre" panose="02000503000000000000" charset="0"/>
                      </a:rPr>
                      <m:t>,⋯,</m:t>
                    </m:r>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𝑥</m:t>
                        </m:r>
                      </m:e>
                      <m:sub>
                        <m:r>
                          <a:rPr lang="en-US" i="1">
                            <a:latin typeface="Cambria Math" panose="02040503050406030204" pitchFamily="18" charset="0"/>
                            <a:cs typeface="DejaVu Math TeX Gyre" panose="02000503000000000000" charset="0"/>
                          </a:rPr>
                          <m:t>𝑇</m:t>
                        </m:r>
                      </m:sub>
                    </m:sSub>
                    <m:r>
                      <a:rPr lang="en-US" i="1">
                        <a:latin typeface="Cambria Math" panose="02040503050406030204" pitchFamily="18" charset="0"/>
                        <a:cs typeface="DejaVu Math TeX Gyre" panose="02000503000000000000" charset="0"/>
                      </a:rPr>
                      <m:t>)=</m:t>
                    </m:r>
                    <m:d>
                      <m:dPr>
                        <m:ctrlPr>
                          <a:rPr lang="en-US" i="1">
                            <a:latin typeface="Cambria Math" panose="02040503050406030204" pitchFamily="18" charset="0"/>
                            <a:cs typeface="DejaVu Math TeX Gyre" panose="02000503000000000000" charset="0"/>
                          </a:rPr>
                        </m:ctrlPr>
                      </m:dPr>
                      <m:e>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𝑜</m:t>
                            </m:r>
                          </m:e>
                          <m:sub>
                            <m:r>
                              <a:rPr lang="en-US" i="1">
                                <a:latin typeface="Cambria Math" panose="02040503050406030204" pitchFamily="18" charset="0"/>
                                <a:cs typeface="DejaVu Math TeX Gyre" panose="02000503000000000000" charset="0"/>
                              </a:rPr>
                              <m:t>1</m:t>
                            </m:r>
                          </m:sub>
                        </m:sSub>
                        <m:r>
                          <a:rPr lang="en-US" i="1">
                            <a:latin typeface="Cambria Math" panose="02040503050406030204" pitchFamily="18" charset="0"/>
                            <a:cs typeface="DejaVu Math TeX Gyre" panose="02000503000000000000" charset="0"/>
                          </a:rPr>
                          <m:t>,⋯,</m:t>
                        </m:r>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𝑜</m:t>
                            </m:r>
                          </m:e>
                          <m:sub>
                            <m:r>
                              <a:rPr lang="en-US" i="1">
                                <a:latin typeface="Cambria Math" panose="02040503050406030204" pitchFamily="18" charset="0"/>
                                <a:cs typeface="DejaVu Math TeX Gyre" panose="02000503000000000000" charset="0"/>
                              </a:rPr>
                              <m:t>𝑇</m:t>
                            </m:r>
                          </m:sub>
                        </m:sSub>
                      </m:e>
                    </m:d>
                  </m:oMath>
                </a14:m>
                <a:r>
                  <a:rPr lang="en-US"/>
                  <a:t>, then we have </a:t>
                </a:r>
                <a14:m>
                  <m:oMath xmlns:m="http://schemas.openxmlformats.org/officeDocument/2006/math">
                    <m:r>
                      <a:rPr lang="en-US" i="1">
                        <a:latin typeface="Cambria Math" panose="02040503050406030204" pitchFamily="18" charset="0"/>
                        <a:cs typeface="DejaVu Math TeX Gyre" panose="02000503000000000000" charset="0"/>
                      </a:rPr>
                      <m:t>𝑁</m:t>
                    </m:r>
                    <m:d>
                      <m:dPr>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𝜋</m:t>
                        </m:r>
                        <m:d>
                          <m:dPr>
                            <m:ctrlPr>
                              <a:rPr lang="en-US" i="1">
                                <a:latin typeface="Cambria Math" panose="02040503050406030204" pitchFamily="18" charset="0"/>
                                <a:cs typeface="DejaVu Math TeX Gyre" panose="02000503000000000000" charset="0"/>
                              </a:rPr>
                            </m:ctrlPr>
                          </m:dPr>
                          <m:e>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𝑥</m:t>
                                </m:r>
                              </m:e>
                              <m:sub>
                                <m:r>
                                  <a:rPr lang="en-US" i="1">
                                    <a:latin typeface="Cambria Math" panose="02040503050406030204" pitchFamily="18" charset="0"/>
                                    <a:cs typeface="DejaVu Math TeX Gyre" panose="02000503000000000000" charset="0"/>
                                  </a:rPr>
                                  <m:t>1</m:t>
                                </m:r>
                              </m:sub>
                            </m:sSub>
                            <m:r>
                              <a:rPr lang="en-US" i="1">
                                <a:latin typeface="Cambria Math" panose="02040503050406030204" pitchFamily="18" charset="0"/>
                                <a:cs typeface="DejaVu Math TeX Gyre" panose="02000503000000000000" charset="0"/>
                              </a:rPr>
                              <m:t>,⋯,</m:t>
                            </m:r>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𝑥</m:t>
                                </m:r>
                              </m:e>
                              <m:sub>
                                <m:r>
                                  <a:rPr lang="en-US" i="1">
                                    <a:latin typeface="Cambria Math" panose="02040503050406030204" pitchFamily="18" charset="0"/>
                                    <a:cs typeface="DejaVu Math TeX Gyre" panose="02000503000000000000" charset="0"/>
                                  </a:rPr>
                                  <m:t>𝑇</m:t>
                                </m:r>
                              </m:sub>
                            </m:sSub>
                          </m:e>
                        </m:d>
                      </m:e>
                    </m:d>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𝜋</m:t>
                    </m:r>
                    <m:d>
                      <m:dPr>
                        <m:ctrlPr>
                          <a:rPr lang="en-US" i="1">
                            <a:latin typeface="Cambria Math" panose="02040503050406030204" pitchFamily="18" charset="0"/>
                            <a:cs typeface="DejaVu Math TeX Gyre" panose="02000503000000000000" charset="0"/>
                          </a:rPr>
                        </m:ctrlPr>
                      </m:dPr>
                      <m:e>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𝑜</m:t>
                            </m:r>
                          </m:e>
                          <m:sub>
                            <m:r>
                              <a:rPr lang="en-US" i="1">
                                <a:latin typeface="Cambria Math" panose="02040503050406030204" pitchFamily="18" charset="0"/>
                                <a:cs typeface="DejaVu Math TeX Gyre" panose="02000503000000000000" charset="0"/>
                              </a:rPr>
                              <m:t>1</m:t>
                            </m:r>
                          </m:sub>
                        </m:sSub>
                        <m:r>
                          <a:rPr lang="en-US" i="1">
                            <a:latin typeface="Cambria Math" panose="02040503050406030204" pitchFamily="18" charset="0"/>
                            <a:cs typeface="DejaVu Math TeX Gyre" panose="02000503000000000000" charset="0"/>
                          </a:rPr>
                          <m:t>,⋯,</m:t>
                        </m:r>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𝑜</m:t>
                            </m:r>
                          </m:e>
                          <m:sub>
                            <m:r>
                              <a:rPr lang="en-US" i="1">
                                <a:latin typeface="Cambria Math" panose="02040503050406030204" pitchFamily="18" charset="0"/>
                                <a:cs typeface="DejaVu Math TeX Gyre" panose="02000503000000000000" charset="0"/>
                              </a:rPr>
                              <m:t>𝑇</m:t>
                            </m:r>
                          </m:sub>
                        </m:sSub>
                      </m:e>
                    </m:d>
                  </m:oMath>
                </a14:m>
                <a:endParaRPr lang="en-US" i="1">
                  <a:latin typeface="DejaVu Math TeX Gyre" panose="02000503000000000000" charset="0"/>
                  <a:cs typeface="DejaVu Math TeX Gyre" panose="02000503000000000000" charset="0"/>
                </a:endParaRPr>
              </a:p>
              <a:p>
                <a:pPr lvl="0"/>
                <a:r>
                  <a:rPr lang="en-US"/>
                  <a:t>Meanwhile, RNNs can count tokens, so they are clearly not order equivariant</a:t>
                </a:r>
                <a:endParaRPr lang="en-US"/>
              </a:p>
              <a:p>
                <a:pPr lvl="0"/>
                <a:r>
                  <a:rPr lang="en-US"/>
                  <a:t>Will discuss three ways to restore this info to transformers: absolute, relative, rotational </a:t>
                </a:r>
                <a:endParaRPr lang="en-US"/>
              </a:p>
            </p:txBody>
          </p:sp>
        </mc:Choice>
        <mc:Fallback>
          <p:sp>
            <p:nvSpPr>
              <p:cNvPr id="5" name="Content Placeholder 4"/>
              <p:cNvSpPr>
                <a:spLocks noRot="1" noChangeAspect="1" noMove="1" noResize="1" noEditPoints="1" noAdjustHandles="1" noChangeArrowheads="1" noChangeShapeType="1" noTextEdit="1"/>
              </p:cNvSpPr>
              <p:nvPr>
                <p:ph idx="1"/>
              </p:nvPr>
            </p:nvSpPr>
            <p:spPr>
              <a:blipFill rotWithShape="1">
                <a:blip r:embed="rId1"/>
                <a:stretch>
                  <a:fillRect l="-1" t="-1262" r="4" b="3"/>
                </a:stretch>
              </a:blipFill>
            </p:spPr>
            <p:txBody>
              <a:bodyPr/>
              <a:lstStyle/>
              <a:p>
                <a:r>
                  <a:rPr lang="en-US" altLang="en-US">
                    <a:noFill/>
                  </a:rPr>
                  <a:t> </a:t>
                </a:r>
              </a:p>
            </p:txBody>
          </p:sp>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a:t>Notation for positional embeddings</a:t>
            </a:r>
            <a:endParaRPr lang="en-US"/>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p:txBody>
              <a:bodyPr/>
              <a:lstStyle/>
              <a:p>
                <a:r>
                  <a:rPr lang="en-US"/>
                  <a:t>Query, key and value vectors are for computing attention from position </a:t>
                </a:r>
                <a14:m>
                  <m:oMath xmlns:m="http://schemas.openxmlformats.org/officeDocument/2006/math">
                    <m:r>
                      <a:rPr lang="en-US" i="1">
                        <a:latin typeface="Cambria Math" panose="02040503050406030204" pitchFamily="18" charset="0"/>
                        <a:cs typeface="DejaVu Math TeX Gyre" panose="02000503000000000000" charset="0"/>
                      </a:rPr>
                      <m:t>𝑚</m:t>
                    </m:r>
                  </m:oMath>
                </a14:m>
                <a:r>
                  <a:rPr lang="en-US"/>
                  <a:t> to position </a:t>
                </a:r>
                <a14:m>
                  <m:oMath xmlns:m="http://schemas.openxmlformats.org/officeDocument/2006/math">
                    <m:r>
                      <a:rPr lang="en-US" i="1">
                        <a:latin typeface="Cambria Math" panose="02040503050406030204" pitchFamily="18" charset="0"/>
                        <a:cs typeface="DejaVu Math TeX Gyre" panose="02000503000000000000" charset="0"/>
                      </a:rPr>
                      <m:t>𝑛</m:t>
                    </m:r>
                  </m:oMath>
                </a14:m>
                <a:endParaRPr lang="en-US" i="1">
                  <a:latin typeface="DejaVu Math TeX Gyre" panose="02000503000000000000" charset="0"/>
                  <a:cs typeface="DejaVu Math TeX Gyre" panose="02000503000000000000" charset="0"/>
                </a:endParaRPr>
              </a:p>
              <a:p>
                <a:pPr lvl="1"/>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𝑓</m:t>
                        </m:r>
                      </m:e>
                      <m:sub>
                        <m:r>
                          <a:rPr lang="en-US" i="1">
                            <a:latin typeface="Cambria Math" panose="02040503050406030204" pitchFamily="18" charset="0"/>
                            <a:cs typeface="DejaVu Math TeX Gyre" panose="02000503000000000000" charset="0"/>
                          </a:rPr>
                          <m:t>𝑄</m:t>
                        </m:r>
                      </m:sub>
                    </m:sSub>
                    <m:d>
                      <m:dPr>
                        <m:ctrlPr>
                          <a:rPr lang="en-US" i="1">
                            <a:latin typeface="Cambria Math" panose="02040503050406030204" pitchFamily="18" charset="0"/>
                            <a:cs typeface="DejaVu Math TeX Gyre" panose="02000503000000000000" charset="0"/>
                          </a:rPr>
                        </m:ctrlPr>
                      </m:dPr>
                      <m:e>
                        <m:r>
                          <a:rPr lang="en-US" b="1" i="1">
                            <a:latin typeface="Cambria Math" panose="02040503050406030204" pitchFamily="18" charset="0"/>
                            <a:cs typeface="DejaVu Math TeX Gyre" panose="02000503000000000000" charset="0"/>
                          </a:rPr>
                          <m:t>𝒙</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𝑚</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𝑛</m:t>
                        </m:r>
                      </m:e>
                    </m:d>
                  </m:oMath>
                </a14:m>
                <a:r>
                  <a:rPr lang="en-US"/>
                  <a:t> where </a:t>
                </a:r>
                <a14:m>
                  <m:oMath xmlns:m="http://schemas.openxmlformats.org/officeDocument/2006/math">
                    <m:r>
                      <a:rPr lang="en-US" b="1" i="1">
                        <a:latin typeface="Cambria Math" panose="02040503050406030204" pitchFamily="18" charset="0"/>
                        <a:cs typeface="DejaVu Math TeX Gyre" panose="02000503000000000000" charset="0"/>
                      </a:rPr>
                      <m:t>𝒙</m:t>
                    </m:r>
                  </m:oMath>
                </a14:m>
                <a:r>
                  <a:rPr lang="en-US"/>
                  <a:t> is a vector and </a:t>
                </a:r>
                <a14:m>
                  <m:oMath xmlns:m="http://schemas.openxmlformats.org/officeDocument/2006/math">
                    <m:r>
                      <a:rPr lang="en-US" i="1">
                        <a:latin typeface="Cambria Math" panose="02040503050406030204" pitchFamily="18" charset="0"/>
                        <a:cs typeface="DejaVu Math TeX Gyre" panose="02000503000000000000" charset="0"/>
                      </a:rPr>
                      <m:t>𝑚</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𝑛</m:t>
                    </m:r>
                  </m:oMath>
                </a14:m>
                <a:r>
                  <a:rPr lang="en-US"/>
                  <a:t> are positions</a:t>
                </a:r>
                <a:endParaRPr lang="en-US"/>
              </a:p>
              <a:p>
                <a:pPr lvl="1"/>
                <a:r>
                  <a:rPr lang="en-US"/>
                  <a:t>Similarly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𝑓</m:t>
                        </m:r>
                      </m:e>
                      <m:sub>
                        <m:r>
                          <a:rPr lang="en-US" i="1">
                            <a:latin typeface="Cambria Math" panose="02040503050406030204" pitchFamily="18" charset="0"/>
                            <a:cs typeface="DejaVu Math TeX Gyre" panose="02000503000000000000" charset="0"/>
                          </a:rPr>
                          <m:t>𝐾</m:t>
                        </m:r>
                      </m:sub>
                    </m:sSub>
                    <m:d>
                      <m:dPr>
                        <m:ctrlPr>
                          <a:rPr lang="en-US" i="1">
                            <a:latin typeface="Cambria Math" panose="02040503050406030204" pitchFamily="18" charset="0"/>
                            <a:cs typeface="DejaVu Math TeX Gyre" panose="02000503000000000000" charset="0"/>
                          </a:rPr>
                        </m:ctrlPr>
                      </m:dPr>
                      <m:e>
                        <m:r>
                          <a:rPr lang="en-US" b="1" i="1">
                            <a:latin typeface="Cambria Math" panose="02040503050406030204" pitchFamily="18" charset="0"/>
                            <a:cs typeface="DejaVu Math TeX Gyre" panose="02000503000000000000" charset="0"/>
                          </a:rPr>
                          <m:t>𝒙</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𝑚</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𝑛</m:t>
                        </m:r>
                      </m:e>
                    </m:d>
                  </m:oMath>
                </a14:m>
                <a:r>
                  <a:rPr lang="en-US"/>
                  <a:t> and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𝑓</m:t>
                        </m:r>
                      </m:e>
                      <m:sub>
                        <m:r>
                          <a:rPr lang="en-US" i="1">
                            <a:latin typeface="Cambria Math" panose="02040503050406030204" pitchFamily="18" charset="0"/>
                            <a:cs typeface="DejaVu Math TeX Gyre" panose="02000503000000000000" charset="0"/>
                          </a:rPr>
                          <m:t>𝑉</m:t>
                        </m:r>
                      </m:sub>
                    </m:sSub>
                    <m:d>
                      <m:dPr>
                        <m:ctrlPr>
                          <a:rPr lang="en-US" i="1">
                            <a:latin typeface="Cambria Math" panose="02040503050406030204" pitchFamily="18" charset="0"/>
                            <a:cs typeface="DejaVu Math TeX Gyre" panose="02000503000000000000" charset="0"/>
                          </a:rPr>
                        </m:ctrlPr>
                      </m:dPr>
                      <m:e>
                        <m:r>
                          <a:rPr lang="en-US" b="1" i="1">
                            <a:latin typeface="Cambria Math" panose="02040503050406030204" pitchFamily="18" charset="0"/>
                            <a:cs typeface="DejaVu Math TeX Gyre" panose="02000503000000000000" charset="0"/>
                          </a:rPr>
                          <m:t>𝒙</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𝑚</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𝑛</m:t>
                        </m:r>
                      </m:e>
                    </m:d>
                  </m:oMath>
                </a14:m>
                <a:endParaRPr lang="en-US" i="1">
                  <a:latin typeface="DejaVu Math TeX Gyre" panose="02000503000000000000" charset="0"/>
                  <a:cs typeface="DejaVu Math TeX Gyre" panose="02000503000000000000" charset="0"/>
                </a:endParaRPr>
              </a:p>
              <a:p>
                <a:pPr lvl="1"/>
                <a:r>
                  <a:rPr lang="en-US"/>
                  <a:t>May ignore some input positions depending on absolute, relative, etc.</a:t>
                </a:r>
                <a:endParaRPr lang="en-US"/>
              </a:p>
            </p:txBody>
          </p:sp>
        </mc:Choice>
        <mc:Fallback>
          <p:sp>
            <p:nvSpPr>
              <p:cNvPr id="5" name="Content Placeholder 4"/>
              <p:cNvSpPr>
                <a:spLocks noRot="1" noChangeAspect="1" noMove="1" noResize="1" noEditPoints="1" noAdjustHandles="1" noChangeArrowheads="1" noChangeShapeType="1" noTextEdit="1"/>
              </p:cNvSpPr>
              <p:nvPr>
                <p:ph idx="1"/>
              </p:nvPr>
            </p:nvSpPr>
            <p:spPr>
              <a:blipFill rotWithShape="1">
                <a:blip r:embed="rId1"/>
                <a:stretch>
                  <a:fillRect l="-1" t="-3" r="4" b="3"/>
                </a:stretch>
              </a:blipFill>
            </p:spPr>
            <p:txBody>
              <a:bodyPr/>
              <a:lstStyle/>
              <a:p>
                <a:r>
                  <a:rPr lang="en-US" altLang="en-US">
                    <a:noFill/>
                  </a:rPr>
                  <a:t> </a:t>
                </a:r>
              </a:p>
            </p:txBody>
          </p:sp>
        </mc:Fallback>
      </mc:AlternateContent>
      <mc:AlternateContent xmlns:mc="http://schemas.openxmlformats.org/markup-compatibility/2006" xmlns:p14="http://schemas.microsoft.com/office/powerpoint/2010/main">
        <mc:Choice Requires="p14">
          <p:contentPart r:id="rId2" p14:bwMode="auto">
            <p14:nvContentPartPr>
              <p14:cNvPr id="2" name="Ink 1"/>
              <p14:cNvContentPartPr/>
              <p14:nvPr/>
            </p14:nvContentPartPr>
            <p14:xfrm>
              <a:off x="2485800" y="2347200"/>
              <a:ext cx="462240" cy="187560"/>
            </p14:xfrm>
          </p:contentPart>
        </mc:Choice>
        <mc:Fallback xmlns="">
          <p:pic>
            <p:nvPicPr>
              <p:cNvPr id="2" name="Ink 1"/>
            </p:nvPicPr>
            <p:blipFill>
              <a:blip r:embed="rId3"/>
            </p:blipFill>
            <p:spPr>
              <a:xfrm>
                <a:off x="2485800" y="2347200"/>
                <a:ext cx="462240" cy="187560"/>
              </a:xfrm>
              <a:prstGeom prst="rect"/>
            </p:spPr>
          </p:pic>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Absolute positional encoding</a:t>
            </a:r>
            <a:endParaRPr lang="en-IN"/>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p:txBody>
              <a:bodyPr>
                <a:normAutofit fontScale="70000"/>
              </a:bodyPr>
              <a:lstStyle/>
              <a:p>
                <a:r>
                  <a:rPr lang="en-US"/>
                  <a:t>May help in named entity tagging</a:t>
                </a:r>
                <a:endParaRPr lang="en-US"/>
              </a:p>
              <a:p>
                <a:pPr lvl="1"/>
                <a:r>
                  <a:rPr lang="en-US"/>
                  <a:t>Paper title followed by authors then affiliation</a:t>
                </a:r>
                <a:endParaRPr lang="en-US"/>
              </a:p>
              <a:p>
                <a:pPr lvl="0"/>
                <a:r>
                  <a:rPr lang="en-US" sz="4400"/>
                  <a:t>Position embedding matrix </a:t>
                </a:r>
                <a14:m>
                  <m:oMath xmlns:m="http://schemas.openxmlformats.org/officeDocument/2006/math">
                    <m:r>
                      <a:rPr lang="en-US" sz="4400" b="1" i="1">
                        <a:latin typeface="Cambria Math" panose="02040503050406030204" pitchFamily="18" charset="0"/>
                        <a:cs typeface="DejaVu Math TeX Gyre" panose="02000503000000000000" charset="0"/>
                      </a:rPr>
                      <m:t>𝑷</m:t>
                    </m:r>
                    <m:r>
                      <a:rPr lang="en-US" sz="4400" i="1">
                        <a:latin typeface="Cambria Math" panose="02040503050406030204" pitchFamily="18" charset="0"/>
                        <a:cs typeface="DejaVu Math TeX Gyre" panose="02000503000000000000" charset="0"/>
                      </a:rPr>
                      <m:t>∈</m:t>
                    </m:r>
                    <m:sSup>
                      <m:sSupPr>
                        <m:ctrlPr>
                          <a:rPr lang="en-US" sz="4400"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ℝ</m:t>
                        </m:r>
                      </m:e>
                      <m:sup>
                        <m:r>
                          <a:rPr lang="en-US" sz="4400" i="1">
                            <a:latin typeface="Cambria Math" panose="02040503050406030204" pitchFamily="18" charset="0"/>
                            <a:cs typeface="DejaVu Math TeX Gyre" panose="02000503000000000000" charset="0"/>
                          </a:rPr>
                          <m:t>𝐷</m:t>
                        </m:r>
                        <m:r>
                          <a:rPr lang="en-US" sz="4400" i="1">
                            <a:latin typeface="Cambria Math" panose="02040503050406030204" pitchFamily="18" charset="0"/>
                            <a:cs typeface="DejaVu Math TeX Gyre" panose="02000503000000000000" charset="0"/>
                          </a:rPr>
                          <m:t>×</m:t>
                        </m:r>
                        <m:r>
                          <a:rPr lang="en-US" sz="4400" i="1">
                            <a:latin typeface="Cambria Math" panose="02040503050406030204" pitchFamily="18" charset="0"/>
                            <a:cs typeface="DejaVu Math TeX Gyre" panose="02000503000000000000" charset="0"/>
                          </a:rPr>
                          <m:t>𝑇</m:t>
                        </m:r>
                      </m:sup>
                    </m:sSup>
                  </m:oMath>
                </a14:m>
                <a:endParaRPr lang="en-US" sz="4400" i="1">
                  <a:latin typeface="DejaVu Math TeX Gyre" panose="02000503000000000000" charset="0"/>
                  <a:cs typeface="DejaVu Math TeX Gyre" panose="02000503000000000000" charset="0"/>
                </a:endParaRPr>
              </a:p>
              <a:p>
                <a:pPr lvl="1"/>
                <a:r>
                  <a:rPr lang="en-US"/>
                  <a:t>Column </a:t>
                </a:r>
                <a14:m>
                  <m:oMath xmlns:m="http://schemas.openxmlformats.org/officeDocument/2006/math">
                    <m:r>
                      <a:rPr lang="en-US" b="1" i="1">
                        <a:latin typeface="Cambria Math" panose="02040503050406030204" pitchFamily="18" charset="0"/>
                        <a:cs typeface="DejaVu Math TeX Gyre" panose="02000503000000000000" charset="0"/>
                      </a:rPr>
                      <m:t>𝑷</m:t>
                    </m:r>
                    <m:d>
                      <m:dPr>
                        <m:begChr m:val="["/>
                        <m:endChr m:val="]"/>
                        <m:ctrlPr>
                          <a:rPr lang="en-US" b="1" i="1">
                            <a:latin typeface="Cambria Math" panose="02040503050406030204" pitchFamily="18" charset="0"/>
                            <a:cs typeface="DejaVu Math TeX Gyre" panose="02000503000000000000" charset="0"/>
                          </a:rPr>
                        </m:ctrlPr>
                      </m:dPr>
                      <m:e>
                        <m:r>
                          <a:rPr lang="en-US" b="1"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𝑡</m:t>
                        </m:r>
                      </m:e>
                    </m:d>
                  </m:oMath>
                </a14:m>
                <a:r>
                  <a:rPr lang="en-US"/>
                  <a:t> written as </a:t>
                </a:r>
                <a14:m>
                  <m:oMath xmlns:m="http://schemas.openxmlformats.org/officeDocument/2006/math">
                    <m:r>
                      <a:rPr lang="en-US" b="1" i="1">
                        <a:latin typeface="Cambria Math" panose="02040503050406030204" pitchFamily="18" charset="0"/>
                        <a:cs typeface="DejaVu Math TeX Gyre" panose="02000503000000000000" charset="0"/>
                      </a:rPr>
                      <m:t>𝒑</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𝑡</m:t>
                    </m:r>
                    <m:r>
                      <a:rPr lang="en-US" i="1">
                        <a:latin typeface="Cambria Math" panose="02040503050406030204" pitchFamily="18" charset="0"/>
                        <a:cs typeface="DejaVu Math TeX Gyre" panose="02000503000000000000" charset="0"/>
                      </a:rPr>
                      <m:t>]</m:t>
                    </m:r>
                  </m:oMath>
                </a14:m>
                <a:endParaRPr lang="en-US" i="1">
                  <a:latin typeface="DejaVu Math TeX Gyre" panose="02000503000000000000" charset="0"/>
                  <a:cs typeface="DejaVu Math TeX Gyre" panose="02000503000000000000" charset="0"/>
                </a:endParaRPr>
              </a:p>
              <a:p>
                <a:pPr lvl="1"/>
                <a:r>
                  <a:rPr lang="en-US"/>
                  <a:t>May be trainable or fixed (sine/cosine, gray code, etc.)</a:t>
                </a:r>
                <a:endParaRPr lang="en-US"/>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𝑄</m:t>
                        </m:r>
                      </m:sub>
                    </m:sSub>
                    <m:d>
                      <m:dPr>
                        <m:ctrlPr>
                          <a:rPr lang="en-US" i="1">
                            <a:latin typeface="Cambria Math" panose="02040503050406030204" pitchFamily="18" charset="0"/>
                          </a:rPr>
                        </m:ctrlPr>
                      </m:dPr>
                      <m:e>
                        <m:r>
                          <a:rPr lang="en-US" b="1" i="1">
                            <a:latin typeface="Cambria Math" panose="02040503050406030204" pitchFamily="18" charset="0"/>
                          </a:rPr>
                          <m:t>𝒙</m:t>
                        </m:r>
                        <m:r>
                          <a:rPr lang="en-US" b="0" i="1" smtClean="0">
                            <a:latin typeface="Cambria Math" panose="02040503050406030204" pitchFamily="18" charset="0"/>
                          </a:rPr>
                          <m:t>,</m:t>
                        </m:r>
                        <m:r>
                          <a:rPr lang="en-US" b="0" i="1" smtClean="0">
                            <a:effectLst>
                              <a:glow rad="228600">
                                <a:schemeClr val="accent4">
                                  <a:satMod val="175000"/>
                                  <a:alpha val="40000"/>
                                </a:schemeClr>
                              </a:glow>
                            </a:effectLst>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e>
                    </m:d>
                    <m:r>
                      <a:rPr lang="en-US" b="0" i="1" smtClean="0">
                        <a:latin typeface="Cambria Math" panose="02040503050406030204" pitchFamily="18" charset="0"/>
                      </a:rPr>
                      <m:t>=</m:t>
                    </m:r>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𝑊</m:t>
                        </m:r>
                      </m:e>
                      <m:sub>
                        <m:r>
                          <a:rPr lang="en-US" i="1">
                            <a:latin typeface="Cambria Math" panose="02040503050406030204" pitchFamily="18" charset="0"/>
                            <a:cs typeface="DejaVu Math TeX Gyre" panose="02000503000000000000" charset="0"/>
                          </a:rPr>
                          <m:t>𝑄</m:t>
                        </m:r>
                      </m:sub>
                    </m:sSub>
                    <m:d>
                      <m:dPr>
                        <m:ctrlPr>
                          <a:rPr lang="en-US" i="1">
                            <a:latin typeface="Cambria Math" panose="02040503050406030204" pitchFamily="18" charset="0"/>
                            <a:cs typeface="DejaVu Math TeX Gyre" panose="02000503000000000000" charset="0"/>
                          </a:rPr>
                        </m:ctrlPr>
                      </m:dPr>
                      <m:e>
                        <m:r>
                          <a:rPr lang="en-US" b="1" i="1">
                            <a:latin typeface="Cambria Math" panose="02040503050406030204" pitchFamily="18" charset="0"/>
                          </a:rPr>
                          <m:t>𝒙</m:t>
                        </m:r>
                        <m:r>
                          <a:rPr lang="en-US" b="0" i="1" smtClean="0">
                            <a:latin typeface="Cambria Math" panose="02040503050406030204" pitchFamily="18" charset="0"/>
                          </a:rPr>
                          <m:t>+</m:t>
                        </m:r>
                        <m:r>
                          <a:rPr lang="en-US" b="1" i="1">
                            <a:latin typeface="Cambria Math" panose="02040503050406030204" pitchFamily="18" charset="0"/>
                            <a:cs typeface="DejaVu Math TeX Gyre" panose="02000503000000000000" charset="0"/>
                          </a:rPr>
                          <m:t>𝒑</m:t>
                        </m:r>
                        <m:r>
                          <a:rPr lang="en-US" i="1">
                            <a:latin typeface="Cambria Math" panose="02040503050406030204" pitchFamily="18" charset="0"/>
                            <a:cs typeface="DejaVu Math TeX Gyre" panose="02000503000000000000" charset="0"/>
                          </a:rPr>
                          <m:t>[</m:t>
                        </m:r>
                        <m:r>
                          <a:rPr lang="en-US" i="1">
                            <a:effectLst>
                              <a:glow rad="228600">
                                <a:schemeClr val="accent4">
                                  <a:satMod val="175000"/>
                                  <a:alpha val="40000"/>
                                </a:schemeClr>
                              </a:glow>
                            </a:effectLst>
                            <a:latin typeface="Cambria Math" panose="02040503050406030204" pitchFamily="18" charset="0"/>
                            <a:cs typeface="DejaVu Math TeX Gyre" panose="02000503000000000000" charset="0"/>
                          </a:rPr>
                          <m:t>𝑚</m:t>
                        </m:r>
                        <m:r>
                          <a:rPr lang="en-US" i="1">
                            <a:latin typeface="Cambria Math" panose="02040503050406030204" pitchFamily="18" charset="0"/>
                            <a:cs typeface="DejaVu Math TeX Gyre" panose="02000503000000000000" charset="0"/>
                          </a:rPr>
                          <m:t>]</m:t>
                        </m:r>
                      </m:e>
                    </m:d>
                  </m:oMath>
                </a14:m>
                <a:r>
                  <a:rPr lang="en-US" i="1">
                    <a:latin typeface="DejaVu Math TeX Gyre" panose="02000503000000000000" charset="0"/>
                    <a:cs typeface="DejaVu Math TeX Gyre" panose="02000503000000000000" charset="0"/>
                  </a:rPr>
                  <a:t>  </a:t>
                </a:r>
                <a:r>
                  <a:rPr lang="en-US" i="1">
                    <a:latin typeface="Arial" panose="020B0604020202020204" pitchFamily="34" charset="0"/>
                    <a:cs typeface="Arial" panose="020B0604020202020204" pitchFamily="34" charset="0"/>
                  </a:rPr>
                  <a:t>… concat or add?</a:t>
                </a:r>
                <a:endParaRPr lang="en-US" i="1">
                  <a:latin typeface="DejaVu Math TeX Gyre" panose="02000503000000000000" charset="0"/>
                  <a:cs typeface="DejaVu Math TeX Gyre" panose="02000503000000000000" charset="0"/>
                </a:endParaRPr>
              </a:p>
              <a:p>
                <a:pPr lvl="1"/>
                <a14:m>
                  <m:oMath xmlns:m="http://schemas.openxmlformats.org/officeDocument/2006/math">
                    <m:r>
                      <a:rPr lang="en-US" b="0" i="1" smtClean="0">
                        <a:latin typeface="Cambria Math" panose="02040503050406030204" pitchFamily="18" charset="0"/>
                      </a:rPr>
                      <m:t>𝑛</m:t>
                    </m:r>
                  </m:oMath>
                </a14:m>
                <a:r>
                  <a:rPr lang="en-US" b="0" i="1">
                    <a:latin typeface="Cambria Math" panose="02040503050406030204" pitchFamily="18" charset="0"/>
                  </a:rPr>
                  <a:t> </a:t>
                </a:r>
                <a:r>
                  <a:rPr lang="en-US"/>
                  <a:t>is not used</a:t>
                </a:r>
                <a:endParaRPr lang="en-US" i="1">
                  <a:latin typeface="Cambria Math" panose="02040503050406030204" pitchFamily="18" charset="0"/>
                </a:endParaRPr>
              </a:p>
              <a:p>
                <a:pPr lvl="1"/>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𝒒</m:t>
                        </m:r>
                      </m:e>
                      <m:sub>
                        <m:r>
                          <a:rPr lang="en-US" b="0" i="1" smtClean="0">
                            <a:effectLst>
                              <a:glow rad="228600">
                                <a:schemeClr val="accent4">
                                  <a:satMod val="175000"/>
                                  <a:alpha val="40000"/>
                                </a:schemeClr>
                              </a:glow>
                            </a:effectLst>
                            <a:latin typeface="Cambria Math" panose="02040503050406030204" pitchFamily="18" charset="0"/>
                          </a:rPr>
                          <m:t>𝑚</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𝑄</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b="0" i="1" smtClean="0">
                                <a:effectLst>
                                  <a:glow rad="228600">
                                    <a:schemeClr val="accent4">
                                      <a:satMod val="175000"/>
                                      <a:alpha val="40000"/>
                                    </a:schemeClr>
                                  </a:glow>
                                </a:effectLst>
                                <a:latin typeface="Cambria Math" panose="02040503050406030204" pitchFamily="18" charset="0"/>
                              </a:rPr>
                              <m:t>𝑚</m:t>
                            </m:r>
                          </m:sub>
                        </m:sSub>
                        <m:r>
                          <a:rPr lang="en-US" b="0" i="1" smtClean="0">
                            <a:latin typeface="Cambria Math" panose="02040503050406030204" pitchFamily="18" charset="0"/>
                          </a:rPr>
                          <m:t>,</m:t>
                        </m:r>
                        <m:r>
                          <a:rPr lang="en-US" b="0" i="1" smtClean="0">
                            <a:effectLst>
                              <a:glow rad="228600">
                                <a:schemeClr val="accent4">
                                  <a:satMod val="175000"/>
                                  <a:alpha val="40000"/>
                                </a:schemeClr>
                              </a:glow>
                            </a:effectLst>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e>
                    </m:d>
                  </m:oMath>
                </a14:m>
                <a:endParaRPr lang="en-US" b="0" i="1">
                  <a:latin typeface="Cambria Math" panose="02040503050406030204" pitchFamily="18" charset="0"/>
                </a:endParaRPr>
              </a:p>
              <a:p>
                <a:pPr lvl="0"/>
                <a:r>
                  <a:rPr lang="en-US"/>
                  <a:t>Similarly,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𝐾</m:t>
                        </m:r>
                      </m:sub>
                    </m:sSub>
                    <m:d>
                      <m:dPr>
                        <m:ctrlPr>
                          <a:rPr lang="en-US" b="0" i="1" smtClean="0">
                            <a:effectLst/>
                            <a:latin typeface="Cambria Math" panose="02040503050406030204" pitchFamily="18" charset="0"/>
                          </a:rPr>
                        </m:ctrlPr>
                      </m:dPr>
                      <m:e>
                        <m:r>
                          <a:rPr lang="en-US" b="1" i="1" smtClean="0">
                            <a:effectLst/>
                            <a:latin typeface="Cambria Math" panose="02040503050406030204" pitchFamily="18" charset="0"/>
                          </a:rPr>
                          <m:t>𝒙</m:t>
                        </m:r>
                        <m:r>
                          <a:rPr lang="en-US" b="0" i="1" smtClean="0">
                            <a:effectLst/>
                            <a:latin typeface="Cambria Math" panose="02040503050406030204" pitchFamily="18" charset="0"/>
                          </a:rPr>
                          <m:t>,</m:t>
                        </m:r>
                        <m:r>
                          <a:rPr lang="en-US" b="0" i="1" smtClean="0">
                            <a:effectLst/>
                            <a:latin typeface="Cambria Math" panose="02040503050406030204" pitchFamily="18" charset="0"/>
                          </a:rPr>
                          <m:t>𝑚</m:t>
                        </m:r>
                        <m:r>
                          <a:rPr lang="en-US" b="0" i="1" smtClean="0">
                            <a:effectLst/>
                            <a:latin typeface="Cambria Math" panose="02040503050406030204" pitchFamily="18" charset="0"/>
                          </a:rPr>
                          <m:t>,</m:t>
                        </m:r>
                        <m:r>
                          <a:rPr lang="en-US" b="0" i="1" smtClean="0">
                            <a:effectLst>
                              <a:glow rad="228600">
                                <a:schemeClr val="accent5">
                                  <a:satMod val="175000"/>
                                  <a:alpha val="40000"/>
                                </a:schemeClr>
                              </a:glow>
                            </a:effectLst>
                            <a:latin typeface="Cambria Math" panose="02040503050406030204" pitchFamily="18" charset="0"/>
                          </a:rPr>
                          <m:t>𝑛</m:t>
                        </m:r>
                      </m:e>
                    </m:d>
                    <m:r>
                      <a:rPr lang="en-US" b="0" i="1" smtClean="0">
                        <a:latin typeface="Cambria Math" panose="02040503050406030204" pitchFamily="18" charset="0"/>
                      </a:rPr>
                      <m:t>=</m:t>
                    </m:r>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𝑊</m:t>
                        </m:r>
                      </m:e>
                      <m:sub>
                        <m:r>
                          <a:rPr lang="en-US" i="1">
                            <a:latin typeface="Cambria Math" panose="02040503050406030204" pitchFamily="18" charset="0"/>
                            <a:cs typeface="DejaVu Math TeX Gyre" panose="02000503000000000000" charset="0"/>
                          </a:rPr>
                          <m:t>𝐾</m:t>
                        </m:r>
                      </m:sub>
                    </m:sSub>
                    <m:d>
                      <m:dPr>
                        <m:ctrlPr>
                          <a:rPr lang="en-US" i="1">
                            <a:latin typeface="Cambria Math" panose="02040503050406030204" pitchFamily="18" charset="0"/>
                            <a:cs typeface="DejaVu Math TeX Gyre" panose="02000503000000000000" charset="0"/>
                          </a:rPr>
                        </m:ctrlPr>
                      </m:dPr>
                      <m:e>
                        <m:r>
                          <a:rPr lang="en-US" b="1" i="1">
                            <a:latin typeface="Cambria Math" panose="02040503050406030204" pitchFamily="18" charset="0"/>
                          </a:rPr>
                          <m:t>𝒙</m:t>
                        </m:r>
                        <m:r>
                          <a:rPr lang="en-US" b="0" i="1" smtClean="0">
                            <a:latin typeface="Cambria Math" panose="02040503050406030204" pitchFamily="18" charset="0"/>
                          </a:rPr>
                          <m:t>+</m:t>
                        </m:r>
                        <m:r>
                          <a:rPr lang="en-US" b="1" i="1">
                            <a:latin typeface="Cambria Math" panose="02040503050406030204" pitchFamily="18" charset="0"/>
                            <a:cs typeface="DejaVu Math TeX Gyre" panose="02000503000000000000" charset="0"/>
                          </a:rPr>
                          <m:t>𝒑</m:t>
                        </m:r>
                        <m:r>
                          <a:rPr lang="en-US" i="1">
                            <a:latin typeface="Cambria Math" panose="02040503050406030204" pitchFamily="18" charset="0"/>
                            <a:cs typeface="DejaVu Math TeX Gyre" panose="02000503000000000000" charset="0"/>
                          </a:rPr>
                          <m:t>[</m:t>
                        </m:r>
                        <m:r>
                          <a:rPr lang="en-US" i="1">
                            <a:effectLst>
                              <a:glow rad="228600">
                                <a:schemeClr val="accent5">
                                  <a:satMod val="175000"/>
                                  <a:alpha val="40000"/>
                                </a:schemeClr>
                              </a:glow>
                            </a:effectLst>
                            <a:latin typeface="Cambria Math" panose="02040503050406030204" pitchFamily="18" charset="0"/>
                            <a:cs typeface="DejaVu Math TeX Gyre" panose="02000503000000000000" charset="0"/>
                          </a:rPr>
                          <m:t>𝑛</m:t>
                        </m:r>
                        <m:r>
                          <a:rPr lang="en-US" i="1">
                            <a:latin typeface="Cambria Math" panose="02040503050406030204" pitchFamily="18" charset="0"/>
                            <a:cs typeface="DejaVu Math TeX Gyre" panose="02000503000000000000" charset="0"/>
                          </a:rPr>
                          <m:t>]</m:t>
                        </m:r>
                      </m:e>
                    </m:d>
                  </m:oMath>
                </a14:m>
                <a:r>
                  <a:rPr lang="en-US"/>
                  <a:t>;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b="1" i="1">
                            <a:latin typeface="Cambria Math" panose="02040503050406030204" pitchFamily="18" charset="0"/>
                            <a:cs typeface="DejaVu Math TeX Gyre" panose="02000503000000000000" charset="0"/>
                          </a:rPr>
                          <m:t>𝒌</m:t>
                        </m:r>
                      </m:e>
                      <m:sub>
                        <m:r>
                          <a:rPr lang="en-US" i="1">
                            <a:effectLst>
                              <a:glow rad="228600">
                                <a:schemeClr val="accent5">
                                  <a:satMod val="175000"/>
                                  <a:alpha val="40000"/>
                                </a:schemeClr>
                              </a:glow>
                            </a:effectLst>
                            <a:latin typeface="Cambria Math" panose="02040503050406030204" pitchFamily="18" charset="0"/>
                            <a:cs typeface="DejaVu Math TeX Gyre" panose="02000503000000000000" charset="0"/>
                          </a:rPr>
                          <m:t>𝑛</m:t>
                        </m:r>
                      </m:sub>
                    </m:sSub>
                    <m:r>
                      <a:rPr lang="en-US" i="1">
                        <a:latin typeface="Cambria Math" panose="02040503050406030204" pitchFamily="18" charset="0"/>
                        <a:cs typeface="DejaVu Math TeX Gyre" panose="02000503000000000000"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𝐾</m:t>
                        </m:r>
                      </m:sub>
                    </m:sSub>
                    <m:d>
                      <m:dPr>
                        <m:ctrlPr>
                          <a:rPr lang="en-US" b="0" i="1" smtClean="0">
                            <a:effectLst/>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b="0" i="1" smtClean="0">
                                <a:effectLst>
                                  <a:glow rad="228600">
                                    <a:schemeClr val="accent5">
                                      <a:satMod val="175000"/>
                                      <a:alpha val="40000"/>
                                    </a:schemeClr>
                                  </a:glow>
                                </a:effectLst>
                                <a:latin typeface="Cambria Math" panose="02040503050406030204" pitchFamily="18" charset="0"/>
                              </a:rPr>
                              <m:t>𝑛</m:t>
                            </m:r>
                          </m:sub>
                        </m:sSub>
                        <m:r>
                          <a:rPr lang="en-US" b="0" i="1" smtClean="0">
                            <a:effectLst/>
                            <a:latin typeface="Cambria Math" panose="02040503050406030204" pitchFamily="18" charset="0"/>
                          </a:rPr>
                          <m:t>,</m:t>
                        </m:r>
                        <m:r>
                          <a:rPr lang="en-US" b="0" i="1" smtClean="0">
                            <a:effectLst/>
                            <a:latin typeface="Cambria Math" panose="02040503050406030204" pitchFamily="18" charset="0"/>
                          </a:rPr>
                          <m:t>𝑚</m:t>
                        </m:r>
                        <m:r>
                          <a:rPr lang="en-US" b="0" i="1" smtClean="0">
                            <a:effectLst/>
                            <a:latin typeface="Cambria Math" panose="02040503050406030204" pitchFamily="18" charset="0"/>
                          </a:rPr>
                          <m:t>,</m:t>
                        </m:r>
                        <m:r>
                          <a:rPr lang="en-US" b="0" i="1" smtClean="0">
                            <a:effectLst>
                              <a:glow rad="228600">
                                <a:schemeClr val="accent5">
                                  <a:satMod val="175000"/>
                                  <a:alpha val="40000"/>
                                </a:schemeClr>
                              </a:glow>
                            </a:effectLst>
                            <a:latin typeface="Cambria Math" panose="02040503050406030204" pitchFamily="18" charset="0"/>
                          </a:rPr>
                          <m:t>𝑛</m:t>
                        </m:r>
                      </m:e>
                    </m:d>
                  </m:oMath>
                </a14:m>
                <a:endParaRPr lang="en-US" b="0" i="1">
                  <a:latin typeface="Cambria Math" panose="02040503050406030204" pitchFamily="18" charset="0"/>
                </a:endParaRPr>
              </a:p>
              <a:p>
                <a:pPr lvl="0"/>
                <a:r>
                  <a:rPr lang="en-US"/>
                  <a:t>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𝑉</m:t>
                        </m:r>
                      </m:sub>
                    </m:sSub>
                    <m:r>
                      <a:rPr lang="en-US" b="0" i="1" smtClean="0">
                        <a:effectLst/>
                        <a:latin typeface="Cambria Math" panose="02040503050406030204" pitchFamily="18" charset="0"/>
                      </a:rPr>
                      <m:t>(</m:t>
                    </m:r>
                    <m:r>
                      <a:rPr lang="en-US" b="1" i="1" smtClean="0">
                        <a:effectLst/>
                        <a:latin typeface="Cambria Math" panose="02040503050406030204" pitchFamily="18" charset="0"/>
                      </a:rPr>
                      <m:t>𝒙</m:t>
                    </m:r>
                    <m:r>
                      <a:rPr lang="en-US" b="0" i="1" smtClean="0">
                        <a:effectLst/>
                        <a:latin typeface="Cambria Math" panose="02040503050406030204" pitchFamily="18" charset="0"/>
                      </a:rPr>
                      <m:t>,</m:t>
                    </m:r>
                    <m:r>
                      <a:rPr lang="en-US" b="0" i="1" smtClean="0">
                        <a:effectLst/>
                        <a:latin typeface="Cambria Math" panose="02040503050406030204" pitchFamily="18" charset="0"/>
                      </a:rPr>
                      <m:t>𝑚</m:t>
                    </m:r>
                    <m:r>
                      <a:rPr lang="en-US" b="0" i="1" smtClean="0">
                        <a:effectLst/>
                        <a:latin typeface="Cambria Math" panose="02040503050406030204" pitchFamily="18" charset="0"/>
                      </a:rPr>
                      <m:t>,</m:t>
                    </m:r>
                    <m:r>
                      <a:rPr lang="en-US" b="0" i="1" smtClean="0">
                        <a:effectLst>
                          <a:glow rad="228600">
                            <a:schemeClr val="accent5">
                              <a:satMod val="175000"/>
                              <a:alpha val="40000"/>
                            </a:schemeClr>
                          </a:glow>
                        </a:effectLst>
                        <a:latin typeface="Cambria Math" panose="02040503050406030204" pitchFamily="18" charset="0"/>
                      </a:rPr>
                      <m:t>𝑛</m:t>
                    </m:r>
                    <m:r>
                      <a:rPr lang="en-US" b="0" i="1" smtClean="0">
                        <a:effectLst/>
                        <a:latin typeface="Cambria Math" panose="02040503050406030204" pitchFamily="18" charset="0"/>
                      </a:rPr>
                      <m:t>)=</m:t>
                    </m:r>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𝑊</m:t>
                        </m:r>
                      </m:e>
                      <m:sub>
                        <m:r>
                          <a:rPr lang="en-US" i="1">
                            <a:latin typeface="Cambria Math" panose="02040503050406030204" pitchFamily="18" charset="0"/>
                            <a:cs typeface="DejaVu Math TeX Gyre" panose="02000503000000000000" charset="0"/>
                          </a:rPr>
                          <m:t>𝑉</m:t>
                        </m:r>
                      </m:sub>
                    </m:sSub>
                    <m:d>
                      <m:dPr>
                        <m:ctrlPr>
                          <a:rPr lang="en-US" i="1">
                            <a:latin typeface="Cambria Math" panose="02040503050406030204" pitchFamily="18" charset="0"/>
                            <a:cs typeface="DejaVu Math TeX Gyre" panose="02000503000000000000" charset="0"/>
                          </a:rPr>
                        </m:ctrlPr>
                      </m:dPr>
                      <m:e>
                        <m:r>
                          <a:rPr lang="en-US" b="1" i="1">
                            <a:latin typeface="Cambria Math" panose="02040503050406030204" pitchFamily="18" charset="0"/>
                          </a:rPr>
                          <m:t>𝒙</m:t>
                        </m:r>
                        <m:r>
                          <a:rPr lang="en-US" b="0" i="1" smtClean="0">
                            <a:latin typeface="Cambria Math" panose="02040503050406030204" pitchFamily="18" charset="0"/>
                          </a:rPr>
                          <m:t>+</m:t>
                        </m:r>
                        <m:r>
                          <a:rPr lang="en-US" b="1" i="1">
                            <a:latin typeface="Cambria Math" panose="02040503050406030204" pitchFamily="18" charset="0"/>
                            <a:cs typeface="DejaVu Math TeX Gyre" panose="02000503000000000000" charset="0"/>
                          </a:rPr>
                          <m:t>𝒑</m:t>
                        </m:r>
                        <m:r>
                          <a:rPr lang="en-US" i="1">
                            <a:latin typeface="Cambria Math" panose="02040503050406030204" pitchFamily="18" charset="0"/>
                            <a:cs typeface="DejaVu Math TeX Gyre" panose="02000503000000000000" charset="0"/>
                          </a:rPr>
                          <m:t>[</m:t>
                        </m:r>
                        <m:r>
                          <a:rPr lang="en-US" i="1">
                            <a:effectLst>
                              <a:glow rad="228600">
                                <a:schemeClr val="accent5">
                                  <a:satMod val="175000"/>
                                  <a:alpha val="40000"/>
                                </a:schemeClr>
                              </a:glow>
                            </a:effectLst>
                            <a:latin typeface="Cambria Math" panose="02040503050406030204" pitchFamily="18" charset="0"/>
                            <a:cs typeface="DejaVu Math TeX Gyre" panose="02000503000000000000" charset="0"/>
                          </a:rPr>
                          <m:t>𝑛</m:t>
                        </m:r>
                        <m:r>
                          <a:rPr lang="en-US" i="1">
                            <a:latin typeface="Cambria Math" panose="02040503050406030204" pitchFamily="18" charset="0"/>
                            <a:cs typeface="DejaVu Math TeX Gyre" panose="02000503000000000000" charset="0"/>
                          </a:rPr>
                          <m:t>]</m:t>
                        </m:r>
                      </m:e>
                    </m:d>
                  </m:oMath>
                </a14:m>
                <a:r>
                  <a:rPr lang="en-US" altLang="en-IN"/>
                  <a:t>;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b="1" i="1">
                            <a:latin typeface="Cambria Math" panose="02040503050406030204" pitchFamily="18" charset="0"/>
                            <a:cs typeface="DejaVu Math TeX Gyre" panose="02000503000000000000" charset="0"/>
                          </a:rPr>
                          <m:t>𝒗</m:t>
                        </m:r>
                      </m:e>
                      <m:sub>
                        <m:r>
                          <a:rPr lang="en-US" i="1">
                            <a:effectLst>
                              <a:glow rad="228600">
                                <a:schemeClr val="accent5">
                                  <a:satMod val="175000"/>
                                  <a:alpha val="40000"/>
                                </a:schemeClr>
                              </a:glow>
                            </a:effectLst>
                            <a:latin typeface="Cambria Math" panose="02040503050406030204" pitchFamily="18" charset="0"/>
                            <a:cs typeface="DejaVu Math TeX Gyre" panose="02000503000000000000" charset="0"/>
                          </a:rPr>
                          <m:t>𝑛</m:t>
                        </m:r>
                      </m:sub>
                    </m:sSub>
                    <m:r>
                      <a:rPr lang="en-US" i="1">
                        <a:latin typeface="Cambria Math" panose="02040503050406030204" pitchFamily="18" charset="0"/>
                        <a:cs typeface="DejaVu Math TeX Gyre" panose="02000503000000000000"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𝑉</m:t>
                        </m:r>
                      </m:sub>
                    </m:sSub>
                    <m:d>
                      <m:dPr>
                        <m:ctrlPr>
                          <a:rPr lang="en-US" b="0" i="1" smtClean="0">
                            <a:effectLst/>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b="0" i="1" smtClean="0">
                                <a:effectLst>
                                  <a:glow rad="228600">
                                    <a:schemeClr val="accent5">
                                      <a:satMod val="175000"/>
                                      <a:alpha val="40000"/>
                                    </a:schemeClr>
                                  </a:glow>
                                </a:effectLst>
                                <a:latin typeface="Cambria Math" panose="02040503050406030204" pitchFamily="18" charset="0"/>
                              </a:rPr>
                              <m:t>𝑛</m:t>
                            </m:r>
                          </m:sub>
                        </m:sSub>
                        <m:r>
                          <a:rPr lang="en-US" b="0" i="1" smtClean="0">
                            <a:effectLst/>
                            <a:latin typeface="Cambria Math" panose="02040503050406030204" pitchFamily="18" charset="0"/>
                          </a:rPr>
                          <m:t>,</m:t>
                        </m:r>
                        <m:r>
                          <a:rPr lang="en-US" b="0" i="1" smtClean="0">
                            <a:effectLst/>
                            <a:latin typeface="Cambria Math" panose="02040503050406030204" pitchFamily="18" charset="0"/>
                          </a:rPr>
                          <m:t>𝑚</m:t>
                        </m:r>
                        <m:r>
                          <a:rPr lang="en-US" b="0" i="1" smtClean="0">
                            <a:effectLst/>
                            <a:latin typeface="Cambria Math" panose="02040503050406030204" pitchFamily="18" charset="0"/>
                          </a:rPr>
                          <m:t>,</m:t>
                        </m:r>
                        <m:r>
                          <a:rPr lang="en-US" b="0" i="1" smtClean="0">
                            <a:effectLst>
                              <a:glow rad="228600">
                                <a:schemeClr val="accent5">
                                  <a:satMod val="175000"/>
                                  <a:alpha val="40000"/>
                                </a:schemeClr>
                              </a:glow>
                            </a:effectLst>
                            <a:latin typeface="Cambria Math" panose="02040503050406030204" pitchFamily="18" charset="0"/>
                          </a:rPr>
                          <m:t>𝑛</m:t>
                        </m:r>
                      </m:e>
                    </m:d>
                  </m:oMath>
                </a14:m>
                <a:endParaRPr lang="en-US" altLang="en-IN"/>
              </a:p>
            </p:txBody>
          </p:sp>
        </mc:Choice>
        <mc:Fallback>
          <p:sp>
            <p:nvSpPr>
              <p:cNvPr id="5" name="Content Placeholder 4"/>
              <p:cNvSpPr>
                <a:spLocks noRot="1" noChangeAspect="1" noMove="1" noResize="1" noEditPoints="1" noAdjustHandles="1" noChangeArrowheads="1" noChangeShapeType="1" noTextEdit="1"/>
              </p:cNvSpPr>
              <p:nvPr>
                <p:ph idx="1"/>
              </p:nvPr>
            </p:nvSpPr>
            <p:spPr>
              <a:blipFill rotWithShape="1">
                <a:blip r:embed="rId1"/>
                <a:stretch>
                  <a:fillRect l="-1" t="-3" r="4" b="3"/>
                </a:stretch>
              </a:blipFill>
            </p:spPr>
            <p:txBody>
              <a:bodyPr/>
              <a:lstStyle/>
              <a:p>
                <a:r>
                  <a:rPr lang="en-US" altLang="en-US">
                    <a:noFill/>
                  </a:rPr>
                  <a:t> </a:t>
                </a:r>
              </a:p>
            </p:txBody>
          </p:sp>
        </mc:Fallback>
      </mc:AlternateContent>
      <mc:AlternateContent xmlns:mc="http://schemas.openxmlformats.org/markup-compatibility/2006" xmlns:p14="http://schemas.microsoft.com/office/powerpoint/2010/main">
        <mc:Choice Requires="p14">
          <p:contentPart r:id="rId2" p14:bwMode="auto">
            <p14:nvContentPartPr>
              <p14:cNvPr id="2" name="Ink 1"/>
              <p14:cNvContentPartPr/>
              <p14:nvPr/>
            </p14:nvContentPartPr>
            <p14:xfrm>
              <a:off x="1206000" y="3509640"/>
              <a:ext cx="6845760" cy="3096360"/>
            </p14:xfrm>
          </p:contentPart>
        </mc:Choice>
        <mc:Fallback xmlns="">
          <p:pic>
            <p:nvPicPr>
              <p:cNvPr id="2" name="Ink 1"/>
            </p:nvPicPr>
            <p:blipFill>
              <a:blip r:embed="rId3"/>
            </p:blipFill>
            <p:spPr>
              <a:xfrm>
                <a:off x="1206000" y="3509640"/>
                <a:ext cx="6845760" cy="3096360"/>
              </a:xfrm>
              <a:prstGeom prst="rect"/>
            </p:spPr>
          </p:pic>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31165" y="461010"/>
            <a:ext cx="8188325" cy="5971540"/>
          </a:xfrm>
        </p:spPr>
        <p:txBody>
          <a:bodyPr>
            <a:normAutofit fontScale="80000"/>
          </a:bodyPr>
          <a:lstStyle/>
          <a:p>
            <a:pPr algn="l"/>
            <a:r>
              <a:rPr lang="en-US"/>
              <a:t>In deep learning, specifically transformers, it is common to add the positional embedding vector to the base word embedding, rather than concatenate. Additive superposition may  destroy one or both signal, yet it seems to work fine in practice. Are there papers comparing the two approaches to combine word and position information, or providing theories as to why simple vector sum is good enough?</a:t>
            </a:r>
            <a:endParaRPr lang="en-US"/>
          </a:p>
          <a:p>
            <a:pPr algn="l"/>
            <a:r>
              <a:rPr lang="en-US">
                <a:hlinkClick r:id="rId1" action="ppaction://hlinkfile"/>
              </a:rPr>
              <a:t>https://chatgpt.com/share/698ed551-5ae4-8002-945b-4cf0dc4def83</a:t>
            </a:r>
            <a:endParaRPr lang="en-US"/>
          </a:p>
        </p:txBody>
      </p:sp>
      <p:pic>
        <p:nvPicPr>
          <p:cNvPr id="5" name="Picture 4"/>
          <p:cNvPicPr>
            <a:picLocks noChangeAspect="1"/>
          </p:cNvPicPr>
          <p:nvPr/>
        </p:nvPicPr>
        <p:blipFill>
          <a:blip r:embed="rId2"/>
          <a:stretch>
            <a:fillRect/>
          </a:stretch>
        </p:blipFill>
        <p:spPr>
          <a:xfrm>
            <a:off x="8550275" y="2821940"/>
            <a:ext cx="3505835" cy="351472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a:sym typeface="+mn-ea"/>
              </a:rPr>
              <a:t>Relative positional embedding</a:t>
            </a:r>
            <a:endParaRPr lang="en-US"/>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a:effectLst/>
            </p:spPr>
            <p:txBody>
              <a:bodyPr>
                <a:normAutofit fontScale="80000"/>
              </a:bodyPr>
              <a:lstStyle/>
              <a:p>
                <a:r>
                  <a:rPr lang="en-US"/>
                  <a:t>Absolute position of tokens may be irrelevant in some applications</a:t>
                </a:r>
                <a:endParaRPr lang="en-US"/>
              </a:p>
              <a:p>
                <a:pPr lvl="1"/>
                <a:r>
                  <a:rPr lang="en-US"/>
                  <a:t>Extract company and CEO from a passage</a:t>
                </a:r>
                <a:endParaRPr lang="en-US"/>
              </a:p>
              <a:p>
                <a:pPr lvl="1"/>
                <a:r>
                  <a:rPr lang="en-US"/>
                  <a:t>Flag if there is an acquisition mentioned anywhere in a passage</a:t>
                </a:r>
                <a:endParaRPr lang="en-US"/>
              </a:p>
              <a:p>
                <a:pPr lvl="0"/>
                <a:r>
                  <a:rPr lang="en-US"/>
                  <a:t>Only </a:t>
                </a:r>
                <a:r>
                  <a:rPr lang="en-US">
                    <a:effectLst>
                      <a:glow rad="228600">
                        <a:schemeClr val="accent6">
                          <a:satMod val="175000"/>
                          <a:alpha val="40000"/>
                        </a:schemeClr>
                      </a:glow>
                    </a:effectLst>
                  </a:rPr>
                  <a:t>relative</a:t>
                </a:r>
                <a:r>
                  <a:rPr lang="en-US"/>
                  <a:t> position offsets between specific tokens are important</a:t>
                </a:r>
                <a:endParaRPr lang="en-US"/>
              </a:p>
              <a:p>
                <a:pPr lvl="1"/>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𝑎</m:t>
                        </m:r>
                      </m:e>
                      <m:sub>
                        <m:r>
                          <a:rPr lang="en-US" i="1">
                            <a:latin typeface="Cambria Math" panose="02040503050406030204" pitchFamily="18" charset="0"/>
                            <a:cs typeface="DejaVu Math TeX Gyre" panose="02000503000000000000" charset="0"/>
                          </a:rPr>
                          <m:t>𝑚</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𝑛</m:t>
                        </m:r>
                      </m:sub>
                    </m:sSub>
                  </m:oMath>
                </a14:m>
                <a:r>
                  <a:rPr lang="en-US"/>
                  <a:t> should depend on </a:t>
                </a:r>
                <a14:m>
                  <m:oMath xmlns:m="http://schemas.openxmlformats.org/officeDocument/2006/math">
                    <m:r>
                      <a:rPr lang="en-US" i="1">
                        <a:latin typeface="Cambria Math" panose="02040503050406030204" pitchFamily="18" charset="0"/>
                        <a:cs typeface="DejaVu Math TeX Gyre" panose="02000503000000000000" charset="0"/>
                      </a:rPr>
                      <m:t>𝑚</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𝑛</m:t>
                    </m:r>
                  </m:oMath>
                </a14:m>
                <a:r>
                  <a:rPr lang="en-US"/>
                  <a:t>, not </a:t>
                </a:r>
                <a14:m>
                  <m:oMath xmlns:m="http://schemas.openxmlformats.org/officeDocument/2006/math">
                    <m:r>
                      <a:rPr lang="en-US" i="1">
                        <a:latin typeface="Cambria Math" panose="02040503050406030204" pitchFamily="18" charset="0"/>
                        <a:cs typeface="DejaVu Math TeX Gyre" panose="02000503000000000000" charset="0"/>
                      </a:rPr>
                      <m:t>𝑚</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𝑛</m:t>
                    </m:r>
                  </m:oMath>
                </a14:m>
                <a:r>
                  <a:rPr lang="en-US"/>
                  <a:t> individually</a:t>
                </a:r>
                <a:endParaRPr lang="en-US"/>
              </a:p>
              <a:p>
                <a:pPr lvl="1"/>
                <a:r>
                  <a:rPr lang="en-US"/>
                  <a:t>Note that </a:t>
                </a:r>
                <a14:m>
                  <m:oMath xmlns:m="http://schemas.openxmlformats.org/officeDocument/2006/math">
                    <m:r>
                      <a:rPr lang="en-US" i="1">
                        <a:latin typeface="Cambria Math" panose="02040503050406030204" pitchFamily="18" charset="0"/>
                        <a:cs typeface="DejaVu Math TeX Gyre" panose="02000503000000000000" charset="0"/>
                      </a:rPr>
                      <m:t>𝑚</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𝑛</m:t>
                    </m:r>
                  </m:oMath>
                </a14:m>
                <a:r>
                  <a:rPr lang="en-US"/>
                  <a:t> can be in </a:t>
                </a:r>
                <a14:m>
                  <m:oMath xmlns:m="http://schemas.openxmlformats.org/officeDocument/2006/math">
                    <m:d>
                      <m:dPr>
                        <m:begChr m:val="["/>
                        <m:endChr m:val="]"/>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𝑇</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𝑇</m:t>
                        </m:r>
                      </m:e>
                    </m:d>
                  </m:oMath>
                </a14:m>
                <a:endParaRPr lang="en-US" i="1">
                  <a:latin typeface="DejaVu Math TeX Gyre" panose="02000503000000000000" charset="0"/>
                  <a:cs typeface="DejaVu Math TeX Gyre" panose="02000503000000000000" charset="0"/>
                </a:endParaRPr>
              </a:p>
              <a:p>
                <a:pPr lvl="1"/>
                <a:r>
                  <a:rPr lang="en-US"/>
                  <a:t>Can limit to </a:t>
                </a:r>
                <a14:m>
                  <m:oMath xmlns:m="http://schemas.openxmlformats.org/officeDocument/2006/math">
                    <m:r>
                      <m:rPr>
                        <m:sty m:val="p"/>
                      </m:rPr>
                      <a:rPr lang="en-US">
                        <a:effectLst>
                          <a:glow rad="228600">
                            <a:schemeClr val="accent6">
                              <a:satMod val="175000"/>
                              <a:alpha val="40000"/>
                            </a:schemeClr>
                          </a:glow>
                        </a:effectLst>
                        <a:latin typeface="Cambria Math" panose="02040503050406030204" pitchFamily="18" charset="0"/>
                        <a:cs typeface="DejaVu Math TeX Gyre" panose="02000503000000000000" charset="0"/>
                      </a:rPr>
                      <m:t>clip</m:t>
                    </m:r>
                    <m:d>
                      <m:dPr>
                        <m:ctrlPr>
                          <a:rPr lang="en-US" i="1">
                            <a:effectLst>
                              <a:glow rad="228600">
                                <a:schemeClr val="accent6">
                                  <a:satMod val="175000"/>
                                  <a:alpha val="40000"/>
                                </a:schemeClr>
                              </a:glow>
                            </a:effectLst>
                            <a:latin typeface="Cambria Math" panose="02040503050406030204" pitchFamily="18" charset="0"/>
                            <a:cs typeface="DejaVu Math TeX Gyre" panose="02000503000000000000" charset="0"/>
                          </a:rPr>
                        </m:ctrlPr>
                      </m:dPr>
                      <m:e>
                        <m:r>
                          <a:rPr lang="en-US" i="1">
                            <a:effectLst>
                              <a:glow rad="228600">
                                <a:schemeClr val="accent6">
                                  <a:satMod val="175000"/>
                                  <a:alpha val="40000"/>
                                </a:schemeClr>
                              </a:glow>
                            </a:effectLst>
                            <a:latin typeface="Cambria Math" panose="02040503050406030204" pitchFamily="18" charset="0"/>
                            <a:cs typeface="DejaVu Math TeX Gyre" panose="02000503000000000000" charset="0"/>
                          </a:rPr>
                          <m:t>𝑚</m:t>
                        </m:r>
                        <m:r>
                          <a:rPr lang="en-US" i="1">
                            <a:effectLst>
                              <a:glow rad="228600">
                                <a:schemeClr val="accent6">
                                  <a:satMod val="175000"/>
                                  <a:alpha val="40000"/>
                                </a:schemeClr>
                              </a:glow>
                            </a:effectLst>
                            <a:latin typeface="Cambria Math" panose="02040503050406030204" pitchFamily="18" charset="0"/>
                            <a:cs typeface="DejaVu Math TeX Gyre" panose="02000503000000000000" charset="0"/>
                          </a:rPr>
                          <m:t>−</m:t>
                        </m:r>
                        <m:r>
                          <a:rPr lang="en-US" i="1">
                            <a:effectLst>
                              <a:glow rad="228600">
                                <a:schemeClr val="accent6">
                                  <a:satMod val="175000"/>
                                  <a:alpha val="40000"/>
                                </a:schemeClr>
                              </a:glow>
                            </a:effectLst>
                            <a:latin typeface="Cambria Math" panose="02040503050406030204" pitchFamily="18" charset="0"/>
                            <a:cs typeface="DejaVu Math TeX Gyre" panose="02000503000000000000" charset="0"/>
                          </a:rPr>
                          <m:t>𝑛</m:t>
                        </m:r>
                      </m:e>
                    </m:d>
                    <m:r>
                      <a:rPr lang="en-US" i="1">
                        <a:latin typeface="Cambria Math" panose="02040503050406030204" pitchFamily="18" charset="0"/>
                        <a:cs typeface="DejaVu Math TeX Gyre" panose="02000503000000000000" charset="0"/>
                      </a:rPr>
                      <m:t>∈</m:t>
                    </m:r>
                    <m:d>
                      <m:dPr>
                        <m:begChr m:val="["/>
                        <m:endChr m:val="]"/>
                        <m:ctrlPr>
                          <a:rPr lang="en-US" i="1">
                            <a:latin typeface="Cambria Math" panose="02040503050406030204" pitchFamily="18" charset="0"/>
                            <a:cs typeface="DejaVu Math TeX Gyre" panose="02000503000000000000" charset="0"/>
                          </a:rPr>
                        </m:ctrlPr>
                      </m:dPr>
                      <m:e>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𝑆</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𝑆</m:t>
                        </m:r>
                      </m:e>
                    </m:d>
                  </m:oMath>
                </a14:m>
                <a:r>
                  <a:rPr lang="en-US"/>
                  <a:t>, a shorter range</a:t>
                </a:r>
                <a:endParaRPr lang="en-US"/>
              </a:p>
            </p:txBody>
          </p:sp>
        </mc:Choice>
        <mc:Fallback>
          <p:sp>
            <p:nvSpPr>
              <p:cNvPr id="5" name="Content Placeholder 4"/>
              <p:cNvSpPr>
                <a:spLocks noRot="1" noChangeAspect="1" noMove="1" noResize="1" noEditPoints="1" noAdjustHandles="1" noChangeArrowheads="1" noChangeShapeType="1" noTextEdit="1"/>
              </p:cNvSpPr>
              <p:nvPr>
                <p:ph idx="1"/>
              </p:nvPr>
            </p:nvSpPr>
            <p:spPr>
              <a:blipFill rotWithShape="1">
                <a:blip r:embed="rId1"/>
                <a:stretch>
                  <a:fillRect l="-1" t="-3" r="4" b="3"/>
                </a:stretch>
              </a:blipFill>
              <a:effectLst/>
            </p:spPr>
            <p:txBody>
              <a:bodyPr/>
              <a:lstStyle/>
              <a:p>
                <a:r>
                  <a:rPr lang="en-US" altLang="en-US">
                    <a:noFill/>
                  </a:rPr>
                  <a:t> </a:t>
                </a:r>
              </a:p>
            </p:txBody>
          </p:sp>
        </mc:Fallback>
      </mc:AlternateContent>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Relative positional embedding</a:t>
            </a:r>
            <a:endParaRPr lang="en-IN"/>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a:effectLst/>
            </p:spPr>
            <p:txBody>
              <a:bodyPr>
                <a:normAutofit fontScale="90000"/>
              </a:bodyPr>
              <a:lstStyle/>
              <a:p>
                <a:r>
                  <a:rPr lang="en-US" altLang="en-IN"/>
                  <a:t>Extend shape of </a:t>
                </a:r>
                <a14:m>
                  <m:oMath xmlns:m="http://schemas.openxmlformats.org/officeDocument/2006/math">
                    <m:r>
                      <a:rPr lang="en-US" altLang="en-IN" b="1" i="1">
                        <a:latin typeface="Cambria Math" panose="02040503050406030204" pitchFamily="18" charset="0"/>
                        <a:cs typeface="DejaVu Math TeX Gyre" panose="02000503000000000000" charset="0"/>
                      </a:rPr>
                      <m:t>𝑷</m:t>
                    </m:r>
                    <m:d>
                      <m:dPr>
                        <m:begChr m:val="["/>
                        <m:endChr m:val="]"/>
                        <m:ctrlPr>
                          <a:rPr lang="en-US" altLang="en-IN" i="1">
                            <a:latin typeface="Cambria Math" panose="02040503050406030204" pitchFamily="18" charset="0"/>
                            <a:cs typeface="DejaVu Math TeX Gyre" panose="02000503000000000000" charset="0"/>
                          </a:rPr>
                        </m:ctrlPr>
                      </m:dPr>
                      <m:e>
                        <m:r>
                          <a:rPr lang="en-US" altLang="en-IN" i="1">
                            <a:latin typeface="Cambria Math" panose="02040503050406030204" pitchFamily="18" charset="0"/>
                            <a:cs typeface="DejaVu Math TeX Gyre" panose="02000503000000000000" charset="0"/>
                          </a:rPr>
                          <m:t>−</m:t>
                        </m:r>
                        <m:r>
                          <a:rPr lang="en-US" altLang="en-IN" i="1">
                            <a:latin typeface="Cambria Math" panose="02040503050406030204" pitchFamily="18" charset="0"/>
                            <a:cs typeface="DejaVu Math TeX Gyre" panose="02000503000000000000" charset="0"/>
                          </a:rPr>
                          <m:t>𝑆</m:t>
                        </m:r>
                        <m:r>
                          <a:rPr lang="en-US" altLang="en-IN" i="1">
                            <a:latin typeface="Cambria Math" panose="02040503050406030204" pitchFamily="18" charset="0"/>
                            <a:cs typeface="DejaVu Math TeX Gyre" panose="02000503000000000000" charset="0"/>
                          </a:rPr>
                          <m:t>:+</m:t>
                        </m:r>
                        <m:r>
                          <a:rPr lang="en-US" altLang="en-IN" i="1">
                            <a:latin typeface="Cambria Math" panose="02040503050406030204" pitchFamily="18" charset="0"/>
                            <a:cs typeface="DejaVu Math TeX Gyre" panose="02000503000000000000" charset="0"/>
                          </a:rPr>
                          <m:t>𝑆</m:t>
                        </m:r>
                        <m:r>
                          <a:rPr lang="en-US" altLang="en-IN" i="1">
                            <a:latin typeface="Cambria Math" panose="02040503050406030204" pitchFamily="18" charset="0"/>
                            <a:cs typeface="DejaVu Math TeX Gyre" panose="02000503000000000000" charset="0"/>
                          </a:rPr>
                          <m:t>,</m:t>
                        </m:r>
                        <m:r>
                          <a:rPr lang="en-US" altLang="en-IN" i="1">
                            <a:latin typeface="Cambria Math" panose="02040503050406030204" pitchFamily="18" charset="0"/>
                            <a:cs typeface="DejaVu Math TeX Gyre" panose="02000503000000000000" charset="0"/>
                          </a:rPr>
                          <m:t>1</m:t>
                        </m:r>
                        <m:r>
                          <a:rPr lang="en-US" altLang="en-IN" i="1">
                            <a:latin typeface="Cambria Math" panose="02040503050406030204" pitchFamily="18" charset="0"/>
                            <a:cs typeface="DejaVu Math TeX Gyre" panose="02000503000000000000" charset="0"/>
                          </a:rPr>
                          <m:t>:</m:t>
                        </m:r>
                        <m:r>
                          <a:rPr lang="en-US" altLang="en-IN" i="1">
                            <a:latin typeface="Cambria Math" panose="02040503050406030204" pitchFamily="18" charset="0"/>
                            <a:cs typeface="DejaVu Math TeX Gyre" panose="02000503000000000000" charset="0"/>
                          </a:rPr>
                          <m:t>𝐷</m:t>
                        </m:r>
                      </m:e>
                    </m:d>
                  </m:oMath>
                </a14:m>
                <a:endParaRPr lang="en-IN"/>
              </a:p>
              <a:p>
                <a:pPr lvl="1"/>
                <a:r>
                  <a:rPr lang="en-US"/>
                  <a:t>Sometimes specialized to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b="1" i="1">
                            <a:latin typeface="Cambria Math" panose="02040503050406030204" pitchFamily="18" charset="0"/>
                            <a:cs typeface="DejaVu Math TeX Gyre" panose="02000503000000000000" charset="0"/>
                          </a:rPr>
                          <m:t>𝑷</m:t>
                        </m:r>
                      </m:e>
                      <m:sub>
                        <m:r>
                          <a:rPr lang="en-US" i="1">
                            <a:latin typeface="Cambria Math" panose="02040503050406030204" pitchFamily="18" charset="0"/>
                            <a:cs typeface="DejaVu Math TeX Gyre" panose="02000503000000000000" charset="0"/>
                          </a:rPr>
                          <m:t>𝐾</m:t>
                        </m:r>
                      </m:sub>
                    </m:sSub>
                    <m:r>
                      <a:rPr lang="en-US" i="1">
                        <a:latin typeface="Cambria Math" panose="02040503050406030204" pitchFamily="18" charset="0"/>
                        <a:cs typeface="DejaVu Math TeX Gyre" panose="02000503000000000000" charset="0"/>
                      </a:rPr>
                      <m:t>,</m:t>
                    </m:r>
                    <m:sSub>
                      <m:sSubPr>
                        <m:ctrlPr>
                          <a:rPr lang="en-US" i="1">
                            <a:latin typeface="Cambria Math" panose="02040503050406030204" pitchFamily="18" charset="0"/>
                            <a:cs typeface="DejaVu Math TeX Gyre" panose="02000503000000000000" charset="0"/>
                          </a:rPr>
                        </m:ctrlPr>
                      </m:sSubPr>
                      <m:e>
                        <m:r>
                          <a:rPr lang="en-US" b="1" i="1">
                            <a:latin typeface="Cambria Math" panose="02040503050406030204" pitchFamily="18" charset="0"/>
                            <a:cs typeface="DejaVu Math TeX Gyre" panose="02000503000000000000" charset="0"/>
                          </a:rPr>
                          <m:t>𝑷</m:t>
                        </m:r>
                      </m:e>
                      <m:sub>
                        <m:r>
                          <a:rPr lang="en-US" i="1">
                            <a:latin typeface="Cambria Math" panose="02040503050406030204" pitchFamily="18" charset="0"/>
                            <a:cs typeface="DejaVu Math TeX Gyre" panose="02000503000000000000" charset="0"/>
                          </a:rPr>
                          <m:t>𝑉</m:t>
                        </m:r>
                      </m:sub>
                    </m:sSub>
                  </m:oMath>
                </a14:m>
                <a:r>
                  <a:rPr lang="en-US" b="0" i="1">
                    <a:latin typeface="Cambria Math" panose="02040503050406030204" pitchFamily="18" charset="0"/>
                  </a:rPr>
                  <a:t> </a:t>
                </a:r>
                <a:r>
                  <a:rPr lang="en-US"/>
                  <a:t>for key, value</a:t>
                </a:r>
                <a:endParaRPr lang="en-US"/>
              </a:p>
              <a:p>
                <a:pPr lvl="1"/>
                <a:r>
                  <a:rPr lang="en-US"/>
                  <a:t>Trained along with transformer params</a:t>
                </a:r>
                <a:endParaRPr lang="en-US" b="0" i="1">
                  <a:latin typeface="Cambria Math" panose="02040503050406030204" pitchFamily="18" charset="0"/>
                </a:endParaRP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𝑄</m:t>
                        </m:r>
                      </m:sub>
                    </m:sSub>
                    <m:d>
                      <m:dPr>
                        <m:ctrlPr>
                          <a:rPr lang="en-US" b="0" i="1" smtClean="0">
                            <a:latin typeface="Cambria Math" panose="02040503050406030204" pitchFamily="18" charset="0"/>
                          </a:rPr>
                        </m:ctrlPr>
                      </m:dPr>
                      <m:e>
                        <m:r>
                          <a:rPr lang="en-US" b="1" i="1" smtClean="0">
                            <a:latin typeface="Cambria Math" panose="02040503050406030204" pitchFamily="18" charset="0"/>
                          </a:rPr>
                          <m:t>𝒙</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𝑄</m:t>
                        </m:r>
                      </m:sub>
                    </m:sSub>
                    <m:r>
                      <a:rPr lang="en-US" b="1" i="1" smtClean="0">
                        <a:latin typeface="Cambria Math" panose="02040503050406030204" pitchFamily="18" charset="0"/>
                      </a:rPr>
                      <m:t>𝒙</m:t>
                    </m:r>
                  </m:oMath>
                </a14:m>
                <a:endParaRPr lang="en-US" b="0" i="1">
                  <a:latin typeface="Cambria Math" panose="02040503050406030204" pitchFamily="18" charset="0"/>
                </a:endParaRPr>
              </a:p>
              <a:p>
                <a:pPr lvl="1"/>
                <a:r>
                  <a:rPr lang="en-US" altLang="en-IN"/>
                  <a:t>Query from anywhere; no use made of </a:t>
                </a:r>
                <a14:m>
                  <m:oMath xmlns:m="http://schemas.openxmlformats.org/officeDocument/2006/math">
                    <m:r>
                      <a:rPr lang="en-US" b="0" i="1" smtClean="0">
                        <a:latin typeface="Cambria Math" panose="02040503050406030204" pitchFamily="18" charset="0"/>
                      </a:rPr>
                      <m:t>𝑚</m:t>
                    </m:r>
                  </m:oMath>
                </a14:m>
                <a:r>
                  <a:rPr lang="en-US" altLang="en-IN"/>
                  <a:t> or </a:t>
                </a:r>
                <a14:m>
                  <m:oMath xmlns:m="http://schemas.openxmlformats.org/officeDocument/2006/math">
                    <m:r>
                      <a:rPr lang="en-US" b="0" i="1" smtClean="0">
                        <a:latin typeface="Cambria Math" panose="02040503050406030204" pitchFamily="18" charset="0"/>
                      </a:rPr>
                      <m:t>𝑛</m:t>
                    </m:r>
                  </m:oMath>
                </a14:m>
                <a:endParaRPr lang="en-IN"/>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𝐾</m:t>
                        </m:r>
                      </m:sub>
                    </m:sSub>
                    <m:d>
                      <m:dPr>
                        <m:ctrlPr>
                          <a:rPr lang="en-US" b="0" i="1" smtClean="0">
                            <a:latin typeface="Cambria Math" panose="02040503050406030204" pitchFamily="18" charset="0"/>
                          </a:rPr>
                        </m:ctrlPr>
                      </m:dPr>
                      <m:e>
                        <m:r>
                          <a:rPr lang="en-US" b="1" i="1" smtClean="0">
                            <a:latin typeface="Cambria Math" panose="02040503050406030204" pitchFamily="18" charset="0"/>
                          </a:rPr>
                          <m:t>𝒙</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e>
                    </m:d>
                    <m:r>
                      <a:rPr lang="en-US" b="0" i="1" smtClean="0">
                        <a:latin typeface="Cambria Math" panose="02040503050406030204" pitchFamily="18" charset="0"/>
                      </a:rPr>
                      <m:t>=</m:t>
                    </m:r>
                  </m:oMath>
                </a14:m>
                <a:r>
                  <a:rPr lang="en-US"/>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i="1">
                            <a:latin typeface="Cambria Math" panose="02040503050406030204" pitchFamily="18" charset="0"/>
                          </a:rPr>
                          <m:t>𝐾</m:t>
                        </m:r>
                      </m:sub>
                    </m:sSub>
                    <m:d>
                      <m:dPr>
                        <m:ctrlPr>
                          <a:rPr lang="en-US" i="1">
                            <a:latin typeface="Cambria Math" panose="02040503050406030204" pitchFamily="18" charset="0"/>
                            <a:cs typeface="DejaVu Math TeX Gyre" panose="02000503000000000000" charset="0"/>
                          </a:rPr>
                        </m:ctrlPr>
                      </m:dPr>
                      <m:e>
                        <m:r>
                          <a:rPr lang="en-US" b="1" i="1">
                            <a:latin typeface="Cambria Math" panose="02040503050406030204" pitchFamily="18" charset="0"/>
                          </a:rPr>
                          <m:t>𝒙</m:t>
                        </m:r>
                        <m:r>
                          <a:rPr lang="en-US" i="1">
                            <a:latin typeface="Cambria Math" panose="02040503050406030204" pitchFamily="18" charset="0"/>
                          </a:rPr>
                          <m:t>+</m:t>
                        </m:r>
                        <m:sSub>
                          <m:sSubPr>
                            <m:ctrlPr>
                              <a:rPr lang="en-US" i="1">
                                <a:latin typeface="Cambria Math" panose="02040503050406030204" pitchFamily="18" charset="0"/>
                                <a:cs typeface="DejaVu Math TeX Gyre" panose="02000503000000000000" charset="0"/>
                              </a:rPr>
                            </m:ctrlPr>
                          </m:sSubPr>
                          <m:e>
                            <m:r>
                              <a:rPr lang="en-US" b="1" i="1">
                                <a:latin typeface="Cambria Math" panose="02040503050406030204" pitchFamily="18" charset="0"/>
                                <a:cs typeface="DejaVu Math TeX Gyre" panose="02000503000000000000" charset="0"/>
                              </a:rPr>
                              <m:t>𝒑</m:t>
                            </m:r>
                          </m:e>
                          <m:sub>
                            <m:r>
                              <a:rPr lang="en-US" i="1">
                                <a:latin typeface="Cambria Math" panose="02040503050406030204" pitchFamily="18" charset="0"/>
                                <a:cs typeface="DejaVu Math TeX Gyre" panose="02000503000000000000" charset="0"/>
                              </a:rPr>
                              <m:t>𝐾</m:t>
                            </m:r>
                          </m:sub>
                        </m:sSub>
                        <m:d>
                          <m:dPr>
                            <m:begChr m:val="["/>
                            <m:endChr m:val="]"/>
                            <m:ctrlPr>
                              <a:rPr lang="en-US" i="1">
                                <a:latin typeface="Cambria Math" panose="02040503050406030204" pitchFamily="18" charset="0"/>
                                <a:cs typeface="DejaVu Math TeX Gyre" panose="02000503000000000000" charset="0"/>
                              </a:rPr>
                            </m:ctrlPr>
                          </m:dPr>
                          <m:e>
                            <m:r>
                              <m:rPr>
                                <m:sty m:val="p"/>
                              </m:rPr>
                              <a:rPr lang="en-US">
                                <a:effectLst>
                                  <a:glow rad="228600">
                                    <a:schemeClr val="accent6">
                                      <a:satMod val="175000"/>
                                      <a:alpha val="40000"/>
                                    </a:schemeClr>
                                  </a:glow>
                                </a:effectLst>
                                <a:latin typeface="Cambria Math" panose="02040503050406030204" pitchFamily="18" charset="0"/>
                                <a:cs typeface="DejaVu Math TeX Gyre" panose="02000503000000000000" charset="0"/>
                              </a:rPr>
                              <m:t>clip</m:t>
                            </m:r>
                            <m:d>
                              <m:dPr>
                                <m:ctrlPr>
                                  <a:rPr lang="en-US" i="1">
                                    <a:effectLst>
                                      <a:glow rad="228600">
                                        <a:schemeClr val="accent6">
                                          <a:satMod val="175000"/>
                                          <a:alpha val="40000"/>
                                        </a:schemeClr>
                                      </a:glow>
                                    </a:effectLst>
                                    <a:latin typeface="Cambria Math" panose="02040503050406030204" pitchFamily="18" charset="0"/>
                                    <a:cs typeface="DejaVu Math TeX Gyre" panose="02000503000000000000" charset="0"/>
                                  </a:rPr>
                                </m:ctrlPr>
                              </m:dPr>
                              <m:e>
                                <m:r>
                                  <a:rPr lang="en-US" i="1">
                                    <a:effectLst>
                                      <a:glow rad="228600">
                                        <a:schemeClr val="accent6">
                                          <a:satMod val="175000"/>
                                          <a:alpha val="40000"/>
                                        </a:schemeClr>
                                      </a:glow>
                                    </a:effectLst>
                                    <a:latin typeface="Cambria Math" panose="02040503050406030204" pitchFamily="18" charset="0"/>
                                    <a:cs typeface="DejaVu Math TeX Gyre" panose="02000503000000000000" charset="0"/>
                                  </a:rPr>
                                  <m:t>𝑚</m:t>
                                </m:r>
                                <m:r>
                                  <a:rPr lang="en-US" i="1">
                                    <a:effectLst>
                                      <a:glow rad="228600">
                                        <a:schemeClr val="accent6">
                                          <a:satMod val="175000"/>
                                          <a:alpha val="40000"/>
                                        </a:schemeClr>
                                      </a:glow>
                                    </a:effectLst>
                                    <a:latin typeface="Cambria Math" panose="02040503050406030204" pitchFamily="18" charset="0"/>
                                    <a:cs typeface="DejaVu Math TeX Gyre" panose="02000503000000000000" charset="0"/>
                                  </a:rPr>
                                  <m:t>−</m:t>
                                </m:r>
                                <m:r>
                                  <a:rPr lang="en-US" i="1">
                                    <a:effectLst>
                                      <a:glow rad="228600">
                                        <a:schemeClr val="accent6">
                                          <a:satMod val="175000"/>
                                          <a:alpha val="40000"/>
                                        </a:schemeClr>
                                      </a:glow>
                                    </a:effectLst>
                                    <a:latin typeface="Cambria Math" panose="02040503050406030204" pitchFamily="18" charset="0"/>
                                    <a:cs typeface="DejaVu Math TeX Gyre" panose="02000503000000000000" charset="0"/>
                                  </a:rPr>
                                  <m:t>𝑛</m:t>
                                </m:r>
                              </m:e>
                            </m:d>
                          </m:e>
                        </m:d>
                      </m:e>
                    </m:d>
                  </m:oMath>
                </a14:m>
                <a:endParaRPr lang="en-IN"/>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𝐾</m:t>
                        </m:r>
                      </m:sub>
                    </m:sSub>
                    <m:d>
                      <m:dPr>
                        <m:ctrlPr>
                          <a:rPr lang="en-US" b="0" i="1" smtClean="0">
                            <a:latin typeface="Cambria Math" panose="02040503050406030204" pitchFamily="18" charset="0"/>
                          </a:rPr>
                        </m:ctrlPr>
                      </m:dPr>
                      <m:e>
                        <m:r>
                          <a:rPr lang="en-US" b="1" i="1" smtClean="0">
                            <a:latin typeface="Cambria Math" panose="02040503050406030204" pitchFamily="18" charset="0"/>
                          </a:rPr>
                          <m:t>𝒙</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e>
                    </m:d>
                    <m:r>
                      <a:rPr lang="en-US" b="0" i="1" smtClean="0">
                        <a:latin typeface="Cambria Math" panose="02040503050406030204" pitchFamily="18" charset="0"/>
                      </a:rPr>
                      <m:t>=</m:t>
                    </m:r>
                  </m:oMath>
                </a14:m>
                <a:r>
                  <a:rPr lang="en-US">
                    <a:sym typeface="+mn-ea"/>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i="1">
                            <a:latin typeface="Cambria Math" panose="02040503050406030204" pitchFamily="18" charset="0"/>
                          </a:rPr>
                          <m:t>𝐾</m:t>
                        </m:r>
                      </m:sub>
                    </m:sSub>
                    <m:d>
                      <m:dPr>
                        <m:ctrlPr>
                          <a:rPr lang="en-US" i="1">
                            <a:latin typeface="Cambria Math" panose="02040503050406030204" pitchFamily="18" charset="0"/>
                            <a:cs typeface="DejaVu Math TeX Gyre" panose="02000503000000000000" charset="0"/>
                          </a:rPr>
                        </m:ctrlPr>
                      </m:dPr>
                      <m:e>
                        <m:r>
                          <a:rPr lang="en-US" b="1" i="1">
                            <a:latin typeface="Cambria Math" panose="02040503050406030204" pitchFamily="18" charset="0"/>
                          </a:rPr>
                          <m:t>𝒙</m:t>
                        </m:r>
                        <m:r>
                          <a:rPr lang="en-US" i="1">
                            <a:latin typeface="Cambria Math" panose="02040503050406030204" pitchFamily="18" charset="0"/>
                          </a:rPr>
                          <m:t>+</m:t>
                        </m:r>
                        <m:sSub>
                          <m:sSubPr>
                            <m:ctrlPr>
                              <a:rPr lang="en-US" i="1">
                                <a:latin typeface="Cambria Math" panose="02040503050406030204" pitchFamily="18" charset="0"/>
                                <a:cs typeface="DejaVu Math TeX Gyre" panose="02000503000000000000" charset="0"/>
                              </a:rPr>
                            </m:ctrlPr>
                          </m:sSubPr>
                          <m:e>
                            <m:r>
                              <a:rPr lang="en-US" b="1" i="1">
                                <a:latin typeface="Cambria Math" panose="02040503050406030204" pitchFamily="18" charset="0"/>
                                <a:cs typeface="DejaVu Math TeX Gyre" panose="02000503000000000000" charset="0"/>
                              </a:rPr>
                              <m:t>𝒑</m:t>
                            </m:r>
                          </m:e>
                          <m:sub>
                            <m:r>
                              <a:rPr lang="en-US" i="1">
                                <a:latin typeface="Cambria Math" panose="02040503050406030204" pitchFamily="18" charset="0"/>
                                <a:cs typeface="DejaVu Math TeX Gyre" panose="02000503000000000000" charset="0"/>
                              </a:rPr>
                              <m:t>𝐾</m:t>
                            </m:r>
                          </m:sub>
                        </m:sSub>
                        <m:d>
                          <m:dPr>
                            <m:begChr m:val="["/>
                            <m:endChr m:val="]"/>
                            <m:ctrlPr>
                              <a:rPr lang="en-US" i="1">
                                <a:latin typeface="Cambria Math" panose="02040503050406030204" pitchFamily="18" charset="0"/>
                                <a:cs typeface="DejaVu Math TeX Gyre" panose="02000503000000000000" charset="0"/>
                              </a:rPr>
                            </m:ctrlPr>
                          </m:dPr>
                          <m:e>
                            <m:r>
                              <m:rPr>
                                <m:sty m:val="p"/>
                              </m:rPr>
                              <a:rPr lang="en-US">
                                <a:effectLst>
                                  <a:glow rad="228600">
                                    <a:schemeClr val="accent6">
                                      <a:satMod val="175000"/>
                                      <a:alpha val="40000"/>
                                    </a:schemeClr>
                                  </a:glow>
                                </a:effectLst>
                                <a:latin typeface="Cambria Math" panose="02040503050406030204" pitchFamily="18" charset="0"/>
                                <a:cs typeface="DejaVu Math TeX Gyre" panose="02000503000000000000" charset="0"/>
                              </a:rPr>
                              <m:t>clip</m:t>
                            </m:r>
                            <m:d>
                              <m:dPr>
                                <m:ctrlPr>
                                  <a:rPr lang="en-US" i="1">
                                    <a:effectLst>
                                      <a:glow rad="228600">
                                        <a:schemeClr val="accent6">
                                          <a:satMod val="175000"/>
                                          <a:alpha val="40000"/>
                                        </a:schemeClr>
                                      </a:glow>
                                    </a:effectLst>
                                    <a:latin typeface="Cambria Math" panose="02040503050406030204" pitchFamily="18" charset="0"/>
                                    <a:cs typeface="DejaVu Math TeX Gyre" panose="02000503000000000000" charset="0"/>
                                  </a:rPr>
                                </m:ctrlPr>
                              </m:dPr>
                              <m:e>
                                <m:r>
                                  <a:rPr lang="en-US" i="1">
                                    <a:effectLst>
                                      <a:glow rad="228600">
                                        <a:schemeClr val="accent6">
                                          <a:satMod val="175000"/>
                                          <a:alpha val="40000"/>
                                        </a:schemeClr>
                                      </a:glow>
                                    </a:effectLst>
                                    <a:latin typeface="Cambria Math" panose="02040503050406030204" pitchFamily="18" charset="0"/>
                                    <a:cs typeface="DejaVu Math TeX Gyre" panose="02000503000000000000" charset="0"/>
                                  </a:rPr>
                                  <m:t>𝑚</m:t>
                                </m:r>
                                <m:r>
                                  <a:rPr lang="en-US" i="1">
                                    <a:effectLst>
                                      <a:glow rad="228600">
                                        <a:schemeClr val="accent6">
                                          <a:satMod val="175000"/>
                                          <a:alpha val="40000"/>
                                        </a:schemeClr>
                                      </a:glow>
                                    </a:effectLst>
                                    <a:latin typeface="Cambria Math" panose="02040503050406030204" pitchFamily="18" charset="0"/>
                                    <a:cs typeface="DejaVu Math TeX Gyre" panose="02000503000000000000" charset="0"/>
                                  </a:rPr>
                                  <m:t>−</m:t>
                                </m:r>
                                <m:r>
                                  <a:rPr lang="en-US" i="1">
                                    <a:effectLst>
                                      <a:glow rad="228600">
                                        <a:schemeClr val="accent6">
                                          <a:satMod val="175000"/>
                                          <a:alpha val="40000"/>
                                        </a:schemeClr>
                                      </a:glow>
                                    </a:effectLst>
                                    <a:latin typeface="Cambria Math" panose="02040503050406030204" pitchFamily="18" charset="0"/>
                                    <a:cs typeface="DejaVu Math TeX Gyre" panose="02000503000000000000" charset="0"/>
                                  </a:rPr>
                                  <m:t>𝑛</m:t>
                                </m:r>
                              </m:e>
                            </m:d>
                          </m:e>
                        </m:d>
                      </m:e>
                    </m:d>
                  </m:oMath>
                </a14:m>
                <a:endParaRPr lang="en-US" altLang="en-IN"/>
              </a:p>
              <a:p>
                <a:pPr lvl="0"/>
                <a:r>
                  <a:rPr lang="en-US" altLang="en-IN"/>
                  <a:t>Absolute and relative both </a:t>
                </a:r>
                <a:r>
                  <a:rPr lang="en-US" altLang="en-IN">
                    <a:effectLst>
                      <a:glow rad="228600">
                        <a:schemeClr val="accent4">
                          <a:satMod val="175000"/>
                          <a:alpha val="40000"/>
                        </a:schemeClr>
                      </a:glow>
                    </a:effectLst>
                  </a:rPr>
                  <a:t>additive</a:t>
                </a:r>
                <a:r>
                  <a:rPr lang="en-US" altLang="en-IN"/>
                  <a:t> in </a:t>
                </a:r>
                <a14:m>
                  <m:oMath xmlns:m="http://schemas.openxmlformats.org/officeDocument/2006/math">
                    <m:r>
                      <a:rPr lang="en-US" b="1" i="1">
                        <a:latin typeface="Cambria Math" panose="02040503050406030204" pitchFamily="18" charset="0"/>
                        <a:cs typeface="DejaVu Math TeX Gyre" panose="02000503000000000000" charset="0"/>
                      </a:rPr>
                      <m:t>𝒑</m:t>
                    </m:r>
                  </m:oMath>
                </a14:m>
                <a:endParaRPr lang="en-US" altLang="en-IN"/>
              </a:p>
            </p:txBody>
          </p:sp>
        </mc:Choice>
        <mc:Fallback>
          <p:sp>
            <p:nvSpPr>
              <p:cNvPr id="5" name="Content Placeholder 4"/>
              <p:cNvSpPr>
                <a:spLocks noRot="1" noChangeAspect="1" noMove="1" noResize="1" noEditPoints="1" noAdjustHandles="1" noChangeArrowheads="1" noChangeShapeType="1" noTextEdit="1"/>
              </p:cNvSpPr>
              <p:nvPr>
                <p:ph idx="1"/>
              </p:nvPr>
            </p:nvSpPr>
            <p:spPr>
              <a:blipFill rotWithShape="1">
                <a:blip r:embed="rId1"/>
                <a:stretch>
                  <a:fillRect l="-1" t="-3" r="4" b="3"/>
                </a:stretch>
              </a:blipFill>
              <a:effectLst/>
            </p:spPr>
            <p:txBody>
              <a:bodyPr/>
              <a:lstStyle/>
              <a:p>
                <a:r>
                  <a:rPr lang="en-US" altLang="en-US">
                    <a:noFill/>
                  </a:rPr>
                  <a:t> </a:t>
                </a:r>
              </a:p>
            </p:txBody>
          </p:sp>
        </mc:Fallback>
      </mc:AlternateContent>
      <mc:AlternateContent xmlns:mc="http://schemas.openxmlformats.org/markup-compatibility/2006" xmlns:p14="http://schemas.microsoft.com/office/powerpoint/2010/main">
        <mc:Choice Requires="p14">
          <p:contentPart r:id="rId2" p14:bwMode="auto">
            <p14:nvContentPartPr>
              <p14:cNvPr id="2" name="Ink 1"/>
              <p14:cNvContentPartPr/>
              <p14:nvPr/>
            </p14:nvContentPartPr>
            <p14:xfrm>
              <a:off x="853920" y="4275720"/>
              <a:ext cx="10032120" cy="1384920"/>
            </p14:xfrm>
          </p:contentPart>
        </mc:Choice>
        <mc:Fallback xmlns="">
          <p:pic>
            <p:nvPicPr>
              <p:cNvPr id="2" name="Ink 1"/>
            </p:nvPicPr>
            <p:blipFill>
              <a:blip r:embed="rId3"/>
            </p:blipFill>
            <p:spPr>
              <a:xfrm>
                <a:off x="853920" y="4275720"/>
                <a:ext cx="10032120" cy="1384920"/>
              </a:xfrm>
              <a:prstGeom prst="rect"/>
            </p:spPr>
          </p:pic>
        </mc:Fallback>
      </mc:AlternateContent>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a:sym typeface="+mn-ea"/>
                <a:hlinkClick r:id="rId1"/>
              </a:rPr>
              <a:t>Rotary position embedding</a:t>
            </a:r>
            <a:endParaRPr lang="en-US"/>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p:txBody>
              <a:bodyPr>
                <a:normAutofit fontScale="80000"/>
              </a:bodyPr>
              <a:lstStyle/>
              <a:p>
                <a:r>
                  <a:rPr lang="en-US">
                    <a:sym typeface="+mn-ea"/>
                  </a:rPr>
                  <a:t>What we want in general: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sub>
                    </m:sSub>
                    <m:r>
                      <a:rPr lang="en-US" b="0" i="1" smtClean="0">
                        <a:latin typeface="Cambria Math" panose="02040503050406030204" pitchFamily="18" charset="0"/>
                      </a:rPr>
                      <m:t>=</m:t>
                    </m:r>
                    <m:r>
                      <a:rPr lang="en-US" b="0" i="1" smtClean="0">
                        <a:latin typeface="Cambria Math" panose="02040503050406030204" pitchFamily="18" charset="0"/>
                      </a:rPr>
                      <m:t>𝑔</m:t>
                    </m:r>
                    <m:d>
                      <m:dPr>
                        <m:ctrlPr>
                          <a:rPr lang="en-US" b="0" i="1" smtClean="0">
                            <a:latin typeface="Cambria Math" panose="02040503050406030204" pitchFamily="18" charset="0"/>
                            <a:cs typeface="DejaVu Math TeX Gyre" panose="02000503000000000000" charset="0"/>
                          </a:rPr>
                        </m:ctrlPr>
                      </m:dPr>
                      <m:e>
                        <m:sSub>
                          <m:sSubPr>
                            <m:ctrlPr>
                              <a:rPr lang="en-US" b="0" i="1" smtClean="0">
                                <a:latin typeface="Cambria Math" panose="02040503050406030204" pitchFamily="18" charset="0"/>
                                <a:cs typeface="DejaVu Math TeX Gyre" panose="02000503000000000000" charset="0"/>
                              </a:rPr>
                            </m:ctrlPr>
                          </m:sSubPr>
                          <m:e>
                            <m:r>
                              <a:rPr lang="en-US" b="1" i="1" smtClean="0">
                                <a:latin typeface="Cambria Math" panose="02040503050406030204" pitchFamily="18" charset="0"/>
                                <a:cs typeface="DejaVu Math TeX Gyre" panose="02000503000000000000" charset="0"/>
                              </a:rPr>
                              <m:t>𝒙</m:t>
                            </m:r>
                          </m:e>
                          <m:sub>
                            <m:r>
                              <a:rPr lang="en-US" b="0" i="1" smtClean="0">
                                <a:latin typeface="Cambria Math" panose="02040503050406030204" pitchFamily="18" charset="0"/>
                                <a:cs typeface="DejaVu Math TeX Gyre" panose="02000503000000000000" charset="0"/>
                              </a:rPr>
                              <m:t>𝑚</m:t>
                            </m:r>
                          </m:sub>
                        </m:sSub>
                        <m:r>
                          <a:rPr lang="en-US" b="0" i="1" smtClean="0">
                            <a:latin typeface="Cambria Math" panose="02040503050406030204" pitchFamily="18" charset="0"/>
                            <a:cs typeface="DejaVu Math TeX Gyre" panose="02000503000000000000" charset="0"/>
                          </a:rPr>
                          <m:t>,</m:t>
                        </m:r>
                        <m:sSub>
                          <m:sSubPr>
                            <m:ctrlPr>
                              <a:rPr lang="en-US" b="0" i="1" smtClean="0">
                                <a:latin typeface="Cambria Math" panose="02040503050406030204" pitchFamily="18" charset="0"/>
                                <a:cs typeface="DejaVu Math TeX Gyre" panose="02000503000000000000" charset="0"/>
                              </a:rPr>
                            </m:ctrlPr>
                          </m:sSubPr>
                          <m:e>
                            <m:r>
                              <a:rPr lang="en-US" b="1" i="1" smtClean="0">
                                <a:latin typeface="Cambria Math" panose="02040503050406030204" pitchFamily="18" charset="0"/>
                                <a:cs typeface="DejaVu Math TeX Gyre" panose="02000503000000000000" charset="0"/>
                              </a:rPr>
                              <m:t>𝒙</m:t>
                            </m:r>
                          </m:e>
                          <m:sub>
                            <m:r>
                              <a:rPr lang="en-US" b="0" i="1" smtClean="0">
                                <a:latin typeface="Cambria Math" panose="02040503050406030204" pitchFamily="18" charset="0"/>
                                <a:cs typeface="DejaVu Math TeX Gyre" panose="02000503000000000000" charset="0"/>
                              </a:rPr>
                              <m:t>𝑛</m:t>
                            </m:r>
                          </m:sub>
                        </m:sSub>
                        <m:r>
                          <a:rPr lang="en-US" b="0" i="1" smtClean="0">
                            <a:latin typeface="Cambria Math" panose="02040503050406030204" pitchFamily="18" charset="0"/>
                            <a:cs typeface="DejaVu Math TeX Gyre" panose="02000503000000000000" charset="0"/>
                          </a:rPr>
                          <m:t>,</m:t>
                        </m:r>
                        <m:r>
                          <a:rPr lang="en-US" b="0" i="1" smtClean="0">
                            <a:latin typeface="Cambria Math" panose="02040503050406030204" pitchFamily="18" charset="0"/>
                            <a:cs typeface="DejaVu Math TeX Gyre" panose="02000503000000000000" charset="0"/>
                          </a:rPr>
                          <m:t>𝑚</m:t>
                        </m:r>
                        <m:r>
                          <a:rPr lang="en-US" b="0" i="1" smtClean="0">
                            <a:latin typeface="Cambria Math" panose="02040503050406030204" pitchFamily="18" charset="0"/>
                            <a:cs typeface="DejaVu Math TeX Gyre" panose="02000503000000000000" charset="0"/>
                          </a:rPr>
                          <m:t>−</m:t>
                        </m:r>
                        <m:r>
                          <a:rPr lang="en-US" b="0" i="1" smtClean="0">
                            <a:latin typeface="Cambria Math" panose="02040503050406030204" pitchFamily="18" charset="0"/>
                            <a:cs typeface="DejaVu Math TeX Gyre" panose="02000503000000000000" charset="0"/>
                          </a:rPr>
                          <m:t>𝑛</m:t>
                        </m:r>
                      </m:e>
                    </m:d>
                  </m:oMath>
                </a14:m>
                <a:endParaRPr lang="en-US" b="0" i="1">
                  <a:latin typeface="DejaVu Math TeX Gyre" panose="02000503000000000000" charset="0"/>
                  <a:cs typeface="DejaVu Math TeX Gyre" panose="02000503000000000000" charset="0"/>
                </a:endParaRPr>
              </a:p>
              <a:p>
                <a:r>
                  <a:rPr lang="en-US"/>
                  <a:t>Can we write this using </a:t>
                </a:r>
                <a14:m>
                  <m:oMath xmlns:m="http://schemas.openxmlformats.org/officeDocument/2006/math">
                    <m:sSup>
                      <m:sSupPr>
                        <m:ctrlPr>
                          <a:rPr lang="en-US" i="1">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𝑓</m:t>
                        </m:r>
                        <m:d>
                          <m:dPr>
                            <m:ctrlPr>
                              <a:rPr lang="en-US" i="1">
                                <a:latin typeface="Cambria Math" panose="02040503050406030204" pitchFamily="18" charset="0"/>
                                <a:cs typeface="DejaVu Math TeX Gyre" panose="02000503000000000000" charset="0"/>
                              </a:rPr>
                            </m:ctrlPr>
                          </m:dPr>
                          <m:e>
                            <m:sSub>
                              <m:sSubPr>
                                <m:ctrlPr>
                                  <a:rPr lang="en-US" b="0" i="1" smtClean="0">
                                    <a:latin typeface="Cambria Math" panose="02040503050406030204" pitchFamily="18" charset="0"/>
                                    <a:cs typeface="DejaVu Math TeX Gyre" panose="02000503000000000000" charset="0"/>
                                  </a:rPr>
                                </m:ctrlPr>
                              </m:sSubPr>
                              <m:e>
                                <m:r>
                                  <a:rPr lang="en-US" b="1" i="1" smtClean="0">
                                    <a:latin typeface="Cambria Math" panose="02040503050406030204" pitchFamily="18" charset="0"/>
                                    <a:cs typeface="DejaVu Math TeX Gyre" panose="02000503000000000000" charset="0"/>
                                  </a:rPr>
                                  <m:t>𝒙</m:t>
                                </m:r>
                              </m:e>
                              <m:sub>
                                <m:r>
                                  <a:rPr lang="en-US" b="0" i="1" smtClean="0">
                                    <a:latin typeface="Cambria Math" panose="02040503050406030204" pitchFamily="18" charset="0"/>
                                    <a:cs typeface="DejaVu Math TeX Gyre" panose="02000503000000000000" charset="0"/>
                                  </a:rPr>
                                  <m:t>𝑚</m:t>
                                </m:r>
                              </m:sub>
                            </m:sSub>
                            <m:r>
                              <a:rPr lang="en-US" b="0" i="1" smtClean="0">
                                <a:latin typeface="Cambria Math" panose="02040503050406030204" pitchFamily="18" charset="0"/>
                                <a:cs typeface="DejaVu Math TeX Gyre" panose="02000503000000000000" charset="0"/>
                              </a:rPr>
                              <m:t>,</m:t>
                            </m:r>
                            <m:r>
                              <a:rPr lang="en-US" b="0" i="1" smtClean="0">
                                <a:latin typeface="Cambria Math" panose="02040503050406030204" pitchFamily="18" charset="0"/>
                                <a:cs typeface="DejaVu Math TeX Gyre" panose="02000503000000000000" charset="0"/>
                              </a:rPr>
                              <m:t>𝑚</m:t>
                            </m:r>
                          </m:e>
                        </m:d>
                      </m:e>
                      <m:sup>
                        <m:r>
                          <a:rPr lang="en-US" i="1">
                            <a:latin typeface="Cambria Math" panose="02040503050406030204" pitchFamily="18" charset="0"/>
                            <a:cs typeface="DejaVu Math TeX Gyre" panose="02000503000000000000" charset="0"/>
                          </a:rPr>
                          <m:t>⊺</m:t>
                        </m:r>
                      </m:sup>
                    </m:sSup>
                    <m:r>
                      <a:rPr lang="en-US" i="1">
                        <a:latin typeface="Cambria Math" panose="02040503050406030204" pitchFamily="18" charset="0"/>
                        <a:cs typeface="DejaVu Math TeX Gyre" panose="02000503000000000000" charset="0"/>
                      </a:rPr>
                      <m:t>𝑓</m:t>
                    </m:r>
                    <m:d>
                      <m:dPr>
                        <m:ctrlPr>
                          <a:rPr lang="en-US" i="1">
                            <a:latin typeface="Cambria Math" panose="02040503050406030204" pitchFamily="18" charset="0"/>
                            <a:cs typeface="DejaVu Math TeX Gyre" panose="02000503000000000000" charset="0"/>
                          </a:rPr>
                        </m:ctrlPr>
                      </m:dPr>
                      <m:e>
                        <m:sSub>
                          <m:sSubPr>
                            <m:ctrlPr>
                              <a:rPr lang="en-US" b="0" i="1" smtClean="0">
                                <a:latin typeface="Cambria Math" panose="02040503050406030204" pitchFamily="18" charset="0"/>
                                <a:cs typeface="DejaVu Math TeX Gyre" panose="02000503000000000000" charset="0"/>
                              </a:rPr>
                            </m:ctrlPr>
                          </m:sSubPr>
                          <m:e>
                            <m:r>
                              <a:rPr lang="en-US" b="1" i="1" smtClean="0">
                                <a:latin typeface="Cambria Math" panose="02040503050406030204" pitchFamily="18" charset="0"/>
                                <a:cs typeface="DejaVu Math TeX Gyre" panose="02000503000000000000" charset="0"/>
                              </a:rPr>
                              <m:t>𝒙</m:t>
                            </m:r>
                          </m:e>
                          <m:sub>
                            <m:r>
                              <a:rPr lang="en-US" b="0" i="1" smtClean="0">
                                <a:latin typeface="Cambria Math" panose="02040503050406030204" pitchFamily="18" charset="0"/>
                                <a:cs typeface="DejaVu Math TeX Gyre" panose="02000503000000000000" charset="0"/>
                              </a:rPr>
                              <m:t>𝑛</m:t>
                            </m:r>
                          </m:sub>
                        </m:sSub>
                        <m:r>
                          <a:rPr lang="en-US" b="0" i="1" smtClean="0">
                            <a:latin typeface="Cambria Math" panose="02040503050406030204" pitchFamily="18" charset="0"/>
                            <a:cs typeface="DejaVu Math TeX Gyre" panose="02000503000000000000" charset="0"/>
                          </a:rPr>
                          <m:t>,</m:t>
                        </m:r>
                        <m:r>
                          <a:rPr lang="en-US" b="0" i="1" smtClean="0">
                            <a:latin typeface="Cambria Math" panose="02040503050406030204" pitchFamily="18" charset="0"/>
                            <a:cs typeface="DejaVu Math TeX Gyre" panose="02000503000000000000" charset="0"/>
                          </a:rPr>
                          <m:t>𝑛</m:t>
                        </m:r>
                      </m:e>
                    </m:d>
                  </m:oMath>
                </a14:m>
                <a:r>
                  <a:rPr lang="en-US"/>
                  <a:t>?</a:t>
                </a:r>
                <a:endParaRPr lang="en-US"/>
              </a:p>
              <a:p>
                <a:r>
                  <a:rPr lang="en-US"/>
                  <a:t>Consider special case </a:t>
                </a:r>
                <a14:m>
                  <m:oMath xmlns:m="http://schemas.openxmlformats.org/officeDocument/2006/math">
                    <m:sSub>
                      <m:sSubPr>
                        <m:ctrlPr>
                          <a:rPr lang="en-US" b="0" i="1" smtClean="0">
                            <a:latin typeface="Cambria Math" panose="02040503050406030204" pitchFamily="18" charset="0"/>
                            <a:cs typeface="DejaVu Math TeX Gyre" panose="02000503000000000000" charset="0"/>
                          </a:rPr>
                        </m:ctrlPr>
                      </m:sSubPr>
                      <m:e>
                        <m:r>
                          <a:rPr lang="en-US" b="1" i="1" smtClean="0">
                            <a:latin typeface="Cambria Math" panose="02040503050406030204" pitchFamily="18" charset="0"/>
                            <a:cs typeface="DejaVu Math TeX Gyre" panose="02000503000000000000" charset="0"/>
                          </a:rPr>
                          <m:t>𝒙</m:t>
                        </m:r>
                      </m:e>
                      <m:sub>
                        <m:r>
                          <a:rPr lang="en-US" i="1" smtClean="0">
                            <a:latin typeface="Cambria Math" panose="02040503050406030204" pitchFamily="18" charset="0"/>
                            <a:cs typeface="DejaVu Math TeX Gyre" panose="02000503000000000000" charset="0"/>
                          </a:rPr>
                          <m:t>∙</m:t>
                        </m:r>
                      </m:sub>
                    </m:sSub>
                    <m:r>
                      <a:rPr lang="en-US" i="1" smtClean="0">
                        <a:latin typeface="Cambria Math" panose="02040503050406030204" pitchFamily="18" charset="0"/>
                        <a:cs typeface="DejaVu Math TeX Gyre" panose="02000503000000000000" charset="0"/>
                      </a:rPr>
                      <m:t>∈</m:t>
                    </m:r>
                    <m:sSup>
                      <m:sSupPr>
                        <m:ctrlPr>
                          <a:rPr lang="en-US" i="1" smtClean="0">
                            <a:latin typeface="Cambria Math" panose="02040503050406030204" pitchFamily="18" charset="0"/>
                            <a:cs typeface="DejaVu Math TeX Gyre" panose="02000503000000000000" charset="0"/>
                          </a:rPr>
                        </m:ctrlPr>
                      </m:sSupPr>
                      <m:e>
                        <m:r>
                          <a:rPr lang="en-US" i="1">
                            <a:latin typeface="Cambria Math" panose="02040503050406030204" pitchFamily="18" charset="0"/>
                            <a:cs typeface="DejaVu Math TeX Gyre" panose="02000503000000000000" charset="0"/>
                          </a:rPr>
                          <m:t>ℝ</m:t>
                        </m:r>
                      </m:e>
                      <m:sup>
                        <m:r>
                          <a:rPr lang="en-US" i="1" smtClean="0">
                            <a:latin typeface="Cambria Math" panose="02040503050406030204" pitchFamily="18" charset="0"/>
                            <a:cs typeface="DejaVu Math TeX Gyre" panose="02000503000000000000" charset="0"/>
                          </a:rPr>
                          <m:t>2</m:t>
                        </m:r>
                      </m:sup>
                    </m:sSup>
                  </m:oMath>
                </a14:m>
                <a:endParaRPr lang="en-US" i="1">
                  <a:latin typeface="DejaVu Math TeX Gyre" panose="02000503000000000000" charset="0"/>
                  <a:cs typeface="DejaVu Math TeX Gyre" panose="02000503000000000000" charset="0"/>
                </a:endParaRPr>
              </a:p>
              <a:p>
                <a:r>
                  <a:rPr lang="en-US"/>
                  <a:t>Let </a:t>
                </a:r>
                <a14:m>
                  <m:oMath xmlns:m="http://schemas.openxmlformats.org/officeDocument/2006/math">
                    <m:r>
                      <a:rPr lang="en-US" i="1">
                        <a:latin typeface="Cambria Math" panose="02040503050406030204" pitchFamily="18" charset="0"/>
                        <a:cs typeface="DejaVu Math TeX Gyre" panose="02000503000000000000" charset="0"/>
                      </a:rPr>
                      <m:t>𝑖</m:t>
                    </m:r>
                    <m:r>
                      <a:rPr lang="en-US" i="1">
                        <a:latin typeface="Cambria Math" panose="02040503050406030204" pitchFamily="18" charset="0"/>
                        <a:cs typeface="DejaVu Math TeX Gyre" panose="02000503000000000000" charset="0"/>
                      </a:rPr>
                      <m:t>=</m:t>
                    </m:r>
                    <m:rad>
                      <m:radPr>
                        <m:degHide m:val="on"/>
                        <m:ctrlPr>
                          <a:rPr lang="en-US" i="1">
                            <a:latin typeface="Cambria Math" panose="02040503050406030204" pitchFamily="18" charset="0"/>
                            <a:cs typeface="DejaVu Math TeX Gyre" panose="02000503000000000000" charset="0"/>
                          </a:rPr>
                        </m:ctrlPr>
                      </m:radPr>
                      <m:deg/>
                      <m:e>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1</m:t>
                        </m:r>
                      </m:e>
                    </m:rad>
                  </m:oMath>
                </a14:m>
                <a:r>
                  <a:rPr lang="en-US"/>
                  <a:t> and choose some angle </a:t>
                </a:r>
                <a14:m>
                  <m:oMath xmlns:m="http://schemas.openxmlformats.org/officeDocument/2006/math">
                    <m:r>
                      <a:rPr lang="en-US" i="1">
                        <a:latin typeface="Cambria Math" panose="02040503050406030204" pitchFamily="18" charset="0"/>
                        <a:cs typeface="DejaVu Math TeX Gyre" panose="02000503000000000000" charset="0"/>
                      </a:rPr>
                      <m:t>𝜃</m:t>
                    </m:r>
                  </m:oMath>
                </a14:m>
                <a:endParaRPr lang="en-US" i="1">
                  <a:latin typeface="DejaVu Math TeX Gyre" panose="02000503000000000000" charset="0"/>
                  <a:cs typeface="DejaVu Math TeX Gyre" panose="02000503000000000000" charset="0"/>
                </a:endParaRPr>
              </a:p>
              <a:p>
                <a:r>
                  <a:rPr lang="en-US"/>
                  <a:t>Regard </a:t>
                </a:r>
                <a14:m>
                  <m:oMath xmlns:m="http://schemas.openxmlformats.org/officeDocument/2006/math">
                    <m:d>
                      <m:dPr>
                        <m:begChr m:val="["/>
                        <m:endChr m:val="]"/>
                        <m:ctrlPr>
                          <a:rPr lang="en-US" i="1">
                            <a:latin typeface="Cambria Math" panose="02040503050406030204" pitchFamily="18" charset="0"/>
                            <a:cs typeface="DejaVu Math TeX Gyre" panose="02000503000000000000" charset="0"/>
                          </a:rPr>
                        </m:ctrlPr>
                      </m:dPr>
                      <m:e>
                        <m:m>
                          <m:mPr>
                            <m:mcs>
                              <m:mc>
                                <m:mcPr>
                                  <m:count m:val="1"/>
                                  <m:mcJc m:val="center"/>
                                </m:mcPr>
                              </m:mc>
                            </m:mcs>
                            <m:ctrlPr>
                              <a:rPr lang="en-US" i="1">
                                <a:latin typeface="Cambria Math" panose="02040503050406030204" pitchFamily="18" charset="0"/>
                                <a:cs typeface="DejaVu Math TeX Gyre" panose="02000503000000000000" charset="0"/>
                              </a:rPr>
                            </m:ctrlPr>
                          </m:mPr>
                          <m:mr>
                            <m:e>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𝑞</m:t>
                                  </m:r>
                                </m:e>
                                <m:sub>
                                  <m:r>
                                    <a:rPr lang="en-US" i="1">
                                      <a:latin typeface="Cambria Math" panose="02040503050406030204" pitchFamily="18" charset="0"/>
                                      <a:cs typeface="DejaVu Math TeX Gyre" panose="02000503000000000000" charset="0"/>
                                    </a:rPr>
                                    <m:t>𝑚</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1</m:t>
                                  </m:r>
                                </m:sub>
                              </m:sSub>
                            </m:e>
                          </m:mr>
                          <m:mr>
                            <m:e>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𝑞</m:t>
                                  </m:r>
                                </m:e>
                                <m:sub>
                                  <m:r>
                                    <a:rPr lang="en-US" i="1">
                                      <a:latin typeface="Cambria Math" panose="02040503050406030204" pitchFamily="18" charset="0"/>
                                      <a:cs typeface="DejaVu Math TeX Gyre" panose="02000503000000000000" charset="0"/>
                                    </a:rPr>
                                    <m:t>𝑚</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2</m:t>
                                  </m:r>
                                </m:sub>
                              </m:sSub>
                            </m:e>
                          </m:mr>
                        </m:m>
                      </m:e>
                    </m:d>
                    <m:r>
                      <a:rPr lang="en-US" i="1">
                        <a:latin typeface="Cambria Math" panose="02040503050406030204" pitchFamily="18" charset="0"/>
                        <a:cs typeface="DejaVu Math TeX Gyre" panose="02000503000000000000" charset="0"/>
                      </a:rPr>
                      <m:t>=</m:t>
                    </m:r>
                    <m:sSub>
                      <m:sSubPr>
                        <m:ctrlPr>
                          <a:rPr lang="en-US" i="1">
                            <a:latin typeface="Cambria Math" panose="02040503050406030204" pitchFamily="18" charset="0"/>
                            <a:cs typeface="DejaVu Math TeX Gyre" panose="02000503000000000000" charset="0"/>
                          </a:rPr>
                        </m:ctrlPr>
                      </m:sSubPr>
                      <m:e>
                        <m:r>
                          <a:rPr lang="en-US" b="1" i="1">
                            <a:latin typeface="Cambria Math" panose="02040503050406030204" pitchFamily="18" charset="0"/>
                            <a:cs typeface="DejaVu Math TeX Gyre" panose="02000503000000000000" charset="0"/>
                          </a:rPr>
                          <m:t>𝑾</m:t>
                        </m:r>
                      </m:e>
                      <m:sub>
                        <m:r>
                          <a:rPr lang="en-US" i="1">
                            <a:latin typeface="Cambria Math" panose="02040503050406030204" pitchFamily="18" charset="0"/>
                            <a:cs typeface="DejaVu Math TeX Gyre" panose="02000503000000000000" charset="0"/>
                          </a:rPr>
                          <m:t>𝑄</m:t>
                        </m:r>
                      </m:sub>
                    </m:sSub>
                    <m:d>
                      <m:dPr>
                        <m:begChr m:val="["/>
                        <m:endChr m:val="]"/>
                        <m:ctrlPr>
                          <a:rPr lang="en-US" i="1">
                            <a:latin typeface="Cambria Math" panose="02040503050406030204" pitchFamily="18" charset="0"/>
                            <a:cs typeface="DejaVu Math TeX Gyre" panose="02000503000000000000" charset="0"/>
                          </a:rPr>
                        </m:ctrlPr>
                      </m:dPr>
                      <m:e>
                        <m:m>
                          <m:mPr>
                            <m:mcs>
                              <m:mc>
                                <m:mcPr>
                                  <m:count m:val="1"/>
                                  <m:mcJc m:val="center"/>
                                </m:mcPr>
                              </m:mc>
                            </m:mcs>
                            <m:ctrlPr>
                              <a:rPr lang="en-US" i="1">
                                <a:latin typeface="Cambria Math" panose="02040503050406030204" pitchFamily="18" charset="0"/>
                                <a:cs typeface="DejaVu Math TeX Gyre" panose="02000503000000000000" charset="0"/>
                              </a:rPr>
                            </m:ctrlPr>
                          </m:mPr>
                          <m:mr>
                            <m:e>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𝑥</m:t>
                                  </m:r>
                                </m:e>
                                <m:sub>
                                  <m:r>
                                    <a:rPr lang="en-US" i="1">
                                      <a:latin typeface="Cambria Math" panose="02040503050406030204" pitchFamily="18" charset="0"/>
                                      <a:cs typeface="DejaVu Math TeX Gyre" panose="02000503000000000000" charset="0"/>
                                    </a:rPr>
                                    <m:t>𝑚</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1</m:t>
                                  </m:r>
                                </m:sub>
                              </m:sSub>
                            </m:e>
                          </m:mr>
                          <m:mr>
                            <m:e>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𝑥</m:t>
                                  </m:r>
                                </m:e>
                                <m:sub>
                                  <m:r>
                                    <a:rPr lang="en-US" i="1">
                                      <a:latin typeface="Cambria Math" panose="02040503050406030204" pitchFamily="18" charset="0"/>
                                      <a:cs typeface="DejaVu Math TeX Gyre" panose="02000503000000000000" charset="0"/>
                                    </a:rPr>
                                    <m:t>𝑚</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2</m:t>
                                  </m:r>
                                </m:sub>
                              </m:sSub>
                            </m:e>
                          </m:mr>
                        </m:m>
                      </m:e>
                    </m:d>
                  </m:oMath>
                </a14:m>
                <a:r>
                  <a:rPr lang="en-US"/>
                  <a:t> as a complex number</a:t>
                </a:r>
                <a:endParaRPr lang="en-US"/>
              </a:p>
              <a:p>
                <a:r>
                  <a:rPr lang="en-US"/>
                  <a:t>Let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𝑓</m:t>
                        </m:r>
                      </m:e>
                      <m:sub>
                        <m:r>
                          <a:rPr lang="en-US" i="1">
                            <a:latin typeface="Cambria Math" panose="02040503050406030204" pitchFamily="18" charset="0"/>
                            <a:cs typeface="DejaVu Math TeX Gyre" panose="02000503000000000000" charset="0"/>
                          </a:rPr>
                          <m:t>𝑄</m:t>
                        </m:r>
                      </m:sub>
                    </m:sSub>
                    <m:d>
                      <m:dPr>
                        <m:ctrlPr>
                          <a:rPr lang="en-US" i="1">
                            <a:latin typeface="Cambria Math" panose="02040503050406030204" pitchFamily="18" charset="0"/>
                            <a:cs typeface="DejaVu Math TeX Gyre" panose="02000503000000000000" charset="0"/>
                          </a:rPr>
                        </m:ctrlPr>
                      </m:dPr>
                      <m:e>
                        <m:sSub>
                          <m:sSubPr>
                            <m:ctrlPr>
                              <a:rPr lang="en-US" b="0" i="1" smtClean="0">
                                <a:latin typeface="Cambria Math" panose="02040503050406030204" pitchFamily="18" charset="0"/>
                                <a:cs typeface="DejaVu Math TeX Gyre" panose="02000503000000000000" charset="0"/>
                              </a:rPr>
                            </m:ctrlPr>
                          </m:sSubPr>
                          <m:e>
                            <m:r>
                              <a:rPr lang="en-US" b="1" i="1" smtClean="0">
                                <a:latin typeface="Cambria Math" panose="02040503050406030204" pitchFamily="18" charset="0"/>
                                <a:cs typeface="DejaVu Math TeX Gyre" panose="02000503000000000000" charset="0"/>
                              </a:rPr>
                              <m:t>𝒙</m:t>
                            </m:r>
                          </m:e>
                          <m:sub>
                            <m:r>
                              <a:rPr lang="en-US" b="0" i="1" smtClean="0">
                                <a:latin typeface="Cambria Math" panose="02040503050406030204" pitchFamily="18" charset="0"/>
                                <a:cs typeface="DejaVu Math TeX Gyre" panose="02000503000000000000" charset="0"/>
                              </a:rPr>
                              <m:t>𝑚</m:t>
                            </m:r>
                          </m:sub>
                        </m:sSub>
                        <m:r>
                          <a:rPr lang="en-US" b="0" i="1" smtClean="0">
                            <a:latin typeface="Cambria Math" panose="02040503050406030204" pitchFamily="18" charset="0"/>
                            <a:cs typeface="DejaVu Math TeX Gyre" panose="02000503000000000000" charset="0"/>
                          </a:rPr>
                          <m:t>,</m:t>
                        </m:r>
                        <m:r>
                          <a:rPr lang="en-US" b="0" i="1" smtClean="0">
                            <a:latin typeface="Cambria Math" panose="02040503050406030204" pitchFamily="18" charset="0"/>
                            <a:cs typeface="DejaVu Math TeX Gyre" panose="02000503000000000000" charset="0"/>
                          </a:rPr>
                          <m:t>𝑚</m:t>
                        </m:r>
                      </m:e>
                    </m:d>
                    <m:r>
                      <a:rPr lang="en-US" b="0" i="1" smtClean="0">
                        <a:latin typeface="Cambria Math" panose="02040503050406030204" pitchFamily="18" charset="0"/>
                        <a:cs typeface="DejaVu Math TeX Gyre" panose="02000503000000000000" charset="0"/>
                      </a:rPr>
                      <m:t>=</m:t>
                    </m:r>
                    <m:d>
                      <m:dPr>
                        <m:ctrlPr>
                          <a:rPr lang="en-US" b="0" i="1" smtClean="0">
                            <a:latin typeface="Cambria Math" panose="02040503050406030204" pitchFamily="18" charset="0"/>
                            <a:cs typeface="DejaVu Math TeX Gyre" panose="02000503000000000000" charset="0"/>
                          </a:rPr>
                        </m:ctrlPr>
                      </m:dPr>
                      <m:e>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𝑞</m:t>
                            </m:r>
                          </m:e>
                          <m:sub>
                            <m:r>
                              <a:rPr lang="en-US" i="1">
                                <a:latin typeface="Cambria Math" panose="02040503050406030204" pitchFamily="18" charset="0"/>
                                <a:cs typeface="DejaVu Math TeX Gyre" panose="02000503000000000000" charset="0"/>
                              </a:rPr>
                              <m:t>𝑚</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1</m:t>
                            </m:r>
                          </m:sub>
                        </m:sSub>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𝑖</m:t>
                        </m:r>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𝑞</m:t>
                            </m:r>
                          </m:e>
                          <m:sub>
                            <m:r>
                              <a:rPr lang="en-US" i="1">
                                <a:latin typeface="Cambria Math" panose="02040503050406030204" pitchFamily="18" charset="0"/>
                                <a:cs typeface="DejaVu Math TeX Gyre" panose="02000503000000000000" charset="0"/>
                              </a:rPr>
                              <m:t>𝑚</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2</m:t>
                            </m:r>
                          </m:sub>
                        </m:sSub>
                      </m:e>
                    </m:d>
                    <m:sSup>
                      <m:sSupPr>
                        <m:ctrlPr>
                          <a:rPr lang="en-US" b="0" i="1" smtClean="0">
                            <a:latin typeface="Cambria Math" panose="02040503050406030204" pitchFamily="18" charset="0"/>
                            <a:cs typeface="DejaVu Math TeX Gyre" panose="02000503000000000000" charset="0"/>
                          </a:rPr>
                        </m:ctrlPr>
                      </m:sSupPr>
                      <m:e>
                        <m:r>
                          <a:rPr lang="en-US" b="0" i="1" smtClean="0">
                            <a:latin typeface="Cambria Math" panose="02040503050406030204" pitchFamily="18" charset="0"/>
                            <a:cs typeface="DejaVu Math TeX Gyre" panose="02000503000000000000" charset="0"/>
                          </a:rPr>
                          <m:t>𝑒</m:t>
                        </m:r>
                      </m:e>
                      <m:sup>
                        <m:r>
                          <a:rPr lang="en-US" b="0" i="1" smtClean="0">
                            <a:latin typeface="Cambria Math" panose="02040503050406030204" pitchFamily="18" charset="0"/>
                            <a:cs typeface="DejaVu Math TeX Gyre" panose="02000503000000000000" charset="0"/>
                          </a:rPr>
                          <m:t>𝑖𝑚</m:t>
                        </m:r>
                        <m:r>
                          <a:rPr lang="en-US" i="1">
                            <a:latin typeface="Cambria Math" panose="02040503050406030204" pitchFamily="18" charset="0"/>
                            <a:cs typeface="DejaVu Math TeX Gyre" panose="02000503000000000000" charset="0"/>
                          </a:rPr>
                          <m:t>𝜃</m:t>
                        </m:r>
                      </m:sup>
                    </m:sSup>
                  </m:oMath>
                </a14:m>
                <a:endParaRPr lang="en-US" b="0" i="1">
                  <a:latin typeface="DejaVu Math TeX Gyre" panose="02000503000000000000" charset="0"/>
                  <a:cs typeface="DejaVu Math TeX Gyre" panose="02000503000000000000" charset="0"/>
                </a:endParaRPr>
              </a:p>
              <a:p>
                <a:r>
                  <a:rPr lang="en-US"/>
                  <a:t>Likewise let </a:t>
                </a:r>
                <a14:m>
                  <m:oMath xmlns:m="http://schemas.openxmlformats.org/officeDocument/2006/math">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𝑓</m:t>
                        </m:r>
                      </m:e>
                      <m:sub>
                        <m:r>
                          <a:rPr lang="en-US" i="1">
                            <a:latin typeface="Cambria Math" panose="02040503050406030204" pitchFamily="18" charset="0"/>
                            <a:cs typeface="DejaVu Math TeX Gyre" panose="02000503000000000000" charset="0"/>
                          </a:rPr>
                          <m:t>𝐾</m:t>
                        </m:r>
                      </m:sub>
                    </m:sSub>
                    <m:d>
                      <m:dPr>
                        <m:ctrlPr>
                          <a:rPr lang="en-US" i="1">
                            <a:latin typeface="Cambria Math" panose="02040503050406030204" pitchFamily="18" charset="0"/>
                            <a:cs typeface="DejaVu Math TeX Gyre" panose="02000503000000000000" charset="0"/>
                          </a:rPr>
                        </m:ctrlPr>
                      </m:dPr>
                      <m:e>
                        <m:sSub>
                          <m:sSubPr>
                            <m:ctrlPr>
                              <a:rPr lang="en-US" b="0" i="1" smtClean="0">
                                <a:latin typeface="Cambria Math" panose="02040503050406030204" pitchFamily="18" charset="0"/>
                                <a:cs typeface="DejaVu Math TeX Gyre" panose="02000503000000000000" charset="0"/>
                              </a:rPr>
                            </m:ctrlPr>
                          </m:sSubPr>
                          <m:e>
                            <m:r>
                              <a:rPr lang="en-US" b="1" i="1" smtClean="0">
                                <a:latin typeface="Cambria Math" panose="02040503050406030204" pitchFamily="18" charset="0"/>
                                <a:cs typeface="DejaVu Math TeX Gyre" panose="02000503000000000000" charset="0"/>
                              </a:rPr>
                              <m:t>𝒙</m:t>
                            </m:r>
                          </m:e>
                          <m:sub>
                            <m:r>
                              <a:rPr lang="en-US" b="0" i="1" smtClean="0">
                                <a:latin typeface="Cambria Math" panose="02040503050406030204" pitchFamily="18" charset="0"/>
                                <a:cs typeface="DejaVu Math TeX Gyre" panose="02000503000000000000" charset="0"/>
                              </a:rPr>
                              <m:t>𝑛</m:t>
                            </m:r>
                          </m:sub>
                        </m:sSub>
                        <m:r>
                          <a:rPr lang="en-US" b="0" i="1" smtClean="0">
                            <a:latin typeface="Cambria Math" panose="02040503050406030204" pitchFamily="18" charset="0"/>
                            <a:cs typeface="DejaVu Math TeX Gyre" panose="02000503000000000000" charset="0"/>
                          </a:rPr>
                          <m:t>,</m:t>
                        </m:r>
                        <m:r>
                          <a:rPr lang="en-US" b="0" i="1" smtClean="0">
                            <a:latin typeface="Cambria Math" panose="02040503050406030204" pitchFamily="18" charset="0"/>
                            <a:cs typeface="DejaVu Math TeX Gyre" panose="02000503000000000000" charset="0"/>
                          </a:rPr>
                          <m:t>𝑛</m:t>
                        </m:r>
                      </m:e>
                    </m:d>
                    <m:r>
                      <a:rPr lang="en-US" b="0" i="1" smtClean="0">
                        <a:latin typeface="Cambria Math" panose="02040503050406030204" pitchFamily="18" charset="0"/>
                        <a:cs typeface="DejaVu Math TeX Gyre" panose="02000503000000000000" charset="0"/>
                      </a:rPr>
                      <m:t>=</m:t>
                    </m:r>
                    <m:d>
                      <m:dPr>
                        <m:ctrlPr>
                          <a:rPr lang="en-US" b="0" i="1" smtClean="0">
                            <a:latin typeface="Cambria Math" panose="02040503050406030204" pitchFamily="18" charset="0"/>
                            <a:cs typeface="DejaVu Math TeX Gyre" panose="02000503000000000000" charset="0"/>
                          </a:rPr>
                        </m:ctrlPr>
                      </m:dPr>
                      <m:e>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𝑘</m:t>
                            </m:r>
                          </m:e>
                          <m:sub>
                            <m:r>
                              <a:rPr lang="en-US" i="1">
                                <a:latin typeface="Cambria Math" panose="02040503050406030204" pitchFamily="18" charset="0"/>
                                <a:cs typeface="DejaVu Math TeX Gyre" panose="02000503000000000000" charset="0"/>
                              </a:rPr>
                              <m:t>𝑛</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1</m:t>
                            </m:r>
                          </m:sub>
                        </m:sSub>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𝑖</m:t>
                        </m:r>
                        <m:sSub>
                          <m:sSubPr>
                            <m:ctrlPr>
                              <a:rPr lang="en-US" i="1">
                                <a:latin typeface="Cambria Math" panose="02040503050406030204" pitchFamily="18" charset="0"/>
                                <a:cs typeface="DejaVu Math TeX Gyre" panose="02000503000000000000" charset="0"/>
                              </a:rPr>
                            </m:ctrlPr>
                          </m:sSubPr>
                          <m:e>
                            <m:r>
                              <a:rPr lang="en-US" i="1">
                                <a:latin typeface="Cambria Math" panose="02040503050406030204" pitchFamily="18" charset="0"/>
                                <a:cs typeface="DejaVu Math TeX Gyre" panose="02000503000000000000" charset="0"/>
                              </a:rPr>
                              <m:t>𝑘</m:t>
                            </m:r>
                          </m:e>
                          <m:sub>
                            <m:r>
                              <a:rPr lang="en-US" i="1">
                                <a:latin typeface="Cambria Math" panose="02040503050406030204" pitchFamily="18" charset="0"/>
                                <a:cs typeface="DejaVu Math TeX Gyre" panose="02000503000000000000" charset="0"/>
                              </a:rPr>
                              <m:t>𝑛</m:t>
                            </m:r>
                            <m:r>
                              <a:rPr lang="en-US" i="1">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2</m:t>
                            </m:r>
                          </m:sub>
                        </m:sSub>
                      </m:e>
                    </m:d>
                    <m:sSup>
                      <m:sSupPr>
                        <m:ctrlPr>
                          <a:rPr lang="en-US" b="0" i="1" smtClean="0">
                            <a:latin typeface="Cambria Math" panose="02040503050406030204" pitchFamily="18" charset="0"/>
                            <a:cs typeface="DejaVu Math TeX Gyre" panose="02000503000000000000" charset="0"/>
                          </a:rPr>
                        </m:ctrlPr>
                      </m:sSupPr>
                      <m:e>
                        <m:r>
                          <a:rPr lang="en-US" b="0" i="1" smtClean="0">
                            <a:latin typeface="Cambria Math" panose="02040503050406030204" pitchFamily="18" charset="0"/>
                            <a:cs typeface="DejaVu Math TeX Gyre" panose="02000503000000000000" charset="0"/>
                          </a:rPr>
                          <m:t>𝑒</m:t>
                        </m:r>
                      </m:e>
                      <m:sup>
                        <m:r>
                          <a:rPr lang="en-US" b="0" i="1" smtClean="0">
                            <a:latin typeface="Cambria Math" panose="02040503050406030204" pitchFamily="18" charset="0"/>
                            <a:cs typeface="DejaVu Math TeX Gyre" panose="02000503000000000000" charset="0"/>
                          </a:rPr>
                          <m:t>𝑖𝑛</m:t>
                        </m:r>
                        <m:r>
                          <a:rPr lang="en-US" i="1">
                            <a:latin typeface="Cambria Math" panose="02040503050406030204" pitchFamily="18" charset="0"/>
                            <a:cs typeface="DejaVu Math TeX Gyre" panose="02000503000000000000" charset="0"/>
                          </a:rPr>
                          <m:t>𝜃</m:t>
                        </m:r>
                      </m:sup>
                    </m:sSup>
                  </m:oMath>
                </a14:m>
                <a:endParaRPr lang="en-US"/>
              </a:p>
            </p:txBody>
          </p:sp>
        </mc:Choice>
        <mc:Fallback>
          <p:sp>
            <p:nvSpPr>
              <p:cNvPr id="5" name="Content Placeholder 4"/>
              <p:cNvSpPr>
                <a:spLocks noRot="1" noChangeAspect="1" noMove="1" noResize="1" noEditPoints="1" noAdjustHandles="1" noChangeArrowheads="1" noChangeShapeType="1" noTextEdit="1"/>
              </p:cNvSpPr>
              <p:nvPr>
                <p:ph idx="1"/>
              </p:nvPr>
            </p:nvSpPr>
            <p:spPr>
              <a:blipFill rotWithShape="1">
                <a:blip r:embed="rId2"/>
                <a:stretch>
                  <a:fillRect l="-1" t="-3" r="4" b="3"/>
                </a:stretch>
              </a:blipFill>
            </p:spPr>
            <p:txBody>
              <a:bodyPr/>
              <a:lstStyle/>
              <a:p>
                <a:r>
                  <a:rPr lang="en-US" altLang="en-US">
                    <a:noFill/>
                  </a:rPr>
                  <a:t> </a:t>
                </a:r>
              </a:p>
            </p:txBody>
          </p:sp>
        </mc:Fallback>
      </mc:AlternateContent>
      <mc:AlternateContent xmlns:mc="http://schemas.openxmlformats.org/markup-compatibility/2006" xmlns:p14="http://schemas.microsoft.com/office/powerpoint/2010/main">
        <mc:Choice Requires="p14">
          <p:contentPart r:id="rId3" p14:bwMode="auto">
            <p14:nvContentPartPr>
              <p14:cNvPr id="2" name="Ink 1"/>
              <p14:cNvContentPartPr/>
              <p14:nvPr/>
            </p14:nvContentPartPr>
            <p14:xfrm>
              <a:off x="1772280" y="1384920"/>
              <a:ext cx="9858240" cy="4267440"/>
            </p14:xfrm>
          </p:contentPart>
        </mc:Choice>
        <mc:Fallback xmlns="">
          <p:pic>
            <p:nvPicPr>
              <p:cNvPr id="2" name="Ink 1"/>
            </p:nvPicPr>
            <p:blipFill>
              <a:blip r:embed="rId4"/>
            </p:blipFill>
            <p:spPr>
              <a:xfrm>
                <a:off x="1772280" y="1384920"/>
                <a:ext cx="9858240" cy="4267440"/>
              </a:xfrm>
              <a:prstGeom prst="rect"/>
            </p:spPr>
          </p:pic>
        </mc:Fallback>
      </mc:AlternateContent>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altLang="en-IN"/>
              <a:t>Rotary position, continued</a:t>
            </a:r>
            <a:endParaRPr lang="en-US" altLang="en-IN"/>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p:txBody>
              <a:bodyPr>
                <a:normAutofit lnSpcReduction="10000"/>
              </a:bodyPr>
              <a:lstStyle/>
              <a:p>
                <a:r>
                  <a:rPr lang="en-US" altLang="en-IN"/>
                  <a:t>With this notation, we can write</a:t>
                </a:r>
                <a:br>
                  <a:rPr lang="en-US" altLang="en-IN"/>
                </a:br>
                <a14:m>
                  <m:oMathPara xmlns:m="http://schemas.openxmlformats.org/officeDocument/2006/math">
                    <m:oMathParaPr>
                      <m:jc m:val="centerGroup"/>
                    </m:oMathParaPr>
                    <m:oMath xmlns:m="http://schemas.openxmlformats.org/officeDocument/2006/math">
                      <m:r>
                        <a:rPr lang="en-US" altLang="en-IN" i="1">
                          <a:latin typeface="Cambria Math" panose="02040503050406030204" pitchFamily="18" charset="0"/>
                          <a:cs typeface="DejaVu Math TeX Gyre" panose="02000503000000000000" charset="0"/>
                        </a:rPr>
                        <m:t>𝑔</m:t>
                      </m:r>
                      <m:d>
                        <m:dPr>
                          <m:ctrlPr>
                            <a:rPr lang="en-US" b="0" i="1" smtClean="0">
                              <a:latin typeface="Cambria Math" panose="02040503050406030204" pitchFamily="18" charset="0"/>
                              <a:cs typeface="DejaVu Math TeX Gyre" panose="02000503000000000000" charset="0"/>
                            </a:rPr>
                          </m:ctrlPr>
                        </m:dPr>
                        <m:e>
                          <m:sSub>
                            <m:sSubPr>
                              <m:ctrlPr>
                                <a:rPr lang="en-US" b="0" i="1" smtClean="0">
                                  <a:latin typeface="Cambria Math" panose="02040503050406030204" pitchFamily="18" charset="0"/>
                                  <a:cs typeface="DejaVu Math TeX Gyre" panose="02000503000000000000" charset="0"/>
                                </a:rPr>
                              </m:ctrlPr>
                            </m:sSubPr>
                            <m:e>
                              <m:r>
                                <a:rPr lang="en-US" b="1" i="1" smtClean="0">
                                  <a:latin typeface="Cambria Math" panose="02040503050406030204" pitchFamily="18" charset="0"/>
                                  <a:cs typeface="DejaVu Math TeX Gyre" panose="02000503000000000000" charset="0"/>
                                </a:rPr>
                                <m:t>𝒙</m:t>
                              </m:r>
                            </m:e>
                            <m:sub>
                              <m:r>
                                <a:rPr lang="en-US" b="0" i="1" smtClean="0">
                                  <a:latin typeface="Cambria Math" panose="02040503050406030204" pitchFamily="18" charset="0"/>
                                  <a:cs typeface="DejaVu Math TeX Gyre" panose="02000503000000000000" charset="0"/>
                                </a:rPr>
                                <m:t>𝑚</m:t>
                              </m:r>
                            </m:sub>
                          </m:sSub>
                          <m:r>
                            <a:rPr lang="en-US" b="0" i="1" smtClean="0">
                              <a:latin typeface="Cambria Math" panose="02040503050406030204" pitchFamily="18" charset="0"/>
                              <a:cs typeface="DejaVu Math TeX Gyre" panose="02000503000000000000" charset="0"/>
                            </a:rPr>
                            <m:t>,</m:t>
                          </m:r>
                          <m:sSub>
                            <m:sSubPr>
                              <m:ctrlPr>
                                <a:rPr lang="en-US" b="0" i="1" smtClean="0">
                                  <a:latin typeface="Cambria Math" panose="02040503050406030204" pitchFamily="18" charset="0"/>
                                  <a:cs typeface="DejaVu Math TeX Gyre" panose="02000503000000000000" charset="0"/>
                                </a:rPr>
                              </m:ctrlPr>
                            </m:sSubPr>
                            <m:e>
                              <m:r>
                                <a:rPr lang="en-US" b="1" i="1" smtClean="0">
                                  <a:latin typeface="Cambria Math" panose="02040503050406030204" pitchFamily="18" charset="0"/>
                                  <a:cs typeface="DejaVu Math TeX Gyre" panose="02000503000000000000" charset="0"/>
                                </a:rPr>
                                <m:t>𝒙</m:t>
                              </m:r>
                            </m:e>
                            <m:sub>
                              <m:r>
                                <a:rPr lang="en-US" b="0" i="1" smtClean="0">
                                  <a:latin typeface="Cambria Math" panose="02040503050406030204" pitchFamily="18" charset="0"/>
                                  <a:cs typeface="DejaVu Math TeX Gyre" panose="02000503000000000000" charset="0"/>
                                </a:rPr>
                                <m:t>𝑛</m:t>
                              </m:r>
                            </m:sub>
                          </m:sSub>
                          <m:r>
                            <a:rPr lang="en-US" b="0" i="1" smtClean="0">
                              <a:latin typeface="Cambria Math" panose="02040503050406030204" pitchFamily="18" charset="0"/>
                              <a:cs typeface="DejaVu Math TeX Gyre" panose="02000503000000000000" charset="0"/>
                            </a:rPr>
                            <m:t>,</m:t>
                          </m:r>
                          <m:r>
                            <a:rPr lang="en-US" b="0" i="1" smtClean="0">
                              <a:latin typeface="Cambria Math" panose="02040503050406030204" pitchFamily="18" charset="0"/>
                              <a:cs typeface="DejaVu Math TeX Gyre" panose="02000503000000000000" charset="0"/>
                            </a:rPr>
                            <m:t>𝑚</m:t>
                          </m:r>
                          <m:r>
                            <a:rPr lang="en-US" b="0" i="1" smtClean="0">
                              <a:latin typeface="Cambria Math" panose="02040503050406030204" pitchFamily="18" charset="0"/>
                              <a:cs typeface="DejaVu Math TeX Gyre" panose="02000503000000000000" charset="0"/>
                            </a:rPr>
                            <m:t>−</m:t>
                          </m:r>
                          <m:r>
                            <a:rPr lang="en-US" b="0" i="1" smtClean="0">
                              <a:latin typeface="Cambria Math" panose="02040503050406030204" pitchFamily="18" charset="0"/>
                              <a:cs typeface="DejaVu Math TeX Gyre" panose="02000503000000000000" charset="0"/>
                            </a:rPr>
                            <m:t>𝑛</m:t>
                          </m:r>
                        </m:e>
                      </m:d>
                      <m:r>
                        <a:rPr lang="en-US" b="0" i="1" smtClean="0">
                          <a:latin typeface="Cambria Math" panose="02040503050406030204" pitchFamily="18" charset="0"/>
                          <a:cs typeface="DejaVu Math TeX Gyre" panose="02000503000000000000" charset="0"/>
                        </a:rPr>
                        <m:t>=</m:t>
                      </m:r>
                      <m:r>
                        <a:rPr lang="en-US" i="1" smtClean="0">
                          <a:latin typeface="Cambria Math" panose="02040503050406030204" pitchFamily="18" charset="0"/>
                          <a:cs typeface="DejaVu Math TeX Gyre" panose="02000503000000000000" charset="0"/>
                        </a:rPr>
                        <m:t>ℜ</m:t>
                      </m:r>
                      <m:d>
                        <m:dPr>
                          <m:begChr m:val="["/>
                          <m:endChr m:val="]"/>
                          <m:ctrlPr>
                            <a:rPr lang="en-US" i="1" smtClean="0">
                              <a:latin typeface="Cambria Math" panose="02040503050406030204" pitchFamily="18" charset="0"/>
                              <a:cs typeface="DejaVu Math TeX Gyre" panose="02000503000000000000" charset="0"/>
                            </a:rPr>
                          </m:ctrlPr>
                        </m:dPr>
                        <m:e>
                          <m:d>
                            <m:dPr>
                              <m:ctrlPr>
                                <a:rPr lang="en-US" i="1" smtClean="0">
                                  <a:latin typeface="Cambria Math" panose="02040503050406030204" pitchFamily="18" charset="0"/>
                                  <a:cs typeface="DejaVu Math TeX Gyre" panose="02000503000000000000" charset="0"/>
                                </a:rPr>
                              </m:ctrlPr>
                            </m:dPr>
                            <m:e>
                              <m:sSub>
                                <m:sSubPr>
                                  <m:ctrlPr>
                                    <a:rPr lang="en-US" i="1" smtClean="0">
                                      <a:latin typeface="Cambria Math" panose="02040503050406030204" pitchFamily="18" charset="0"/>
                                      <a:cs typeface="DejaVu Math TeX Gyre" panose="02000503000000000000" charset="0"/>
                                    </a:rPr>
                                  </m:ctrlPr>
                                </m:sSubPr>
                                <m:e>
                                  <m:r>
                                    <a:rPr lang="en-US" b="1" i="1" smtClean="0">
                                      <a:latin typeface="Cambria Math" panose="02040503050406030204" pitchFamily="18" charset="0"/>
                                      <a:cs typeface="DejaVu Math TeX Gyre" panose="02000503000000000000" charset="0"/>
                                    </a:rPr>
                                    <m:t>𝑾</m:t>
                                  </m:r>
                                </m:e>
                                <m:sub>
                                  <m:r>
                                    <a:rPr lang="en-US" i="1" smtClean="0">
                                      <a:latin typeface="Cambria Math" panose="02040503050406030204" pitchFamily="18" charset="0"/>
                                      <a:cs typeface="DejaVu Math TeX Gyre" panose="02000503000000000000" charset="0"/>
                                    </a:rPr>
                                    <m:t>𝑄</m:t>
                                  </m:r>
                                </m:sub>
                              </m:sSub>
                              <m:sSub>
                                <m:sSubPr>
                                  <m:ctrlPr>
                                    <a:rPr lang="en-US" i="1" smtClean="0">
                                      <a:latin typeface="Cambria Math" panose="02040503050406030204" pitchFamily="18" charset="0"/>
                                      <a:cs typeface="DejaVu Math TeX Gyre" panose="02000503000000000000" charset="0"/>
                                    </a:rPr>
                                  </m:ctrlPr>
                                </m:sSubPr>
                                <m:e>
                                  <m:r>
                                    <a:rPr lang="en-US" b="1" i="1" smtClean="0">
                                      <a:latin typeface="Cambria Math" panose="02040503050406030204" pitchFamily="18" charset="0"/>
                                      <a:cs typeface="DejaVu Math TeX Gyre" panose="02000503000000000000" charset="0"/>
                                    </a:rPr>
                                    <m:t>𝒙</m:t>
                                  </m:r>
                                </m:e>
                                <m:sub>
                                  <m:r>
                                    <a:rPr lang="en-US" i="1" smtClean="0">
                                      <a:latin typeface="Cambria Math" panose="02040503050406030204" pitchFamily="18" charset="0"/>
                                      <a:cs typeface="DejaVu Math TeX Gyre" panose="02000503000000000000" charset="0"/>
                                    </a:rPr>
                                    <m:t>𝑚</m:t>
                                  </m:r>
                                </m:sub>
                              </m:sSub>
                            </m:e>
                          </m:d>
                          <m:sSup>
                            <m:sSupPr>
                              <m:ctrlPr>
                                <a:rPr lang="en-US" i="1" smtClean="0">
                                  <a:latin typeface="Cambria Math" panose="02040503050406030204" pitchFamily="18" charset="0"/>
                                  <a:cs typeface="DejaVu Math TeX Gyre" panose="02000503000000000000" charset="0"/>
                                </a:rPr>
                              </m:ctrlPr>
                            </m:sSupPr>
                            <m:e>
                              <m:d>
                                <m:dPr>
                                  <m:ctrlPr>
                                    <a:rPr lang="en-US" i="1" smtClean="0">
                                      <a:latin typeface="Cambria Math" panose="02040503050406030204" pitchFamily="18" charset="0"/>
                                      <a:cs typeface="DejaVu Math TeX Gyre" panose="02000503000000000000" charset="0"/>
                                    </a:rPr>
                                  </m:ctrlPr>
                                </m:dPr>
                                <m:e>
                                  <m:sSub>
                                    <m:sSubPr>
                                      <m:ctrlPr>
                                        <a:rPr lang="en-US" i="1" smtClean="0">
                                          <a:latin typeface="Cambria Math" panose="02040503050406030204" pitchFamily="18" charset="0"/>
                                          <a:cs typeface="DejaVu Math TeX Gyre" panose="02000503000000000000" charset="0"/>
                                        </a:rPr>
                                      </m:ctrlPr>
                                    </m:sSubPr>
                                    <m:e>
                                      <m:r>
                                        <a:rPr lang="en-US" b="1" i="1" smtClean="0">
                                          <a:latin typeface="Cambria Math" panose="02040503050406030204" pitchFamily="18" charset="0"/>
                                          <a:cs typeface="DejaVu Math TeX Gyre" panose="02000503000000000000" charset="0"/>
                                        </a:rPr>
                                        <m:t>𝑾</m:t>
                                      </m:r>
                                    </m:e>
                                    <m:sub>
                                      <m:r>
                                        <a:rPr lang="en-US" i="1" smtClean="0">
                                          <a:latin typeface="Cambria Math" panose="02040503050406030204" pitchFamily="18" charset="0"/>
                                          <a:cs typeface="DejaVu Math TeX Gyre" panose="02000503000000000000" charset="0"/>
                                        </a:rPr>
                                        <m:t>𝐾</m:t>
                                      </m:r>
                                    </m:sub>
                                  </m:sSub>
                                  <m:sSub>
                                    <m:sSubPr>
                                      <m:ctrlPr>
                                        <a:rPr lang="en-US" i="1" smtClean="0">
                                          <a:latin typeface="Cambria Math" panose="02040503050406030204" pitchFamily="18" charset="0"/>
                                          <a:cs typeface="DejaVu Math TeX Gyre" panose="02000503000000000000" charset="0"/>
                                        </a:rPr>
                                      </m:ctrlPr>
                                    </m:sSubPr>
                                    <m:e>
                                      <m:r>
                                        <a:rPr lang="en-US" b="1" i="1" smtClean="0">
                                          <a:latin typeface="Cambria Math" panose="02040503050406030204" pitchFamily="18" charset="0"/>
                                          <a:cs typeface="DejaVu Math TeX Gyre" panose="02000503000000000000" charset="0"/>
                                        </a:rPr>
                                        <m:t>𝒙</m:t>
                                      </m:r>
                                    </m:e>
                                    <m:sub>
                                      <m:r>
                                        <a:rPr lang="en-US" i="1" smtClean="0">
                                          <a:latin typeface="Cambria Math" panose="02040503050406030204" pitchFamily="18" charset="0"/>
                                          <a:cs typeface="DejaVu Math TeX Gyre" panose="02000503000000000000" charset="0"/>
                                        </a:rPr>
                                        <m:t>𝑛</m:t>
                                      </m:r>
                                    </m:sub>
                                  </m:sSub>
                                </m:e>
                              </m:d>
                            </m:e>
                            <m:sup>
                              <m:r>
                                <a:rPr lang="en-US" i="1" smtClean="0">
                                  <a:latin typeface="Cambria Math" panose="02040503050406030204" pitchFamily="18" charset="0"/>
                                  <a:cs typeface="DejaVu Math TeX Gyre" panose="02000503000000000000" charset="0"/>
                                </a:rPr>
                                <m:t>∗</m:t>
                              </m:r>
                            </m:sup>
                          </m:sSup>
                          <m:sSup>
                            <m:sSupPr>
                              <m:ctrlPr>
                                <a:rPr lang="en-US" i="1" smtClean="0">
                                  <a:latin typeface="Cambria Math" panose="02040503050406030204" pitchFamily="18" charset="0"/>
                                  <a:cs typeface="DejaVu Math TeX Gyre" panose="02000503000000000000" charset="0"/>
                                </a:rPr>
                              </m:ctrlPr>
                            </m:sSupPr>
                            <m:e>
                              <m:r>
                                <a:rPr lang="en-US" i="1" smtClean="0">
                                  <a:latin typeface="Cambria Math" panose="02040503050406030204" pitchFamily="18" charset="0"/>
                                  <a:cs typeface="DejaVu Math TeX Gyre" panose="02000503000000000000" charset="0"/>
                                </a:rPr>
                                <m:t>𝑒</m:t>
                              </m:r>
                            </m:e>
                            <m:sup>
                              <m:r>
                                <a:rPr lang="en-US" i="1" smtClean="0">
                                  <a:latin typeface="Cambria Math" panose="02040503050406030204" pitchFamily="18" charset="0"/>
                                  <a:cs typeface="DejaVu Math TeX Gyre" panose="02000503000000000000" charset="0"/>
                                </a:rPr>
                                <m:t>𝑖</m:t>
                              </m:r>
                              <m:r>
                                <a:rPr lang="en-US" i="1" smtClean="0">
                                  <a:latin typeface="Cambria Math" panose="02040503050406030204" pitchFamily="18" charset="0"/>
                                  <a:cs typeface="DejaVu Math TeX Gyre" panose="02000503000000000000" charset="0"/>
                                </a:rPr>
                                <m:t>(</m:t>
                              </m:r>
                              <m:r>
                                <a:rPr lang="en-US" i="1" smtClean="0">
                                  <a:latin typeface="Cambria Math" panose="02040503050406030204" pitchFamily="18" charset="0"/>
                                  <a:cs typeface="DejaVu Math TeX Gyre" panose="02000503000000000000" charset="0"/>
                                </a:rPr>
                                <m:t>𝑚</m:t>
                              </m:r>
                              <m:r>
                                <a:rPr lang="en-US" i="1" smtClean="0">
                                  <a:latin typeface="Cambria Math" panose="02040503050406030204" pitchFamily="18" charset="0"/>
                                  <a:cs typeface="DejaVu Math TeX Gyre" panose="02000503000000000000" charset="0"/>
                                </a:rPr>
                                <m:t>−</m:t>
                              </m:r>
                              <m:r>
                                <a:rPr lang="en-US" i="1" smtClean="0">
                                  <a:latin typeface="Cambria Math" panose="02040503050406030204" pitchFamily="18" charset="0"/>
                                  <a:cs typeface="DejaVu Math TeX Gyre" panose="02000503000000000000" charset="0"/>
                                </a:rPr>
                                <m:t>𝑛</m:t>
                              </m:r>
                              <m:r>
                                <a:rPr lang="en-US" i="1" smtClean="0">
                                  <a:latin typeface="Cambria Math" panose="02040503050406030204" pitchFamily="18" charset="0"/>
                                  <a:cs typeface="DejaVu Math TeX Gyre" panose="02000503000000000000" charset="0"/>
                                </a:rPr>
                                <m:t>)</m:t>
                              </m:r>
                              <m:r>
                                <a:rPr lang="en-US" i="1">
                                  <a:latin typeface="Cambria Math" panose="02040503050406030204" pitchFamily="18" charset="0"/>
                                  <a:cs typeface="DejaVu Math TeX Gyre" panose="02000503000000000000" charset="0"/>
                                </a:rPr>
                                <m:t>𝜃</m:t>
                              </m:r>
                            </m:sup>
                          </m:sSup>
                        </m:e>
                      </m:d>
                    </m:oMath>
                  </m:oMathPara>
                </a14:m>
                <a:endParaRPr lang="en-IN"/>
              </a:p>
              <a:p>
                <a14:m>
                  <m:oMath xmlns:m="http://schemas.openxmlformats.org/officeDocument/2006/math">
                    <m:sSup>
                      <m:sSupPr>
                        <m:ctrlPr>
                          <a:rPr lang="en-US" altLang="en-IN" i="1">
                            <a:latin typeface="Cambria Math" panose="02040503050406030204" pitchFamily="18" charset="0"/>
                            <a:cs typeface="DejaVu Math TeX Gyre" panose="02000503000000000000" charset="0"/>
                          </a:rPr>
                        </m:ctrlPr>
                      </m:sSupPr>
                      <m:e>
                        <m:r>
                          <a:rPr lang="en-US" altLang="en-IN" i="1">
                            <a:latin typeface="Cambria Math" panose="02040503050406030204" pitchFamily="18" charset="0"/>
                            <a:cs typeface="DejaVu Math TeX Gyre" panose="02000503000000000000" charset="0"/>
                          </a:rPr>
                          <m:t>𝑐</m:t>
                        </m:r>
                      </m:e>
                      <m:sup>
                        <m:r>
                          <a:rPr lang="en-US" altLang="en-IN" i="1">
                            <a:latin typeface="Cambria Math" panose="02040503050406030204" pitchFamily="18" charset="0"/>
                            <a:cs typeface="DejaVu Math TeX Gyre" panose="02000503000000000000" charset="0"/>
                          </a:rPr>
                          <m:t>∗</m:t>
                        </m:r>
                      </m:sup>
                    </m:sSup>
                  </m:oMath>
                </a14:m>
                <a:r>
                  <a:rPr lang="en-US" altLang="en-IN"/>
                  <a:t> is complex conjugate</a:t>
                </a:r>
                <a:endParaRPr lang="en-IN"/>
              </a:p>
              <a:p>
                <a:r>
                  <a:rPr lang="en-IN"/>
                  <a:t>Efficient to compute</a:t>
                </a:r>
                <a:endParaRPr lang="en-IN"/>
              </a:p>
              <a:p>
                <a:r>
                  <a:rPr lang="en-IN"/>
                  <a:t>Better decay in MLM perplexity, translation BLEU score, NLI and other GLUE task performance</a:t>
                </a:r>
                <a:endParaRPr lang="en-IN"/>
              </a:p>
            </p:txBody>
          </p:sp>
        </mc:Choice>
        <mc:Fallback>
          <p:sp>
            <p:nvSpPr>
              <p:cNvPr id="5" name="Content Placeholder 4"/>
              <p:cNvSpPr>
                <a:spLocks noRot="1" noChangeAspect="1" noMove="1" noResize="1" noEditPoints="1" noAdjustHandles="1" noChangeArrowheads="1" noChangeShapeType="1" noTextEdit="1"/>
              </p:cNvSpPr>
              <p:nvPr>
                <p:ph idx="1"/>
              </p:nvPr>
            </p:nvSpPr>
            <p:spPr>
              <a:blipFill rotWithShape="1">
                <a:blip r:embed="rId1"/>
                <a:stretch>
                  <a:fillRect l="-1" t="-284" r="4" b="3"/>
                </a:stretch>
              </a:blipFill>
            </p:spPr>
            <p:txBody>
              <a:bodyPr/>
              <a:lstStyle/>
              <a:p>
                <a:r>
                  <a:rPr lang="en-US" altLang="en-US">
                    <a:noFill/>
                  </a:rPr>
                  <a:t> </a:t>
                </a:r>
              </a:p>
            </p:txBody>
          </p:sp>
        </mc:Fallback>
      </mc:AlternateContent>
      <mc:AlternateContent xmlns:mc="http://schemas.openxmlformats.org/markup-compatibility/2006" xmlns:p14="http://schemas.microsoft.com/office/powerpoint/2010/main">
        <mc:Choice Requires="p14">
          <p:contentPart r:id="rId2" p14:bwMode="auto">
            <p14:nvContentPartPr>
              <p14:cNvPr id="2" name="Ink 1"/>
              <p14:cNvContentPartPr/>
              <p14:nvPr/>
            </p14:nvContentPartPr>
            <p14:xfrm>
              <a:off x="3745080" y="2682360"/>
              <a:ext cx="4572000" cy="4402080"/>
            </p14:xfrm>
          </p:contentPart>
        </mc:Choice>
        <mc:Fallback xmlns="">
          <p:pic>
            <p:nvPicPr>
              <p:cNvPr id="2" name="Ink 1"/>
            </p:nvPicPr>
            <p:blipFill>
              <a:blip r:embed="rId3"/>
            </p:blipFill>
            <p:spPr>
              <a:xfrm>
                <a:off x="3745080" y="2682360"/>
                <a:ext cx="4572000" cy="4402080"/>
              </a:xfrm>
              <a:prstGeom prst="rect"/>
            </p:spPr>
          </p:pic>
        </mc:Fallback>
      </mc:AlternateContent>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a:hlinkClick r:id="rId1"/>
              </a:rPr>
              <a:t>Positional embeddings necessary?</a:t>
            </a:r>
            <a:endParaRPr lang="en-IN"/>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a:xfrm>
                <a:off x="310515" y="843915"/>
                <a:ext cx="8436610" cy="5648325"/>
              </a:xfrm>
            </p:spPr>
            <p:txBody>
              <a:bodyPr>
                <a:normAutofit fontScale="82500"/>
              </a:bodyPr>
              <a:lstStyle/>
              <a:p>
                <a:r>
                  <a:rPr lang="en-US"/>
                  <a:t>Specifically for causal LMs</a:t>
                </a:r>
                <a:endParaRPr lang="en-US"/>
              </a:p>
              <a:p>
                <a:pPr lvl="1"/>
                <a:r>
                  <a:rPr lang="en-US"/>
                  <a:t>Decoder at position </a:t>
                </a:r>
                <a14:m>
                  <m:oMath xmlns:m="http://schemas.openxmlformats.org/officeDocument/2006/math">
                    <m:r>
                      <a:rPr lang="en-US" i="1" dirty="0" smtClean="0">
                        <a:latin typeface="Cambria Math" panose="02040503050406030204" pitchFamily="18" charset="0"/>
                      </a:rPr>
                      <m:t>𝑗</m:t>
                    </m:r>
                  </m:oMath>
                </a14:m>
                <a:r>
                  <a:rPr lang="en-US"/>
                  <a:t> has access to all encoder position states plus decoder positions </a:t>
                </a:r>
                <a14:m>
                  <m:oMath xmlns:m="http://schemas.openxmlformats.org/officeDocument/2006/math">
                    <m:r>
                      <a:rPr lang="en-US" i="1" dirty="0" smtClean="0">
                        <a:latin typeface="Cambria Math" panose="02040503050406030204" pitchFamily="18" charset="0"/>
                      </a:rPr>
                      <m:t>1</m:t>
                    </m:r>
                    <m:r>
                      <a:rPr lang="en-US" i="1" dirty="0" smtClean="0">
                        <a:latin typeface="Cambria Math" panose="02040503050406030204" pitchFamily="18" charset="0"/>
                      </a:rPr>
                      <m:t>:</m:t>
                    </m:r>
                    <m:r>
                      <a:rPr lang="en-US" i="1" dirty="0" smtClean="0">
                        <a:latin typeface="Cambria Math" panose="02040503050406030204" pitchFamily="18" charset="0"/>
                      </a:rPr>
                      <m:t>𝑗</m:t>
                    </m:r>
                    <m:r>
                      <a:rPr lang="en-US" i="1" dirty="0" smtClean="0">
                        <a:latin typeface="Cambria Math" panose="02040503050406030204" pitchFamily="18" charset="0"/>
                      </a:rPr>
                      <m:t>−</m:t>
                    </m:r>
                    <m:r>
                      <a:rPr lang="en-US" i="1" dirty="0" smtClean="0">
                        <a:latin typeface="Cambria Math" panose="02040503050406030204" pitchFamily="18" charset="0"/>
                      </a:rPr>
                      <m:t>1</m:t>
                    </m:r>
                  </m:oMath>
                </a14:m>
                <a:endParaRPr lang="en-US"/>
              </a:p>
              <a:p>
                <a:r>
                  <a:rPr lang="en-US"/>
                  <a:t>Apparently enough to teach it positions implicitly</a:t>
                </a:r>
                <a:endParaRPr lang="en-US"/>
              </a:p>
              <a:p>
                <a:pPr lvl="1"/>
                <a:r>
                  <a:rPr lang="en-US"/>
                  <a:t>Perplexity not that bad, compared to explicit positional embeddings</a:t>
                </a:r>
                <a:endParaRPr lang="en-US"/>
              </a:p>
              <a:p>
                <a:pPr lvl="1"/>
                <a:r>
                  <a:rPr lang="en-US"/>
                  <a:t>Can tease out offsets from embeddings, particularly from middle layers</a:t>
                </a:r>
                <a:endParaRPr lang="en-US"/>
              </a:p>
            </p:txBody>
          </p:sp>
        </mc:Choice>
        <mc:Fallback>
          <p:sp>
            <p:nvSpPr>
              <p:cNvPr id="5" name="Content Placeholder 4"/>
              <p:cNvSpPr>
                <a:spLocks noRot="1" noChangeAspect="1" noMove="1" noResize="1" noEditPoints="1" noAdjustHandles="1" noChangeArrowheads="1" noChangeShapeType="1" noTextEdit="1"/>
              </p:cNvSpPr>
              <p:nvPr>
                <p:ph idx="1"/>
              </p:nvPr>
            </p:nvSpPr>
            <p:spPr>
              <a:xfrm>
                <a:off x="310515" y="843915"/>
                <a:ext cx="8436610" cy="5648325"/>
              </a:xfrm>
              <a:blipFill rotWithShape="1">
                <a:blip r:embed="rId2"/>
                <a:stretch>
                  <a:fillRect/>
                </a:stretch>
              </a:blipFill>
            </p:spPr>
            <p:txBody>
              <a:bodyPr/>
              <a:lstStyle/>
              <a:p>
                <a:r>
                  <a:rPr lang="en-US" altLang="en-US">
                    <a:noFill/>
                  </a:rPr>
                  <a:t> </a:t>
                </a:r>
              </a:p>
            </p:txBody>
          </p:sp>
        </mc:Fallback>
      </mc:AlternateContent>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43814" y="827398"/>
            <a:ext cx="3013241" cy="3013241"/>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47314" y="3823976"/>
            <a:ext cx="3034024" cy="3034024"/>
          </a:xfrm>
          <a:prstGeom prst="rect">
            <a:avLst/>
          </a:prstGeom>
        </p:spPr>
      </p:pic>
      <p:cxnSp>
        <p:nvCxnSpPr>
          <p:cNvPr id="3" name="Straight Arrow Connector 2"/>
          <p:cNvCxnSpPr>
            <a:endCxn id="9" idx="1"/>
          </p:cNvCxnSpPr>
          <p:nvPr/>
        </p:nvCxnSpPr>
        <p:spPr>
          <a:xfrm flipV="1">
            <a:off x="7420610" y="2333625"/>
            <a:ext cx="1423035" cy="2208530"/>
          </a:xfrm>
          <a:prstGeom prst="straightConnector1">
            <a:avLst/>
          </a:prstGeom>
          <a:ln w="38100">
            <a:solidFill>
              <a:schemeClr val="accent5">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endCxn id="11" idx="1"/>
          </p:cNvCxnSpPr>
          <p:nvPr/>
        </p:nvCxnSpPr>
        <p:spPr>
          <a:xfrm flipV="1">
            <a:off x="7895590" y="5340985"/>
            <a:ext cx="951865" cy="304800"/>
          </a:xfrm>
          <a:prstGeom prst="straightConnector1">
            <a:avLst/>
          </a:prstGeom>
          <a:ln w="38100">
            <a:solidFill>
              <a:schemeClr val="accent5">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r:id="rId5" p14:bwMode="auto">
            <p14:nvContentPartPr>
              <p14:cNvPr id="2" name="Ink 1"/>
              <p14:cNvContentPartPr/>
              <p14:nvPr/>
            </p14:nvContentPartPr>
            <p14:xfrm>
              <a:off x="8625960" y="4289040"/>
              <a:ext cx="3152880" cy="2251080"/>
            </p14:xfrm>
          </p:contentPart>
        </mc:Choice>
        <mc:Fallback xmlns="">
          <p:pic>
            <p:nvPicPr>
              <p:cNvPr id="2" name="Ink 1"/>
            </p:nvPicPr>
            <p:blipFill>
              <a:blip r:embed="rId6"/>
            </p:blipFill>
            <p:spPr>
              <a:xfrm>
                <a:off x="8625960" y="4289040"/>
                <a:ext cx="3152880" cy="2251080"/>
              </a:xfrm>
              <a:prstGeom prst="rect"/>
            </p:spPr>
          </p:pic>
        </mc:Fallback>
      </mc:AlternateContent>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What’s the objective/loss?</a:t>
            </a:r>
            <a:endParaRPr lang="en-IN"/>
          </a:p>
        </p:txBody>
      </p:sp>
      <p:sp>
        <p:nvSpPr>
          <p:cNvPr id="3" name="Content Placeholder 2"/>
          <p:cNvSpPr>
            <a:spLocks noGrp="1"/>
          </p:cNvSpPr>
          <p:nvPr>
            <p:ph idx="1"/>
          </p:nvPr>
        </p:nvSpPr>
        <p:spPr/>
        <p:txBody>
          <a:bodyPr>
            <a:normAutofit fontScale="70000" lnSpcReduction="20000"/>
          </a:bodyPr>
          <a:lstStyle/>
          <a:p>
            <a:r>
              <a:rPr lang="en-IN">
                <a:hlinkClick r:id="rId1"/>
              </a:rPr>
              <a:t>GLUE</a:t>
            </a:r>
            <a:r>
              <a:rPr lang="en-IN"/>
              <a:t> tasks (also see </a:t>
            </a:r>
            <a:r>
              <a:rPr lang="en-IN" err="1">
                <a:hlinkClick r:id="rId2"/>
              </a:rPr>
              <a:t>SuperGLUE</a:t>
            </a:r>
            <a:r>
              <a:rPr lang="en-IN"/>
              <a:t>)</a:t>
            </a:r>
            <a:endParaRPr lang="en-IN"/>
          </a:p>
          <a:p>
            <a:pPr lvl="1"/>
            <a:r>
              <a:rPr lang="en-IN"/>
              <a:t>Multi-genre NLI, Quora Question Pair equivalence, variants of question answering, sentiment, linguistic acceptability (</a:t>
            </a:r>
            <a:r>
              <a:rPr lang="en-IN" err="1"/>
              <a:t>CoLA</a:t>
            </a:r>
            <a:r>
              <a:rPr lang="en-IN"/>
              <a:t>), textual similarity, etc.</a:t>
            </a:r>
            <a:endParaRPr lang="en-IN"/>
          </a:p>
          <a:p>
            <a:r>
              <a:rPr lang="en-US"/>
              <a:t>Masked word reconstruction (elaborate protocol)</a:t>
            </a:r>
            <a:endParaRPr lang="en-US"/>
          </a:p>
          <a:p>
            <a:pPr lvl="1"/>
            <a:r>
              <a:rPr lang="en-US"/>
              <a:t>Inspired from word2vec</a:t>
            </a:r>
            <a:endParaRPr lang="en-US"/>
          </a:p>
          <a:p>
            <a:pPr lvl="1"/>
            <a:r>
              <a:rPr lang="en-US"/>
              <a:t>Collects signals for sentiment, </a:t>
            </a:r>
            <a:r>
              <a:rPr lang="en-US" err="1"/>
              <a:t>CoLA</a:t>
            </a:r>
            <a:endParaRPr lang="en-US"/>
          </a:p>
          <a:p>
            <a:r>
              <a:rPr lang="en-US"/>
              <a:t>Next sentence prediction (QA, NLI)</a:t>
            </a:r>
            <a:endParaRPr lang="en-US"/>
          </a:p>
          <a:p>
            <a:pPr lvl="1"/>
            <a:r>
              <a:rPr lang="en-US"/>
              <a:t>Given two sentences, 2-class classification problem</a:t>
            </a:r>
            <a:endParaRPr lang="en-US"/>
          </a:p>
          <a:p>
            <a:pPr lvl="1"/>
            <a:r>
              <a:rPr lang="en-US"/>
              <a:t>Does sentence #2 follow sentence #1?</a:t>
            </a:r>
            <a:endParaRPr lang="en-US"/>
          </a:p>
          <a:p>
            <a:pPr lvl="1"/>
            <a:r>
              <a:rPr lang="en-US"/>
              <a:t>Useful for NLI, QA, sentence similarity</a:t>
            </a:r>
            <a:endParaRPr lang="en-US"/>
          </a:p>
          <a:p>
            <a:r>
              <a:rPr lang="en-US"/>
              <a:t>These two objectives used in </a:t>
            </a:r>
            <a:r>
              <a:rPr lang="en-US">
                <a:hlinkClick r:id="rId3"/>
              </a:rPr>
              <a:t>BERT</a:t>
            </a:r>
            <a:endParaRPr lang="en-US"/>
          </a:p>
          <a:p>
            <a:r>
              <a:rPr lang="en-IN"/>
              <a:t>Multiple attention heads for diverse tasks</a:t>
            </a:r>
            <a:endParaRPr lang="en-IN"/>
          </a:p>
        </p:txBody>
      </p:sp>
      <mc:AlternateContent xmlns:mc="http://schemas.openxmlformats.org/markup-compatibility/2006" xmlns:p14="http://schemas.microsoft.com/office/powerpoint/2010/main">
        <mc:Choice Requires="p14">
          <p:contentPart r:id="rId4" p14:bwMode="auto">
            <p14:nvContentPartPr>
              <p14:cNvPr id="4" name="Ink 3"/>
              <p14:cNvContentPartPr/>
              <p14:nvPr/>
            </p14:nvContentPartPr>
            <p14:xfrm>
              <a:off x="161280" y="1241280"/>
              <a:ext cx="11286360" cy="5856840"/>
            </p14:xfrm>
          </p:contentPart>
        </mc:Choice>
        <mc:Fallback xmlns="">
          <p:pic>
            <p:nvPicPr>
              <p:cNvPr id="4" name="Ink 3"/>
            </p:nvPicPr>
            <p:blipFill>
              <a:blip r:embed="rId5"/>
            </p:blipFill>
            <p:spPr>
              <a:xfrm>
                <a:off x="161280" y="1241280"/>
                <a:ext cx="11286360" cy="585684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5" name="Ink 4"/>
              <p14:cNvContentPartPr/>
              <p14:nvPr/>
            </p14:nvContentPartPr>
            <p14:xfrm>
              <a:off x="8640" y="2865240"/>
              <a:ext cx="5312520" cy="1885320"/>
            </p14:xfrm>
          </p:contentPart>
        </mc:Choice>
        <mc:Fallback xmlns="">
          <p:pic>
            <p:nvPicPr>
              <p:cNvPr id="5" name="Ink 4"/>
            </p:nvPicPr>
            <p:blipFill>
              <a:blip r:embed="rId7"/>
            </p:blipFill>
            <p:spPr>
              <a:xfrm>
                <a:off x="8640" y="2865240"/>
                <a:ext cx="5312520" cy="1885320"/>
              </a:xfrm>
              <a:prstGeom prst="rect"/>
            </p:spPr>
          </p:pic>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BERT (“Encoder only”)</a:t>
            </a:r>
            <a:endParaRPr lang="en-US"/>
          </a:p>
        </p:txBody>
      </p:sp>
      <p:pic>
        <p:nvPicPr>
          <p:cNvPr id="15" name="Content Placeholder 1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838200" y="1603899"/>
            <a:ext cx="10515600" cy="4212178"/>
          </a:xfr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GitHub - VinAIResearch/PhoNLP: PhoNLP: A BERT-based multi-task learning  model for part-of-speech tagging, named entity recognition and dependency  parsing (NAACL 2021)"/>
          <p:cNvPicPr>
            <a:picLocks noGrp="1" noChangeAspect="1" noChangeArrowheads="1"/>
          </p:cNvPicPr>
          <p:nvPr>
            <p:ph sz="half" idx="2"/>
          </p:nvPr>
        </p:nvPicPr>
        <p:blipFill>
          <a:blip r:embed="rId1">
            <a:extLst>
              <a:ext uri="{28A0092B-C50C-407E-A947-70E740481C1C}">
                <a14:useLocalDpi xmlns:a14="http://schemas.microsoft.com/office/drawing/2010/main" val="0"/>
              </a:ext>
            </a:extLst>
          </a:blip>
          <a:srcRect/>
          <a:stretch>
            <a:fillRect/>
          </a:stretch>
        </p:blipFill>
        <p:spPr bwMode="auto">
          <a:xfrm>
            <a:off x="6172200" y="1618882"/>
            <a:ext cx="5865813" cy="4325087"/>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sz="half" idx="1"/>
          </p:nvPr>
        </p:nvSpPr>
        <p:spPr/>
        <p:txBody>
          <a:bodyPr>
            <a:normAutofit fontScale="92500" lnSpcReduction="20000"/>
          </a:bodyPr>
          <a:lstStyle/>
          <a:p>
            <a:r>
              <a:rPr lang="en-US" sz="2400"/>
              <a:t>Multi-task learning</a:t>
            </a:r>
            <a:endParaRPr lang="en-US" sz="2400"/>
          </a:p>
          <a:p>
            <a:pPr lvl="1"/>
            <a:r>
              <a:rPr lang="en-US" sz="2400"/>
              <a:t>Shared initial representation layers</a:t>
            </a:r>
            <a:endParaRPr lang="en-US" sz="2400"/>
          </a:p>
          <a:p>
            <a:pPr lvl="1"/>
            <a:r>
              <a:rPr lang="en-US" sz="2400"/>
              <a:t>Later layers diversified to several tasks</a:t>
            </a:r>
            <a:endParaRPr lang="en-US" sz="2400"/>
          </a:p>
          <a:p>
            <a:pPr lvl="1"/>
            <a:r>
              <a:rPr lang="en-US" sz="2400"/>
              <a:t>Loss is usually weighted sum</a:t>
            </a:r>
            <a:endParaRPr lang="en-US" sz="2400"/>
          </a:p>
          <a:p>
            <a:pPr lvl="1"/>
            <a:r>
              <a:rPr lang="en-US" sz="2400"/>
              <a:t>All-to-all synergy possible</a:t>
            </a:r>
            <a:endParaRPr lang="en-US" sz="2400"/>
          </a:p>
          <a:p>
            <a:pPr lvl="1"/>
            <a:r>
              <a:rPr lang="en-US" sz="2400"/>
              <a:t>Training data of all tasks needed throughout</a:t>
            </a:r>
            <a:endParaRPr lang="en-US" sz="2400"/>
          </a:p>
          <a:p>
            <a:pPr lvl="1"/>
            <a:r>
              <a:rPr lang="en-US" sz="2400"/>
              <a:t>Easier to stabilize performance across tasks</a:t>
            </a:r>
            <a:endParaRPr lang="en-US" sz="2400"/>
          </a:p>
          <a:p>
            <a:r>
              <a:rPr lang="en-US" sz="2400"/>
              <a:t>Pre-train then fine-tune</a:t>
            </a:r>
            <a:endParaRPr lang="en-US" sz="2400"/>
          </a:p>
          <a:p>
            <a:pPr lvl="1"/>
            <a:r>
              <a:rPr lang="en-US" sz="2400"/>
              <a:t>Tasks highly unbalanced in training cost</a:t>
            </a:r>
            <a:endParaRPr lang="en-US" sz="2400"/>
          </a:p>
          <a:p>
            <a:pPr lvl="1"/>
            <a:r>
              <a:rPr lang="en-US" sz="2400"/>
              <a:t>Costly “generic tasks” expected to help many “downstream tasks”</a:t>
            </a:r>
            <a:endParaRPr lang="en-US" sz="2400"/>
          </a:p>
          <a:p>
            <a:pPr lvl="1">
              <a:lnSpc>
                <a:spcPct val="120000"/>
              </a:lnSpc>
            </a:pPr>
            <a:r>
              <a:rPr lang="en-US" sz="2400"/>
              <a:t>Generic pre-training tasks help downstream tasks, not other way</a:t>
            </a:r>
            <a:endParaRPr lang="en-US" sz="2400"/>
          </a:p>
          <a:p>
            <a:pPr lvl="1">
              <a:lnSpc>
                <a:spcPct val="120000"/>
              </a:lnSpc>
            </a:pPr>
            <a:r>
              <a:rPr lang="en-US" sz="2400"/>
              <a:t>Danger of “refusing to learn” vs “catastrophic forgetting”</a:t>
            </a:r>
            <a:endParaRPr lang="en-US" sz="2400"/>
          </a:p>
        </p:txBody>
      </p:sp>
      <p:sp>
        <p:nvSpPr>
          <p:cNvPr id="2" name="Title 1"/>
          <p:cNvSpPr>
            <a:spLocks noGrp="1"/>
          </p:cNvSpPr>
          <p:nvPr>
            <p:ph type="title"/>
          </p:nvPr>
        </p:nvSpPr>
        <p:spPr/>
        <p:txBody>
          <a:bodyPr/>
          <a:lstStyle/>
          <a:p>
            <a:r>
              <a:rPr lang="en-US"/>
              <a:t>Tasks and losses</a:t>
            </a:r>
            <a:endParaRPr lang="en-US"/>
          </a:p>
        </p:txBody>
      </p:sp>
      <p:sp>
        <p:nvSpPr>
          <p:cNvPr id="4" name="TextBox 3"/>
          <p:cNvSpPr txBox="1"/>
          <p:nvPr/>
        </p:nvSpPr>
        <p:spPr>
          <a:xfrm>
            <a:off x="7980218" y="6446982"/>
            <a:ext cx="4273286" cy="369332"/>
          </a:xfrm>
          <a:prstGeom prst="rect">
            <a:avLst/>
          </a:prstGeom>
          <a:noFill/>
        </p:spPr>
        <p:txBody>
          <a:bodyPr wrap="none" rtlCol="0">
            <a:spAutoFit/>
          </a:bodyPr>
          <a:lstStyle/>
          <a:p>
            <a:r>
              <a:rPr lang="en-US">
                <a:hlinkClick r:id="rId2"/>
              </a:rPr>
              <a:t>https://github.com/VinAIResearch/PhoNLP</a:t>
            </a:r>
            <a:r>
              <a:rPr lang="en-US"/>
              <a:t> </a:t>
            </a:r>
            <a:endParaRPr lang="en-US"/>
          </a:p>
        </p:txBody>
      </p:sp>
      <mc:AlternateContent xmlns:mc="http://schemas.openxmlformats.org/markup-compatibility/2006" xmlns:p14="http://schemas.microsoft.com/office/powerpoint/2010/main">
        <mc:Choice Requires="p14">
          <p:contentPart r:id="rId3" p14:bwMode="auto">
            <p14:nvContentPartPr>
              <p14:cNvPr id="5" name="Ink 4"/>
              <p14:cNvContentPartPr/>
              <p14:nvPr/>
            </p14:nvContentPartPr>
            <p14:xfrm>
              <a:off x="152280" y="1654920"/>
              <a:ext cx="11809440" cy="4554720"/>
            </p14:xfrm>
          </p:contentPart>
        </mc:Choice>
        <mc:Fallback xmlns="">
          <p:pic>
            <p:nvPicPr>
              <p:cNvPr id="5" name="Ink 4"/>
            </p:nvPicPr>
            <p:blipFill>
              <a:blip r:embed="rId4"/>
            </p:blipFill>
            <p:spPr>
              <a:xfrm>
                <a:off x="152280" y="1654920"/>
                <a:ext cx="11809440" cy="455472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6" name="Ink 5"/>
              <p14:cNvContentPartPr/>
              <p14:nvPr/>
            </p14:nvContentPartPr>
            <p14:xfrm>
              <a:off x="6118200" y="1580760"/>
              <a:ext cx="5660640" cy="4132440"/>
            </p14:xfrm>
          </p:contentPart>
        </mc:Choice>
        <mc:Fallback xmlns="">
          <p:pic>
            <p:nvPicPr>
              <p:cNvPr id="6" name="Ink 5"/>
            </p:nvPicPr>
            <p:blipFill>
              <a:blip r:embed="rId6"/>
            </p:blipFill>
            <p:spPr>
              <a:xfrm>
                <a:off x="6118200" y="1580760"/>
                <a:ext cx="5660640" cy="4132440"/>
              </a:xfrm>
              <a:prstGeom prst="rect"/>
            </p:spPr>
          </p:pic>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067550" y="0"/>
            <a:ext cx="4868863"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516467" y="4504267"/>
            <a:ext cx="558800" cy="42333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p:cNvSpPr/>
          <p:nvPr/>
        </p:nvSpPr>
        <p:spPr>
          <a:xfrm>
            <a:off x="1380067" y="4504267"/>
            <a:ext cx="558800" cy="42333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a:off x="2243667" y="4504267"/>
            <a:ext cx="558800" cy="42333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p:cNvSpPr/>
          <p:nvPr/>
        </p:nvSpPr>
        <p:spPr>
          <a:xfrm>
            <a:off x="3233208" y="4504266"/>
            <a:ext cx="558800" cy="423333"/>
          </a:xfrm>
          <a:prstGeom prst="rect">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p:nvSpPr>
        <p:spPr>
          <a:xfrm>
            <a:off x="4096808" y="4504266"/>
            <a:ext cx="558800" cy="423333"/>
          </a:xfrm>
          <a:prstGeom prst="rect">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4960408" y="4504266"/>
            <a:ext cx="558800" cy="423333"/>
          </a:xfrm>
          <a:prstGeom prst="rect">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p:cNvSpPr/>
          <p:nvPr/>
        </p:nvSpPr>
        <p:spPr>
          <a:xfrm>
            <a:off x="516467" y="3217333"/>
            <a:ext cx="558800" cy="42333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p:nvSpPr>
        <p:spPr>
          <a:xfrm>
            <a:off x="1380067" y="3217333"/>
            <a:ext cx="558800" cy="42333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2243667" y="3217333"/>
            <a:ext cx="558800" cy="42333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3233208" y="3217332"/>
            <a:ext cx="558800" cy="423333"/>
          </a:xfrm>
          <a:prstGeom prst="rect">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p:cNvSpPr/>
          <p:nvPr/>
        </p:nvSpPr>
        <p:spPr>
          <a:xfrm>
            <a:off x="4096808" y="3217332"/>
            <a:ext cx="558800" cy="423333"/>
          </a:xfrm>
          <a:prstGeom prst="rect">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p:cNvSpPr/>
          <p:nvPr/>
        </p:nvSpPr>
        <p:spPr>
          <a:xfrm>
            <a:off x="4960408" y="3217332"/>
            <a:ext cx="558800" cy="423333"/>
          </a:xfrm>
          <a:prstGeom prst="rect">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p:cNvSpPr/>
          <p:nvPr/>
        </p:nvSpPr>
        <p:spPr>
          <a:xfrm>
            <a:off x="516467" y="1930401"/>
            <a:ext cx="558800" cy="42333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p:cNvSpPr/>
          <p:nvPr/>
        </p:nvSpPr>
        <p:spPr>
          <a:xfrm>
            <a:off x="1380067" y="1930401"/>
            <a:ext cx="558800" cy="42333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p:cNvSpPr/>
          <p:nvPr/>
        </p:nvSpPr>
        <p:spPr>
          <a:xfrm>
            <a:off x="2243667" y="1930401"/>
            <a:ext cx="558800" cy="42333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p:cNvSpPr/>
          <p:nvPr/>
        </p:nvSpPr>
        <p:spPr>
          <a:xfrm>
            <a:off x="3233208" y="1930400"/>
            <a:ext cx="558800" cy="423333"/>
          </a:xfrm>
          <a:prstGeom prst="rect">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4096808" y="1930400"/>
            <a:ext cx="558800" cy="423333"/>
          </a:xfrm>
          <a:prstGeom prst="rect">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p:cNvSpPr/>
          <p:nvPr/>
        </p:nvSpPr>
        <p:spPr>
          <a:xfrm>
            <a:off x="4960408" y="1930400"/>
            <a:ext cx="558800" cy="423333"/>
          </a:xfrm>
          <a:prstGeom prst="rect">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1" name="Straight Arrow Connector 20"/>
          <p:cNvCxnSpPr>
            <a:stCxn id="2" idx="0"/>
            <a:endCxn id="9" idx="2"/>
          </p:cNvCxnSpPr>
          <p:nvPr/>
        </p:nvCxnSpPr>
        <p:spPr>
          <a:xfrm flipV="1">
            <a:off x="795867" y="3640666"/>
            <a:ext cx="0" cy="8636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p:cNvCxnSpPr>
            <a:stCxn id="4" idx="0"/>
            <a:endCxn id="10" idx="2"/>
          </p:cNvCxnSpPr>
          <p:nvPr/>
        </p:nvCxnSpPr>
        <p:spPr>
          <a:xfrm flipV="1">
            <a:off x="1659467" y="3640666"/>
            <a:ext cx="0" cy="8636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p:cNvCxnSpPr>
            <a:stCxn id="5" idx="0"/>
            <a:endCxn id="11" idx="2"/>
          </p:cNvCxnSpPr>
          <p:nvPr/>
        </p:nvCxnSpPr>
        <p:spPr>
          <a:xfrm flipV="1">
            <a:off x="2523067" y="3640666"/>
            <a:ext cx="0" cy="8636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p:cNvCxnSpPr>
            <a:stCxn id="2" idx="0"/>
            <a:endCxn id="10" idx="2"/>
          </p:cNvCxnSpPr>
          <p:nvPr/>
        </p:nvCxnSpPr>
        <p:spPr>
          <a:xfrm flipV="1">
            <a:off x="795867" y="3640666"/>
            <a:ext cx="863600" cy="8636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p:cNvCxnSpPr>
            <a:stCxn id="2" idx="0"/>
            <a:endCxn id="11" idx="2"/>
          </p:cNvCxnSpPr>
          <p:nvPr/>
        </p:nvCxnSpPr>
        <p:spPr>
          <a:xfrm flipV="1">
            <a:off x="795867" y="3640666"/>
            <a:ext cx="1727200" cy="8636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p:cNvCxnSpPr>
            <a:stCxn id="4" idx="0"/>
            <a:endCxn id="9" idx="2"/>
          </p:cNvCxnSpPr>
          <p:nvPr/>
        </p:nvCxnSpPr>
        <p:spPr>
          <a:xfrm flipH="1" flipV="1">
            <a:off x="795867" y="3640666"/>
            <a:ext cx="863600" cy="8636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p:cNvCxnSpPr>
            <a:stCxn id="5" idx="0"/>
            <a:endCxn id="9" idx="2"/>
          </p:cNvCxnSpPr>
          <p:nvPr/>
        </p:nvCxnSpPr>
        <p:spPr>
          <a:xfrm flipH="1" flipV="1">
            <a:off x="795867" y="3640666"/>
            <a:ext cx="1727200" cy="8636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p:cNvCxnSpPr>
            <a:stCxn id="4" idx="0"/>
            <a:endCxn id="11" idx="2"/>
          </p:cNvCxnSpPr>
          <p:nvPr/>
        </p:nvCxnSpPr>
        <p:spPr>
          <a:xfrm flipV="1">
            <a:off x="1659467" y="3640666"/>
            <a:ext cx="863600" cy="8636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p:cNvCxnSpPr>
            <a:stCxn id="5" idx="0"/>
            <a:endCxn id="10" idx="2"/>
          </p:cNvCxnSpPr>
          <p:nvPr/>
        </p:nvCxnSpPr>
        <p:spPr>
          <a:xfrm flipH="1" flipV="1">
            <a:off x="1659467" y="3640666"/>
            <a:ext cx="863600" cy="8636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p:cNvCxnSpPr>
            <a:stCxn id="11" idx="0"/>
            <a:endCxn id="17" idx="2"/>
          </p:cNvCxnSpPr>
          <p:nvPr/>
        </p:nvCxnSpPr>
        <p:spPr>
          <a:xfrm flipV="1">
            <a:off x="2523067" y="2353734"/>
            <a:ext cx="0" cy="8635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p:cNvCxnSpPr>
            <a:stCxn id="10" idx="0"/>
            <a:endCxn id="16" idx="2"/>
          </p:cNvCxnSpPr>
          <p:nvPr/>
        </p:nvCxnSpPr>
        <p:spPr>
          <a:xfrm flipV="1">
            <a:off x="1659467" y="2353734"/>
            <a:ext cx="0" cy="8635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p:cNvCxnSpPr>
            <a:stCxn id="9" idx="0"/>
            <a:endCxn id="15" idx="2"/>
          </p:cNvCxnSpPr>
          <p:nvPr/>
        </p:nvCxnSpPr>
        <p:spPr>
          <a:xfrm flipV="1">
            <a:off x="795867" y="2353734"/>
            <a:ext cx="0" cy="8635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0" name="Straight Arrow Connector 59"/>
          <p:cNvCxnSpPr>
            <a:stCxn id="10" idx="0"/>
            <a:endCxn id="17" idx="2"/>
          </p:cNvCxnSpPr>
          <p:nvPr/>
        </p:nvCxnSpPr>
        <p:spPr>
          <a:xfrm flipV="1">
            <a:off x="1659467" y="2353734"/>
            <a:ext cx="863600" cy="8635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3" name="Straight Arrow Connector 62"/>
          <p:cNvCxnSpPr>
            <a:stCxn id="9" idx="0"/>
            <a:endCxn id="17" idx="2"/>
          </p:cNvCxnSpPr>
          <p:nvPr/>
        </p:nvCxnSpPr>
        <p:spPr>
          <a:xfrm flipV="1">
            <a:off x="795867" y="2353734"/>
            <a:ext cx="1727200" cy="8635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6" name="Straight Arrow Connector 65"/>
          <p:cNvCxnSpPr>
            <a:stCxn id="11" idx="0"/>
            <a:endCxn id="16" idx="2"/>
          </p:cNvCxnSpPr>
          <p:nvPr/>
        </p:nvCxnSpPr>
        <p:spPr>
          <a:xfrm flipH="1" flipV="1">
            <a:off x="1659467" y="2353734"/>
            <a:ext cx="863600" cy="8635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9" name="Straight Arrow Connector 68"/>
          <p:cNvCxnSpPr>
            <a:stCxn id="11" idx="0"/>
            <a:endCxn id="15" idx="2"/>
          </p:cNvCxnSpPr>
          <p:nvPr/>
        </p:nvCxnSpPr>
        <p:spPr>
          <a:xfrm flipH="1" flipV="1">
            <a:off x="795867" y="2353734"/>
            <a:ext cx="1727200" cy="8635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2" name="Straight Arrow Connector 71"/>
          <p:cNvCxnSpPr>
            <a:stCxn id="10" idx="0"/>
            <a:endCxn id="15" idx="2"/>
          </p:cNvCxnSpPr>
          <p:nvPr/>
        </p:nvCxnSpPr>
        <p:spPr>
          <a:xfrm flipH="1" flipV="1">
            <a:off x="795867" y="2353734"/>
            <a:ext cx="863600" cy="8635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5" name="Straight Arrow Connector 74"/>
          <p:cNvCxnSpPr>
            <a:stCxn id="9" idx="0"/>
            <a:endCxn id="16" idx="2"/>
          </p:cNvCxnSpPr>
          <p:nvPr/>
        </p:nvCxnSpPr>
        <p:spPr>
          <a:xfrm flipV="1">
            <a:off x="795867" y="2353734"/>
            <a:ext cx="863600" cy="8635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8" name="Straight Arrow Connector 77"/>
          <p:cNvCxnSpPr>
            <a:stCxn id="6" idx="0"/>
            <a:endCxn id="12" idx="2"/>
          </p:cNvCxnSpPr>
          <p:nvPr/>
        </p:nvCxnSpPr>
        <p:spPr>
          <a:xfrm flipV="1">
            <a:off x="3512608" y="3640665"/>
            <a:ext cx="0" cy="863601"/>
          </a:xfrm>
          <a:prstGeom prst="straightConnector1">
            <a:avLst/>
          </a:prstGeom>
          <a:ln w="19050">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84" name="Straight Arrow Connector 83"/>
          <p:cNvCxnSpPr>
            <a:stCxn id="5" idx="0"/>
            <a:endCxn id="12" idx="2"/>
          </p:cNvCxnSpPr>
          <p:nvPr/>
        </p:nvCxnSpPr>
        <p:spPr>
          <a:xfrm flipV="1">
            <a:off x="2523067" y="3640665"/>
            <a:ext cx="989541" cy="863602"/>
          </a:xfrm>
          <a:prstGeom prst="straightConnector1">
            <a:avLst/>
          </a:prstGeom>
          <a:ln w="28575">
            <a:solidFill>
              <a:schemeClr val="accent4">
                <a:lumMod val="60000"/>
                <a:lumOff val="40000"/>
              </a:schemeClr>
            </a:solidFill>
            <a:tailEnd type="triangle"/>
          </a:ln>
        </p:spPr>
        <p:style>
          <a:lnRef idx="1">
            <a:schemeClr val="dk1"/>
          </a:lnRef>
          <a:fillRef idx="0">
            <a:schemeClr val="dk1"/>
          </a:fillRef>
          <a:effectRef idx="0">
            <a:schemeClr val="dk1"/>
          </a:effectRef>
          <a:fontRef idx="minor">
            <a:schemeClr val="tx1"/>
          </a:fontRef>
        </p:style>
      </p:cxnSp>
      <p:cxnSp>
        <p:nvCxnSpPr>
          <p:cNvPr id="87" name="Straight Arrow Connector 86"/>
          <p:cNvCxnSpPr>
            <a:stCxn id="4" idx="0"/>
            <a:endCxn id="12" idx="2"/>
          </p:cNvCxnSpPr>
          <p:nvPr/>
        </p:nvCxnSpPr>
        <p:spPr>
          <a:xfrm flipV="1">
            <a:off x="1659467" y="3640665"/>
            <a:ext cx="1853141" cy="863602"/>
          </a:xfrm>
          <a:prstGeom prst="straightConnector1">
            <a:avLst/>
          </a:prstGeom>
          <a:ln w="28575">
            <a:solidFill>
              <a:schemeClr val="accent4">
                <a:lumMod val="60000"/>
                <a:lumOff val="40000"/>
              </a:schemeClr>
            </a:solidFill>
            <a:tailEnd type="triangle"/>
          </a:ln>
        </p:spPr>
        <p:style>
          <a:lnRef idx="1">
            <a:schemeClr val="dk1"/>
          </a:lnRef>
          <a:fillRef idx="0">
            <a:schemeClr val="dk1"/>
          </a:fillRef>
          <a:effectRef idx="0">
            <a:schemeClr val="dk1"/>
          </a:effectRef>
          <a:fontRef idx="minor">
            <a:schemeClr val="tx1"/>
          </a:fontRef>
        </p:style>
      </p:cxnSp>
      <p:cxnSp>
        <p:nvCxnSpPr>
          <p:cNvPr id="90" name="Straight Arrow Connector 89"/>
          <p:cNvCxnSpPr>
            <a:stCxn id="2" idx="0"/>
            <a:endCxn id="12" idx="2"/>
          </p:cNvCxnSpPr>
          <p:nvPr/>
        </p:nvCxnSpPr>
        <p:spPr>
          <a:xfrm flipV="1">
            <a:off x="795867" y="3640665"/>
            <a:ext cx="2716741" cy="863602"/>
          </a:xfrm>
          <a:prstGeom prst="straightConnector1">
            <a:avLst/>
          </a:prstGeom>
          <a:ln w="28575">
            <a:solidFill>
              <a:schemeClr val="accent4">
                <a:lumMod val="60000"/>
                <a:lumOff val="40000"/>
              </a:schemeClr>
            </a:solidFill>
            <a:tailEnd type="triangle"/>
          </a:ln>
        </p:spPr>
        <p:style>
          <a:lnRef idx="1">
            <a:schemeClr val="dk1"/>
          </a:lnRef>
          <a:fillRef idx="0">
            <a:schemeClr val="dk1"/>
          </a:fillRef>
          <a:effectRef idx="0">
            <a:schemeClr val="dk1"/>
          </a:effectRef>
          <a:fontRef idx="minor">
            <a:schemeClr val="tx1"/>
          </a:fontRef>
        </p:style>
      </p:cxnSp>
      <p:cxnSp>
        <p:nvCxnSpPr>
          <p:cNvPr id="93" name="Straight Arrow Connector 92"/>
          <p:cNvCxnSpPr>
            <a:stCxn id="12" idx="0"/>
            <a:endCxn id="18" idx="2"/>
          </p:cNvCxnSpPr>
          <p:nvPr/>
        </p:nvCxnSpPr>
        <p:spPr>
          <a:xfrm flipV="1">
            <a:off x="3512608" y="2353733"/>
            <a:ext cx="0" cy="863599"/>
          </a:xfrm>
          <a:prstGeom prst="straightConnector1">
            <a:avLst/>
          </a:prstGeom>
          <a:ln w="19050">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96" name="Straight Arrow Connector 95"/>
          <p:cNvCxnSpPr>
            <a:stCxn id="11" idx="0"/>
            <a:endCxn id="18" idx="2"/>
          </p:cNvCxnSpPr>
          <p:nvPr/>
        </p:nvCxnSpPr>
        <p:spPr>
          <a:xfrm flipV="1">
            <a:off x="2523067" y="2353733"/>
            <a:ext cx="989541" cy="863600"/>
          </a:xfrm>
          <a:prstGeom prst="straightConnector1">
            <a:avLst/>
          </a:prstGeom>
          <a:ln w="28575">
            <a:solidFill>
              <a:schemeClr val="accent4">
                <a:lumMod val="60000"/>
                <a:lumOff val="40000"/>
              </a:schemeClr>
            </a:solidFill>
            <a:tailEnd type="triangle"/>
          </a:ln>
        </p:spPr>
        <p:style>
          <a:lnRef idx="1">
            <a:schemeClr val="dk1"/>
          </a:lnRef>
          <a:fillRef idx="0">
            <a:schemeClr val="dk1"/>
          </a:fillRef>
          <a:effectRef idx="0">
            <a:schemeClr val="dk1"/>
          </a:effectRef>
          <a:fontRef idx="minor">
            <a:schemeClr val="tx1"/>
          </a:fontRef>
        </p:style>
      </p:cxnSp>
      <p:cxnSp>
        <p:nvCxnSpPr>
          <p:cNvPr id="99" name="Straight Arrow Connector 98"/>
          <p:cNvCxnSpPr>
            <a:stCxn id="10" idx="0"/>
            <a:endCxn id="18" idx="2"/>
          </p:cNvCxnSpPr>
          <p:nvPr/>
        </p:nvCxnSpPr>
        <p:spPr>
          <a:xfrm flipV="1">
            <a:off x="1659467" y="2353733"/>
            <a:ext cx="1853141" cy="863600"/>
          </a:xfrm>
          <a:prstGeom prst="straightConnector1">
            <a:avLst/>
          </a:prstGeom>
          <a:ln w="28575">
            <a:solidFill>
              <a:schemeClr val="accent4">
                <a:lumMod val="60000"/>
                <a:lumOff val="40000"/>
              </a:schemeClr>
            </a:solidFill>
            <a:tailEnd type="triangle"/>
          </a:ln>
        </p:spPr>
        <p:style>
          <a:lnRef idx="1">
            <a:schemeClr val="dk1"/>
          </a:lnRef>
          <a:fillRef idx="0">
            <a:schemeClr val="dk1"/>
          </a:fillRef>
          <a:effectRef idx="0">
            <a:schemeClr val="dk1"/>
          </a:effectRef>
          <a:fontRef idx="minor">
            <a:schemeClr val="tx1"/>
          </a:fontRef>
        </p:style>
      </p:cxnSp>
      <p:cxnSp>
        <p:nvCxnSpPr>
          <p:cNvPr id="102" name="Straight Arrow Connector 101"/>
          <p:cNvCxnSpPr>
            <a:stCxn id="9" idx="0"/>
            <a:endCxn id="18" idx="2"/>
          </p:cNvCxnSpPr>
          <p:nvPr/>
        </p:nvCxnSpPr>
        <p:spPr>
          <a:xfrm flipV="1">
            <a:off x="795867" y="2353733"/>
            <a:ext cx="2716741" cy="863600"/>
          </a:xfrm>
          <a:prstGeom prst="straightConnector1">
            <a:avLst/>
          </a:prstGeom>
          <a:ln w="28575">
            <a:solidFill>
              <a:schemeClr val="accent4">
                <a:lumMod val="60000"/>
                <a:lumOff val="40000"/>
              </a:schemeClr>
            </a:solidFill>
            <a:tailEnd type="triangle"/>
          </a:ln>
        </p:spPr>
        <p:style>
          <a:lnRef idx="1">
            <a:schemeClr val="dk1"/>
          </a:lnRef>
          <a:fillRef idx="0">
            <a:schemeClr val="dk1"/>
          </a:fillRef>
          <a:effectRef idx="0">
            <a:schemeClr val="dk1"/>
          </a:effectRef>
          <a:fontRef idx="minor">
            <a:schemeClr val="tx1"/>
          </a:fontRef>
        </p:style>
      </p:cxnSp>
      <p:cxnSp>
        <p:nvCxnSpPr>
          <p:cNvPr id="1056" name="Connector: Elbow 1055"/>
          <p:cNvCxnSpPr>
            <a:stCxn id="18" idx="0"/>
            <a:endCxn id="7" idx="2"/>
          </p:cNvCxnSpPr>
          <p:nvPr/>
        </p:nvCxnSpPr>
        <p:spPr>
          <a:xfrm rot="16200000" flipH="1">
            <a:off x="2445808" y="2997199"/>
            <a:ext cx="2997199" cy="863600"/>
          </a:xfrm>
          <a:prstGeom prst="bentConnector5">
            <a:avLst>
              <a:gd name="adj1" fmla="val -7627"/>
              <a:gd name="adj2" fmla="val 50000"/>
              <a:gd name="adj3" fmla="val 107627"/>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10" name="Straight Arrow Connector 109"/>
          <p:cNvCxnSpPr>
            <a:stCxn id="7" idx="0"/>
            <a:endCxn id="13" idx="2"/>
          </p:cNvCxnSpPr>
          <p:nvPr/>
        </p:nvCxnSpPr>
        <p:spPr>
          <a:xfrm flipV="1">
            <a:off x="4376208" y="3640665"/>
            <a:ext cx="0" cy="863601"/>
          </a:xfrm>
          <a:prstGeom prst="straightConnector1">
            <a:avLst/>
          </a:prstGeom>
          <a:ln w="19050">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113" name="Straight Arrow Connector 112"/>
          <p:cNvCxnSpPr>
            <a:stCxn id="13" idx="0"/>
            <a:endCxn id="19" idx="2"/>
          </p:cNvCxnSpPr>
          <p:nvPr/>
        </p:nvCxnSpPr>
        <p:spPr>
          <a:xfrm flipV="1">
            <a:off x="4376208" y="2353733"/>
            <a:ext cx="0" cy="863599"/>
          </a:xfrm>
          <a:prstGeom prst="straightConnector1">
            <a:avLst/>
          </a:prstGeom>
          <a:ln w="19050">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116" name="Straight Arrow Connector 115"/>
          <p:cNvCxnSpPr>
            <a:stCxn id="5" idx="0"/>
            <a:endCxn id="13" idx="2"/>
          </p:cNvCxnSpPr>
          <p:nvPr/>
        </p:nvCxnSpPr>
        <p:spPr>
          <a:xfrm flipV="1">
            <a:off x="2523067" y="3640665"/>
            <a:ext cx="1853141" cy="863602"/>
          </a:xfrm>
          <a:prstGeom prst="straightConnector1">
            <a:avLst/>
          </a:prstGeom>
          <a:ln w="28575">
            <a:solidFill>
              <a:schemeClr val="accent4">
                <a:lumMod val="60000"/>
                <a:lumOff val="40000"/>
              </a:schemeClr>
            </a:solidFill>
            <a:tailEnd type="triangle"/>
          </a:ln>
        </p:spPr>
        <p:style>
          <a:lnRef idx="1">
            <a:schemeClr val="dk1"/>
          </a:lnRef>
          <a:fillRef idx="0">
            <a:schemeClr val="dk1"/>
          </a:fillRef>
          <a:effectRef idx="0">
            <a:schemeClr val="dk1"/>
          </a:effectRef>
          <a:fontRef idx="minor">
            <a:schemeClr val="tx1"/>
          </a:fontRef>
        </p:style>
      </p:cxnSp>
      <p:cxnSp>
        <p:nvCxnSpPr>
          <p:cNvPr id="119" name="Straight Arrow Connector 118"/>
          <p:cNvCxnSpPr>
            <a:stCxn id="4" idx="0"/>
            <a:endCxn id="13" idx="2"/>
          </p:cNvCxnSpPr>
          <p:nvPr/>
        </p:nvCxnSpPr>
        <p:spPr>
          <a:xfrm flipV="1">
            <a:off x="1659467" y="3640665"/>
            <a:ext cx="2716741" cy="863602"/>
          </a:xfrm>
          <a:prstGeom prst="straightConnector1">
            <a:avLst/>
          </a:prstGeom>
          <a:ln w="28575">
            <a:solidFill>
              <a:schemeClr val="accent4">
                <a:lumMod val="60000"/>
                <a:lumOff val="40000"/>
              </a:schemeClr>
            </a:solidFill>
            <a:tailEnd type="triangle"/>
          </a:ln>
        </p:spPr>
        <p:style>
          <a:lnRef idx="1">
            <a:schemeClr val="dk1"/>
          </a:lnRef>
          <a:fillRef idx="0">
            <a:schemeClr val="dk1"/>
          </a:fillRef>
          <a:effectRef idx="0">
            <a:schemeClr val="dk1"/>
          </a:effectRef>
          <a:fontRef idx="minor">
            <a:schemeClr val="tx1"/>
          </a:fontRef>
        </p:style>
      </p:cxnSp>
      <p:cxnSp>
        <p:nvCxnSpPr>
          <p:cNvPr id="122" name="Straight Arrow Connector 121"/>
          <p:cNvCxnSpPr>
            <a:stCxn id="2" idx="0"/>
            <a:endCxn id="13" idx="2"/>
          </p:cNvCxnSpPr>
          <p:nvPr/>
        </p:nvCxnSpPr>
        <p:spPr>
          <a:xfrm flipV="1">
            <a:off x="795867" y="3640665"/>
            <a:ext cx="3580341" cy="863602"/>
          </a:xfrm>
          <a:prstGeom prst="straightConnector1">
            <a:avLst/>
          </a:prstGeom>
          <a:ln w="28575">
            <a:solidFill>
              <a:schemeClr val="accent4">
                <a:lumMod val="60000"/>
                <a:lumOff val="40000"/>
              </a:schemeClr>
            </a:solidFill>
            <a:tailEnd type="triangle"/>
          </a:ln>
        </p:spPr>
        <p:style>
          <a:lnRef idx="1">
            <a:schemeClr val="dk1"/>
          </a:lnRef>
          <a:fillRef idx="0">
            <a:schemeClr val="dk1"/>
          </a:fillRef>
          <a:effectRef idx="0">
            <a:schemeClr val="dk1"/>
          </a:effectRef>
          <a:fontRef idx="minor">
            <a:schemeClr val="tx1"/>
          </a:fontRef>
        </p:style>
      </p:cxnSp>
      <p:cxnSp>
        <p:nvCxnSpPr>
          <p:cNvPr id="126" name="Straight Arrow Connector 125"/>
          <p:cNvCxnSpPr>
            <a:endCxn id="13" idx="2"/>
          </p:cNvCxnSpPr>
          <p:nvPr/>
        </p:nvCxnSpPr>
        <p:spPr>
          <a:xfrm flipV="1">
            <a:off x="3512606" y="3640665"/>
            <a:ext cx="863602" cy="863599"/>
          </a:xfrm>
          <a:prstGeom prst="straightConnector1">
            <a:avLst/>
          </a:prstGeom>
          <a:ln w="19050">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129" name="Straight Arrow Connector 128"/>
          <p:cNvCxnSpPr>
            <a:stCxn id="12" idx="0"/>
            <a:endCxn id="19" idx="2"/>
          </p:cNvCxnSpPr>
          <p:nvPr/>
        </p:nvCxnSpPr>
        <p:spPr>
          <a:xfrm flipV="1">
            <a:off x="3512608" y="2353733"/>
            <a:ext cx="863600" cy="863599"/>
          </a:xfrm>
          <a:prstGeom prst="straightConnector1">
            <a:avLst/>
          </a:prstGeom>
          <a:ln w="19050">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132" name="Straight Arrow Connector 131"/>
          <p:cNvCxnSpPr>
            <a:stCxn id="11" idx="0"/>
            <a:endCxn id="19" idx="2"/>
          </p:cNvCxnSpPr>
          <p:nvPr/>
        </p:nvCxnSpPr>
        <p:spPr>
          <a:xfrm flipV="1">
            <a:off x="2523067" y="2353733"/>
            <a:ext cx="1853141" cy="863600"/>
          </a:xfrm>
          <a:prstGeom prst="straightConnector1">
            <a:avLst/>
          </a:prstGeom>
          <a:ln w="28575">
            <a:solidFill>
              <a:schemeClr val="accent4">
                <a:lumMod val="60000"/>
                <a:lumOff val="40000"/>
              </a:schemeClr>
            </a:solidFill>
            <a:tailEnd type="triangle"/>
          </a:ln>
        </p:spPr>
        <p:style>
          <a:lnRef idx="1">
            <a:schemeClr val="dk1"/>
          </a:lnRef>
          <a:fillRef idx="0">
            <a:schemeClr val="dk1"/>
          </a:fillRef>
          <a:effectRef idx="0">
            <a:schemeClr val="dk1"/>
          </a:effectRef>
          <a:fontRef idx="minor">
            <a:schemeClr val="tx1"/>
          </a:fontRef>
        </p:style>
      </p:cxnSp>
      <p:cxnSp>
        <p:nvCxnSpPr>
          <p:cNvPr id="135" name="Straight Arrow Connector 134"/>
          <p:cNvCxnSpPr>
            <a:stCxn id="10" idx="0"/>
            <a:endCxn id="19" idx="2"/>
          </p:cNvCxnSpPr>
          <p:nvPr/>
        </p:nvCxnSpPr>
        <p:spPr>
          <a:xfrm flipV="1">
            <a:off x="1659467" y="2353733"/>
            <a:ext cx="2716741" cy="863600"/>
          </a:xfrm>
          <a:prstGeom prst="straightConnector1">
            <a:avLst/>
          </a:prstGeom>
          <a:ln w="28575">
            <a:solidFill>
              <a:schemeClr val="accent4">
                <a:lumMod val="60000"/>
                <a:lumOff val="40000"/>
              </a:schemeClr>
            </a:solidFill>
            <a:tailEnd type="triangle"/>
          </a:ln>
        </p:spPr>
        <p:style>
          <a:lnRef idx="1">
            <a:schemeClr val="dk1"/>
          </a:lnRef>
          <a:fillRef idx="0">
            <a:schemeClr val="dk1"/>
          </a:fillRef>
          <a:effectRef idx="0">
            <a:schemeClr val="dk1"/>
          </a:effectRef>
          <a:fontRef idx="minor">
            <a:schemeClr val="tx1"/>
          </a:fontRef>
        </p:style>
      </p:cxnSp>
      <p:cxnSp>
        <p:nvCxnSpPr>
          <p:cNvPr id="138" name="Straight Arrow Connector 137"/>
          <p:cNvCxnSpPr>
            <a:stCxn id="9" idx="0"/>
            <a:endCxn id="19" idx="2"/>
          </p:cNvCxnSpPr>
          <p:nvPr/>
        </p:nvCxnSpPr>
        <p:spPr>
          <a:xfrm flipV="1">
            <a:off x="795867" y="2353733"/>
            <a:ext cx="3580341" cy="863600"/>
          </a:xfrm>
          <a:prstGeom prst="straightConnector1">
            <a:avLst/>
          </a:prstGeom>
          <a:ln w="28575">
            <a:solidFill>
              <a:schemeClr val="accent4">
                <a:lumMod val="60000"/>
                <a:lumOff val="40000"/>
              </a:schemeClr>
            </a:solidFill>
            <a:tailEnd type="triangle"/>
          </a:ln>
        </p:spPr>
        <p:style>
          <a:lnRef idx="1">
            <a:schemeClr val="dk1"/>
          </a:lnRef>
          <a:fillRef idx="0">
            <a:schemeClr val="dk1"/>
          </a:fillRef>
          <a:effectRef idx="0">
            <a:schemeClr val="dk1"/>
          </a:effectRef>
          <a:fontRef idx="minor">
            <a:schemeClr val="tx1"/>
          </a:fontRef>
        </p:style>
      </p:cxnSp>
      <p:cxnSp>
        <p:nvCxnSpPr>
          <p:cNvPr id="141" name="Connector: Elbow 140"/>
          <p:cNvCxnSpPr>
            <a:stCxn id="19" idx="0"/>
            <a:endCxn id="8" idx="2"/>
          </p:cNvCxnSpPr>
          <p:nvPr/>
        </p:nvCxnSpPr>
        <p:spPr>
          <a:xfrm rot="16200000" flipH="1">
            <a:off x="3309408" y="2997199"/>
            <a:ext cx="2997199" cy="863600"/>
          </a:xfrm>
          <a:prstGeom prst="bentConnector5">
            <a:avLst>
              <a:gd name="adj1" fmla="val -7627"/>
              <a:gd name="adj2" fmla="val 50000"/>
              <a:gd name="adj3" fmla="val 107627"/>
            </a:avLst>
          </a:prstGeom>
          <a:ln>
            <a:tailEnd type="triangle"/>
          </a:ln>
        </p:spPr>
        <p:style>
          <a:lnRef idx="1">
            <a:schemeClr val="accent2"/>
          </a:lnRef>
          <a:fillRef idx="0">
            <a:schemeClr val="accent2"/>
          </a:fillRef>
          <a:effectRef idx="0">
            <a:schemeClr val="accent2"/>
          </a:effectRef>
          <a:fontRef idx="minor">
            <a:schemeClr val="tx1"/>
          </a:fontRef>
        </p:style>
      </p:cxnSp>
      <p:sp>
        <p:nvSpPr>
          <p:cNvPr id="1079" name="Title 1078"/>
          <p:cNvSpPr>
            <a:spLocks noGrp="1"/>
          </p:cNvSpPr>
          <p:nvPr>
            <p:ph type="title"/>
          </p:nvPr>
        </p:nvSpPr>
        <p:spPr/>
        <p:txBody>
          <a:bodyPr>
            <a:normAutofit fontScale="90000"/>
          </a:bodyPr>
          <a:lstStyle/>
          <a:p>
            <a:r>
              <a:rPr lang="en-US"/>
              <a:t>“Encoder-decoder” (BART, T5)</a:t>
            </a: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5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1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1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2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2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1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3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3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3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29"/>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1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4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2" grpId="0" animBg="1"/>
      <p:bldP spid="13" grpId="0" animBg="1"/>
      <p:bldP spid="14" grpId="0" animBg="1"/>
      <p:bldP spid="18" grpId="0" animBg="1"/>
      <p:bldP spid="19" grpId="0" animBg="1"/>
      <p:bldP spid="20"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11" name="Content Placeholder 2"/>
          <p:cNvSpPr txBox="1"/>
          <p:nvPr/>
        </p:nvSpPr>
        <p:spPr bwMode="auto">
          <a:xfrm>
            <a:off x="54390" y="5751305"/>
            <a:ext cx="3696410" cy="68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18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dirty="0">
                <a:solidFill>
                  <a:schemeClr val="tx1">
                    <a:lumMod val="50000"/>
                    <a:lumOff val="50000"/>
                  </a:schemeClr>
                </a:solidFill>
              </a:rPr>
              <a:t>Source of Image : Attention is all you need  (Vaswani t al., 2017)</a:t>
            </a:r>
            <a:endParaRPr lang="en-IN" sz="1400" dirty="0">
              <a:solidFill>
                <a:schemeClr val="tx1">
                  <a:lumMod val="50000"/>
                  <a:lumOff val="50000"/>
                </a:schemeClr>
              </a:solidFill>
            </a:endParaRPr>
          </a:p>
        </p:txBody>
      </p:sp>
      <p:sp>
        <p:nvSpPr>
          <p:cNvPr id="25" name="TextBox 24"/>
          <p:cNvSpPr txBox="1"/>
          <p:nvPr/>
        </p:nvSpPr>
        <p:spPr>
          <a:xfrm>
            <a:off x="7949378" y="372301"/>
            <a:ext cx="1356851" cy="369332"/>
          </a:xfrm>
          <a:prstGeom prst="rect">
            <a:avLst/>
          </a:prstGeom>
          <a:noFill/>
        </p:spPr>
        <p:txBody>
          <a:bodyPr wrap="square" rtlCol="0">
            <a:spAutoFit/>
          </a:bodyPr>
          <a:lstStyle/>
          <a:p>
            <a:pPr algn="ctr"/>
            <a:r>
              <a:rPr lang="en-US" dirty="0"/>
              <a:t>Decoder</a:t>
            </a:r>
            <a:endParaRPr lang="en-IN" dirty="0"/>
          </a:p>
        </p:txBody>
      </p:sp>
      <p:sp>
        <p:nvSpPr>
          <p:cNvPr id="27" name="Google Shape;362;p30"/>
          <p:cNvSpPr txBox="1"/>
          <p:nvPr/>
        </p:nvSpPr>
        <p:spPr bwMode="auto">
          <a:xfrm>
            <a:off x="110800" y="85367"/>
            <a:ext cx="5523084" cy="1871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121900" tIns="121900" rIns="121900" bIns="121900" numCol="1" anchor="t" anchorCtr="0" compatLnSpc="1">
            <a:normAutofit fontScale="97500"/>
          </a:bodyPr>
          <a:lstStyle>
            <a:lvl1pPr algn="l" rtl="0" eaLnBrk="0" fontAlgn="base" hangingPunct="0">
              <a:lnSpc>
                <a:spcPct val="90000"/>
              </a:lnSpc>
              <a:spcBef>
                <a:spcPct val="0"/>
              </a:spcBef>
              <a:spcAft>
                <a:spcPct val="0"/>
              </a:spcAft>
              <a:defRPr sz="4000" kern="1200">
                <a:solidFill>
                  <a:schemeClr val="accent1"/>
                </a:solidFill>
                <a:latin typeface="+mj-lt"/>
                <a:ea typeface="+mj-ea"/>
                <a:cs typeface="+mj-cs"/>
              </a:defRPr>
            </a:lvl1pPr>
            <a:lvl2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2pPr>
            <a:lvl3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3pPr>
            <a:lvl4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4pPr>
            <a:lvl5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5pPr>
            <a:lvl6pPr marL="457200" algn="l" rtl="0" fontAlgn="base">
              <a:lnSpc>
                <a:spcPct val="90000"/>
              </a:lnSpc>
              <a:spcBef>
                <a:spcPct val="0"/>
              </a:spcBef>
              <a:spcAft>
                <a:spcPct val="0"/>
              </a:spcAft>
              <a:defRPr sz="4000">
                <a:solidFill>
                  <a:schemeClr val="accent1"/>
                </a:solidFill>
                <a:latin typeface="Aptos Display" panose="020B0004020202020204" pitchFamily="34" charset="0"/>
              </a:defRPr>
            </a:lvl6pPr>
            <a:lvl7pPr marL="914400" algn="l" rtl="0" fontAlgn="base">
              <a:lnSpc>
                <a:spcPct val="90000"/>
              </a:lnSpc>
              <a:spcBef>
                <a:spcPct val="0"/>
              </a:spcBef>
              <a:spcAft>
                <a:spcPct val="0"/>
              </a:spcAft>
              <a:defRPr sz="4000">
                <a:solidFill>
                  <a:schemeClr val="accent1"/>
                </a:solidFill>
                <a:latin typeface="Aptos Display" panose="020B0004020202020204" pitchFamily="34" charset="0"/>
              </a:defRPr>
            </a:lvl7pPr>
            <a:lvl8pPr marL="1371600" algn="l" rtl="0" fontAlgn="base">
              <a:lnSpc>
                <a:spcPct val="90000"/>
              </a:lnSpc>
              <a:spcBef>
                <a:spcPct val="0"/>
              </a:spcBef>
              <a:spcAft>
                <a:spcPct val="0"/>
              </a:spcAft>
              <a:defRPr sz="4000">
                <a:solidFill>
                  <a:schemeClr val="accent1"/>
                </a:solidFill>
                <a:latin typeface="Aptos Display" panose="020B0004020202020204" pitchFamily="34" charset="0"/>
              </a:defRPr>
            </a:lvl8pPr>
            <a:lvl9pPr marL="1828800" algn="l" rtl="0" fontAlgn="base">
              <a:lnSpc>
                <a:spcPct val="90000"/>
              </a:lnSpc>
              <a:spcBef>
                <a:spcPct val="0"/>
              </a:spcBef>
              <a:spcAft>
                <a:spcPct val="0"/>
              </a:spcAft>
              <a:defRPr sz="4000">
                <a:solidFill>
                  <a:schemeClr val="accent1"/>
                </a:solidFill>
                <a:latin typeface="Aptos Display" panose="020B0004020202020204" pitchFamily="34" charset="0"/>
              </a:defRPr>
            </a:lvl9pPr>
          </a:lstStyle>
          <a:p>
            <a:r>
              <a:rPr lang="en-IN" dirty="0">
                <a:solidFill>
                  <a:srgbClr val="C00000"/>
                </a:solidFill>
              </a:rPr>
              <a:t>Transformer </a:t>
            </a:r>
            <a:br>
              <a:rPr lang="en-IN" dirty="0">
                <a:solidFill>
                  <a:srgbClr val="C00000"/>
                </a:solidFill>
              </a:rPr>
            </a:br>
            <a:r>
              <a:rPr lang="en-IN" dirty="0">
                <a:solidFill>
                  <a:srgbClr val="C00000"/>
                </a:solidFill>
              </a:rPr>
              <a:t>Architecture</a:t>
            </a:r>
            <a:endParaRPr lang="en-IN" dirty="0">
              <a:solidFill>
                <a:srgbClr val="C00000"/>
              </a:solidFill>
            </a:endParaRPr>
          </a:p>
        </p:txBody>
      </p:sp>
      <p:pic>
        <p:nvPicPr>
          <p:cNvPr id="3" name="Google Shape;363;p30"/>
          <p:cNvPicPr preferRelativeResize="0"/>
          <p:nvPr/>
        </p:nvPicPr>
        <p:blipFill>
          <a:blip r:embed="rId1"/>
          <a:stretch>
            <a:fillRect/>
          </a:stretch>
        </p:blipFill>
        <p:spPr>
          <a:xfrm>
            <a:off x="3750800" y="0"/>
            <a:ext cx="4394800" cy="6111544"/>
          </a:xfrm>
          <a:prstGeom prst="rect">
            <a:avLst/>
          </a:prstGeom>
          <a:noFill/>
          <a:ln>
            <a:noFill/>
          </a:ln>
        </p:spPr>
      </p:pic>
      <p:sp>
        <p:nvSpPr>
          <p:cNvPr id="4" name="Rectangle 3"/>
          <p:cNvSpPr/>
          <p:nvPr/>
        </p:nvSpPr>
        <p:spPr>
          <a:xfrm>
            <a:off x="6042425" y="85368"/>
            <a:ext cx="2093843" cy="6026176"/>
          </a:xfrm>
          <a:prstGeom prst="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a:off x="4254758" y="2059433"/>
            <a:ext cx="1733587" cy="4045897"/>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p:cNvSpPr txBox="1"/>
          <p:nvPr/>
        </p:nvSpPr>
        <p:spPr>
          <a:xfrm>
            <a:off x="2969341" y="2192594"/>
            <a:ext cx="1356851" cy="369332"/>
          </a:xfrm>
          <a:prstGeom prst="rect">
            <a:avLst/>
          </a:prstGeom>
          <a:noFill/>
        </p:spPr>
        <p:txBody>
          <a:bodyPr wrap="square" rtlCol="0">
            <a:spAutoFit/>
          </a:bodyPr>
          <a:lstStyle/>
          <a:p>
            <a:pPr algn="ctr"/>
            <a:r>
              <a:rPr lang="en-US" dirty="0"/>
              <a:t>Encoder</a:t>
            </a:r>
            <a:endParaRPr lang="en-IN"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Google Shape;362;p30"/>
          <p:cNvSpPr txBox="1"/>
          <p:nvPr/>
        </p:nvSpPr>
        <p:spPr bwMode="auto">
          <a:xfrm>
            <a:off x="120131" y="85367"/>
            <a:ext cx="5523084" cy="1871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121900" tIns="121900" rIns="121900" bIns="121900" numCol="1" anchor="t" anchorCtr="0" compatLnSpc="1">
            <a:normAutofit fontScale="97500"/>
          </a:bodyPr>
          <a:lstStyle>
            <a:lvl1pPr algn="l" rtl="0" eaLnBrk="0" fontAlgn="base" hangingPunct="0">
              <a:lnSpc>
                <a:spcPct val="90000"/>
              </a:lnSpc>
              <a:spcBef>
                <a:spcPct val="0"/>
              </a:spcBef>
              <a:spcAft>
                <a:spcPct val="0"/>
              </a:spcAft>
              <a:defRPr sz="4000" kern="1200">
                <a:solidFill>
                  <a:schemeClr val="accent1"/>
                </a:solidFill>
                <a:latin typeface="+mj-lt"/>
                <a:ea typeface="+mj-ea"/>
                <a:cs typeface="+mj-cs"/>
              </a:defRPr>
            </a:lvl1pPr>
            <a:lvl2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2pPr>
            <a:lvl3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3pPr>
            <a:lvl4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4pPr>
            <a:lvl5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5pPr>
            <a:lvl6pPr marL="457200" algn="l" rtl="0" fontAlgn="base">
              <a:lnSpc>
                <a:spcPct val="90000"/>
              </a:lnSpc>
              <a:spcBef>
                <a:spcPct val="0"/>
              </a:spcBef>
              <a:spcAft>
                <a:spcPct val="0"/>
              </a:spcAft>
              <a:defRPr sz="4000">
                <a:solidFill>
                  <a:schemeClr val="accent1"/>
                </a:solidFill>
                <a:latin typeface="Aptos Display" panose="020B0004020202020204" pitchFamily="34" charset="0"/>
              </a:defRPr>
            </a:lvl6pPr>
            <a:lvl7pPr marL="914400" algn="l" rtl="0" fontAlgn="base">
              <a:lnSpc>
                <a:spcPct val="90000"/>
              </a:lnSpc>
              <a:spcBef>
                <a:spcPct val="0"/>
              </a:spcBef>
              <a:spcAft>
                <a:spcPct val="0"/>
              </a:spcAft>
              <a:defRPr sz="4000">
                <a:solidFill>
                  <a:schemeClr val="accent1"/>
                </a:solidFill>
                <a:latin typeface="Aptos Display" panose="020B0004020202020204" pitchFamily="34" charset="0"/>
              </a:defRPr>
            </a:lvl7pPr>
            <a:lvl8pPr marL="1371600" algn="l" rtl="0" fontAlgn="base">
              <a:lnSpc>
                <a:spcPct val="90000"/>
              </a:lnSpc>
              <a:spcBef>
                <a:spcPct val="0"/>
              </a:spcBef>
              <a:spcAft>
                <a:spcPct val="0"/>
              </a:spcAft>
              <a:defRPr sz="4000">
                <a:solidFill>
                  <a:schemeClr val="accent1"/>
                </a:solidFill>
                <a:latin typeface="Aptos Display" panose="020B0004020202020204" pitchFamily="34" charset="0"/>
              </a:defRPr>
            </a:lvl8pPr>
            <a:lvl9pPr marL="1828800" algn="l" rtl="0" fontAlgn="base">
              <a:lnSpc>
                <a:spcPct val="90000"/>
              </a:lnSpc>
              <a:spcBef>
                <a:spcPct val="0"/>
              </a:spcBef>
              <a:spcAft>
                <a:spcPct val="0"/>
              </a:spcAft>
              <a:defRPr sz="4000">
                <a:solidFill>
                  <a:schemeClr val="accent1"/>
                </a:solidFill>
                <a:latin typeface="Aptos Display" panose="020B0004020202020204" pitchFamily="34" charset="0"/>
              </a:defRPr>
            </a:lvl9pPr>
          </a:lstStyle>
          <a:p>
            <a:r>
              <a:rPr lang="en-IN" dirty="0">
                <a:solidFill>
                  <a:srgbClr val="C00000"/>
                </a:solidFill>
              </a:rPr>
              <a:t>Transformer </a:t>
            </a:r>
            <a:br>
              <a:rPr lang="en-IN" dirty="0">
                <a:solidFill>
                  <a:srgbClr val="C00000"/>
                </a:solidFill>
              </a:rPr>
            </a:br>
            <a:r>
              <a:rPr lang="en-IN" dirty="0">
                <a:solidFill>
                  <a:srgbClr val="C00000"/>
                </a:solidFill>
              </a:rPr>
              <a:t>Architecture</a:t>
            </a:r>
            <a:endParaRPr lang="en-IN" dirty="0">
              <a:solidFill>
                <a:srgbClr val="C00000"/>
              </a:solidFill>
            </a:endParaRPr>
          </a:p>
        </p:txBody>
      </p:sp>
      <p:pic>
        <p:nvPicPr>
          <p:cNvPr id="4" name="Google Shape;363;p30"/>
          <p:cNvPicPr preferRelativeResize="0"/>
          <p:nvPr/>
        </p:nvPicPr>
        <p:blipFill>
          <a:blip r:embed="rId1"/>
          <a:stretch>
            <a:fillRect/>
          </a:stretch>
        </p:blipFill>
        <p:spPr>
          <a:xfrm>
            <a:off x="3750800" y="0"/>
            <a:ext cx="4394800" cy="6111544"/>
          </a:xfrm>
          <a:prstGeom prst="rect">
            <a:avLst/>
          </a:prstGeom>
          <a:noFill/>
          <a:ln>
            <a:noFill/>
          </a:ln>
        </p:spPr>
      </p:pic>
      <p:sp>
        <p:nvSpPr>
          <p:cNvPr id="8" name="object 3"/>
          <p:cNvSpPr txBox="1"/>
          <p:nvPr/>
        </p:nvSpPr>
        <p:spPr bwMode="auto">
          <a:xfrm>
            <a:off x="29000" y="4647620"/>
            <a:ext cx="3424288" cy="1392208"/>
          </a:xfrm>
          <a:prstGeom prst="rect">
            <a:avLst/>
          </a:prstGeom>
          <a:solidFill>
            <a:schemeClr val="accent1">
              <a:lumMod val="20000"/>
              <a:lumOff val="80000"/>
            </a:schemeClr>
          </a:solidFill>
          <a:ln w="19050">
            <a:solidFill>
              <a:srgbClr val="C00000"/>
            </a:solidFill>
          </a:ln>
        </p:spPr>
        <p:txBody>
          <a:bodyPr vert="horz" wrap="square" lIns="0" tIns="7144" rIns="0" bIns="0" numCol="1" rtlCol="0" anchor="b" anchorCtr="0" compatLnSpc="1">
            <a:spAutoFit/>
          </a:bodyPr>
          <a:lstStyle>
            <a:lvl1pPr algn="l" rtl="0" eaLnBrk="0" fontAlgn="base" hangingPunct="0">
              <a:lnSpc>
                <a:spcPct val="90000"/>
              </a:lnSpc>
              <a:spcBef>
                <a:spcPct val="0"/>
              </a:spcBef>
              <a:spcAft>
                <a:spcPct val="0"/>
              </a:spcAft>
              <a:defRPr sz="4000" kern="1200">
                <a:solidFill>
                  <a:schemeClr val="accent1"/>
                </a:solidFill>
                <a:latin typeface="+mj-lt"/>
                <a:ea typeface="+mj-ea"/>
                <a:cs typeface="+mj-cs"/>
              </a:defRPr>
            </a:lvl1pPr>
            <a:lvl2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2pPr>
            <a:lvl3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3pPr>
            <a:lvl4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4pPr>
            <a:lvl5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5pPr>
            <a:lvl6pPr marL="457200" algn="l" rtl="0" fontAlgn="base">
              <a:lnSpc>
                <a:spcPct val="90000"/>
              </a:lnSpc>
              <a:spcBef>
                <a:spcPct val="0"/>
              </a:spcBef>
              <a:spcAft>
                <a:spcPct val="0"/>
              </a:spcAft>
              <a:defRPr sz="4000">
                <a:solidFill>
                  <a:schemeClr val="accent1"/>
                </a:solidFill>
                <a:latin typeface="Aptos Display" panose="020B0004020202020204" pitchFamily="34" charset="0"/>
              </a:defRPr>
            </a:lvl6pPr>
            <a:lvl7pPr marL="914400" algn="l" rtl="0" fontAlgn="base">
              <a:lnSpc>
                <a:spcPct val="90000"/>
              </a:lnSpc>
              <a:spcBef>
                <a:spcPct val="0"/>
              </a:spcBef>
              <a:spcAft>
                <a:spcPct val="0"/>
              </a:spcAft>
              <a:defRPr sz="4000">
                <a:solidFill>
                  <a:schemeClr val="accent1"/>
                </a:solidFill>
                <a:latin typeface="Aptos Display" panose="020B0004020202020204" pitchFamily="34" charset="0"/>
              </a:defRPr>
            </a:lvl7pPr>
            <a:lvl8pPr marL="1371600" algn="l" rtl="0" fontAlgn="base">
              <a:lnSpc>
                <a:spcPct val="90000"/>
              </a:lnSpc>
              <a:spcBef>
                <a:spcPct val="0"/>
              </a:spcBef>
              <a:spcAft>
                <a:spcPct val="0"/>
              </a:spcAft>
              <a:defRPr sz="4000">
                <a:solidFill>
                  <a:schemeClr val="accent1"/>
                </a:solidFill>
                <a:latin typeface="Aptos Display" panose="020B0004020202020204" pitchFamily="34" charset="0"/>
              </a:defRPr>
            </a:lvl8pPr>
            <a:lvl9pPr marL="1828800" algn="l" rtl="0" fontAlgn="base">
              <a:lnSpc>
                <a:spcPct val="90000"/>
              </a:lnSpc>
              <a:spcBef>
                <a:spcPct val="0"/>
              </a:spcBef>
              <a:spcAft>
                <a:spcPct val="0"/>
              </a:spcAft>
              <a:defRPr sz="4000">
                <a:solidFill>
                  <a:schemeClr val="accent1"/>
                </a:solidFill>
                <a:latin typeface="Aptos Display" panose="020B0004020202020204" pitchFamily="34" charset="0"/>
              </a:defRPr>
            </a:lvl9pPr>
          </a:lstStyle>
          <a:p>
            <a:pPr marL="8255" marR="3810" algn="ctr">
              <a:lnSpc>
                <a:spcPct val="100000"/>
              </a:lnSpc>
              <a:spcBef>
                <a:spcPts val="55"/>
              </a:spcBef>
            </a:pPr>
            <a:r>
              <a:rPr lang="en-US" sz="1800" b="1" spc="-42">
                <a:latin typeface="+mn-lt"/>
              </a:rPr>
              <a:t>Position</a:t>
            </a:r>
            <a:r>
              <a:rPr lang="en-US" sz="1800" b="1" spc="-4">
                <a:latin typeface="+mn-lt"/>
              </a:rPr>
              <a:t> </a:t>
            </a:r>
            <a:r>
              <a:rPr lang="en-US" sz="1800" b="1" spc="-25">
                <a:latin typeface="+mn-lt"/>
              </a:rPr>
              <a:t>embeddings</a:t>
            </a:r>
            <a:r>
              <a:rPr lang="en-US" sz="1800" spc="-4">
                <a:latin typeface="+mn-lt"/>
              </a:rPr>
              <a:t> </a:t>
            </a:r>
            <a:r>
              <a:rPr lang="en-US" sz="1800" spc="-91">
                <a:latin typeface="+mn-lt"/>
              </a:rPr>
              <a:t>are</a:t>
            </a:r>
            <a:r>
              <a:rPr lang="en-US" sz="1800">
                <a:latin typeface="+mn-lt"/>
              </a:rPr>
              <a:t> </a:t>
            </a:r>
            <a:r>
              <a:rPr lang="en-US" sz="1800" i="1" spc="-11">
                <a:latin typeface="+mn-lt"/>
                <a:cs typeface="Arial" panose="020B0604020202020204"/>
              </a:rPr>
              <a:t>added</a:t>
            </a:r>
            <a:r>
              <a:rPr lang="en-US" sz="1800" i="1" spc="-4">
                <a:latin typeface="+mn-lt"/>
                <a:cs typeface="Arial" panose="020B0604020202020204"/>
              </a:rPr>
              <a:t> </a:t>
            </a:r>
            <a:r>
              <a:rPr lang="en-US" sz="1800" spc="21">
                <a:latin typeface="+mn-lt"/>
              </a:rPr>
              <a:t>to</a:t>
            </a:r>
            <a:r>
              <a:rPr lang="en-US" sz="1800">
                <a:latin typeface="+mn-lt"/>
              </a:rPr>
              <a:t> </a:t>
            </a:r>
            <a:r>
              <a:rPr lang="en-US" sz="1800" spc="-46">
                <a:latin typeface="+mn-lt"/>
              </a:rPr>
              <a:t>each </a:t>
            </a:r>
            <a:r>
              <a:rPr lang="en-US" sz="1800" spc="-42">
                <a:latin typeface="+mn-lt"/>
              </a:rPr>
              <a:t> </a:t>
            </a:r>
            <a:r>
              <a:rPr lang="en-US" sz="1800" spc="-4">
                <a:latin typeface="+mn-lt"/>
              </a:rPr>
              <a:t>word</a:t>
            </a:r>
            <a:r>
              <a:rPr lang="en-US" sz="1800">
                <a:latin typeface="+mn-lt"/>
              </a:rPr>
              <a:t> </a:t>
            </a:r>
            <a:r>
              <a:rPr lang="en-US" sz="1800" spc="-21">
                <a:latin typeface="+mn-lt"/>
              </a:rPr>
              <a:t>embedding.</a:t>
            </a:r>
            <a:r>
              <a:rPr lang="en-US" sz="1800">
                <a:latin typeface="+mn-lt"/>
              </a:rPr>
              <a:t> </a:t>
            </a:r>
            <a:r>
              <a:rPr lang="en-US" sz="1800" spc="-42">
                <a:latin typeface="+mn-lt"/>
              </a:rPr>
              <a:t>Otherwise,</a:t>
            </a:r>
            <a:r>
              <a:rPr lang="en-US" sz="1800">
                <a:latin typeface="+mn-lt"/>
              </a:rPr>
              <a:t> </a:t>
            </a:r>
            <a:r>
              <a:rPr lang="en-US" sz="1800" spc="-46">
                <a:latin typeface="+mn-lt"/>
              </a:rPr>
              <a:t>since</a:t>
            </a:r>
            <a:r>
              <a:rPr lang="en-US" sz="1800">
                <a:latin typeface="+mn-lt"/>
              </a:rPr>
              <a:t> </a:t>
            </a:r>
            <a:r>
              <a:rPr lang="en-US" sz="1800" spc="-25">
                <a:latin typeface="+mn-lt"/>
              </a:rPr>
              <a:t>we </a:t>
            </a:r>
            <a:r>
              <a:rPr lang="en-US" sz="1800" spc="-21">
                <a:latin typeface="+mn-lt"/>
              </a:rPr>
              <a:t> </a:t>
            </a:r>
            <a:r>
              <a:rPr lang="en-US" sz="1800" spc="-80">
                <a:latin typeface="+mn-lt"/>
              </a:rPr>
              <a:t>have</a:t>
            </a:r>
            <a:r>
              <a:rPr lang="en-US" sz="1800" spc="-4">
                <a:latin typeface="+mn-lt"/>
              </a:rPr>
              <a:t> </a:t>
            </a:r>
            <a:r>
              <a:rPr lang="en-US" sz="1800" spc="-25">
                <a:latin typeface="+mn-lt"/>
              </a:rPr>
              <a:t>no</a:t>
            </a:r>
            <a:r>
              <a:rPr lang="en-US" sz="1800">
                <a:latin typeface="+mn-lt"/>
              </a:rPr>
              <a:t> </a:t>
            </a:r>
            <a:r>
              <a:rPr lang="en-US" sz="1800" spc="-46">
                <a:latin typeface="+mn-lt"/>
              </a:rPr>
              <a:t>recurrence,</a:t>
            </a:r>
            <a:r>
              <a:rPr lang="en-US" sz="1800">
                <a:latin typeface="+mn-lt"/>
              </a:rPr>
              <a:t> </a:t>
            </a:r>
            <a:r>
              <a:rPr lang="en-US" sz="1800" spc="-32">
                <a:latin typeface="+mn-lt"/>
              </a:rPr>
              <a:t>our</a:t>
            </a:r>
            <a:r>
              <a:rPr lang="en-US" sz="1800" spc="-4">
                <a:latin typeface="+mn-lt"/>
              </a:rPr>
              <a:t> </a:t>
            </a:r>
            <a:r>
              <a:rPr lang="en-US" sz="1800" spc="-28">
                <a:latin typeface="+mn-lt"/>
              </a:rPr>
              <a:t>model</a:t>
            </a:r>
            <a:r>
              <a:rPr lang="en-US" sz="1800">
                <a:latin typeface="+mn-lt"/>
              </a:rPr>
              <a:t> </a:t>
            </a:r>
            <a:r>
              <a:rPr lang="en-US" sz="1800" spc="-70">
                <a:latin typeface="+mn-lt"/>
              </a:rPr>
              <a:t>is</a:t>
            </a:r>
            <a:r>
              <a:rPr lang="en-US" sz="1800">
                <a:latin typeface="+mn-lt"/>
              </a:rPr>
              <a:t> </a:t>
            </a:r>
            <a:r>
              <a:rPr lang="en-US" sz="1800" spc="-60">
                <a:latin typeface="+mn-lt"/>
              </a:rPr>
              <a:t>unaware </a:t>
            </a:r>
            <a:r>
              <a:rPr lang="en-US" sz="1800" spc="-654">
                <a:latin typeface="+mn-lt"/>
              </a:rPr>
              <a:t> </a:t>
            </a:r>
            <a:r>
              <a:rPr lang="en-US" sz="1800" spc="-25">
                <a:latin typeface="+mn-lt"/>
              </a:rPr>
              <a:t>of</a:t>
            </a:r>
            <a:r>
              <a:rPr lang="en-US" sz="1800" spc="-4">
                <a:latin typeface="+mn-lt"/>
              </a:rPr>
              <a:t> </a:t>
            </a:r>
            <a:r>
              <a:rPr lang="en-US" sz="1800" spc="-32">
                <a:latin typeface="+mn-lt"/>
              </a:rPr>
              <a:t>the</a:t>
            </a:r>
            <a:r>
              <a:rPr lang="en-US" sz="1800">
                <a:latin typeface="+mn-lt"/>
              </a:rPr>
              <a:t> </a:t>
            </a:r>
            <a:r>
              <a:rPr lang="en-US" sz="1800" spc="-25">
                <a:latin typeface="+mn-lt"/>
              </a:rPr>
              <a:t>position</a:t>
            </a:r>
            <a:r>
              <a:rPr lang="en-US" sz="1800" spc="-4">
                <a:latin typeface="+mn-lt"/>
              </a:rPr>
              <a:t> </a:t>
            </a:r>
            <a:r>
              <a:rPr lang="en-US" sz="1800" spc="-25">
                <a:latin typeface="+mn-lt"/>
              </a:rPr>
              <a:t>of</a:t>
            </a:r>
            <a:r>
              <a:rPr lang="en-US" sz="1800">
                <a:latin typeface="+mn-lt"/>
              </a:rPr>
              <a:t> </a:t>
            </a:r>
            <a:r>
              <a:rPr lang="en-US" sz="1800" spc="-91">
                <a:latin typeface="+mn-lt"/>
              </a:rPr>
              <a:t>a</a:t>
            </a:r>
            <a:r>
              <a:rPr lang="en-US" sz="1800">
                <a:latin typeface="+mn-lt"/>
              </a:rPr>
              <a:t> </a:t>
            </a:r>
            <a:r>
              <a:rPr lang="en-US" sz="1800" spc="-4">
                <a:latin typeface="+mn-lt"/>
              </a:rPr>
              <a:t>word </a:t>
            </a:r>
            <a:r>
              <a:rPr lang="en-US" sz="1800" spc="-70">
                <a:latin typeface="+mn-lt"/>
              </a:rPr>
              <a:t>in</a:t>
            </a:r>
            <a:r>
              <a:rPr lang="en-US" sz="1800">
                <a:latin typeface="+mn-lt"/>
              </a:rPr>
              <a:t> </a:t>
            </a:r>
            <a:r>
              <a:rPr lang="en-US" sz="1800" spc="-32">
                <a:latin typeface="+mn-lt"/>
              </a:rPr>
              <a:t>the</a:t>
            </a:r>
            <a:r>
              <a:rPr lang="en-US" sz="1800" spc="-4">
                <a:latin typeface="+mn-lt"/>
              </a:rPr>
              <a:t> </a:t>
            </a:r>
            <a:r>
              <a:rPr lang="en-US" sz="1800" spc="-46">
                <a:latin typeface="+mn-lt"/>
              </a:rPr>
              <a:t>sequence!</a:t>
            </a:r>
            <a:endParaRPr lang="en-US" sz="1800" dirty="0">
              <a:latin typeface="+mn-lt"/>
              <a:cs typeface="Arial" panose="020B0604020202020204"/>
            </a:endParaRPr>
          </a:p>
        </p:txBody>
      </p:sp>
      <p:cxnSp>
        <p:nvCxnSpPr>
          <p:cNvPr id="9" name="Straight Arrow Connector 8"/>
          <p:cNvCxnSpPr>
            <a:stCxn id="8" idx="3"/>
          </p:cNvCxnSpPr>
          <p:nvPr/>
        </p:nvCxnSpPr>
        <p:spPr>
          <a:xfrm flipV="1">
            <a:off x="3453288" y="4901382"/>
            <a:ext cx="736157" cy="442342"/>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362;p30"/>
          <p:cNvSpPr txBox="1"/>
          <p:nvPr/>
        </p:nvSpPr>
        <p:spPr bwMode="auto">
          <a:xfrm>
            <a:off x="110800" y="85367"/>
            <a:ext cx="5523084" cy="1871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121900" tIns="121900" rIns="121900" bIns="121900" numCol="1" anchor="t" anchorCtr="0" compatLnSpc="1">
            <a:normAutofit fontScale="97500"/>
          </a:bodyPr>
          <a:lstStyle>
            <a:lvl1pPr algn="l" rtl="0" eaLnBrk="0" fontAlgn="base" hangingPunct="0">
              <a:lnSpc>
                <a:spcPct val="90000"/>
              </a:lnSpc>
              <a:spcBef>
                <a:spcPct val="0"/>
              </a:spcBef>
              <a:spcAft>
                <a:spcPct val="0"/>
              </a:spcAft>
              <a:defRPr sz="4000" kern="1200">
                <a:solidFill>
                  <a:schemeClr val="accent1"/>
                </a:solidFill>
                <a:latin typeface="+mj-lt"/>
                <a:ea typeface="+mj-ea"/>
                <a:cs typeface="+mj-cs"/>
              </a:defRPr>
            </a:lvl1pPr>
            <a:lvl2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2pPr>
            <a:lvl3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3pPr>
            <a:lvl4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4pPr>
            <a:lvl5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5pPr>
            <a:lvl6pPr marL="457200" algn="l" rtl="0" fontAlgn="base">
              <a:lnSpc>
                <a:spcPct val="90000"/>
              </a:lnSpc>
              <a:spcBef>
                <a:spcPct val="0"/>
              </a:spcBef>
              <a:spcAft>
                <a:spcPct val="0"/>
              </a:spcAft>
              <a:defRPr sz="4000">
                <a:solidFill>
                  <a:schemeClr val="accent1"/>
                </a:solidFill>
                <a:latin typeface="Aptos Display" panose="020B0004020202020204" pitchFamily="34" charset="0"/>
              </a:defRPr>
            </a:lvl6pPr>
            <a:lvl7pPr marL="914400" algn="l" rtl="0" fontAlgn="base">
              <a:lnSpc>
                <a:spcPct val="90000"/>
              </a:lnSpc>
              <a:spcBef>
                <a:spcPct val="0"/>
              </a:spcBef>
              <a:spcAft>
                <a:spcPct val="0"/>
              </a:spcAft>
              <a:defRPr sz="4000">
                <a:solidFill>
                  <a:schemeClr val="accent1"/>
                </a:solidFill>
                <a:latin typeface="Aptos Display" panose="020B0004020202020204" pitchFamily="34" charset="0"/>
              </a:defRPr>
            </a:lvl7pPr>
            <a:lvl8pPr marL="1371600" algn="l" rtl="0" fontAlgn="base">
              <a:lnSpc>
                <a:spcPct val="90000"/>
              </a:lnSpc>
              <a:spcBef>
                <a:spcPct val="0"/>
              </a:spcBef>
              <a:spcAft>
                <a:spcPct val="0"/>
              </a:spcAft>
              <a:defRPr sz="4000">
                <a:solidFill>
                  <a:schemeClr val="accent1"/>
                </a:solidFill>
                <a:latin typeface="Aptos Display" panose="020B0004020202020204" pitchFamily="34" charset="0"/>
              </a:defRPr>
            </a:lvl8pPr>
            <a:lvl9pPr marL="1828800" algn="l" rtl="0" fontAlgn="base">
              <a:lnSpc>
                <a:spcPct val="90000"/>
              </a:lnSpc>
              <a:spcBef>
                <a:spcPct val="0"/>
              </a:spcBef>
              <a:spcAft>
                <a:spcPct val="0"/>
              </a:spcAft>
              <a:defRPr sz="4000">
                <a:solidFill>
                  <a:schemeClr val="accent1"/>
                </a:solidFill>
                <a:latin typeface="Aptos Display" panose="020B0004020202020204" pitchFamily="34" charset="0"/>
              </a:defRPr>
            </a:lvl9pPr>
          </a:lstStyle>
          <a:p>
            <a:r>
              <a:rPr lang="en-IN" dirty="0">
                <a:solidFill>
                  <a:srgbClr val="C00000"/>
                </a:solidFill>
              </a:rPr>
              <a:t>Transformer </a:t>
            </a:r>
            <a:br>
              <a:rPr lang="en-IN" dirty="0">
                <a:solidFill>
                  <a:srgbClr val="C00000"/>
                </a:solidFill>
              </a:rPr>
            </a:br>
            <a:r>
              <a:rPr lang="en-IN" dirty="0">
                <a:solidFill>
                  <a:srgbClr val="C00000"/>
                </a:solidFill>
              </a:rPr>
              <a:t>Architecture</a:t>
            </a:r>
            <a:endParaRPr lang="en-IN" dirty="0">
              <a:solidFill>
                <a:srgbClr val="C00000"/>
              </a:solidFill>
            </a:endParaRPr>
          </a:p>
        </p:txBody>
      </p:sp>
      <p:pic>
        <p:nvPicPr>
          <p:cNvPr id="7" name="Google Shape;363;p30"/>
          <p:cNvPicPr preferRelativeResize="0"/>
          <p:nvPr/>
        </p:nvPicPr>
        <p:blipFill>
          <a:blip r:embed="rId1"/>
          <a:stretch>
            <a:fillRect/>
          </a:stretch>
        </p:blipFill>
        <p:spPr>
          <a:xfrm>
            <a:off x="3750800" y="0"/>
            <a:ext cx="4394800" cy="6111544"/>
          </a:xfrm>
          <a:prstGeom prst="rect">
            <a:avLst/>
          </a:prstGeom>
          <a:noFill/>
          <a:ln>
            <a:noFill/>
          </a:ln>
        </p:spPr>
      </p:pic>
      <p:sp>
        <p:nvSpPr>
          <p:cNvPr id="8" name="object 3"/>
          <p:cNvSpPr txBox="1"/>
          <p:nvPr/>
        </p:nvSpPr>
        <p:spPr bwMode="auto">
          <a:xfrm>
            <a:off x="125059" y="4449663"/>
            <a:ext cx="3424288" cy="1115209"/>
          </a:xfrm>
          <a:prstGeom prst="rect">
            <a:avLst/>
          </a:prstGeom>
          <a:solidFill>
            <a:schemeClr val="accent1">
              <a:lumMod val="20000"/>
              <a:lumOff val="80000"/>
            </a:schemeClr>
          </a:solidFill>
          <a:ln w="19050">
            <a:solidFill>
              <a:srgbClr val="C00000"/>
            </a:solidFill>
          </a:ln>
        </p:spPr>
        <p:txBody>
          <a:bodyPr vert="horz" wrap="square" lIns="0" tIns="7144" rIns="0" bIns="0" numCol="1" rtlCol="0" anchor="b" anchorCtr="0" compatLnSpc="1">
            <a:spAutoFit/>
          </a:bodyPr>
          <a:lstStyle>
            <a:lvl1pPr algn="l" rtl="0" eaLnBrk="0" fontAlgn="base" hangingPunct="0">
              <a:lnSpc>
                <a:spcPct val="90000"/>
              </a:lnSpc>
              <a:spcBef>
                <a:spcPct val="0"/>
              </a:spcBef>
              <a:spcAft>
                <a:spcPct val="0"/>
              </a:spcAft>
              <a:defRPr sz="4000" kern="1200">
                <a:solidFill>
                  <a:schemeClr val="accent1"/>
                </a:solidFill>
                <a:latin typeface="+mj-lt"/>
                <a:ea typeface="+mj-ea"/>
                <a:cs typeface="+mj-cs"/>
              </a:defRPr>
            </a:lvl1pPr>
            <a:lvl2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2pPr>
            <a:lvl3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3pPr>
            <a:lvl4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4pPr>
            <a:lvl5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5pPr>
            <a:lvl6pPr marL="457200" algn="l" rtl="0" fontAlgn="base">
              <a:lnSpc>
                <a:spcPct val="90000"/>
              </a:lnSpc>
              <a:spcBef>
                <a:spcPct val="0"/>
              </a:spcBef>
              <a:spcAft>
                <a:spcPct val="0"/>
              </a:spcAft>
              <a:defRPr sz="4000">
                <a:solidFill>
                  <a:schemeClr val="accent1"/>
                </a:solidFill>
                <a:latin typeface="Aptos Display" panose="020B0004020202020204" pitchFamily="34" charset="0"/>
              </a:defRPr>
            </a:lvl6pPr>
            <a:lvl7pPr marL="914400" algn="l" rtl="0" fontAlgn="base">
              <a:lnSpc>
                <a:spcPct val="90000"/>
              </a:lnSpc>
              <a:spcBef>
                <a:spcPct val="0"/>
              </a:spcBef>
              <a:spcAft>
                <a:spcPct val="0"/>
              </a:spcAft>
              <a:defRPr sz="4000">
                <a:solidFill>
                  <a:schemeClr val="accent1"/>
                </a:solidFill>
                <a:latin typeface="Aptos Display" panose="020B0004020202020204" pitchFamily="34" charset="0"/>
              </a:defRPr>
            </a:lvl7pPr>
            <a:lvl8pPr marL="1371600" algn="l" rtl="0" fontAlgn="base">
              <a:lnSpc>
                <a:spcPct val="90000"/>
              </a:lnSpc>
              <a:spcBef>
                <a:spcPct val="0"/>
              </a:spcBef>
              <a:spcAft>
                <a:spcPct val="0"/>
              </a:spcAft>
              <a:defRPr sz="4000">
                <a:solidFill>
                  <a:schemeClr val="accent1"/>
                </a:solidFill>
                <a:latin typeface="Aptos Display" panose="020B0004020202020204" pitchFamily="34" charset="0"/>
              </a:defRPr>
            </a:lvl8pPr>
            <a:lvl9pPr marL="1828800" algn="l" rtl="0" fontAlgn="base">
              <a:lnSpc>
                <a:spcPct val="90000"/>
              </a:lnSpc>
              <a:spcBef>
                <a:spcPct val="0"/>
              </a:spcBef>
              <a:spcAft>
                <a:spcPct val="0"/>
              </a:spcAft>
              <a:defRPr sz="4000">
                <a:solidFill>
                  <a:schemeClr val="accent1"/>
                </a:solidFill>
                <a:latin typeface="Aptos Display" panose="020B0004020202020204" pitchFamily="34" charset="0"/>
              </a:defRPr>
            </a:lvl9pPr>
          </a:lstStyle>
          <a:p>
            <a:pPr marL="8255" marR="3810" algn="ctr">
              <a:lnSpc>
                <a:spcPct val="100000"/>
              </a:lnSpc>
              <a:spcBef>
                <a:spcPts val="55"/>
              </a:spcBef>
            </a:pPr>
            <a:r>
              <a:rPr lang="en-US" sz="1800" b="1" i="1" spc="-74" dirty="0">
                <a:latin typeface="+mn-lt"/>
                <a:cs typeface="Arial" panose="020B0604020202020204"/>
              </a:rPr>
              <a:t>Residual</a:t>
            </a:r>
            <a:r>
              <a:rPr lang="en-US" sz="1800" b="1" i="1" spc="-4" dirty="0">
                <a:latin typeface="+mn-lt"/>
                <a:cs typeface="Arial" panose="020B0604020202020204"/>
              </a:rPr>
              <a:t> </a:t>
            </a:r>
            <a:r>
              <a:rPr lang="en-US" sz="1800" b="1" i="1" spc="-21" dirty="0">
                <a:latin typeface="+mn-lt"/>
                <a:cs typeface="Arial" panose="020B0604020202020204"/>
              </a:rPr>
              <a:t>connections</a:t>
            </a:r>
            <a:r>
              <a:rPr lang="en-US" sz="1800" spc="-21" dirty="0">
                <a:latin typeface="+mn-lt"/>
              </a:rPr>
              <a:t>,</a:t>
            </a:r>
            <a:r>
              <a:rPr lang="en-US" sz="1800" dirty="0">
                <a:latin typeface="+mn-lt"/>
              </a:rPr>
              <a:t> </a:t>
            </a:r>
            <a:r>
              <a:rPr lang="en-US" sz="1800" spc="-21" dirty="0">
                <a:latin typeface="+mn-lt"/>
              </a:rPr>
              <a:t>which</a:t>
            </a:r>
            <a:r>
              <a:rPr lang="en-US" sz="1800" dirty="0">
                <a:latin typeface="+mn-lt"/>
              </a:rPr>
              <a:t> </a:t>
            </a:r>
            <a:r>
              <a:rPr lang="en-US" sz="1800" spc="-56" dirty="0">
                <a:latin typeface="+mn-lt"/>
              </a:rPr>
              <a:t>mean</a:t>
            </a:r>
            <a:r>
              <a:rPr lang="en-US" sz="1800" dirty="0">
                <a:latin typeface="+mn-lt"/>
              </a:rPr>
              <a:t> </a:t>
            </a:r>
            <a:r>
              <a:rPr lang="en-US" sz="1800" spc="-14" dirty="0">
                <a:latin typeface="+mn-lt"/>
              </a:rPr>
              <a:t>that</a:t>
            </a:r>
            <a:r>
              <a:rPr lang="en-US" sz="1800" dirty="0">
                <a:latin typeface="+mn-lt"/>
              </a:rPr>
              <a:t> </a:t>
            </a:r>
            <a:r>
              <a:rPr lang="en-US" sz="1800" spc="-25" dirty="0">
                <a:latin typeface="+mn-lt"/>
              </a:rPr>
              <a:t>we </a:t>
            </a:r>
            <a:r>
              <a:rPr lang="en-US" sz="1800" spc="-654" dirty="0">
                <a:latin typeface="+mn-lt"/>
              </a:rPr>
              <a:t> </a:t>
            </a:r>
            <a:r>
              <a:rPr lang="en-US" sz="1800" spc="-4" dirty="0">
                <a:latin typeface="+mn-lt"/>
              </a:rPr>
              <a:t>add</a:t>
            </a:r>
            <a:r>
              <a:rPr lang="en-US" sz="1800" dirty="0">
                <a:latin typeface="+mn-lt"/>
              </a:rPr>
              <a:t> </a:t>
            </a:r>
            <a:r>
              <a:rPr lang="en-US" sz="1800" spc="-32" dirty="0">
                <a:latin typeface="+mn-lt"/>
              </a:rPr>
              <a:t>the</a:t>
            </a:r>
            <a:r>
              <a:rPr lang="en-US" sz="1800" dirty="0">
                <a:latin typeface="+mn-lt"/>
              </a:rPr>
              <a:t> </a:t>
            </a:r>
            <a:r>
              <a:rPr lang="en-US" sz="1800" spc="-21" dirty="0">
                <a:latin typeface="+mn-lt"/>
              </a:rPr>
              <a:t>input</a:t>
            </a:r>
            <a:r>
              <a:rPr lang="en-US" sz="1800" dirty="0">
                <a:latin typeface="+mn-lt"/>
              </a:rPr>
              <a:t> </a:t>
            </a:r>
            <a:r>
              <a:rPr lang="en-US" sz="1800" spc="21" dirty="0">
                <a:latin typeface="+mn-lt"/>
              </a:rPr>
              <a:t>to</a:t>
            </a:r>
            <a:r>
              <a:rPr lang="en-US" sz="1800" dirty="0">
                <a:latin typeface="+mn-lt"/>
              </a:rPr>
              <a:t> </a:t>
            </a:r>
            <a:r>
              <a:rPr lang="en-US" sz="1800" spc="-91" dirty="0">
                <a:latin typeface="+mn-lt"/>
              </a:rPr>
              <a:t>a</a:t>
            </a:r>
            <a:r>
              <a:rPr lang="en-US" sz="1800" dirty="0">
                <a:latin typeface="+mn-lt"/>
              </a:rPr>
              <a:t> </a:t>
            </a:r>
            <a:r>
              <a:rPr lang="en-US" sz="1800" spc="-39" dirty="0">
                <a:latin typeface="+mn-lt"/>
              </a:rPr>
              <a:t>particular</a:t>
            </a:r>
            <a:r>
              <a:rPr lang="en-US" sz="1800" dirty="0">
                <a:latin typeface="+mn-lt"/>
              </a:rPr>
              <a:t> </a:t>
            </a:r>
            <a:r>
              <a:rPr lang="en-US" sz="1800" spc="-4" dirty="0">
                <a:latin typeface="+mn-lt"/>
              </a:rPr>
              <a:t>block</a:t>
            </a:r>
            <a:r>
              <a:rPr lang="en-US" sz="1800" spc="4" dirty="0">
                <a:latin typeface="+mn-lt"/>
              </a:rPr>
              <a:t> </a:t>
            </a:r>
            <a:r>
              <a:rPr lang="en-US" sz="1800" spc="21" dirty="0">
                <a:latin typeface="+mn-lt"/>
              </a:rPr>
              <a:t>to</a:t>
            </a:r>
            <a:r>
              <a:rPr lang="en-US" sz="1800" dirty="0">
                <a:latin typeface="+mn-lt"/>
              </a:rPr>
              <a:t> </a:t>
            </a:r>
            <a:r>
              <a:rPr lang="en-US" sz="1800" spc="-32" dirty="0">
                <a:latin typeface="+mn-lt"/>
              </a:rPr>
              <a:t>its </a:t>
            </a:r>
            <a:r>
              <a:rPr lang="en-US" sz="1800" spc="-28" dirty="0">
                <a:latin typeface="+mn-lt"/>
              </a:rPr>
              <a:t> </a:t>
            </a:r>
            <a:r>
              <a:rPr lang="en-US" sz="1800" spc="4" dirty="0">
                <a:latin typeface="+mn-lt"/>
              </a:rPr>
              <a:t>output,</a:t>
            </a:r>
            <a:r>
              <a:rPr lang="en-US" sz="1800" spc="-4" dirty="0">
                <a:latin typeface="+mn-lt"/>
              </a:rPr>
              <a:t> </a:t>
            </a:r>
            <a:r>
              <a:rPr lang="en-US" sz="1800" spc="-46" dirty="0">
                <a:latin typeface="+mn-lt"/>
              </a:rPr>
              <a:t>help</a:t>
            </a:r>
            <a:r>
              <a:rPr lang="en-US" sz="1800" dirty="0">
                <a:latin typeface="+mn-lt"/>
              </a:rPr>
              <a:t> </a:t>
            </a:r>
            <a:r>
              <a:rPr lang="en-US" sz="1800" spc="-46" dirty="0">
                <a:latin typeface="+mn-lt"/>
              </a:rPr>
              <a:t>improve</a:t>
            </a:r>
            <a:r>
              <a:rPr lang="en-US" sz="1800" spc="-4" dirty="0">
                <a:latin typeface="+mn-lt"/>
              </a:rPr>
              <a:t> </a:t>
            </a:r>
            <a:r>
              <a:rPr lang="en-US" sz="1800" spc="-35" dirty="0">
                <a:latin typeface="+mn-lt"/>
              </a:rPr>
              <a:t>gradient</a:t>
            </a:r>
            <a:r>
              <a:rPr lang="en-US" sz="1800" dirty="0">
                <a:latin typeface="+mn-lt"/>
              </a:rPr>
              <a:t> </a:t>
            </a:r>
            <a:r>
              <a:rPr lang="en-US" sz="1800" spc="-25" dirty="0">
                <a:latin typeface="+mn-lt"/>
              </a:rPr>
              <a:t>flow</a:t>
            </a:r>
            <a:endParaRPr lang="en-US" sz="1800" dirty="0">
              <a:latin typeface="+mn-lt"/>
              <a:cs typeface="Arial" panose="020B0604020202020204"/>
            </a:endParaRPr>
          </a:p>
        </p:txBody>
      </p:sp>
      <p:cxnSp>
        <p:nvCxnSpPr>
          <p:cNvPr id="11" name="Straight Arrow Connector 10"/>
          <p:cNvCxnSpPr/>
          <p:nvPr/>
        </p:nvCxnSpPr>
        <p:spPr>
          <a:xfrm flipV="1">
            <a:off x="3530687" y="2969342"/>
            <a:ext cx="875072" cy="148032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3549347" y="4100052"/>
            <a:ext cx="855407" cy="34961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3"/>
          <p:cNvSpPr txBox="1"/>
          <p:nvPr/>
        </p:nvSpPr>
        <p:spPr bwMode="auto">
          <a:xfrm>
            <a:off x="64060" y="2302418"/>
            <a:ext cx="3424288" cy="1115209"/>
          </a:xfrm>
          <a:prstGeom prst="rect">
            <a:avLst/>
          </a:prstGeom>
          <a:solidFill>
            <a:schemeClr val="accent1">
              <a:lumMod val="20000"/>
              <a:lumOff val="80000"/>
            </a:schemeClr>
          </a:solidFill>
          <a:ln w="19050">
            <a:solidFill>
              <a:srgbClr val="C00000"/>
            </a:solidFill>
          </a:ln>
        </p:spPr>
        <p:txBody>
          <a:bodyPr vert="horz" wrap="square" lIns="0" tIns="7144" rIns="0" bIns="0" numCol="1" rtlCol="0" anchor="b" anchorCtr="0" compatLnSpc="1">
            <a:spAutoFit/>
          </a:bodyPr>
          <a:lstStyle>
            <a:lvl1pPr algn="l" rtl="0" eaLnBrk="0" fontAlgn="base" hangingPunct="0">
              <a:lnSpc>
                <a:spcPct val="90000"/>
              </a:lnSpc>
              <a:spcBef>
                <a:spcPct val="0"/>
              </a:spcBef>
              <a:spcAft>
                <a:spcPct val="0"/>
              </a:spcAft>
              <a:defRPr sz="4000" kern="1200">
                <a:solidFill>
                  <a:schemeClr val="accent1"/>
                </a:solidFill>
                <a:latin typeface="+mj-lt"/>
                <a:ea typeface="+mj-ea"/>
                <a:cs typeface="+mj-cs"/>
              </a:defRPr>
            </a:lvl1pPr>
            <a:lvl2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2pPr>
            <a:lvl3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3pPr>
            <a:lvl4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4pPr>
            <a:lvl5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5pPr>
            <a:lvl6pPr marL="457200" algn="l" rtl="0" fontAlgn="base">
              <a:lnSpc>
                <a:spcPct val="90000"/>
              </a:lnSpc>
              <a:spcBef>
                <a:spcPct val="0"/>
              </a:spcBef>
              <a:spcAft>
                <a:spcPct val="0"/>
              </a:spcAft>
              <a:defRPr sz="4000">
                <a:solidFill>
                  <a:schemeClr val="accent1"/>
                </a:solidFill>
                <a:latin typeface="Aptos Display" panose="020B0004020202020204" pitchFamily="34" charset="0"/>
              </a:defRPr>
            </a:lvl6pPr>
            <a:lvl7pPr marL="914400" algn="l" rtl="0" fontAlgn="base">
              <a:lnSpc>
                <a:spcPct val="90000"/>
              </a:lnSpc>
              <a:spcBef>
                <a:spcPct val="0"/>
              </a:spcBef>
              <a:spcAft>
                <a:spcPct val="0"/>
              </a:spcAft>
              <a:defRPr sz="4000">
                <a:solidFill>
                  <a:schemeClr val="accent1"/>
                </a:solidFill>
                <a:latin typeface="Aptos Display" panose="020B0004020202020204" pitchFamily="34" charset="0"/>
              </a:defRPr>
            </a:lvl7pPr>
            <a:lvl8pPr marL="1371600" algn="l" rtl="0" fontAlgn="base">
              <a:lnSpc>
                <a:spcPct val="90000"/>
              </a:lnSpc>
              <a:spcBef>
                <a:spcPct val="0"/>
              </a:spcBef>
              <a:spcAft>
                <a:spcPct val="0"/>
              </a:spcAft>
              <a:defRPr sz="4000">
                <a:solidFill>
                  <a:schemeClr val="accent1"/>
                </a:solidFill>
                <a:latin typeface="Aptos Display" panose="020B0004020202020204" pitchFamily="34" charset="0"/>
              </a:defRPr>
            </a:lvl8pPr>
            <a:lvl9pPr marL="1828800" algn="l" rtl="0" fontAlgn="base">
              <a:lnSpc>
                <a:spcPct val="90000"/>
              </a:lnSpc>
              <a:spcBef>
                <a:spcPct val="0"/>
              </a:spcBef>
              <a:spcAft>
                <a:spcPct val="0"/>
              </a:spcAft>
              <a:defRPr sz="4000">
                <a:solidFill>
                  <a:schemeClr val="accent1"/>
                </a:solidFill>
                <a:latin typeface="Aptos Display" panose="020B0004020202020204" pitchFamily="34" charset="0"/>
              </a:defRPr>
            </a:lvl9pPr>
          </a:lstStyle>
          <a:p>
            <a:pPr marL="8255" marR="3810" algn="ctr">
              <a:lnSpc>
                <a:spcPct val="100000"/>
              </a:lnSpc>
              <a:spcBef>
                <a:spcPts val="55"/>
              </a:spcBef>
            </a:pPr>
            <a:r>
              <a:rPr lang="en-US" sz="1800" spc="-91" dirty="0"/>
              <a:t>A</a:t>
            </a:r>
            <a:r>
              <a:rPr lang="en-US" sz="1800" spc="-4" dirty="0"/>
              <a:t> </a:t>
            </a:r>
            <a:r>
              <a:rPr lang="en-US" sz="1800" b="1" spc="-25" dirty="0"/>
              <a:t>feed-forward</a:t>
            </a:r>
            <a:r>
              <a:rPr lang="en-US" sz="1800" b="1" spc="-4" dirty="0"/>
              <a:t> </a:t>
            </a:r>
            <a:r>
              <a:rPr lang="en-US" sz="1800" b="1" spc="-80" dirty="0"/>
              <a:t>layer</a:t>
            </a:r>
            <a:r>
              <a:rPr lang="en-US" sz="1800" spc="-4" dirty="0"/>
              <a:t> </a:t>
            </a:r>
            <a:r>
              <a:rPr lang="en-US" sz="1800" spc="-25" dirty="0"/>
              <a:t>on</a:t>
            </a:r>
            <a:r>
              <a:rPr lang="en-US" sz="1800" spc="-4" dirty="0"/>
              <a:t> </a:t>
            </a:r>
            <a:r>
              <a:rPr lang="en-US" sz="1800" spc="28" dirty="0"/>
              <a:t>top</a:t>
            </a:r>
            <a:r>
              <a:rPr lang="en-US" sz="1800" spc="-4" dirty="0"/>
              <a:t> </a:t>
            </a:r>
            <a:r>
              <a:rPr lang="en-US" sz="1800" spc="-25" dirty="0"/>
              <a:t>of</a:t>
            </a:r>
            <a:r>
              <a:rPr lang="en-US" sz="1800" spc="-4" dirty="0"/>
              <a:t> </a:t>
            </a:r>
            <a:r>
              <a:rPr lang="en-US" sz="1800" spc="-32" dirty="0"/>
              <a:t>the</a:t>
            </a:r>
            <a:r>
              <a:rPr lang="en-US" sz="1800" spc="-4" dirty="0"/>
              <a:t> </a:t>
            </a:r>
            <a:r>
              <a:rPr lang="en-US" sz="1800" spc="-14" dirty="0"/>
              <a:t>attention- </a:t>
            </a:r>
            <a:r>
              <a:rPr lang="en-US" sz="1800" spc="-654" dirty="0"/>
              <a:t> </a:t>
            </a:r>
            <a:r>
              <a:rPr lang="en-US" sz="1800" spc="-25" dirty="0"/>
              <a:t>weighted</a:t>
            </a:r>
            <a:r>
              <a:rPr lang="en-US" sz="1800" spc="-4" dirty="0"/>
              <a:t> </a:t>
            </a:r>
            <a:r>
              <a:rPr lang="en-US" sz="1800" spc="-56" dirty="0"/>
              <a:t>averaged</a:t>
            </a:r>
            <a:r>
              <a:rPr lang="en-US" sz="1800" spc="-4" dirty="0"/>
              <a:t> </a:t>
            </a:r>
            <a:r>
              <a:rPr lang="en-US" sz="1800" spc="-80" dirty="0"/>
              <a:t>value</a:t>
            </a:r>
            <a:r>
              <a:rPr lang="en-US" sz="1800" spc="-4" dirty="0"/>
              <a:t> </a:t>
            </a:r>
            <a:r>
              <a:rPr lang="en-US" sz="1800" spc="-28" dirty="0"/>
              <a:t>vectors</a:t>
            </a:r>
            <a:r>
              <a:rPr lang="en-US" sz="1800" spc="-4" dirty="0"/>
              <a:t> </a:t>
            </a:r>
            <a:r>
              <a:rPr lang="en-US" sz="1800" spc="-46" dirty="0"/>
              <a:t>allows</a:t>
            </a:r>
            <a:r>
              <a:rPr lang="en-US" sz="1800" dirty="0"/>
              <a:t> </a:t>
            </a:r>
            <a:r>
              <a:rPr lang="en-US" sz="1800" spc="-46" dirty="0"/>
              <a:t>us </a:t>
            </a:r>
            <a:r>
              <a:rPr lang="en-US" sz="1800" spc="-42" dirty="0"/>
              <a:t> </a:t>
            </a:r>
            <a:r>
              <a:rPr lang="en-US" sz="1800" spc="21" dirty="0"/>
              <a:t>to</a:t>
            </a:r>
            <a:r>
              <a:rPr lang="en-US" sz="1800" spc="-4" dirty="0"/>
              <a:t> add </a:t>
            </a:r>
            <a:r>
              <a:rPr lang="en-US" sz="1800" spc="-46" dirty="0"/>
              <a:t>more</a:t>
            </a:r>
            <a:r>
              <a:rPr lang="en-US" sz="1800" dirty="0"/>
              <a:t> </a:t>
            </a:r>
            <a:r>
              <a:rPr lang="en-US" sz="1800" spc="-42" dirty="0"/>
              <a:t>parameters</a:t>
            </a:r>
            <a:r>
              <a:rPr lang="en-US" sz="1800" spc="-4" dirty="0"/>
              <a:t> </a:t>
            </a:r>
            <a:r>
              <a:rPr lang="en-US" sz="1800" spc="130" dirty="0"/>
              <a:t>/</a:t>
            </a:r>
            <a:r>
              <a:rPr lang="en-US" sz="1800" dirty="0"/>
              <a:t> </a:t>
            </a:r>
            <a:r>
              <a:rPr lang="en-US" sz="1800" spc="-56" dirty="0"/>
              <a:t>nonlinearity</a:t>
            </a:r>
            <a:endParaRPr lang="en-US" sz="1800" dirty="0">
              <a:latin typeface="+mn-lt"/>
              <a:cs typeface="Arial" panose="020B0604020202020204"/>
            </a:endParaRPr>
          </a:p>
        </p:txBody>
      </p:sp>
      <p:sp>
        <p:nvSpPr>
          <p:cNvPr id="13" name="Google Shape;362;p30"/>
          <p:cNvSpPr txBox="1"/>
          <p:nvPr/>
        </p:nvSpPr>
        <p:spPr bwMode="auto">
          <a:xfrm>
            <a:off x="110800" y="85367"/>
            <a:ext cx="5523084" cy="1871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121900" tIns="121900" rIns="121900" bIns="121900" numCol="1" anchor="t" anchorCtr="0" compatLnSpc="1">
            <a:normAutofit fontScale="97500"/>
          </a:bodyPr>
          <a:lstStyle>
            <a:lvl1pPr algn="l" rtl="0" eaLnBrk="0" fontAlgn="base" hangingPunct="0">
              <a:lnSpc>
                <a:spcPct val="90000"/>
              </a:lnSpc>
              <a:spcBef>
                <a:spcPct val="0"/>
              </a:spcBef>
              <a:spcAft>
                <a:spcPct val="0"/>
              </a:spcAft>
              <a:defRPr sz="4000" kern="1200">
                <a:solidFill>
                  <a:schemeClr val="accent1"/>
                </a:solidFill>
                <a:latin typeface="+mj-lt"/>
                <a:ea typeface="+mj-ea"/>
                <a:cs typeface="+mj-cs"/>
              </a:defRPr>
            </a:lvl1pPr>
            <a:lvl2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2pPr>
            <a:lvl3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3pPr>
            <a:lvl4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4pPr>
            <a:lvl5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5pPr>
            <a:lvl6pPr marL="457200" algn="l" rtl="0" fontAlgn="base">
              <a:lnSpc>
                <a:spcPct val="90000"/>
              </a:lnSpc>
              <a:spcBef>
                <a:spcPct val="0"/>
              </a:spcBef>
              <a:spcAft>
                <a:spcPct val="0"/>
              </a:spcAft>
              <a:defRPr sz="4000">
                <a:solidFill>
                  <a:schemeClr val="accent1"/>
                </a:solidFill>
                <a:latin typeface="Aptos Display" panose="020B0004020202020204" pitchFamily="34" charset="0"/>
              </a:defRPr>
            </a:lvl6pPr>
            <a:lvl7pPr marL="914400" algn="l" rtl="0" fontAlgn="base">
              <a:lnSpc>
                <a:spcPct val="90000"/>
              </a:lnSpc>
              <a:spcBef>
                <a:spcPct val="0"/>
              </a:spcBef>
              <a:spcAft>
                <a:spcPct val="0"/>
              </a:spcAft>
              <a:defRPr sz="4000">
                <a:solidFill>
                  <a:schemeClr val="accent1"/>
                </a:solidFill>
                <a:latin typeface="Aptos Display" panose="020B0004020202020204" pitchFamily="34" charset="0"/>
              </a:defRPr>
            </a:lvl7pPr>
            <a:lvl8pPr marL="1371600" algn="l" rtl="0" fontAlgn="base">
              <a:lnSpc>
                <a:spcPct val="90000"/>
              </a:lnSpc>
              <a:spcBef>
                <a:spcPct val="0"/>
              </a:spcBef>
              <a:spcAft>
                <a:spcPct val="0"/>
              </a:spcAft>
              <a:defRPr sz="4000">
                <a:solidFill>
                  <a:schemeClr val="accent1"/>
                </a:solidFill>
                <a:latin typeface="Aptos Display" panose="020B0004020202020204" pitchFamily="34" charset="0"/>
              </a:defRPr>
            </a:lvl8pPr>
            <a:lvl9pPr marL="1828800" algn="l" rtl="0" fontAlgn="base">
              <a:lnSpc>
                <a:spcPct val="90000"/>
              </a:lnSpc>
              <a:spcBef>
                <a:spcPct val="0"/>
              </a:spcBef>
              <a:spcAft>
                <a:spcPct val="0"/>
              </a:spcAft>
              <a:defRPr sz="4000">
                <a:solidFill>
                  <a:schemeClr val="accent1"/>
                </a:solidFill>
                <a:latin typeface="Aptos Display" panose="020B0004020202020204" pitchFamily="34" charset="0"/>
              </a:defRPr>
            </a:lvl9pPr>
          </a:lstStyle>
          <a:p>
            <a:r>
              <a:rPr lang="en-IN" dirty="0">
                <a:solidFill>
                  <a:srgbClr val="C00000"/>
                </a:solidFill>
              </a:rPr>
              <a:t>Transformer </a:t>
            </a:r>
            <a:br>
              <a:rPr lang="en-IN" dirty="0">
                <a:solidFill>
                  <a:srgbClr val="C00000"/>
                </a:solidFill>
              </a:rPr>
            </a:br>
            <a:r>
              <a:rPr lang="en-IN" dirty="0">
                <a:solidFill>
                  <a:srgbClr val="C00000"/>
                </a:solidFill>
              </a:rPr>
              <a:t>Architecture</a:t>
            </a:r>
            <a:endParaRPr lang="en-IN" dirty="0">
              <a:solidFill>
                <a:srgbClr val="C00000"/>
              </a:solidFill>
            </a:endParaRPr>
          </a:p>
        </p:txBody>
      </p:sp>
      <p:pic>
        <p:nvPicPr>
          <p:cNvPr id="9" name="Google Shape;363;p30"/>
          <p:cNvPicPr preferRelativeResize="0"/>
          <p:nvPr/>
        </p:nvPicPr>
        <p:blipFill>
          <a:blip r:embed="rId1"/>
          <a:stretch>
            <a:fillRect/>
          </a:stretch>
        </p:blipFill>
        <p:spPr>
          <a:xfrm>
            <a:off x="3750800" y="0"/>
            <a:ext cx="4394800" cy="6111544"/>
          </a:xfrm>
          <a:prstGeom prst="rect">
            <a:avLst/>
          </a:prstGeom>
          <a:noFill/>
          <a:ln>
            <a:noFill/>
          </a:ln>
        </p:spPr>
      </p:pic>
      <p:cxnSp>
        <p:nvCxnSpPr>
          <p:cNvPr id="10" name="Straight Arrow Connector 9"/>
          <p:cNvCxnSpPr/>
          <p:nvPr/>
        </p:nvCxnSpPr>
        <p:spPr>
          <a:xfrm>
            <a:off x="3488348" y="2860023"/>
            <a:ext cx="1179872" cy="718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3"/>
          <p:cNvSpPr txBox="1"/>
          <p:nvPr/>
        </p:nvSpPr>
        <p:spPr bwMode="auto">
          <a:xfrm>
            <a:off x="160670" y="2921138"/>
            <a:ext cx="3424288" cy="1115209"/>
          </a:xfrm>
          <a:prstGeom prst="rect">
            <a:avLst/>
          </a:prstGeom>
          <a:solidFill>
            <a:schemeClr val="accent1">
              <a:lumMod val="20000"/>
              <a:lumOff val="80000"/>
            </a:schemeClr>
          </a:solidFill>
          <a:ln w="19050">
            <a:solidFill>
              <a:srgbClr val="C00000"/>
            </a:solidFill>
          </a:ln>
        </p:spPr>
        <p:txBody>
          <a:bodyPr vert="horz" wrap="square" lIns="0" tIns="7144" rIns="0" bIns="0" numCol="1" rtlCol="0" anchor="b" anchorCtr="0" compatLnSpc="1">
            <a:spAutoFit/>
          </a:bodyPr>
          <a:lstStyle>
            <a:lvl1pPr algn="l" rtl="0" eaLnBrk="0" fontAlgn="base" hangingPunct="0">
              <a:lnSpc>
                <a:spcPct val="90000"/>
              </a:lnSpc>
              <a:spcBef>
                <a:spcPct val="0"/>
              </a:spcBef>
              <a:spcAft>
                <a:spcPct val="0"/>
              </a:spcAft>
              <a:defRPr sz="4000" kern="1200">
                <a:solidFill>
                  <a:schemeClr val="accent1"/>
                </a:solidFill>
                <a:latin typeface="+mj-lt"/>
                <a:ea typeface="+mj-ea"/>
                <a:cs typeface="+mj-cs"/>
              </a:defRPr>
            </a:lvl1pPr>
            <a:lvl2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2pPr>
            <a:lvl3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3pPr>
            <a:lvl4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4pPr>
            <a:lvl5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5pPr>
            <a:lvl6pPr marL="457200" algn="l" rtl="0" fontAlgn="base">
              <a:lnSpc>
                <a:spcPct val="90000"/>
              </a:lnSpc>
              <a:spcBef>
                <a:spcPct val="0"/>
              </a:spcBef>
              <a:spcAft>
                <a:spcPct val="0"/>
              </a:spcAft>
              <a:defRPr sz="4000">
                <a:solidFill>
                  <a:schemeClr val="accent1"/>
                </a:solidFill>
                <a:latin typeface="Aptos Display" panose="020B0004020202020204" pitchFamily="34" charset="0"/>
              </a:defRPr>
            </a:lvl6pPr>
            <a:lvl7pPr marL="914400" algn="l" rtl="0" fontAlgn="base">
              <a:lnSpc>
                <a:spcPct val="90000"/>
              </a:lnSpc>
              <a:spcBef>
                <a:spcPct val="0"/>
              </a:spcBef>
              <a:spcAft>
                <a:spcPct val="0"/>
              </a:spcAft>
              <a:defRPr sz="4000">
                <a:solidFill>
                  <a:schemeClr val="accent1"/>
                </a:solidFill>
                <a:latin typeface="Aptos Display" panose="020B0004020202020204" pitchFamily="34" charset="0"/>
              </a:defRPr>
            </a:lvl7pPr>
            <a:lvl8pPr marL="1371600" algn="l" rtl="0" fontAlgn="base">
              <a:lnSpc>
                <a:spcPct val="90000"/>
              </a:lnSpc>
              <a:spcBef>
                <a:spcPct val="0"/>
              </a:spcBef>
              <a:spcAft>
                <a:spcPct val="0"/>
              </a:spcAft>
              <a:defRPr sz="4000">
                <a:solidFill>
                  <a:schemeClr val="accent1"/>
                </a:solidFill>
                <a:latin typeface="Aptos Display" panose="020B0004020202020204" pitchFamily="34" charset="0"/>
              </a:defRPr>
            </a:lvl8pPr>
            <a:lvl9pPr marL="1828800" algn="l" rtl="0" fontAlgn="base">
              <a:lnSpc>
                <a:spcPct val="90000"/>
              </a:lnSpc>
              <a:spcBef>
                <a:spcPct val="0"/>
              </a:spcBef>
              <a:spcAft>
                <a:spcPct val="0"/>
              </a:spcAft>
              <a:defRPr sz="4000">
                <a:solidFill>
                  <a:schemeClr val="accent1"/>
                </a:solidFill>
                <a:latin typeface="Aptos Display" panose="020B0004020202020204" pitchFamily="34" charset="0"/>
              </a:defRPr>
            </a:lvl9pPr>
          </a:lstStyle>
          <a:p>
            <a:pPr marL="8255" marR="3810" algn="ctr">
              <a:lnSpc>
                <a:spcPct val="100000"/>
              </a:lnSpc>
              <a:spcBef>
                <a:spcPts val="55"/>
              </a:spcBef>
            </a:pPr>
            <a:r>
              <a:rPr lang="en-US" sz="1800" spc="-112" dirty="0">
                <a:latin typeface="+mn-lt"/>
              </a:rPr>
              <a:t>We</a:t>
            </a:r>
            <a:r>
              <a:rPr lang="en-US" sz="1800" spc="-4" dirty="0">
                <a:latin typeface="+mn-lt"/>
              </a:rPr>
              <a:t> </a:t>
            </a:r>
            <a:r>
              <a:rPr lang="en-US" sz="1800" spc="-11" dirty="0">
                <a:latin typeface="+mn-lt"/>
              </a:rPr>
              <a:t>stack</a:t>
            </a:r>
            <a:r>
              <a:rPr lang="en-US" sz="1800" spc="-4" dirty="0">
                <a:latin typeface="+mn-lt"/>
              </a:rPr>
              <a:t> </a:t>
            </a:r>
            <a:r>
              <a:rPr lang="en-US" sz="1800" spc="-70" dirty="0">
                <a:latin typeface="+mn-lt"/>
              </a:rPr>
              <a:t>as</a:t>
            </a:r>
            <a:r>
              <a:rPr lang="en-US" sz="1800" spc="-4" dirty="0">
                <a:latin typeface="+mn-lt"/>
              </a:rPr>
              <a:t> </a:t>
            </a:r>
            <a:r>
              <a:rPr lang="en-US" sz="1800" spc="-56" dirty="0">
                <a:latin typeface="+mn-lt"/>
              </a:rPr>
              <a:t>many</a:t>
            </a:r>
            <a:r>
              <a:rPr lang="en-US" sz="1800" dirty="0">
                <a:latin typeface="+mn-lt"/>
              </a:rPr>
              <a:t> </a:t>
            </a:r>
            <a:r>
              <a:rPr lang="en-US" sz="1800" spc="-25" dirty="0">
                <a:latin typeface="+mn-lt"/>
              </a:rPr>
              <a:t>of</a:t>
            </a:r>
            <a:r>
              <a:rPr lang="en-US" sz="1800" spc="-4" dirty="0">
                <a:latin typeface="+mn-lt"/>
              </a:rPr>
              <a:t> </a:t>
            </a:r>
            <a:r>
              <a:rPr lang="en-US" sz="1800" spc="-46" dirty="0">
                <a:latin typeface="+mn-lt"/>
              </a:rPr>
              <a:t>these </a:t>
            </a:r>
            <a:r>
              <a:rPr lang="en-US" sz="1800" spc="-42" dirty="0">
                <a:latin typeface="+mn-lt"/>
              </a:rPr>
              <a:t> </a:t>
            </a:r>
            <a:r>
              <a:rPr lang="en-US" sz="1800" b="1" i="1" spc="-74" dirty="0">
                <a:latin typeface="+mn-lt"/>
                <a:cs typeface="Arial" panose="020B0604020202020204"/>
              </a:rPr>
              <a:t>Transformer</a:t>
            </a:r>
            <a:r>
              <a:rPr lang="en-US" sz="1800" b="1" i="1" spc="-4" dirty="0">
                <a:latin typeface="+mn-lt"/>
                <a:cs typeface="Arial" panose="020B0604020202020204"/>
              </a:rPr>
              <a:t> </a:t>
            </a:r>
            <a:r>
              <a:rPr lang="en-US" sz="1800" b="1" spc="-11" dirty="0">
                <a:latin typeface="+mn-lt"/>
              </a:rPr>
              <a:t>blocks</a:t>
            </a:r>
            <a:r>
              <a:rPr lang="en-US" sz="1800" spc="-4" dirty="0">
                <a:latin typeface="+mn-lt"/>
              </a:rPr>
              <a:t> </a:t>
            </a:r>
            <a:r>
              <a:rPr lang="en-US" sz="1800" spc="-25" dirty="0">
                <a:latin typeface="+mn-lt"/>
              </a:rPr>
              <a:t>on</a:t>
            </a:r>
            <a:r>
              <a:rPr lang="en-US" sz="1800" spc="-4" dirty="0">
                <a:latin typeface="+mn-lt"/>
              </a:rPr>
              <a:t> </a:t>
            </a:r>
            <a:r>
              <a:rPr lang="en-US" sz="1800" spc="28" dirty="0">
                <a:latin typeface="+mn-lt"/>
              </a:rPr>
              <a:t>top</a:t>
            </a:r>
            <a:r>
              <a:rPr lang="en-US" sz="1800" spc="-4" dirty="0">
                <a:latin typeface="+mn-lt"/>
              </a:rPr>
              <a:t> </a:t>
            </a:r>
            <a:r>
              <a:rPr lang="en-US" sz="1800" spc="-25" dirty="0">
                <a:latin typeface="+mn-lt"/>
              </a:rPr>
              <a:t>of</a:t>
            </a:r>
            <a:r>
              <a:rPr lang="en-US" sz="1800" spc="-4" dirty="0">
                <a:latin typeface="+mn-lt"/>
              </a:rPr>
              <a:t> </a:t>
            </a:r>
            <a:r>
              <a:rPr lang="en-US" sz="1800" spc="-46" dirty="0">
                <a:latin typeface="+mn-lt"/>
              </a:rPr>
              <a:t>each </a:t>
            </a:r>
            <a:r>
              <a:rPr lang="en-US" sz="1800" spc="-42" dirty="0">
                <a:latin typeface="+mn-lt"/>
              </a:rPr>
              <a:t> </a:t>
            </a:r>
            <a:r>
              <a:rPr lang="en-US" sz="1800" spc="-28" dirty="0">
                <a:latin typeface="+mn-lt"/>
              </a:rPr>
              <a:t>other</a:t>
            </a:r>
            <a:r>
              <a:rPr lang="en-US" sz="1800" spc="-4" dirty="0">
                <a:latin typeface="+mn-lt"/>
              </a:rPr>
              <a:t> </a:t>
            </a:r>
            <a:r>
              <a:rPr lang="en-US" sz="1800" spc="-70" dirty="0">
                <a:latin typeface="+mn-lt"/>
              </a:rPr>
              <a:t>as</a:t>
            </a:r>
            <a:r>
              <a:rPr lang="en-US" sz="1800" dirty="0">
                <a:latin typeface="+mn-lt"/>
              </a:rPr>
              <a:t> </a:t>
            </a:r>
            <a:r>
              <a:rPr lang="en-US" sz="1800" spc="-25" dirty="0">
                <a:latin typeface="+mn-lt"/>
              </a:rPr>
              <a:t>we</a:t>
            </a:r>
            <a:r>
              <a:rPr lang="en-US" sz="1800" spc="-4" dirty="0">
                <a:latin typeface="+mn-lt"/>
              </a:rPr>
              <a:t> </a:t>
            </a:r>
            <a:r>
              <a:rPr lang="en-US" sz="1800" spc="-32" dirty="0">
                <a:latin typeface="+mn-lt"/>
              </a:rPr>
              <a:t>can</a:t>
            </a:r>
            <a:r>
              <a:rPr lang="en-US" sz="1800" dirty="0">
                <a:latin typeface="+mn-lt"/>
              </a:rPr>
              <a:t> </a:t>
            </a:r>
            <a:r>
              <a:rPr lang="en-US" sz="1800" spc="-60" dirty="0">
                <a:latin typeface="+mn-lt"/>
              </a:rPr>
              <a:t>(bigger</a:t>
            </a:r>
            <a:r>
              <a:rPr lang="en-US" sz="1800" spc="-4" dirty="0">
                <a:latin typeface="+mn-lt"/>
              </a:rPr>
              <a:t> </a:t>
            </a:r>
            <a:r>
              <a:rPr lang="en-US" sz="1800" spc="-32" dirty="0">
                <a:latin typeface="+mn-lt"/>
              </a:rPr>
              <a:t>models</a:t>
            </a:r>
            <a:r>
              <a:rPr lang="en-US" sz="1800" dirty="0">
                <a:latin typeface="+mn-lt"/>
              </a:rPr>
              <a:t> </a:t>
            </a:r>
            <a:r>
              <a:rPr lang="en-US" sz="1800" spc="-91" dirty="0">
                <a:latin typeface="+mn-lt"/>
              </a:rPr>
              <a:t>are </a:t>
            </a:r>
            <a:r>
              <a:rPr lang="en-US" sz="1800" spc="-654" dirty="0">
                <a:latin typeface="+mn-lt"/>
              </a:rPr>
              <a:t> </a:t>
            </a:r>
            <a:r>
              <a:rPr lang="en-US" sz="1800" spc="-70" dirty="0">
                <a:latin typeface="+mn-lt"/>
              </a:rPr>
              <a:t>generally</a:t>
            </a:r>
            <a:r>
              <a:rPr lang="en-US" sz="1800" spc="-11" dirty="0">
                <a:latin typeface="+mn-lt"/>
              </a:rPr>
              <a:t> </a:t>
            </a:r>
            <a:r>
              <a:rPr lang="en-US" sz="1800" spc="-18" dirty="0">
                <a:latin typeface="+mn-lt"/>
              </a:rPr>
              <a:t>better</a:t>
            </a:r>
            <a:r>
              <a:rPr lang="en-US" sz="1800" spc="-7" dirty="0">
                <a:latin typeface="+mn-lt"/>
              </a:rPr>
              <a:t> </a:t>
            </a:r>
            <a:r>
              <a:rPr lang="en-US" sz="1800" spc="-63" dirty="0">
                <a:latin typeface="+mn-lt"/>
              </a:rPr>
              <a:t>given</a:t>
            </a:r>
            <a:r>
              <a:rPr lang="en-US" sz="1800" spc="-11" dirty="0">
                <a:latin typeface="+mn-lt"/>
              </a:rPr>
              <a:t> </a:t>
            </a:r>
            <a:r>
              <a:rPr lang="en-US" sz="1800" spc="-39" dirty="0">
                <a:latin typeface="+mn-lt"/>
              </a:rPr>
              <a:t>enough</a:t>
            </a:r>
            <a:r>
              <a:rPr lang="en-US" sz="1800" spc="-7" dirty="0">
                <a:latin typeface="+mn-lt"/>
              </a:rPr>
              <a:t> </a:t>
            </a:r>
            <a:r>
              <a:rPr lang="en-US" sz="1800" spc="-67" dirty="0">
                <a:latin typeface="+mn-lt"/>
              </a:rPr>
              <a:t>data!)</a:t>
            </a:r>
            <a:endParaRPr lang="en-US" sz="1800" dirty="0">
              <a:latin typeface="+mn-lt"/>
              <a:cs typeface="Arial" panose="020B0604020202020204"/>
            </a:endParaRPr>
          </a:p>
        </p:txBody>
      </p:sp>
      <p:sp>
        <p:nvSpPr>
          <p:cNvPr id="12" name="Google Shape;362;p30"/>
          <p:cNvSpPr txBox="1"/>
          <p:nvPr/>
        </p:nvSpPr>
        <p:spPr bwMode="auto">
          <a:xfrm>
            <a:off x="110800" y="85367"/>
            <a:ext cx="5523084" cy="1871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121900" tIns="121900" rIns="121900" bIns="121900" numCol="1" anchor="t" anchorCtr="0" compatLnSpc="1">
            <a:normAutofit fontScale="97500"/>
          </a:bodyPr>
          <a:lstStyle>
            <a:lvl1pPr algn="l" rtl="0" eaLnBrk="0" fontAlgn="base" hangingPunct="0">
              <a:lnSpc>
                <a:spcPct val="90000"/>
              </a:lnSpc>
              <a:spcBef>
                <a:spcPct val="0"/>
              </a:spcBef>
              <a:spcAft>
                <a:spcPct val="0"/>
              </a:spcAft>
              <a:defRPr sz="4000" kern="1200">
                <a:solidFill>
                  <a:schemeClr val="accent1"/>
                </a:solidFill>
                <a:latin typeface="+mj-lt"/>
                <a:ea typeface="+mj-ea"/>
                <a:cs typeface="+mj-cs"/>
              </a:defRPr>
            </a:lvl1pPr>
            <a:lvl2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2pPr>
            <a:lvl3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3pPr>
            <a:lvl4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4pPr>
            <a:lvl5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5pPr>
            <a:lvl6pPr marL="457200" algn="l" rtl="0" fontAlgn="base">
              <a:lnSpc>
                <a:spcPct val="90000"/>
              </a:lnSpc>
              <a:spcBef>
                <a:spcPct val="0"/>
              </a:spcBef>
              <a:spcAft>
                <a:spcPct val="0"/>
              </a:spcAft>
              <a:defRPr sz="4000">
                <a:solidFill>
                  <a:schemeClr val="accent1"/>
                </a:solidFill>
                <a:latin typeface="Aptos Display" panose="020B0004020202020204" pitchFamily="34" charset="0"/>
              </a:defRPr>
            </a:lvl6pPr>
            <a:lvl7pPr marL="914400" algn="l" rtl="0" fontAlgn="base">
              <a:lnSpc>
                <a:spcPct val="90000"/>
              </a:lnSpc>
              <a:spcBef>
                <a:spcPct val="0"/>
              </a:spcBef>
              <a:spcAft>
                <a:spcPct val="0"/>
              </a:spcAft>
              <a:defRPr sz="4000">
                <a:solidFill>
                  <a:schemeClr val="accent1"/>
                </a:solidFill>
                <a:latin typeface="Aptos Display" panose="020B0004020202020204" pitchFamily="34" charset="0"/>
              </a:defRPr>
            </a:lvl7pPr>
            <a:lvl8pPr marL="1371600" algn="l" rtl="0" fontAlgn="base">
              <a:lnSpc>
                <a:spcPct val="90000"/>
              </a:lnSpc>
              <a:spcBef>
                <a:spcPct val="0"/>
              </a:spcBef>
              <a:spcAft>
                <a:spcPct val="0"/>
              </a:spcAft>
              <a:defRPr sz="4000">
                <a:solidFill>
                  <a:schemeClr val="accent1"/>
                </a:solidFill>
                <a:latin typeface="Aptos Display" panose="020B0004020202020204" pitchFamily="34" charset="0"/>
              </a:defRPr>
            </a:lvl8pPr>
            <a:lvl9pPr marL="1828800" algn="l" rtl="0" fontAlgn="base">
              <a:lnSpc>
                <a:spcPct val="90000"/>
              </a:lnSpc>
              <a:spcBef>
                <a:spcPct val="0"/>
              </a:spcBef>
              <a:spcAft>
                <a:spcPct val="0"/>
              </a:spcAft>
              <a:defRPr sz="4000">
                <a:solidFill>
                  <a:schemeClr val="accent1"/>
                </a:solidFill>
                <a:latin typeface="Aptos Display" panose="020B0004020202020204" pitchFamily="34" charset="0"/>
              </a:defRPr>
            </a:lvl9pPr>
          </a:lstStyle>
          <a:p>
            <a:r>
              <a:rPr lang="en-IN" dirty="0">
                <a:solidFill>
                  <a:srgbClr val="C00000"/>
                </a:solidFill>
              </a:rPr>
              <a:t>Transformer </a:t>
            </a:r>
            <a:br>
              <a:rPr lang="en-IN" dirty="0">
                <a:solidFill>
                  <a:srgbClr val="C00000"/>
                </a:solidFill>
              </a:rPr>
            </a:br>
            <a:r>
              <a:rPr lang="en-IN" dirty="0">
                <a:solidFill>
                  <a:srgbClr val="C00000"/>
                </a:solidFill>
              </a:rPr>
              <a:t>Architecture</a:t>
            </a:r>
            <a:endParaRPr lang="en-IN" dirty="0">
              <a:solidFill>
                <a:srgbClr val="C00000"/>
              </a:solidFill>
            </a:endParaRPr>
          </a:p>
        </p:txBody>
      </p:sp>
      <p:pic>
        <p:nvPicPr>
          <p:cNvPr id="4" name="Google Shape;363;p30"/>
          <p:cNvPicPr preferRelativeResize="0"/>
          <p:nvPr/>
        </p:nvPicPr>
        <p:blipFill>
          <a:blip r:embed="rId1"/>
          <a:stretch>
            <a:fillRect/>
          </a:stretch>
        </p:blipFill>
        <p:spPr>
          <a:xfrm>
            <a:off x="3750800" y="0"/>
            <a:ext cx="4394800" cy="6111544"/>
          </a:xfrm>
          <a:prstGeom prst="rect">
            <a:avLst/>
          </a:prstGeom>
          <a:noFill/>
          <a:ln>
            <a:noFill/>
          </a:ln>
        </p:spPr>
      </p:pic>
      <p:cxnSp>
        <p:nvCxnSpPr>
          <p:cNvPr id="5" name="Straight Arrow Connector 4"/>
          <p:cNvCxnSpPr/>
          <p:nvPr/>
        </p:nvCxnSpPr>
        <p:spPr>
          <a:xfrm>
            <a:off x="3584958" y="3471559"/>
            <a:ext cx="35255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3"/>
          <p:cNvSpPr txBox="1"/>
          <p:nvPr/>
        </p:nvSpPr>
        <p:spPr bwMode="auto">
          <a:xfrm>
            <a:off x="8669389" y="3261854"/>
            <a:ext cx="3424288" cy="1115209"/>
          </a:xfrm>
          <a:prstGeom prst="rect">
            <a:avLst/>
          </a:prstGeom>
          <a:solidFill>
            <a:schemeClr val="accent1">
              <a:lumMod val="20000"/>
              <a:lumOff val="80000"/>
            </a:schemeClr>
          </a:solidFill>
          <a:ln w="19050">
            <a:solidFill>
              <a:srgbClr val="C00000"/>
            </a:solidFill>
          </a:ln>
        </p:spPr>
        <p:txBody>
          <a:bodyPr vert="horz" wrap="square" lIns="0" tIns="7144" rIns="0" bIns="0" numCol="1" rtlCol="0" anchor="b" anchorCtr="0" compatLnSpc="1">
            <a:spAutoFit/>
          </a:bodyPr>
          <a:lstStyle>
            <a:lvl1pPr algn="l" rtl="0" eaLnBrk="0" fontAlgn="base" hangingPunct="0">
              <a:lnSpc>
                <a:spcPct val="90000"/>
              </a:lnSpc>
              <a:spcBef>
                <a:spcPct val="0"/>
              </a:spcBef>
              <a:spcAft>
                <a:spcPct val="0"/>
              </a:spcAft>
              <a:defRPr sz="4000" kern="1200">
                <a:solidFill>
                  <a:schemeClr val="accent1"/>
                </a:solidFill>
                <a:latin typeface="+mj-lt"/>
                <a:ea typeface="+mj-ea"/>
                <a:cs typeface="+mj-cs"/>
              </a:defRPr>
            </a:lvl1pPr>
            <a:lvl2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2pPr>
            <a:lvl3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3pPr>
            <a:lvl4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4pPr>
            <a:lvl5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5pPr>
            <a:lvl6pPr marL="457200" algn="l" rtl="0" fontAlgn="base">
              <a:lnSpc>
                <a:spcPct val="90000"/>
              </a:lnSpc>
              <a:spcBef>
                <a:spcPct val="0"/>
              </a:spcBef>
              <a:spcAft>
                <a:spcPct val="0"/>
              </a:spcAft>
              <a:defRPr sz="4000">
                <a:solidFill>
                  <a:schemeClr val="accent1"/>
                </a:solidFill>
                <a:latin typeface="Aptos Display" panose="020B0004020202020204" pitchFamily="34" charset="0"/>
              </a:defRPr>
            </a:lvl6pPr>
            <a:lvl7pPr marL="914400" algn="l" rtl="0" fontAlgn="base">
              <a:lnSpc>
                <a:spcPct val="90000"/>
              </a:lnSpc>
              <a:spcBef>
                <a:spcPct val="0"/>
              </a:spcBef>
              <a:spcAft>
                <a:spcPct val="0"/>
              </a:spcAft>
              <a:defRPr sz="4000">
                <a:solidFill>
                  <a:schemeClr val="accent1"/>
                </a:solidFill>
                <a:latin typeface="Aptos Display" panose="020B0004020202020204" pitchFamily="34" charset="0"/>
              </a:defRPr>
            </a:lvl7pPr>
            <a:lvl8pPr marL="1371600" algn="l" rtl="0" fontAlgn="base">
              <a:lnSpc>
                <a:spcPct val="90000"/>
              </a:lnSpc>
              <a:spcBef>
                <a:spcPct val="0"/>
              </a:spcBef>
              <a:spcAft>
                <a:spcPct val="0"/>
              </a:spcAft>
              <a:defRPr sz="4000">
                <a:solidFill>
                  <a:schemeClr val="accent1"/>
                </a:solidFill>
                <a:latin typeface="Aptos Display" panose="020B0004020202020204" pitchFamily="34" charset="0"/>
              </a:defRPr>
            </a:lvl8pPr>
            <a:lvl9pPr marL="1828800" algn="l" rtl="0" fontAlgn="base">
              <a:lnSpc>
                <a:spcPct val="90000"/>
              </a:lnSpc>
              <a:spcBef>
                <a:spcPct val="0"/>
              </a:spcBef>
              <a:spcAft>
                <a:spcPct val="0"/>
              </a:spcAft>
              <a:defRPr sz="4000">
                <a:solidFill>
                  <a:schemeClr val="accent1"/>
                </a:solidFill>
                <a:latin typeface="Aptos Display" panose="020B0004020202020204" pitchFamily="34" charset="0"/>
              </a:defRPr>
            </a:lvl9pPr>
          </a:lstStyle>
          <a:p>
            <a:pPr marL="8255" marR="3810" algn="ctr">
              <a:lnSpc>
                <a:spcPct val="100000"/>
              </a:lnSpc>
              <a:spcBef>
                <a:spcPts val="55"/>
              </a:spcBef>
            </a:pPr>
            <a:r>
              <a:rPr lang="en-US" sz="1800" spc="-42" dirty="0">
                <a:latin typeface="+mn-lt"/>
              </a:rPr>
              <a:t>Moving</a:t>
            </a:r>
            <a:r>
              <a:rPr lang="en-US" sz="1800" spc="-4" dirty="0">
                <a:latin typeface="+mn-lt"/>
              </a:rPr>
              <a:t> onto </a:t>
            </a:r>
            <a:r>
              <a:rPr lang="en-US" sz="1800" spc="-32" dirty="0">
                <a:latin typeface="+mn-lt"/>
              </a:rPr>
              <a:t>the</a:t>
            </a:r>
            <a:r>
              <a:rPr lang="en-US" sz="1800" spc="-4" dirty="0">
                <a:latin typeface="+mn-lt"/>
              </a:rPr>
              <a:t> </a:t>
            </a:r>
            <a:r>
              <a:rPr lang="en-US" sz="1800" spc="-42" dirty="0">
                <a:latin typeface="+mn-lt"/>
              </a:rPr>
              <a:t>decoder,</a:t>
            </a:r>
            <a:r>
              <a:rPr lang="en-US" sz="1800" spc="-4" dirty="0">
                <a:latin typeface="+mn-lt"/>
              </a:rPr>
              <a:t> </a:t>
            </a:r>
            <a:r>
              <a:rPr lang="en-US" sz="1800" spc="-21" dirty="0">
                <a:latin typeface="+mn-lt"/>
              </a:rPr>
              <a:t>which </a:t>
            </a:r>
            <a:r>
              <a:rPr lang="en-US" sz="1800" spc="-654" dirty="0">
                <a:latin typeface="+mn-lt"/>
              </a:rPr>
              <a:t> </a:t>
            </a:r>
            <a:r>
              <a:rPr lang="en-US" sz="1800" spc="-39" dirty="0">
                <a:latin typeface="+mn-lt"/>
              </a:rPr>
              <a:t>takes</a:t>
            </a:r>
            <a:r>
              <a:rPr lang="en-US" sz="1800" spc="-7" dirty="0">
                <a:latin typeface="+mn-lt"/>
              </a:rPr>
              <a:t> </a:t>
            </a:r>
            <a:r>
              <a:rPr lang="en-US" sz="1800" spc="-70" dirty="0">
                <a:latin typeface="+mn-lt"/>
              </a:rPr>
              <a:t>in</a:t>
            </a:r>
            <a:r>
              <a:rPr lang="en-US" sz="1800" spc="-4" dirty="0">
                <a:latin typeface="+mn-lt"/>
              </a:rPr>
              <a:t> </a:t>
            </a:r>
            <a:r>
              <a:rPr lang="en-US" sz="1800" spc="-70" dirty="0">
                <a:latin typeface="+mn-lt"/>
              </a:rPr>
              <a:t>English</a:t>
            </a:r>
            <a:r>
              <a:rPr lang="en-US" sz="1800" spc="-4" dirty="0">
                <a:latin typeface="+mn-lt"/>
              </a:rPr>
              <a:t> </a:t>
            </a:r>
            <a:r>
              <a:rPr lang="en-US" sz="1800" spc="-42" dirty="0">
                <a:latin typeface="+mn-lt"/>
              </a:rPr>
              <a:t>sequences</a:t>
            </a:r>
            <a:r>
              <a:rPr lang="en-US" sz="1800" spc="-7" dirty="0">
                <a:latin typeface="+mn-lt"/>
              </a:rPr>
              <a:t> </a:t>
            </a:r>
            <a:r>
              <a:rPr lang="en-US" sz="1800" spc="-14" dirty="0">
                <a:latin typeface="+mn-lt"/>
              </a:rPr>
              <a:t>that </a:t>
            </a:r>
            <a:r>
              <a:rPr lang="en-US" sz="1800" spc="-654" dirty="0">
                <a:latin typeface="+mn-lt"/>
              </a:rPr>
              <a:t> </a:t>
            </a:r>
            <a:r>
              <a:rPr lang="en-US" sz="1800" spc="-80" dirty="0">
                <a:latin typeface="+mn-lt"/>
              </a:rPr>
              <a:t>have</a:t>
            </a:r>
            <a:r>
              <a:rPr lang="en-US" sz="1800" spc="-4" dirty="0">
                <a:latin typeface="+mn-lt"/>
              </a:rPr>
              <a:t> </a:t>
            </a:r>
            <a:r>
              <a:rPr lang="en-US" sz="1800" spc="-46" dirty="0">
                <a:latin typeface="+mn-lt"/>
              </a:rPr>
              <a:t>been</a:t>
            </a:r>
            <a:r>
              <a:rPr lang="en-US" sz="1800" spc="-4" dirty="0">
                <a:latin typeface="+mn-lt"/>
              </a:rPr>
              <a:t> </a:t>
            </a:r>
            <a:r>
              <a:rPr lang="en-US" sz="1800" spc="-35" dirty="0">
                <a:latin typeface="+mn-lt"/>
              </a:rPr>
              <a:t>shifted</a:t>
            </a:r>
            <a:r>
              <a:rPr lang="en-US" sz="1800" spc="-4" dirty="0">
                <a:latin typeface="+mn-lt"/>
              </a:rPr>
              <a:t> </a:t>
            </a:r>
            <a:r>
              <a:rPr lang="en-US" sz="1800" spc="21" dirty="0">
                <a:latin typeface="+mn-lt"/>
              </a:rPr>
              <a:t>to</a:t>
            </a:r>
            <a:r>
              <a:rPr lang="en-US" sz="1800" spc="-4" dirty="0">
                <a:latin typeface="+mn-lt"/>
              </a:rPr>
              <a:t> </a:t>
            </a:r>
            <a:r>
              <a:rPr lang="en-US" sz="1800" spc="-32" dirty="0">
                <a:latin typeface="+mn-lt"/>
              </a:rPr>
              <a:t>the</a:t>
            </a:r>
            <a:r>
              <a:rPr lang="en-US" sz="1800" spc="-4" dirty="0">
                <a:latin typeface="+mn-lt"/>
              </a:rPr>
              <a:t> </a:t>
            </a:r>
            <a:r>
              <a:rPr lang="en-US" sz="1800" spc="-28" dirty="0">
                <a:latin typeface="+mn-lt"/>
              </a:rPr>
              <a:t>right </a:t>
            </a:r>
            <a:r>
              <a:rPr lang="en-US" sz="1800" spc="-25" dirty="0">
                <a:latin typeface="+mn-lt"/>
              </a:rPr>
              <a:t> </a:t>
            </a:r>
            <a:r>
              <a:rPr lang="en-US" sz="1800" spc="-53" dirty="0">
                <a:latin typeface="+mn-lt"/>
              </a:rPr>
              <a:t>(e.g.,</a:t>
            </a:r>
            <a:r>
              <a:rPr lang="en-US" sz="1800" spc="-7" dirty="0">
                <a:latin typeface="+mn-lt"/>
              </a:rPr>
              <a:t> </a:t>
            </a:r>
            <a:r>
              <a:rPr lang="en-US" sz="1800" i="1" spc="-102" dirty="0">
                <a:latin typeface="+mn-lt"/>
                <a:cs typeface="Arial" panose="020B0604020202020204"/>
              </a:rPr>
              <a:t>&lt;START&gt;</a:t>
            </a:r>
            <a:r>
              <a:rPr lang="en-US" sz="1800" i="1" spc="-4" dirty="0">
                <a:latin typeface="+mn-lt"/>
                <a:cs typeface="Arial" panose="020B0604020202020204"/>
              </a:rPr>
              <a:t> </a:t>
            </a:r>
            <a:r>
              <a:rPr lang="en-US" sz="1800" i="1" spc="-28" dirty="0">
                <a:latin typeface="+mn-lt"/>
                <a:cs typeface="Arial" panose="020B0604020202020204"/>
              </a:rPr>
              <a:t>schools</a:t>
            </a:r>
            <a:r>
              <a:rPr lang="en-US" sz="1800" i="1" spc="-4" dirty="0">
                <a:latin typeface="+mn-lt"/>
                <a:cs typeface="Arial" panose="020B0604020202020204"/>
              </a:rPr>
              <a:t> </a:t>
            </a:r>
            <a:r>
              <a:rPr lang="en-US" sz="1800" i="1" spc="-25" dirty="0">
                <a:latin typeface="+mn-lt"/>
                <a:cs typeface="Arial" panose="020B0604020202020204"/>
              </a:rPr>
              <a:t>opened </a:t>
            </a:r>
            <a:r>
              <a:rPr lang="en-US" sz="1800" i="1" spc="-654" dirty="0">
                <a:latin typeface="+mn-lt"/>
                <a:cs typeface="Arial" panose="020B0604020202020204"/>
              </a:rPr>
              <a:t> </a:t>
            </a:r>
            <a:r>
              <a:rPr lang="en-US" sz="1800" i="1" spc="-74" dirty="0">
                <a:latin typeface="+mn-lt"/>
                <a:cs typeface="Arial" panose="020B0604020202020204"/>
              </a:rPr>
              <a:t>their</a:t>
            </a:r>
            <a:r>
              <a:rPr lang="en-US" sz="1800" spc="-74" dirty="0">
                <a:latin typeface="+mn-lt"/>
              </a:rPr>
              <a:t>)</a:t>
            </a:r>
            <a:endParaRPr lang="en-US" sz="1800" dirty="0">
              <a:latin typeface="+mn-lt"/>
              <a:cs typeface="Arial" panose="020B0604020202020204"/>
            </a:endParaRPr>
          </a:p>
        </p:txBody>
      </p:sp>
      <p:sp>
        <p:nvSpPr>
          <p:cNvPr id="15" name="Google Shape;362;p30"/>
          <p:cNvSpPr txBox="1"/>
          <p:nvPr/>
        </p:nvSpPr>
        <p:spPr bwMode="auto">
          <a:xfrm>
            <a:off x="110800" y="85367"/>
            <a:ext cx="5523084" cy="1871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121900" tIns="121900" rIns="121900" bIns="121900" numCol="1" anchor="t" anchorCtr="0" compatLnSpc="1">
            <a:normAutofit fontScale="97500"/>
          </a:bodyPr>
          <a:lstStyle>
            <a:lvl1pPr algn="l" rtl="0" eaLnBrk="0" fontAlgn="base" hangingPunct="0">
              <a:lnSpc>
                <a:spcPct val="90000"/>
              </a:lnSpc>
              <a:spcBef>
                <a:spcPct val="0"/>
              </a:spcBef>
              <a:spcAft>
                <a:spcPct val="0"/>
              </a:spcAft>
              <a:defRPr sz="4000" kern="1200">
                <a:solidFill>
                  <a:schemeClr val="accent1"/>
                </a:solidFill>
                <a:latin typeface="+mj-lt"/>
                <a:ea typeface="+mj-ea"/>
                <a:cs typeface="+mj-cs"/>
              </a:defRPr>
            </a:lvl1pPr>
            <a:lvl2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2pPr>
            <a:lvl3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3pPr>
            <a:lvl4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4pPr>
            <a:lvl5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5pPr>
            <a:lvl6pPr marL="457200" algn="l" rtl="0" fontAlgn="base">
              <a:lnSpc>
                <a:spcPct val="90000"/>
              </a:lnSpc>
              <a:spcBef>
                <a:spcPct val="0"/>
              </a:spcBef>
              <a:spcAft>
                <a:spcPct val="0"/>
              </a:spcAft>
              <a:defRPr sz="4000">
                <a:solidFill>
                  <a:schemeClr val="accent1"/>
                </a:solidFill>
                <a:latin typeface="Aptos Display" panose="020B0004020202020204" pitchFamily="34" charset="0"/>
              </a:defRPr>
            </a:lvl6pPr>
            <a:lvl7pPr marL="914400" algn="l" rtl="0" fontAlgn="base">
              <a:lnSpc>
                <a:spcPct val="90000"/>
              </a:lnSpc>
              <a:spcBef>
                <a:spcPct val="0"/>
              </a:spcBef>
              <a:spcAft>
                <a:spcPct val="0"/>
              </a:spcAft>
              <a:defRPr sz="4000">
                <a:solidFill>
                  <a:schemeClr val="accent1"/>
                </a:solidFill>
                <a:latin typeface="Aptos Display" panose="020B0004020202020204" pitchFamily="34" charset="0"/>
              </a:defRPr>
            </a:lvl7pPr>
            <a:lvl8pPr marL="1371600" algn="l" rtl="0" fontAlgn="base">
              <a:lnSpc>
                <a:spcPct val="90000"/>
              </a:lnSpc>
              <a:spcBef>
                <a:spcPct val="0"/>
              </a:spcBef>
              <a:spcAft>
                <a:spcPct val="0"/>
              </a:spcAft>
              <a:defRPr sz="4000">
                <a:solidFill>
                  <a:schemeClr val="accent1"/>
                </a:solidFill>
                <a:latin typeface="Aptos Display" panose="020B0004020202020204" pitchFamily="34" charset="0"/>
              </a:defRPr>
            </a:lvl8pPr>
            <a:lvl9pPr marL="1828800" algn="l" rtl="0" fontAlgn="base">
              <a:lnSpc>
                <a:spcPct val="90000"/>
              </a:lnSpc>
              <a:spcBef>
                <a:spcPct val="0"/>
              </a:spcBef>
              <a:spcAft>
                <a:spcPct val="0"/>
              </a:spcAft>
              <a:defRPr sz="4000">
                <a:solidFill>
                  <a:schemeClr val="accent1"/>
                </a:solidFill>
                <a:latin typeface="Aptos Display" panose="020B0004020202020204" pitchFamily="34" charset="0"/>
              </a:defRPr>
            </a:lvl9pPr>
          </a:lstStyle>
          <a:p>
            <a:r>
              <a:rPr lang="en-IN" dirty="0">
                <a:solidFill>
                  <a:srgbClr val="C00000"/>
                </a:solidFill>
              </a:rPr>
              <a:t>Transformer </a:t>
            </a:r>
            <a:br>
              <a:rPr lang="en-IN" dirty="0">
                <a:solidFill>
                  <a:srgbClr val="C00000"/>
                </a:solidFill>
              </a:rPr>
            </a:br>
            <a:r>
              <a:rPr lang="en-IN" dirty="0">
                <a:solidFill>
                  <a:srgbClr val="C00000"/>
                </a:solidFill>
              </a:rPr>
              <a:t>Architecture</a:t>
            </a:r>
            <a:endParaRPr lang="en-IN" dirty="0">
              <a:solidFill>
                <a:srgbClr val="C00000"/>
              </a:solidFill>
            </a:endParaRPr>
          </a:p>
        </p:txBody>
      </p:sp>
      <p:pic>
        <p:nvPicPr>
          <p:cNvPr id="3" name="Google Shape;363;p30"/>
          <p:cNvPicPr preferRelativeResize="0"/>
          <p:nvPr/>
        </p:nvPicPr>
        <p:blipFill>
          <a:blip r:embed="rId1"/>
          <a:stretch>
            <a:fillRect/>
          </a:stretch>
        </p:blipFill>
        <p:spPr>
          <a:xfrm>
            <a:off x="3750800" y="0"/>
            <a:ext cx="4394800" cy="6111544"/>
          </a:xfrm>
          <a:prstGeom prst="rect">
            <a:avLst/>
          </a:prstGeom>
          <a:noFill/>
          <a:ln>
            <a:noFill/>
          </a:ln>
        </p:spPr>
      </p:pic>
      <p:cxnSp>
        <p:nvCxnSpPr>
          <p:cNvPr id="4" name="Straight Arrow Connector 3"/>
          <p:cNvCxnSpPr/>
          <p:nvPr/>
        </p:nvCxnSpPr>
        <p:spPr>
          <a:xfrm flipH="1">
            <a:off x="7521677" y="3819459"/>
            <a:ext cx="1147712" cy="1512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3"/>
          <p:cNvSpPr txBox="1"/>
          <p:nvPr/>
        </p:nvSpPr>
        <p:spPr bwMode="auto">
          <a:xfrm>
            <a:off x="8659557" y="3014352"/>
            <a:ext cx="3424288" cy="1392208"/>
          </a:xfrm>
          <a:prstGeom prst="rect">
            <a:avLst/>
          </a:prstGeom>
          <a:solidFill>
            <a:schemeClr val="accent1">
              <a:lumMod val="20000"/>
              <a:lumOff val="80000"/>
            </a:schemeClr>
          </a:solidFill>
          <a:ln w="19050">
            <a:solidFill>
              <a:srgbClr val="C00000"/>
            </a:solidFill>
          </a:ln>
        </p:spPr>
        <p:txBody>
          <a:bodyPr vert="horz" wrap="square" lIns="0" tIns="7144" rIns="0" bIns="0" numCol="1" rtlCol="0" anchor="b" anchorCtr="0" compatLnSpc="1">
            <a:spAutoFit/>
          </a:bodyPr>
          <a:lstStyle>
            <a:lvl1pPr algn="l" rtl="0" eaLnBrk="0" fontAlgn="base" hangingPunct="0">
              <a:lnSpc>
                <a:spcPct val="90000"/>
              </a:lnSpc>
              <a:spcBef>
                <a:spcPct val="0"/>
              </a:spcBef>
              <a:spcAft>
                <a:spcPct val="0"/>
              </a:spcAft>
              <a:defRPr sz="4000" kern="1200">
                <a:solidFill>
                  <a:schemeClr val="accent1"/>
                </a:solidFill>
                <a:latin typeface="+mj-lt"/>
                <a:ea typeface="+mj-ea"/>
                <a:cs typeface="+mj-cs"/>
              </a:defRPr>
            </a:lvl1pPr>
            <a:lvl2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2pPr>
            <a:lvl3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3pPr>
            <a:lvl4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4pPr>
            <a:lvl5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5pPr>
            <a:lvl6pPr marL="457200" algn="l" rtl="0" fontAlgn="base">
              <a:lnSpc>
                <a:spcPct val="90000"/>
              </a:lnSpc>
              <a:spcBef>
                <a:spcPct val="0"/>
              </a:spcBef>
              <a:spcAft>
                <a:spcPct val="0"/>
              </a:spcAft>
              <a:defRPr sz="4000">
                <a:solidFill>
                  <a:schemeClr val="accent1"/>
                </a:solidFill>
                <a:latin typeface="Aptos Display" panose="020B0004020202020204" pitchFamily="34" charset="0"/>
              </a:defRPr>
            </a:lvl6pPr>
            <a:lvl7pPr marL="914400" algn="l" rtl="0" fontAlgn="base">
              <a:lnSpc>
                <a:spcPct val="90000"/>
              </a:lnSpc>
              <a:spcBef>
                <a:spcPct val="0"/>
              </a:spcBef>
              <a:spcAft>
                <a:spcPct val="0"/>
              </a:spcAft>
              <a:defRPr sz="4000">
                <a:solidFill>
                  <a:schemeClr val="accent1"/>
                </a:solidFill>
                <a:latin typeface="Aptos Display" panose="020B0004020202020204" pitchFamily="34" charset="0"/>
              </a:defRPr>
            </a:lvl7pPr>
            <a:lvl8pPr marL="1371600" algn="l" rtl="0" fontAlgn="base">
              <a:lnSpc>
                <a:spcPct val="90000"/>
              </a:lnSpc>
              <a:spcBef>
                <a:spcPct val="0"/>
              </a:spcBef>
              <a:spcAft>
                <a:spcPct val="0"/>
              </a:spcAft>
              <a:defRPr sz="4000">
                <a:solidFill>
                  <a:schemeClr val="accent1"/>
                </a:solidFill>
                <a:latin typeface="Aptos Display" panose="020B0004020202020204" pitchFamily="34" charset="0"/>
              </a:defRPr>
            </a:lvl8pPr>
            <a:lvl9pPr marL="1828800" algn="l" rtl="0" fontAlgn="base">
              <a:lnSpc>
                <a:spcPct val="90000"/>
              </a:lnSpc>
              <a:spcBef>
                <a:spcPct val="0"/>
              </a:spcBef>
              <a:spcAft>
                <a:spcPct val="0"/>
              </a:spcAft>
              <a:defRPr sz="4000">
                <a:solidFill>
                  <a:schemeClr val="accent1"/>
                </a:solidFill>
                <a:latin typeface="Aptos Display" panose="020B0004020202020204" pitchFamily="34" charset="0"/>
              </a:defRPr>
            </a:lvl9pPr>
          </a:lstStyle>
          <a:p>
            <a:pPr marL="8255" marR="3810" algn="ctr">
              <a:lnSpc>
                <a:spcPct val="100000"/>
              </a:lnSpc>
              <a:spcBef>
                <a:spcPts val="55"/>
              </a:spcBef>
            </a:pPr>
            <a:r>
              <a:rPr lang="en-US" sz="1800" spc="-42" dirty="0">
                <a:latin typeface="+mn-lt"/>
              </a:rPr>
              <a:t>We first have an instance of </a:t>
            </a:r>
            <a:r>
              <a:rPr lang="en-US" sz="1800" b="1" spc="-42" dirty="0">
                <a:latin typeface="+mn-lt"/>
              </a:rPr>
              <a:t>masked self attention</a:t>
            </a:r>
            <a:r>
              <a:rPr lang="en-US" sz="1800" spc="-42" dirty="0">
                <a:latin typeface="+mn-lt"/>
              </a:rPr>
              <a:t>. Since the decoder is responsible for predicting the English words, we need to apply masking as we saw before.</a:t>
            </a:r>
            <a:endParaRPr lang="en-US" sz="1800" spc="-42" dirty="0">
              <a:latin typeface="+mn-lt"/>
            </a:endParaRPr>
          </a:p>
        </p:txBody>
      </p:sp>
      <p:sp>
        <p:nvSpPr>
          <p:cNvPr id="13" name="Google Shape;362;p30"/>
          <p:cNvSpPr txBox="1"/>
          <p:nvPr/>
        </p:nvSpPr>
        <p:spPr bwMode="auto">
          <a:xfrm>
            <a:off x="110800" y="85367"/>
            <a:ext cx="5523084" cy="1871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121900" tIns="121900" rIns="121900" bIns="121900" numCol="1" anchor="t" anchorCtr="0" compatLnSpc="1">
            <a:normAutofit fontScale="97500"/>
          </a:bodyPr>
          <a:lstStyle>
            <a:lvl1pPr algn="l" rtl="0" eaLnBrk="0" fontAlgn="base" hangingPunct="0">
              <a:lnSpc>
                <a:spcPct val="90000"/>
              </a:lnSpc>
              <a:spcBef>
                <a:spcPct val="0"/>
              </a:spcBef>
              <a:spcAft>
                <a:spcPct val="0"/>
              </a:spcAft>
              <a:defRPr sz="4000" kern="1200">
                <a:solidFill>
                  <a:schemeClr val="accent1"/>
                </a:solidFill>
                <a:latin typeface="+mj-lt"/>
                <a:ea typeface="+mj-ea"/>
                <a:cs typeface="+mj-cs"/>
              </a:defRPr>
            </a:lvl1pPr>
            <a:lvl2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2pPr>
            <a:lvl3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3pPr>
            <a:lvl4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4pPr>
            <a:lvl5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5pPr>
            <a:lvl6pPr marL="457200" algn="l" rtl="0" fontAlgn="base">
              <a:lnSpc>
                <a:spcPct val="90000"/>
              </a:lnSpc>
              <a:spcBef>
                <a:spcPct val="0"/>
              </a:spcBef>
              <a:spcAft>
                <a:spcPct val="0"/>
              </a:spcAft>
              <a:defRPr sz="4000">
                <a:solidFill>
                  <a:schemeClr val="accent1"/>
                </a:solidFill>
                <a:latin typeface="Aptos Display" panose="020B0004020202020204" pitchFamily="34" charset="0"/>
              </a:defRPr>
            </a:lvl6pPr>
            <a:lvl7pPr marL="914400" algn="l" rtl="0" fontAlgn="base">
              <a:lnSpc>
                <a:spcPct val="90000"/>
              </a:lnSpc>
              <a:spcBef>
                <a:spcPct val="0"/>
              </a:spcBef>
              <a:spcAft>
                <a:spcPct val="0"/>
              </a:spcAft>
              <a:defRPr sz="4000">
                <a:solidFill>
                  <a:schemeClr val="accent1"/>
                </a:solidFill>
                <a:latin typeface="Aptos Display" panose="020B0004020202020204" pitchFamily="34" charset="0"/>
              </a:defRPr>
            </a:lvl7pPr>
            <a:lvl8pPr marL="1371600" algn="l" rtl="0" fontAlgn="base">
              <a:lnSpc>
                <a:spcPct val="90000"/>
              </a:lnSpc>
              <a:spcBef>
                <a:spcPct val="0"/>
              </a:spcBef>
              <a:spcAft>
                <a:spcPct val="0"/>
              </a:spcAft>
              <a:defRPr sz="4000">
                <a:solidFill>
                  <a:schemeClr val="accent1"/>
                </a:solidFill>
                <a:latin typeface="Aptos Display" panose="020B0004020202020204" pitchFamily="34" charset="0"/>
              </a:defRPr>
            </a:lvl8pPr>
            <a:lvl9pPr marL="1828800" algn="l" rtl="0" fontAlgn="base">
              <a:lnSpc>
                <a:spcPct val="90000"/>
              </a:lnSpc>
              <a:spcBef>
                <a:spcPct val="0"/>
              </a:spcBef>
              <a:spcAft>
                <a:spcPct val="0"/>
              </a:spcAft>
              <a:defRPr sz="4000">
                <a:solidFill>
                  <a:schemeClr val="accent1"/>
                </a:solidFill>
                <a:latin typeface="Aptos Display" panose="020B0004020202020204" pitchFamily="34" charset="0"/>
              </a:defRPr>
            </a:lvl9pPr>
          </a:lstStyle>
          <a:p>
            <a:r>
              <a:rPr lang="en-IN" dirty="0">
                <a:solidFill>
                  <a:srgbClr val="C00000"/>
                </a:solidFill>
              </a:rPr>
              <a:t>Transformer </a:t>
            </a:r>
            <a:br>
              <a:rPr lang="en-IN" dirty="0">
                <a:solidFill>
                  <a:srgbClr val="C00000"/>
                </a:solidFill>
              </a:rPr>
            </a:br>
            <a:r>
              <a:rPr lang="en-IN" dirty="0">
                <a:solidFill>
                  <a:srgbClr val="C00000"/>
                </a:solidFill>
              </a:rPr>
              <a:t>Architecture</a:t>
            </a:r>
            <a:endParaRPr lang="en-IN" dirty="0">
              <a:solidFill>
                <a:srgbClr val="C00000"/>
              </a:solidFill>
            </a:endParaRPr>
          </a:p>
        </p:txBody>
      </p:sp>
      <p:pic>
        <p:nvPicPr>
          <p:cNvPr id="3" name="Google Shape;363;p30"/>
          <p:cNvPicPr preferRelativeResize="0"/>
          <p:nvPr/>
        </p:nvPicPr>
        <p:blipFill>
          <a:blip r:embed="rId1"/>
          <a:stretch>
            <a:fillRect/>
          </a:stretch>
        </p:blipFill>
        <p:spPr>
          <a:xfrm>
            <a:off x="3750800" y="0"/>
            <a:ext cx="4394800" cy="6111544"/>
          </a:xfrm>
          <a:prstGeom prst="rect">
            <a:avLst/>
          </a:prstGeom>
          <a:noFill/>
          <a:ln>
            <a:noFill/>
          </a:ln>
        </p:spPr>
      </p:pic>
      <p:cxnSp>
        <p:nvCxnSpPr>
          <p:cNvPr id="4" name="Straight Arrow Connector 3"/>
          <p:cNvCxnSpPr/>
          <p:nvPr/>
        </p:nvCxnSpPr>
        <p:spPr>
          <a:xfrm flipH="1">
            <a:off x="7193902" y="3710456"/>
            <a:ext cx="1465655" cy="15241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Google Shape;362;p30"/>
          <p:cNvSpPr txBox="1"/>
          <p:nvPr/>
        </p:nvSpPr>
        <p:spPr bwMode="auto">
          <a:xfrm>
            <a:off x="110800" y="85367"/>
            <a:ext cx="5523084" cy="1871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121900" tIns="121900" rIns="121900" bIns="121900" numCol="1" anchor="t" anchorCtr="0" compatLnSpc="1">
            <a:normAutofit fontScale="97500"/>
          </a:bodyPr>
          <a:lstStyle>
            <a:lvl1pPr algn="l" rtl="0" eaLnBrk="0" fontAlgn="base" hangingPunct="0">
              <a:lnSpc>
                <a:spcPct val="90000"/>
              </a:lnSpc>
              <a:spcBef>
                <a:spcPct val="0"/>
              </a:spcBef>
              <a:spcAft>
                <a:spcPct val="0"/>
              </a:spcAft>
              <a:defRPr sz="4000" kern="1200">
                <a:solidFill>
                  <a:schemeClr val="accent1"/>
                </a:solidFill>
                <a:latin typeface="+mj-lt"/>
                <a:ea typeface="+mj-ea"/>
                <a:cs typeface="+mj-cs"/>
              </a:defRPr>
            </a:lvl1pPr>
            <a:lvl2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2pPr>
            <a:lvl3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3pPr>
            <a:lvl4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4pPr>
            <a:lvl5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5pPr>
            <a:lvl6pPr marL="457200" algn="l" rtl="0" fontAlgn="base">
              <a:lnSpc>
                <a:spcPct val="90000"/>
              </a:lnSpc>
              <a:spcBef>
                <a:spcPct val="0"/>
              </a:spcBef>
              <a:spcAft>
                <a:spcPct val="0"/>
              </a:spcAft>
              <a:defRPr sz="4000">
                <a:solidFill>
                  <a:schemeClr val="accent1"/>
                </a:solidFill>
                <a:latin typeface="Aptos Display" panose="020B0004020202020204" pitchFamily="34" charset="0"/>
              </a:defRPr>
            </a:lvl6pPr>
            <a:lvl7pPr marL="914400" algn="l" rtl="0" fontAlgn="base">
              <a:lnSpc>
                <a:spcPct val="90000"/>
              </a:lnSpc>
              <a:spcBef>
                <a:spcPct val="0"/>
              </a:spcBef>
              <a:spcAft>
                <a:spcPct val="0"/>
              </a:spcAft>
              <a:defRPr sz="4000">
                <a:solidFill>
                  <a:schemeClr val="accent1"/>
                </a:solidFill>
                <a:latin typeface="Aptos Display" panose="020B0004020202020204" pitchFamily="34" charset="0"/>
              </a:defRPr>
            </a:lvl7pPr>
            <a:lvl8pPr marL="1371600" algn="l" rtl="0" fontAlgn="base">
              <a:lnSpc>
                <a:spcPct val="90000"/>
              </a:lnSpc>
              <a:spcBef>
                <a:spcPct val="0"/>
              </a:spcBef>
              <a:spcAft>
                <a:spcPct val="0"/>
              </a:spcAft>
              <a:defRPr sz="4000">
                <a:solidFill>
                  <a:schemeClr val="accent1"/>
                </a:solidFill>
                <a:latin typeface="Aptos Display" panose="020B0004020202020204" pitchFamily="34" charset="0"/>
              </a:defRPr>
            </a:lvl8pPr>
            <a:lvl9pPr marL="1828800" algn="l" rtl="0" fontAlgn="base">
              <a:lnSpc>
                <a:spcPct val="90000"/>
              </a:lnSpc>
              <a:spcBef>
                <a:spcPct val="0"/>
              </a:spcBef>
              <a:spcAft>
                <a:spcPct val="0"/>
              </a:spcAft>
              <a:defRPr sz="4000">
                <a:solidFill>
                  <a:schemeClr val="accent1"/>
                </a:solidFill>
                <a:latin typeface="Aptos Display" panose="020B0004020202020204" pitchFamily="34" charset="0"/>
              </a:defRPr>
            </a:lvl9pPr>
          </a:lstStyle>
          <a:p>
            <a:r>
              <a:rPr lang="en-IN" dirty="0">
                <a:solidFill>
                  <a:srgbClr val="C00000"/>
                </a:solidFill>
              </a:rPr>
              <a:t>Transformer </a:t>
            </a:r>
            <a:br>
              <a:rPr lang="en-IN" dirty="0">
                <a:solidFill>
                  <a:srgbClr val="C00000"/>
                </a:solidFill>
              </a:rPr>
            </a:br>
            <a:r>
              <a:rPr lang="en-IN" dirty="0">
                <a:solidFill>
                  <a:srgbClr val="C00000"/>
                </a:solidFill>
              </a:rPr>
              <a:t>Architecture</a:t>
            </a:r>
            <a:endParaRPr lang="en-IN" dirty="0">
              <a:solidFill>
                <a:srgbClr val="C00000"/>
              </a:solidFill>
            </a:endParaRPr>
          </a:p>
        </p:txBody>
      </p:sp>
      <p:sp>
        <p:nvSpPr>
          <p:cNvPr id="16" name="Content Placeholder 2"/>
          <p:cNvSpPr txBox="1"/>
          <p:nvPr/>
        </p:nvSpPr>
        <p:spPr bwMode="auto">
          <a:xfrm>
            <a:off x="110800" y="5609256"/>
            <a:ext cx="3733412" cy="68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18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dirty="0">
                <a:solidFill>
                  <a:schemeClr val="tx1">
                    <a:lumMod val="50000"/>
                    <a:lumOff val="50000"/>
                  </a:schemeClr>
                </a:solidFill>
              </a:rPr>
              <a:t>Source of Image : Attention is all you need  (Vaswani et al., 2017)</a:t>
            </a:r>
            <a:endParaRPr lang="en-IN" sz="1400" dirty="0">
              <a:solidFill>
                <a:schemeClr val="tx1">
                  <a:lumMod val="50000"/>
                  <a:lumOff val="50000"/>
                </a:schemeClr>
              </a:solidFill>
            </a:endParaRPr>
          </a:p>
        </p:txBody>
      </p:sp>
      <p:pic>
        <p:nvPicPr>
          <p:cNvPr id="4" name="Google Shape;363;p30"/>
          <p:cNvPicPr preferRelativeResize="0"/>
          <p:nvPr/>
        </p:nvPicPr>
        <p:blipFill>
          <a:blip r:embed="rId1"/>
          <a:stretch>
            <a:fillRect/>
          </a:stretch>
        </p:blipFill>
        <p:spPr>
          <a:xfrm>
            <a:off x="3750800" y="0"/>
            <a:ext cx="4394800" cy="6111544"/>
          </a:xfrm>
          <a:prstGeom prst="rect">
            <a:avLst/>
          </a:prstGeom>
          <a:noFill/>
          <a:ln>
            <a:noFill/>
          </a:ln>
        </p:spPr>
      </p:pic>
      <p:sp>
        <p:nvSpPr>
          <p:cNvPr id="5" name="object 3"/>
          <p:cNvSpPr txBox="1"/>
          <p:nvPr/>
        </p:nvSpPr>
        <p:spPr bwMode="auto">
          <a:xfrm>
            <a:off x="590530" y="1904998"/>
            <a:ext cx="3424288" cy="1115209"/>
          </a:xfrm>
          <a:prstGeom prst="rect">
            <a:avLst/>
          </a:prstGeom>
          <a:solidFill>
            <a:schemeClr val="accent1">
              <a:lumMod val="20000"/>
              <a:lumOff val="80000"/>
            </a:schemeClr>
          </a:solidFill>
          <a:ln w="19050">
            <a:solidFill>
              <a:srgbClr val="C00000"/>
            </a:solidFill>
          </a:ln>
        </p:spPr>
        <p:txBody>
          <a:bodyPr vert="horz" wrap="square" lIns="0" tIns="7144" rIns="0" bIns="0" numCol="1" rtlCol="0" anchor="b" anchorCtr="0" compatLnSpc="1">
            <a:spAutoFit/>
          </a:bodyPr>
          <a:lstStyle>
            <a:lvl1pPr algn="l" rtl="0" eaLnBrk="0" fontAlgn="base" hangingPunct="0">
              <a:lnSpc>
                <a:spcPct val="90000"/>
              </a:lnSpc>
              <a:spcBef>
                <a:spcPct val="0"/>
              </a:spcBef>
              <a:spcAft>
                <a:spcPct val="0"/>
              </a:spcAft>
              <a:defRPr sz="4000" kern="1200">
                <a:solidFill>
                  <a:schemeClr val="accent1"/>
                </a:solidFill>
                <a:latin typeface="+mj-lt"/>
                <a:ea typeface="+mj-ea"/>
                <a:cs typeface="+mj-cs"/>
              </a:defRPr>
            </a:lvl1pPr>
            <a:lvl2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2pPr>
            <a:lvl3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3pPr>
            <a:lvl4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4pPr>
            <a:lvl5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5pPr>
            <a:lvl6pPr marL="457200" algn="l" rtl="0" fontAlgn="base">
              <a:lnSpc>
                <a:spcPct val="90000"/>
              </a:lnSpc>
              <a:spcBef>
                <a:spcPct val="0"/>
              </a:spcBef>
              <a:spcAft>
                <a:spcPct val="0"/>
              </a:spcAft>
              <a:defRPr sz="4000">
                <a:solidFill>
                  <a:schemeClr val="accent1"/>
                </a:solidFill>
                <a:latin typeface="Aptos Display" panose="020B0004020202020204" pitchFamily="34" charset="0"/>
              </a:defRPr>
            </a:lvl6pPr>
            <a:lvl7pPr marL="914400" algn="l" rtl="0" fontAlgn="base">
              <a:lnSpc>
                <a:spcPct val="90000"/>
              </a:lnSpc>
              <a:spcBef>
                <a:spcPct val="0"/>
              </a:spcBef>
              <a:spcAft>
                <a:spcPct val="0"/>
              </a:spcAft>
              <a:defRPr sz="4000">
                <a:solidFill>
                  <a:schemeClr val="accent1"/>
                </a:solidFill>
                <a:latin typeface="Aptos Display" panose="020B0004020202020204" pitchFamily="34" charset="0"/>
              </a:defRPr>
            </a:lvl7pPr>
            <a:lvl8pPr marL="1371600" algn="l" rtl="0" fontAlgn="base">
              <a:lnSpc>
                <a:spcPct val="90000"/>
              </a:lnSpc>
              <a:spcBef>
                <a:spcPct val="0"/>
              </a:spcBef>
              <a:spcAft>
                <a:spcPct val="0"/>
              </a:spcAft>
              <a:defRPr sz="4000">
                <a:solidFill>
                  <a:schemeClr val="accent1"/>
                </a:solidFill>
                <a:latin typeface="Aptos Display" panose="020B0004020202020204" pitchFamily="34" charset="0"/>
              </a:defRPr>
            </a:lvl8pPr>
            <a:lvl9pPr marL="1828800" algn="l" rtl="0" fontAlgn="base">
              <a:lnSpc>
                <a:spcPct val="90000"/>
              </a:lnSpc>
              <a:spcBef>
                <a:spcPct val="0"/>
              </a:spcBef>
              <a:spcAft>
                <a:spcPct val="0"/>
              </a:spcAft>
              <a:defRPr sz="4000">
                <a:solidFill>
                  <a:schemeClr val="accent1"/>
                </a:solidFill>
                <a:latin typeface="Aptos Display" panose="020B0004020202020204" pitchFamily="34" charset="0"/>
              </a:defRPr>
            </a:lvl9pPr>
          </a:lstStyle>
          <a:p>
            <a:pPr marL="8255" marR="3810" algn="ctr">
              <a:lnSpc>
                <a:spcPct val="100000"/>
              </a:lnSpc>
              <a:spcBef>
                <a:spcPts val="55"/>
              </a:spcBef>
            </a:pPr>
            <a:r>
              <a:rPr lang="en-US" sz="1800" spc="-35" dirty="0">
                <a:latin typeface="+mn-lt"/>
              </a:rPr>
              <a:t>Now,</a:t>
            </a:r>
            <a:r>
              <a:rPr lang="en-US" sz="1800" spc="-7" dirty="0">
                <a:latin typeface="+mn-lt"/>
              </a:rPr>
              <a:t> </a:t>
            </a:r>
            <a:r>
              <a:rPr lang="en-US" sz="1800" spc="-25" dirty="0">
                <a:latin typeface="+mn-lt"/>
              </a:rPr>
              <a:t>we</a:t>
            </a:r>
            <a:r>
              <a:rPr lang="en-US" sz="1800" spc="-4" dirty="0">
                <a:latin typeface="+mn-lt"/>
              </a:rPr>
              <a:t> </a:t>
            </a:r>
            <a:r>
              <a:rPr lang="en-US" sz="1800" spc="-80" dirty="0">
                <a:latin typeface="+mn-lt"/>
              </a:rPr>
              <a:t>have</a:t>
            </a:r>
            <a:r>
              <a:rPr lang="en-US" sz="1800" spc="-4" dirty="0">
                <a:latin typeface="+mn-lt"/>
              </a:rPr>
              <a:t> </a:t>
            </a:r>
            <a:r>
              <a:rPr lang="en-US" sz="1800" b="1" i="1" spc="-28" dirty="0">
                <a:latin typeface="+mn-lt"/>
                <a:cs typeface="Arial" panose="020B0604020202020204"/>
              </a:rPr>
              <a:t>cross</a:t>
            </a:r>
            <a:r>
              <a:rPr lang="en-US" sz="1800" b="1" i="1" spc="-4" dirty="0">
                <a:latin typeface="+mn-lt"/>
                <a:cs typeface="Arial" panose="020B0604020202020204"/>
              </a:rPr>
              <a:t> </a:t>
            </a:r>
            <a:r>
              <a:rPr lang="en-US" sz="1800" b="1" i="1" spc="-25" dirty="0">
                <a:latin typeface="+mn-lt"/>
                <a:cs typeface="Arial" panose="020B0604020202020204"/>
              </a:rPr>
              <a:t>attention</a:t>
            </a:r>
            <a:r>
              <a:rPr lang="en-US" sz="1800" spc="-25" dirty="0">
                <a:latin typeface="+mn-lt"/>
              </a:rPr>
              <a:t>, </a:t>
            </a:r>
            <a:r>
              <a:rPr lang="en-US" sz="1800" spc="-21" dirty="0">
                <a:latin typeface="+mn-lt"/>
              </a:rPr>
              <a:t> which</a:t>
            </a:r>
            <a:r>
              <a:rPr lang="en-US" sz="1800" spc="-7" dirty="0">
                <a:latin typeface="+mn-lt"/>
              </a:rPr>
              <a:t> </a:t>
            </a:r>
            <a:r>
              <a:rPr lang="en-US" sz="1800" spc="-14" dirty="0">
                <a:latin typeface="+mn-lt"/>
              </a:rPr>
              <a:t>connects</a:t>
            </a:r>
            <a:r>
              <a:rPr lang="en-US" sz="1800" spc="-7" dirty="0">
                <a:latin typeface="+mn-lt"/>
              </a:rPr>
              <a:t> </a:t>
            </a:r>
            <a:r>
              <a:rPr lang="en-US" sz="1800" spc="-32" dirty="0">
                <a:latin typeface="+mn-lt"/>
              </a:rPr>
              <a:t>the</a:t>
            </a:r>
            <a:r>
              <a:rPr lang="en-US" sz="1800" spc="-4" dirty="0">
                <a:latin typeface="+mn-lt"/>
              </a:rPr>
              <a:t> </a:t>
            </a:r>
            <a:r>
              <a:rPr lang="en-US" sz="1800" spc="-14" dirty="0">
                <a:latin typeface="+mn-lt"/>
              </a:rPr>
              <a:t>decoder</a:t>
            </a:r>
            <a:r>
              <a:rPr lang="en-US" sz="1800" spc="-7" dirty="0">
                <a:latin typeface="+mn-lt"/>
              </a:rPr>
              <a:t> </a:t>
            </a:r>
            <a:r>
              <a:rPr lang="en-US" sz="1800" spc="21" dirty="0">
                <a:latin typeface="+mn-lt"/>
              </a:rPr>
              <a:t>to </a:t>
            </a:r>
            <a:r>
              <a:rPr lang="en-US" sz="1800" spc="-654" dirty="0">
                <a:latin typeface="+mn-lt"/>
              </a:rPr>
              <a:t> </a:t>
            </a:r>
            <a:r>
              <a:rPr lang="en-US" sz="1800" spc="-32" dirty="0">
                <a:latin typeface="+mn-lt"/>
              </a:rPr>
              <a:t>the</a:t>
            </a:r>
            <a:r>
              <a:rPr lang="en-US" sz="1800" spc="-4" dirty="0">
                <a:latin typeface="+mn-lt"/>
              </a:rPr>
              <a:t> </a:t>
            </a:r>
            <a:r>
              <a:rPr lang="en-US" sz="1800" spc="-28" dirty="0">
                <a:latin typeface="+mn-lt"/>
              </a:rPr>
              <a:t>encoder</a:t>
            </a:r>
            <a:r>
              <a:rPr lang="en-US" sz="1800" spc="-4" dirty="0">
                <a:latin typeface="+mn-lt"/>
              </a:rPr>
              <a:t> </a:t>
            </a:r>
            <a:r>
              <a:rPr lang="en-US" sz="1800" spc="-25" dirty="0">
                <a:latin typeface="+mn-lt"/>
              </a:rPr>
              <a:t>by</a:t>
            </a:r>
            <a:r>
              <a:rPr lang="en-US" sz="1800" spc="-4" dirty="0">
                <a:latin typeface="+mn-lt"/>
              </a:rPr>
              <a:t> </a:t>
            </a:r>
            <a:r>
              <a:rPr lang="en-US" sz="1800" spc="-53" dirty="0">
                <a:latin typeface="+mn-lt"/>
              </a:rPr>
              <a:t>enabling</a:t>
            </a:r>
            <a:r>
              <a:rPr lang="en-US" sz="1800" dirty="0">
                <a:latin typeface="+mn-lt"/>
              </a:rPr>
              <a:t> </a:t>
            </a:r>
            <a:r>
              <a:rPr lang="en-US" sz="1800" spc="-25" dirty="0">
                <a:latin typeface="+mn-lt"/>
              </a:rPr>
              <a:t>it</a:t>
            </a:r>
            <a:r>
              <a:rPr lang="en-US" sz="1800" spc="-4" dirty="0">
                <a:latin typeface="+mn-lt"/>
              </a:rPr>
              <a:t> </a:t>
            </a:r>
            <a:r>
              <a:rPr lang="en-US" sz="1800" spc="21" dirty="0">
                <a:latin typeface="+mn-lt"/>
              </a:rPr>
              <a:t>to </a:t>
            </a:r>
            <a:r>
              <a:rPr lang="en-US" sz="1800" spc="25" dirty="0">
                <a:latin typeface="+mn-lt"/>
              </a:rPr>
              <a:t> </a:t>
            </a:r>
            <a:r>
              <a:rPr lang="en-US" sz="1800" spc="-18" dirty="0">
                <a:latin typeface="+mn-lt"/>
              </a:rPr>
              <a:t>attend</a:t>
            </a:r>
            <a:r>
              <a:rPr lang="en-US" sz="1800" spc="-4" dirty="0">
                <a:latin typeface="+mn-lt"/>
              </a:rPr>
              <a:t> </a:t>
            </a:r>
            <a:r>
              <a:rPr lang="en-US" sz="1800" spc="-56" dirty="0">
                <a:latin typeface="+mn-lt"/>
              </a:rPr>
              <a:t>over</a:t>
            </a:r>
            <a:r>
              <a:rPr lang="en-US" sz="1800" spc="-4" dirty="0">
                <a:latin typeface="+mn-lt"/>
              </a:rPr>
              <a:t> </a:t>
            </a:r>
            <a:r>
              <a:rPr lang="en-US" sz="1800" spc="-32" dirty="0">
                <a:latin typeface="+mn-lt"/>
              </a:rPr>
              <a:t>the</a:t>
            </a:r>
            <a:r>
              <a:rPr lang="en-US" sz="1800" spc="-4" dirty="0">
                <a:latin typeface="+mn-lt"/>
              </a:rPr>
              <a:t> </a:t>
            </a:r>
            <a:r>
              <a:rPr lang="en-US" sz="1800" spc="-42" dirty="0">
                <a:latin typeface="+mn-lt"/>
              </a:rPr>
              <a:t>encoder’s</a:t>
            </a:r>
            <a:r>
              <a:rPr lang="en-US" sz="1800" spc="-4" dirty="0">
                <a:latin typeface="+mn-lt"/>
              </a:rPr>
              <a:t> </a:t>
            </a:r>
            <a:r>
              <a:rPr lang="en-US" sz="1800" spc="-74" dirty="0">
                <a:latin typeface="+mn-lt"/>
              </a:rPr>
              <a:t>final </a:t>
            </a:r>
            <a:r>
              <a:rPr lang="en-US" sz="1800" spc="-70" dirty="0">
                <a:latin typeface="+mn-lt"/>
              </a:rPr>
              <a:t> </a:t>
            </a:r>
            <a:r>
              <a:rPr lang="en-US" sz="1800" spc="-32" dirty="0">
                <a:latin typeface="+mn-lt"/>
              </a:rPr>
              <a:t>hidden</a:t>
            </a:r>
            <a:r>
              <a:rPr lang="en-US" sz="1800" spc="-4" dirty="0">
                <a:latin typeface="+mn-lt"/>
              </a:rPr>
              <a:t> </a:t>
            </a:r>
            <a:r>
              <a:rPr lang="en-US" sz="1800" spc="-28" dirty="0">
                <a:latin typeface="+mn-lt"/>
              </a:rPr>
              <a:t>states.</a:t>
            </a:r>
            <a:endParaRPr lang="en-US" sz="1800" spc="-42" dirty="0">
              <a:latin typeface="+mn-lt"/>
            </a:endParaRPr>
          </a:p>
        </p:txBody>
      </p:sp>
      <p:cxnSp>
        <p:nvCxnSpPr>
          <p:cNvPr id="6" name="Straight Arrow Connector 5"/>
          <p:cNvCxnSpPr/>
          <p:nvPr/>
        </p:nvCxnSpPr>
        <p:spPr>
          <a:xfrm>
            <a:off x="4014818" y="2372694"/>
            <a:ext cx="2300199" cy="23143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3"/>
          <p:cNvSpPr txBox="1"/>
          <p:nvPr/>
        </p:nvSpPr>
        <p:spPr bwMode="auto">
          <a:xfrm>
            <a:off x="8365139" y="201531"/>
            <a:ext cx="3424288" cy="1115209"/>
          </a:xfrm>
          <a:prstGeom prst="rect">
            <a:avLst/>
          </a:prstGeom>
          <a:solidFill>
            <a:schemeClr val="accent1">
              <a:lumMod val="20000"/>
              <a:lumOff val="80000"/>
            </a:schemeClr>
          </a:solidFill>
          <a:ln w="19050">
            <a:solidFill>
              <a:srgbClr val="C00000"/>
            </a:solidFill>
          </a:ln>
        </p:spPr>
        <p:txBody>
          <a:bodyPr vert="horz" wrap="square" lIns="0" tIns="7144" rIns="0" bIns="0" numCol="1" rtlCol="0" anchor="b" anchorCtr="0" compatLnSpc="1">
            <a:spAutoFit/>
          </a:bodyPr>
          <a:lstStyle>
            <a:lvl1pPr algn="l" rtl="0" eaLnBrk="0" fontAlgn="base" hangingPunct="0">
              <a:lnSpc>
                <a:spcPct val="90000"/>
              </a:lnSpc>
              <a:spcBef>
                <a:spcPct val="0"/>
              </a:spcBef>
              <a:spcAft>
                <a:spcPct val="0"/>
              </a:spcAft>
              <a:defRPr sz="4000" kern="1200">
                <a:solidFill>
                  <a:schemeClr val="accent1"/>
                </a:solidFill>
                <a:latin typeface="+mj-lt"/>
                <a:ea typeface="+mj-ea"/>
                <a:cs typeface="+mj-cs"/>
              </a:defRPr>
            </a:lvl1pPr>
            <a:lvl2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2pPr>
            <a:lvl3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3pPr>
            <a:lvl4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4pPr>
            <a:lvl5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5pPr>
            <a:lvl6pPr marL="457200" algn="l" rtl="0" fontAlgn="base">
              <a:lnSpc>
                <a:spcPct val="90000"/>
              </a:lnSpc>
              <a:spcBef>
                <a:spcPct val="0"/>
              </a:spcBef>
              <a:spcAft>
                <a:spcPct val="0"/>
              </a:spcAft>
              <a:defRPr sz="4000">
                <a:solidFill>
                  <a:schemeClr val="accent1"/>
                </a:solidFill>
                <a:latin typeface="Aptos Display" panose="020B0004020202020204" pitchFamily="34" charset="0"/>
              </a:defRPr>
            </a:lvl6pPr>
            <a:lvl7pPr marL="914400" algn="l" rtl="0" fontAlgn="base">
              <a:lnSpc>
                <a:spcPct val="90000"/>
              </a:lnSpc>
              <a:spcBef>
                <a:spcPct val="0"/>
              </a:spcBef>
              <a:spcAft>
                <a:spcPct val="0"/>
              </a:spcAft>
              <a:defRPr sz="4000">
                <a:solidFill>
                  <a:schemeClr val="accent1"/>
                </a:solidFill>
                <a:latin typeface="Aptos Display" panose="020B0004020202020204" pitchFamily="34" charset="0"/>
              </a:defRPr>
            </a:lvl7pPr>
            <a:lvl8pPr marL="1371600" algn="l" rtl="0" fontAlgn="base">
              <a:lnSpc>
                <a:spcPct val="90000"/>
              </a:lnSpc>
              <a:spcBef>
                <a:spcPct val="0"/>
              </a:spcBef>
              <a:spcAft>
                <a:spcPct val="0"/>
              </a:spcAft>
              <a:defRPr sz="4000">
                <a:solidFill>
                  <a:schemeClr val="accent1"/>
                </a:solidFill>
                <a:latin typeface="Aptos Display" panose="020B0004020202020204" pitchFamily="34" charset="0"/>
              </a:defRPr>
            </a:lvl8pPr>
            <a:lvl9pPr marL="1828800" algn="l" rtl="0" fontAlgn="base">
              <a:lnSpc>
                <a:spcPct val="90000"/>
              </a:lnSpc>
              <a:spcBef>
                <a:spcPct val="0"/>
              </a:spcBef>
              <a:spcAft>
                <a:spcPct val="0"/>
              </a:spcAft>
              <a:defRPr sz="4000">
                <a:solidFill>
                  <a:schemeClr val="accent1"/>
                </a:solidFill>
                <a:latin typeface="Aptos Display" panose="020B0004020202020204" pitchFamily="34" charset="0"/>
              </a:defRPr>
            </a:lvl9pPr>
          </a:lstStyle>
          <a:p>
            <a:pPr marL="8255" marR="3810" algn="ctr">
              <a:lnSpc>
                <a:spcPct val="100000"/>
              </a:lnSpc>
              <a:spcBef>
                <a:spcPts val="55"/>
              </a:spcBef>
            </a:pPr>
            <a:r>
              <a:rPr lang="en-US" sz="1800" spc="-35" dirty="0">
                <a:latin typeface="+mn-lt"/>
              </a:rPr>
              <a:t>After stacking a bunch of these decoder blocks, we finally have our familiar </a:t>
            </a:r>
            <a:r>
              <a:rPr lang="en-US" sz="1800" b="1" spc="-35" dirty="0">
                <a:latin typeface="+mn-lt"/>
              </a:rPr>
              <a:t>softmax</a:t>
            </a:r>
            <a:r>
              <a:rPr lang="en-US" sz="1800" spc="-35" dirty="0">
                <a:latin typeface="+mn-lt"/>
              </a:rPr>
              <a:t> layer to predict the next English word.</a:t>
            </a:r>
            <a:endParaRPr lang="en-US" sz="1800" spc="-42" dirty="0">
              <a:latin typeface="+mn-lt"/>
            </a:endParaRPr>
          </a:p>
        </p:txBody>
      </p:sp>
      <p:sp>
        <p:nvSpPr>
          <p:cNvPr id="16" name="Google Shape;362;p30"/>
          <p:cNvSpPr txBox="1"/>
          <p:nvPr/>
        </p:nvSpPr>
        <p:spPr bwMode="auto">
          <a:xfrm>
            <a:off x="110800" y="85367"/>
            <a:ext cx="5523084" cy="1871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121900" tIns="121900" rIns="121900" bIns="121900" numCol="1" anchor="t" anchorCtr="0" compatLnSpc="1">
            <a:normAutofit fontScale="97500"/>
          </a:bodyPr>
          <a:lstStyle>
            <a:lvl1pPr algn="l" rtl="0" eaLnBrk="0" fontAlgn="base" hangingPunct="0">
              <a:lnSpc>
                <a:spcPct val="90000"/>
              </a:lnSpc>
              <a:spcBef>
                <a:spcPct val="0"/>
              </a:spcBef>
              <a:spcAft>
                <a:spcPct val="0"/>
              </a:spcAft>
              <a:defRPr sz="4000" kern="1200">
                <a:solidFill>
                  <a:schemeClr val="accent1"/>
                </a:solidFill>
                <a:latin typeface="+mj-lt"/>
                <a:ea typeface="+mj-ea"/>
                <a:cs typeface="+mj-cs"/>
              </a:defRPr>
            </a:lvl1pPr>
            <a:lvl2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2pPr>
            <a:lvl3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3pPr>
            <a:lvl4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4pPr>
            <a:lvl5pPr algn="l" rtl="0" eaLnBrk="0" fontAlgn="base" hangingPunct="0">
              <a:lnSpc>
                <a:spcPct val="90000"/>
              </a:lnSpc>
              <a:spcBef>
                <a:spcPct val="0"/>
              </a:spcBef>
              <a:spcAft>
                <a:spcPct val="0"/>
              </a:spcAft>
              <a:defRPr sz="4000">
                <a:solidFill>
                  <a:schemeClr val="accent1"/>
                </a:solidFill>
                <a:latin typeface="Aptos Display" panose="020B0004020202020204" pitchFamily="34" charset="0"/>
              </a:defRPr>
            </a:lvl5pPr>
            <a:lvl6pPr marL="457200" algn="l" rtl="0" fontAlgn="base">
              <a:lnSpc>
                <a:spcPct val="90000"/>
              </a:lnSpc>
              <a:spcBef>
                <a:spcPct val="0"/>
              </a:spcBef>
              <a:spcAft>
                <a:spcPct val="0"/>
              </a:spcAft>
              <a:defRPr sz="4000">
                <a:solidFill>
                  <a:schemeClr val="accent1"/>
                </a:solidFill>
                <a:latin typeface="Aptos Display" panose="020B0004020202020204" pitchFamily="34" charset="0"/>
              </a:defRPr>
            </a:lvl6pPr>
            <a:lvl7pPr marL="914400" algn="l" rtl="0" fontAlgn="base">
              <a:lnSpc>
                <a:spcPct val="90000"/>
              </a:lnSpc>
              <a:spcBef>
                <a:spcPct val="0"/>
              </a:spcBef>
              <a:spcAft>
                <a:spcPct val="0"/>
              </a:spcAft>
              <a:defRPr sz="4000">
                <a:solidFill>
                  <a:schemeClr val="accent1"/>
                </a:solidFill>
                <a:latin typeface="Aptos Display" panose="020B0004020202020204" pitchFamily="34" charset="0"/>
              </a:defRPr>
            </a:lvl7pPr>
            <a:lvl8pPr marL="1371600" algn="l" rtl="0" fontAlgn="base">
              <a:lnSpc>
                <a:spcPct val="90000"/>
              </a:lnSpc>
              <a:spcBef>
                <a:spcPct val="0"/>
              </a:spcBef>
              <a:spcAft>
                <a:spcPct val="0"/>
              </a:spcAft>
              <a:defRPr sz="4000">
                <a:solidFill>
                  <a:schemeClr val="accent1"/>
                </a:solidFill>
                <a:latin typeface="Aptos Display" panose="020B0004020202020204" pitchFamily="34" charset="0"/>
              </a:defRPr>
            </a:lvl8pPr>
            <a:lvl9pPr marL="1828800" algn="l" rtl="0" fontAlgn="base">
              <a:lnSpc>
                <a:spcPct val="90000"/>
              </a:lnSpc>
              <a:spcBef>
                <a:spcPct val="0"/>
              </a:spcBef>
              <a:spcAft>
                <a:spcPct val="0"/>
              </a:spcAft>
              <a:defRPr sz="4000">
                <a:solidFill>
                  <a:schemeClr val="accent1"/>
                </a:solidFill>
                <a:latin typeface="Aptos Display" panose="020B0004020202020204" pitchFamily="34" charset="0"/>
              </a:defRPr>
            </a:lvl9pPr>
          </a:lstStyle>
          <a:p>
            <a:r>
              <a:rPr lang="en-IN" dirty="0">
                <a:solidFill>
                  <a:srgbClr val="C00000"/>
                </a:solidFill>
              </a:rPr>
              <a:t>Transformer </a:t>
            </a:r>
            <a:br>
              <a:rPr lang="en-IN" dirty="0">
                <a:solidFill>
                  <a:srgbClr val="C00000"/>
                </a:solidFill>
              </a:rPr>
            </a:br>
            <a:r>
              <a:rPr lang="en-IN" dirty="0">
                <a:solidFill>
                  <a:srgbClr val="C00000"/>
                </a:solidFill>
              </a:rPr>
              <a:t>Architecture</a:t>
            </a:r>
            <a:endParaRPr lang="en-IN" dirty="0">
              <a:solidFill>
                <a:srgbClr val="C00000"/>
              </a:solidFill>
            </a:endParaRPr>
          </a:p>
        </p:txBody>
      </p:sp>
      <p:pic>
        <p:nvPicPr>
          <p:cNvPr id="3" name="Google Shape;363;p30"/>
          <p:cNvPicPr preferRelativeResize="0"/>
          <p:nvPr/>
        </p:nvPicPr>
        <p:blipFill>
          <a:blip r:embed="rId1"/>
          <a:stretch>
            <a:fillRect/>
          </a:stretch>
        </p:blipFill>
        <p:spPr>
          <a:xfrm>
            <a:off x="3750800" y="0"/>
            <a:ext cx="4394800" cy="6111544"/>
          </a:xfrm>
          <a:prstGeom prst="rect">
            <a:avLst/>
          </a:prstGeom>
          <a:noFill/>
          <a:ln>
            <a:noFill/>
          </a:ln>
        </p:spPr>
      </p:pic>
      <p:cxnSp>
        <p:nvCxnSpPr>
          <p:cNvPr id="4" name="Straight Arrow Connector 3"/>
          <p:cNvCxnSpPr/>
          <p:nvPr/>
        </p:nvCxnSpPr>
        <p:spPr>
          <a:xfrm flipH="1" flipV="1">
            <a:off x="7551174" y="757084"/>
            <a:ext cx="813965" cy="205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30"/>
          <p:cNvSpPr txBox="1">
            <a:spLocks noGrp="1"/>
          </p:cNvSpPr>
          <p:nvPr>
            <p:ph type="title"/>
          </p:nvPr>
        </p:nvSpPr>
        <p:spPr>
          <a:xfrm>
            <a:off x="110800" y="85367"/>
            <a:ext cx="11360800" cy="943200"/>
          </a:xfrm>
          <a:prstGeom prst="rect">
            <a:avLst/>
          </a:prstGeom>
        </p:spPr>
        <p:txBody>
          <a:bodyPr spcFirstLastPara="1" vert="horz" wrap="square" lIns="121900" tIns="121900" rIns="121900" bIns="121900" numCol="1" anchor="t" anchorCtr="0" compatLnSpc="1">
            <a:normAutofit fontScale="90000"/>
          </a:bodyPr>
          <a:lstStyle/>
          <a:p>
            <a:r>
              <a:rPr lang="en-GB" dirty="0">
                <a:solidFill>
                  <a:srgbClr val="C00000"/>
                </a:solidFill>
                <a:latin typeface="+mj-lt"/>
              </a:rPr>
              <a:t>Transformer </a:t>
            </a:r>
            <a:br>
              <a:rPr lang="en-GB" dirty="0">
                <a:solidFill>
                  <a:srgbClr val="C00000"/>
                </a:solidFill>
                <a:latin typeface="+mj-lt"/>
              </a:rPr>
            </a:br>
            <a:r>
              <a:rPr lang="en-GB" dirty="0">
                <a:solidFill>
                  <a:srgbClr val="C00000"/>
                </a:solidFill>
                <a:latin typeface="+mj-lt"/>
              </a:rPr>
              <a:t>Architecture</a:t>
            </a:r>
            <a:endParaRPr dirty="0">
              <a:solidFill>
                <a:srgbClr val="C00000"/>
              </a:solidFill>
              <a:latin typeface="+mj-lt"/>
            </a:endParaRPr>
          </a:p>
        </p:txBody>
      </p:sp>
      <p:pic>
        <p:nvPicPr>
          <p:cNvPr id="363" name="Google Shape;363;p30"/>
          <p:cNvPicPr preferRelativeResize="0"/>
          <p:nvPr/>
        </p:nvPicPr>
        <p:blipFill>
          <a:blip r:embed="rId1"/>
          <a:stretch>
            <a:fillRect/>
          </a:stretch>
        </p:blipFill>
        <p:spPr>
          <a:xfrm>
            <a:off x="3750800" y="0"/>
            <a:ext cx="4394800" cy="6111544"/>
          </a:xfrm>
          <a:prstGeom prst="rect">
            <a:avLst/>
          </a:prstGeom>
          <a:noFill/>
          <a:ln>
            <a:noFill/>
          </a:ln>
        </p:spPr>
      </p:pic>
      <p:cxnSp>
        <p:nvCxnSpPr>
          <p:cNvPr id="365" name="Google Shape;365;p30"/>
          <p:cNvCxnSpPr/>
          <p:nvPr/>
        </p:nvCxnSpPr>
        <p:spPr>
          <a:xfrm>
            <a:off x="3493561" y="2873597"/>
            <a:ext cx="1206000" cy="0"/>
          </a:xfrm>
          <a:prstGeom prst="straightConnector1">
            <a:avLst/>
          </a:prstGeom>
          <a:noFill/>
          <a:ln w="28575" cap="flat" cmpd="sng">
            <a:solidFill>
              <a:schemeClr val="accent1"/>
            </a:solidFill>
            <a:prstDash val="solid"/>
            <a:round/>
            <a:headEnd type="none" w="med" len="med"/>
            <a:tailEnd type="none" w="med" len="med"/>
          </a:ln>
        </p:spPr>
      </p:cxnSp>
      <p:cxnSp>
        <p:nvCxnSpPr>
          <p:cNvPr id="366" name="Google Shape;366;p30"/>
          <p:cNvCxnSpPr/>
          <p:nvPr/>
        </p:nvCxnSpPr>
        <p:spPr>
          <a:xfrm>
            <a:off x="7193200" y="2394797"/>
            <a:ext cx="1087200" cy="0"/>
          </a:xfrm>
          <a:prstGeom prst="straightConnector1">
            <a:avLst/>
          </a:prstGeom>
          <a:noFill/>
          <a:ln w="28575" cap="flat" cmpd="sng">
            <a:solidFill>
              <a:schemeClr val="accent1"/>
            </a:solidFill>
            <a:prstDash val="solid"/>
            <a:round/>
            <a:headEnd type="none" w="med" len="med"/>
            <a:tailEnd type="none" w="med" len="med"/>
          </a:ln>
        </p:spPr>
      </p:cxnSp>
      <p:sp>
        <p:nvSpPr>
          <p:cNvPr id="367" name="Google Shape;367;p30"/>
          <p:cNvSpPr txBox="1">
            <a:spLocks noGrp="1"/>
          </p:cNvSpPr>
          <p:nvPr>
            <p:ph type="body" idx="1"/>
          </p:nvPr>
        </p:nvSpPr>
        <p:spPr>
          <a:xfrm>
            <a:off x="167150" y="2647851"/>
            <a:ext cx="3335338" cy="424371"/>
          </a:xfrm>
          <a:prstGeom prst="rect">
            <a:avLst/>
          </a:prstGeom>
          <a:solidFill>
            <a:schemeClr val="accent1">
              <a:lumMod val="20000"/>
              <a:lumOff val="80000"/>
            </a:schemeClr>
          </a:solidFill>
          <a:ln w="28575" cap="flat" cmpd="sng">
            <a:solidFill>
              <a:schemeClr val="accent1"/>
            </a:solidFill>
            <a:prstDash val="solid"/>
            <a:round/>
            <a:headEnd type="none" w="sm" len="sm"/>
            <a:tailEnd type="none" w="sm" len="sm"/>
          </a:ln>
        </p:spPr>
        <p:txBody>
          <a:bodyPr spcFirstLastPara="1" vert="horz" wrap="square" lIns="121900" tIns="121900" rIns="121900" bIns="121900" numCol="1" anchor="t" anchorCtr="0" compatLnSpc="1">
            <a:noAutofit/>
          </a:bodyPr>
          <a:lstStyle/>
          <a:p>
            <a:pPr marL="0" indent="0" algn="ctr">
              <a:spcAft>
                <a:spcPts val="1600"/>
              </a:spcAft>
              <a:buSzPts val="1018"/>
              <a:buNone/>
            </a:pPr>
            <a:r>
              <a:rPr lang="en-GB" sz="1800" dirty="0">
                <a:solidFill>
                  <a:schemeClr val="accent1"/>
                </a:solidFill>
                <a:latin typeface="+mn-lt"/>
              </a:rPr>
              <a:t>Adding non-linearities</a:t>
            </a:r>
            <a:endParaRPr sz="1800" dirty="0">
              <a:solidFill>
                <a:schemeClr val="accent1"/>
              </a:solidFill>
              <a:latin typeface="+mn-lt"/>
            </a:endParaRPr>
          </a:p>
        </p:txBody>
      </p:sp>
      <p:cxnSp>
        <p:nvCxnSpPr>
          <p:cNvPr id="368" name="Google Shape;368;p30"/>
          <p:cNvCxnSpPr/>
          <p:nvPr/>
        </p:nvCxnSpPr>
        <p:spPr>
          <a:xfrm>
            <a:off x="3493561" y="3889597"/>
            <a:ext cx="1206000" cy="0"/>
          </a:xfrm>
          <a:prstGeom prst="straightConnector1">
            <a:avLst/>
          </a:prstGeom>
          <a:noFill/>
          <a:ln w="28575" cap="flat" cmpd="sng">
            <a:solidFill>
              <a:schemeClr val="accent1"/>
            </a:solidFill>
            <a:prstDash val="solid"/>
            <a:round/>
            <a:headEnd type="none" w="med" len="med"/>
            <a:tailEnd type="none" w="med" len="med"/>
          </a:ln>
        </p:spPr>
      </p:cxnSp>
      <p:sp>
        <p:nvSpPr>
          <p:cNvPr id="369" name="Google Shape;369;p30"/>
          <p:cNvSpPr txBox="1">
            <a:spLocks noGrp="1"/>
          </p:cNvSpPr>
          <p:nvPr>
            <p:ph type="body" idx="1"/>
          </p:nvPr>
        </p:nvSpPr>
        <p:spPr>
          <a:xfrm>
            <a:off x="167688" y="3575161"/>
            <a:ext cx="3334800" cy="658399"/>
          </a:xfrm>
          <a:prstGeom prst="rect">
            <a:avLst/>
          </a:prstGeom>
          <a:solidFill>
            <a:schemeClr val="accent1">
              <a:lumMod val="20000"/>
              <a:lumOff val="80000"/>
            </a:schemeClr>
          </a:solidFill>
          <a:ln w="28575" cap="flat" cmpd="sng">
            <a:solidFill>
              <a:schemeClr val="accent1"/>
            </a:solidFill>
            <a:prstDash val="solid"/>
            <a:round/>
            <a:headEnd type="none" w="sm" len="sm"/>
            <a:tailEnd type="none" w="sm" len="sm"/>
          </a:ln>
        </p:spPr>
        <p:txBody>
          <a:bodyPr spcFirstLastPara="1" vert="horz" wrap="square" lIns="121900" tIns="121900" rIns="121900" bIns="121900" numCol="1" anchor="t" anchorCtr="0" compatLnSpc="1">
            <a:noAutofit/>
          </a:bodyPr>
          <a:lstStyle/>
          <a:p>
            <a:pPr marL="0" indent="0" algn="ctr">
              <a:lnSpc>
                <a:spcPct val="80000"/>
              </a:lnSpc>
              <a:spcAft>
                <a:spcPts val="1600"/>
              </a:spcAft>
              <a:buNone/>
            </a:pPr>
            <a:r>
              <a:rPr lang="en-GB" sz="1800">
                <a:solidFill>
                  <a:schemeClr val="accent1"/>
                </a:solidFill>
                <a:latin typeface="+mn-lt"/>
              </a:rPr>
              <a:t>Allows querying multiple positions at each layer</a:t>
            </a:r>
            <a:endParaRPr sz="1800">
              <a:solidFill>
                <a:schemeClr val="accent1"/>
              </a:solidFill>
              <a:latin typeface="+mn-lt"/>
            </a:endParaRPr>
          </a:p>
        </p:txBody>
      </p:sp>
      <p:cxnSp>
        <p:nvCxnSpPr>
          <p:cNvPr id="370" name="Google Shape;370;p30"/>
          <p:cNvCxnSpPr/>
          <p:nvPr/>
        </p:nvCxnSpPr>
        <p:spPr>
          <a:xfrm>
            <a:off x="3493561" y="4803997"/>
            <a:ext cx="356800" cy="0"/>
          </a:xfrm>
          <a:prstGeom prst="straightConnector1">
            <a:avLst/>
          </a:prstGeom>
          <a:noFill/>
          <a:ln w="28575" cap="flat" cmpd="sng">
            <a:solidFill>
              <a:schemeClr val="accent1"/>
            </a:solidFill>
            <a:prstDash val="solid"/>
            <a:round/>
            <a:headEnd type="none" w="med" len="med"/>
            <a:tailEnd type="none" w="med" len="med"/>
          </a:ln>
        </p:spPr>
      </p:cxnSp>
      <p:sp>
        <p:nvSpPr>
          <p:cNvPr id="371" name="Google Shape;371;p30"/>
          <p:cNvSpPr txBox="1">
            <a:spLocks noGrp="1"/>
          </p:cNvSpPr>
          <p:nvPr>
            <p:ph type="body" idx="1"/>
          </p:nvPr>
        </p:nvSpPr>
        <p:spPr>
          <a:xfrm>
            <a:off x="159033" y="4548330"/>
            <a:ext cx="3334800" cy="456693"/>
          </a:xfrm>
          <a:prstGeom prst="rect">
            <a:avLst/>
          </a:prstGeom>
          <a:solidFill>
            <a:schemeClr val="accent1">
              <a:lumMod val="20000"/>
              <a:lumOff val="80000"/>
            </a:schemeClr>
          </a:solidFill>
          <a:ln w="28575" cap="flat" cmpd="sng">
            <a:solidFill>
              <a:schemeClr val="accent1"/>
            </a:solidFill>
            <a:prstDash val="solid"/>
            <a:round/>
            <a:headEnd type="none" w="sm" len="sm"/>
            <a:tailEnd type="none" w="sm" len="sm"/>
          </a:ln>
        </p:spPr>
        <p:txBody>
          <a:bodyPr spcFirstLastPara="1" vert="horz" wrap="square" lIns="121900" tIns="121900" rIns="121900" bIns="121900" numCol="1" anchor="t" anchorCtr="0" compatLnSpc="1">
            <a:noAutofit/>
          </a:bodyPr>
          <a:lstStyle/>
          <a:p>
            <a:pPr marL="0" indent="0" algn="ctr">
              <a:lnSpc>
                <a:spcPct val="80000"/>
              </a:lnSpc>
              <a:spcAft>
                <a:spcPts val="1600"/>
              </a:spcAft>
              <a:buNone/>
            </a:pPr>
            <a:r>
              <a:rPr lang="en-GB" sz="1800">
                <a:solidFill>
                  <a:schemeClr val="accent1"/>
                </a:solidFill>
                <a:latin typeface="+mn-lt"/>
              </a:rPr>
              <a:t>Adds positional  information</a:t>
            </a:r>
            <a:endParaRPr sz="1800">
              <a:solidFill>
                <a:schemeClr val="accent1"/>
              </a:solidFill>
              <a:latin typeface="+mn-lt"/>
            </a:endParaRPr>
          </a:p>
        </p:txBody>
      </p:sp>
      <p:sp>
        <p:nvSpPr>
          <p:cNvPr id="372" name="Google Shape;372;p30"/>
          <p:cNvSpPr txBox="1">
            <a:spLocks noGrp="1"/>
          </p:cNvSpPr>
          <p:nvPr>
            <p:ph type="body" idx="1"/>
          </p:nvPr>
        </p:nvSpPr>
        <p:spPr>
          <a:xfrm>
            <a:off x="8287033" y="2050102"/>
            <a:ext cx="3334800" cy="689389"/>
          </a:xfrm>
          <a:prstGeom prst="rect">
            <a:avLst/>
          </a:prstGeom>
          <a:solidFill>
            <a:schemeClr val="accent1">
              <a:lumMod val="20000"/>
              <a:lumOff val="80000"/>
            </a:schemeClr>
          </a:solidFill>
          <a:ln w="28575" cap="flat" cmpd="sng">
            <a:solidFill>
              <a:schemeClr val="accent1"/>
            </a:solidFill>
            <a:prstDash val="solid"/>
            <a:round/>
            <a:headEnd type="none" w="sm" len="sm"/>
            <a:tailEnd type="none" w="sm" len="sm"/>
          </a:ln>
        </p:spPr>
        <p:txBody>
          <a:bodyPr spcFirstLastPara="1" vert="horz" wrap="square" lIns="121900" tIns="121900" rIns="121900" bIns="121900" numCol="1" anchor="t" anchorCtr="0" compatLnSpc="1">
            <a:noAutofit/>
          </a:bodyPr>
          <a:lstStyle/>
          <a:p>
            <a:pPr marL="0" indent="0" algn="ctr">
              <a:lnSpc>
                <a:spcPct val="80000"/>
              </a:lnSpc>
              <a:spcAft>
                <a:spcPts val="1600"/>
              </a:spcAft>
              <a:buSzPts val="1018"/>
              <a:buNone/>
            </a:pPr>
            <a:r>
              <a:rPr lang="en-GB" sz="1800" dirty="0">
                <a:solidFill>
                  <a:schemeClr val="accent1"/>
                </a:solidFill>
                <a:latin typeface="+mn-lt"/>
              </a:rPr>
              <a:t>Reduces covariance shift and makes the system stable</a:t>
            </a:r>
            <a:endParaRPr sz="1800" dirty="0">
              <a:solidFill>
                <a:schemeClr val="accent1"/>
              </a:solidFill>
              <a:latin typeface="+mn-lt"/>
            </a:endParaRPr>
          </a:p>
        </p:txBody>
      </p:sp>
      <p:cxnSp>
        <p:nvCxnSpPr>
          <p:cNvPr id="373" name="Google Shape;373;p30"/>
          <p:cNvCxnSpPr/>
          <p:nvPr/>
        </p:nvCxnSpPr>
        <p:spPr>
          <a:xfrm>
            <a:off x="7193200" y="3817197"/>
            <a:ext cx="1087200" cy="0"/>
          </a:xfrm>
          <a:prstGeom prst="straightConnector1">
            <a:avLst/>
          </a:prstGeom>
          <a:noFill/>
          <a:ln w="28575" cap="flat" cmpd="sng">
            <a:solidFill>
              <a:schemeClr val="accent1"/>
            </a:solidFill>
            <a:prstDash val="solid"/>
            <a:round/>
            <a:headEnd type="none" w="med" len="med"/>
            <a:tailEnd type="none" w="med" len="med"/>
          </a:ln>
        </p:spPr>
      </p:cxnSp>
      <p:sp>
        <p:nvSpPr>
          <p:cNvPr id="374" name="Google Shape;374;p30"/>
          <p:cNvSpPr txBox="1">
            <a:spLocks noGrp="1"/>
          </p:cNvSpPr>
          <p:nvPr>
            <p:ph type="body" idx="1"/>
          </p:nvPr>
        </p:nvSpPr>
        <p:spPr>
          <a:xfrm>
            <a:off x="8287033" y="3472502"/>
            <a:ext cx="3334800" cy="689389"/>
          </a:xfrm>
          <a:prstGeom prst="rect">
            <a:avLst/>
          </a:prstGeom>
          <a:solidFill>
            <a:schemeClr val="accent1">
              <a:lumMod val="20000"/>
              <a:lumOff val="80000"/>
            </a:schemeClr>
          </a:solidFill>
          <a:ln w="28575" cap="flat" cmpd="sng">
            <a:solidFill>
              <a:schemeClr val="accent1"/>
            </a:solidFill>
            <a:prstDash val="solid"/>
            <a:round/>
            <a:headEnd type="none" w="sm" len="sm"/>
            <a:tailEnd type="none" w="sm" len="sm"/>
          </a:ln>
        </p:spPr>
        <p:txBody>
          <a:bodyPr spcFirstLastPara="1" vert="horz" wrap="square" lIns="121900" tIns="121900" rIns="121900" bIns="121900" numCol="1" anchor="t" anchorCtr="0" compatLnSpc="1">
            <a:noAutofit/>
          </a:bodyPr>
          <a:lstStyle/>
          <a:p>
            <a:pPr marL="0" indent="0" algn="ctr">
              <a:lnSpc>
                <a:spcPct val="80000"/>
              </a:lnSpc>
              <a:spcAft>
                <a:spcPts val="1600"/>
              </a:spcAft>
              <a:buSzPts val="1018"/>
              <a:buNone/>
            </a:pPr>
            <a:r>
              <a:rPr lang="en-GB" sz="1800">
                <a:solidFill>
                  <a:schemeClr val="accent1"/>
                </a:solidFill>
                <a:latin typeface="+mn-lt"/>
              </a:rPr>
              <a:t>Prevents attention lookups into the future while decoding</a:t>
            </a:r>
            <a:endParaRPr sz="1800">
              <a:solidFill>
                <a:schemeClr val="accent1"/>
              </a:solidFill>
              <a:latin typeface="+mn-lt"/>
            </a:endParaRPr>
          </a:p>
        </p:txBody>
      </p:sp>
      <p:sp>
        <p:nvSpPr>
          <p:cNvPr id="2" name="Content Placeholder 2"/>
          <p:cNvSpPr txBox="1"/>
          <p:nvPr/>
        </p:nvSpPr>
        <p:spPr bwMode="auto">
          <a:xfrm>
            <a:off x="131954" y="5900502"/>
            <a:ext cx="4807974" cy="68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18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dirty="0">
                <a:solidFill>
                  <a:schemeClr val="tx1">
                    <a:lumMod val="50000"/>
                    <a:lumOff val="50000"/>
                  </a:schemeClr>
                </a:solidFill>
              </a:rPr>
              <a:t>Source of Image : Attention is all you need  (Vaswani et al., 2017)</a:t>
            </a:r>
            <a:endParaRPr lang="en-IN" sz="1400" dirty="0">
              <a:solidFill>
                <a:schemeClr val="tx1">
                  <a:lumMod val="50000"/>
                  <a:lumOff val="50000"/>
                </a:schemeClr>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Transformer resources</a:t>
            </a:r>
            <a:endParaRPr lang="en-US"/>
          </a:p>
        </p:txBody>
      </p:sp>
      <p:sp>
        <p:nvSpPr>
          <p:cNvPr id="3" name="Content Placeholder 2"/>
          <p:cNvSpPr>
            <a:spLocks noGrp="1"/>
          </p:cNvSpPr>
          <p:nvPr>
            <p:ph idx="1"/>
          </p:nvPr>
        </p:nvSpPr>
        <p:spPr/>
        <p:txBody>
          <a:bodyPr/>
          <a:lstStyle/>
          <a:p>
            <a:r>
              <a:rPr lang="en-US">
                <a:sym typeface="+mn-ea"/>
                <a:hlinkClick r:id="rId1" tooltip="" action="ppaction://hlinkfile"/>
              </a:rPr>
              <a:t>MicroGPT</a:t>
            </a:r>
            <a:r>
              <a:rPr lang="en-US">
                <a:sym typeface="+mn-ea"/>
              </a:rPr>
              <a:t> by Karpathy</a:t>
            </a:r>
            <a:endParaRPr lang="en-US"/>
          </a:p>
          <a:p>
            <a:pPr lvl="1"/>
            <a:r>
              <a:rPr lang="en-US"/>
              <a:t>~260 lines of dependence-free Python</a:t>
            </a:r>
            <a:endParaRPr lang="en-US"/>
          </a:p>
          <a:p>
            <a:pPr lvl="0"/>
            <a:r>
              <a:rPr lang="en-US">
                <a:hlinkClick r:id="rId2" tooltip="" action="ppaction://hlinkfile"/>
              </a:rPr>
              <a:t>Illustrated transformer</a:t>
            </a:r>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t="4692" b="11852"/>
          <a:stretch>
            <a:fillRect/>
          </a:stretch>
        </p:blipFill>
        <p:spPr bwMode="auto">
          <a:xfrm>
            <a:off x="3282180" y="0"/>
            <a:ext cx="890982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p:cNvSpPr>
            <a:spLocks noGrp="1"/>
          </p:cNvSpPr>
          <p:nvPr>
            <p:ph type="title"/>
          </p:nvPr>
        </p:nvSpPr>
        <p:spPr>
          <a:xfrm>
            <a:off x="0" y="320040"/>
            <a:ext cx="3152775" cy="3237865"/>
          </a:xfrm>
        </p:spPr>
        <p:txBody>
          <a:bodyPr>
            <a:normAutofit/>
          </a:bodyPr>
          <a:lstStyle/>
          <a:p>
            <a:r>
              <a:rPr lang="en-US" sz="3600"/>
              <a:t>Language model phylogeny: “Not overwhelming at all!”</a:t>
            </a:r>
            <a:endParaRPr lang="en-US" sz="36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Grows faster than you can prune</a:t>
            </a:r>
            <a:endParaRPr lang="en-US"/>
          </a:p>
        </p:txBody>
      </p:sp>
      <p:pic>
        <p:nvPicPr>
          <p:cNvPr id="3" name="Picture 2"/>
          <p:cNvPicPr>
            <a:picLocks noChangeAspect="1"/>
          </p:cNvPicPr>
          <p:nvPr/>
        </p:nvPicPr>
        <p:blipFill>
          <a:blip r:embed="rId1"/>
          <a:stretch>
            <a:fillRect/>
          </a:stretch>
        </p:blipFill>
        <p:spPr>
          <a:xfrm>
            <a:off x="0" y="868045"/>
            <a:ext cx="5509895" cy="4001770"/>
          </a:xfrm>
          <a:prstGeom prst="rect">
            <a:avLst/>
          </a:prstGeom>
        </p:spPr>
      </p:pic>
      <p:pic>
        <p:nvPicPr>
          <p:cNvPr id="5" name="Picture 4"/>
          <p:cNvPicPr>
            <a:picLocks noChangeAspect="1"/>
          </p:cNvPicPr>
          <p:nvPr/>
        </p:nvPicPr>
        <p:blipFill>
          <a:blip r:embed="rId2"/>
          <a:stretch>
            <a:fillRect/>
          </a:stretch>
        </p:blipFill>
        <p:spPr>
          <a:xfrm>
            <a:off x="4646930" y="1848485"/>
            <a:ext cx="3152775" cy="4001770"/>
          </a:xfrm>
          <a:prstGeom prst="rect">
            <a:avLst/>
          </a:prstGeom>
        </p:spPr>
      </p:pic>
      <p:pic>
        <p:nvPicPr>
          <p:cNvPr id="4" name="Picture 3"/>
          <p:cNvPicPr>
            <a:picLocks noChangeAspect="1"/>
          </p:cNvPicPr>
          <p:nvPr/>
        </p:nvPicPr>
        <p:blipFill>
          <a:blip r:embed="rId3"/>
          <a:stretch>
            <a:fillRect/>
          </a:stretch>
        </p:blipFill>
        <p:spPr>
          <a:xfrm>
            <a:off x="6849110" y="2884170"/>
            <a:ext cx="5385435" cy="40017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Transformers overloaded</a:t>
            </a:r>
            <a:endParaRPr lang="en-US"/>
          </a:p>
        </p:txBody>
      </p:sp>
      <p:sp>
        <p:nvSpPr>
          <p:cNvPr id="3" name="Content Placeholder 2"/>
          <p:cNvSpPr>
            <a:spLocks noGrp="1"/>
          </p:cNvSpPr>
          <p:nvPr>
            <p:ph idx="1"/>
          </p:nvPr>
        </p:nvSpPr>
        <p:spPr/>
        <p:txBody>
          <a:bodyPr>
            <a:normAutofit fontScale="70000" lnSpcReduction="20000"/>
          </a:bodyPr>
          <a:lstStyle/>
          <a:p>
            <a:r>
              <a:rPr lang="en-US"/>
              <a:t>GPT (“Decoder-only” Generative Pre Training)</a:t>
            </a:r>
            <a:endParaRPr lang="en-US"/>
          </a:p>
          <a:p>
            <a:r>
              <a:rPr lang="en-US"/>
              <a:t>BERT (Bidirectional Encoder Representation</a:t>
            </a:r>
            <a:br>
              <a:rPr lang="en-US"/>
            </a:br>
            <a:r>
              <a:rPr lang="en-US"/>
              <a:t>From Transformers)</a:t>
            </a:r>
            <a:endParaRPr lang="en-US"/>
          </a:p>
          <a:p>
            <a:r>
              <a:rPr lang="en-US" err="1">
                <a:hlinkClick r:id="rId1"/>
              </a:rPr>
              <a:t>XLNet</a:t>
            </a:r>
            <a:r>
              <a:rPr lang="en-US"/>
              <a:t> (Generalized Autoregressive Pretraining)</a:t>
            </a:r>
            <a:endParaRPr lang="en-US"/>
          </a:p>
          <a:p>
            <a:r>
              <a:rPr lang="en-US">
                <a:hlinkClick r:id="rId2" action="ppaction://hlinkfile"/>
              </a:rPr>
              <a:t>GPT2</a:t>
            </a:r>
            <a:endParaRPr lang="en-US"/>
          </a:p>
          <a:p>
            <a:r>
              <a:rPr lang="en-US" err="1">
                <a:hlinkClick r:id="rId3"/>
              </a:rPr>
              <a:t>RoBERTa</a:t>
            </a:r>
            <a:r>
              <a:rPr lang="en-US"/>
              <a:t> (Robustly Optimized BERT)</a:t>
            </a:r>
            <a:endParaRPr lang="en-US"/>
          </a:p>
          <a:p>
            <a:r>
              <a:rPr lang="en-US" err="1">
                <a:hlinkClick r:id="rId4"/>
              </a:rPr>
              <a:t>DistilBERT</a:t>
            </a:r>
            <a:r>
              <a:rPr lang="en-US"/>
              <a:t> (40% smaller, 97% performance, 60% faster)</a:t>
            </a:r>
            <a:endParaRPr lang="en-US"/>
          </a:p>
          <a:p>
            <a:r>
              <a:rPr lang="en-US">
                <a:hlinkClick r:id="rId5"/>
              </a:rPr>
              <a:t>GPT3</a:t>
            </a:r>
            <a:r>
              <a:rPr lang="en-US"/>
              <a:t> (</a:t>
            </a:r>
            <a:r>
              <a:rPr lang="en-US">
                <a:hlinkClick r:id="rId6"/>
              </a:rPr>
              <a:t>2048-token context</a:t>
            </a:r>
            <a:r>
              <a:rPr lang="en-US"/>
              <a:t>, also see </a:t>
            </a:r>
            <a:r>
              <a:rPr lang="en-US">
                <a:hlinkClick r:id="rId7"/>
              </a:rPr>
              <a:t>this</a:t>
            </a:r>
            <a:r>
              <a:rPr lang="en-US"/>
              <a:t>) then 4, 4.5, 5, </a:t>
            </a:r>
            <a:r>
              <a:rPr lang="en-US">
                <a:latin typeface="Arial" panose="020B0604020202020204" pitchFamily="34" charset="0"/>
                <a:cs typeface="Arial" panose="020B0604020202020204" pitchFamily="34" charset="0"/>
              </a:rPr>
              <a:t>…</a:t>
            </a:r>
            <a:endParaRPr lang="en-US"/>
          </a:p>
          <a:p>
            <a:r>
              <a:rPr lang="en-US">
                <a:hlinkClick r:id="rId8"/>
              </a:rPr>
              <a:t>T5</a:t>
            </a:r>
            <a:r>
              <a:rPr lang="en-US"/>
              <a:t> (Text-to-Text Transfer Transformer; English op-codes)</a:t>
            </a:r>
            <a:endParaRPr lang="en-US"/>
          </a:p>
          <a:p>
            <a:r>
              <a:rPr lang="en-US">
                <a:hlinkClick r:id="rId9"/>
              </a:rPr>
              <a:t>BLOOM</a:t>
            </a:r>
            <a:r>
              <a:rPr lang="en-US"/>
              <a:t> (176B-parameter open-access multilingual LM)</a:t>
            </a:r>
            <a:endParaRPr lang="en-US"/>
          </a:p>
          <a:p>
            <a:r>
              <a:rPr lang="en-US" err="1">
                <a:hlinkClick r:id="rId10"/>
              </a:rPr>
              <a:t>PaLM</a:t>
            </a:r>
            <a:r>
              <a:rPr lang="en-US"/>
              <a:t> (540B), </a:t>
            </a:r>
            <a:r>
              <a:rPr lang="en-US" err="1">
                <a:hlinkClick r:id="rId11"/>
              </a:rPr>
              <a:t>InstructGPT</a:t>
            </a:r>
            <a:endParaRPr lang="en-US"/>
          </a:p>
        </p:txBody>
      </p:sp>
      <p:pic>
        <p:nvPicPr>
          <p:cNvPr id="1026" name="Picture 2" descr="Power Transformer Fire and Explosion: Causes and Control"/>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669165" y="38"/>
            <a:ext cx="3523109" cy="219574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s 3"/>
          <p:cNvSpPr/>
          <p:nvPr/>
        </p:nvSpPr>
        <p:spPr>
          <a:xfrm>
            <a:off x="6145530" y="5949315"/>
            <a:ext cx="5937250" cy="8032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t>Adapters, retrieval augmented LM</a:t>
            </a:r>
            <a:endParaRPr lang="en-US" sz="280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Milestones</a:t>
            </a:r>
            <a:endParaRPr lang="en-IN"/>
          </a:p>
        </p:txBody>
      </p:sp>
      <p:sp>
        <p:nvSpPr>
          <p:cNvPr id="5" name="Content Placeholder 4"/>
          <p:cNvSpPr>
            <a:spLocks noGrp="1"/>
          </p:cNvSpPr>
          <p:nvPr>
            <p:ph idx="1"/>
          </p:nvPr>
        </p:nvSpPr>
        <p:spPr/>
        <p:txBody>
          <a:bodyPr/>
          <a:lstStyle/>
          <a:p>
            <a:r>
              <a:rPr lang="en-US"/>
              <a:t>BERT, GPT and close variations</a:t>
            </a:r>
            <a:endParaRPr lang="en-US"/>
          </a:p>
          <a:p>
            <a:r>
              <a:rPr lang="en-US"/>
              <a:t>T5 (first use of task-specific instruction “prompt” in NL)</a:t>
            </a:r>
            <a:endParaRPr lang="en-US"/>
          </a:p>
          <a:p>
            <a:r>
              <a:rPr lang="en-US"/>
              <a:t>In-context learning</a:t>
            </a:r>
            <a:endParaRPr lang="en-US"/>
          </a:p>
          <a:p>
            <a:r>
              <a:rPr lang="en-US"/>
              <a:t>Chain of thoughts (</a:t>
            </a:r>
            <a:r>
              <a:rPr lang="en-US" err="1"/>
              <a:t>CoT</a:t>
            </a:r>
            <a:r>
              <a:rPr lang="en-US"/>
              <a:t>)</a:t>
            </a:r>
            <a:endParaRPr lang="en-US"/>
          </a:p>
          <a:p>
            <a:r>
              <a:rPr lang="en-IN" err="1"/>
              <a:t>ChatGPT</a:t>
            </a:r>
            <a:r>
              <a:rPr lang="en-IN"/>
              <a:t> (interaction with </a:t>
            </a:r>
            <a:r>
              <a:rPr lang="en-US" altLang="en-IN"/>
              <a:t>‘alignment’</a:t>
            </a:r>
            <a:r>
              <a:rPr lang="en-IN"/>
              <a:t>)</a:t>
            </a: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plain16x9</Template>
  <TotalTime>0</TotalTime>
  <Words>12175</Words>
  <Application>WPS Presentation</Application>
  <PresentationFormat>Widescreen</PresentationFormat>
  <Paragraphs>471</Paragraphs>
  <Slides>67</Slides>
  <Notes>3</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67</vt:i4>
      </vt:variant>
    </vt:vector>
  </HeadingPairs>
  <TitlesOfParts>
    <vt:vector size="85" baseType="lpstr">
      <vt:lpstr>Arial</vt:lpstr>
      <vt:lpstr>SimSun</vt:lpstr>
      <vt:lpstr>Wingdings</vt:lpstr>
      <vt:lpstr>Nunito</vt:lpstr>
      <vt:lpstr>Comfortaa Light</vt:lpstr>
      <vt:lpstr>Cambria Math</vt:lpstr>
      <vt:lpstr>DejaVu Math TeX Gyre</vt:lpstr>
      <vt:lpstr>Calibri Light</vt:lpstr>
      <vt:lpstr>Calibri</vt:lpstr>
      <vt:lpstr>Microsoft YaHei</vt:lpstr>
      <vt:lpstr>Droid Sans Fallback</vt:lpstr>
      <vt:lpstr>Arial Unicode MS</vt:lpstr>
      <vt:lpstr>Calibri</vt:lpstr>
      <vt:lpstr>Aptos Display</vt:lpstr>
      <vt:lpstr>Clear Sans Thin</vt:lpstr>
      <vt:lpstr>Arial</vt:lpstr>
      <vt:lpstr>OpenSymbol</vt:lpstr>
      <vt:lpstr>Office Theme</vt:lpstr>
      <vt:lpstr>Attention and Transformers</vt:lpstr>
      <vt:lpstr>Encoding and decoding sequences</vt:lpstr>
      <vt:lpstr>Encoding granularity</vt:lpstr>
      <vt:lpstr>Need for attention in seq2seq</vt:lpstr>
      <vt:lpstr>In practice…</vt:lpstr>
      <vt:lpstr>Quotable quotes</vt:lpstr>
      <vt:lpstr>Encoding the source sentence</vt:lpstr>
      <vt:lpstr>Attention from each target position</vt:lpstr>
      <vt:lpstr>Attention-weighted avg source state</vt:lpstr>
      <vt:lpstr>Attention example</vt:lpstr>
      <vt:lpstr>Attention example</vt:lpstr>
      <vt:lpstr>Attention example</vt:lpstr>
      <vt:lpstr>Attention improves translation</vt:lpstr>
      <vt:lpstr>Attention strength examples</vt:lpstr>
      <vt:lpstr>Sequence network nomenclature</vt:lpstr>
      <vt:lpstr>Self-Attention</vt:lpstr>
      <vt:lpstr>Self-Attention</vt:lpstr>
      <vt:lpstr>Self-Attention</vt:lpstr>
      <vt:lpstr>Self-Attention</vt:lpstr>
      <vt:lpstr>Self-Attention</vt:lpstr>
      <vt:lpstr>Self-Attention</vt:lpstr>
      <vt:lpstr>Self-Attention</vt:lpstr>
      <vt:lpstr>Self-Attention</vt:lpstr>
      <vt:lpstr>Self-Attention</vt:lpstr>
      <vt:lpstr>Self-Attention</vt:lpstr>
      <vt:lpstr>Self-Attention</vt:lpstr>
      <vt:lpstr>Self-Attention</vt:lpstr>
      <vt:lpstr>Self-Attention</vt:lpstr>
      <vt:lpstr>Self-Attention</vt:lpstr>
      <vt:lpstr>Self-Attention</vt:lpstr>
      <vt:lpstr>Self-Attention</vt:lpstr>
      <vt:lpstr>Self-Attention</vt:lpstr>
      <vt:lpstr>Self-Attention</vt:lpstr>
      <vt:lpstr>Self-Attention</vt:lpstr>
      <vt:lpstr>Self-Attention</vt:lpstr>
      <vt:lpstr>Self-Attention</vt:lpstr>
      <vt:lpstr>Self-Attention</vt:lpstr>
      <vt:lpstr>“Self-attention”</vt:lpstr>
      <vt:lpstr>Self-attention, continued</vt:lpstr>
      <vt:lpstr>Positional encoding</vt:lpstr>
      <vt:lpstr>Notation for positional embeddings</vt:lpstr>
      <vt:lpstr>Absolute positional encoding</vt:lpstr>
      <vt:lpstr>PowerPoint 演示文稿</vt:lpstr>
      <vt:lpstr>Relative positional embedding</vt:lpstr>
      <vt:lpstr>Relative positional embedding</vt:lpstr>
      <vt:lpstr>Rotary position embedding</vt:lpstr>
      <vt:lpstr>Rotary position, continued</vt:lpstr>
      <vt:lpstr>Positional embeddings necessary?</vt:lpstr>
      <vt:lpstr>What’s the objective/loss?</vt:lpstr>
      <vt:lpstr>BERT (“Encoder only”)</vt:lpstr>
      <vt:lpstr>Tasks and losses</vt:lpstr>
      <vt:lpstr>“Encoder-decoder” (BART, T5)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Transformer  Architecture</vt:lpstr>
      <vt:lpstr>MicroGPT by Karpathy</vt:lpstr>
      <vt:lpstr>Language model phylogeny: “Not overwhelming at all!”</vt:lpstr>
      <vt:lpstr>Grows faster than you can prune</vt:lpstr>
      <vt:lpstr>Transformers overloaded</vt:lpstr>
      <vt:lpstr>Milestones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Soumen Chakrabarti</dc:creator>
  <cp:lastModifiedBy>soumen</cp:lastModifiedBy>
  <cp:revision>35</cp:revision>
  <dcterms:created xsi:type="dcterms:W3CDTF">2026-02-17T18:40:39Z</dcterms:created>
  <dcterms:modified xsi:type="dcterms:W3CDTF">2026-02-17T18:40:39Z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1033-11.1.0.11723</vt:lpwstr>
  </property>
</Properties>
</file>