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9" r:id="rId21"/>
    <p:sldId id="281" r:id="rId22"/>
    <p:sldId id="282" r:id="rId23"/>
    <p:sldId id="283" r:id="rId24"/>
    <p:sldId id="284" r:id="rId25"/>
    <p:sldId id="285" r:id="rId26"/>
    <p:sldId id="286" r:id="rId27"/>
    <p:sldId id="288" r:id="rId28"/>
    <p:sldId id="289" r:id="rId29"/>
    <p:sldId id="290" r:id="rId30"/>
    <p:sldId id="291" r:id="rId31"/>
    <p:sldId id="292" r:id="rId32"/>
    <p:sldId id="293" r:id="rId33"/>
    <p:sldId id="280" r:id="rId34"/>
    <p:sldId id="278" r:id="rId35"/>
    <p:sldId id="301" r:id="rId36"/>
    <p:sldId id="396" r:id="rId37"/>
    <p:sldId id="317" r:id="rId38"/>
    <p:sldId id="318" r:id="rId39"/>
    <p:sldId id="319" r:id="rId40"/>
    <p:sldId id="315" r:id="rId41"/>
    <p:sldId id="397" r:id="rId42"/>
    <p:sldId id="320" r:id="rId43"/>
    <p:sldId id="321" r:id="rId44"/>
    <p:sldId id="322" r:id="rId45"/>
    <p:sldId id="302" r:id="rId46"/>
    <p:sldId id="363" r:id="rId47"/>
    <p:sldId id="364" r:id="rId48"/>
    <p:sldId id="365" r:id="rId49"/>
    <p:sldId id="366" r:id="rId50"/>
    <p:sldId id="376" r:id="rId51"/>
    <p:sldId id="377" r:id="rId52"/>
    <p:sldId id="378" r:id="rId53"/>
    <p:sldId id="381" r:id="rId54"/>
    <p:sldId id="382" r:id="rId55"/>
    <p:sldId id="383" r:id="rId56"/>
    <p:sldId id="384" r:id="rId57"/>
    <p:sldId id="385" r:id="rId58"/>
    <p:sldId id="386" r:id="rId59"/>
    <p:sldId id="387" r:id="rId60"/>
    <p:sldId id="367" r:id="rId61"/>
    <p:sldId id="368" r:id="rId62"/>
    <p:sldId id="369" r:id="rId63"/>
    <p:sldId id="370" r:id="rId64"/>
    <p:sldId id="371" r:id="rId65"/>
    <p:sldId id="372" r:id="rId66"/>
    <p:sldId id="398" r:id="rId67"/>
    <p:sldId id="373" r:id="rId68"/>
    <p:sldId id="374" r:id="rId6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>
          <p15:clr>
            <a:srgbClr val="A4A3A4"/>
          </p15:clr>
        </p15:guide>
        <p15:guide id="2" pos="380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umen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00"/>
        <p:guide pos="38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76" Type="http://schemas.openxmlformats.org/officeDocument/2006/relationships/tableStyles" Target="tableStyles.xml" /><Relationship Id="rId7" Type="http://schemas.openxmlformats.org/officeDocument/2006/relationships/slide" Target="slides/slide6.xml" /><Relationship Id="rId71" Type="http://schemas.openxmlformats.org/officeDocument/2006/relationships/handoutMaster" Target="handoutMasters/handout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9" Type="http://schemas.openxmlformats.org/officeDocument/2006/relationships/slide" Target="slides/slide28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66" Type="http://schemas.openxmlformats.org/officeDocument/2006/relationships/slide" Target="slides/slide65.xml" /><Relationship Id="rId7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61" Type="http://schemas.openxmlformats.org/officeDocument/2006/relationships/slide" Target="slides/slide60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56" Type="http://schemas.openxmlformats.org/officeDocument/2006/relationships/slide" Target="slides/slide55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commentAuthors" Target="commentAuthors.xml" /><Relationship Id="rId3" Type="http://schemas.openxmlformats.org/officeDocument/2006/relationships/slide" Target="slides/slide2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59" Type="http://schemas.openxmlformats.org/officeDocument/2006/relationships/slide" Target="slides/slide58.xml" /><Relationship Id="rId67" Type="http://schemas.openxmlformats.org/officeDocument/2006/relationships/slide" Target="slides/slide66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notesMaster" Target="notesMasters/notesMaster1.xml" /><Relationship Id="rId7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18615 8975 3 0,'0'0'0'0,"-13"0"17"0,13 0 4 0,0-12 1 0,0 12-6 0,0 0-3 0,0 0-1 0,0 0 11 0,0 0-21 0,0 12 3 0,0-12-1 0,13 12-1 0,-13 0 0 0,0-12 0 0,13 12-1 0,-2-1 1 0,61 39 7 0,-60-38-8 0,13 0-1 0,-1-1 0 0,0 13-1 0,0-11 1 0,1-2 0 0,-1 3 0 0,24 9 0 0,-24-10 0 0,133 35 3 0,-108-37-4 0,-13 2 1 0,120 11-1 0,-117-11 1 0,7-13 0 0,-9 11-1 0,11-11 0 0,1 13 1 0,12-2-1 0,-13-11 0 0,61 13 1 0,-61-1-1 0,0-12 0 0,1 0 0 0,-1 0 0 0,1 0 1 0,0 0-1 0,47 0 1 0,-36 0 1 0,-11 12-2 0,-1-12 1 0,12 0-1 0,36 12 0 0,-33-12 1 0,-16 0-1 0,13 0 0 0,-11 0 0 0,12 0 0 0,-1 0 0 0,133-12 1 0,-132 12-1 0,-1 0 0 0,1 0 1 0,-2-12-1 0,-9 12 0 0,22 0 0 0,-11-12 0 0,-1 12 1 0,13-13-1 0,-13 2 1 0,14-2 0 0,-15 2-1 0,2 11 1 0,-1-13-1 0,1 2 0 0,11-2 1 0,-22 0-1 0,21 2 0 0,-11-2 0 0,13-11 2 0,0 13 0 0,-13-2 0 0,12-10-1 0,2 9 0 0,-2-10 1 0,1 13-2 0,-1-2 1 0,-11-10 0 0,11-1 1 0,13 12 0 0,-12-14 3 0,12 3-2 0,-13 11 0 0,0 0 0 0,-11-12-1 0,-1 12 0 0,-23 0 0 0,-1 12 0 0,-12-13-1 0,-24 13 0 0,0 0-3 0,0 0-20 0,-12 0-77 0,12 13 22 0</inkml:trace>
  <inkml:trace contextRef="#ctx0" brushRef="#br0">22630 9518 51 0,'0'-11'35'0,"0"11"-24"0,24-12-9 0,37 12 14 0,-13-12-7 0,13 12-3 0,84-12 6 0,-60 12-7 0,0-12 0 0,-25 0-1 0,12-1-1 0,-23 13-1 0,-1-11 3 0,-36 11-2 0,-12 0 3 0,0 0-5 0,0 11 0 0,0 2 1 0,0-1-1 0,0 0 0 0,12 0 2 0,12 109 4 0,-24-85-5 0,0 13 0 0,12 11 0 0,-12-12 1 0,13 13-2 0,-1-13 0 0,-12 1-1 0,24 60 2 0,-12-61-2 0,-12 11 0 0,0 2 1 0,0-13-1 0,0 13 0 0,12 0-1 0,-12 36 2 0,0-49 0 0,12-11-1 0,-12-1 0 0,13 0 1 0,-13 13-2 0,0-26 2 0,11 14 0 0,-11-1-1 0,0-11-1 0,0-1 2 0,0 12-1 0,0-12 0 0,11 0 0 0,-11-12-1 0,0 13 2 0,0-13-1 0,0 24 1 0,0-24-2 0,0 0 1 0,0-1 1 0,0-11-2 0,0 14 2 0,0-14-1 0,0 0 0 0,0 12 0 0,0-12 0 0,0 0 1 0,0 12-1 0,0-12 0 0,-11 0 0 0,11 12 1 0,-11-12 0 0,11 0-1 0,-13 0 1 0,-11 0-1 0,12 12 0 0,-24-12 1 0,-13 0-1 0,1 12 0 0,-25-1 0 0,1-11 1 0,-13 0 0 0,-12 13 0 0,13-13 0 0,-1 0 0 0,11 0 0 0,27 0 0 0,23 0 0 0,0 0 0 0,36 0-2 0,-12 0-1 0,12 0-1 0,0 11-8 0,0-11-35 0,-12 24-72 0</inkml:trace>
  <inkml:trace contextRef="#ctx0" brushRef="#br0">24663 9870 103 0,'-25'-25'18'0,"-11"25"-13"0,-1 0 3 0,-11 13-2 0,-1 11-1 0,1 12 0 0,0 1-2 0,12 11-1 0,11-13 2 0,14 15 0 0,11-2 0 0,0-13 0 0,36 15 2 0,-11-39-4 0,95 37 2 0,-72-35-3 0,1 0-1 0,-1-13-4 0,-24 0-14 0,0 0-28 0,0 0-44 0</inkml:trace>
  <inkml:trace contextRef="#ctx0" brushRef="#br0">25135 9858 116 0,'0'-13'8'0,"0"13"-5"0,-13-11 5 0,-11 11 0 0,-24 11-1 0,-1 2-3 0,0 11-1 0,1 12-3 0,24-11 1 0,12 11-1 0,12 0 0 0,36-13 0 0,0 3 0 0,25 10 1 0,-1 0-2 0,1-12 1 0,-13 13 0 0,-24-13 0 0,-12 0 1 0,-12 0 1 0,-36 0 5 0,1-11 0 0,-14-2-2 0,0 2 0 0,-11-13-2 0,-1 0-1 0,-22-24-11 0,69-2-22 0,28 15-87 0</inkml:trace>
  <inkml:trace contextRef="#ctx0" brushRef="#br0">25666 9882 82 0,'0'-12'51'0,"0"-13"-44"0,0 14-4 0,-12-2 5 0,-13 2-1 0,-10 22-1 0,-37 38-1 0,47-13-2 0,-35 25 1 0,11 10-1 0,1 38-2 0,48-48 0 0,12 0-1 0,24-13 0 0,24-11 0 0,1-13 0 0,-1-24 0 0,0 0 1 0,-23 0 1 0,-13-24 0 0,-36-74 9 0,-24 63-10 0,-12 11 1 0,-13 12-2 0,1-2 0 0,-49 28-11 0,97-2-17 0,12-1-37 0,12-11 2 0</inkml:trace>
  <inkml:trace contextRef="#ctx0" brushRef="#br0">25909 9906 89 0,'0'-12'9'0,"0"-12"-2"0,22-1 7 0,3 14 5 0,13-13-3 0,9 11-5 0,1 13-5 0,1 0-2 0,-25 24-2 0,-12 0-1 0,-12 25 1 0,0-13-1 0,-36 1 1 0,-13-1-1 0,13-24-1 0,-12 11 1 0,24-9-1 0,24-14 0 0,-13 0-1 0,39 12 1 0,9 0 0 0,13 12 0 0,1-1 0 0,-1 14-1 0,-11 0 1 0,-26-2 0 0,2 2 0 0,-13-13 1 0,-24-11 1 0,11-2 3 0,-35 2 0 0,12-13-2 0,-13 0-2 0,0 0-1 0,1-13 0 0,24 13-7 0,11-11-13 0,13-2-43 0,0 13-5 0</inkml:trace>
  <inkml:trace contextRef="#ctx0" brushRef="#br0">26318 10293 132 0,'0'0'9'0,"13"0"-9"0,13 0 5 0,-2 0 3 0,-2 0-2 0,15 13-2 0,11-13-2 0,1 0 2 0,-12 0 0 0,-13-13 0 0,-12 0-1 0,0 13 0 0,-12-24 0 0,0 0-2 0,-12-11 1 0,0 23-2 0,-1-13 1 0,-11 12-1 0,12 2 1 0,0-2-1 0,0 13 0 0,0-11 1 0,0 11-1 0,-1 0 0 0,1-12 1 0,-36 0-1 0,36 0 0 0,-1 0 0 0,2 0 0 0,0-2 0 0,11-33 0 0,0 23 0 0,11-13 1 0,0 13-1 0,2 12 0 0,-13-12 0 0,12 12 0 0,0-1 0 0,0 2 1 0,0 11 0 0,12 0 0 0,-11 0 1 0,23-13-1 0,1 13 0 0,-1 0 1 0,0-11-2 0,-12-2-1 0,-11 13-10 0,-13 0-63 0,0-12-5 0</inkml:trace>
  <inkml:trace contextRef="#ctx0" brushRef="#br0">27118 10147 89 0,'0'0'28'0,"0"-11"-18"0,24 11-4 0,12 0 8 0,12 0-3 0,13-13-4 0,24 13-3 0,-2 0-2 0,-9 0-1 0,-14 0 1 0,-11 0-1 0,-25 0-1 0,-24 0 0 0,0-11-4 0,-12-1-6 0,-25 0-3 0,13 12 1 0,-12-12 2 0,12 0 2 0,13 0 5 0,-2 12 5 0,13 0 1 0,24 0 2 0,-13 0 5 0,26 0-1 0,-13 0 1 0,61 36 12 0,-85-24-20 0,-12 0 1 0,-12 12-2 0,-25-13-6 0,13 2-11 0,-11-2-26 0,34 3-49 0</inkml:trace>
  <inkml:trace contextRef="#ctx0" brushRef="#br0">28570 9858 118 0,'0'0'0'0,"-13"-37"28"0,13 37-27 0,-73-11 1 0,13 11 2 0,-1 24-2 0,-60 36 0 0,73-36 0 0,24 1 0 0,12-1 0 0,12-12 0 0,12 12-1 0,0 0 1 0,0-24 1 0,-12 11 0 0,13 3 1 0,-13-2-1 0,0 0 0 0,0 0-2 0,0 12 1 0,0 0-2 0,0-13 1 0,0 27 0 0,11-26-1 0,13 12 2 0,-12-24 0 0,26 11 0 0,-16-11 0 0,3-11 0 0,11 11-1 0,-12-13 0 0,13 13-1 0,-13 0 0 0,-12 0-3 0,12 0-7 0,-11 0-13 0,11 0-38 0,-24 0-9 0</inkml:trace>
  <inkml:trace contextRef="#ctx0" brushRef="#br0">29125 9834 126 0,'0'-13'11'0,"0"-11"-10"0,-12 24 1 0,-13-12 2 0,-34 12 2 0,11 0-2 0,-13 25-2 0,24 10-1 0,1 2-1 0,36-1 1 0,0-11 0 0,25 11 0 0,84 23 0 0,-48-21-1 0,-2-2 1 0,-23-12-1 0,-11-13 1 0,-25 2 2 0,-13-2 7 0,-11 3-3 0,-13-14-2 0,2 0-1 0,-15 0 0 0,15 0-3 0,-1 0 0 0,0 0-4 0,12 0-14 0,-1 0-122 0</inkml:trace>
  <inkml:trace contextRef="#ctx0" brushRef="#br0">29682 9834 117 0,'0'-13'10'0,"-12"-11"-8"0,0 12 4 0,-25 12 0 0,1 12 2 0,-13 12-3 0,1 25-2 0,-11 11 1 0,9 1-1 0,26 12-2 0,0-14 0 0,24-11-1 0,73 13 1 0,-1-48 3 0,-12-13-2 0,-11-13 0 0,12-11 3 0,-61-13-3 0,-13 2 1 0,-35 11-1 0,-1 0-2 0,-71 12-6 0,70 12-17 0,28 24-104 0</inkml:trace>
  <inkml:trace contextRef="#ctx0" brushRef="#br0">29912 10076 129 0,'24'-24'10'0,"24"-1"-9"0,1-11-1 0,-13-12 0 0,-12 11 0 0,1-11 1 0,-14 0 0 0,0 23 0 0,-22 0 2 0,-13 25-2 0,12 37 0 0,0 0 0 0,0 11 0 0,12 13 0 0,0-1 0 0,12 1 0 0,0-2 0 0,-12 3 1 0,12-26-1 0,-24-1 0 0,12-11 0 0,-12-11 0 0,0 0 0 0,0-2-1 0,12-11 0 0,0 0-1 0</inkml:trace>
  <inkml:trace contextRef="#ctx0" brushRef="#br0">30444 9858 134 0,'0'-13'10'0,"0"13"-10"0,-12 13 2 0,-13 11 6 0,-11 24 1 0,0 13-3 0,0 12-3 0,11 10-2 0,25-22 0 0,0 0 0 0,36-13 0 0,1-11 0 0,11-13 1 0,1-24 2 0,-1 0-1 0,13-24-1 0,-2-24 1 0,-10-2-2 0,-24 2 2 0,-14 0-3 0,-11-24 0 0,0-1 0 0,-36-60-1 0,-48 85-7 0,47 48-8 0,2 0-16 0,22 36-53 0,13-24 43 0</inkml:trace>
  <inkml:trace contextRef="#ctx0" brushRef="#br0">30940 10015 74 0,'0'0'0'0,"0"-24"67"0,37-12-66 0,-2-13 5 0,-11 1 6 0,0 11 3 0,-24 13-7 0,13 12-5 0,-26 37 4 0,1 23-3 0,-12 12-1 0,12 13 0 0,-1 12-3 0,13-14 1 0,13 14-1 0,-1-24 0 0,0 0 0 0,0-25-4 0,-12 0-44 0,0-36-35 0</inkml:trace>
  <inkml:trace contextRef="#ctx0" brushRef="#br0">1282 12808 26 0,'0'0'6'0,"0"0"-3"0,0 0-1 0,0 13 5 0,0-13 2 0,0 12-3 0,12 0-2 0,12 12 0 0,37 0 6 0,-12-11-5 0,-1-1 0 0,-11 0-1 0,9-12 0 0,4 12 0 0,95-36 2 0,-109 12-4 0,11-12-1 0,-9 11-1 0,-2 2 1 0,73-14-1 0,-85 25 0 0,24 0 0 0,-11 12 1 0,-1 12-1 0,1-11 0 0,11 11 3 0,-11-12-2 0,48 12 0 0,-26-12 2 0,-23-12 0 0,1 0 1 0,11-12-1 0,0-12 1 0,1-1-1 0,11 1-2 0,12 0 0 0,-11 0 0 0,-12 0-1 0,-1 11 1 0,-11 2 0 0,11 11-2 0,-24 11 0 0,11 2 2 0,-10-2 0 0,0 14 1 0,10 0-1 0,14 10-1 0,0-22 1 0,-13 11-1 0,12-24 0 0,-11 12 0 0,0-12 1 0,9 0-1 0,-7-12 1 0,7 0 0 0,3-13-1 0,-12-10 1 0,11 10-1 0,-11 0 0 0,11 1 0 0,0 0-1 0,-13 24 1 0,-9-11 0 0,9 11 0 0,-10 11 0 0,-1 2 1 0,0 11-1 0,1 0 0 0,-1 13 0 0,12-13 1 0,-12 0-1 0,13-12 0 0,-13 0 1 0,13-12-1 0,-2 0 1 0,15-12 0 0,-3 0 0 0,1-12-1 0,13-13 1 0,-13 25-1 0,1-13 0 0,0 1 0 0,-14 24 0 0,2-11 0 0,-13-2 0 0,12 26 0 0,-24-13 0 0,25 35 2 0,-1-22-2 0,-12 11 1 0,12 0 0 0,1-11 0 0,11-2 0 0,12-11 2 0,-10 0-1 0,9-11-1 0,2-2 0 0,-13 2 0 0,1-2 0 0,-13 1-1 0,0 12 0 0,-1-12 0 0,28 12 0 0,-28-13 1 0,13 13-1 0,1 0 0 0,132 0 9 0,-170 0-12 0,3 13-47 0,-14-13-22 0</inkml:trace>
  <inkml:trace contextRef="#ctx0" brushRef="#br0">8116 11709 18 0,'0'0'8'0,"-11"12"-4"0,11-12 2 0,0 23 3 0,11 1 0 0,0 13-2 0,2-13-1 0,-2 0 0 0,2 0 5 0,24-24 3 0,-13 13 0 0,24-37 2 0,13-25-1 0,12 0-3 0,108-71 5 0,-97 72-14 0,-23-2-1 0,0 27-1 0,-39 11 0 0,-8 0-2 0,-14 0-11 0,36 24-134 0</inkml:trace>
  <inkml:trace contextRef="#ctx0" brushRef="#br0">10862 11612 98 0,'-13'0'5'0,"13"24"-5"0,0 12 3 0,13 1 5 0,0-2 0 0,22 13-3 0,13-23 2 0,13-13 6 0,23-24 4 0,12-24 1 0,14-36-2 0,11-1-5 0,-24 13-6 0,12-13-5 0,-96 61-33 0,-13 48-111 0</inkml:trace>
  <inkml:trace contextRef="#ctx0" brushRef="#br0">19364 12035 54 0,'0'-12'25'0,"-12"12"-21"0,12 0-1 0,0 12 12 0,0 37 2 0,0 11-4 0,0 13-6 0,0-2-2 0,0 3-2 0,0-14-1 0,0 0-1 0,0-35 0 0,12-13-1 0,-12-12-7 0,0 0-24 0,14-24-64 0</inkml:trace>
  <inkml:trace contextRef="#ctx0" brushRef="#br0">19328 11999 60 0,'0'0'12'0,"85"-37"23"0,-25 25-18 0,1 0-9 0,0 12-4 0,-13 0-3 0,-24 0 0 0,0 0-3 0,-11 12-15 0,-13 0-25 0,0 1-21 0</inkml:trace>
  <inkml:trace contextRef="#ctx0" brushRef="#br0">19413 12301 61 0,'0'0'7'0,"24"-13"-3"0,0-11 1 0,24 13 5 0,-11-2-6 0,-1 13-7 0,1 13-30 0,-1-13-15 0</inkml:trace>
  <inkml:trace contextRef="#ctx0" brushRef="#br0">19921 12288 50 0,'0'0'0'0,"-12"0"24"0,0 37 1 0,12 0-11 0,0-13-4 0,12 36-5 0,-12-35-4 0,12-1-1 0,-12-12-1 0,12 0-11 0,-12-12-14 0,0 0-40 0</inkml:trace>
  <inkml:trace contextRef="#ctx0" brushRef="#br0">19993 11950 68 0,'13'-12'2'0,"11"12"-1"0,24 0 17 0,-37 24-13 0,2 13 0 0,-13-13-4 0,0 23 2 0,-24-21 2 0,13-14 1 0,-14 0 8 0,-24-24 1 0,38 0-9 0,-14 0-4 0,13-13-1 0,12 1-2 0,24 0-15 0,0 12-24 0,1 12-28 0</inkml:trace>
  <inkml:trace contextRef="#ctx0" brushRef="#br0">20574 12035 82 0,'0'-12'6'0,"0"-12"7"0,0 12 2 0,0 0 6 0,0 36-9 0,0 12-7 0,12 146 9 0,0-98-13 0,0-12 0 0,0 26-1 0,-12-87-9 0,0 14-17 0,0-25-30 0,0 0-16 0</inkml:trace>
  <inkml:trace contextRef="#ctx0" brushRef="#br0">20405 11926 86 0,'0'0'0'0,"24"-24"3"0,36 24 1 0,12 0 14 0,26 24-2 0,-14 25-8 0,-11 23-4 0,-13 13-3 0,-23-14 0 0,-24 14 2 0,-13-24 5 0,-50-13 0 0,-10-11 1 0,-13-13-2 0,1-11-3 0,-13-13-2 0,25 11-4 0,-12-11-155 0</inkml:trace>
  <inkml:trace contextRef="#ctx0" brushRef="#br0">21590 12495 110 0,'0'0'12'0,"-24"0"-2"0,-25 60 5 0,37-11-9 0,-12-13-5 0,12 12-3 0,12-11-35 0,-12-13-53 0</inkml:trace>
  <inkml:trace contextRef="#ctx0" brushRef="#br0">22606 12108 47 0,'-12'-12'20'0,"0"0"6"0,0-2-1 0,-1 14-6 0,13 38-3 0,0-2-10 0,0 12-1 0,13 13-1 0,-13-2-2 0,0 15 0 0,0-14-1 0,0-11-1 0,0-25 0 0,0 0 0 0,12-12-4 0,-12-12-17 0,0 0-18 0,0-12-29 0,0 0 35 0</inkml:trace>
  <inkml:trace contextRef="#ctx0" brushRef="#br0">22896 11987 61 0,'0'-12'31'0,"12"-1"-26"0,0 13 1 0,-12 13 7 0,0 11-1 0,-12 12-5 0,0-1-4 0,-25 3-2 0,2-2 1 0,-2-1-1 0,-11 3-1 0,24-15 0 0,-24 14 1 0,23-13-1 0,-11-13 2 0,36 2-2 0,0 11-1 0,24 0 2 0,-12 0 1 0,25 1 1 0,-1-1 1 0,1-12-1 0,-2 12-1 0,2 1-2 0,-13-1 0 0,0 0-7 0,-12-13-31 0,12-11-58 0</inkml:trace>
  <inkml:trace contextRef="#ctx0" brushRef="#br0">23139 12168 44 0,'0'0'0'0,"-13"-36"25"0,13 24-7 0,-12 0-2 0,24 36 0 0,12 12-11 0,-13 13-1 0,27 72 3 0,-2-73-6 0,-12 0 0 0,12-11 0 0,-11-1 0 0,-1-24 0 0,-12 0 1 0,0-12 6 0,0 0 4 0,-12 0-3 0,12-24-4 0,0-1-2 0,-12 14-1 0,12-26 0 0,0-11-1 0,61-146 2 0,-37 134-3 0,-36 36 1 0,25 0-1 0,-25 10 0 0,12 3-4 0,0 22-15 0,0 15-36 0,1-2-31 0</inkml:trace>
  <inkml:trace contextRef="#ctx0" brushRef="#br0">23852 12531 54 0,'0'0'17'0,"0"0"-16"0,0 12 1 0,0-12 13 0,0 0 6 0,12 0-10 0,0-24-1 0,-12 0 1 0,12-13-1 0,-12 1-2 0,12-24-3 0,-12-1-3 0,13-11-1 0,-2 11 0 0,-11 1-1 0,11 22 1 0,-11 27-1 0,14-1 0 0,-2 24-1 0,-12-1 1 0,13 27 0 0,11 9 0 0,-13 1 0 0,13 26 0 0,-12-2 0 0,13-24-1 0,-14 1 1 0,2-24 0 0,-13-25 1 0,11 11 0 0,-11-35 4 0,13 12-5 0,35-133 1 0,-24 73 0 0,1-2-1 0,-1 15-1 0,-12-2 0 0,13 25 1 0,-25 24 0 0,11 12-2 0,-11 0 2 0,0 36 0 0,13 0 0 0,-13 13 0 0,11-2 0 0,2 15 0 0,-1-2 0 0,48 97-23 0,-49-120-28 0,-11-13-25 0</inkml:trace>
  <inkml:trace contextRef="#ctx0" brushRef="#br0">24638 12312 75 0,'0'-11'13'0,"12"-2"-6"0,-12 13-3 0,13 37 15 0,-2-13-15 0,-11 24-1 0,0-11 1 0,0 0 0 0,0-26-2 0,11 14 0 0,-11-25 1 0,0 12 3 0,0-12 4 0,0-12-3 0,13 0-5 0,0-1-1 0,11-23 0 0,0 12-1 0,0-12 0 0,0-1 0 0,13 0 0 0,-13 2 0 0,0 11 0 0,-12 24 1 0,0 0-2 0,0 0 1 0,0 24 1 0,-12 11 0 0,12-9 0 0,1 9 0 0,-1-11-1 0,0 13 0 0,12-13 0 0,-12-11-6 0,0 11-21 0,1-12-37 0,-2-12 16 0</inkml:trace>
  <inkml:trace contextRef="#ctx0" brushRef="#br0">25279 12458 72 0,'0'0'0'0,"24"-24"29"0,37-13 7 0,-37 13-17 0,-12 13-11 0,12-2-5 0,-24-11-1 0,0-13-1 0,-12 13-1 0,0 13 1 0,-24-2-2 0,12 13 1 0,-13 13 0 0,13 11 0 0,0 11 0 0,11 2 1 0,26 24 1 0,23-37-1 0,0 0 0 0,13 0-1 0,12 1 1 0,-1-13-5 0,-13-12-20 0,3 0-22 0,-2-24-15 0,-36 24 29 0</inkml:trace>
  <inkml:trace contextRef="#ctx0" brushRef="#br0">25763 11975 65 0,'0'0'0'0,"-12"-13"37"0,12 13-21 0,-12 0-11 0,12 13 5 0,-12 23-2 0,-1 12-1 0,13 13-1 0,0 11 1 0,0 0-3 0,13 13-1 0,-1-12-1 0,12-24-1 0,-12-1 0 0,0-24 0 0,-12-24-1 0,0 0 1 0,0-12-45 0,-12-12-49 0</inkml:trace>
  <inkml:trace contextRef="#ctx0" brushRef="#br0">25594 12179 90 0,'0'0'0'0,"24"0"12"0,12 0-7 0,24 0 14 0,1 0-2 0,12 0-9 0,-12 0-6 0,-14 13-27 0,-35-13-70 0</inkml:trace>
  <inkml:trace contextRef="#ctx0" brushRef="#br0">26488 12555 104 0,'0'-12'22'0,"0"-12"-18"0,25 36-4 0,-25 0 2 0,0 11 3 0,-12 63 4 0,-1-50-8 0,-11 1 1 0,0-2 0 0,12-22-1 0,0-2-2 0,-1-11-13 0,13 0-53 0,0-11 17 0</inkml:trace>
  <inkml:trace contextRef="#ctx0" brushRef="#br0">26997 12543 149 0,'0'-36'11'0,"12"36"-10"0,0 0 1 0,-12 0 0 0,0 0-3 0,25 0-13 0,-3 12-41 0,-9 0-24 0</inkml:trace>
  <inkml:trace contextRef="#ctx0" brushRef="#br0">27505 12519 108 0,'24'-12'11'0,"48"12"-109"0</inkml:trace>
  <inkml:trace contextRef="#ctx0" brushRef="#br0">28000 12543 154 0,'0'-12'20'0,"12"12"-29"0,37 12-101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12736 12023 33 0,'0'0'0'0,"0"-24"25"0,-11 24-15 0,11 0-1 0,0 0-2 0,0 12-3 0,0 12 1 0,0 25 1 0,35 144 16 0,-22-132-22 0,22-13 1 0,-11-12-1 0,13-12 1 0,-13-24-1 0,13 12 3 0,-13-24 0 0,25-12 2 0,-25-12 3 0,0-1 1 0,-12-24-1 0,0-10-2 0,-12-2-2 0,-12 13-2 0,-37-74-1 0,38 134-3 0,11 0-17 0,36 37-97 0</inkml:trace>
  <inkml:trace contextRef="#ctx0" brushRef="#br0">13293 12203 94 0,'0'-11'6'0,"0"-2"-5"0,24 13 1 0,-24 0 3 0,12 13 3 0,0 12-3 0,-12 11-2 0,12 12-1 0,-12-11 1 0,0-13-1 0,0 11 0 0,0-22-1 0,0-13 1 0,12 0 2 0,-12-13 0 0,12 2-2 0,1-13-2 0,-1-13 1 0,0 0 0 0,12 2-1 0,-12 11 1 0,0 12-1 0,12-2 0 0,-13 14 0 0,14 14 0 0,-12-2 0 0,12 36 1 0,-14-24 2 0,13 13-2 0,-24-13 0 0,12 0 0 0,0-24-1 0,-12 24-6 0,12-24-26 0,-12 0-66 0</inkml:trace>
  <inkml:trace contextRef="#ctx0" brushRef="#br0">13862 11987 54 0,'0'-12'23'0,"-13"-1"-1"0,13 26-13 0,13-1 0 0,-13 24-2 0,0 0-1 0,0 13-1 0,11-13 0 0,-11 12-2 0,0-11-2 0,11 83 1 0,2-96-1 0,12 0 0 0,-13-11 0 0,1-13 3 0,9 0 2 0,-9 0 1 0,11 0-4 0,61 0 0 0,-61 0-3 0,-12 0-5 0,0 0-22 0</inkml:trace>
  <inkml:trace contextRef="#ctx0" brushRef="#br0">14297 12229 59 0,'0'0'26'0,"-13"-12"-19"0,13 59 25 0,0-10-21 0,0 0-4 0,13 11 4 0,-13-24-9 0,0-12-1 0,0 0-1 0,0 0-12 0,0-12-33 0,0 0-31 0</inkml:trace>
  <inkml:trace contextRef="#ctx0" brushRef="#br0">14236 11938 101 0,'-24'-24'37'0,"24"24"-38"0,12 0 0 0,-12 12-10 0,36 24-102 0</inkml:trace>
  <inkml:trace contextRef="#ctx0" brushRef="#br0">14575 12325 39 0,'-12'0'35'0,"24"0"-26"0,-12 0 8 0,0 24-12 0,0 0-1 0,0 0 0 0,12 1 0 0,-12-1-1 0,0-24 1 0,12 12 3 0,-12-24 19 0,0-12-25 0,0-25 0 0,0 14 0 0,0-2-1 0,12 0 0 0,-12 2 1 0,47-2-1 0,-21 37 0 0,11 0 0 0,-26 0 1 0,25 25 0 0,-24 11 0 0,12-1 0 0,-11-11 1 0,-2 2-1 0,2-2 0 0,-13-13 0 0,12 2 0 0,-12-13 3 0,0-13 1 0,12 2-5 0,24-50-17 0,-11 24 8 0,-13 13 5 0,12 13 3 0,-12-1 1 0,13 12 0 0,-14 12 5 0,13 36 6 0,-13-24-8 0,-11 0-2 0,14 0-1 0,-2 37-54 0,1-49-54 0</inkml:trace>
  <inkml:trace contextRef="#ctx0" brushRef="#br0">15301 12240 97 0,'0'-11'33'0,"0"11"-30"0,0 24-2 0,0 0 10 0,0 0 2 0,12 13-8 0,-12-13-3 0,12 0-1 0,0 0-1 0,0 0-4 0,0-12-35 0,-12-12-54 0</inkml:trace>
  <inkml:trace contextRef="#ctx0" brushRef="#br0">15567 11938 72 0,'-25'-12'28'0,"25"0"-13"0,0 12-6 0,-12 0-1 0,12 12-3 0,0 24 2 0,12 122 20 0,-12-99-22 0,12 15-3 0,1-15-1 0,-2-22 0 0,-11 11 1 0,0-11-2 0,0-37-30 0,-11 12-96 0</inkml:trace>
  <inkml:trace contextRef="#ctx0" brushRef="#br0">15542 11962 27 0,'0'0'23'0,"12"-36"-3"0,25 24 1 0,-1-12-2 0,12 11-9 0,-23 13-7 0,-1 0-2 0,-24 0-1 0,12 13-2 0,-12-1-19 0,-12 12-59 0</inkml:trace>
  <inkml:trace contextRef="#ctx0" brushRef="#br0">15288 12059 71 0,'-12'0'12'0,"12"-12"-7"0,0 12-8 0,12 0-29 0,1 12-5 0</inkml:trace>
  <inkml:trace contextRef="#ctx0" brushRef="#br0">15458 12155 83 0,'0'0'0'0,"0"0"11"0,24 0-7 0,0 0 5 0,12-11-4 0,0 11-3 0,1 0-3 0,11 0-9 0,-11 11-20 0,-13-11-39 0</inkml:trace>
  <inkml:trace contextRef="#ctx0" brushRef="#br0">15880 12168 32 0,'0'0'0'0,"0"-13"39"0,0 13-20 0,0 0-3 0,-11 0-7 0,-13 13-3 0,0 11-1 0,-2 1 0 0,4 11-2 0,9 36 0 0,13-35-3 0,24-13 0 0,0-13 1 0,13 2 1 0,11-13-1 0,-12 0 1 0,0-24-1 0,1 0 3 0,-25 11 0 0,-12-11-1 0,-12-13-1 0,-12 2-1 0,-96-26-18 0,107 61-5 0,1 0-16 0,12 11-31 0</inkml:trace>
  <inkml:trace contextRef="#ctx0" brushRef="#br0">16135 12229 65 0,'0'0'0'0,"0"0"11"0,0 0-9 0,25 11 3 0,-14 13 1 0,14 0-3 0,-1 13-2 0,-12-13 0 0,1 0 2 0,-2 0 3 0,-11-11 4 0,0-13 9 0,0-13 12 0,-11-11-21 0,11 0-2 0,0-13-5 0,0 13-1 0,0-11-1 0,0-1 0 0,11 22-2 0,13 3-5 0,-12-2-15 0,26 13-51 0,-16 13-2 0</inkml:trace>
  <inkml:trace contextRef="#ctx0" brushRef="#br0">16534 12253 58 0,'0'-13'29'0,"0"13"-17"0,0 0-4 0,0 0 3 0,13 0-5 0,-2 37-4 0,-11-13 0 0,0 13-1 0,11-2 0 0,-11 2 0 0,0-13-1 0,14-12 0 0,-14-12 3 0,0 0 7 0,0-12-2 0,12-12-5 0,-12 0-1 0,24-37 0 0,0 24-2 0,-13 2 1 0,2-1-1 0,-1-2 0 0,13 27 0 0,-12-2 0 0,-2 13 0 0,-11 0 0 0,0 24 1 0,11 14-1 0,2-2 1 0,-13-1-1 0,12 15 1 0,0-26-1 0,0 11 0 0,0-22 0 0,-12-1 1 0,12-12 1 0,-12 0 1 0,12-25-1 0,13 14-1 0,-13-26-1 0,24 0 0 0,-24 2 0 0,13-13 0 0,-14-2-1 0,2 26 1 0,-1 13 0 0,0-1 0 0,-12 12 0 0,13 23 1 0,-2 1 2 0,13 14-2 0,0-2 1 0,48 60-22 0,-47-72-25 0,-1 0-63 0</inkml:trace>
  <inkml:trace contextRef="#ctx0" brushRef="#br0">17236 12325 48 0,'0'-13'17'0,"12"13"-8"0,12 0 12 0,1-11 0 0,23-2-8 0,0 2-5 0,0-13-1 0,-11 0-1 0,-13 12 1 0,-13-13-2 0,-11-12-2 0,-24 14 0 0,-12-13-1 0,-11 36-1 0,-2-12 1 0,-11 24 1 0,23 12 0 0,1 11-1 0,36 2-2 0,0 11 1 0,36-11 0 0,25-2-1 0,0-9-1 0,-2-2-4 0,2-13-10 0,-13 2-22 0,1-13-21 0,-37 0 1 0</inkml:trace>
  <inkml:trace contextRef="#ctx0" brushRef="#br0">17659 12217 17 0,'0'-14'10'0,"12"-34"22"0,1 37-14 0,-2 11-4 0,2 11-4 0,-1 13-3 0,0 14-2 0,-12-2-1 0,12 12-1 0,-12-11-1 0,12-13-1 0,1 0 0 0,-2-13 0 0,-11-11 3 0,0 13 14 0,0-26 1 0,0-11-14 0,11 0 0 0,-11-24-2 0,13 11-1 0,-2-10-1 0,14 9-1 0,11 3-1 0,1 11-3 0,11 12-9 0,-23 0-29 0,11 12-65 0</inkml:trace>
  <inkml:trace contextRef="#ctx0" brushRef="#br0">18373 11829 115 0,'36'-24'29'0,"13"24"-25"0,-1 12 9 0,0 13 2 0,13 10-5 0,-13 26-5 0,0 24-3 0,-24 24-1 0,-11-1 0 0,-26 25-1 0,-35-24-6 0,-24 13-32 0,-13-14-88 0</inkml:trace>
  <inkml:trace contextRef="#ctx0" brushRef="#br0">12434 11866 89 0,'0'0'0'0,"0"-49"12"0,0 49-8 0,-11 0-2 0,-26 0 4 0,0 49 7 0,-11 35-1 0,0 25 0 0,11 11-2 0,13 26-4 0,0-13-3 0,36-12-2 0,24-12 1 0,25-48-1 0,-13-13 1 0,13-37-1 0,-2 2 0 0,-10-13-10 0,-37 12-62 0,-12-12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24020 7402 92 0,'0'-11'9'0,"-11"11"0"0,0 0 3 0,-52 0 9 0,28 11-14 0,-13 14-3 0,-1-13 1 0,1 12 2 0,0 25-2 0,37-13-5 0,11-12 0 0,22 12 0 0,27 13 0 0,12-13 0 0,-13 12 0 0,11-11 0 0,-9-2-1 0,-15 38 2 0,-35-36 0 0,-22-25 3 0,-2 24 2 0,-26-24 3 0,-58-12-1 0,47 0-7 0,13 0-1 0,11-12-2 0,13 12-8 0,24-12-10 0,24-24-107 0</inkml:trace>
  <inkml:trace contextRef="#ctx0" brushRef="#br0">24324 7728 88 0,'-24'-11'32'0,"11"-2"-27"0,-11 2 6 0,0 11 2 0,-12 0-2 0,-1 24-2 0,25 12-4 0,-12 0-2 0,24 1-1 0,0-13-1 0,12 12 0 0,36-11-1 0,1-1-8 0,23-12-19 0,13-12-30 0,11-12-25 0</inkml:trace>
  <inkml:trace contextRef="#ctx0" brushRef="#br0">24794 7947 35 0,'0'0'11'0,"-24"24"-2"0,24 0 2 0,0-13 7 0,0-11 4 0,0 0-3 0,0 0-2 0,13 0-3 0,-2-59 6 0,2 10-13 0,13-11-2 0,-15 0-2 0,13-14-1 0,-12 2-2 0,12 0 0 0,12-2 1 0,-24 27-1 0,25 23 0 0,-25 11 0 0,0 13 1 0,12 25 0 0,0 23 1 0,-13 13 0 0,3-2 0 0,10 3 0 0,1 9-2 0,-14-10 1 0,13 12-1 0,0-24 0 0,-24-1-2 0,12-24-14 0,-12-12-8 0,0-1-15 0,-24-11-65 0</inkml:trace>
  <inkml:trace contextRef="#ctx0" brushRef="#br0">24916 7753 92 0,'0'0'18'0,"0"0"-4"0,24 0 2 0,25 0 1 0,-1-12-9 0,13 12-6 0,23 0-16 0,-35 12-15 0,-1 0-53 0</inkml:trace>
  <inkml:trace contextRef="#ctx0" brushRef="#br0">25522 8032 127 0,'0'0'10'0,"-13"-37"9"0,13 1-3 0,0 0-2 0,0-1-5 0,0-11-4 0,13-1-3 0,-2 1 0 0,0-13 1 0,-11 13-2 0,13-12 0 0,-1 24 1 0,0 12 1 0,1 24-1 0,-13 12-2 0,24 24 1 0,-13 12-1 0,87 133 0 0,-62-120 0 0,12-13-1 0,-11-11 1 0,-13-25 1 0,13 0-1 0,-37-12 1 0,22-12 1 0,-9-24 1 0,-13-13 0 0,12-60 2 0,-24 49-5 0,12-14-1 0,-13 15-4 0,13 11-8 0,0 22-7 0,63 76-74 0,-41-2 20 0</inkml:trace>
  <inkml:trace contextRef="#ctx0" brushRef="#br0">26198 7947 88 0,'0'0'0'0,"0"0"45"0,0 0-22 0,0-12-6 0,0 0-3 0,13-13-4 0,11-11-6 0,-12 12 0 0,0-25 0 0,1 1-1 0,-13-13 0 0,11 13-2 0,-11-12 0 0,13 12 3 0,-13 48-2 0,0 0-2 0,11 12 0 0,63 121 0 0,-39-74 0 0,1-9 0 0,0 10-1 0,13-12 1 0,-1-11 0 0,1-13 1 0,-24 0-2 0,-14-24 1 0,2-24 3 0,9-73 6 0,-9 25-4 0,-13-13-1 0,0 11-1 0,-13 3-3 0,13 9 0 0,-11 39-5 0,0 11-20 0,-2 12-60 0,13 12-2 0</inkml:trace>
  <inkml:trace contextRef="#ctx0" brushRef="#br0">1837 10752 72 0,'0'0'0'0,"0"0"9"0,-11-11-6 0,11 11-3 0,0 0 12 0,0 0 1 0,0 24-6 0,0 0-4 0,0 24-1 0,0 1-1 0,0 11 0 0,0 1-1 0,11 0-6 0,3 72-107 0</inkml:trace>
  <inkml:trace contextRef="#ctx0" brushRef="#br0">1645 10705 37 0,'0'0'21'0,"0"-12"-18"0,12-1 4 0,0 0 13 0,24 13-5 0,1 0-8 0,23 13-3 0,1 24-3 0,-2-2-1 0,4 26 0 0,-16 12 0 0,-11 0 1 0,-24-1 0 0,-12-11 1 0,-24-1-1 0,-12 1 1 0,-12-26-1 0,-13-11-7 0,1-11-20 0,11-2-52 0</inkml:trace>
  <inkml:trace contextRef="#ctx0" brushRef="#br0">2262 10959 83 0,'0'0'29'0,"-12"0"-29"0,12 0 0 0,-12 12 7 0,0 0 0 0,-1 24-4 0,13-12-2 0,0 13-1 0,13-1 0 0,11 0 0 0,0-1 2 0,11 2 0 0,28-24 0 0,-28-13-1 0,1-24 0 0,-12-2 1 0,1-9 0 0,-13-1-1 0,0 0-1 0,0-1 1 0,0 13 1 0,-12 12-3 0,0 12 1 0,12 0 1 0,-12 12-1 0,12 23 1 0,0-9-1 0,37 46 0 0,-25-37-2 0,1-9-9 0,22-2-17 0,-9 0-15 0,-16-13-11 0</inkml:trace>
  <inkml:trace contextRef="#ctx0" brushRef="#br0">3048 11104 57 0,'0'0'0'0,"-11"-24"21"0,-2 12-2 0,1-2 1 0,-24 14-7 0,-1 0-5 0,1 26-5 0,12-2-1 0,-1 11-2 0,1-11 1 0,24 0-1 0,0 13 0 0,0-24 0 0,49-13 2 0,11-24-1 0,-23-2-1 0,-13 2 0 0,-12 24 1 0,0 0-3 0,1 0 2 0,-13 13 1 0,11 12-1 0,13-13-1 0,-13 23 1 0,63-11 2 0,-50-11-2 0,12-13 0 0,25-48 0 0,-49-2 0 0,12 2 1 0,-12 1 0 0,-12-14 0 0,0-11 1 0,0-13-1 0,0 0-1 0,-12 13 1 0,12 11 0 0,-12 37 0 0,0 12 1 0,0 0 2 0,12 24 0 0,0 35 3 0,0 3 0 0,24 9-1 0,-12 2 0 0,24 12-3 0,1 0-2 0,0-2-1 0,-2 3-1 0,-11-26-8 0,-24-11-35 0,0-2-64 0</inkml:trace>
  <inkml:trace contextRef="#ctx0" brushRef="#br0">4415 11019 59 0,'0'0'0'0,"0"0"8"0,0 35-6 0,12-9 7 0,12-2 7 0,0-12-3 0,1-12-5 0,11 12-2 0,13-36 0 0,-14 12-1 0,2-26-1 0,-24-21 0 0,-13 23-3 0,-50-1-1 0,2 25 1 0,-12 0-2 0,11 12 1 0,-48 85-1 0,85-37 1 0,24 1 1 0,73 34-1 0,-24-59 2 0,-1 13-1 0,13-24-2 0,-13-2-11 0,-12-11-25 0,-24-11-24 0</inkml:trace>
  <inkml:trace contextRef="#ctx0" brushRef="#br0">4947 10959 79 0,'0'0'4'0,"12"12"3"0,12 12 9 0,-24 12 0 0,24 1-7 0,-11-1-5 0,-1-1-2 0,0 2-1 0,1-12 0 0,-2-2 0 0,-11-10 0 0,0-13 3 0,11 0 3 0,-11-24-4 0,13-2-2 0,11-9-1 0,0-13 1 0,0-2-1 0,13 15 1 0,-13-1-1 0,0 12 0 0,13 11 0 0,-25 13 0 0,0 25 1 0,12-1 0 0,-12 12 0 0,12 1 0 0,-13-1-1 0,2-1 1 0,24 2-4 0,-2 35-47 0,-10-35-52 0</inkml:trace>
  <inkml:trace contextRef="#ctx0" brushRef="#br0">5829 11054 54 0,'0'0'0'0,"-11"-47"32"0,11 35-17 0,-11 0 0 0,-14 12-3 0,0 12-4 0,1 24-3 0,13 1-3 0,11-1-2 0,-13 12 1 0,37 1-1 0,0-13 1 0,13-25 0 0,-2 2 0 0,14-13 0 0,-13 0 1 0,-12-13-1 0,13-11 0 0,-13 1 0 0,1 9-1 0,-13 3 0 0,0-2-1 0,0 13 1 0,0 13 0 0,0 12 0 0,13-2 0 0,10 14 0 0,2-13 1 0,11-13-1 0,-12 2 0 0,0-13 0 0,1 0 1 0,-25-37 0 0,12 2 1 0,-12-15 3 0,-12 15-1 0,-12-13-2 0,-24-2-1 0,-1 27-1 0,-83-13 0 0,59 36-1 0,13 12-4 0,0 12-8 0,11 61-119 0</inkml:trace>
  <inkml:trace contextRef="#ctx0" brushRef="#br0">6968 11187 157 0,'0'0'0'0,"-13"-48"4"0,-24 25-4 0,13-13 1 0,-36 10 0 0,-1 15 3 0,13 11-2 0,-13 0-1 0,13 0 1 0,13 25 1 0,10-1-2 0,13 12-1 0,-1-1 0 0,38 3 0 0,0-15 0 0,10 14 1 0,26-13 0 0,-13-13-1 0,49-22 1 0,-73-13 0 0,0-13 1 0,0-59-1 0,-24 36 0 0,11-13-1 0,-11 0 1 0,-11-12-2 0,0 0-1 0,-2 0 1 0,1 26 1 0,-12 35 0 0,12 12-1 0,0 12 1 0,0 12 0 0,12 24 1 0,0 11 0 0,0 14-1 0,0 0 1 0,24 0-1 0,12 48 1 0,0-37-1 0,13 1 0 0,-2-14 0 0,27-9 0 0,-14-26 1 0,1-13 0 0,-1-11 2 0,1-11-1 0,-12-13 0 0,10-13-1 0,-33-11 1 0,-4 0-1 0,-22-13 1 0,-11 13-2 0,-14-1 1 0,-11 37-1 0,-12 0 0 0,-2 12 0 0,15 24 0 0,-1 13 0 0,24-1 0 0,12 12 0 0,12 1 0 0,24-2 0 0,13-10 0 0,11-12 2 0,-12-13-2 0,0-1 1 0,1-11 0 0,0-23 1 0,-13 9-1 0,25-34 0 0,-50 25 0 0,26 11-1 0,-24 0 0 0,-2 12 0 0,13 0 0 0,-13 12 0 0,14 12 0 0,0 0-2 0,-1 0 2 0,-13 13-1 0,2-26 2 0,-13 2 0 0,-13-13-1 0,2-36 1 0,-13-97 2 0,24 84-3 0,24 1 1 0,12 11-1 0,-12 13 0 0,12 12 0 0,13 0 0 0,-25 12-9 0,-24 24-167 0</inkml:trace>
  <inkml:trace contextRef="#ctx0" brushRef="#br0">8769 11031 68 0,'-12'-12'26'0,"12"12"-15"0,0 0 0 0,24 0 4 0,49 0 0 0,11-12-7 0,13 0-1 0,0 12-3 0,12 0-2 0,-37 0-1 0,-23 12 0 0,-25-12-3 0,-12 12-13 0,-12 0-34 0,0-12-33 0</inkml:trace>
  <inkml:trace contextRef="#ctx0" brushRef="#br0">9797 10813 80 0,'0'0'5'0,"0"-12"-4"0,12 24 0 0,0 1 3 0,12 107 11 0,1-71-14 0,-25-1-1 0,0 13 1 0,0-49 0 0,0 0-18 0,0-1-63 0</inkml:trace>
  <inkml:trace contextRef="#ctx0" brushRef="#br0">9845 10487 93 0,'-12'-61'28'0,"-12"13"-22"0,24 35-5 0,0 2 0 0,0 11-6 0,12 0-22 0,12 36-51 0</inkml:trace>
  <inkml:trace contextRef="#ctx0" brushRef="#br0">10136 10850 84 0,'0'0'4'0,"0"0"-3"0,24 84 20 0,-24-47-17 0,12-1-1 0,0-12-2 0,-12-12 2 0,0-1 2 0,36-82 15 0,-11 34-19 0,35-59 0 0,-36 72-1 0,13-1 0 0,-13 25-1 0,0 0 1 0,-24 12-1 0,24 1 1 0,-24 22 0 0,72 123-126 0</inkml:trace>
  <inkml:trace contextRef="#ctx0" brushRef="#br0">10801 11092 84 0,'0'0'11'0,"0"-12"-4"0,35 0 10 0,-9-13 0 0,107-59-3 0,-121 47-12 0,0 13 0 0,-12-13 0 0,-12 2 0 0,-25 22-2 0,-11 13 1 0,1 0-1 0,-3 13 1 0,15 11-1 0,-2 0 0 0,37 0 0 0,-12 12-1 0,12 1 2 0,24-13-1 0,1 0 0 0,10-12 0 0,15 0 1 0,82-121 2 0,-108 61-2 0,0-12 0 0,0 10-1 0,-11-21 1 0,-13-2 0 0,0-12-1 0,0 13 0 0,0 23 1 0,-13 25 0 0,-11 24-2 0,12 0 0 0,0 24 1 0,0 13 0 0,0 11 0 0,12 13 0 0,0 10 0 0,24 3 0 0,0 10 0 0,13-24 0 0,11 1-1 0,0-24 1 0,13-13 1 0,-13-12 0 0,12-12 1 0,-11-12-2 0,-1-12 1 0,-23-13 1 0,-1 1-2 0,-24 0 1 0,0-13 0 0,-37 13-1 0,13 12 0 0,-12 24-1 0,-1 11 0 0,1 50 0 0,24-24 1 0,24 11 0 0,24 0 0 0,13-11 0 0,36 23-3 0,-24-35-9 0,-1-13-18 0,-13 12-21 0,-34-24-10 0</inkml:trace>
  <inkml:trace contextRef="#ctx0" brushRef="#br0">11732 10910 31 0,'0'0'0'0,"-12"-36"51"0,12 36-36 0,12-13-4 0,12 13 4 0,-11 13-4 0,23 11-6 0,0 0-4 0,1 13 0 0,11-13 0 0,-1 12-3 0,-9-1-12 0,-2-9-14 0,-12-14-5 0,0-12-4 0,-12 0 10 0</inkml:trace>
  <inkml:trace contextRef="#ctx0" brushRef="#br0">12143 10934 9 0,'0'0'0'0,"0"-73"35"0,-11 62-21 0,-14 11 1 0,-24 11 14 0,14 26-19 0,-2-1-2 0,-11 1-4 0,24-1-2 0,-12 11-1 0,11 3 0 0,13-15-3 0,0 2-19 0,12-26-23 0,0 3 11 0</inkml:trace>
  <inkml:trace contextRef="#ctx0" brushRef="#br0">12253 10922 114 0,'0'0'5'0,"0"24"-4"0,0 25 9 0,12-25-5 0,0 11-3 0,0 3 0 0,0-14-1 0,0 12-1 0,0-12-7 0,1-13-23 0,-2-11-43 0</inkml:trace>
  <inkml:trace contextRef="#ctx0" brushRef="#br0">12349 10523 44 0,'11'-12'39'0,"-11"12"-40"0,26 0-4 0,-13 12-2 0,11 12-12 0,-13 1-18 0</inkml:trace>
  <inkml:trace contextRef="#ctx0" brushRef="#br0">12506 11128 35 0,'0'0'0'0,"0"11"13"0,0 2 0 0,13-2 11 0,23-46 9 0,-12-1-27 0,73-97 0 0,-72 96-6 0,-1 13 0 0,-2 12 1 0,-9 12-2 0,0 0 1 0,0 24 0 0,-2 12 0 0,0 1 0 0,26-13-1 0,-13 0 2 0,13-12 0 0,11-12 0 0,37-72 3 0,-73 35-2 0,0 1 0 0,-48-49 6 0,12 73-2 0,-1 12-3 0,13 0-2 0,12 36-2 0,48 73 2 0,-11-24-1 0,11 23 0 0,26 123 0 0,-63-122 0 0,-22-38 0 0,-28-33 7 0,-20-38 5 0,-26 0-4 0,12-25-4 0,-23-59 0 0,83 11-3 0,13 13-2 0,122-49-53 0,-62 73-49 0</inkml:trace>
  <inkml:trace contextRef="#ctx0" brushRef="#br0">30335 5781 13 0,'-12'-11'7'0,"-1"-2"2"0,13 2-2 0,0-2 4 0,0 1 2 0,0 0 0 0,0 12-1 0,0 0 0 0,13 0-3 0,-13 0 1 0,0 0-6 0,0 0 0 0,0 12-1 0,12 13 0 0,12-1-1 0,12 0 2 0,13 12-1 0,12 0-1 0,-1 25 0 0,12 12-2 0,-23 23 1 0,-13 24-1 0,-12 14-2 0,0 24 2 0,-24 11 0 0,0-12 1 0,-24-12-1 0,-12-12 0 0,1 0 1 0,-28-24 2 0,-9 0 8 0,-85 60 15 0,48-108-14 0,13-13-2 0,23-24-3 0,1 0-2 0,35-24-3 0,25 13 1 0,0-13-3 0,12 0-2 0,24 0-8 0,13 11-30 0,11 14-102 0</inkml:trace>
  <inkml:trace contextRef="#ctx0" brushRef="#br0">26936 8733 72 0,'-12'-24'12'0,"0"0"4"0,12 0-5 0,-12 24 1 0,12 0-3 0,0 24-4 0,0 35-1 0,0 26-1 0,0 0 0 0,12 12-1 0,-12-12-1 0,12 0-1 0,-12-2 0 0,0-46 0 0,0 24 0 0,0-61 3 0,0-24 3 0,0 0-5 0,12-13-1 0,-12 0 1 0,-12-11-1 0,0 11 0 0,-24-11 0 0,-1 1 0 0,-12 23 0 0,14 24 0 0,-15 0 1 0,15 24 0 0,11 12-1 0,12-12 0 0,12 11 0 0,12 2-1 0,25-13-4 0,83 13-28 0,-35-26-2 0,-12-11 0 0,-1-11 8 0,-24-2 2 0</inkml:trace>
  <inkml:trace contextRef="#ctx0" brushRef="#br0">27238 9131 14 0,'0'0'0'0,"-12"-24"37"0,0 13-11 0,0-1-3 0,-24 12-4 0,1 0-8 0,9 23-3 0,2 1-5 0,11 14-1 0,13-2-1 0,24-1-1 0,15-11 1 0,-4 2-2 0,25-15 1 0,-11-11 0 0,11 0 1 0,-23-24-1 0,11 0 1 0,-24 0 1 0,-24-13-3 0,0 14-7 0,-11-26-17 0,-2 13-18 0,1 0-22 0</inkml:trace>
  <inkml:trace contextRef="#ctx0" brushRef="#br0">27795 8987 49 0,'-12'-12'46'0,"-12"0"-31"0,0 12 5 0,-25 0-2 0,1 12-5 0,11 24-7 0,13 1-4 0,12-1 0 0,12 11-1 0,12-9 0 0,24 9 0 0,1-10-1 0,11 0-3 0,0-13-16 0,-11 0-24 0,-25 0-48 0</inkml:trace>
  <inkml:trace contextRef="#ctx0" brushRef="#br0">27335 9616 107 0,'0'-12'26'0,"-12"12"-17"0,-12 23 13 0,24 14-8 0,-12 24-4 0,12 72 2 0,12 0-7 0,0-86-4 0,0 3 0 0,-12-15-1 0,0-11-4 0,0 14-18 0,0-26-36 0,0-1-53 0</inkml:trace>
  <inkml:trace contextRef="#ctx0" brushRef="#br0">26851 10330 96 0,'0'-13'11'0,"-12"13"-4"0,37-11 0 0,11-2 15 0,25-11-3 0,131 11-8 0,-94 2-9 0,-1-2-1 0,-25 13 0 0,-12 0-1 0,-22 13 0 0,-27-13 3 0,0 0 1 0,-11 0 2 0,-11 11 0 0,0 2-2 0,-2 11-1 0,0-11-2 0,13 22 0 0,26 63-1 0,-26-87 1 0,11 14-1 0,-11-13 0 0,0 0 0 0,-11 0 1 0,-39 11 1 0,15-23-1 0,-14 13 0 0,-24-13 0 0,13 0-2 0,-25 0 2 0,11-13 0 0,3 13-1 0,11-23 0 0,11 11 0 0,25 0 1 0,12-12 0 0,12 0-2 0,0-1 1 0,24-11 0 0,0 12-5 0,13-13-181 0</inkml:trace>
  <inkml:trace contextRef="#ctx0" brushRef="#br0">29984 8951 92 0,'0'-12'21'0,"0"12"-12"0,0 0-7 0,0 12 5 0,12 24-7 0,0 13 0 0,49 70 0 0,-12-93 1 0,-27-2-1 0,4-13 0 0,-2-11 1 0,-24 0 0 0,0 0 0 0,0-24 0 0,0 13 1 0,-12-15-1 0,-13-9 1 0,12 11-1 0,-9-12 1 0,-15-2-1 0,1 15 1 0,-1 11-1 0,1 12 0 0,0 0 0 0,12 24 1 0,11 1-1 0,1 11 0 0,12-12 0 0,25 0 0 0,-1 0 0 0,24-24 0 0,-12 0 0 0,13-13 0 0,0-22 0 0,-27 11 0 0,-9-12 0 0,0 11 0 0,-13 1 0 0,-13 12 0 0,13 12 0 0,-13 12 0 0,13 23 0 0,0 27 1 0,0 9-1 0,13 3 0 0,0 11 0 0,11-1 0 0,-24 13 0 0,13-24 0 0,-2-14 0 0,-11-9 0 0,0-26 0 0,0-13 0 0,-11-11 0 0,11 0-1 0,0-11 0 0,11-26-3 0,-11 24 2 0</inkml:trace>
  <inkml:trace contextRef="#ctx0" brushRef="#br0">30407 9011 84 0,'0'-12'16'0,"0"0"-6"0,13 12-5 0,11 24 28 0,-24 1-24 0,12 11-5 0,0-1-3 0,-12 2 1 0,24 0-1 0,-11-13 0 0,-2-13 0 0,13 13 1 0,-11-24 2 0,11 0 0 0,0-24 2 0,-13 13-4 0,14-13-1 0,-13-13-1 0,0 13 1 0,2-24-1 0,-3 24 0 0,-11 12 0 0,0 12 1 0,0 0-1 0,0 12 1 0,0 12-3 0,11-12 3 0,14 24 0 0,-1-12-1 0,0-13 0 0,25 15 1 0,-1-26 0 0,13 0-1 0,35-37 0 0,-72 13 1 0,-12 0 0 0,-12 0 0 0,-12-12 0 0,-12 22 0 0,-12 3 0 0,12 11 1 0,-12 37-3 0,22-13 1 0,28 0 0 0,-2 0-1 0,25 0 0 0,-2-13-2 0,1 3 2 0,13-14 0 0,60-62-1 0,-97 39 2 0,0-13 1 0,-12 24 0 0,12-13 0 0,-12 25-1 0,0-12-1 0,13 24 0 0,-13-12 1 0,24 25-1 0,-2 11-1 0,-8-24 2 0,-2 0 0 0,-12-12-1 0,0 11 2 0,13-11 2 0,-13 0 6 0,-13 0 2 0,13 0-10 0,0 13-5 0,0-2-24 0,-12 27-48 0,12-2-11 0</inkml:trace>
  <inkml:trace contextRef="#ctx0" brushRef="#br0">30697 9627 122 0,'0'0'0'0,"0"-23"20"0,0-1-14 0,0 12 32 0,0 24-29 0,-11 48 0 0,11 73 4 0,11-48-9 0,2-37-1 0,-13 1-1 0,24 11-1 0,-12-11-1 0,0-25-3 0,-12 0-8 0,0-13-14 0,-12-11-143 0</inkml:trace>
  <inkml:trace contextRef="#ctx0" brushRef="#br0">30250 10232 114 0,'-12'-11'9'0,"-23"11"3"0,10 0 10 0,25-13 5 0,0 13-14 0,25-11-8 0,46 11 1 0,38-12-1 0,13 12-2 0,10 0-2 0,-47 0 1 0,12 0-1 0,12 0 0 0,-13 0-2 0,-23 0 2 0,-25 0-1 0,-60 0 11 0,-12 0-9 0,12 0-2 0,-1 12-1 0,13 47 1 0,13-22 0 0,11 0-1 0,-12-2 3 0,0 2-2 0,0 0 1 0,-12-13-2 0,0 0 2 0,0-12-1 0,-12 12 0 0,-24-13 2 0,-25-11-2 0,25 13 0 0,-23-13 0 0,-27 0 0 0,-301 0 2 0,290 0-2 0,13-13 1 0,-1 2 3 0,74-13 0 0,58-36-4 0,2 11-3 0,11 13-17 0,13-25-133 0</inkml:trace>
  <inkml:trace contextRef="#ctx0" brushRef="#br0">27046 10330 73 0,'0'-13'15'0,"-13"26"14"0,13 22-11 0,0 14-6 0,-12 0-3 0,24 11-3 0,-12 1-2 0,13-13-2 0,-2 13 0 0,0-26-1 0,2-22 2 0,-2-2 4 0,-11-11-1 0,26 0-3 0,-26 0-2 0,24-11-1 0,-13 11-9 0,26-13-15 0,-25 13-24 0,24-11-19 0,-36 11 33 0</inkml:trace>
  <inkml:trace contextRef="#ctx0" brushRef="#br0">27057 10596 69 0,'0'0'6'0,"-11"0"5"0,11-12-1 0,35-12 6 0,2 11-7 0,11 0-7 0,-12 2-7 0,13-1-26 0,-13 0-22 0,-36 12 25 0</inkml:trace>
  <inkml:trace contextRef="#ctx0" brushRef="#br0">27263 10390 52 0,'0'0'0'0,"36"-12"5"0,0 12-1 0,-12 0 2 0,-11 0-4 0,-1 24 0 0,0 37-2 0,0 60 1 0,-12-62 1 0,0-9-1 0,0-15 0 0,12-22 1 0,23-13 11 0,-22-24-10 0,24-26 0 0,-24 3 5 0,-2-1-1 0,0-1-4 0,2 1-1 0,-13 23 2 0,12 1 3 0,-12 24-3 0,12 0-1 0,0 24 3 0,12 13-1 0,-12-1-2 0,25 13-2 0,-13-1-4 0,36 37-99 0,-47-73 66 0</inkml:trace>
  <inkml:trace contextRef="#ctx0" brushRef="#br0">27952 10560 67 0,'0'-13'23'0,"0"-11"5"0,0 24-2 0,-25 0-9 0,3 24-6 0,-16 37 3 0,38-26-11 0,13 2-2 0,12 0 0 0,131-2-55 0,-83-35-68 0</inkml:trace>
  <inkml:trace contextRef="#ctx0" brushRef="#br0">30323 10608 40 0,'0'-24'23'0,"0"0"1"0,-13-2 7 0,13 15-1 0,-11 11-12 0,-2 0-9 0,-11 11-2 0,12 39 1 0,0-2-2 0,12 13 2 0,0-26-5 0,0-11-1 0,24 25 2 0,37-13 0 0,-25-23-3 0,-12-2-4 0,13-11-10 0,-1-11-18 0,-12 11-35 0,1-13-18 0</inkml:trace>
  <inkml:trace contextRef="#ctx0" brushRef="#br0">30299 10752 82 0,'0'0'0'0,"0"0"26"0,24-11-17 0,24 11 16 0,-12-13-7 0,13 2-13 0,-13-1-7 0,-12 0-16 0,0 12-36 0,-24-13-20 0</inkml:trace>
  <inkml:trace contextRef="#ctx0" brushRef="#br0">30347 10523 76 0,'0'0'0'0,"0"-24"36"0,36 0-33 0,61-12 13 0,-50 23-15 0,16 13-19 0,-4 0-20 0,-22 24 3 0,-13 1 6 0,-24-13 19 0</inkml:trace>
  <inkml:trace contextRef="#ctx0" brushRef="#br0">30722 10656 9 0,'0'0'0'0,"0"37"26"0,-12-13-1 0,12 24 25 0,0-37-33 0,12 2-7 0,0-13-1 0,-12 0 0 0,12 0-3 0,0-13-4 0,-12 2-4 0,0-26-7 0,0 26-16 0,12-26-19 0,-12 13-14 0,12 11 36 0</inkml:trace>
  <inkml:trace contextRef="#ctx0" brushRef="#br0">31073 10632 30 0,'0'0'17'0,"11"0"37"0,-11 11-19 0,-24 2-14 0,-12-2-4 0,11 15-4 0,-21 22-3 0,46-24-9 0,11-13 0 0,24 2-6 0,14-1-18 0,24 0-46 0,-12-12-19 0</inkml:trace>
  <inkml:trace contextRef="#ctx0" brushRef="#br0">30686 10813 106 0,'0'0'0'0,"-11"-61"38"0,-3 37 2 0,14 24-32 0,-12 24 1 0,0 158 15 0,36-62-14 0,1 27-3 0,-1-39-2 0,-12-11-4 0,24 12-2 0,13 120 0 0,-49-144-8 0,0-12-38 0,-13-25-111 0</inkml:trace>
  <inkml:trace contextRef="#ctx0" brushRef="#br0">27046 10983 60 0,'11'-37'27'0,"13"-11"1"0,-13 48-7 0,15 0-7 0,-13 36-3 0,-13 25 1 0,0 24-3 0,0 11 0 0,0 0-3 0,0 13-2 0,0 13-2 0,0 23-3 0,0-49-7 0,0 2-20 0,0-14-46 0,11-60 11 0</inkml:trace>
  <inkml:trace contextRef="#ctx0" brushRef="#br0">26948 12458 81 0,'0'-12'29'0,"-12"12"-13"0,12 12 0 0,12 12-1 0,12 13-8 0,1-1-3 0,-1 13-1 0,12-13-3 0,-1 12-1 0,-9-24-1 0,-2 13-15 0,0-13-24 0,-12-24-21 0,-12 0 25 0</inkml:trace>
  <inkml:trace contextRef="#ctx0" brushRef="#br0">27335 12458 90 0,'0'0'0'0,"0"0"32"0,-12 13-23 0,0 23 1 0,-24 12-6 0,-1-11-2 0,13 11-5 0,0-13-25 0,0 2-71 0</inkml:trace>
  <inkml:trace contextRef="#ctx0" brushRef="#br0">30540 12386 75 0,'0'0'0'0,"-13"-48"29"0,2 35-7 0,11 0-6 0,11 13-6 0,-11 13-6 0,13 0 1 0,12 22-2 0,0 14 0 0,-14-25 2 0,49 37 9 0,-35-49-4 0,11-12 1 0,-12 0-4 0,-12-12-3 0,24-49-3 0,-36 25-13 0,13-1-24 0,11-11-50 0,-12 35 26 0</inkml:trace>
  <inkml:trace contextRef="#ctx0" brushRef="#br0">31036 12507 87 0,'0'0'0'0,"0"0"26"0,0-12-11 0,12-1 9 0,13 2-4 0,-1-14-9 0,12 1-5 0,0-1-3 0,-23 1-2 0,-1 0-1 0,0 0 0 0,-12 0 0 0,-24 11 0 0,-1 2-1 0,-11 11 1 0,-1 11 1 0,13 26 1 0,0-13-1 0,0 13 0 0,24-1 0 0,24 49-1 0,-12-37-12 0,24-11-22 0,1 11-26 0,11-24-5 0,-35-24 42 0</inkml:trace>
  <inkml:trace contextRef="#ctx0" brushRef="#br0">31569 12434 49 0,'0'0'0'0,"0"-24"38"0,-37-24 10 0,1 48-24 0,0 0-7 0,-1 35-6 0,13-10-3 0,0 24-2 0,24-13 0 0,24 12-4 0,13-11 0 0,11-13-2 0,-12 0-12 0,1-12-28 0,11-12-89 0</inkml:trace>
  <inkml:trace contextRef="#ctx0" brushRef="#br0">27589 12688 91 0,'0'0'0'0,"0"0"8"0,0 0 1 0,0 11 14 0,24-11-2 0,1 0-9 0,11 0-5 0,0-11-2 0,13 11-4 0,-13-36 0 0,-11 24 1 0,-14-24-1 0,-11-2 0 0,-24 15-1 0,-12 11 2 0,0 0 3 0,-1 12 1 0,1 24-1 0,12-1-2 0,-1 3-1 0,25 22-2 0,12-13 0 0,13 2 0 0,23 0-6 0,-11-13-12 0,-1-13-16 0,13 2-27 0,-27-2-8 0</inkml:trace>
  <inkml:trace contextRef="#ctx0" brushRef="#br0">28012 12604 66 0,'0'0'0'0,"-12"-25"20"0,12 12 0 0,0 13-2 0,-12 0-11 0,0 13-6 0,-12 48-1 0,24-37-3 0,0 11-4 0,24-9-7 0,0-14-12 0,13 0-38 0</inkml:trace>
  <inkml:trace contextRef="#ctx0" brushRef="#br0">27880 13208 123 0,'0'0'0'0,"-25"-24"30"0,25 24-18 0,25 11 2 0,22 13 3 0,38 13-4 0,25 0-3 0,35 11-1 0,12 0-2 0,120 37-1 0,-192-36-6 0,-24-13-3 0,-36 37-57 0,-25-37-64 0,0-24 80 0</inkml:trace>
  <inkml:trace contextRef="#ctx0" brushRef="#br0">30625 12966 143 0,'0'-24'2'0,"-24"12"-6"0,0 36 11 0,-37 25 10 0,-11 23 1 0,-1 24-5 0,-24-11-4 0,13 13 0 0,-13-14-2 0,12-11-3 0,0-13-3 0,25-11-1 0,24-25-1 0,-13 0-15 0,24-1-44 0,3-10-52 0</inkml:trace>
  <inkml:trace contextRef="#ctx0" brushRef="#br0">29053 13970 106 0,'-11'0'5'0,"-28"0"5"0,4 12 4 0,-74 85 23 0,109-74-35 0,0 27-1 0,24-15 0 0,1 2-1 0,59 24 1 0,-47-37 0 0,-37-13-1 0,-13 2 4 0,-35-2 3 0,0 2-5 0,-86-13-22 0,123 0 0 0,22-24-120 0</inkml:trace>
  <inkml:trace contextRef="#ctx0" brushRef="#br0">29234 14079 72 0,'0'0'22'0,"-12"0"-8"0,12 12-1 0,0 13 11 0,-12 11-9 0,12-1-9 0,0 50-4 0,12-48-2 0,-12-13-7 0,0-13-18 0,12 15-36 0,-12-26-6 0</inkml:trace>
  <inkml:trace contextRef="#ctx0" brushRef="#br0">29295 13824 22 0,'12'-11'5'0,"25"11"-31"0</inkml:trace>
  <inkml:trace contextRef="#ctx0" brushRef="#br0">29429 14296 37 0,'0'0'38'0,"0"0"-5"0,0-11 35 0,0-2-53 0,0-10-8 0,0-15-5 0,0 14 0 0,11 1-2 0,13-13 1 0,0 10-1 0,-12 3 0 0,24 23 1 0,-23 0-1 0,11 0 0 0,-12 23 1 0,24 62 1 0,-36-48-1 0,25-12-1 0,-13 35 9 0,0-84-4 0,12 0-4 0,0-13 0 0,11 0-1 0,3-10 0 0,-2 9 0 0,0 15 0 0,0 11 0 0,-12 0 1 0,-11 24 0 0,-1 12 1 0,48 134 19 0,-48-122-19 0,13-12-48 0,-37-24-112 0</inkml:trace>
  <inkml:trace contextRef="#ctx0" brushRef="#br0">29404 13691 136 0,'0'-11'7'0,"12"-13"8"0,1 24 0 0,-13 0 1 0,11 12-3 0,-11 0-10 0,-11-1 0 0,-2 2 1 0,1-2 2 0,-2-22 7 0,14-2-11 0,0 2-3 0,14-1-30 0,-14 35-125 0</inkml:trace>
  <inkml:trace contextRef="#ctx0" brushRef="#br0">1016 10837 41 0,'0'-11'11'0,"0"-2"6"0,-12 1 2 0,0-13 1 0,12 14-13 0,-12 11-2 0,12 0 2 0,0 36-1 0,48 73 17 0,-11-85-11 0,24-12 1 0,10-24-3 0,26-24-4 0,12-25-2 0,23-24-4 0,-10 13-33 0,-13 12-119 0</inkml:trace>
  <inkml:trace contextRef="#ctx0" brushRef="#br0">18518 11733 19 0,'0'0'12'0,"0"0"1"0,12 0 3 0,-12-12-2 0,0 12 0 0,0 0-10 0,0-12-1 0,0-1 0 0,13-47 19 0,-13 24-13 0,0 12 0 0,-13-13-1 0,13 1 0 0,-12 12-1 0,0-13 6 0,0 25-9 0,12 12-2 0,0 25-3 0,12 59 2 0,0-35-1 0,-12 11 1 0,0 13-1 0,0 11 0 0,-12-12 0 0,0 62 1 0,12-110-1 0,0-12 0 0,0-12 1 0,12-12 5 0,-12-12-5 0,12 12-1 0,-12-25 0 0,-36-23-1 0,23 11-1 0,-23 25 1 0,12 12 0 0,-12 0 1 0,-1 12-1 0,13 24 0 0,0-11 1 0,12 22-1 0,-1-10 1 0,13-1 0 0,25 0-1 0,-1-12 1 0,12 1-1 0,13-1-10 0,12 0-23 0,11 0-73 0</inkml:trace>
  <inkml:trace contextRef="#ctx0" brushRef="#br0">18881 11817 56 0,'0'0'0'0,"-25"-25"22"0,14 25-12 0,-14-11 2 0,1 11-2 0,0 11-7 0,12 14-2 0,0 0-1 0,12-1 0 0,0 12 0 0,12-24 1 0,0 24-1 0,12-24 1 0,12-12-1 0,1 13 2 0,-13-26-1 0,13-11 1 0,-26 12 1 0,-11-12 0 0,0 12-1 0,-11-12-1 0,-14 11 0 0,1 2-1 0,-1-2-6 0,14 1-14 0,11 12-20 0</inkml:trace>
  <inkml:trace contextRef="#ctx0" brushRef="#br0">19339 11768 51 0,'-11'0'7'0,"0"-11"-2"0,-2 11 4 0,-23 0 2 0,12 11-5 0,-13 26-3 0,13-13 1 0,12 13 2 0,0-1-1 0,12 0-1 0,0-12 0 0,24 1 1 0,0-13 1 0,25 0-2 0,-1-12-2 0,-13 12-7 0,15-12-44 0,-37 0-6 0</inkml:trace>
  <inkml:trace contextRef="#ctx0" brushRef="#br0">17949 11563 71 0,'-24'-13'19'0,"0"-10"0"0,12 11-5 0,12 12-6 0,36-12-5 0,25 12 1 0,35 0-1 0,25 0-1 0,24 0-1 0,37-12 0 0,23 12 2 0,25-12-2 0,98 12 1 0,-172-13-1 0,99 13 1 0,-99 0-2 0,-59 13 1 0,-48-13-1 0,-37 12 1 0,-24-12 15 0,-12 0-14 0,-1 0-1 0,13 0 0 0,12 0 0 0,0 0 0 0,0 0-1 0,12 12 1 0,24 85-1 0,-23-38 0 0,-1 26 0 0,-12 13 0 0,-12 22 0 0,12-23 1 0,-13-12-1 0,2-26 0 0,11-9 0 0,-13-15 1 0,13-11 3 0,-12-11 1 0,0-13 0 0,0 13-1 0,-24-13-3 0,-146 11 0 0,73-11 0 0,-24 13-2 0,-23-13 1 0,-26 0 0 0,-12 0 1 0,-12-13-1 0,1-11-1 0,-1 11 2 0,13-11-1 0,36 0 0 0,23 0 1 0,26-13-1 0,23 13 0 0,37-11 2 0,35-50 1 0,38 61-13 0,23 0-35 0,13 12-55 0</inkml:trace>
  <inkml:trace contextRef="#ctx0" brushRef="#br0">20152 11503 58 0,'0'0'0'0,"11"-12"10"0,25 0 0 0,37-1 9 0,11 2-5 0,25-14-4 0,24 25-3 0,25-12-1 0,12 0 0 0,10 12-1 0,62 0-1 0,-60 0-2 0,-12 0-2 0,-26 0 2 0,-10 0 1 0,-27-12 0 0,-34 12 2 0,24-24 6 0,-72 24-7 0,-13 0 0 0,-12 0 0 0,12-13-1 0,0 13-2 0,12 0 1 0,-12 0-2 0,1 0 1 0,22 0-1 0,-24 0 0 0,3 13 0 0,-2 11-1 0,-12-12 1 0,-12 37 0 0,-2 11 0 0,-21 121 0 0,11-60 0 0,-12 12 1 0,12 218-1 0,24-290 0 0,12-13 0 0,-12-24-1 0,0-12 2 0,0 0 0 0,-12 1 0 0,0-13 2 0,-13 11-2 0,-11-11 0 0,-25 0 0 0,-12 13 0 0,-10-13-1 0,-27 12 0 0,-204-12 1 0,108 0-1 0,-11 0 0 0,-1-25 0 0,-12 14 0 0,-169-14 0 0,243 13 0 0,22 0-1 0,61 12-5 0,37 0-22 0,36-12-51 0,0 12 18 0</inkml:trace>
  <inkml:trace contextRef="#ctx0" brushRef="#br0">20561 11938 63 0,'-11'-36'18'0,"-13"11"-12"0,-1 14 3 0,-11 11 6 0,-12 0-2 0,-61 60 3 0,73-11-13 0,11-1-1 0,25-1-1 0,12-21 1 0,13-14 1 0,23-12 0 0,-11-12 1 0,23-25 1 0,-48 25-3 0,1-36 2 0,-13 24-2 0,0-1 1 0,0 25 0 0,-13 0-1 0,13 12-1 0,0 25 1 0,0 72 4 0,24-49-5 0,0 1 0 0,-12 11 0 0,1-11 0 0,-1-13-2 0,1-24-6 0,-13 0-16 0,0-11-25 0,0-13-50 0</inkml:trace>
  <inkml:trace contextRef="#ctx0" brushRef="#br0">20634 11938 72 0,'0'0'0'0,"0"-36"41"0,0 36-18 0,0 0 2 0,12 24-16 0,13 0-4 0,47 146 2 0,-35-146-6 0,-13-13 2 0,24-11 0 0,-24 0 0 0,1-23-1 0,-13-1 0 0,12 0-1 0,-13-13 0 0,-11 1 0 0,0 12-1 0,0-1 0 0,0 25 0 0,0 0-2 0,13 13 1 0,-13-1 2 0,0 12-2 0,12 0 1 0,-12-12 1 0,24 11-2 0,-12-9 2 0,12-14-1 0,110-61 3 0,-98 37-3 0,-36 12 0 0,12-13 0 0,-12 25 0 0,-12-12 0 0,12 12-1 0,0 0 1 0,0 37 0 0,12-13-1 0,1-12 1 0,9 0 1 0,-9-12-1 0,0 0 1 0,24-12 0 0,-26 0-1 0,13 0 0 0,0 12 3 0,0 0 2 0,-11 0-1 0,35 48 7 0,-24-25-9 0,-12 15-1 0,0-26-1 0,-12 12-2 0,-24 0-19 0,-48 11-141 0</inkml:trace>
  <inkml:trace contextRef="#ctx0" brushRef="#br0">17671 11550 86 0,'0'-11'21'0,"-12"-1"5"0,12 12-15 0,0 23 2 0,12 27-2 0,1-2-5 0,-2 25-3 0,14-13 0 0,-13 1-1 0,12 11-1 0,-24 1 1 0,0-1 0 0,0 13-5 0,-24-26-16 0,12 2-30 0,-13-13-38 0</inkml:trace>
  <inkml:trace contextRef="#ctx0" brushRef="#br0">17708 11442 32 0,'0'0'0'0,"-49"0"22"0,37 13-19 0,-12-13 1 0,24 0 7 0,-12-13 3 0,12-11-2 0,0-13-2 0,24 2 2 0,0-26-3 0,-12 0 0 0,1-24-1 0,11-23 1 0,-24 36-7 0,12-61 1 0,-12 24-1 0,12 12 0 0,-12 24-1 0,0 13 0 0,12 23 1 0,0 13-1 0,12 0 0 0,-13 24 0 0,13-24-1 0,-11 24 0 0,13-13 1 0,-15 13-1 0,13 0 0 0,0 0 0 0,0 0 0 0,13 13 0 0,-1-13 1 0,25 12-1 0,-1 0 0 0,12-12 0 0,13 12-1 0,0 0 1 0,24 1 0 0,24-2 1 0,0-11-1 0,24 0 1 0,12 0-2 0,13 0 1 0,23 0 0 0,1 0 0 0,12 13 0 0,-1-1-1 0,-11 0 1 0,0 0 0 0,11 0 0 0,0 0-1 0,2-1 2 0,-2-11-1 0,14 13 0 0,10-13-1 0,-12 0 2 0,2 0-2 0,-1 0 0 0,-24-13 1 0,-25 13-1 0,0-11 1 0,-24 11-1 0,0-12 1 0,-11 12 1 0,-13-12-1 0,0 0 0 0,-24 0 0 0,-13 0 0 0,-11-1 0 0,-37 2 1 0,-11-2 3 0,-25 1 1 0,-12 12 0 0,0 0-3 0,0 0-1 0,-12 0-1 0,0 36-1 0,-1 1 1 0,13-1 0 0,0 13 0 0,0 96-1 0,0-73 1 0,-12 13 0 0,-12 12-1 0,12 0 1 0,-12-2-1 0,11-21 1 0,2-26 0 0,11 0 0 0,-13-24 0 0,13-11 0 0,0 11 0 0,0-24 0 0,-11 0 0 0,11 0 2 0,-13 0-1 0,-11 0 0 0,0-13-1 0,-11 2 1 0,-26-2-1 0,12 2 1 0,-36-2-1 0,24 13 0 0,-59-11 0 0,-1 11 0 0,-12 0 0 0,-12-13 2 0,-13 13-1 0,1 0 0 0,0 0 0 0,-13 0-1 0,0 0 2 0,14-13-1 0,-12 13 0 0,-3 0-1 0,1-11 0 0,2 11 1 0,-2-13 0 0,1 13-2 0,0 0 2 0,-1-11-2 0,1 11 2 0,1 0-1 0,-2 0 0 0,-12 0 0 0,1 0 0 0,-1 0 0 0,-157 24-1 0,171-13 1 0,10 2 1 0,1-13 0 0,11 13-2 0,-11-13 1 0,1 0-1 0,-2 0 1 0,25 0 1 0,12 11-1 0,36 2-2 0,25-2-29 0,35 26-102 0</inkml:trace>
  <inkml:trace contextRef="#ctx0" brushRef="#br0">24009 17164 255 0</inkml:trace>
  <inkml:trace contextRef="#ctx0" brushRef="#br0">20380 10837 72 0,'0'-11'33'0,"-11"-2"-23"0,11 13-8 0,-25 13 0 0,13 35 6 0,-12 0 1 0,12 1-4 0,0 11-2 0,0-11-1 0,12-13 0 0,24 0-1 0,12-25 2 0,12 2-1 0,13-13-10 0,37-13-53 0,-39 2-6 0</inkml:trace>
  <inkml:trace contextRef="#ctx0" brushRef="#br0">20804 10850 76 0,'0'0'0'0,"-24"-37"19"0,12 13-5 0,0 11 3 0,12 13-4 0,0 0-11 0,0 25-1 0,0 11 0 0,0 13 0 0,12 60 1 0,0-50-1 0,-12-21-1 0,12-2 1 0,0-12-1 0,12 0 2 0,0-24 2 0,0 0-1 0,13 0-1 0,11 0-1 0,37-13-7 0,-49 13-22 0,0-11-26 0,-24 11 13 0</inkml:trace>
  <inkml:trace contextRef="#ctx0" brushRef="#br0">21300 11054 5 0,'0'0'0'0,"0"38"23"0,0-14-9 0,13 12-2 0,-13-25 2 0,11 2 6 0,-11-2 3 0,0-11 1 0,11-11-10 0,-11-2-4 0,0-22-2 0,0 11-2 0,0 0-2 0,0-13-1 0,0-11-1 0,0-1 0 0,13 13 0 0,-13-13-1 0,12 14 0 0,0 10-1 0,12 0 1 0,-24 14 0 0,24 11-1 0,-11 0 0 0,11 24 0 0,-12-12 0 0,12 37 0 0,0-13 0 0,-11 0 0 0,11 13 0 0,-24-13 0 0,24-24 0 0,-12 12 2 0,-12-36 0 0,25 0-1 0,-3-24-1 0,17-1 1 0,-15 1-1 0,-13-13 0 0,25 14 1 0,-24-2-1 0,0 24 0 0,0 2 0 0,1 11-1 0,-2 24 0 0,2 13 2 0,-1-2-1 0,0 14 1 0,12 0-1 0,0 60-2 0,-12 10-142 0</inkml:trace>
  <inkml:trace contextRef="#ctx0" brushRef="#br0">23380 11309 68 0,'-12'-37'31'0,"0"13"-14"0,0 24-9 0,12 24-1 0,-13 26 3 0,13 34-1 0,0 13-2 0,0 12-2 0,13 12-1 0,-1 12-2 0,0 0-1 0,-12-24 0 0,0-25 0 0,12-12 0 0,-24-24-1 0,0-22-1 0,0-26-11 0,-1 0-18 0,2-26-24 0,11 2-8 0</inkml:trace>
  <inkml:trace contextRef="#ctx0" brushRef="#br0">23199 11600 43 0,'0'0'0'0,"-12"-50"26"0,-1 27-6 0,0 11-2 0,13 0-6 0,0 24-6 0,0 12 2 0,26-13 0 0,22 15-1 0,0-14-1 0,0-12 0 0,13 0-3 0,0-12-1 0,-1-1-2 0,-11 0-19 0,-13 26-42 0,-36-13 15 0</inkml:trace>
  <inkml:trace contextRef="#ctx0" brushRef="#br0">23211 12833 72 0,'0'-25'30'0,"-12"-34"-19"0,12 22-1 0,0-11 4 0,-12 24-1 0,-14 12-5 0,4 12-5 0,-3 36-1 0,-35 73 3 0,60-49-5 0,-13 13 1 0,26-25 0 0,-1 1-1 0,12-13 1 0,0-24 2 0,-12-12 1 0,12-12 2 0,0-24-1 0,-24 11-4 0,0-11 0 0,13 12 0 0,-13-1-1 0,0 14 0 0,0 11-1 0,12 0 0 0,-12 24 0 0,12 0 0 0,12 12-3 0,-13 1-19 0,2-1-22 0,-1 0-46 0</inkml:trace>
  <inkml:trace contextRef="#ctx0" brushRef="#br0">23453 12954 33 0,'0'0'21'0,"0"0"-12"0,0 0 3 0,0 12 6 0,0 25-8 0,0-1-6 0,0 11-3 0,0-9 0 0,0-2 0 0,12-12-1 0,-12 0 1 0,12-24 11 0,-12 0 10 0,0-13-10 0,12-11-7 0,0 13-2 0,-12-13-2 0,0 12 0 0,12 0 0 0,-12 12-1 0,0 0-19 0,0 12-21 0,-12-12 9 0,0 0-29 0</inkml:trace>
  <inkml:trace contextRef="#ctx0" brushRef="#br0">23199 12991 89 0,'0'0'0'0,"-12"-37"31"0,12 25 8 0,0 12-31 0,12 24-4 0,0 25 0 0,12 11 0 0,-24 13 0 0,24-2-1 0,-24 3-1 0,12 11-2 0,-12-13 1 0,0 13-1 0,-25-12 0 0,-10-25 5 0,11-24 10 0,-13-24-3 0,13 0-6 0,-12-36-1 0,12 0-3 0,-1-25 1 0,25 12-3 0,0-11 1 0,13-13-4 0,23 12-9 0,24-10-11 0,1 9-7 0,11-9-1 0,13 10 5 0,73-72 27 0,-147 120 23 0,0 13-4 0,-22 0-11 0,-49 85 14 0,60-48-20 0,-12-1-1 0,36-1 0 0,13-9 0 0,11-14 0 0,11-12 0 0,4-38 3 0,-4-9 6 0,-23-1-2 0,-24-1-5 0,-24-11-2 0,-24 11-2 0,-23 0 0 0,-4 14-8 0,-8 23-59 0,35 0-65 0</inkml:trace>
  <inkml:trace contextRef="#ctx0" brushRef="#br0">23803 10608 80 0,'0'0'31'0,"-12"0"-17"0,12-12 11 0,0 0-2 0,0-49 4 0,0 13-21 0,12-13-1 0,-12-23 1 0,13-1-3 0,-1 0-1 0,0 1-1 0,-12-13 0 0,0 12-1 0,0 12 0 0,0 49 0 0,0 12-3 0,0 12-4 0,-12 25 2 0,12 23-2 0,-12 24-9 0,-1-11 1 0,13 0-2 0,-12-1 1 0,-12-25 5 0,12-22 7 0,0-2 4 0,12-22 1 0,0-13 0 0,0-24 2 0,0-13 8 0,12 13 1 0,-12-13 0 0,12 13-2 0,24 12 1 0,-23 23-3 0,-1 13-5 0,12 0-2 0,-12 0-1 0,12 24-2 0,1 13-14 0,11-1-30 0,-11-11-65 0</inkml:trace>
  <inkml:trace contextRef="#ctx0" brushRef="#br0">23755 9264 99 0,'0'-35'10'0,"0"-2"3"0,36 14-2 0,-11 23 2 0,11 0-6 0,-12 12-3 0,0 23-3 0,-11 26 0 0,-2-13-1 0,0 13 0 0,3-13 1 0,-14-11-1 0,0-25 3 0,0 0 7 0,-14-36 14 0,3 0-19 0,11-25-1 0,11-48 1 0,15 36-5 0,-13 13 1 0,-2 11-2 0,24 2-7 0,39-1-64 0,-38 36-1 0,-24 12 32 0</inkml:trace>
  <inkml:trace contextRef="#ctx0" brushRef="#br0">24251 9434 47 0,'0'0'10'0,"12"0"9"0,12 0 7 0,13-11 0 0,-13-26-9 0,11 13-4 0,2-13-4 0,0 2-2 0,-37-15-1 0,11 15-3 0,-22-1-1 0,-26 11-1 0,-11 1-1 0,0 24 1 0,0 11-1 0,-1 27-1 0,37-15 1 0,0 25 1 0,12-24-1 0,36 37 1 0,1-24 0 0,23-13 0 0,0 0 0 0,1-24 0 0,-1 0 1 0,-12-12-1 0,-11-24 1 0,11-12-1 0,-24-2 0 0,0-22 0 0,-11 0-1 0,-1-12 2 0,0-13-1 0,-24 24 1 0,12 12 4 0,-25 37 2 0,25 12-2 0,-13 24-3 0,-9 25 1 0,22 35-2 0,-13 13 1 0,26 0-1 0,9 10-1 0,16 3 0 0,-2 11-2 0,-1 12 0 0,4-36-20 0,-17-2-85 0,-9-57 29 0</inkml:trace>
  <inkml:trace contextRef="#ctx0" brushRef="#br0">10172 12784 41 0,'-12'-11'7'0,"-47"-2"4"0,9-10 0 0,-22-2 3 0,-1-12 0 0,-12-10 3 0,24 11-4 0,13-25 1 0,11-12-1 0,15 1-4 0,22-37-3 0,0-24-3 0,35 12-2 0,15-12 1 0,9 11-1 0,38 37-1 0,25 26 0 0,22 11 1 0,25 11 0 0,12 1 2 0,-11 36-1 0,12-12-1 0,-25 36-1 0,1 24 0 0,-38 13 1 0,-23 36 0 0,-25 24-1 0,-23 36-1 0,-25 12 1 0,-48 12-1 0,-12 1-1 0,-37-25 1 0,-24-24 1 0,-13-12-3 0,3-36 3 0,-27-12 2 0,-12-25 4 0,-10-25 5 0,10-23 1 0,-10-35-4 0,-2-26 1 0,24-11-3 0,14-1-4 0,23-12 0 0,37 24-2 0,24 2-13 0,36 9-38 0,48 27-95 0</inkml:trace>
  <inkml:trace contextRef="#ctx0" brushRef="#br0">21615 15360 78 0,'-13'-35'10'0,"-11"11"-5"0,0 11-3 0,-13 2 2 0,1 11 3 0,0 0-1 0,0 24-4 0,11 35-1 0,25-9 0 0,0-15-1 0,25 2-1 0,-14-13 2 0,26-24 0 0,-13 0 1 0,0 0 0 0,-12-24 1 0,13-37 9 0,-13 37-6 0,-12 24 3 0,0 13-2 0,0 11-6 0,12 48 0 0,-12-11-1 0,0 12 1 0,0-13-1 0,0 13 0 0,0-25 0 0,0 37-4 0,0-37-9 0,-12-12-18 0,0-12-20 0,12-12-3 0</inkml:trace>
  <inkml:trace contextRef="#ctx0" brushRef="#br0">21167 15095 34 0,'0'0'7'0,"0"-12"11"0,-12 12-2 0,12-12 0 0,48 0 1 0,-23 12-14 0,10 0 2 0,2 0 0 0,11 0 1 0,0 0 0 0,1 0 0 0,11-12-3 0,1 12-1 0,23-12 0 0,13 12-1 0,12-12 1 0,13-1-1 0,9 13 0 0,15-12-1 0,24 12 0 0,604 0 1 0,-569 0-1 0,-11 0 1 0,-1 0-1 0,1 0-1 0,-25 0 1 0,-12 0 0 0,0 0 0 0,-23 0 0 0,-25 0-1 0,-13 0 1 0,-23 0 0 0,-1-12-1 0,-23 12 1 0,-13-12 0 0,-1 12 1 0,-9-12-1 0,11 12 0 0,-15 0 1 0,3-12 10 0,-25 12-7 0,0 0-1 0,0 0-2 0,38 0 1 0,-27 0-2 0,13 12 0 0,-12-12 0 0,-12 0 0 0,12 12 0 0,-12-12 0 0,0 12-1 0,0-12 1 0,0 37 0 0,0-1 0 0,12 12-1 0,-12 1 1 0,0 11-1 0,0 12 1 0,-12-11-1 0,12 11 1 0,-12-11-1 0,12 0 1 0,0 10-1 0,0-21 0 0,0-2 1 0,24 48-1 0,-24-83 1 0,0 11 0 0,0-13 0 0,0-11 1 0,0 0 0 0,0 0 0 0,0 0 1 0,-12 0 0 0,12 0-1 0,-133 0 0 0,85 0 0 0,0 0-1 0,-13 0 0 0,0 0 1 0,-169 0 1 0,122 0-2 0,-1 0 1 0,-133 0-1 0,108 0 1 0,-10 0 0 0,-1 0 0 0,11 0-1 0,0 0 1 0,-300 0 0 0,313 0 0 0,0 0 0 0,-109 0-1 0,121 0 0 0,13-11 1 0,-1 11-1 0,0 0 0 0,-12 0 0 0,-169 11 0 0,193 2 0 0,-60-13 0 0,73 12 0 0,11-12 1 0,13 0-2 0,-1 0 1 0,1 12 0 0,0-12 0 0,-24 13 0 0,35-13 0 0,13 11-1 0,0-11 2 0,11 0-1 0,1 0-1 0,12 13 2 0,0-26 7 0,0 2-6 0,-12-39 1 0,12 2 1 0,-12 0 1 0,0-24-1 0,24-2-1 0,-24-21-2 0,0 10 0 0,-12 0 0 0,11 13-4 0,2 35-7 0,35 13-162 0</inkml:trace>
  <inkml:trace contextRef="#ctx0" brushRef="#br0">21820 15071 44 0,'0'-12'12'0,"-13"-12"16"0,13-13 17 0,0 25-38 0,13 49-5 0,-13 11 3 0,24 97 7 0,-12-60-6 0,-12 11-2 0,12 98-1 0,-12-121-2 0,0 36 0 0,0-74-1 0,-12-11-2 0,12 25-143 0</inkml:trace>
  <inkml:trace contextRef="#ctx0" brushRef="#br0">22255 15386 79 0,'0'0'12'0,"-12"-26"10"0,24 15-9 0,-12 11-5 0,12 0-3 0,-12 37 2 0,25-2 0 0,-25 26-2 0,12 12 0 0,-12-14-3 0,0 15-1 0,0 11 0 0,0-26-2 0,0-10-2 0,0-13-12 0,0-12-25 0,0-24-26 0,0 0 33 0</inkml:trace>
  <inkml:trace contextRef="#ctx0" brushRef="#br0">22231 15397 52 0,'0'0'0'0,"49"-37"28"0,-1 26-14 0,11 11-1 0,4 11-3 0,-28 15-3 0,13 9-2 0,-35 2-3 0,-2-1 3 0,-22 0 0 0,-26 1 0 0,-11-13-2 0,-2-12-1 0,-9-1-7 0,23 2-25 0,0 0-72 0</inkml:trace>
  <inkml:trace contextRef="#ctx0" brushRef="#br0">22715 15494 109 0,'-12'0'14'0,"0"25"0"0,0 11-1 0,0-12-7 0,-1 11-4 0,13 3-2 0,0-2 0 0,13 12-4 0,-1-11-23 0,12-13-53 0,-24-13 43 0</inkml:trace>
  <inkml:trace contextRef="#ctx0" brushRef="#br0">23283 15083 76 0,'0'-24'18'0,"0"-12"-8"0,0 23-3 0,12-11 5 0,2 24 1 0,-14 12-9 0,0 37-1 0,0 36 1 0,0-1 0 0,0 25 1 0,11 11-2 0,-11 26-2 0,11-25 0 0,2-12-1 0,-1-13 0 0,0-23-1 0,0-12 2 0,-12-13-1 0,0-13 0 0,0-9 0 0,0-14 1 0,-12 0-8 0,12 0-26 0,-12-12-69 0</inkml:trace>
  <inkml:trace contextRef="#ctx0" brushRef="#br0">23707 15410 100 0,'0'0'0'0,"-11"-37"10"0,11 24-5 0,0 26 3 0,0 24 4 0,0 23-5 0,0 13-5 0,11 84 0 0,-11-97-1 0,0 1-1 0,11-37-1 0,-22 12-133 0</inkml:trace>
  <inkml:trace contextRef="#ctx0" brushRef="#br0">23718 15336 60 0,'0'-11'15'0,"25"-13"1"0,23 24-2 0,1 0 3 0,-25 0-6 0,-12 24-4 0,-12-13-2 0,0 26 0 0,-169 72-5 0,132-85-31 0,25-11-53 0</inkml:trace>
  <inkml:trace contextRef="#ctx0" brushRef="#br0">23961 15555 32 0,'24'-25'55'0,"0"25"-36"0,12 0 1 0,0 13-3 0,-23-1-15 0,-13 24 2 0,0-13-1 0,-13 3 0 0,-23-2 0 0,24 0-1 0,-12-12 0 0,13 0-1 0,11-12-1 0,11 0 1 0,25 0 1 0,13 0-6 0,-13 0-35 0,12 0-73 0</inkml:trace>
  <inkml:trace contextRef="#ctx0" brushRef="#br0">24481 15168 56 0,'0'-24'11'0,"0"-37"10"0,0 13 16 0,11 36-21 0,-11 12-9 0,0 109-3 0,13-38-1 0,-13 38 2 0,12 0-3 0,-12 25 0 0,0 96-2 0,0-146 1 0,0-23-2 0,-12-1-1 0,-1-11-6 0,2-25-14 0,-2 0-31 0,2-24-13 0</inkml:trace>
  <inkml:trace contextRef="#ctx0" brushRef="#br0">24685 15410 113 0,'0'0'0'0,"0"-37"6"0,13 50-1 0,0 11 7 0,-1 0-1 0,0 36-4 0,12 1-5 0,-24 11-2 0,11 1 1 0,-11-13 0 0,0 1-2 0,0-13-12 0,-11-11-27 0,0-13-50 0</inkml:trace>
  <inkml:trace contextRef="#ctx0" brushRef="#br0">24748 15360 62 0,'0'-35'21'0,"35"-2"-2"0,1 26-1 0,0-1 0 0,-11 12-6 0,-13 12-6 0,0 47 2 0,-24-22-5 0,-25 11-1 0,1 1-1 0,-24 11-3 0,-1 1-33 0,48-49-13 0,13-1-8 0</inkml:trace>
  <inkml:trace contextRef="#ctx0" brushRef="#br0">24892 15591 59 0,'0'-12'23'0,"24"0"-15"0,12 0 4 0,37 0 14 0,-37 12-19 0,-25 12-3 0,3 0 1 0,-14 0 1 0,-25 23 2 0,1 3-1 0,0-14 0 0,0 0-3 0,12-12-2 0,0-1-1 0,-1 13 0 0,26-24-2 0,-1 13 1 0,109 35 1 0,-109-35-1 0,-12 11 1 0,0-13 5 0,-12 2 2 0,-25-1-2 0,-11 0-4 0,0 1-2 0,11-2-18 0,1 2-67 0,24-13 15 0</inkml:trace>
  <inkml:trace contextRef="#ctx0" brushRef="#br0">21747 15640 61 0,'0'-26'38'0,"12"26"-17"0,-12-11-2 0,0 22 3 0,-12 15-14 0,0 10-3 0,-1 0-2 0,2-1-2 0,0 3 1 0,-2 9-2 0,2-10-2 0,-2 0-24 0,0-2-46 0,13-22 16 0</inkml:trace>
  <inkml:trace contextRef="#ctx0" brushRef="#br0">21009 15227 47 0,'-12'-11'23'0,"12"11"-4"0,25-48 27 0,-1 24-31 0,24-13-7 0,1 13-6 0,11 12-11 0,-35 12-106 0</inkml:trace>
  <inkml:trace contextRef="#ctx0" brushRef="#br0">21118 15107 24 0,'-12'0'22'0,"0"0"-17"0,12 0 1 0,0 0 32 0,0-12-29 0,0 12-5 0,0-12 1 0,0 0 0 0,0-12 3 0,0-13-1 0,0 1 1 0,-12-24-2 0,0-1 0 0,12-23-3 0,-12-1-1 0,0-12-1 0,-12 13 1 0,11-1-1 0,1 11-1 0,-12 26 1 0,24 1 0 0,-12 9 0 0,12 14 0 0,24-23 2 0,-24 23-1 0,12 24-1 0,0-14 1 0,1 3-1 0,-2 11 0 0,-11 0 2 0,13 0-3 0,-1 0 1 0,12 0-1 0,0 0 0 0,25-12 0 0,109 0 1 0,-111 12-1 0,2 0 0 0,11 0 0 0,97 12 0 0,-48 0-1 0,0-12 1 0,25 0 1 0,10 0-1 0,145 0 0 0,-154 0-1 0,-14 0 1 0,12 0 0 0,-13 0-1 0,413 25 0 0,-400-25 1 0,-1 0 0 0,2 0 0 0,132-14 0 0,-145 3-1 0,1 11 2 0,-2-12-1 0,1 12 0 0,-12-12 1 0,-1 12-1 0,1-12-1 0,-12 12 1 0,0-12 0 0,12 12 1 0,-13-12-1 0,-11 12 0 0,25 0 0 0,-25-12 0 0,-2 12 0 0,14-12-1 0,-24 12 2 0,-13-13-1 0,1 13 0 0,-13-12 1 0,0 12-1 0,-11-12 0 0,-13 12 0 0,0-12 0 0,0 12 1 0,-12 0 2 0,1-12 8 0,-13 12-8 0,11-12-1 0,-11 12 0 0,0 0-2 0,0 0 0 0,13 0 0 0,-13 12 0 0,0 12 0 0,12-12 0 0,-12 13-1 0,12-1 1 0,-12 12 0 0,0 13 0 0,13 22 0 0,-13 14 0 0,-13 24 0 0,13 13 1 0,0-14-2 0,13 12 1 0,-13-22 0 0,11-26 0 0,2-11-1 0,-13-13 1 0,11-23 1 0,-11-1-1 0,0-12 1 0,0-12 1 0,0 12 2 0,0-12 1 0,0 0-2 0,-24 0-2 0,13 0 0 0,-14 0-1 0,0 0 1 0,-11 0-1 0,0 12 0 0,-37 0 0 0,25-12-1 0,-85 11 1 0,-12-11 1 0,-62 0-1 0,-10 0 0 0,-12-23-4 0,-25 23-11 0,24-12-25 0,23 24-69 0,161 0 68 0</inkml:trace>
  <inkml:trace contextRef="#ctx0" brushRef="#br0">23224 14442 49 0,'0'-13'25'0,"0"2"-2"0,0-2-7 0,11 13-6 0,-11 13 2 0,0 23-3 0,11 0-3 0,2 13-1 0,-1 10 0 0,26 39-2 0,-16-63-1 0,15-22 0 0,-13 0 0 0,12-1-2 0,1-12-13 0,-1 0-19 0,11 0-18 0,-21-12-8 0</inkml:trace>
  <inkml:trace contextRef="#ctx0" brushRef="#br0">23682 14442 61 0,'0'0'3'0,"-24"-13"3"0,24 13-3 0,-25 25 8 0,14 11 0 0,0 1-4 0,11 11-2 0,0-12-2 0,0 13 1 0,35-13 2 0,-11-12 0 0,13 0-2 0,23-24-1 0,1 13-2 0,60-13-79 0,-96 12 37 0</inkml:trace>
  <inkml:trace contextRef="#ctx0" brushRef="#br0">24142 14792 74 0,'0'0'0'0,"0"-11"13"0,0-1 3 0,0-13 7 0,12 1-5 0,-12-12-8 0,24 0-5 0,-12-1-2 0,1-11 0 0,-1-1-1 0,-12 1-1 0,12 0 0 0,0 11-1 0,0 13 1 0,-12 11-1 0,12 13 0 0,1 0 0 0,11 26 0 0,-13 22 1 0,14 0-1 0,-13 13 0 0,12-1-1 0,0-11 1 0,-13-1 0 0,14-25 0 0,0-10 1 0,-25-13 2 0,24-13-1 0,0-10 0 0,-12-13-1 0,24-14 0 0,-24 15-1 0,25-14 1 0,-13 1-1 0,0 0 0 0,0 0 0 0,0-2 0 0,-24 39-1 0,13 11 1 0,11 11 0 0,-24 13 1 0,13 26 1 0,9 10 1 0,-22 0-1 0,13 37 0 0,-2-12-1 0,-11 11-3 0,13-23-24 0,-13-24-72 0,0-25 49 0</inkml:trace>
  <inkml:trace contextRef="#ctx0" brushRef="#br0">25666 14091 48 0,'0'0'0'0,"0"0"19"0,12 0 6 0,-12 0-9 0,0 11-5 0,0 3-1 0,-12-14 3 0,12 0 19 0,0-14-23 0,-12-33-3 0,12-1 0 0,0-25-2 0,12-12-1 0,-12 1-1 0,24-1 0 0,-12 0-2 0,13-12 1 0,-25 12-1 0,36-72-1 0,-36 146-3 0,0-1-13 0,0 24-8 0,0 12-8 0,-24 24-18 0,-1 0-20 0</inkml:trace>
  <inkml:trace contextRef="#ctx0" brushRef="#br0">25522 13511 40 0,'-13'0'12'0,"1"-24"5"0,0-1 3 0,24-11 0 0,0-1-4 0,12 2-6 0,12-2-1 0,-11-11 0 0,10 12-2 0,38-26 3 0,-36 51-6 0,-1 11 1 0,-12 0-2 0,1 24 0 0,-1 25 0 0,37 59 0 0,-39-23-7 0,3 12-48 0,0-73-19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" max="2" units="cm"/>
          <inkml:channel name="Y" type="integer" min="-2" max="2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3-25T12:59: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7373 18212 0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12T17:21: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14636 13256 12 0,'0'0'0'0,"-13"-11"6"0,1 11-5 0,12-12 7 0,-12 12 4 0,12-14-2 0,0 3-1 0,-12-2 2 0,12-11 1 0,12 1-1 0,0-1-4 0,-12 12-1 0,12-14-1 0,12 15 0 0,-13-13-1 0,3 12 1 0,11 0-1 0,-1-12 0 0,-13-1 0 0,25 13 2 0,-12 0-1 0,12-12 0 0,1 12-2 0,11 0 0 0,1-12-1 0,-1 11 0 0,1 13-1 0,-2-11 0 0,-10-2 0 0,11 13 1 0,1-12 1 0,12 12 0 0,-13 0 0 0,11-12 0 0,-9 12-1 0,-2 0-2 0,0 12 1 0,1-12-1 0,-1 12 1 0,13 1-2 0,0-13 1 0,-1 11 0 0,-13-11 0 0,16 13 0 0,-16-13 0 0,-11 11 0 0,13-11 0 0,-13 13 1 0,0-1-1 0,-1 0 1 0,-9 0 0 0,-2-12 0 0,0 12-1 0,12 0 1 0,-12 0 0 0,12 1-1 0,1-1 0 0,11 0 0 0,-11 12 0 0,-1-12 0 0,-12 0 0 0,0 11 0 0,-13-9 0 0,-11-2 0 0,14 12 1 0,-14-12-1 0,12 0 1 0,-12 12-1 0,0-13 0 0,12 13 1 0,0 2-1 0,1-2 0 0,-2 0 0 0,0 0 0 0,-11 0 0 0,0 0 0 0,0-11 0 0,0 11 0 0,0 0 0 0,0 0 1 0,-11-12-2 0,0 13 2 0,11-14-1 0,-13 14 0 0,1-13 0 0,-12 12 0 0,10-12 0 0,3-1 0 0,-13 15 1 0,0-14 0 0,-12 0-1 0,-1 0 1 0,1 0-2 0,0 0 2 0,1 0-1 0,9-1 0 0,-22 2 0 0,12-2 0 0,-2 2 1 0,3 0-2 0,-1-1 0 0,0 0 0 0,-13-12 2 0,13 11-1 0,0 2 0 0,-13-13 0 0,13 11 0 0,0 2 0 0,-2-13 0 0,3 11 1 0,-1-11-1 0,0 0 0 0,-13 13 0 0,13-13 0 0,0 0 1 0,-1 0-2 0,0 0 1 0,-10 12 0 0,-2-12 1 0,13 0-2 0,0 0 1 0,12 12 0 0,-13-12 0 0,1 0 1 0,-1-12-1 0,13 12 0 0,-13-12 0 0,2-1 0 0,-1 2 1 0,-13 11-1 0,13-13 0 0,0 2 0 0,-1 11 1 0,-11-13-1 0,12 2 0 0,-13-13 1 0,13 11-1 0,1 0 1 0,10-11-2 0,-11 13 2 0,23-1-1 0,-11 0 1 0,0-12 0 0,24 12-1 0,-12-13 1 0,-13 1 1 0,13 0-1 0,0 0 0 0,0-1 0 0,12 1-1 0,-12 0 0 0,12 0 1 0,0 0 1 0,12 0-1 0,12-13-1 0,-12 0 0 0,13 2-7 0,23 11-49 0,-23-2-65 0</inkml:trace>
  <inkml:trace contextRef="#ctx0" brushRef="#br0">10378 14140 13 0,'0'0'11'0,"0"0"0"0,0 0 1 0,0 12 5 0,0-12-7 0,-12 0-6 0,0 0-2 0,0 12 0 0,-1-12 1 0,13 0 2 0,-11 12 1 0,-2-12 1 0,1 0-3 0,0 0-1 0,0 0 0 0,-12 0-1 0,-1 0 0 0,1 0-1 0,-12 0-1 0,1-12 2 0,-3 12-2 0,2 0 1 0,-24-12 1 0,24 12 0 0,-1 0 0 0,13 0-2 0,-12-12 1 0,11 12-1 0,1 0 0 0,-12 0 1 0,1-12-1 0,-3 0 1 0,2 12 0 0,0-14-1 0,12 3 1 0,-12-1 0 0,-1 0 0 0,1 0 0 0,-13 0 1 0,13 0 0 0,-12 0 0 0,24 0 0 0,-1 12 0 0,0-25-1 0,3 13 0 0,9 0-1 0,-11-12 1 0,12-1-1 0,-13-10 1 0,1 10 0 0,0-11-1 0,-12 12 0 0,24-12 1 0,-13 11 0 0,13-12 1 0,12 26-2 0,-12-25 2 0,12 24-2 0,0-12 1 0,12-13 0 0,-12 25 0 0,25-12-1 0,-13 0 0 0,12 0 1 0,0 11 0 0,0-11-1 0,-11 0 1 0,23 0-1 0,-12 24 0 0,1-24 1 0,-3 11-1 0,15 2 1 0,0-15 0 0,-1 15 0 0,0-2 0 0,1 2 0 0,-1-2-1 0,12 2 1 0,-11-2 0 0,-1 13 0 0,11 0-1 0,-10-11 2 0,11 11 0 0,-11 0 0 0,11-12 1 0,-11 12-1 0,11-14 0 0,-12 14-2 0,14 0 1 0,-4 14-1 0,17-14 0 0,-16 0 0 0,1 12 0 0,1-12 0 0,0 11 0 0,11-11 0 0,-11 13 0 0,-2-13 1 0,2 11-2 0,-1-11 1 0,1 13 1 0,11-13-1 0,-11 0 1 0,-1 11-1 0,11-11 0 0,-9 13 1 0,-2-2-1 0,0 2 0 0,1 0 0 0,-1-2 0 0,-11-11 0 0,11 24 0 0,-24-24 0 0,24 13-1 0,-11-2 4 0,-1 14-3 0,0-13 0 0,1 0 1 0,-13 0-1 0,0 12-1 0,12-11 2 0,-23 11-1 0,-2 0 0 0,2-1 0 0,-1 3 1 0,0-2 0 0,0 12-1 0,-12 0 0 0,0-12 0 0,0 13 1 0,0-13-1 0,0 11 1 0,-12-10 0 0,0 11 0 0,-13-12-1 0,1 13 1 0,0-13-1 0,-12 13 1 0,-1-13 0 0,1 0-1 0,0 0 1 0,-12-12-2 0,-2-1 1 0,3 3 1 0,-2 10 0 0,-11-24 0 0,12 12-1 0,-13-12 1 0,-11 12 0 0,0-12-1 0,-2 0 0 0,-22 12 1 0,10-12-1 0,-21-12 1 0,9 12 0 0,1-24 0 0,25 12-1 0,13 0 0 0,9 12-2 0,26-14-24 0,24 14-119 0</inkml:trace>
  <inkml:trace contextRef="#ctx0" brushRef="#br0">18178 14019 16 0,'0'-12'3'0,"-11"12"-1"0,11-13 3 0,0 13 3 0,0 0 24 0,0 0-12 0,-11 0-8 0,-14 13-5 0,1-13-3 0,-1 0-1 0,1 12-1 0,-12-12-1 0,12 12 0 0,-13-12 0 0,13 0 0 0,-24 0 1 0,13-12 0 0,-15 0 2 0,26-1 1 0,0 1 0 0,-12 0-1 0,11 0 0 0,14-12-1 0,-14-1-1 0,13 1 0 0,0-12 0 0,0 11-1 0,0 1 0 0,12 0 1 0,0 13-1 0,0-13 0 0,0-2 0 0,0 2 1 0,12 1-1 0,0-13 1 0,0 12-2 0,12-2 0 0,0 3 1 0,1-13 0 0,-1 11-1 0,1 1 1 0,10 0 0 0,-11 0-1 0,2 11 1 0,-4 2-1 0,3-2 1 0,11 2-1 0,-12-2 1 0,13 2 0 0,-1-2 0 0,1 13 0 0,11-13 1 0,0 2 1 0,13-2-1 0,-13 2-1 0,12-2 0 0,13 2-1 0,0 11 1 0,-12 0-1 0,11 0 1 0,0 0-1 0,1 0 0 0,-13 0 0 0,1 11 1 0,10-11 0 0,-8 0 0 0,-4 13 0 0,14-13-1 0,-13 11 1 0,13 2-1 0,-25-2 0 0,2 15 1 0,-4-15-1 0,-9 2 1 0,0-2-1 0,11 13 0 0,-24 1 0 0,1-13 0 0,-1 0 1 0,-12 13-1 0,12-14-1 0,-12 14 1 0,1-1 1 0,-2 0-1 0,-11 0-1 0,0 13 1 0,0-13 1 0,0 11-1 0,0 2 0 0,-11-12 1 0,-2-2 0 0,-11 1-1 0,0 13 1 0,0-25 0 0,-1 24-1 0,-11-12 1 0,0 13-1 0,-13-25 1 0,13 12 0 0,-13 1-2 0,-11-13 2 0,12 0-1 0,-13 12 1 0,13-12-1 0,-13-12 1 0,12 12-1 0,-11-12 0 0,-12 12 1 0,-1-12-1 0,1 0 0 0,-13 0 1 0,-12 0-1 0,13 0 0 0,11 0 0 0,0 0 1 0,13 0-1 0,24 0-2 0,12 0-11 0,11 0-34 0,1-12-87 0</inkml:trace>
  <inkml:trace contextRef="#ctx0" brushRef="#br0">17840 13136 2 0,'0'0'2'0,"0"0"0"0,14 0 3 0,-14 0 3 0,0 0 11 0,0 0 1 0,0 0-17 0,-14 0 1 0,2 12 0 0,12-12 1 0,-13 12 0 0,13-12-1 0,-11 0 1 0,11 0-2 0,-13 0 1 0,13 0-2 0,-11 0 1 0,0 0-1 0,-2 0-1 0,-11 0 0 0,0 11 1 0,0-11 0 0,-13 0 0 0,13 0-1 0,0 0 1 0,-1 0-1 0,1 0 0 0,0 0 0 0,11-11 0 0,-11 11-1 0,2 0 1 0,8-12 0 0,-33 12 0 0,10-12-1 0,-11 12 2 0,-1-12-1 0,13 12-1 0,-13 0 1 0,1-12 0 0,0 0-1 0,11-2 1 0,2 3-1 0,-2-1 1 0,13 0 0 0,0 0 0 0,11-12 0 0,-23 0 1 0,36-1-2 0,-12 13 1 0,12-12-1 0,-12-13 1 0,0 13-1 0,12-12 0 0,-12 0 0 0,-1-12 0 0,1-2 0 0,12 15 0 0,0-13 1 0,0 11 0 0,0 1 0 0,25 0 0 0,-13 0 0 0,12-1-1 0,12 13 0 0,0-13 1 0,14 13-1 0,9-13 1 0,2 13-2 0,-13 0 1 0,13 13 1 0,-13-2-2 0,12 2 1 0,1-1 0 0,-1 12 1 0,0-14-2 0,1 3 1 0,24 11 0 0,-12 0 0 0,10 0 1 0,-9 0-1 0,-2 0 0 0,1 0 0 0,-14 11 0 0,15 3 0 0,-26-14 0 0,0 12 0 0,1 12 0 0,0-13 0 0,11 13 0 0,-12-11 0 0,1 11 0 0,-2-11 1 0,-10 11 0 0,0 0-1 0,-1 0 1 0,-12-12-1 0,0 12 0 0,1-12 0 0,-1 12 1 0,-12 1-1 0,0-1 0 0,0 0 1 0,0 0-1 0,-12 1 1 0,12 11-1 0,-12-12 1 0,0 0 0 0,-12 13 1 0,12-13-1 0,-12 11 0 0,-12-11 0 0,12 1 0 0,-12 0 0 0,-13 10 0 0,1-22-1 0,11 11 1 0,-10 0-1 0,-2 0 1 0,2-11 0 0,-14-1 0 0,-12 12 0 0,13 0 0 0,-1-12 0 0,1 11-1 0,12-9 0 0,-25-2 1 0,13 0-1 0,-2-12 0 0,-9 12 1 0,11-12-1 0,-13 12 0 0,1-12 0 0,10 12 0 0,26-12-1 0,-11 0-7 0,23 0-20 0,0 0-88 0</inkml:trace>
  <inkml:trace contextRef="#ctx0" brushRef="#br0">13619 12978 33 0,'0'0'0'0,"-12"-12"9"0,12 12 2 0,0 0 3 0,0-12 2 0,-12 12-7 0,-23 24 5 0,-15-11 3 0,26-1-7 0,0-12-1 0,0 0-2 0,0 0-3 0,-61 0 0 0,49 0-3 0,-13-12 0 0,0-1 1 0,14 1 0 0,-62-48 2 0,48 23 0 0,1 1 0 0,-1 0-1 0,13-1-2 0,24 2 0 0,-25-2 1 0,26-11-1 0,-2 12 1 0,13-2-1 0,-11 15 1 0,11-49 0 0,0 35-2 0,11 25 1 0,2-37-1 0,11 25 1 0,12-13 0 0,-11 2 0 0,11 11-2 0,-12 0 2 0,24 12 0 0,-11-26 0 0,22 27-1 0,4-13 1 0,-4 12 0 0,26 0 0 0,0 12-1 0,10-12 0 0,3 12 0 0,-13 0 1 0,-1 12-1 0,1 0 1 0,-12 0-1 0,-1 12 0 0,1 0 0 0,-1 1-1 0,1-13 1 0,-1-1 0 0,0 2 0 0,2 11-1 0,59 24 4 0,-85-35-3 0,-1 11 0 0,3-13 0 0,-15 13 0 0,-10 1 0 0,-13-13 0 0,12 12 0 0,-11-11 0 0,-2 23 1 0,14 12 0 0,-25-24 0 0,0 13-1 0,-12-13 1 0,-1 11 0 0,-11-11 0 0,12 14 1 0,-24-2-1 0,1-1 1 0,-2 2-2 0,-24 11 1 0,-36 13 0 0,49-37-2 0,-11-11 2 0,-26-1 1 0,0 0-1 0,-121 0 1 0,97-12-1 0,-121-12-1 0,121-12 0 0,0 11 1 0,25 1-3 0,11 12-14 0,24 12-58 0,25 13-31 0</inkml:trace>
  <inkml:trace contextRef="#ctx0" brushRef="#br0">16885 10439 22 0,'0'0'0'0,"-12"-25"10"0,12 13-3 0,12 12 3 0,-12-12 1 0,0 24-4 0,-12 12-3 0,12 25 0 0,0-13 0 0,0 13-1 0,0 11-1 0,0 37 1 0,0-73 0 0,0 0-1 0,0-13-1 0,0 14 0 0,0-13-1 0,0-12-2 0,-12 0-17 0,12-12-21 0,0 12 13 0</inkml:trace>
  <inkml:trace contextRef="#ctx0" brushRef="#br0">17126 10365 24 0,'0'0'0'0,"13"-11"8"0,11-2-3 0,-24 13 7 0,12 0 3 0,-12 0-2 0,-24 37-4 0,-12-13-6 0,12 0-2 0,-13 13 0 0,2-1-1 0,-14-24 0 0,0 24 1 0,25-23 0 0,12-1-1 0,12-12 0 0,0 12 0 0,24-12 1 0,-12 12-1 0,12 24 3 0,13-25 0 0,-13 26 1 0,0-12 0 0,12 11 0 0,13-12 2 0,-49-13-4 0,11 2-2 0,2-13-1 0,-13 0-13 0,0 0-34 0,0-13-3 0</inkml:trace>
  <inkml:trace contextRef="#ctx0" brushRef="#br0">17417 10390 8 0,'0'0'0'0,"11"-12"7"0,-11-1-2 0,13 2 10 0,-1-2-1 0,-12 13-5 0,0-11-4 0,-12 11-3 0,-1 0 0 0,2 0 0 0,-24 11 0 0,-2 26-1 0,0-13 1 0,-35 73 0 0,35-49 0 0,1 48-1 0,24-34-1 0,12-26 1 0,0-1 0 0,24-22 2 0,12-1-1 0,1 0 1 0,-1-12-1 0,12 0 0 0,2 0-1 0,-15-12-1 0,-11 0 2 0,-12-12-2 0,2 11 1 0,-14-11-1 0,-26 1 0 0,13 11-1 0,-9-14 0 0,9 15 0 0,2-2 1 0,-2 2-2 0,26 11-1 0,-2 0 3 0,13-12 0 0,0 12 0 0,-12 0 0 0,2 12 0 0,-3 23 4 0,0-9-2 0,-11-2 0 0,0 0-1 0,0 0-1 0,0-13 0 0,0 2 0 0,13-1-13 0,-13-12-15 0,11 0-12 0,-11 0 23 0</inkml:trace>
  <inkml:trace contextRef="#ctx0" brushRef="#br0">17574 10680 43 0,'0'-13'17'0,"0"13"-11"0,25 0 10 0,-1-11 7 0,0 11-7 0,13-13-6 0,-1 13-4 0,0-11-2 0,-1 11-1 0,-22-12-2 0,-2 12-3 0,2 0-12 0,-13 0-37 0,0-12-11 0</inkml:trace>
  <inkml:trace contextRef="#ctx0" brushRef="#br0">17937 10463 46 0,'0'0'0'0,"0"-37"19"0,-12 13-3 0,12 12 4 0,0 0-1 0,0 12-10 0,0 0-8 0,0 36 4 0,0 13 0 0,0-1 1 0,-12 13-1 0,12-1-1 0,-12 1-3 0,12-13 0 0,0 0 0 0,0-24-1 0,0-11 1 0,0-2-1 0,12-11-2 0,-12 0-26 0,0-11-27 0,0-14-12 0</inkml:trace>
  <inkml:trace contextRef="#ctx0" brushRef="#br0">17876 10426 35 0,'0'-12'13'0,"0"0"-6"0,25 12 4 0,-13-12 12 0,85-13 25 0,-49 25-41 0,-13 0-1 0,3 0-2 0,-2 0-3 0,-36 0-1 0,11 13-1 0,-11-13-7 0,0 0-17 0,0 0-23 0,-11 0-18 0</inkml:trace>
  <inkml:trace contextRef="#ctx0" brushRef="#br0">17828 10680 33 0,'0'0'6'0,"0"13"1"0,26-13 17 0,9 0 8 0,1-13-9 0,13 0-7 0,11 2-8 0,-23-2-7 0,-15 13-2 0,-22 0-5 0,0 0-21 0,0 0-38 0,0 13 25 0</inkml:trace>
  <inkml:trace contextRef="#ctx0" brushRef="#br0">18324 10656 63 0,'0'-13'14'0,"-12"-10"4"0,12 23-6 0,0-12 3 0,0 12-2 0,-12 0-9 0,12 24-2 0,-12 11-1 0,0 3 1 0,12-2 1 0,0-1-1 0,0 2-1 0,-13-24 2 0,26 11-1 0,-13-24-1 0,0 0 0 0,0-13-52 0,0 2-13 0,0-2 31 0</inkml:trace>
  <inkml:trace contextRef="#ctx0" brushRef="#br0">18276 10475 65 0,'0'-12'14'0,"-13"-12"22"0,13 11-21 0,0 1-6 0,13 12-8 0,23 12-48 0,-12 1-39 0</inkml:trace>
  <inkml:trace contextRef="#ctx0" brushRef="#br0">18675 10365 32 0,'0'0'0'0,"-12"-11"16"0,12-2-1 0,0 13 9 0,0-11 0 0,-13 11-5 0,13 0-11 0,0 24-1 0,0 0-4 0,0 12-1 0,0 13 0 0,0-1 0 0,-11 1-1 0,11 11 0 0,-11-13-1 0,-2 3 1 0,13-26 1 0,-13 11-1 0,13-22 1 0,0-1 1 0,0-12 0 0,0 0 0 0,0 0 5 0,13 0-7 0,-13-12 0 0,0-12 0 0,13 11-1 0,-13 2 0 0,0-2 0 0,0-22 1 0,0-15-1 0,-13 39 1 0,-12-13-1 0,0 12-1 0,14 0-1 0,-25 12 2 0,-24 59 0 0,35-22 0 0,13 0 0 0,12-2 1 0,0-11 0 0,12-11 2 0,24-1 3 0,-11 0 1 0,11-12 0 0,-12 0 1 0,0-12 1 0,0 12-8 0,-11-12 1 0,0-1-3 0,-2 2-9 0,-11-2-45 0,-11 13-88 0</inkml:trace>
  <inkml:trace contextRef="#ctx0" brushRef="#br0">18530 10450 15 0,'0'-11'9'0,"-12"-2"3"0,12 1 9 0,0 0 2 0,0 12-6 0,0 0-11 0,0 0-5 0,0 24 2 0,0 0 0 0,-12 13-1 0,12 10 1 0,0 3 0 0,0-2-1 0,0 0 0 0,0 0 0 0,0-11 0 0,0-13 2 0,-12-12 0 0,12 0 0 0,-12-12 3 0,12 0-2 0,-13 0-1 0,13 0-2 0,0-24-1 0,-11 0-1 0,11-13 0 0,11-11-1 0,-11-12 1 0,13-13-1 0,-1 1 0 0,-12 23 1 0,0 13 0 0,0 11 1 0,0 14 0 0,-12-2 1 0,12 13 0 0,12 0-2 0,0 13 0 0,12-13 0 0,-11 11 1 0,22-11 2 0,15 13-2 0,-15-1-1 0,13 0 1 0,1 0-1 0,-1 13 0 0,0-1 0 0,-11 0 0 0,-13 12 0 0,0-12 0 0,-13 13-1 0,-11 11 2 0,-11-13-1 0,0 3 1 0,-26-2 0 0,0-12 0 0,1 0 1 0,-12-12-2 0,-1 0 1 0,-11 1-1 0,-1-13 0 0,13 0-1 0,0 11 0 0,11-11 1 0,1 0 0 0,36 0 0 0,0 0 0 0,-12 0-2 0,24 0 1 0,0 0 0 0,25 0 2 0,-1 13-1 0,-11-13 0 0,10 0 2 0,2 0-2 0,-13 0 1 0,12 0-1 0,0-13 1 0,1-11 0 0,-1 12 0 0,-12-13 0 0,-12 1 0 0,13-11 0 0,-25-2 0 0,0-11 0 0,-13 0-1 0,-11 11 0 0,-12 1 0 0,-1 0 0 0,-11 11-1 0,0 1 1 0,-1 12 0 0,2 12-1 0,10-12 1 0,13 12 0 0,11 12 0 0,13-12 0 0,0 12-1 0,37-12 1 0,0 13 0 0,10-2 1 0,2-11 0 0,11 13 0 0,-11-1-1 0,-1 0 0 0,-24 12 0 0,1-12 0 0,-14 12 0 0,-11-11 0 0,0 23 0 0,-11-12 2 0,-2 12-1 0,-23 1 1 0,12-13-1 0,-25 0 1 0,13 0 0 0,-23 0 0 0,33-24-1 0,-22 12 0 0,12-12 0 0,24 0 0 0,-12-12 1 0,24 12 0 0,0 0-2 0,0-13-3 0,0 13-5 0,0 0-39 0,12 0 11 0,0 0-4 0,-12 0 14 0,12 0 16 0,0 0 7 0,1-11 2 0,-13-13 1 0,0 11 2 0,0-10 3 0,11-15 10 0,-11 3 3 0,11 11-1 0,-11-24-1 0,0 11-2 0,0-11 0 0,-11 23-2 0,11 1-2 0,0 24-1 0,-11-12-3 0,11 12-3 0,0 25-3 0,0 11 2 0,0 23-1 0,0-9 0 0,0 22-2 0,0 13-22 0,0 0-105 0</inkml:trace>
  <inkml:trace contextRef="#ctx0" brushRef="#br0">17659 11163 38 0,'0'-11'6'0,"-12"11"-6"0,12 0-1 0,-12 0 1 0,0 0 4 0,-12 11 7 0,-1-11-2 0,13 0-2 0,-12 0 0 0,-12 0-2 0,1 13-1 0,-15-13-1 0,-10 0-1 0,-13 0-1 0,0 0 1 0,-12 0-1 0,0 0 1 0,-11-13-1 0,12-11 4 0,-13-11 4 0,12-1 1 0,1-1-2 0,-1-11-3 0,25-13 1 0,11-11-2 0,25-2-2 0,-1 15-1 0,3-86 2 0,22 84-2 0,22 13-1 0,-9-13 0 0,35-11 1 0,13 22-1 0,-13 2 0 0,25 1-1 0,11 9 1 0,25 3-1 0,12-1 0 0,11 12 2 0,14-1-1 0,229 1-3 0,-278 12 2 0,120 12 0 0,-119 0 1 0,106 12-1 0,-46 0 0 0,-12 11 0 0,0 15 1 0,107 22 0 0,-132-25 0 0,-25 2-1 0,-11 11 0 0,-24-11 1 0,-1 11 0 0,-25-11 0 0,-10 11 0 0,-11 13 0 0,-3 48-1 0,-22-49 1 0,-3 1 0 0,-11-2-1 0,-10-9 1 0,-13-2 0 0,-13 0 0 0,-24 1 1 0,-10-1-1 0,-136 13 1 0,97-49-1 0,-22 0 0 0,-14-12 1 0,-47 0 1 0,-14 0-1 0,-10-12 1 0,12 0 0 0,10 12-8 0,51 0-43 0,70 0-29 0</inkml:trace>
  <inkml:trace contextRef="#ctx0" brushRef="#br0">26501 4027 43 0,'-13'-11'14'0,"13"-13"-6"0,0 0 9 0,13 24-6 0,-1-12 3 0,-12 12-4 0,12 0-2 0,0 24 0 0,12 12-1 0,-11-1-2 0,-2 15-2 0,14-15-1 0,-13 2 0 0,12-26 0 0,13 2 8 0,-15-13-1 0,39-24 5 0,24-24-3 0,49-13-5 0,23-11-3 0,24-37 1 0,-71 36 0 0,-51 37-2 0,26-24 1 0,-49 47-2 0,-36 1-1 0,0 12-10 0,-12 49-164 0</inkml:trace>
  <inkml:trace contextRef="#ctx0" brushRef="#br0">20308 9689 2 0,'0'0'6'0,"0"12"2"0,0-12-3 0,-12 0-1 0,12 0 13 0,12 0-14 0,-12-12 0 0,0 12-1 0,0 0 17 0,0 0-4 0,0 0 0 0,0 0-13 0,0 0 8 0,0 0-5 0,0 0 0 0,0 0 3 0,0 0-9 0,0 0 5 0,0 0 0 0,-12 0-4 0,12 0 0 0,0 0 1 0,0 0 3 0,0 0-4 0,0 0 1 0,0 0-3 0,0 0 3 0,12 0-1 0,-12 0 0 0,0 0 4 0,0 0-5 0,-12 0-7 0,0 0-15 0,0 12-25 0,12-12-6 0</inkml:trace>
  <inkml:trace contextRef="#ctx0" brushRef="#br0">20489 9677 18 0,'0'0'4'0,"12"-13"2"0,-12 13 10 0,0-13 4 0,0 13-5 0,0-11-6 0,0 11-3 0,0 0-6 0,0 0 0 0,-12 11-1 0,12-11-4 0,0 13-20 0,0-13-31 0</inkml:trace>
  <inkml:trace contextRef="#ctx0" brushRef="#br0">20356 9821 18 0,'0'0'4'0,"0"0"4"0,-12-11-3 0,12 11 1 0,-12 0-1 0,12 11-4 0,-12 2 2 0,12 11 2 0,-12-12-3 0,36 24 11 0,-12-36-3 0,0 0-1 0,12 0-2 0,1 0-1 0,11 0 6 0,-12-12-5 0,0-12-1 0,-12 12-1 0,1-1-2 0,-1 2-2 0,1 11 0 0,-13-13-3 0,11 13-19 0,-11 0-40 0,0 0 20 0</inkml:trace>
  <inkml:trace contextRef="#ctx0" brushRef="#br0">20393 9544 17 0,'0'0'7'0,"0"-13"-1"0,-13 13-2 0,13 0-1 0,-11 0-1 0,-2 0-1 0,-11 13 1 0,12-13-1 0,-12 12 0 0,12 0 0 0,0 0 1 0,-13 0-1 0,1 0 1 0,12 11 0 0,-12 1-1 0,11-11 1 0,2 12-1 0,0-13 1 0,11 12 1 0,-13-13-1 0,13 13 2 0,-13 1-2 0,13 0-1 0,0-1 1 0,13 0-1 0,0 0 0 0,-2 0 0 0,25 0 0 0,0 1 0 0,1-13 0 0,-1 0 0 0,0 0 0 0,0-12 0 0,1 0 0 0,0 0 0 0,-2 0 1 0,2-12-1 0,59-12 6 0,-72-1-4 0,1 13-1 0,-13-12-1 0,-12 0 2 0,12-12 0 0,-12-1 2 0,0-11 1 0,-12 0 2 0,0-2-2 0,-85-33 3 0,37 59-8 0,-13 11 0 0,1 26-8 0,-13 23-46 0,48-24-4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17756 4802 9 0,'0'0'17'0,"0"0"-8"0,0 0 53 0,0 0-47 0,-24 12 18 0,12-12-30 0,-13 12 0 0,14-12-3 0,-14 12 1 0,1-12-1 0,0 0 1 0,-13 0 0 0,13 0 1 0,-37-12 1 0,25 0-2 0,0 0 0 0,1 0 1 0,-2 0-2 0,-11-1 1 0,-13 2 0 0,-84-13 3 0,95 24-2 0,15-13-1 0,11-11 1 0,0 11 0 0,0-11 0 0,11 13 0 0,1-13 0 0,0 12-1 0,0-26 0 0,12 3 0 0,0-1 0 0,0-37 0 0,12 37-1 0,0 12 1 0,0 0-1 0,12-1 0 0,-11 1 0 0,11-1 1 0,0 1-1 0,11 0 1 0,50-37-1 0,-48 50 0 0,11-13 0 0,13 11 0 0,145-35 0 0,-146 35 0 0,-12 13 0 0,61-11 0 0,-35-2 1 0,11 2-1 0,-2 11 0 0,-10-12 0 0,158 12 0 0,-160 0 0 0,2 0 0 0,-13 12 0 0,13-1 0 0,84 13-1 0,-12 0 0 0,0 2 1 0,25 33 0 0,-122-35 0 0,-12 2 0 0,-11-2 1 0,-1 0-1 0,-12 0 2 0,1 12-2 0,-2-11 1 0,-11 11 0 0,13-12 0 0,-13 0 0 0,0 0 0 0,0 13 0 0,-13 46 1 0,2-57-1 0,-2-2 1 0,-11 0 0 0,0 0 0 0,-1 0 0 0,1 0 0 0,-12-11 1 0,-13 11-1 0,13-13 1 0,-133 26 2 0,96-37-4 0,-12 12 0 0,-11 0 0 0,0 0-1 0,-14 13 1 0,1-13 0 0,0-12 0 0,-169 24 4 0,181-24-5 0,-59-36 2 0,83 11-3 0,24 13-6 0,25-12-19 0,12 12-52 0,12 12 3 0</inkml:trace>
  <inkml:trace contextRef="#ctx0" brushRef="#br0">14043 6858 24 0,'0'0'0'0,"-13"0"34"0,1-12-17 0,12 12-5 0,0-12 0 0,12 0-3 0,12 0 0 0,1-1-3 0,-1 2 0 0,0 11-2 0,0 0-1 0,-11 0-1 0,35 60 4 0,-36-24-3 0,-12 1-1 0,0-1 1 0,-12 49 8 0,0-73-11 0,12 0 2 0,-12-1-2 0,12 2-8 0,-12-2-21 0,12 2-73 0</inkml:trace>
  <inkml:trace contextRef="#ctx0" brushRef="#br0">14200 7317 95 0,'0'0'15'0,"-12"25"39"0,24-25-27 0,-12-12-17 0,0-1-9 0,24 13-178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32051 8502 45 0,'0'0'8'0,"0"-11"0"0,0 11 0 0,0-12 3 0,0 0-2 0,0 0-1 0,0 12-4 0,13 0 4 0,-13 12-1 0,0 12-1 0,0 13 1 0,0 11-4 0,0 11-1 0,0-9 0 0,0 9-2 0,0-9 0 0,0-2 1 0,0-12 0 0,-13 0-1 0,13-11-9 0,0-13-11 0,0 0-18 0,0-12-21 0</inkml:trace>
  <inkml:trace contextRef="#ctx0" brushRef="#br0">32173 8346 35 0,'0'0'2'0,"-37"-13"10"0,-10 2 4 0,-26-2 2 0,-12 13-6 0,1 37-4 0,10 48-1 0,15 24 0 0,22 12-3 0,24-1-1 0,39-11 0 0,46-12 0 0,13-36 0 0,12-37 0 0,-12-36-3 0,11-37 2 0,0-48 3 0,-23-36 11 0,-24-37-2 0,-61 14-10 0,-73 71-23 0,24 85-100 0</inkml:trace>
  <inkml:trace contextRef="#ctx0" brushRef="#br0">33105 5552 8 0,'0'0'8'0,"-12"0"0"0,12 0-1 0,0-12 1 0,-13 12-3 0,13 0 1 0,0 0-2 0,-12 0 1 0,12 0-2 0,0 0-1 0,0 12-1 0,-12-12 0 0,12 24 0 0,0 0 0 0,0 1-1 0,0 11 0 0,0-1 1 0,0 2-1 0,12 11 0 0,-12-11 0 0,12 11 0 0,1 1 1 0,-13-1-1 0,24 13 1 0,-12-2-1 0,12 2-1 0,-12 0 0 0,13 11 1 0,-1 1 0 0,0 12 0 0,0-12 0 0,0 11 0 0,0 1-1 0,0 0 1 0,-11-1 0 0,-13 1 1 0,13 12-1 0,-13-13 1 0,0 12-1 0,11 13 0 0,-11-11-1 0,11-1 0 0,2 10-1 0,-1 2 0 0,12 13 0 0,0 108 2 0,-12-110 0 0,1 2 0 0,-13 11 0 0,0-12 0 0,12-1-1 0,-12 13 2 0,0-11 0 0,-12 11 2 0,12-1 2 0,-13 1 0 0,13 1 0 0,-12-1-1 0,12 11 0 0,-24 2-1 0,12 0 2 0,-25 10-1 0,15 1-1 0,-16 1-1 0,2-1 1 0,-12 0-1 0,11 1 1 0,-11-1-1 0,0 0 0 0,-1-11 0 0,1 11 0 0,-25 48 2 0,26-60-4 0,-16 13 0 0,16-14 1 0,11 2 0 0,-13-13 0 0,1-12 0 0,11-25 1 0,15-11 0 0,-4-12 0 0,2-13-2 0,11-11-22 0,2-1-79 0</inkml:trace>
  <inkml:trace contextRef="#ctx0" brushRef="#br0">31097 13233 1 0,'0'0'1'0,"0"0"-1"0,24-14 0 0,-24 3 0 0,0-2-1 0,0 13 0 0</inkml:trace>
  <inkml:trace contextRef="#ctx0" brushRef="#br0">30953 13003 29 0,'0'-12'45'0,"0"-13"-20"0,11 25-21 0,-11 0 0 0,0 12 3 0,0 13 1 0,0 11-1 0,0 0 0 0,0 13-2 0,-11-2-2 0,11 1-1 0,0 2-1 0,-13-2 0 0,13-11 0 0,13-13-1 0,11 24 15 0,-13-48-11 0,13 0 0 0,0 12-2 0,24-12-1 0,-11 0-1 0,-1 0 1 0,-11 0-1 0,-13 0-1 0,12 0-10 0,13 0-77 0,-37 0 46 0</inkml:trace>
  <inkml:trace contextRef="#ctx0" brushRef="#br0">31351 13063 53 0,'0'0'5'0,"0"-24"0"0,0 12 2 0,0 12 3 0,0 0 14 0,0 36-15 0,0 96 9 0,0-94-14 0,11-2-2 0,-11-1 0 0,37-11 0 0,-25 13-1 0,13-24 0 0,-1 11-1 0,0-13-8 0,0-11-15 0,12 13-20 0,-11-13-10 0</inkml:trace>
  <inkml:trace contextRef="#ctx0" brushRef="#br0">31653 13426 38 0,'0'0'7'0,"0"0"12"0,0-13-2 0,0-11-1 0,0 0-4 0,0-13-4 0,11-35 0 0,15 24-4 0,-14 11 0 0,13-10-1 0,-14 9-1 0,0 15-1 0,2 11-1 0,-2 0 1 0,14 12 0 0,-13 24 1 0,1 13-1 0,-2-1 0 0,2-1 0 0,-1 13-1 0,-12-11 1 0,12 0 0 0,0-26 3 0,0 2 3 0,-12-13-7 0,12-24 1 0,25-36-1 0,-1 22 1 0,-24 3-2 0,12-1 0 0,0-2 1 0,13-9-2 0,0 47 1 0,-26-12 2 0,0 36 1 0,2 0 0 0,-1 25-1 0,-12-2 0 0,12 1 0 0,-12 2-3 0,-12 9-17 0,12-9-32 0,-12-15-23 0</inkml:trace>
  <inkml:trace contextRef="#ctx0" brushRef="#br0">30310 12821 57 0,'-11'-24'3'0,"-2"-36"0"0,37-13 1 0,37 13 7 0,24-1-2 0,36 13-5 0,12 24-2 0,-49 24 0 0,50-13 0 0,47 13 0 0,11 0 1 0,-70 0 2 0,12 0 0 0,23 24-2 0,24 1 0 0,1 11 0 0,11 25-1 0,-25-1-2 0,-20 13 1 0,-53 11-1 0,-22 1 2 0,-49 0 1 0,-24 10-2 0,-24 3 0 0,-12-13 1 0,-25 0-2 0,1-1 1 0,-1-11 0 0,-11-2-1 0,-1 3-1 0,-24-15 3 0,2 2-2 0,-27-13 1 0,-48 13-1 0,-73-12 1 0,50-49 0 0,37 0 2 0,-14-12 0 0,-11-36 0 0,-97-37 4 0,97 0 0 0,11-11-3 0,38-1-2 0,22-1-1 0,25 2 0 0,49 24-3 0,24 22-15 0,24 39-29 0,36-2-44 0</inkml:trace>
  <inkml:trace contextRef="#ctx0" brushRef="#br0">31351 13789 48 0,'-11'0'25'0,"-2"-13"-14"0,-13 2 2 0,26 22 7 0,0 26-2 0,0-1-4 0,26 24-4 0,-2 13-2 0,0 0-1 0,-13 0-3 0,2-1-1 0,-13 0-1 0,0-24 0 0,-13 2-1 0,2-26 0 0,-13 0 0 0,13-13-5 0,-2 14-21 0,1-13-33 0,-2 0-22 0</inkml:trace>
  <inkml:trace contextRef="#ctx0" brushRef="#br0">31084 14405 95 0,'0'0'14'0,"-11"-11"-1"0,-2-13-7 0,26 35 18 0,-2 26-13 0,14-13-5 0,11 24-2 0,13-11 1 0,-13-13-1 0,-11 0 4 0,10-12 2 0,2-12-1 0,11-24-5 0,-12 0-2 0,-11-1 0 0,10-11-3 0,-22 12-14 0,11-1-38 0,-12 14-52 0</inkml:trace>
  <inkml:trace contextRef="#ctx0" brushRef="#br0">31919 14235 41 0,'0'0'2'0,"12"-11"4"0,1 11 1 0,47-13 16 0,-24 13-15 0,-12 0-2 0,-11 13 1 0,-1 12-2 0,-12-2-2 0,-12 14-1 0,-1-2-1 0,0 2 0 0,2-13 0 0,0 0-1 0,-2 1 1 0,13-1 0 0,24-12-1 0,0 1-8 0,13-13-23 0,-2 11-38 0</inkml:trace>
  <inkml:trace contextRef="#ctx0" brushRef="#br0">32101 14079 31 0,'-37'-12'9'0,"2"12"0"0,-26-12 3 0,0 12 2 0,-23 0-3 0,-37 36-4 0,36 25-2 0,49 22-2 0,24 2-2 0,12 0-1 0,24-12-1 0,0-24 0 0,12 11 0 0,13-11 0 0,22-1 1 0,3-1-1 0,-2-21 2 0,1-14 4 0,-14 0 4 0,4-24-1 0,-16-13-1 0,-9-12-2 0,-16-10-2 0,-9-15 0 0,-1-9-1 0,-37-2 0 0,-11 0-4 0,-13 12-10 0,-10 2-21 0,-14 33-47 0</inkml:trace>
  <inkml:trace contextRef="#ctx0" brushRef="#br0">30225 15180 33 0,'0'-12'7'0,"-11"0"4"0,11 12-5 0,11 12 4 0,2 23 1 0,-13 13-3 0,24 13-3 0,0 61 6 0,-24-62-7 0,0 13-2 0,0-13-1 0,-12-11 0 0,12-25-1 0,12-12 1 0,-12-1 2 0,24-11 4 0,-11 0-2 0,11 0-3 0,12 0-1 0,1 0-1 0,-1 0-4 0,0-11-11 0,-12 11-14 0,0 0-16 0,-24-12 17 0</inkml:trace>
  <inkml:trace contextRef="#ctx0" brushRef="#br0">30250 15506 35 0,'12'-12'17'0,"25"0"-12"0,23 0 12 0,13-13 4 0,0 14-13 0,-25 11-6 0,-11-13-2 0,-15 13-7 0,-22 0-29 0,0 0-17 0</inkml:trace>
  <inkml:trace contextRef="#ctx0" brushRef="#br0">30262 15180 49 0,'0'-24'5'0,"97"-25"10"0,-24 25-5 0,-13 24-7 0,85 0-46 0,-121 12 13 0</inkml:trace>
  <inkml:trace contextRef="#ctx0" brushRef="#br0">30807 15530 28 0,'0'0'17'0,"-13"13"-3"0,1 23 3 0,12-12 1 0,0-13-6 0,12 15-5 0,1-14-3 0,-1 24-3 0,0-24 0 0,0 0 1 0,-12-12 0 0,12 11 5 0,-12-22-3 0,0-1-3 0,12 0 0 0,0-24-1 0,12-2-1 0,1-9-1 0,0 10-1 0,10 1 1 0,-11 12 1 0,-12 12 0 0,12 12 1 0,1 0 0 0,-14 24 2 0,2 13-1 0,-1-1-1 0,0 12 0 0,0-11-1 0,-12-1-8 0,12 0-25 0,0 12-19 0,-12-35 26 0</inkml:trace>
  <inkml:trace contextRef="#ctx0" brushRef="#br0">31544 15434 15 0,'0'0'0'0,"0"-24"22"0,-24 11-2 0,-12 13 4 0,-12 13-3 0,11 11-8 0,-11 12-4 0,12 13-5 0,22 11-2 0,14-12-1 0,26 1 0 0,-2-2 0 0,36-10-4 0,0-12-23 0,-11-13-58 0</inkml:trace>
  <inkml:trace contextRef="#ctx0" brushRef="#br0">30697 16196 44 0,'-11'-24'17'0,"0"0"-8"0,-15 24-1 0,-11 0 10 0,-35 24 1 0,0 12-4 0,-37 73 0 0,85-50-12 0,12 2-1 0,24-12-1 0,24 11 0 0,13-23 0 0,23-1-1 0,13-36 1 0,13 11-1 0,-39-22 1 0,1-13 1 0,1-12-2 0,-2-1 0 0,-33-24 0 0,-26 2-1 0,-26-15 0 0,-57-22 1 0,-26 24-1 0,24 46 2 0,-12 3 3 0,37 23 2 0,24 23-3 0,24 27-3 0,24 9 0 0,24 15 0 0,24-2 0 0,-10 0 0 0,9 13-1 0,-22-12 1 0,-26-12 0 0,-11-2 0 0,-36-9 0 0,-13-15 1 0,2-11 0 0,-2-11-4 0,13-13-11 0,12 11-14 0,12-11-20 0,0 0-15 0</inkml:trace>
  <inkml:trace contextRef="#ctx0" brushRef="#br0">30940 16510 51 0,'0'0'39'0,"0"-12"-22"0,-12 0 2 0,12 36-2 0,12 12-15 0,1 13 0 0,-2-1-2 0,13 1 1 0,0-13 0 0,0-1 0 0,0-22 1 0,13-13 1 0,-13 0-1 0,12-37-1 0,25-22-3 0,-37 9-6 0,0 3 2 0,-11-1 3 0,-2 11 2 0,0 25 1 0,-11 0 1 0,0 12 0 0,0 0 1 0,14 12 1 0,-14 12-1 0,12 12-1 0,1 1-1 0,9-13 1 0,27 12 0 0,-13-23 0 0,1-13 0 0,-1-13-1 0,13 0 0 0,-37 2 1 0,12-1 0 0,-12-12-1 0,0 12 1 0,1-24-1 0,-2 11 0 0,-71-59 3 0,11 84 0 0,37 0-1 0,0 24-1 0,12 12 0 0,0-12-1 0,24 12 0 0,-11-11 0 0,11 11 0 0,0-13 0 0,0-10 0 0,0 12 0 0,0-13 0 0,1 0 2 0,0 0 0 0,10-86 2 0,-24 39-4 0,-11-1 0 0,13 12 1 0,-13-13-1 0,0 25 0 0,12 0 0 0,-12-1 0 0,0 13-1 0,0 13 1 0,12-1 0 0,1 12-1 0,11 25 0 0,-12-37 1 0,12 0 0 0,-12 0 1 0,0-12-1 0,12-12 0 0,1 0 1 0,-1-24-1 0,-12 11 0 0,0 1 0 0,0 12-3 0,-12 12 2 0,13 12 0 0,-13 12 0 0,22-12 0 0,4 12 0 0,-2-11 0 0,0-1 0 0,0 0 1 0,12-12 0 0,13-12 1 0,-37-13 0 0,0 14-1 0,-12-26 1 0,12 25 0 0,-12-24 1 0,0 23 0 0,0 2 1 0,0-2-2 0,0 2-1 0,0 22-1 0,0 2 1 0,12 47-1 0,0-11 1 0,0 11 1 0,13 84 1 0,-25-70 1 0,0-15 1 0,-25 15 6 0,-11-26 1 0,-13-12-5 0,1-11-2 0,-11-13-1 0,9-12-6 0,-22-12-133 0,60-1 76 0</inkml:trace>
  <inkml:trace contextRef="#ctx0" brushRef="#br0">20113 13184 9 0,'-35'-72'19'0,"24"23"-12"0,-14 13-1 0,13 12-3 0,0-13 2 0,0 1 1 0,12 12 1 0,-13-24 1 0,13 11 0 0,0-11-1 0,0-13-3 0,13 24-2 0,23-10-1 0,0-2-1 0,12 1 0 0,0 12 0 0,1-1 1 0,0 13 1 0,11 0 1 0,13 0 0 0,-2 0 1 0,14 0 0 0,25 11-2 0,-1-11-1 0,24 11 0 0,0-11-1 0,0 24 1 0,-12-11 0 0,12-2-1 0,0 13 0 0,-12-11-1 0,24 11 1 0,-12-12 1 0,24-2-1 0,1 3-1 0,-1-2 1 0,12 13-2 0,-1-11 2 0,15 11 0 0,-1 0-1 0,-12 0 1 0,-2 0-1 0,1 0 1 0,13 0 1 0,10 0-1 0,3 11 0 0,10 13 1 0,13-10 0 0,12 9-1 0,-12-10 1 0,-1-2 1 0,13 2-1 0,0-13 0 0,-12 11 1 0,-1 2 0 0,-12-2-2 0,2-11 1 0,-27 13 0 0,15-13 0 0,-14 0 0 0,12 0 0 0,-12-13-2 0,-11 13 2 0,12-11 0 0,-13-2-1 0,12 13-1 0,-35 0 2 0,-1 0 0 0,-23 0-1 0,-15 0-1 0,-10 0 1 0,-12 13 0 0,0-13-1 0,-13 24 1 0,1-11 0 0,-1 11 0 0,-11 11 0 0,-2 2 0 0,-9 0-1 0,-15 11 1 0,2-1 0 0,-13 3 0 0,13 22 1 0,-13 0 0 0,24 50 0 0,-36-62-1 0,25 61 0 0,-13-48 0 0,24 71 1 0,-24-46-1 0,1 22 0 0,0 2 0 0,-14-1 1 0,13 12 0 0,0 12 0 0,0-24-1 0,-11 11 1 0,-2 1 0 0,14 13-1 0,-13-1-1 0,-12-1 0 0,12 2 0 0,-12-14 0 0,12 15-1 0,0-15 2 0,12 14 0 0,1-13 0 0,-13-1 0 0,12 1-1 0,-12 1 1 0,0 10 0 0,-12-11-1 0,0 1 1 0,0-25-1 0,0 12 2 0,0-24-1 0,0-25 1 0,13 13-1 0,-2 12 0 0,-11 0 1 0,11-2-1 0,2 3 1 0,-13-13 0 0,0-1-1 0,0-23 1 0,0-13-1 0,-13 1 0 0,13-1 0 0,0-1 0 0,-11-9 0 0,11-2 0 0,0-1 0 0,0-10 0 0,-11-13 0 0,11 1 0 0,0-2 0 0,-13 2 0 0,13-2 0 0,-24-11 0 0,0 13 0 0,-13-13 0 0,1 12 0 0,-25 0 0 0,1-12 0 0,-12 12 0 0,-13 0 0 0,-12-12 0 0,0 0 0 0,-241 0-1 0,217 0 1 0,-24 0 0 0,12 0-1 0,-26 0 1 0,-323-12-1 0,312 12 0 0,1 0 1 0,-25 0-1 0,13 12 1 0,-13-12 0 0,1 12-1 0,-1 0 1 0,-11 1-1 0,11-1 1 0,1 12 0 0,-206 12-1 0,217-13 1 0,-11-9-1 0,-170 10 1 0,181 0 0 0,-229-1-1 0,290-10 1 0,-109-2 0 0,62 2 0 0,-2-2 1 0,0 3-1 0,13-2 0 0,12-12 0 0,-12 11 0 0,12-11 0 0,11 13 0 0,-12-13 0 0,2 0 1 0,-1 11-1 0,0-11 0 0,-1 0 1 0,2 13-1 0,-2-13 0 0,1 0 1 0,12 0-1 0,-12 11 1 0,24-11-1 0,-121 13 1 0,133-2 0 0,1-11-1 0,-1 13 0 0,12-13 1 0,12 13-1 0,1-13 1 0,12 0-1 0,11 11 1 0,12-11-1 0,13 0 0 0,0 0 1 0,11 0-1 0,13 0 0 0,0-11 1 0,0 11-1 0,0-13 0 0,0 0 1 0,12 2-1 0,-13-13 1 0,13 0-1 0,-11-26 1 0,11 15-1 0,0-13 1 0,0-13-1 0,0 1 1 0,0-1-1 0,-50-265 2 0,39 205-1 0,-2 11-1 0,13-10 1 0,-11-2-1 0,11 2 1 0,0-25 0 0,-11-62-1 0,11 74 1 0,0 1-1 0,0-303 2 0,0 302-2 0,11-12 1 0,0 0-1 0,39-159 1 0,-37 160 0 0,-13-13-1 0,11-1 1 0,-11 12-1 0,-11-10 1 0,11-1-1 0,-13 11 1 0,0 2-1 0,13 10 1 0,0 1-1 0,0 0 1 0,0 0 0 0,0 12-1 0,0 1 1 0,0 11-1 0,0 0 1 0,13 12-1 0,11 24 1 0,-13 25-1 0,2 23-15 0,-1 14-88 0</inkml:trace>
  <inkml:trace contextRef="#ctx0" brushRef="#br0">30540 13304 77 0,'-24'-48'20'0,"0"48"-20"0,0 0 0 0,0 37 0 0,-37 11 1 0,-23 24 0 0,-25 13 1 0,-24 12 6 0,-25 12 0 0,-23 36-3 0,-13 0 2 0,1-23 0 0,11-3 0 0,14-34-1 0,22 0-1 0,12-36-1 0,38 0-2 0,-37 11-4 0,97-36-16 0,12 0-23 0,24 13-42 0</inkml:trace>
  <inkml:trace contextRef="#ctx0" brushRef="#br0">27927 14757 66 0,'-11'-13'4'0,"-38"0"8"0,37 13 0 0,24 13 3 0,26 24 3 0,33 22-2 0,38 15-3 0,35 35-6 0,39 12-3 0,21 23-3 0,27 2-2 0,-14 11 0 0,2-25 3 0,-2-10-3 0,-23-13 0 0,-25-24-1 0,-36-13 2 0,-48-23-12 0,-48-13-39 0,-26-24-32 0</inkml:trace>
  <inkml:trace contextRef="#ctx0" brushRef="#br0">28218 13970 76 0,'11'-36'19'0,"14"11"-13"0,24 25 2 0,-13 13 3 0,37 59 3 0,-37 1-7 0,-24-12 2 0,0 83 10 0,-24-72-11 0,-12-11-2 0,-13-12 0 0,13-13-2 0,-12 1-1 0,11-13-3 0,3 0-16 0,9 12-39 0,1 13-54 0</inkml:trace>
  <inkml:trace contextRef="#ctx0" brushRef="#br0">28327 14890 136 0,'0'0'34'0,"0"0"-7"0,12-13-3 0,12 1-8 0,1 0-12 0,-14-1-8 0,14 13-54 0,-25 13-82 0</inkml:trace>
  <inkml:trace contextRef="#ctx0" brushRef="#br0">1172 13171 49 0,'0'0'4'0,"0"-11"10"0,0-1-1 0,0 0 6 0,0 0-3 0,0 0-8 0,0 12-5 0,0 12 16 0,0 0-15 0,0 36 0 0,13 13-2 0,-13-2-2 0,0 15 1 0,12-2 0 0,-12 1-1 0,14-14 1 0,-14 3 1 0,0-15 1 0,0-10 1 0,0-12 0 0,11-2 0 0,-11-10 0 0,24-2-1 0,-13-11 0 0,26 13 0 0,-1-13-1 0,13 0-1 0,0-13-1 0,-1 13-1 0,-11-11-12 0,-2 11-22 0,-11 0-34 0,-12-13 8 0</inkml:trace>
  <inkml:trace contextRef="#ctx0" brushRef="#br0">1837 13184 54 0,'0'0'2'0,"0"-13"5"0,0-10 4 0,0 11 12 0,14-12-4 0,-14 24-16 0,0 0 1 0,0 0 1 0,0 36-2 0,0 0 0 0,-14 25-1 0,14-2 0 0,0 15-2 0,-11-2 2 0,11 1 0 0,11-25 1 0,-11 1 4 0,26-25 0 0,-14 0-2 0,13-24-2 0,10 0-2 0,-11 0-1 0,24 0-13 0,-11 0-17 0,11-12-24 0,1 12-12 0</inkml:trace>
  <inkml:trace contextRef="#ctx0" brushRef="#br0">2394 13728 53 0,'0'0'0'0,"0"0"17"0,0 0 0 0,0-24 6 0,0 11-2 0,0-22-9 0,0-1-7 0,25-13 1 0,-13 1 0 0,0-13 1 0,12 12-2 0,-12-10-2 0,1-2 1 0,-1 13-1 0,-12 11 0 0,12 13 0 0,-12 11-1 0,0 26-2 0,12-2 1 0,0 27-1 0,-12 9 0 0,12 1 0 0,0 13 0 0,0 12 0 0,1-24 1 0,-2-1-1 0,2-25 1 0,-1 3 0 0,-12-26-1 0,12 0 1 0,-12 0-1 0,12-13 0 0,13-23 0 0,-14 0-1 0,25 0 1 0,-22-25-1 0,10 13-1 0,-2-26-1 0,3 15 2 0,-1-2 0 0,0 25 1 0,-12 12-2 0,1 12 1 0,-13 12 1 0,12 12 2 0,-12 24 0 0,12 73 2 0,0-24-2 0,0-1 0 0,12 73 2 0,-12-84-3 0,1-26 0 0,11 3 0 0,-24-39 0 0,0 2-7 0,0-13-27 0,0 0-69 0,-12 0 54 0</inkml:trace>
  <inkml:trace contextRef="#ctx0" brushRef="#br0">1657 14672 5 0,'0'0'4'0,"0"0"5"0,0 0 1 0,0 0 2 0,0-12 0 0,12 12 2 0,0 0 0 0,-12 0-3 0,12 0-3 0,-12 0-1 0,12 0 0 0,-12 12-1 0,0 0-1 0,0 0 1 0,-12-1 1 0,12 2 1 0,-12-2-3 0,0-11 1 0,0 0-1 0,0 0-1 0,0 0-3 0,12-11 1 0,-13-13-2 0,13 12 0 0,0 0 0 0,13 0 1 0,11-12-1 0,-12 24 0 0,12 0 0 0,-12 0 0 0,1 12 0 0,-13 0 0 0,12 12 0 0,-12-1 2 0,0 1 0 0,-12-11 4 0,-1 0 1 0,1-1-1 0,0-12 0 0,-12 0-1 0,0-25 0 0,24 12-6 0,0-11-16 0,12 1-54 0,0 11-27 0</inkml:trace>
  <inkml:trace contextRef="#ctx0" brushRef="#br0">2479 14381 60 0,'-12'-37'20'0,"12"13"-5"0,0 0 11 0,0 13-8 0,0 11-13 0,-12 0 1 0,12 35 2 0,0 15-3 0,0 9-1 0,12 15-2 0,-12-14-1 0,0 13 0 0,12-2-2 0,1-9-6 0,-13-26-10 0,0-12-17 0,12-13-10 0,-12-11-15 0</inkml:trace>
  <inkml:trace contextRef="#ctx0" brushRef="#br0">2528 14224 36 0,'0'0'0'0,"12"-13"14"0,12 2-1 0,25-2 8 0,-13 13-5 0,0 24-7 0,-12 14-3 0,-12 9-3 0,-12 1-1 0,0 2 0 0,-36-2 0 0,0 0-1 0,-24 1 0 0,11-25-1 0,1-12-11 0,-1 0-29 0,37-12-28 0</inkml:trace>
  <inkml:trace contextRef="#ctx0" brushRef="#br0">3037 14211 72 0,'0'0'0'0,"-13"-24"17"0,1-11-5 0,12 23 8 0,-12 12-5 0,12 12 1 0,12 36-8 0,-12 13 0 0,12 11-2 0,12 0-4 0,-24 13-1 0,13-12 1 0,-2 0-2 0,-11-2 0 0,0-21-2 0,0-2-13 0,0-24-22 0,0 0-24 0,11-24 3 0</inkml:trace>
  <inkml:trace contextRef="#ctx0" brushRef="#br0">3411 14527 94 0,'-24'-13'4'0,"0"13"0"0,-13 13 10 0,1 11-3 0,12 12-5 0,11 1-3 0,13 11-2 0,0-13 0 0,13-11 0 0,23 14 1 0,-12-26 0 0,13-12 0 0,-13-12 1 0,0 0-1 0,0-25 0 0,-11 1 0 0,22-61 0 0,-35 85-2 0,26 12 2 0,-15 23-1 0,0 3 0 0,13 10 0 0,-11 0-3 0,11-1-21 0,0 3-35 0,1-26-6 0</inkml:trace>
  <inkml:trace contextRef="#ctx0" brushRef="#br0">3811 14514 48 0,'0'0'0'0,"11"-48"29"0,0 36-10 0,13 0 3 0,-24 12-4 0,26 24-6 0,-13 13-6 0,-2-1-2 0,0 12-1 0,2 1-1 0,-1-1 0 0,0-1-1 0,0-9 1 0,-12-15-2 0,12-23 1 0,-12 0 2 0,12-11 0 0,0-13-3 0,25-61-6 0,-13 37 1 0,0-1-4 0,12 1 4 0,-23-1 3 0,23 13 1 0,36 23 10 0,-47 38-1 0,-1 11-2 0,-13 13-2 0,2-13-2 0,11 13-1 0,-12-13-3 0,0 11-14 0,0 3-23 0,-12-26-17 0,0-13 4 0</inkml:trace>
  <inkml:trace contextRef="#ctx0" brushRef="#br0">4790 14381 69 0,'0'0'5'0,"-24"-11"-1"0,-1 22 1 0,-24 2 7 0,2-2-3 0,22 13-5 0,-10 13-3 0,35-13-1 0,11 13 0 0,25-13 1 0,13 0-1 0,11-1 0 0,1 15 1 0,-13-2 3 0,1-1 3 0,-25 2 1 0,-24-12 2 0,-12 11 4 0,-25-25-3 0,-11 2-5 0,12-13-4 0,-13 0-1 0,-11 0-10 0,36-13-56 0,12 13-1 0</inkml:trace>
  <inkml:trace contextRef="#ctx0" brushRef="#br0">5612 14344 71 0,'0'0'12'0,"36"-24"2"0,13 24 0 0,-13 0-2 0,13 13-8 0,-24 24-1 0,10 11-3 0,-11 12 1 0,-12-11 0 0,-12-1 0 0,0 1 0 0,0-25 0 0,-12-12 4 0,12-12 11 0,0 0-3 0,-13-24-6 0,2 12-1 0,11-37-1 0,0 1-2 0,11-1-1 0,74-85-4 0,-48 110-17 0,12 13-17 0,-13 11-11 0,0 11-3 0,-12 2 23 0</inkml:trace>
  <inkml:trace contextRef="#ctx0" brushRef="#br0">6326 14551 30 0,'0'0'15'0,"12"0"2"0,48-37 46 0,-23 26-51 0,24-38 4 0,-13 13-10 0,-11 23-3 0,-26-22 0 0,-11 9-2 0,0 2 1 0,-36 13-2 0,-13 11 0 0,1 11 0 0,0 13 3 0,11 13 1 0,13-13-4 0,12 13 1 0,12-1 0 0,24 0-1 0,12 1 1 0,13-25 1 0,11 0-2 0,14 0-3 0,-15-12-13 0,2-12-10 0,-13-12 1 0,1 0 1 0,-13-25 7 0,-12 13 11 0,-12-12 7 0,-12-13 4 0,0-11 4 0,0-13-1 0,0 11 3 0,-12 15 6 0,12 10 2 0,0 25-2 0,-12 24-2 0,12 12-4 0,-12 73 2 0,12-24-8 0,0 11-2 0,12 0-2 0,12 0 1 0,0 2-2 0,0-14-2 0,1-11-10 0,-13-25-15 0,-12 0-17 0,13-24-22 0,-13 12 29 0</inkml:trace>
  <inkml:trace contextRef="#ctx0" brushRef="#br0">6737 14320 63 0,'0'-11'8'0,"0"-2"7"0,12 2-1 0,12-2 4 0,25 2-3 0,168 11 2 0,-181 11-17 0,1 26 0 0,-1-2 0 0,1 2 1 0,-25 0-1 0,0-13 2 0,0 12 0 0,0 0 0 0,-12-11-1 0,0-13 0 0,0-12 1 0,0 12 1 0,0-24 11 0,0 0-13 0,0-13 0 0,12 1 0 0,0-12-1 0,1 0 0 0,9-1 0 0,16-11-1 0,-13 35-3 0,22-11-14 0,-9 13-12 0,9 11-71 0</inkml:trace>
  <inkml:trace contextRef="#ctx0" brushRef="#br0">7753 14357 60 0,'0'-13'29'0,"0"-11"-15"0,0 13-3 0,11-2 3 0,-11 13-4 0,0 24-8 0,0 0 3 0,0 26 0 0,0-15 1 0,0 2-3 0,0 0-2 0,0-1 0 0,13-12-2 0,-1 0-14 0,13-24-21 0,-12 0-55 0</inkml:trace>
  <inkml:trace contextRef="#ctx0" brushRef="#br0">7789 13958 71 0,'-25'-36'16'0,"3"-1"4"0,22 37-18 0,-13 13-2 0,13 23-3 0,13 12-23 0,-2 1-18 0,0-25 16 0</inkml:trace>
  <inkml:trace contextRef="#ctx0" brushRef="#br0">8007 14429 81 0,'0'0'6'0,"13"0"4"0,22-24 3 0,2 13 2 0,-2-26-5 0,14 13-5 0,-13 0-4 0,1 0 1 0,-13 0-1 0,-24-13 0 0,0 24 0 0,-24-11-1 0,0 24 0 0,-13 13 2 0,0 11 0 0,13 13-1 0,2 11 0 0,9 0 1 0,13 0-1 0,13 1 1 0,9 0-1 0,27-13 0 0,0 0 0 0,-1-24 0 0,1-1-1 0,11-11 1 0,-13-11-1 0,3-13 1 0,-15-12-1 0,2-13 1 0,-11 0-1 0,-4 1 0 0,-9 0 1 0,-1-13-1 0,-12 13 0 0,0 35 1 0,0 13-2 0,0 13 2 0,0 12-1 0,12 11 0 0,0-1 1 0,0 2-1 0,12 0 1 0,1-2 0 0,23 14-2 0,-11-13 2 0,-1-11 0 0,24-25 1 0,-36 0 0 0,0-36 0 0,-12 11-1 0,37-96-1 0,-25 84-2 0,-12 13 0 0,37 0-1 0,-13 13 2 0,12 11-1 0,1-12 2 0,11 12 0 0,-12 12-1 0,0-1 2 0,-11 2-1 0,-25-2 1 0,0 13-1 0,-73 26 4 0,39-15-4 0,-16-22 1 0,2 23-1 0,12-24 0 0,12 0 0 0,0 0 0 0,12 1 1 0,24-13-1 0,-11-13 1 0,22 1-1 0,-11-12 1 0,2-1-1 0,-4 1 0 0,3-11 0 0,-13 22 0 0,0 0 0 0,0 13-1 0,-12 0 0 0,12 13 1 0,-12 11 0 0,12 0 1 0,13 0-1 0,-1 1 0 0,0 11 0 0,13-23 0 0,-13-2 0 0,12 2 1 0,0-13-1 0,12 0 1 0,-22-24 0 0,9-1 0 0,1-11-1 0,-12-12 0 0,13-13 1 0,-25 0-1 0,0-11 1 0,-12-12 0 0,12-1-1 0,-12-12 0 0,12 24 0 0,-12 12 0 0,0 37 0 0,-12 24 0 0,12 0 0 0,-12 24 1 0,-12 13 0 0,12 24 0 0,-1 11 1 0,1 1 0 0,0 0 0 0,12 11 1 0,12-12 0 0,25 0-1 0,11 13 0 0,0-36-1 0,2-24-1 0,9-1 2 0,-9-24-2 0,-3-13-8 0,-23-11-29 0,-24 12-101 0</inkml:trace>
  <inkml:trace contextRef="#ctx0" brushRef="#br0">1572 15930 35 0,'0'0'0'0,"0"-13"28"0,0 2-11 0,0-2 6 0,0 1-8 0,12 0-7 0,2-1-3 0,-14 13 0 0,11 13 1 0,-11-1-1 0,0 13-1 0,0-14 1 0,0 26-1 0,0-25 0 0,0 12 1 0,-11-12 2 0,11 0-2 0,-14-12-3 0,2 0 0 0,-1 0 0 0,13-12-1 0,0 0 0 0,0-12 0 0,0 12 0 0,0-25-1 0,13 26 1 0,13-14 1 0,-15 13-1 0,0 12 0 0,14 0 0 0,-25 0-1 0,12 12 0 0,-12 13-11 0,-12-1-78 0,12-13 19 0</inkml:trace>
  <inkml:trace contextRef="#ctx0" brushRef="#br0">2528 15627 44 0,'0'0'5'0,"0"25"-2"0,0 23 8 0,12-1 3 0,0 14-5 0,0 0-6 0,0 0-1 0,-12-13-1 0,0 0 1 0,0 1-1 0,-12-25 0 0,0 0-4 0,-12-13-25 0,12-11-28 0</inkml:trace>
  <inkml:trace contextRef="#ctx0" brushRef="#br0">2431 15591 59 0,'0'-12'3'0,"12"-12"-1"0,24-1-1 0,1 25-7 0,-1-11-21 0,-12 11-4 0</inkml:trace>
  <inkml:trace contextRef="#ctx0" brushRef="#br0">2806 15930 41 0,'-12'0'10'0,"12"0"-2"0,0 11 7 0,0 2 5 0,0-13-7 0,12 12-5 0,-12-12-4 0,12 12 3 0,-12-12-4 0,0 0-2 0,12-12 1 0,0-13-1 0,12 1 0 0,49-72 1 0,-49 83-2 0,1 2 0 0,11 11 2 0,-23 11 2 0,11 13 2 0,-2 13-2 0,-9-13-2 0,-1 13-1 0,13 35 1 0,-12-60-4 0,-2 25-86 0,0-37 30 0</inkml:trace>
  <inkml:trace contextRef="#ctx0" brushRef="#br0">3424 15458 89 0,'-13'-13'22'0,"13"-11"-11"0,0 37-7 0,0-2 9 0,0 38-1 0,0 0-5 0,37 120 1 0,-26-96-7 0,0-13-1 0,2 1 1 0,-13-13-6 0,0-12-13 0,0 0-27 0,-13-23-22 0,2-13 39 0</inkml:trace>
  <inkml:trace contextRef="#ctx0" brushRef="#br0">3290 15785 42 0,'0'0'0'0,"12"-38"20"0,25 14-5 0,11 13 8 0,13-1-4 0,-13 0-7 0,11 24-5 0,-10 11-5 0,-12 14-2 0,-13 11 1 0,0 0 0 0,-12 13-1 0,0-24 0 0,1-1 1 0,-13-24 4 0,0 0 10 0,-13-24 14 0,13-24-23 0,0 11-3 0,0-10-1 0,13-15-2 0,11 15-8 0,12-13-30 0,0 11-48 0,-12 24 19 0</inkml:trace>
  <inkml:trace contextRef="#ctx0" brushRef="#br0">4100 15941 45 0,'0'0'18'0,"0"0"-8"0,13-11 14 0,11-2 1 0,-12-11-9 0,0 0-7 0,12-13-6 0,-11 26-1 0,-13-25-1 0,0 11 0 0,0 1-1 0,-25 11 0 0,-11 13-1 0,-1 0 0 0,1 24 0 0,24 14 0 0,-12 9 0 0,24-10 0 0,12 0 1 0,12-2 1 0,25 2-3 0,-1-13-5 0,24-24-5 0,0 0-2 0,1 0 2 0,-12-24 8 0,-13-13 4 0,-23 2 4 0,-13-2 8 0,-12 0 1 0,0 2-1 0,0-2-2 0,-12 13-4 0,12 11-1 0,0 13-3 0,0 0 0 0,12 0-1 0,-12 13 2 0,12 72 3 0,0-37-4 0,0 13 0 0,0 11-1 0,1 1 1 0,9 0-2 0,-9-2 0 0,-13-9 0 0,12-15 0 0,-12-23 1 0,0-24 6 0,0 0 3 0,-12-11-6 0,-1-13-2 0,2-12 0 0,-13-2-1 0,24 3-1 0,-12-1 1 0,12-13-1 0,0 1-1 0,12-13-5 0,23-12 1 0,3 13 1 0,-2 11 3 0,0 14 1 0,-12 23 1 0,1 0 0 0,-14 12-1 0,-11 0 1 0,-11 0 0 0,-2 12 0 0,-11 0-1 0,0-1-1 0,11 2 0 0,-9 11-26 0,9 0-111 0</inkml:trace>
  <inkml:trace contextRef="#ctx0" brushRef="#br0">3786 15906 52 0,'-12'0'5'0,"12"0"-2"0,0 11 5 0,24-11 9 0,-11 0-5 0,9-11-4 0,15-2-3 0,0-11-2 0,-13 0 2 0,0-13 1 0,-24 2-1 0,0-2 0 0,-24 1 0 0,0 12-2 0,-26 12-1 0,4 0 1 0,-3 12 1 0,0 24 1 0,25 0-2 0,0 12-1 0,24 13 0 0,0-2-1 0,36 2 1 0,0-13-1 0,1 1 0 0,22-13 1 0,4 0-3 0,-16-12-11 0,1-12-18 0,1-24-16 0,-25 12 3 0,0-12 9 0</inkml:trace>
  <inkml:trace contextRef="#ctx0" brushRef="#br0">4088 15832 10 0,'-12'-35'12'0,"-12"-15"7"0,12 26 7 0,12 1 3 0,-12 23-6 0,12 0-15 0,0 0-4 0,24 36 3 0,0 1-3 0,0-2-2 0,-11 13 2 0,23 2-2 0,-12-15 0 0,-24-10 0 0,0-13 2 0,12-12 11 0,-24 0 1 0,12-12-10 0,0-13-3 0,0-10 0 0,0-2-2 0,25 0 0 0,-3 2-4 0,16-2-21 0,9 24-37 0,2 2-45 0</inkml:trace>
  <inkml:trace contextRef="#ctx0" brushRef="#br0">4777 15797 45 0,'0'-12'14'0,"-11"0"7"0,22-14-1 0,14 15-1 0,-1 11-7 0,12 0-5 0,-11 11-4 0,-13 15-1 0,0-2 3 0,-24 11 0 0,-13 2-1 0,-11-13 1 0,-12 0-3 0,-1 0-2 0,-11-11-1 0,24-1-3 0,11-12-12 0,12 0-18 0,13-12-24 0,13 12 14 0</inkml:trace>
  <inkml:trace contextRef="#ctx0" brushRef="#br0">4850 15856 25 0,'0'0'0'0,"37"13"41"0,-1-13-16 0,0 48-2 0,-23-24-20 0,-2-11 1 0,0-13-2 0,-11 12 5 0,0-12 7 0,0 0-7 0,0-25-4 0,-11 14-1 0,11-13 0 0,0-13-3 0,0 13 2 0,24-13-1 0,-11 2 1 0,11 9-1 0,0 15 0 0,61-2 0 0,-61 37 0 0,0 2-1 0,0-2 1 0,0 11 0 0,1-11-1 0,11-11 2 0,-24-13-1 0,12 0 0 0,11-61 3 0,-35 50-2 0,-11-26 0 0,-13 24-1 0,12 2 0 0,-12-2 0 0,0 13 0 0,-1 13 0 0,13 11 0 0,0 13-1 0,12-2 2 0,12 14-1 0,25-13 1 0,-1 1 0 0,12-1 0 0,13-24 0 0,11 0 0 0,1 0-1 0,-13-12 0 0,1-24 1 0,-25-12-1 0,-1 0 1 0,-9-13 0 0,-13 0-1 0,-2-10 2 0,-11-38-1 0,-11 24-1 0,-2-11 1 0,1 10-1 0,-2 26 1 0,-8 37-1 0,22 11 0 0,0 0 0 0,-13 24 1 0,13 24 0 0,13 0 1 0,-13 13 0 0,22-1-1 0,-8 1 1 0,11-2-2 0,-14-9 1 0,0 9 0 0,13-22-1 0,-24-13-2 0,0-11-7 0,0-13-10 0,-24 0-27 0,13-24-22 0,0 11 34 0</inkml:trace>
  <inkml:trace contextRef="#ctx0" brushRef="#br0">5612 15700 51 0,'0'-12'19'0,"36"0"-1"0,1 12 5 0,24 0 0 0,0 0-5 0,-2-12-6 0,-11 12-9 0,1 0-13 0,-37 12-109 0</inkml:trace>
  <inkml:trace contextRef="#ctx0" brushRef="#br0">7039 15676 57 0,'-12'-24'17'0,"0"-14"6"0,0 27-6 0,24-1 0 0,0 0-7 0,14 12-5 0,-4 24-2 0,3 25 0 0,-1-1-1 0,12-1 1 0,-11 14-1 0,-1-13-1 0,-12 13 0 0,0-37 0 0,-12-11 1 0,0-13 9 0,0-13-1 0,-12-11-4 0,12-24-1 0,0 11 1 0,0-10-3 0,0-2-1 0,36 1 0 0,-12 0-2 0,13-1 0 0,11 25-1 0,-12 0-14 0,13 11-20 0,-13 38-21 0,-12-1-6 0,-24-12 34 0</inkml:trace>
  <inkml:trace contextRef="#ctx0" brushRef="#br0">7644 15856 24 0,'0'0'26'0,"0"0"33"0,24-35-35 0,1 11-5 0,0 0-7 0,-1-13-4 0,11 13-2 0,-11-24-2 0,-24 24-2 0,0-2-1 0,-12-9 0 0,-24 23-1 0,12 0 0 0,0 24 0 0,-13 12 0 0,13 12 1 0,12 13-1 0,12-13 1 0,0-1-1 0,12 15 0 0,23-15 1 0,15-11 0 0,-15-11 0 0,15-13 0 0,-2-13 0 0,0-11 1 0,-11-11-1 0,-1-15 0 0,-12 3 0 0,13 11 1 0,-26-1-1 0,26 1 0 0,-13 36-1 0,11-12 0 0,-10 24 0 0,-13 11 0 0,25 39 0 0,-37-26 0 0,0-1 0 0,-24 3 0 0,-1-15 1 0,-11 1-1 0,1-11 1 0,10-13-1 0,13 0 0 0,-1 0-1 0,13-13-2 0,37 2 0 0,22-13-1 0,15 12-1 0,-2-13 3 0,1 12 1 0,-1-22 1 0,-22 11 0 0,-15 0 3 0,-24-13 1 0,-11 13 1 0,0 0 0 0,0 0 1 0,0 12-2 0,0 12-1 0,-11 0-1 0,11 24-2 0,0 12 0 0,24 25 0 0,-12-2 0 0,49 99 1 0,-37-73 0 0,0 0-1 0,-12-13 1 0,-12 1-1 0,0-37 0 0,-12-12 1 0,12 1 0 0,-48-50 7 0,36-12-7 0,-12-10 0 0,13-2-1 0,-3-84-1 0,14 49 0 0,14-14-3 0,8 2-1 0,15 24 2 0,11 11 1 0,1 37 0 0,-1 24 0 0,1 0 2 0,-25 24 0 0,1 11 0 0,-25 3 2 0,-49 83 3 0,13-97-5 0,-1 0 1 0,-36 0 0 0,37-24-3 0,-24 0-15 0,49 0-24 0,11 0-43 0,0-13 36 0</inkml:trace>
  <inkml:trace contextRef="#ctx0" brushRef="#br0">9096 15676 68 0,'0'-12'39'0,"-25"12"-31"0,13 12 0 0,0 0 4 0,12 73 4 0,24-61-14 0,1 0-1 0,11 0 0 0,0-24 0 0,-1 11 2 0,3-22 3 0,-2-13 2 0,0-37 2 0,-24 24-7 0,-12 2-2 0,-37-1-1 0,2 11 0 0,-26 12 0 0,1 2 0 0,12 11 0 0,23 11 0 0,1 2-1 0,24 0 1 0,0-1 0 0,36 0 0 0,96-36 1 0,-94-2-1 0,-13 26 0 0,-3-11 0 0,3 11 0 0,35 24 0 0,1 25-1 0,-49-25 1 0,-12-12 7 0,-12-12-2 0,0 0-1 0,0 0-2 0,0 0-1 0,12 0 0 0,0 11-1 0,0 2 1 0,12 24-1 0,-12-25 0 0,0 0 0 0,0-12 0 0,0 0 1 0,0 0 4 0,12-12-4 0,-12-13 0 0,12-12 0 0,37-72 0 0,-25 74-1 0,0 11 0 0,-24 12 0 0,24 12 0 0,-11 0-1 0,11 12 0 0,-24 12 1 0,24 49 0 0,-12-37 0 0,0-12 0 0,1 0 0 0,-2 0-1 0,0-11 2 0,-11-13 0 0,25 0-1 0,0-26 1 0,-1 15-1 0,48-37 0 0,-48 24 0 0,-11 0 0 0,-1-13 0 0,0 1 0 0,-12-12 1 0,0-13-1 0,0 61-1 0,12 0 1 0,49 36-1 0,-37 0 1 0,13 13-1 0,-2-14 1 0,-11 15 0 0,-12-2-1 0,-12 13 1 0,-25-49 0 0,-21 0 1 0,-15-1-1 0,12-11 1 0,-24-23 0 0,61 23-1 0,12-12 0 0,37 12-1 0,23 0 1 0,13-13 0 0,11 13-2 0,1-13 1 0,60-22 0 0,-96 23 1 0,0-12 0 0,-38-12 1 0,2 10-1 0,-13-9 0 0,0-1 1 0,-13-1-1 0,-11 13 0 0,12 12 1 0,-12 0-2 0,-1 24 1 0,1 0 0 0,12 25 0 0,-12-1 0 0,24 12-1 0,0-11 2 0,0-1-2 0,12 0 1 0,12-12 0 0,61 25-1 0,-48-49 2 0,24 0 1 0,-15-38-1 0,3 14-1 0,-12-11 1 0,-13-13-1 0,0 11 1 0,13-11-2 0,-26-13 2 0,2 25-1 0,-1-1 0 0,0 37-1 0,0 0 0 0,0 13 2 0,12 23-2 0,11 13 2 0,4-1 0 0,-17-1 0 0,15-9 0 0,-37-14-1 0,-48 0 0 0,-26-12-2 0,-106 23-80 0,119-22-6 0</inkml:trace>
  <inkml:trace contextRef="#ctx0" brushRef="#br0">2407 15990 27 0,'0'0'0'0,"-13"0"21"0,13 12 3 0,-11-12 4 0,22 24 40 0,38-11-55 0,0-13-4 0,11 0-6 0,-23-13-4 0,-13 13-15 0,-12 0-66 0,-12 0 15 0</inkml:trace>
  <inkml:trace contextRef="#ctx0" brushRef="#br0">1524 16970 47 0,'0'0'0'0,"0"0"32"0,11-13-26 0,-11 2 3 0,13 11-3 0,-2 0 0 0,2 0-4 0,-1 0 1 0,-12 11 2 0,14 14 6 0,-14-13 2 0,-14 0 1 0,2 0 1 0,-12 0-2 0,11-12-1 0,-9 0-4 0,9 0-6 0,1-12-6 0,12 0-51 0,0 12-46 0</inkml:trace>
  <inkml:trace contextRef="#ctx0" brushRef="#br0">2600 16933 83 0,'0'0'0'0,"-24"-36"41"0,24 24-30 0,-12 73-2 0,0 48-7 0,0 12 1 0,12-25-3 0,0-71 10 0,-24-39 2 0,12-69-7 0,0-50-2 0,24-25-2 0,36-23 0 0,37 36 1 0,37 97-2 0,-51 96-2 0,-47 73 0 0,-60 12 3 0,-47-13-1 0,-27-71 0 0,37-49 1 0,49-49-1 0,48 25-1 0,37 0 0 0,-13 48 1 0,0 61-1 0,2 24 1 0,21-12 0 0,14-49-1 0,24-37 2 0,0-46 1 0,-13-25 3 0,-47-25-1 0,-37-12-4 0,-49 37 1 0,-11 47-2 0,0 50 0 0,37 23 2 0,22 25-3 0,49 0 2 0,37-37 0 0,13-24 0 0,21-24 1 0,3-60 1 0,-49-13 1 0,-61-11 0 0,-72 47-4 0,-37 25-1 0,24 61 3 0,37 23-3 0,36 1 1 0,37-38 0 0,-37-22 2 0,24-2-1 0,-12-11 0 0,-11 13 0 0,23 12 0 0,-12-25 0 0,1 0 1 0,21-49 1 0,-20 25-1 0,82-36-1 0,-59 46 1 0,48 3 0 0,-61 22-1 0,-11 15 0 0,-3-14 1 0,-22 12-1 0,0-1-1 0,0 14 2 0,-22-26-2 0,-3 15 1 0,13-15 0 0,-12-11-1 0,11 13 1 0,13-26-2 0,0 13-2 0,13-23-2 0,23 9-2 0,0-10 0 0,25 0 3 0,-13 13 4 0,12-1 0 0,-11 0 2 0,-25 12 2 0,-12 0 3 0,0 0 2 0,-12 12-3 0,0 0-4 0,-12 12-1 0,12 0 0 0,12 1 1 0,0-13-1 0,13-1 1 0,-1 2 0 0,0-13 0 0,1 0 0 0,10-24 1 0,-23 12 0 0,-12-26 0 0,0 3 0 0,-12-1-1 0,-23-2 0 0,22 3-1 0,-23 11 1 0,36 0-1 0,-12 12 0 0,12-1-1 0,24 1 0 0,0 12 2 0,24 0-1 0,2 12 0 0,-15 1 0 0,13 23-1 0,-24 0 1 0,13 13-1 0,-25-13 2 0,-12 0-2 0,0-1 1 0,0-9 0 0,12-15 0 0,-12-11 4 0,0 0 0 0,24-11-2 0,-12-15 0 0,25 2 0 0,-1 0-1 0,0-11 0 0,1-15 0 0,0 15 0 0,-2 11-1 0,-11 12 0 0,0 0-1 0,0 12 0 0,-24 12 1 0,13 12-1 0,-13 12 0 0,12 1 2 0,-12-13-2 0,12 11 0 0,12-11 2 0,-12-11-1 0,12-2 1 0,-11-11 0 0,23-11-1 0,-12-13 1 0,1-12 0 0,36-12 0 0,-15-1-1 0,-9 25 1 0,36-25 1 0,-1 25-2 0,-23 12 0 0,0 12 1 0,-1 49 1 0,-48-13-3 0,0 12 0 0,-37 1-10 0,-11-2-31 0,-13 1-55 0,37-34 44 0</inkml:trace>
  <inkml:trace contextRef="#ctx0" brushRef="#br0">3774 17006 88 0,'0'0'0'0,"-12"-12"33"0,0 0-13 0,-1 12-1 0,2 85 10 0,22-37-27 0,26 1-2 0,-13-1-7 0,24-12-54 0,-24-12-42 0</inkml:trace>
  <inkml:trace contextRef="#ctx0" brushRef="#br0">1535 18251 40 0,'0'0'0'0,"0"0"17"0,0-11-15 0,0 11 9 0,0 0 4 0,13 0-4 0,-2 0-6 0,2 24-1 0,-13-13 3 0,12 27 3 0,-12-15 2 0,0-10 2 0,-12 11-3 0,-12-13-4 0,11-11-2 0,-9 0-1 0,9 0-3 0,1-11 1 0,0-13-4 0,12 11 1 0,24-10-1 0,-11 23 1 0</inkml:trace>
  <inkml:trace contextRef="#ctx0" brushRef="#br0">2879 17888 26 0,'-13'-11'27'0,"13"-2"-11"0,-12-11 0 0,-48-11 8 0,36 22-17 0,-25 26-3 0,2 11-3 0,-2 24 1 0,-24 158-2 0,73-123 0 0,24-9 1 0,0-15 1 0,25-9-1 0,-2-26 0 0,16-13 1 0,-4-11 0 0,-11-24-1 0,-11 13 1 0,-1-25-3 0,-24-2-4 0,-12 3 2 0,-12-13-2 0,-12 22 4 0,12 26 4 0,12 14-3 0,12 22 0 0,24-12-5 0,1 11-33 0,-1 3-28 0,-23-38 52 0</inkml:trace>
  <inkml:trace contextRef="#ctx0" brushRef="#br0">3278 18336 55 0,'0'0'7'0,"12"0"0"0,12-11 12 0,1 11-3 0,11-12-5 0,0-2-5 0,12-10-2 0,-24 13 0 0,2-2 1 0,-15 2-2 0,-11-13 0 0,0 0-2 0,0-2-1 0,-24 3-1 0,-2-1-1 0,15 24 1 0,-24 0 0 0,22 0 0 0,1 36 0 0,12-11 0 0,0 11 0 0,12 12 0 0,12 1 1 0,0-13-1 0,48 23 0 0,-35-33 2 0,-1-26 0 0,-11 0 0 0,-1 0 2 0,0-26-1 0,0-9 0 0,1 11 0 0,-1-12-1 0,0 11-1 0,0 1 0 0,0 11 2 0,0 13-1 0,-13 13 0 0,2-2-1 0,0 13 0 0,22 37 1 0,-35-48 0 0,13-2 2 0,-13 2-1 0,12-13 0 0,-12-13-2 0,12-11 2 0,-12 0-1 0,12-13 0 0,12 2-1 0,-12-1 0 0,13 12 0 0,-1 0 0 0,12 10 0 0,-24 14 0 0,-12 38-2 0,13-14 1 0,-2 47-1 0,2-34 1 0,11-13 1 0,0 0 1 0,-11-11 1 0,9-13 1 0,3 0-1 0,13-61 5 0,-27 24-5 0,0 2 0 0,2-13-2 0,-13 12-1 0,0 11-1 0,0 13 1 0,-13 0 0 0,2 12 1 0,0 24 0 0,-2 1 2 0,1 11 0 0,12-1 1 0,0 2-1 0,12-12 1 0,1-2-1 0,22-10-2 0,1-2-19 0,0-11-79 0,-11 0 46 0</inkml:trace>
  <inkml:trace contextRef="#ctx0" brushRef="#br0">4585 18180 33 0,'0'0'33'0,"0"-14"-20"0,-13 14-8 0,13-11 5 0,13 11 1 0,-2 11-2 0,13 27-5 0,1-2-1 0,-13-1 2 0,12-11 0 0,0 2 7 0,-24-2 8 0,24-24 2 0,-24-24-17 0,12-2-1 0,0-45-6 0,1 23-13 0,11 11-9 0,0 13-13 0,24 12-8 0,1 0 10 0,23 12 19 0,2 12 10 0,-3 12 4 0,2 0 4 0,85 37 86 0,-158-61-64 0,11 0-5 0,-35-12-5 0,-12 0-5 0,0 0-3 0,-13-2-3 0,1 14-2 0,-37 26-1 0,61-2-1 0,24 0 1 0,-11 11-1 0,33-11 2 0,15 2 0 0,0-15 0 0,-1 2-1 0,0-2 2 0,0-22-1 0,-11-2 0 0,-1-10 1 0,-12-2-1 0,0 12-1 0,0-11 0 0,1 13 0 0,-2 11-1 0,0 0 0 0,15 24 0 0,-2-13 0 0,0 13 1 0,-13 2-1 0,14-2 2 0,-13-13-2 0,12 2 2 0,-11-13 0 0,11-13 2 0,0 2-1 0,-12-25 0 0,12-2 0 0,13 3 1 0,-13-25-1 0,-12-1 1 0,13-12-2 0,-14 13-1 0,2-13 0 0,-13 0 0 0,0 25 0 0,0 11-2 0,0 14 1 0,0 46 1 0,-13 1 0 0,13 26-1 0,-11 9 0 0,11 15 0 0,0-2 0 0,11-11 0 0,2-1 1 0,23-11 1 0,-11-13 0 0,10-12 2 0,13-13-1 0,-11-11 1 0,11-24-3 0,-12 13-1 0,1-13-7 0,-13-12-2 0,-12-1 4 0,0 25-1 0,-12 0 5 0,0 12 2 0,-12 12 1 0,0 12 1 0,0 13 0 0,12-13 0 0,12 11-1 0,12-11-5 0,11-11-18 0,3-2-27 0,-2-11-27 0,-25 0 52 0</inkml:trace>
  <inkml:trace contextRef="#ctx0" brushRef="#br0">5746 17925 70 0,'0'0'35'0,"0"-12"-20"0,22 12 10 0,4-12-1 0,22 12-14 0,73-24-13 0,-48 11-59 0,-37 13-36 0</inkml:trace>
  <inkml:trace contextRef="#ctx0" brushRef="#br0">7197 18131 101 0,'0'0'0'0,"0"-12"15"0,12-24-3 0,-12 11-1 0,-12 1 2 0,0 24-5 0,-13 0-4 0,1 24-2 0,0 13-1 0,12-1 0 0,12 13-1 0,36-1 1 0,0-12 0 0,25-12 0 0,-2-13 0 0,4-11 1 0,-16 0 0 0,-9-11 0 0,-16-26 0 0,-22 2-1 0,-22-1 0 0,-52-37 1 0,26 61-2 0,11-12 0 0,13 11 0 0,12 13 0 0,37 0 0 0,11 0 0 0,35 0 3 0,3 0 1 0,-2 0 0 0,49 25 3 0,-86-13-4 0,-9 12-1 0,-13 12-1 0,-13 1-1 0,0-1 0 0,0 0 0 0,11-1 1 0,2-9 0 0,-2-15 1 0,13 2-1 0,0-13 1 0,13-24-1 0,-1-2-1 0,-12-9 1 0,0-1 0 0,13 0 0 0,-25-1-2 0,12 13 0 0,-12 12 1 0,12 0-1 0,-24 12 0 0,13 12 1 0,11 12-1 0,0 37 0 0,-11-25 0 0,-2-12 0 0,13 0 0 0,0-13 2 0,0 3-1 0,-11-14 1 0,22-14-1 0,2-10 0 0,-1-11 2 0,-11-1-2 0,11-25 2 0,-12 13-1 0,-11-13 0 0,9-11 1 0,-22-122-1 0,0 158 0 0,0 24-2 0,0 12 2 0,-11 24-2 0,11 24 0 0,-11 0 0 0,11 13-1 0,11 11 1 0,13 1-1 0,1-12 0 0,-13-2 0 0,12 3-1 0,-35-2 2 0,-14-60 0 0,-13-24 0 0,3 0 0 0,-13-12 1 0,24-2-1 0,-1 15-1 0,13-1 0 0,61-24 0 0,-1 35 1 0,25 1 1 0,10 0-1 0,136 0 11 0,-182 12-7 0,-15 0 0 0,-8 12-2 0,-14 12-1 0,-14 1 1 0,3 11-1 0,11 11 0 0,0 3-1 0,0 9 2 0,11 2-2 0,15 11 8 0,-14-11-5 0,13 12-1 0,-14-24-1 0,-11-25-1 0,0 0 5 0,-36-48-1 0,24 0-9 0,-14-25 2 0,26-11 4 0,-11-1 0 0,22-24-1 0,3 13-4 0,10-12 2 0,12 11 2 0,12 0 1 0,-11 25-2 0,35 11 1 0,-60 50 1 0,0 11 0 0,-12 12 0 0,-12 0 0 0,-24 13-2 0,12-13-6 0,-11 1-11 0,-3-13-6 0,2 0-8 0,25-12-12 0,11-12 9 0,11-12 1 0</inkml:trace>
  <inkml:trace contextRef="#ctx0" brushRef="#br0">9181 18119 11 0,'0'0'0'0,"11"0"20"0,26 0 45 0,-13-12-41 0,0 12-5 0,-13 0-6 0,-11 0-6 0,13 12-2 0,-13 0-2 0,0 0-2 0,12 11 1 0,0-9 0 0,14-2 0 0,-15 0 0 0,25-12 1 0,-24 0 0 0,12-12-1 0,-24-14-1 0,12 3 0 0,0-1 0 0,1 12-1 0,-1-12 0 0,12-1 0 0,0 25 0 0,-12-12-1 0,13 12 1 0,-1 12 0 0,0 13 0 0,-12-1-1 0,0 12 1 0,12 1 0 0,-13-13 0 0,14 12 0 0,13-12 0 0,-16-24 0 0,15-24 0 0,-13-12 0 0,13-2 0 0,-1-21 1 0,0-14-1 0,-11 1 0 0,11-37 0 0,0-48 0 0,-23 36 1 0,-2 60-1 0,-22 24 0 0,11 74 1 0,-13 11-1 0,2 1 0 0,11-1 1 0,0 1-1 0,0 11 1 0,11 12-1 0,13 1 1 0,12 12-1 0,2-25 0 0,82 25-1 0,-84-85-1 0,-24 0 0 0</inkml:trace>
  <inkml:trace contextRef="#ctx0" brushRef="#br0">9882 17755 66 0,'0'0'26'0,"12"-11"0"0,24 11 3 0,25 0-2 0,10 0-9 0,39 0-9 0,-1 0-6 0,-24 0-11 0,-13 0-64 0,-61 0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6-03-18T00:45:1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28920 16063 65 0,'-12'-24'13'0,"12"-1"8"0,0 13-8 0,0 36 8 0,0 25-16 0,12-1-2 0,-12 13 0 0,0 11-2 0,0 0 0 0,0 2-1 0,-12-15-3 0,12-10-16 0,-12-13-20 0,12-23-20 0,0-1 36 0</inkml:trace>
  <inkml:trace contextRef="#ctx0" brushRef="#br0">29149 16281 67 0,'0'0'0'0,"0"-14"9"0,0 14-8 0,0 14 8 0,13 22 4 0,-13-1-4 0,12 15-5 0,0-2-3 0,12-12 1 0,-24-12-1 0,0-12 0 0,12 1 0 0,-12-13 5 0,0-13 0 0,24-11-5 0,-11-13 0 0,11 2 0 0,0-2-1 0,0-24 1 0,11 26 0 0,3 9-1 0,-2 2 0 0,-25 24 0 0,14 0 1 0,-13 13 2 0,0 24 0 0,0-2-1 0,-12 2-2 0,12 11 1 0,0-11-7 0,13-13-26 0,-1 0-35 0,-24-24 34 0</inkml:trace>
  <inkml:trace contextRef="#ctx0" brushRef="#br0">29851 16208 46 0,'0'-12'19'0,"0"-50"-14"0,24-9 2 0,-12 22 9 0,-12 1-1 0,0 23-3 0,-12 1-1 0,12 24-2 0,0 0-5 0,0 13 0 0,0 23 3 0,-12 12-3 0,12 13-2 0,0-2 2 0,0 15-1 0,0 11-1 0,0 11-2 0,0 1 0 0,12-24 1 0,-12-2-2 0,12-21 2 0,-12-2-1 0,12-24 0 0,1-13 2 0,-13 2-2 0,11-13 2 0,2-13 0 0,-1-11-1 0,0 13-1 0,0-25-3 0,0 12-6 0,-60-98-25 0,24 86 28 0,-25 12 4 0,2 12 2 0,-3-1 0 0,15 2 1 0,10-2 1 0,25 13 0 0,0-11 1 0,36-2-2 0,0 2-1 0,13-15 1 0,23 15 0 0,74-26 1 0,-73 13 0 0,-13 1-2 0,-13-2 2 0,14-12 4 0,-48 14-1 0,-13 11-1 0,-25 0-2 0,1 0 1 0,-12 12-3 0,0 0 2 0,-2 12 0 0,16 12-2 0,9-1 0 0,1 1 0 0,12 14 0 0,0-2-1 0,25-1 2 0,-3-22-1 0,4-2 0 0,94 2 1 0,-71-37-1 0,-13 0 0 0,0 11 1 0,-11-11-1 0,-1 24 0 0,-12-11-1 0,12 11 0 0,-24 11 2 0,24 13-2 0,-24 0 1 0,11 13-1 0,-11-13 1 0,0 0 1 0,0-11-1 0,0-13 3 0,0-13-1 0,0-11-2 0,13-13 1 0,24 2 0 0,-2-2-1 0,39 0-1 0,-26 26-3 0,-12-2-43 0,-12 13-50 0</inkml:trace>
  <inkml:trace contextRef="#ctx0" brushRef="#br0">28920 17526 39 0,'0'0'13'0,"0"0"-5"0,0-12-8 0,0 24 7 0,12 24 7 0,-12 1-3 0,12-1-7 0,-12 1-4 0,13 11 0 0,-13 0 0 0,11 1 1 0,-11-2-1 0,0-10 0 0,13-13 0 0,-13-11 1 0,0-2-1 0,-13-11 1 0,2-11-1 0,11-14 1 0,-13-11-1 0,1-1 1 0,0-48-1 0,0-71 1 0,12 108-1 0,24 11 1 0,12 13-1 0,-12 11 0 0,48 50 1 0,-48 0 0 0,1 11 0 0,-13-12-1 0,0 1 1 0,-12-1 0 0,0 0-1 0,-12-12 1 0,-12 0 0 0,0-11-1 0,-11-1 1 0,-4-12 0 0,28 0 0 0,11-12-1 0,11 12-1 0,2 0-1 0,24 12 0 0</inkml:trace>
  <inkml:trace contextRef="#ctx0" brushRef="#br0">29295 17998 21 0,'0'0'8'0,"0"0"4"0,12-12 0 0,0-1 9 0,0-11-2 0,1 13-8 0,22-14-5 0,-10 0-2 0,0 1 0 0,-3 0 1 0,3 1 0 0,-1 11-2 0,-24-14 0 0,0-9 0 0,-12 23-3 0,-12 12 0 0,11 0 2 0,-22 0 0 0,23 23 1 0,-13 1-1 0,12 2 2 0,13 9-3 0,0 2 0 0,24-13 0 0,37 37 0 0,-24-50-7 0,36 14-53 0,-25-25-24 0</inkml:trace>
  <inkml:trace contextRef="#ctx0" brushRef="#br0">29791 17477 66 0,'0'0'13'0,"-13"-11"10"0,26 22-4 0,-1 14-4 0,-12 11-8 0,13 13-4 0,-2 10 0 0,-11-33-3 0,11 10 0 0,-11 11 0 0,13 3 0 0,-13-2-2 0,0 0-1 0</inkml:trace>
  <inkml:trace contextRef="#ctx0" brushRef="#br0">29113 17805 25 0,'0'0'0'0,"0"0"12"0,0 0-8 0,-12 0 8 0,12 0 5 0,0 12-2 0,0 11-5 0,24 1-3 0,0 13-3 0,13-13-2 0,-13 0-1 0,0 13-13 0,12-13-67 0</inkml:trace>
  <inkml:trace contextRef="#ctx0" brushRef="#br0">29609 17744 42 0,'0'0'22'0,"0"-24"-17"0,12 12 8 0,25 0 10 0,-1 0-7 0,23 0-9 0,-9 12-5 0,-2 0-1 0,-12 12 1 0,-24 12-2 0,25-12 0 0,-13 23 0 0,0-11 0 0,12 50 0 0,-23-39 0 0,-13-22 0 0,0 11 0 0,0-11 1 0,-13-13 0 0,13 11-1 0,-12-22 1 0,12-14 0 0,0 0 0 0,12 1 0 0,49-48 2 0,-37 48-2 0,11 11-1 0,-9 2-1 0,11 11-2 0</inkml:trace>
  <inkml:trace contextRef="#ctx0" brushRef="#br0">30335 17755 50 0,'0'0'9'0,"0"-11"6"0,0 11-5 0,12-24 20 0,0 12-21 0,-12 12-3 0,36 12 5 0,-36 0-9 0,0 24 0 0,0-12-1 0,0 13-1 0,0-13-16 0,-12 24-107 0</inkml:trace>
  <inkml:trace contextRef="#ctx0" brushRef="#br0">30395 17418 100 0,'0'0'0'0,"-12"-26"4"0,-12 15-6 0,24 11-1 0,12 0-13 0,0 11-27 0,0 2 12 0</inkml:trace>
  <inkml:trace contextRef="#ctx0" brushRef="#br0">30527 17913 47 0,'-11'0'16'0,"11"-12"-16"0,11 12 5 0,-11-13 13 0,26 2-2 0,-2-2-7 0,36-22 1 0,-22-2-5 0,-16 13-3 0,15-24 0 0,-25 0-1 0,-48 11 0 0,1 37-1 0,-15 24 2 0,37-11-1 0,-9 11-1 0,22 0 0 0,-13 11 1 0,13 27-1 0,24-26 1 0,85 49 0 0,-73-74-2 0,0 2-1 0,1-13 0 0</inkml:trace>
  <inkml:trace contextRef="#ctx0" brushRef="#br0">30928 17696 16 0,'0'0'7'0,"0"-12"8"0,12 0-2 0,-12 12 1 0,13 0-1 0,-13 0-6 0,11 12-6 0,-11 0-1 0,0 0 0 0,13 24 1 0,-13-12-1 0,11 13 1 0,-11-13 0 0,11 0-1 0,2 0 1 0,-1 0-1 0,0-24 1 0,0 12 1 0,0-37 0 0,1 1-1 0,-2-11 0 0,2-2 0 0,-1-11 0 0,0 0 0 0,12 11 0 0,13 24 1 0,-13 13-1 0,-12 13 0 0,12 0 0 0,-11-1 0 0,11 0 0 0,-13 0 0 0,26 0-1 0,-13-12 1 0,0 12 0 0,-13-12 0 0,14-24 0 0,-25 0 0 0,0-14 0 0,-36 3 1 0,23 23-1 0,-22 12 0 0,9 0 0 0,4 24 0 0,9-1 0 0,2 3 0 0,11-2 0 0,0 12 1 0,11 0-1 0,2-12 0 0,23 13 0 0,0-13 0 0,-1 11-1 0,15-22-2 0</inkml:trace>
  <inkml:trace contextRef="#ctx0" brushRef="#br0">31447 16450 64 0,'0'-13'2'0,"0"2"3"0,-11-2-5 0,22 13 5 0,13 0 8 0,13 13-3 0,-13 11-6 0,1 0-1 0,11 12 0 0,-12 25 4 0,23-2 2 0,-9 27-3 0,-2 22-4 0,-12 1-1 0,0 0-1 0,-12 13 2 0,-12-27 1 0,0-10 2 0,-25-11-1 0,-10-26-1 0,-26 0-8 0,-23-24-25 0,11-11-39 0,61-13 31 0</inkml:trace>
  <inkml:trace contextRef="#ctx0" brushRef="#br0">31411 16813 25 0,'0'0'0'0,"0"0"11"0,-12 11-3 0,-12 2 9 0,11-13 0 0,-9 0-4 0,-17 0-5 0,28-24-4 0,0 12-3 0,-2-26 1 0,13 3-1 0,0-63 2 0,13 51-1 0,-2-1 4 0,26 11 2 0,-2 13 1 0,2 0 1 0,11 24-1 0,13 0-2 0,-25 0-5 0,1 0-3 0,11 11-33 0,-24 2-64 0</inkml:trace>
  <inkml:trace contextRef="#ctx0" brushRef="#br0">28594 16341 34 0,'0'0'0'0,"-24"-37"11"0,-25 26-6 0,12 11 0 0,-35 0 1 0,-1 35 4 0,1 26 1 0,-1 11-2 0,13 38-1 0,-13 58 0 0,49-70-4 0,24-2-1 0,0 26-1 0,24 11 0 0,12-24 0 0,25-1-1 0,-1-23 0 0,1-13 0 0,-1-23-1 0,-11-1-6 0,-1-23-21 0,-48-25 26 0</inkml:trace>
  <inkml:trace contextRef="#ctx0" brushRef="#br0">28049 17635 41 0,'0'0'0'0,"-12"-12"9"0,-25 0-1 0,25 0 5 0,0 0 3 0,24 36-8 0,25 0-1 0,35 13-3 0,-23-13-3 0,59 24 0 0,-48-37-1 0,1 2 1 0,-12-13 0 0,-25 0 1 0,0-24-1 0,-24-24 1 0,-36-2-1 0,12 15 1 0,0-14-1 0,11 1 0 0,26 11-1 0,-2 13-1 0</inkml:trace>
  <inkml:trace contextRef="#ctx0" brushRef="#br0">31447 16426 26 0,'0'-13'3'0,"-11"13"10"0,11-11 3 0,24-26 45 0,24 37-46 0,-12 0-3 0,13 24-6 0,11 13-5 0,14-2-37 0,-15 14-63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1464 10523 21 0,'0'0'0'0,"0"0"12"0,0-12-4 0,0 12 0 0,0-12 3 0,12 0 1 0,-12 0-2 0,12 0-3 0,-12 12 0 0,0-13-3 0,0 13-2 0,0-11 0 0,-24 11-1 0,-12 11-1 0,-13-11 0 0,0 25 0 0,-11-1 0 0,1-12 0 0,20 11-1 0,4 3-1 0,24-14 1 0,-2 12 0 0,26 0 1 0,11-1-1 0,11 1 1 0,2 14 0 0,11-15 0 0,0 14 0 0,1-1-1 0,-25-11 2 0,0 10 0 0,-11-10 5 0,-13-1 3 0,-13-12-3 0,-11 0-3 0,-12 0-1 0,-13 1 0 0,0-13-1 0,-11 0 0 0,24-13-1 0,-12 1-2 0,24 0-23 0,11 12-34 0,2-12 25 0</inkml:trace>
  <inkml:trace contextRef="#ctx0" brushRef="#br0">1790 10705 27 0,'0'0'2'0,"0"0"5"0,0-12-3 0,0-1 5 0,0 13-2 0,0-24 7 0,0 11-10 0,-12 13-2 0,0 0 0 0,0 0 1 0,-12 13 1 0,-1 11 0 0,-11 13-1 0,12-2-1 0,-12 14-1 0,25-13-1 0,-3 13 0 0,2-13 1 0,24-12 2 0,13 1-1 0,11-13 0 0,0-12-1 0,13 0 0 0,11-24 0 0,1-1 0 0,-12-11 0 0,-2 12 1 0,-9-13-1 0,-27 13 2 0,0 0-1 0,-11 11-1 0,0 2 0 0,-11 11-1 0,0 24 1 0,-2-12-1 0,13 24 0 0,0 1 0 0,24-13 1 0,0 12-1 0,12-24 0 0,0 1 1 0,13-1-1 0,-13-12 1 0,13 0 0 0,-13-25 1 0,-11 1 1 0,-3-12-2 0,-22 11 0 0,13-10 1 0,-26-2-1 0,-9 13 0 0,-15 0 0 0,-11 0-1 0,11 24 0 0,-11 0-2 0,-1 0-16 0,13 24-32 0,36-24 13 0</inkml:trace>
  <inkml:trace contextRef="#ctx0" brushRef="#br0">2443 10717 37 0,'0'-12'5'0,"-12"0"-5"0,12 12-3 0,0 0 4 0,0 12 2 0,0 0 2 0,12 23 0 0,0 2-1 0,0 0-2 0,0-2 0 0,1-10-1 0,-1 11 4 0,0-12-1 0,0-11 0 0,-12-1 1 0,0-12 9 0,0 0-3 0,0-25-8 0,0 1 0 0,0-12 0 0,0 0 0 0,0-1 0 0,12 13 0 0,-12 0-1 0,24-13-2 0,-12 26 0 0,12-1 0 0,13 0 0 0,0 12-2 0,-15 12-20 0,17 0-35 0,-28-12 23 0</inkml:trace>
  <inkml:trace contextRef="#ctx0" brushRef="#br0">2842 10898 37 0,'0'0'0'0,"0"-12"30"0,12 0-30 0,13 12 1 0,11-13 1 0,-12-11 4 0,0 0 4 0,13 12-3 0,-25-13-4 0,13 14-1 0,-14-13 1 0,-11 0-2 0,0 0 0 0,-24-2 0 0,0 26-1 0,-13 0 0 0,13 0-1 0,-12 13 2 0,12 12-1 0,-13 11 2 0,25-12 1 0,0 12-1 0,0 13 0 0,12-25 0 0,12 12 4 0,24-12 1 0,-11-12-2 0,23 1 0 0,13-13-3 0,-1 0-1 0,0 0 1 0,0-25-1 0,14 13-19 0,-63 0-86 0</inkml:trace>
  <inkml:trace contextRef="#ctx0" brushRef="#br0">3592 10850 34 0,'0'-13'9'0,"0"13"-2"0,12-11-2 0,25 11 6 0,-1-13 1 0,13 13 0 0,11-12 0 0,11 12-2 0,27-12-2 0,-25-1-5 0,-1 13 0 0,-35 0-2 0,-1 0-1 0,-24 0-3 0,-24 0-73 0,0 0 31 0</inkml:trace>
  <inkml:trace contextRef="#ctx0" brushRef="#br0">3857 10620 25 0,'0'-12'4'0,"0"0"4"0,0-12 5 0,0 12-4 0,0-1 6 0,0 38 8 0,0 11-12 0,0 36-3 0,0-24-3 0,0 50 1 0,0-26-4 0,26-11-1 0,-2-1-2 0,-24-11-15 0,0-1-69 0</inkml:trace>
  <inkml:trace contextRef="#ctx0" brushRef="#br0">1065 9556 13 0,'0'0'4'0,"0"0"-2"0,0-12 0 0,0 12 0 0,0 12 18 0,0 12-14 0,-13 0-2 0,13 12-1 0,0 1 0 0,0 11-2 0,0 12 0 0,0-35 0 0,0 23 0 0,0-36-1 0,0 12-3 0,0-24-7 0,0 0-33 0</inkml:trace>
  <inkml:trace contextRef="#ctx0" brushRef="#br0">1113 9290 23 0,'0'-13'7'0,"0"0"-6"0,24 2-1 0,-11-2 2 0,9 13 2 0,3-11 1 0,0 11 1 0,-14 11-1 0,2 13-2 0,-13 13-1 0,0 0-1 0,0-1 1 0,-13 13 0 0,2-13-1 0,0 0-2 0,-28-13 2 0,28-10 0 0,-13 0 0 0,0-1-1 0,12-12 1 0,-13 0 0 0,14-12 0 0,11 12-1 0,0 0-1 0,0 0 3 0,0 0 1 0,0 0-1 0,36 36 4 0,-11-12-3 0,10 12-1 0,-11-12-1 0,13 1 0 0,-13-2-1 0,0 1 0 0,0-11-5 0,-12 11-16 0,12-12-24 0</inkml:trace>
  <inkml:trace contextRef="#ctx0" brushRef="#br0">1609 9640 26 0,'0'0'3'0,"0"-13"1"0,0 13 1 0,0-11 3 0,0-13-3 0,-11 12-1 0,-3 12 2 0,2 0 0 0,-1 0-2 0,-11 0-1 0,2 36 0 0,9-12-2 0,1 13-1 0,0 11 1 0,12-13 0 0,0-10 3 0,12-13 0 0,0 1-2 0,12-13 0 0,0-25-1 0,0 0-1 0,2-10 0 0,-4 11-1 0,-22-13 1 0,13 24 0 0,-13-22 0 0,12 23-3 0,-12 12 1 0,0-12 2 0,0 24 0 0,0 0 1 0,12 12-1 0,0 0 0 0,0 1-1 0,-12-2-3 0,12 14-18 0,0-26-16 0,-12 2 18 0</inkml:trace>
  <inkml:trace contextRef="#ctx0" brushRef="#br0">1851 9604 42 0,'0'0'3'0,"0"-12"-3"0,12 12 2 0,-12 0-1 0,12 0 0 0,-12 0 1 0,12 12 1 0,1 11 1 0,-13 1 0 0,11 2-2 0,-11 9 0 0,11-11-1 0,-11-11 0 0,13-13 0 0,-13 24-1 0,0-12 3 0,0-12 3 0,12 0-5 0,-12 0 0 0,12-25-2 0,-12 14 0 0,13-26 0 0,0 14 0 0,-2-2 0 0,-11 1 0 0,11 0 0 0,2 12 0 0,-1 12 3 0,0 0 0 0,0 0 0 0,0 36-1 0,0-12 0 0,0 1 1 0,1 11-2 0,-1-1 1 0,0 2-1 0,0-13-1 0,0 0-6 0,0-11-20 0,-12-1-13 0</inkml:trace>
  <inkml:trace contextRef="#ctx0" brushRef="#br0">2419 9314 21 0,'0'0'0'0,"0"-13"7"0,0 13-3 0,0 0 1 0,0 0 20 0,12 37-16 0,-12-26-3 0,12 50 4 0,0-37-6 0,0 37 4 0,0-25-4 0,-12 13-2 0,13-13 0 0,-13-1-1 0,0 3 0 0,-13-15 0 0,13 1 0 0,0-24-1 0,0 0-4 0,-12 0-68 0,12 0 44 0</inkml:trace>
  <inkml:trace contextRef="#ctx0" brushRef="#br0">2674 9507 26 0,'0'0'3'0,"11"-12"2"0,0-12 3 0,2 24 3 0,-13-12 2 0,12 12-3 0,-24 0-5 0,12 0-3 0,-35 12 3 0,10 12-4 0,-24-12 0 0,25 12 0 0,-12 1-1 0,12-13 0 0,0 12 0 0,11-12 0 0,1 11-1 0,12-10 2 0,0-2-1 0,0 15 2 0,25-14 2 0,-1 11 2 0,12 1-2 0,-12-11-1 0,25 11 0 0,-13-12 0 0,-1 0 0 0,4 1 0 0,-15-2 0 0,-2 2-2 0,-22-13 0 0,13 11-1 0,-13-11-8 0,0 0-91 0</inkml:trace>
  <inkml:trace contextRef="#ctx0" brushRef="#br0">1161 9240 14 0,'0'0'0'0,"-11"0"28"0,11 0-24 0,0 0 1 0,0 0-1 0,0-11-1 0,0 11 0 0,-13 0-1 0,13 0-1 0,0 0 0 0,0 0 1 0,-11 0 1 0,11 0 0 0,-13 0-1 0,13 0 1 0,-12 0 0 0,12 0-1 0,-12 0 1 0,12 0-1 0,0 11 0 0,-13-11 1 0,13 0-2 0,-11 0 0 0,11 13 1 0,0-2 0 0,0-11 1 0,0 13 1 0,0-13-1 0,0 13 0 0,0-13 1 0,-13 11-2 0,13 2 0 0,0-2-1 0,0 13 1 0,0 1 0 0,0-1-1 0,0 1 1 0,0 11-2 0,0-12 0 0,0 11 0 0,-11 3 1 0,11-14-2 0,0 0-15 0,0-1-42 0,0-23 17 0</inkml:trace>
  <inkml:trace contextRef="#ctx0" brushRef="#br0">3726 6544 41 0,'-13'0'4'0,"-23"0"5"0,24 0-1 0,12 0 6 0,-12 0-4 0,12-12-6 0,12 0-1 0,12-12 1 0,13-13 0 0,11 1 0 0,35-25 2 0,15-11 1 0,35-2-2 0,12-21-1 0,25-14 0 0,144-133-3 0,-181 133 1 0,-24-12-1 0,0 24 0 0,-37 24 0 0,1 25-1 0,-25 24 0 0,-23 0 0 0,-25 11 1 0,12 13 1 0,-12 0-1 0,-12-11 0 0,0 11-1 0,-13 0 0 0,1 0 0 0,-12 11 0 0,0 2 0 0,-25 23 1 0,1-12-1 0,22 1 0 0,16 11 0 0,-3-24 0 0,25-12 0 0,0 0 0 0,12 0 0 0,23 0 2 0,28-24 2 0,-28 11-2 0,37 2 3 0,-47 11-3 0,11 0 0 0,-12 11 0 0,-24 2 0 0,-24 35-1 0,-24 1-14 0,-25 11-30 0,26-13-9 0,22-21 11 0</inkml:trace>
  <inkml:trace contextRef="#ctx0" brushRef="#br0">3665 6277 27 0,'0'-11'18'0,"0"-2"-9"0,0 13-5 0,-12 13 9 0,-12 11-6 0,-13 24 1 0,13-11-1 0,0 11-1 0,0 12-1 0,0-11 0 0,11-25-1 0,13-1 0 0,0-10 0 0,13-13 4 0,11 0 2 0,24-24-3 0,0 0-3 0,13 12-3 0,-12 0-1 0,-25 12 0 0,12 0-9 0,-36 12-34 0,12 0-34 0</inkml:trace>
  <inkml:trace contextRef="#ctx0" brushRef="#br0">1887 3205 7 0,'0'-11'15'0,"-12"11"0"0,12-13 5 0,0-11 3 0,-12 11-4 0,12 2-7 0,0 11-5 0,0 0 4 0,0 24-3 0,0 0-2 0,0 13 0 0,0 11-3 0,0 0 0 0,0 13-3 0,0-1 1 0,0 1-1 0,0-13-2 0,-12-11-10 0,12-13-18 0,-14-13-21 0,3-11-6 0</inkml:trace>
  <inkml:trace contextRef="#ctx0" brushRef="#br0">1802 3035 61 0,'0'0'6'0,"0"0"-5"0,13-11 5 0,9-2 9 0,4 13-3 0,11-11-3 0,10 11-3 0,13 0-1 0,-23 24-1 0,11 0 0 0,-23 13 2 0,-13-2 0 0,0 2-1 0,-36 0-3 0,-1-2 0 0,-11-11-2 0,-13 1-2 0,1-1-12 0,0 1-26 0,12-14-23 0,24 2 37 0</inkml:trace>
  <inkml:trace contextRef="#ctx0" brushRef="#br0">2504 3387 35 0,'0'-12'4'0,"0"0"0"0,-12-24 3 0,-1 11 10 0,1-11 2 0,-12 12-4 0,0 0-2 0,-1 24-4 0,3-13 0 0,9 13-3 0,-24 13-1 0,2 11 0 0,10 12-2 0,1 13-2 0,12-1 0 0,-1-1-1 0,2 3 0 0,11-2 0 0,24-13 1 0,0-22 0 0,24 0 1 0,13-39-4 0,-13-9 2 0,-12-1-2 0,-24-13 2 0,0 1 0 0,0-1 0 0,-12 13 1 0,0 24 0 0,0 0 3 0,-12 12-3 0,12 12 0 0,0 12 1 0,0 13-2 0,12 11 1 0,1 1-1 0,-1-1-2 0,12-13-14 0,0 2-22 0,0-12-15 0,0-13 3 0</inkml:trace>
  <inkml:trace contextRef="#ctx0" brushRef="#br0">2721 3327 63 0,'0'0'15'0,"-12"-13"1"0,12 1-13 0,0 12 5 0,0 12 2 0,12 1-4 0,2 11-3 0,-3 12-1 0,13-1-1 0,0-9 0 0,-12-2 0 0,24-12 0 0,-24 0 0 0,25-12 1 0,-25 0-1 0,12-12 1 0,-24-12 0 0,12-1 3 0,-12-11 0 0,0 0 2 0,-12 0-1 0,12 11-1 0,-12 13 0 0,12 0-1 0,-12 0-1 0,12 12-3 0,0 24 2 0,12 0-1 0,0 37 0 0,12-1 0 0,-12 1-1 0,13 24 2 0,-1-2-2 0,-12 2 1 0,-12 0-1 0,13-24 1 0,-13-25 0 0,0 1 2 0,-25-37 0 0,-11 0-1 0,-1-12-1 0,-23-25 0 0,-13-11-2 0,37-1 0 0,1 25-2 0,21-25-4 0,2 1-10 0,38 11-4 0,-2 13-2 0,47-23-42 0,2 22 13 0</inkml:trace>
  <inkml:trace contextRef="#ctx0" brushRef="#br0">3205 3229 26 0,'0'-24'4'0,"0"-24"1"0,-12 0 5 0,24 12 8 0,-12-2 4 0,0 27-2 0,0-2-5 0,0 2-5 0,0 22-3 0,0 13 1 0,0 26-2 0,0 9-1 0,12 15 0 0,-12-2-3 0,0 1 1 0,12-1-3 0,-12-11 2 0,13-13-2 0,-2-24-2 0,-11-11-12 0,13-13-18 0,-13 0-22 0,12-37-5 0</inkml:trace>
  <inkml:trace contextRef="#ctx0" brushRef="#br0">3424 3266 55 0,'0'0'0'0,"0"12"27"0,-13 0-25 0,13 12 2 0,0 25 6 0,-12-13 1 0,0 13-3 0,12-13-4 0,0 0-3 0,0-1 0 0,24-22 0 0,-11 0 0 0,22-1 0 0,2-24 0 0,-2-1 1 0,2-24-1 0,-1-10 0 0,1 11 1 0,-13-13 0 0,-24 1 0 0,0 11 1 0,0 1 0 0,-24 24-1 0,-13-1 1 0,1 13-3 0,-12 0-1 0,-13 13 0 0,26 11-7 0,10 0-12 0,25 0-18 0,-12 1-4 0,12-13 13 0</inkml:trace>
  <inkml:trace contextRef="#ctx0" brushRef="#br0">3870 3338 50 0,'0'0'0'0,"0"-11"11"0,-13-14-7 0,13 25 9 0,0-12 7 0,-11 12-5 0,-13 0-6 0,0 0-3 0,-12 37-2 0,11-1 0 0,-11 0-2 0,24 13 0 0,0-13-2 0,0 11 1 0,24-34-1 0,0 11 0 0,0-11 0 0,24-13-1 0,1-26 2 0,0 15-3 0,-15-37 0 0,2 24-1 0,-11-13 3 0,0 1 0 0,-13 12 2 0,0 0 2 0,0 24 1 0,-13 0 0 0,13 0-3 0,0 24 1 0,-13 12 1 0,26 1-1 0,0-1-2 0,0 0-1 0,-2-12-3 0,0 0-18 0,14 1-35 0,-1-25-20 0</inkml:trace>
  <inkml:trace contextRef="#ctx0" brushRef="#br0">4318 3338 70 0,'-13'-11'23'0,"2"-14"-21"0,0 13 0 0,-14 0 3 0,0 0 4 0,-10 12 0 0,-14 0-2 0,13 12-3 0,-13 24-2 0,25 1 0 0,0-1 0 0,11 12 2 0,13-11-2 0,13-1 0 0,-1-13 0 0,24 1-1 0,0-24 1 0,1 13-2 0,-13-13 2 0,0-13-1 0,11-11 0 0,-10-11 0 0,-12-13-1 0,-13-1 1 0,0-23-2 0,0 11-1 0,0-11-3 0,-13-13 0 0,1 11 2 0,-1 15 3 0,2 35 1 0,11 12 2 0,-11 12-1 0,11 24 0 0,0 23 3 0,0-10-3 0,0 24 0 0,0 35 3 0,22-23-4 0,3 12-1 0,-12-26 1 0,12 3-1 0,-3-26-1 0,3-12-12 0,-13-24-46 0,-12 0-20 0</inkml:trace>
  <inkml:trace contextRef="#ctx0" brushRef="#br0">1222 2976 45 0,'0'0'0'0,"0"0"19"0,0 0 6 0,0 0-22 0,24 48 2 0,0-37-4 0,0 27-1 0,0-26-12 0,1 23-18 0,-1-22-1 0,-24-13 8 0</inkml:trace>
  <inkml:trace contextRef="#ctx0" brushRef="#br0">1379 2915 30 0,'0'0'0'0,"0"0"19"0,0-12-14 0,0 12 23 0,12 12-22 0,12 13-3 0,-11-13-6 0,23 12 5 0,-12 0-19 0,1 0-27 0,-25-24 19 0</inkml:trace>
  <inkml:trace contextRef="#ctx0" brushRef="#br0">4681 2831 42 0,'0'0'7'0,"0"0"11"0,0 12 0 0,0 0-6 0,-11 12-7 0,-14 0-1 0,0-1-2 0,1 15-1 0,13-26-1 0,-14 12-2 0,13-13-8 0,0 2-17 0,12-13-8 0,-12 0 8 0</inkml:trace>
  <inkml:trace contextRef="#ctx0" brushRef="#br0">4814 2879 38 0,'0'0'0'0,"0"0"31"0,0 12-22 0,-12 0 9 0,0 0-1 0,-12 13-7 0,-1-13-4 0,13 12-4 0,-12-12-1 0,24 11-5 0,-13-10-31 0,2 11-46 0</inkml:trace>
  <inkml:trace contextRef="#ctx0" brushRef="#br0">2007 4354 27 0,'0'0'4'0,"0"0"1"0,0-11 4 0,0-2 8 0,0 1-1 0,0 0-5 0,0 12-4 0,0-12-1 0,-22 12 1 0,9 0 0 0,-12 12-1 0,0 0-3 0,14 13-2 0,-25 23 0 0,12-12-1 0,10 13 1 0,3-1-2 0,11-12 2 0,0 1-1 0,25-13 1 0,-1-13 1 0,12 2-1 0,12-13 0 0,-11-24 0 0,11 0 0 0,25-26 0 0,-37 15 0 0,-24 11 2 0,0 12 3 0,-12 0-2 0,0-1-1 0,0 13-2 0,-12 13-1 0,0-1 0 0,0 0 0 0,12 24 0 0,0-24 0 0,12 23-1 0,12-22-1 0,12 12 1 0,25-13 2 0,-13-24 0 0,2-13-1 0,-28 1 2 0,-9 0 0 0,-13-12 2 0,-13 24-1 0,2-12 0 0,-13 11-3 0,-1 0 1 0,-11 13-1 0,12-11 0 0,-12 11 0 0,11 11-2 0,14-11-2 0,-2 13-1 0,13-13 0 0,13 13 2 0,11-13-1 0,48 0 4 0,2-26 0 0,-15 15 0 0,-11-13 1 0,1 24-1 0,-13-12 1 0,-11 12 0 0,11 24 0 0,-24-12 1 0,0 12 0 0,0 13-1 0,-12-13 0 0,13 11 0 0,-13-22-1 0,0 11 1 0,0-11-1 0,0-1 3 0,0-12 0 0,0-12 3 0,-13-14-4 0,13 2-1 0,0-11 1 0,0 11-1 0,24-26-1 0,0 15 1 0,13 35-1 0,-24-12 0 0,9 12-9 0,-9 0-9 0,11 0-48 0,-12 0-1 0</inkml:trace>
  <inkml:trace contextRef="#ctx0" brushRef="#br0">3108 4379 82 0,'0'0'14'0,"-12"0"-10"0,-1-12 0 0,2-1 16 0,11 13-4 0,-11 0-8 0,11 0-4 0,-13 13-1 0,13 11 0 0,0 12 0 0,13 1 0 0,-2 11 0 0,0 11-2 0,2 15-1 0,-13-14 1 0,12 0-1 0,-12 1 1 0,0-12 0 0,0-13-1 0,-12-12-1 0,-1-1-6 0,2-23-12 0,-13 0-17 0,0-11-12 0,0-13 21 0,24-24 18 0,-12 11-11 0</inkml:trace>
  <inkml:trace contextRef="#ctx0" brushRef="#br0">2988 4609 7 0,'0'0'0'0,"12"-38"13"0,0-21-2 0,24 11 7 0,-12-1 10 0,12 25-5 0,2 12-5 0,21 12-2 0,-11 0-3 0,-23 24-5 0,-1 11-2 0,-12 3-2 0,-12-2-1 0,0-1-1 0,-12-11 0 0,0 14 0 0,-25-26 0 0,1-1-2 0,24-11 0 0,-25 13-2 0,15-13-5 0,9-13-11 0,2 13-21 0,11-11-15 0,11-13 5 0</inkml:trace>
  <inkml:trace contextRef="#ctx0" brushRef="#br0">3470 4438 79 0,'0'0'0'0,"-11"-11"34"0,11 11-28 0,0 0 19 0,0 0-23 0,0 0 0 0,0 11-1 0,0 2 3 0,0 24 1 0,0-1-3 0,11 0-1 0,15 1 0 0,-13-13-1 0,-2-13 1 0,24 13-1 0,-22-24 1 0,11 0 0 0,-24-11-1 0,24-13 0 0,1-13-2 0,-13 0-1 0,0 2 1 0,0-1-1 0,0 11 3 0,0 1 0 0,0 12 0 0,1 12 1 0,-2 0 3 0,2 36 1 0,-13-11-2 0,12 11-1 0,-12-1-1 0,12-11-1 0,-12 14 0 0,12-15-6 0,-12-10-14 0,12-2-27 0,12-11-31 0</inkml:trace>
  <inkml:trace contextRef="#ctx0" brushRef="#br0">4124 4294 94 0,'-11'-12'10'0,"-14"12"-9"0,13 0 3 0,-24 12 9 0,-1 0-10 0,13 12-1 0,0 0 0 0,24 1-2 0,24 11 1 0,0-13 1 0,1-10-1 0,11 12 0 0,13-13 0 0,-25 12-1 0,0-12 1 0,-12 11-2 0,-12-10 2 0,0 11 0 0,-12-11 3 0,-25-1 3 0,1 0 0 0,0-1-1 0,0 2-2 0,11-13-1 0,1 0-3 0,12 0 2 0,0-13-14 0,12 2-65 0,12 11 18 0</inkml:trace>
  <inkml:trace contextRef="#ctx0" brushRef="#br0">19546 12918 34 0,'0'0'0'0,"0"0"25"0,-12 0-15 0,12 0 1 0,12 0 22 0,0-12-24 0,12-1-1 0,0 13-2 0,1-24-2 0,-1 13-2 0,-24-2-1 0,25 13-1 0,-25-12-3 0,11 0-11 0,2-1-20 0,-13-11-20 0,11 24 24 0</inkml:trace>
  <inkml:trace contextRef="#ctx0" brushRef="#br0">19957 12640 49 0,'0'0'0'0,"0"-24"13"0,12 12-10 0,12 0 0 0,-11-14 1 0,-1 15-3 0,12-13-2 0,1 12-7 0,10 0-17 0,-24 0-8 0</inkml:trace>
  <inkml:trace contextRef="#ctx0" brushRef="#br0">20332 12288 37 0,'0'-11'20'0,"24"-13"-7"0,-11-12-11 0,11 22 0 0,0 3-1 0,-12-13-2 0,13 11-7 0,-3 2-17 0,-9-1 8 0,-1 12-3 0</inkml:trace>
  <inkml:trace contextRef="#ctx0" brushRef="#br0">20828 11926 38 0,'24'-24'19'0,"12"-12"-15"0,2 12-5 0,-27-13-12 0,13 24-10 0,-12 2 3 0</inkml:trace>
  <inkml:trace contextRef="#ctx0" brushRef="#br0">21070 11709 26 0,'12'-13'19'0,"36"-11"-16"0,25-36-48 0</inkml:trace>
  <inkml:trace contextRef="#ctx0" brushRef="#br0">21578 9592 50 0,'-24'-24'11'0,"24"12"-5"0,-12 12 6 0,12 12-3 0,0 24 0 0,-12 0-4 0,12 49 2 0,0-13-4 0,0-11-2 0,12-1 0 0,0-11-1 0,0-13-4 0,-12-1-11 0,12-21-14 0,-12-2-12 0,0-12 20 0</inkml:trace>
  <inkml:trace contextRef="#ctx0" brushRef="#br0">21517 9518 58 0,'0'-11'6'0,"0"-25"2"0,25 24-6 0,11 0 3 0,1-1 1 0,11 13-1 0,0 25 1 0,-12-1-2 0,13 24-1 0,-13 1-2 0,-24-2 2 0,-12 3 2 0,-12-2 0 0,-13-13-2 0,-23 2-1 0,0-24-2 0,0 11-5 0,0-13-12 0,23 2-13 0,13-13-3 0,12 0 6 0</inkml:trace>
  <inkml:trace contextRef="#ctx0" brushRef="#br0">21868 10027 18 0,'0'0'0'0,"0"11"6"0,0 3 0 0,0-14 11 0,0 0 6 0,0-14-11 0,-12 3-3 0,12-1-1 0,12-12-1 0,-12-12 0 0,12-1-1 0,0 1-1 0,0-1-1 0,1 13-3 0,-1 0 0 0,12 12-1 0,-12 12-2 0,1 0-3 0,-2 0-19 0,-11 12-17 0,13 1-6 0</inkml:trace>
  <inkml:trace contextRef="#ctx0" brushRef="#br0">22194 9894 1 0,'13'0'2'0,"11"-24"4"0,12 12 8 0,-11 12-7 0,-13 0-2 0,0-13 3 0,-12 13 2 0,0 0 21 0,0 0-13 0,0 0-10 0,0 0-1 0,0 0-3 0,0 0-3 0,0 0 4 0,0 0 0 0,0-11-1 0,12-2-2 0,-12 2 0 0,0-2-1 0,-12-11-1 0,0 24 0 0,-25-13 1 0,1 13 1 0,12 0 1 0,-13 0 0 0,25 25-1 0,0-13 0 0,0 25-2 0,24-1 1 0,0-12 1 0,13 0 0 0,11-12-1 0,0 1 0 0,1-1 0 0,36-12-20 0,-51 12-5 0,2-24-7 0,2 0-8 0,-2-1-6 0</inkml:trace>
  <inkml:trace contextRef="#ctx0" brushRef="#br0">22546 9483 52 0,'-13'-12'27'0,"13"12"-10"0,0 0-7 0,0 0 2 0,-12 0-1 0,12 36-2 0,0 1-4 0,0 23-2 0,12 0-1 0,-12 12 0 0,24 2-2 0,1-2 1 0,-13-11-6 0,0-25-2 0,0-12-15 0,-12 0-22 0,0-24-14 0</inkml:trace>
  <inkml:trace contextRef="#ctx0" brushRef="#br0">22437 9785 62 0,'0'0'7'0,"-12"-12"-2"0,37-1-6 0,-14 2 4 0,37-2 6 0,-24 13-5 0,-11 0-2 0,35 0 6 0,-24 13-3 0,12-2-1 0,-11 14-2 0,-1 0-1 0,-12 10 1 0,0 2 0 0,0-1 0 0,-12-11 0 0,13-1 0 0,-13-12 0 0,11-12 1 0,-11 0 2 0,0 0 2 0,11 0 1 0,-11-24-4 0,26-1-1 0,-26-11-1 0,12 0-2 0,0-1 0 0,1 13-1 0,-2 0-8 0,0 11-18 0,2 13-13 0,11 0 5 0,13 0-2 0</inkml:trace>
  <inkml:trace contextRef="#ctx0" brushRef="#br0">23246 9882 32 0,'0'-12'10'0,"13"0"2"0,-1-1-6 0,-12-11 3 0,0 0 1 0,-25 0-1 0,3 11 5 0,-3 2 2 0,-13 11-4 0,3 0-4 0,-1 24-2 0,0 0-3 0,23 0-2 0,1 25-1 0,0-13 0 0,24-12 0 0,0 1 1 0,25-13-1 0,-1-12 0 0,-11 0-2 0,10 0-4 0,2-24-1 0,-13-1-2 0,0 1 4 0,-24-25 3 0,12 25 2 0,-12 0 2 0,0 12 3 0,0 12 2 0,-12 0-3 0,12 0-3 0,0 12 1 0,12 12-1 0,-12 13-1 0,12-1-5 0,0-12-17 0,2 1-18 0,-3 11-10 0,-11-36 30 0</inkml:trace>
  <inkml:trace contextRef="#ctx0" brushRef="#br0">23465 9773 41 0,'0'-13'27'0,"0"2"-18"0,0 11 1 0,0 0 3 0,0 11-1 0,-12 14-3 0,12 11-5 0,0 13-2 0,0-13-1 0,0 1-1 0,24 11-13 0,-12-24-4 0,0-12-11 0,0-1-13 0,-12-11 17 0</inkml:trace>
  <inkml:trace contextRef="#ctx0" brushRef="#br0">23513 9556 72 0,'0'-12'21'0,"-24"-25"-15"0,24 25-7 0,0 0-6 0,0 12-20 0,0 0-6 0,0 0 15 0</inkml:trace>
  <inkml:trace contextRef="#ctx0" brushRef="#br0">23682 9870 79 0,'0'0'0'0,"0"12"3"0,0 0-5 0,0-12 5 0,0 12 2 0,0 12-1 0,0 1 2 0,0-13 0 0,14 12-1 0,-14-12 0 0,11-12 1 0,-11 12-2 0,0-12-1 0,0-12 6 0,11-12-9 0,2-12-2 0,11-1 1 0,-24-11-1 0,24 0 0 0,0 11 2 0,1 13 0 0,-13 11 1 0,0 2 0 0,0 11 1 0,12 11 1 0,-12 13 1 0,1 1 0 0,-2 11-1 0,0 13-1 0,-11-13-2 0,0 1 0 0,14-1-6 0,-14-12-8 0,12-12-12 0,-12 0-9 0,24-12 7 0,-11 0-6 0</inkml:trace>
  <inkml:trace contextRef="#ctx0" brushRef="#br0">24105 9785 30 0,'0'0'0'0,"0"-25"16"0,13 14-2 0,-13-2-1 0,12 13 9 0,-12 24-8 0,0-11-6 0,0-1-5 0,0 24 3 0,0 13-2 0,12-1-2 0,-12 1-2 0,0-13-4 0,12-1-3 0,-12-21-5 0,0-2-8 0,0-12-14 0,0 0-14 0</inkml:trace>
  <inkml:trace contextRef="#ctx0" brushRef="#br0">24203 9483 71 0,'0'0'7'0,"0"-12"-12"0,0 24-1 0,12 0-3 0,0 0-5 0,-12 12 2 0,12 1 7 0,0-1-4 0,0-12-9 0</inkml:trace>
  <inkml:trace contextRef="#ctx0" brushRef="#br0">24324 9845 5 0,'0'0'0'0,"0"49"13"0,0 0-6 0,0-13 1 0,0-12 5 0,0-12 4 0,12-12-3 0,0 0-4 0,-12-24-4 0,24 12-1 0,-24-24 1 0,24 11-2 0,0-23-2 0,-12 12-1 0,13 12 0 0,-14-1-1 0,2 25 1 0,-2-12-1 0,-11 12 1 0,13 12 2 0,-1 0 0 0,0 25-2 0,0-1 0 0,12-12 0 0,13 0 0 0,-1-12 0 0,11 1 1 0,3-13-1 0,-2 0 1 0,-12 0 0 0,-11-25 0 0,-14 13 3 0,-11-24 0 0,-11 0 2 0,-14 12-2 0,-11 11-1 0,12 1-1 0,0 0 0 0,12 12-2 0,12 24-1 0,0 0 1 0,0 25-1 0,36 24 0 0,-25-37 0 0,2 73-1 0,-2-61 2 0,-22 122 1 0,-2-135 2 0,-46 2 8 0,11-37-6 0,-13 0-4 0,0-13-1 0,1-35-3 0,11 0-17 0,24 11-12 0,1-24-90 0</inkml:trace>
  <inkml:trace contextRef="#ctx0" brushRef="#br0">22050 10523 20 0,'-26'-12'17'0,"15"12"-4"0,-24 0 10 0,22 0-11 0,-23 23 4 0,11 39-1 0,13-26-11 0,0 37-1 0,12-13-1 0,12-36-1 0,25 13 3 0,-1-13-2 0,12-13 0 0,-11-11-1 0,11 0-1 0,0 0 1 0,0-24-1 0,-23 0 1 0,-13 0 0 0,0-13 0 0,0 13 1 0,-12-11 1 0,-12 35 2 0,12-13 1 0,-12 13-3 0,12 25-2 0,0-2-1 0,12 14 0 0,25-1 0 0,-13 0 0 0,0-23 0 0,48-2 0 0,-22 2 0 0,-15-13 1 0,-24-13-1 0,14 2 1 0,-25-13 0 0,-12-1 0 0,-12-11-1 0,-24 12 0 0,-13-12 1 0,13 24 0 0,0 12 0 0,-1-13-1 0,37 13 1 0,0 0-3 0,24 0 0 0,0 0 2 0,24 0 0 0,13 0-1 0,0-13 1 0,-3 13-1 0,4 13-1 0,-2-13 2 0,0 13-1 0,-11 11 0 0,-25 0 1 0,12-13 1 0,-24 26-1 0,12-13 1 0,-12-11 0 0,0-2 1 0,0-11 1 0,0 0 7 0,0-11-7 0,0-14-3 0,0 0 1 0,0-10-2 0,0-1 1 0,25-2 0 0,-1 14-2 0,12 1 0 0,0 11-6 0,1 12-12 0,0 0-12 0,34 35-45 0,-46-11 45 0</inkml:trace>
  <inkml:trace contextRef="#ctx0" brushRef="#br0">23054 10728 24 0,'0'0'12'0,"0"0"5"0,0-23 3 0,0-2 1 0,0 1-1 0,0 0-2 0,-13 0-4 0,13 12-4 0,13 0-2 0,-13 12-1 0,0 0-3 0,0 36 0 0,0 11-1 0,12 27-1 0,-12-14 0 0,12 49 0 0,0-24-1 0,0-12-1 0,0-13 0 0,0-12-1 0,-12-11 1 0,0-26-2 0,13 2-3 0,-13-13-1 0,0 0-5 0,-13-24-4 0,-11-13 1 0,12-11 4 0,-12-12-1 0,-1-1-5 0,13 13 4 0,0-50-3 0,12 2 10 0,24 11 4 0,13 1 1 0,11 35 2 0,0 36 7 0,2 2 9 0,-15 22-4 0,1 15-2 0,-22 10-1 0,-14 11-2 0,0 15-1 0,-14-15-2 0,-35-10-1 0,14 0-3 0,-15-26-2 0,15 2-6 0,-1-13-7 0,12 0-13 0,24-13-22 0,0 2-14 0</inkml:trace>
  <inkml:trace contextRef="#ctx0" brushRef="#br0">23453 10608 63 0,'0'0'0'0,"0"-12"18"0,-12 12-12 0,12 0 7 0,-13 12 2 0,13 23-6 0,0-11-3 0,0 14-1 0,13-2-2 0,11-12-1 0,0 0-1 0,0 13 1 0,11-26-1 0,3-11 0 0,-13 13 0 0,-3-13 0 0,-9-13 1 0,-1 2-1 0,0-26 0 0,0 0 0 0,2 2-1 0,-14-26 1 0,11 13-1 0,-11 12 1 0,11 24-1 0,-11-1 1 0,0 13 0 0,0 0 3 0,0 25 1 0,13-1-2 0,-13 12-1 0,0-1-2 0,12 3 1 0,0-2-1 0,12-1 1 0,0-22-2 0,1-1 2 0,-1-12-1 0,0 0 0 0,24-25 0 0,-37 14 0 0,15-13 1 0,-13-12-2 0,11-26 1 0,-24 27 0 0,11-1-1 0,-11-2 2 0,0 15-2 0,11 11 2 0,2 12-1 0,-1 0 3 0,13 12 3 0,-14 11 0 0,26 3 1 0,-1 10-2 0,-12 0-1 0,-12-1-1 0,-12 3-2 0,0-15 1 0,-12-10-1 0,-36 11-11 0,-12 0-29 0,-12-12-95 0</inkml:trace>
  <inkml:trace contextRef="#ctx0" brushRef="#br0">21384 11418 70 0,'0'0'11'0,"0"-12"1"0,0 0-6 0,0-1 8 0,12 13-10 0,1-11-5 0,-2-2-4 0,2 2-6 0,11 11-25 0,-12-13-21 0</inkml:trace>
  <inkml:trace contextRef="#ctx0" brushRef="#br0">21637 11224 71 0,'0'-11'11'0,"26"-15"7"0,-2 15-8 0,0-2-5 0,-13-11-13 0,2 13-84 0</inkml:trace>
  <inkml:trace contextRef="#ctx0" brushRef="#br0">16389 10100 22 0,'0'-12'17'0,"-12"12"-8"0,12 0 3 0,0-12 11 0,0 12-15 0,12-12-1 0,-12 0-1 0,12-2 1 0,0 3-1 0,0-1 0 0,0 0-2 0,1 0 0 0,-1 0-2 0,12 0 0 0,0 0-1 0,0 12 0 0,-11 0 0 0,9 0 0 0,-8 0 0 0,-2 12-1 0,12 0 0 0,0 12 1 0,0 0-1 0,0-13 0 0,2 15 1 0,9-14-1 0,-23 0 0 0,24 0 0 0,-12-12 1 0,13 12-1 0,-13-12 0 0,0-12 1 0,12 12 0 0,-11-12 0 0,0-12-1 0,-14 12 1 0,13-2-1 0,0 3 1 0,0-1 0 0,2 0-1 0,-15 0 1 0,0 12-1 0,2 0 1 0,-1 0-1 0,-12 0 2 0,12 12-1 0,-12 0 0 0,12 0 0 0,12-1-1 0,-12 3 1 0,1-14 0 0,23 0 1 0,1 0 1 0,11 0-1 0,-11-14-1 0,-13 3 0 0,11-1 1 0,-23 0-2 0,-12 12 1 0,14-12-11 0,-14 0-49 0,-14 12-8 0</inkml:trace>
  <inkml:trace contextRef="#ctx0" brushRef="#br0">12990 10171 14 0,'0'0'0'0,"-12"0"15"0,12 0-10 0,0-11 2 0,0 11 2 0,0-13-1 0,0 2-1 0,0 11 0 0,12-13-1 0,-12 13-1 0,0-11 1 0,13 11-2 0,-2 0-1 0,2 0 1 0,11 11 0 0,-12-11 1 0,24 13-1 0,-12-13 1 0,13 0-1 0,-2 0-1 0,2 0-2 0,-1 0 1 0,1-13-1 0,-1 13 1 0,-12-11 0 0,13-1 0 0,-13 0 0 0,12 0 1 0,-12 0-2 0,12-14 1 0,-11 26-1 0,-1-11 0 0,12-1-1 0,-24 12 1 0,25 0-1 0,-26 0 0 0,14 23 1 0,-1-9-1 0,12 10 1 0,-11 0-1 0,11-1 1 0,0 1 1 0,-1-11-2 0,15-2 1 0,-15-11 0 0,14 0 1 0,-13 0-2 0,1 0 2 0,-1-11-1 0,-24-2 1 0,13-11 1 0,-1 24-2 0,-12-11 1 0,12-1-2 0,1 0 1 0,-14 0 0 0,13 12-1 0,-11 0 1 0,24 0 0 0,-15 0-1 0,3 0 1 0,13 12-1 0,-3 12 1 0,1-13 0 0,-12 2 0 0,25 11-1 0,-13-24 1 0,12 11 0 0,2-11 1 0,-4-11-1 0,-9 11 0 0,11-24-1 0,-11 11 1 0,-1 2 0 0,-11-1 0 0,-13 0 0 0,12 12-1 0,-12-12 1 0,0 12-1 0,12 0-1 0,0 12 2 0,13 0-1 0,-2 0 0 0,14-1 0 0,0 2 0 0,-1 11 0 0,1-13-1 0,-1 3 2 0,11-2-1 0,-21-12 1 0,9 11-1 0,2-11 0 0,0-11 0 0,-1-1 0 0,1-2 1 0,11 3-1 0,-24-2 0 0,1 2 1 0,0-2 3 0,-26 13 1 0,0 0-1 0,2 0-2 0,-13 0-1 0,24 0-1 0,-12 0-24 0,2 0-91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4233 7208 26 0,'0'0'13'0,"-13"0"-4"0,2 0 0 0,0 0-3 0,11 13 9 0,-13-13-5 0,13 0-1 0,0 0 2 0,13 0-5 0,-13 0 1 0,22-13 0 0,-9 13-3 0,37-11 4 0,-15-2-3 0,13-11-1 0,-11 13 0 0,11-1-3 0,1-2 1 0,11-10-1 0,0 0 0 0,25-11 1 0,0-1 0 0,-1-1 2 0,14 1-1 0,-2 0 1 0,0-1-1 0,-11 1 0 0,0 11 0 0,12-10 0 0,-25-2-1 0,13 13 2 0,-12-13-1 0,-1 14 0 0,-11-2 0 0,-2-12 1 0,2 26 0 0,-12-1 0 0,-13 0 0 0,-11 0 0 0,11 12-1 0,-24-12 0 0,0 12-1 0,0-12 0 0,12 0-1 0,0-1 0 0,1 13 0 0,-13-13-1 0,-12 13 0 0,0 0-5 0,0 0-25 0,-37-11-118 0</inkml:trace>
  <inkml:trace contextRef="#ctx0" brushRef="#br0">6447 18929 255 0</inkml:trace>
  <inkml:trace contextRef="#ctx0" brushRef="#br0">1101 6762 36 0,'0'0'8'0,"0"0"-1"0,0 0 1 0,-12-13 1 0,12 1-1 0,-13 12-2 0,2 0-2 0,-13 12-1 0,11 1 1 0,-23 22-2 0,24 2 0 0,-25 11-2 0,25 13 1 0,0 0-3 0,0 10 3 0,12-23 0 0,12 2 0 0,0-2-1 0,25-24 1 0,-13-24 1 0,0 13-2 0,1-26 1 0,-1-11-1 0,0 11 1 0,-12-22 1 0,13-1 1 0,-14 11-1 0,2 1 4 0,-13 11-2 0,0 2-3 0,0 22-3 0,-13 13 3 0,13 0-1 0,13 2 0 0,-2-2 0 0,0 0 0 0,28-13 1 0,-4 2-1 0,-11-13 1 0,-12-13 1 0,12 2-1 0,-12-26 1 0,-12 14 1 0,0-15-2 0,-12 3 2 0,-12 11-1 0,-1 0-1 0,1 12 0 0,-12 12-2 0,24 0 1 0,-23 24-14 0,11 0-21 0,11-1-45 0</inkml:trace>
  <inkml:trace contextRef="#ctx0" brushRef="#br0">1452 7064 78 0,'-13'0'2'0,"13"0"-3"0,0 0 1 0,0 11 0 0,0-11 0 0,0 13 1 0,0-2 1 0,0 13 0 0,13-10-1 0,-13-2 0 0,12-1 0 0,-12 2 2 0,0-2 1 0,0-11 3 0,0 13 0 0,0-26 0 0,0-11-6 0,0 13 3 0,0-15-2 0,12-9-1 0,-12 11 0 0,24 0 0 0,-11 0 0 0,9-2 0 0,-9 15-7 0,11-1-31 0,-12 12-31 0</inkml:trace>
  <inkml:trace contextRef="#ctx0" brushRef="#br0">1742 7016 68 0,'0'0'5'0,"0"-12"-3"0,0-13 6 0,0 13 5 0,12-12-1 0,-12 12-3 0,12 0-6 0,-12 12 3 0,0 0 2 0,0 24-2 0,0 0 1 0,0 25-4 0,0-1-2 0,0 25 1 0,0 11-1 0,-12-12-1 0,12 13 1 0,0-12-1 0,0-12-1 0,0-1-9 0,0-37-3 0,-12 1-42 0,12-11-8 0</inkml:trace>
  <inkml:trace contextRef="#ctx0" brushRef="#br0">1742 7052 84 0,'0'0'0'0,"0"0"6"0,12-12-4 0,0 0 4 0,24 0 10 0,-1 0-7 0,3 12-2 0,-2 0-2 0,0 24 0 0,-24 0-5 0,-24 12 2 0,0-1-1 0,-23 2 0 0,10-13-1 0,-13 0-2 0,3 0-9 0,11-11-11 0,12-13-8 0,0 0 4 0,36 0-24 0</inkml:trace>
  <inkml:trace contextRef="#ctx0" brushRef="#br0">1959 7137 13 0,'0'0'0'0,"0"0"28"0,13-14-3 0,-13 3-6 0,13-2-4 0,-2 2-3 0,0 11-5 0,2-13-1 0,-13 13 1 0,0 0-6 0,0 13 0 0,12 11 0 0,-12 1 0 0,12-2 0 0,0 1-1 0,0 0 0 0,0-11 1 0,0-2 0 0,1-11 0 0,-1 0-1 0,12-11 0 0,-24-13 0 0,24 0 1 0,-12 0 1 0,0-13-2 0,1 13 0 0,-2 11 0 0,2 2 0 0,-13-1-1 0,0 12 2 0,0 0 1 0,12 12-4 0,-12 12 2 0,0 0 0 0,12 1 1 0,-12 11-2 0,12-25-9 0,0 26-17 0,1-26-17 0,-13-11-10 0</inkml:trace>
  <inkml:trace contextRef="#ctx0" brushRef="#br0">2516 6990 79 0,'0'0'0'0,"0"-11"17"0,0-1-14 0,0 0 0 0,12 0 7 0,-12 12-2 0,-12 0-5 0,0 0-3 0,-37 36 0 0,37-11 1 0,-24 11 1 0,23-24-1 0,2 24 0 0,11-1 1 0,24-21-1 0,0-2 1 0,0-1-1 0,25 2 1 0,-25-2 0 0,0 2 1 0,-12-13 0 0,-12 11 4 0,0-11 0 0,-24 13-5 0,0-2-2 0,-37 2-1 0,37 0-10 0,0-2-31 0,0-11-44 0</inkml:trace>
  <inkml:trace contextRef="#ctx0" brushRef="#br0">1222 7595 70 0,'0'0'5'0,"-11"0"-4"0,11 0 1 0,-14 0 3 0,-11 0 0 0,3 13-1 0,-2 11 0 0,11 1-2 0,-11-2-1 0,11 1-1 0,13 0 1 0,-11-11 1 0,22 11 2 0,2-11-1 0,24-2 0 0,-13 2 2 0,23-13 2 0,-11 11-1 0,-12-11 0 0,1 13 2 0,-13-1 1 0,-12 0-2 0,0 0-3 0,-24 0-2 0,0 0-1 0,-11 13-1 0,-15-13 1 0,26 0-2 0,0 0-6 0,0 0-30 0,24-12-40 0,-13 0 39 0</inkml:trace>
  <inkml:trace contextRef="#ctx0" brushRef="#br0">1379 7704 85 0,'-12'0'8'0,"12"0"-6"0,0-11 6 0,0 11 5 0,0-13-6 0,0 13-1 0,12 0 0 0,-12 13-3 0,0 11 0 0,0 0 0 0,0 0 0 0,0 0 0 0,-12 0-3 0,12 13 2 0,0-25-2 0,0 0-1 0,0 12-7 0,0-24-13 0,0 0-25 0,12 0-20 0</inkml:trace>
  <inkml:trace contextRef="#ctx0" brushRef="#br0">1343 7451 118 0,'0'0'2'0,"-13"0"-2"0,13 0-1 0,0 0 1 0,0 0 0 0,13 0-19 0,-1 0-67 0</inkml:trace>
  <inkml:trace contextRef="#ctx0" brushRef="#br0">1584 7669 96 0,'0'0'8'0,"0"-12"-4"0,0 12 2 0,-12-12 4 0,12-1-4 0,12 0-1 0,2 2 0 0,8-2-2 0,3 13 0 0,11-11 1 0,25 11 2 0,-25 11-4 0,-12 2 0 0,0-2-1 0,-13 15 1 0,3-2 1 0,-14 0-1 0,-25 0-1 0,14 0-1 0,-26 13 2 0,-11-2-2 0,23-22 0 0,-23-1 0 0,36 0 0 0,0 0 1 0,-1 0-1 0,13 0 0 0,13 0-1 0,11-12 0 0,0 0 2 0,13 13 0 0,-1-13-1 0,0 0-1 0,-11 0 1 0,11 0-1 0,-24 0 1 0,0 0 0 0,0 0 0 0,1 0 0 0,-2 0 0 0,-11 0 1 0,11 0 0 0,2 0-1 0,11-13 0 0,-11 13-1 0,11-12 1 0,12-12 1 0,-12 12-1 0,0 0 0 0,25-13 3 0,-25 1-2 0,0 0 1 0,-12 12-1 0,1-13 1 0,-13 14 0 0,0-2 1 0,0 2-2 0,-25-2 0 0,13 2-1 0,-12 11 0 0,0 0 1 0,-1 11-1 0,13 13 2 0,-12-11-2 0,12 23 1 0,0 0 1 0,12-12 1 0,0 13 0 0,24-13 0 0,0 0 2 0,13-11-3 0,11-1 1 0,0-12 0 0,48 0 0 0,-11-25-1 0,-36 1-1 0,0 0 0 0,-37 12 0 0,0 0-2 0,-12 12-9 0,-24 0-30 0,-1 0-68 0</inkml:trace>
  <inkml:trace contextRef="#ctx0" brushRef="#br0">1875 15251 19 0,'0'0'9'0,"-12"0"-1"0,12 0-3 0,-12 0 5 0,-2 0 2 0,-8 0-5 0,9 14-1 0,-23-2-3 0,0-1 0 0,-1 2-1 0,13 11-1 0,0-13-1 0,12 2 1 0,-1-2-1 0,13 2 1 0,25 0 0 0,-1 11-1 0,12-13 1 0,1 13-1 0,11-11 0 0,-12 23 0 0,1-24 0 0,-13 12 1 0,0 1 5 0,-24-13 5 0,0 0-3 0,-11 0-2 0,-14 0-2 0,-13-12 0 0,-9 0-1 0,-1 0-1 0,11 0-2 0,1-12 1 0,12 0-4 0,-1 12-22 0,14-12-32 0,11 12 10 0</inkml:trace>
  <inkml:trace contextRef="#ctx0" brushRef="#br0">2250 15118 27 0,'0'0'18'0,"0"0"-6"0,0 0-5 0,0-11 3 0,0 11-4 0,0 0 9 0,-12 11-8 0,12 15-1 0,0-2-3 0,0-12-1 0,-12 48 0 0,12-12-1 0,0 13 0 0,0 0-1 0,0-1 1 0,12-11 0 0,-12-13-1 0,12 0 0 0,-12-24 1 0,12-1 1 0,-12 2-6 0,0-13-30 0,0 0-29 0,0 0 43 0</inkml:trace>
  <inkml:trace contextRef="#ctx0" brushRef="#br0">1985 15386 44 0,'0'0'10'0,"0"0"-8"0,0 0-2 0,0 0 3 0,0-13 2 0,11 13-1 0,25 0 1 0,0 13-1 0,13-13-2 0,23 0 2 0,37 0-1 0,24 0-1 0,-48 0 0 0,-25 0 1 0,-11 0 2 0,-25 0 1 0,1 0 3 0,-25 0 2 0,0-13-5 0,0 13-4 0,-25 0 0 0,13 0-1 0,-25 0-1 0,1 0 0 0,0 37 0 0,0-2 0 0,-1 14-1 0,13 0 1 0,0-1-1 0,24-25 1 0,0 15 0 0,0-26 0 0,36 0 1 0,-12-12 0 0,13-12 1 0,11-25-1 0,-11 1 0 0,-1 0 0 0,0-13 0 0,-23 13-1 0,-2 11 1 0,-11 1 0 0,0 13-1 0,0 11-1 0,0 0 1 0,-11 11-1 0,-2 13 1 0,13 1 0 0,0-1 0 0,13 25 0 0,-2-25 0 0,0-12 0 0,39 12 0 0,-50-13 0 0,24-11-1 0,12 13-14 0,-24-13-24 0,12 0-29 0</inkml:trace>
  <inkml:trace contextRef="#ctx0" brushRef="#br0">2988 15144 35 0,'0'-12'16'0,"0"-2"-4"0,-12-21-4 0,12 23 6 0,0 12 3 0,0-12-8 0,0 12-4 0,0 24 2 0,0 11-2 0,0 15-1 0,0-2 1 0,0 13-2 0,12-2-1 0,-12-9-1 0,12-2-1 0,-12 0 0 0,12-11 0 0,-12-1 1 0,12-12-2 0,-12-12-4 0,0-12-7 0,0 0-15 0,0 0-68 0</inkml:trace>
  <inkml:trace contextRef="#ctx0" brushRef="#br0">2794 15445 36 0,'0'0'10'0,"0"-11"-6"0,24 11-1 0,0-13 6 0,25 2 0 0,-1-2 0 0,13 2-1 0,0-2-3 0,11 13-3 0,-12 0-1 0,-11 13 1 0,-25-13 0 0,0 11 1 0,-12-11 1 0,-12 0-1 0,0 13 2 0,12-2 1 0,0 13-3 0,-12 1-1 0,0-1 1 0,13 1-2 0,-2 11-1 0,-11-12 1 0,13-12-1 0,-1 0 1 0,0-1-1 0,-12 2-2 0,0-13-13 0,12 0-31 0,-12 0-3 0</inkml:trace>
  <inkml:trace contextRef="#ctx0" brushRef="#br0">3375 15132 83 0,'0'0'3'0,"-25"0"-3"0,25 0-1 0,13 0-2 0,-1 12-12 0,-12 12-15 0,0 0-5 0</inkml:trace>
  <inkml:trace contextRef="#ctx0" brushRef="#br0">3870 15386 53 0,'0'0'19'0,"0"-13"-9"0,0 0 2 0,0 13 3 0,-13 0-8 0,-22 0-3 0,11 13 0 0,-24 0 0 0,11 11 0 0,13 0-2 0,-12 12 0 0,24 0 1 0,0-12-2 0,12 13 1 0,12-13-1 0,0-1 3 0,12 3 2 0,25-14 0 0,-1-12-2 0,11 0 0 0,4 0-1 0,57-12 0 0,-84 12-2 0,0 0-1 0,-48-13-9 0,12 13-52 0,-12 0-1 0</inkml:trace>
  <inkml:trace contextRef="#ctx0" brushRef="#br0">13148 6459 1 0,'0'0'0'0,"12"-12"11"0,-12 0 2 0,0-24 3 0,0 12-1 0,0-1 1 0,0 1-2 0,0 12-3 0,0-1-4 0,0 2 5 0,0 11-3 0,0 0 0 0,0 0-8 0,0 11 0 0,-12 26 0 0,12 0-1 0,0-1 1 0,-14 36 0 0,28-11 0 0,-14-13 0 0,12 1 0 0,-12-13 0 0,0 12 0 0,0-24 0 0,13-11-1 0,-13-2 0 0,0-11-1 0,0 0-52 0,-13-11-29 0</inkml:trace>
  <inkml:trace contextRef="#ctx0" brushRef="#br0">13110 6290 63 0,'0'-13'5'0,"-11"-11"-4"0,22 0 0 0,2-13 5 0,12 13 4 0,0 0-2 0,10 13-1 0,1-1-2 0,-12 12-1 0,13 12 0 0,-1 12 0 0,-12 11 0 0,1 2-1 0,-1 11-2 0,-12 1-2 0,0-13 2 0,-12 1 1 0,-12-13-1 0,-12 0 0 0,-1-1 1 0,-23-10-2 0,12 0 0 0,-13-1 1 0,-11-12-1 0,36 0 1 0,-2 0 0 0,15 0 0 0,11 0 0 0,0-12-2 0,11 12 2 0,15 0-1 0,-2 12 0 0,12-12 0 0,0 12 0 0,-12 0 0 0,13 12 0 0,-13-12-6 0,0 12-27 0,1-13-11 0,-13-11-1 0</inkml:trace>
  <inkml:trace contextRef="#ctx0" brushRef="#br0">13560 6677 51 0,'0'0'14'0,"11"11"-13"0,0-11 1 0,26-11 5 0,-13-2 2 0,13-10-1 0,-13-2 0 0,0 1 0 0,12-24-1 0,-23 0-1 0,-13 11-2 0,0 1 0 0,-25-1 0 0,13 26 1 0,-24 11 0 0,-1 0 0 0,13 24-2 0,-12 12-1 0,11-1 0 0,14 15-1 0,0-2-1 0,11-13 1 0,11 3-1 0,13-2 1 0,0-12-1 0,13-13 1 0,-1 2-1 0,0-1 0 0,0-12 0 0,1-12-1 0,-1-1-12 0,0-22-21 0,-25 11-20 0,2 12 23 0</inkml:trace>
  <inkml:trace contextRef="#ctx0" brushRef="#br0">14043 6107 69 0,'0'-24'22'0,"0"24"-19"0,0 0 2 0,0 24 13 0,0 13-3 0,0 24-7 0,0 11-2 0,0 1-4 0,11 0 0 0,2 0-1 0,11-13-1 0,-24-13 0 0,12-9 1 0,0-2-1 0,-12-12-7 0,0-13-28 0,-24-11-24 0,24 0 21 0</inkml:trace>
  <inkml:trace contextRef="#ctx0" brushRef="#br0">13329 6641 30 0,'0'0'0'0,"-12"0"14"0,12 0-11 0,12 12 7 0,0-1 4 0,0 2 0 0,12 11-2 0,1-13-4 0,-1 14-3 0,25 11 1 0,-27-23-5 0,-9-2 0 0,-13 2-2 0,0-1-9 0,0-12-29 0,0 0-16 0</inkml:trace>
  <inkml:trace contextRef="#ctx0" brushRef="#br0">13873 6423 32 0,'0'0'8'0,"0"0"-1"0,-11-12-2 0,22 12 4 0,-11 0 1 0,24 0 1 0,-11-12-2 0,35 12 0 0,0 0 0 0,-11-13-4 0,35 13 0 0,-23-11-3 0,-13 11-2 0,-12 0 1 0,1 0-1 0,-25 11 1 0,11-11-1 0,-11 13 3 0,0-1 1 0,0 12-1 0,0-12-1 0,11 24 0 0,-11-23 0 0,0 23-1 0,13-12-1 0,-13 12 1 0,13-12-1 0,-13 1 1 0,12-2-1 0,-12-10 1 0,0-13 2 0,0 0 3 0,0 0 9 0,0-13-12 0,0-10-2 0,12-2 0 0,-12 12-1 0,13-22 0 0,-2-1 0 0,13 12 0 0,0 12 0 0,2-1 0 0,-4 0-1 0,-9 2 1 0,11 11-10 0,-24 0-26 0,24 0-44 0,-12 0 44 0</inkml:trace>
  <inkml:trace contextRef="#ctx0" brushRef="#br0">14684 6459 92 0,'0'0'13'0,"0"-12"-13"0,0 24 15 0,0-12 3 0,0 24-6 0,0 1-3 0,0-1-5 0,0 12-1 0,0-12-2 0,13 13 0 0,-13-13 0 0,0 0-1 0,0-13-1 0,0 2-8 0,0-2-30 0,0-11-23 0</inkml:trace>
  <inkml:trace contextRef="#ctx0" brushRef="#br0">14658 6133 78 0,'-11'-12'14'0,"-13"12"-11"0,12 0-5 0,12 0-1 0,12 23-9 0,1 1-33 0,-2 0 18 0</inkml:trace>
  <inkml:trace contextRef="#ctx0" brushRef="#br0">14926 6592 88 0,'0'0'8'0,"0"0"-8"0,12 0 5 0,12 0 12 0,13-13-2 0,-2-10-5 0,-10 11-5 0,22-12-3 0,-10 0-1 0,-13-2 0 0,-11 3 0 0,-2-1 0 0,-11-13 0 0,-24 26-1 0,0 11 1 0,-13 0-2 0,2 0 1 0,-2 24 1 0,13 0 0 0,0 12 2 0,0 1-1 0,12-1 0 0,0-12 0 0,24 23 0 0,0-34-2 0,12 35 2 0,0-35-2 0,-11-2 0 0,35 2 0 0,-13-2-9 0,2-11-25 0,11-11-28 0,-24 11 2 0</inkml:trace>
  <inkml:trace contextRef="#ctx0" brushRef="#br0">15325 6447 96 0,'0'-24'9'0,"-12"24"-6"0,12-12 0 0,0 12 5 0,12 0 1 0,-12 0-2 0,0 24 1 0,12 11-4 0,12 3-2 0,-24-2-1 0,12-1 0 0,1-11-1 0,-13 14 0 0,22-26 1 0,-22-1-1 0,13 2 1 0,-13-13 0 0,0 0 1 0,13 0 2 0,-1-24-2 0,0-13 0 0,12 13-1 0,-13-12 1 0,2 0-1 0,11 12 0 0,-12-13 0 0,13 1-1 0,-14 24-1 0,-11 0-4 0,13-1-6 0,-13 13 1 0,0 0-42 0,24 0-28 0</inkml:trace>
  <inkml:trace contextRef="#ctx0" brushRef="#br0">15688 6677 83 0,'0'0'11'0,"36"0"-8"0,0-24 3 0,-1 12 1 0,3-26 0 0,-2 3 0 0,0-1-1 0,2 0-2 0,-16-13 1 0,-9 13 2 0,-13 11 0 0,-13 1-2 0,-9 12-2 0,-16 0-2 0,2 24 0 0,0 0-1 0,-2 25 0 0,3-1 0 0,-1-1 0 0,12 15 0 0,12-14 0 0,12 0 0 0,0 1 1 0,36-13-1 0,-12 0 0 0,23 0 0 0,16-13-1 0,-16-11-5 0,-9 0-10 0,9 0-26 0,1-24-6 0,-24 0 2 0</inkml:trace>
  <inkml:trace contextRef="#ctx0" brushRef="#br0">16147 6470 27 0,'0'-11'31'0,"0"-1"-14"0,0 12-9 0,13 0 3 0,-13 0-1 0,11 12 11 0,0-1-11 0,3 27-5 0,-2-2-2 0,-12-1-1 0,12 2 0 0,-12 0 0 0,12-13 1 0,-12-13 0 0,0 2-1 0,0-2 1 0,0-11-1 0,0-11 8 0,0-26-9 0,13 2-1 0,-2-15 0 0,0 3 1 0,14 11-1 0,-1-1 0 0,1 13 1 0,-14 12 1 0,14 12 2 0,-13 0 2 0,12 0 0 0,-12 12-3 0,0 0-2 0,-12-12 0 0,13 12-1 0,-13-1-4 0,-13-11-37 0,1 0-76 0</inkml:trace>
  <inkml:trace contextRef="#ctx0" brushRef="#br0">21409 6326 5 0,'0'0'10'0,"0"0"4"0,0-12 18 0,11 12-17 0,2 0-7 0,35 0 8 0,-12 0-10 0,1 0-1 0,-1-13-1 0,11 13-2 0,-8-11-2 0,-15 11-1 0,-13 0-3 0,0 0-12 0,-22 0-50 0,0 0 41 0</inkml:trace>
  <inkml:trace contextRef="#ctx0" brushRef="#br0">21409 6338 1 0,'0'0'24'0,"0"-12"-1"0,0 12-12 0,11 0 0 0,-11 0 0 0,0 0 7 0,-11 0-11 0,11 0 8 0,0 12-13 0,0 0 2 0,11 24 0 0,-11 1 0 0,0-1-1 0,0 13-1 0,0 11 0 0,0 1-1 0,0-13-1 0,0 0 0 0,0-11 1 0,0-13-1 0,0-13 0 0,0-11 0 0,13 13 0 0,-13-13 2 0,0 0 0 0,12-13-2 0,0 13 0 0,-12 0 1 0,24 0 0 0,-12 0-1 0,25 0 1 0,23 13 5 0,-24-13-3 0,1-13-1 0,-13 13-2 0,11 0 1 0,-35 0-1 0,13 0 0 0,-26 0-9 0,2 0-12 0,0 0-15 0,-13-11-12 0,24 11 14 0</inkml:trace>
  <inkml:trace contextRef="#ctx0" brushRef="#br0">21396 6616 25 0,'0'0'9'0,"0"0"13"0,0-13-9 0,24 13 1 0,-11 0-4 0,11 0-2 0,12 0-2 0,-12 0-1 0,1 0-1 0,11 0 2 0,1 0 0 0,-15 0-1 0,4 0-2 0,-13 0-1 0,-13 0-2 0,-13 0-2 0,13 0-21 0,-26 0-31 0,26 0 11 0</inkml:trace>
  <inkml:trace contextRef="#ctx0" brushRef="#br0">21868 6592 37 0,'0'0'0'0,"0"0"12"0,0 0-7 0,0 0 14 0,0 24-8 0,0 13-4 0,0-2-4 0,0 2-2 0,0 11 1 0,0-24-1 0,0 1-1 0,0-1 1 0,0-24 0 0,0 0 2 0,0 0 7 0,0 0-5 0,12-24-4 0,-12-1 0 0,12-10-1 0,0-2 1 0,1 0-1 0,-1 2 0 0,12 11 0 0,1-2 0 0,-1 15 0 0,-13 11 0 0,14 0 1 0,-13 11 0 0,1 2 1 0,-2 24 1 0,13 11 1 0,-13-24-3 0,2 0 1 0,-13-11-1 0,12 11-1 0,-12-13 1 0,0 2-1 0,0-1-1 0,0-12-4 0,-12 0-29 0,12-12-7 0,0-1-5 0</inkml:trace>
  <inkml:trace contextRef="#ctx0" brushRef="#br0">22316 6350 51 0,'0'0'0'0,"0"-24"23"0,0 24-17 0,0 0 2 0,12 0 6 0,-12 0-2 0,0 36-4 0,0 1-3 0,0-1-3 0,0 25 2 0,0-13 0 0,0 24 0 0,0-11-2 0,0-26 0 0,0 2-2 0,0-13 0 0,12-11 1 0,-12-2-2 0,0 2-4 0,-12-13-12 0,12 0-4 0,0 0 8 0,-12-13-39 0,12 13 22 0</inkml:trace>
  <inkml:trace contextRef="#ctx0" brushRef="#br0">22170 6677 41 0,'0'0'16'0,"24"-13"-13"0,13-10 4 0,-1 11 9 0,13-1-3 0,-13 0-4 0,12 13-5 0,24-11 0 0,-48 11-2 0,-11 0 0 0,-13 0 0 0,12 11 2 0,-12 2-1 0,0 12-1 0,0-2-1 0,0-10 1 0,0 11-2 0,0 0 1 0,0 0-1 0,0-11 0 0,12-2-1 0,-12 2-3 0,0-13-16 0,0-13-82 0</inkml:trace>
  <inkml:trace contextRef="#ctx0" brushRef="#br0">22521 6386 117 0,'-12'0'6'0,"-12"-11"-3"0,24 11-2 0,0 0-1 0,0 11-7 0,11 14-36 0,14-13-21 0</inkml:trace>
  <inkml:trace contextRef="#ctx0" brushRef="#br0">22800 6338 81 0,'-13'-12'20'0,"13"-13"-18"0,13 14 2 0,11-2 12 0,-24 13-10 0,0 13 4 0,13 35 0 0,-13 0-4 0,0 13 0 0,-13 0-1 0,13 10-1 0,-12-9-3 0,12-15 0 0,0 2 0 0,0-24-1 0,0-14 0 0,0 13 0 0,0-11 0 0,0-1-1 0,0-12-6 0,0 0-46 0,0-12-3 0,-12-1 3 0</inkml:trace>
  <inkml:trace contextRef="#ctx0" brushRef="#br0">22618 6629 42 0,'0'0'27'0,"0"-13"-21"0,0 13-4 0,12 0 5 0,12-13 5 0,1 13-1 0,11 0-3 0,12-11-2 0,13-2-2 0,-1 13 0 0,-11-11 0 0,-1 11-2 0,-24-12 0 0,-12 12-1 0,0 0 0 0,-12 12 11 0,-12-1-8 0,0 2-2 0,0 36-1 0,12-37-1 0,24 12 0 0,0-13 0 0,25-11 0 0,-13-11 0 0,-12 11 0 0,0-24 1 0,-11 0-1 0,-1-13 1 0,0 24-1 0,-12-22 2 0,0 23 1 0,0 12 1 0,0-12 0 0,0 24-1 0,13 35-1 0,-2 3-1 0,0 9 0 0,-11-10 0 0,0 11-1 0,0 13 0 0,0-12 0 0,-22-2-1 0,-3-9 2 0,13-26-1 0,-14 0 2 0,-9-24 0 0,11 0 0 0,0 0 0 0,0-24 1 0,11-12-1 0,1 12-1 0,12-13 0 0,12-11-2 0,1 24 1 0,47-13-6 0,50-11-36 0,-25 35-19 0,-38 13-12 0</inkml:trace>
  <inkml:trace contextRef="#ctx0" brushRef="#br0">23852 6290 43 0,'0'0'10'0,"0"0"5"0,0-13-2 0,0 13 5 0,12 0-5 0,-12 0-4 0,0 13-1 0,-12 23-2 0,12 0-2 0,-12 25 1 0,12-1 0 0,0 1-1 0,0-2 0 0,0 2-1 0,0-24-1 0,0-1 0 0,0-11-2 0,12-14 0 0,-12 2-1 0,0-2-8 0,0-11-22 0,0-11-24 0,0 11-4 0</inkml:trace>
  <inkml:trace contextRef="#ctx0" brushRef="#br0">24094 6508 53 0,'0'0'24'0,"0"-12"-17"0,0 24-4 0,11-12 11 0,-11 24 0 0,0 0-5 0,0 23-3 0,13-9-4 0,-13 9-1 0,0-23-1 0,0 1 0 0,0 0 0 0,0-14-9 0,0 2-28 0,0-13 6 0,-13 0-20 0</inkml:trace>
  <inkml:trace contextRef="#ctx0" brushRef="#br0">24094 6301 87 0,'0'0'10'0,"-13"-11"-8"0,26 11-3 0,-13 0-3 0,11 0-10 0,14 0-9 0,-13 11-29 0</inkml:trace>
  <inkml:trace contextRef="#ctx0" brushRef="#br0">24311 6603 72 0,'0'0'0'0,"0"0"6"0,0 38-1 0,0-15-1 0,0 14 13 0,0-1-14 0,0-24-2 0,0 1 0 0,0-2 0 0,0-11 1 0,0 0 6 0,0-24-8 0,0 12 1 0,0-24-2 0,13 12 1 0,11-12-1 0,-11-2 0 0,9 3 0 0,2 11 1 0,1 24 1 0,0-12 0 0,-1 12 3 0,-13 0 0 0,14 24 1 0,-13-12-1 0,0 23 1 0,0-9-3 0,0 9-1 0,1-11 0 0,-13-11-1 0,12 11-3 0,-12-12-13 0,0 0-22 0,0-12-22 0,0 13 36 0</inkml:trace>
  <inkml:trace contextRef="#ctx0" brushRef="#br0">24770 6253 70 0,'0'0'0'0,"0"-24"16"0,0 24-12 0,24 0 5 0,-24 0 0 0,13 13 0 0,-13 22 0 0,0-11-8 0,0 25 2 0,0 24 2 0,-13-13 0 0,2-23-1 0,11 11 2 0,-13 13-3 0,-9-2 0 0,9-22-1 0,-11 11-1 0,24-35 0 0,0-13-1 0,0 0 3 0,12-13-2 0,0 2-1 0,12-2 0 0,-13-11-1 0,13 11-1 0,-11-11 0 0,24 0-1 0,11-48 2 0,-12 36 1 0,-24 12 1 0,0 12-1 0,1 0 1 0,-13 0-1 0,12 12 2 0,-24 0 1 0,12 12-2 0,-13 12-1 0,1-24 0 0,12 12 1 0,0-12-1 0,-12 12 0 0,0 0 0 0,0 12 1 0,-12-13 0 0,-1 15 0 0,3-14 0 0,22 11 0 0,-14-10 0 0,2-2 0 0,12-11 2 0,12 13-1 0,2-2 1 0,21 2-1 0,-11-1 0 0,12 13-1 0,1-25 0 0,-13 11-1 0,24 13-1 0,-48-24-9 0,24 0-22 0,-13-11-38 0,-11 11 29 0</inkml:trace>
  <inkml:trace contextRef="#ctx0" brushRef="#br0">25122 6737 68 0,'0'0'27'0,"13"0"-18"0,9 0 9 0,3-12-3 0,-13-1-6 0,25 2-5 0,-13-13-3 0,0 11 0 0,0-22 0 0,-12-2-1 0,0 1 1 0,-12 12-1 0,0 12 1 0,-12 0 0 0,-12 0 0 0,0 12-2 0,12 12 1 0,-23 12 0 0,9 0 1 0,2 12-1 0,11 13 0 0,2-13 1 0,11-12 0 0,11 12 4 0,2-24-1 0,11 12-1 0,13-24-1 0,-1 13-2 0,0-13-2 0,13 0-10 0,-25-13-23 0,12-11-23 0,-24 12 0 0</inkml:trace>
  <inkml:trace contextRef="#ctx0" brushRef="#br0">25533 6544 70 0,'0'0'0'0,"0"0"31"0,0 0-29 0,24 12 6 0,-24 11 8 0,12 1-5 0,-12 14-6 0,0-15-3 0,12 1-1 0,-12 13 0 0,0-25-1 0,0 0 0 0,0 1 2 0,0-13 2 0,0 0 3 0,0 0-3 0,0-25-2 0,0 0 0 0,0 1-1 0,26-11-1 0,-15-15 0 0,13 15 1 0,-12 11 0 0,12 0 2 0,-12 12 3 0,0 12 0 0,-12 0-1 0,0 0-1 0,12 12-2 0,-12 0-1 0,13-12-9 0,-13 24-31 0,0-24-72 0</inkml:trace>
  <inkml:trace contextRef="#ctx0" brushRef="#br0">19002 3992 22 0,'0'0'20'0,"0"-12"-9"0,13 0 4 0,-13 0 3 0,0 12-10 0,0-14 4 0,11 14-2 0,-22 14-2 0,11-14-3 0,-24 36 1 0,10-12-4 0,2-24-1 0,-1 11 0 0,13-11-1 0,-22 37 2 0,-15-12-1 0,13 11 0 0,-13-1-1 0,1 15 0 0,0-2 0 0,11-12 1 0,-11 0-1 0,0 1 0 0,12-1 0 0,0-24 0 0,-1 11 0 0,13 3 1 0,-12-14 0 0,13 0-1 0,-2 0 1 0,1-12-1 0,12 0 1 0,0 0 6 0,12 0-6 0,-24 0 4 0,24 0-4 0,-12 12 0 0,13-12 0 0,-13 0 0 0,11 12 0 0,0 0 1 0,14-12-1 0,0 24 0 0,-12-13 0 0,9 15 0 0,3-2 0 0,11 0-1 0,1 0 0 0,-13 12 1 0,12 0-1 0,1-12 1 0,-1 1 0 0,0-1-1 0,-12 0 1 0,0-12-1 0,-12 1 1 0,2-1 2 0,-3 0 0 0,-11 0-2 0,0-12 1 0,0 0 0 0,13 0-1 0,-26 0-9 0,13-12-19 0,-25 12-27 0,13 0-32 0</inkml:trace>
  <inkml:trace contextRef="#ctx0" brushRef="#br0">19522 4476 8 0,'0'0'0'0,"0"12"37"0,0-12-21 0,12 0-3 0,-12 0-4 0,0 0-2 0,0 0-1 0,0 0 0 0,0 0 0 0,12 0-1 0,-12 0-1 0,12-12 0 0,-12 0-1 0,12-1 0 0,-12 0 0 0,0 2 0 0,12-1 1 0,-12-12 0 0,0 12 0 0,-12 0 0 0,12-1 0 0,-12 2-1 0,-12 11-1 0,12 0-1 0,-12 0 0 0,-1 0-1 0,1 11 1 0,-12 2-1 0,1-1 0 0,9 12 0 0,2 0 0 0,13-13 0 0,-13 15 0 0,11-2 0 0,13 12 0 0,0-13 0 0,0-10 0 0,24-2 0 0,0 2 0 0,12-13 0 0,-11 0 1 0,-1 0-1 0,12-13 0 0,-24-11 0 0,12 13 0 0,0-1 1 0,-11-12-1 0,-1 0 1 0,0-1 0 0,0-11 1 0,-12 12-1 0,0 24 1 0,12-12 1 0,-12 12-1 0,0-12-1 0,0 12 0 0,0 12 0 0,0 0 2 0,12 12-1 0,-12-1 0 0,0 3 0 0,0 10-1 0,0-12 0 0,13 12-2 0,-13 1 3 0,0-2-2 0,0 13 1 0,0-11 0 0,0 11 0 0,-13 1 0 0,13-13-1 0,0 1 1 0,0-1-1 0,0-24 0 0,13 11 1 0,-2 3 0 0,2-2 0 0,-1 0-1 0,-12-13 1 0,0-11-1 0,12 13 0 0,-12-13 1 0,0 0-1 0,0 0 1 0,0 0 1 0,12-13-1 0,0-10 0 0,1-1-1 0,-2 0 0 0,2-13 0 0,-13 13 0 0,11 0 1 0,0 0-2 0,-11 11 1 0,0 1 0 0,0-12 0 0,-35 0-1 0,11-1 1 0,0 25-2 0,-13-11 1 0,1-2 0 0,12 13 1 0,12 0 0 0,12 0-1 0,-12 0 1 0,12 0-1 0,12 0 0 0,0-11 1 0,24-14 0 0,-12 25 0 0,13-12 0 0,0-1 0 0,-2 2 0 0,-11-2 1 0,2 13-2 0,-26 0-2 0,-13 0-55 0,-24 13-59 0</inkml:trace>
  <inkml:trace contextRef="#ctx0" brushRef="#br0">19885 4101 13 0,'0'0'14'0,"0"-12"8"0,12-2-3 0,-12 14 11 0,-12 0-19 0,12 0-7 0,-13 0 0 0,1 26 0 0,0-2-1 0,0 11 0 0,12-22-1 0,0 24 0 0,12-26-1 0,0 13 0 0,0-11 0 0,25-2 0 0,-13 2-1 0,0-13-1 0,1-13-11 0,-14 13-15 0,2-35-35 0,-1 35 34 0</inkml:trace>
  <inkml:trace contextRef="#ctx0" brushRef="#br0">19872 3931 93 0,'-12'-12'6'0,"12"0"-6"0,0 12 3 0,12 0-17 0,-12 0-29 0,0 12 8 0</inkml:trace>
  <inkml:trace contextRef="#ctx0" brushRef="#br0">20152 3883 72 0,'0'0'0'0,"11"0"15"0,0 24-4 0,2 0-2 0,-1 13-3 0,0 11-1 0,0-13-1 0,0 3-2 0,-12-2-1 0,0 12 0 0,0-11-2 0,-24-13-5 0,0 11-19 0,-11-22-27 0,9-1 19 0</inkml:trace>
  <inkml:trace contextRef="#ctx0" brushRef="#br0">19558 3907 7 0,'-12'0'4'0,"-12"0"0"0,11 12 2 0,2 0 6 0,-2-1-1 0,1 3-4 0,0 34 6 0,12-12-8 0,-12 25 6 0,24-13-3 0,-12-13-5 0,24 26 1 0,0-37-3 0,13 1 0 0,-13-13-4 0,25 0-27 0,-37-12-9 0</inkml:trace>
  <inkml:trace contextRef="#ctx0" brushRef="#br0">20586 4609 93 0,'0'0'0'0,"0"0"11"0,-12 23-8 0,12 1 8 0,-13 0-2 0,2 13-4 0,0-13-1 0,-2 13-3 0,13-25 0 0,-12 12-4 0,12-24-23 0,-13 0-73 0</inkml:trace>
  <inkml:trace contextRef="#ctx0" brushRef="#br0">21143 4571 47 0,'0'0'16'0,"12"13"-13"0,0 0 5 0,0-13 3 0,0 12-2 0,0-12 1 0,13-12 0 0,-3 12-4 0,16-26-1 0,9 15-1 0,-22-13 0 0,-1 12-1 0,1-12-2 0,-1 0 0 0,-24-1 0 0,12 12 0 0,-12-10 1 0,-12 11-1 0,-12 0-1 0,-1 12 1 0,1 0-1 0,-12 12 0 0,-12 0 0 0,11 24 0 0,1-11 1 0,12 11-1 0,0 12 1 0,12 1 0 0,12-13 0 0,0-1 1 0,12-10 2 0,12 0 1 0,12-14-1 0,-1 2 0 0,15-13-3 0,10 0 0 0,37-13-9 0,-61-11-24 0,-12 12-73 0</inkml:trace>
  <inkml:trace contextRef="#ctx0" brushRef="#br0">21844 4040 39 0,'0'0'6'0,"0"-13"5"0,0 13 4 0,0 0 21 0,-12 24-33 0,0-11 1 0,-1 12 1 0,13 11-1 0,0-12 2 0,0 0-2 0,0 0-1 0,13 0-1 0,-1-11-1 0,0-2-1 0,36-11-14 0,-23 0-11 0,-13-24-18 0,0 13 9 0</inkml:trace>
  <inkml:trace contextRef="#ctx0" brushRef="#br0">21832 3774 93 0,'0'0'0'0,"-25"-12"12"0,25-1-7 0,0 13 1 0,0 0-2 0,0 13-32 0,0-13-36 0</inkml:trace>
  <inkml:trace contextRef="#ctx0" brushRef="#br0">21566 3956 57 0,'0'0'7'0,"0"0"-3"0,-12 0 5 0,0 12 6 0,0 0-8 0,-25 35 8 0,25-10-6 0,-12 11-3 0,12-11-2 0,0 35 1 0,12-24-3 0,0 1 0 0,24-24-1 0,0-1-1 0,0-12 0 0,13 0-6 0,-1 0-20 0,-12-12-14 0,-11 0-9 0</inkml:trace>
  <inkml:trace contextRef="#ctx0" brushRef="#br0">22050 3956 48 0,'0'0'0'0,"24"0"16"0,-13 12-14 0,13 12 7 0,1 11 7 0,-13 2 1 0,-12 11-4 0,12 13-4 0,-12-13-4 0,0-11-1 0,-36 23 2 0,12-48-6 0,0 1-1 0,-12-13-9 0,11 11-38 0,25-11-2 0</inkml:trace>
  <inkml:trace contextRef="#ctx0" brushRef="#br0">22365 4051 69 0,'0'0'0'0,"-13"-11"15"0,13 11-4 0,0-13 3 0,0 13-1 0,0 0 14 0,0 13-21 0,24-2-2 0,-13 13 3 0,13 2-2 0,2-2-2 0,-2 0 0 0,24 11-2 0,-11 2 0 0,-1 0 1 0,0-13-1 0,0 0-1 0,-11 13 1 0,11-13-1 0,-24 0 1 0,13-12-1 0,-25 12 0 0,11-24 0 0,-11 0 1 0,0 0 6 0,0 0-7 0,0 0 1 0,-11 0-1 0,11 0 1 0,-13 0-1 0,1 0 1 0,12 11-1 0,-12-11 0 0,-12 13 0 0,12 0 1 0,-25 23 0 0,-35 48-1 0,35-23 0 0,-11-1 0 0,0-11 1 0,-2-1-1 0,15-12 2 0,11-11 1 0,12-13 1 0,0 0 0 0,12 0-1 0,0-12-2 0,0 0 0 0,0 0-1 0,0-12-72 0,0 12-13 0</inkml:trace>
  <inkml:trace contextRef="#ctx0" brushRef="#br0">23368 4632 60 0,'0'0'0'0,"0"0"27"0,0 24-24 0,0 13 5 0,0-13-1 0,0-11-4 0,0 22 4 0,-12 2-2 0,0-13-2 0,-1 0-1 0,2-11-2 0,11-13-6 0,-11 0-20 0,11 0-55 0</inkml:trace>
  <inkml:trace contextRef="#ctx0" brushRef="#br0">23876 4427 72 0,'0'-12'23'0,"12"-12"-21"0,-12 24-2 0,12-12 4 0,-24 24 13 0,0 0-7 0,-12 23-1 0,24 3-2 0,-12-2-1 0,12-1-2 0,12 2-2 0,12-12-1 0,0-13-1 0,0-1 0 0,13-11-3 0,-13 0-10 0,0 0-17 0,0-23-76 0</inkml:trace>
  <inkml:trace contextRef="#ctx0" brushRef="#br0">23935 4051 123 0,'0'0'2'0,"-11"0"-4"0,11 0-3 0,0 0 2 0,25 13-24 0,-13-2-45 0</inkml:trace>
  <inkml:trace contextRef="#ctx0" brushRef="#br0">24698 4282 74 0,'-13'0'38'0,"2"-13"-34"0,0 2-3 0,-14 11 1 0,-11 0 1 0,-25 0 3 0,12 24 1 0,-11 0-3 0,11 0-2 0,14 25-1 0,-2-1-1 0,26 1 2 0,-2-13 0 0,13-1 1 0,24 27 1 0,26-39-2 0,33 1 1 0,-35-24-3 0,-11 0-1 0,12 0-10 0,-13-11-12 0,-12-2-6 0,-12 2-37 0</inkml:trace>
  <inkml:trace contextRef="#ctx0" brushRef="#br0">24251 4500 76 0,'0'0'11'0,"0"0"-7"0,25-12 3 0,10 12 9 0,2 0-7 0,22-12-2 0,-9 12-2 0,10 0-5 0,1 0-24 0,-25 0-60 0</inkml:trace>
  <inkml:trace contextRef="#ctx0" brushRef="#br0">25607 4040 71 0,'0'0'13'0,"0"-24"-1"0,0 24 2 0,0-12 1 0,-13 0-6 0,-12 0-4 0,-11 12-1 0,-12 0-2 0,-13 12-1 0,13 12 0 0,-1 11 0 0,25-11 0 0,12 2-1 0,0 33 2 0,12-9 1 0,0-15 0 0,12 14 0 0,0 0-2 0,12 11 1 0,-24 1-1 0,13-1-1 0,-13 0 1 0,-13-12-1 0,13 0 0 0,-12-23-1 0,12 0 2 0,0-14 0 0,0-11 1 0,0 13-1 0,0-13 1 0,0 0 0 0,25 0 1 0,-1 0-1 0,24 0 0 0,-1 0-2 0,16 11 0 0,-16-11-2 0,2 0-12 0,-13-11-19 0,-12 11-64 0</inkml:trace>
  <inkml:trace contextRef="#ctx0" brushRef="#br0">25860 4282 64 0,'0'0'0'0,"0"-37"50"0,0 26-47 0,12 11 1 0,0-13 3 0,-12 13 0 0,0 24 5 0,0 13-5 0,0 11-4 0,-12 1-2 0,12 10 1 0,0-9-1 0,12-2-1 0,0-13 1 0,-12 3-1 0,0-26 0 0,0-1 1 0,-12 2-1 0,-12-2 1 0,12-11-2 0,-25 0 1 0,1-11 0 0,24-2 0 0,-12 13 0 0,24 0 0 0,-12 0 0 0,12 0-1 0,24 0 0 0,0 0 1 0,25 0 0 0,-13 0 0 0,24 0-2 0,-12-11-8 0,-11 11-19 0,-1-12-21 0,-12 0-15 0</inkml:trace>
  <inkml:trace contextRef="#ctx0" brushRef="#br0">25618 4258 56 0,'0'0'0'0,"11"0"10"0,2 0-2 0,11 0 9 0,12-13-2 0,-11 13-3 0,23-11-2 0,-12 11-4 0,13 0-2 0,-13-13-3 0,-12 13-3 0,0 0-19 0,-12 0-75 0</inkml:trace>
  <inkml:trace contextRef="#ctx0" brushRef="#br0">26114 4075 61 0,'0'0'16'0,"12"-11"-14"0,36-2-2 0,-11 13 3 0,11 0 5 0,-11 0 6 0,-2 0-2 0,2 0-4 0,-2 0-2 0,-10 0-1 0,-13 0 1 0,0 0 1 0,-12 0 1 0,0 0 7 0,0 0-11 0,0 0-3 0,-12 13 0 0,0 12 0 0,12 11-1 0,-12 12 1 0,12 13 0 0,0-1-1 0,0 25 1 0,-13-13-1 0,13 1 0 0,0-13 0 0,0-12 1 0,13-11-3 0,-13 11 2 0,0-11 0 0,0-26 0 0,0 2 1 0,0-1 0 0,-24-12 1 0,0 0-1 0,-1 0 0 0,-22 0 2 0,23 12-2 0,-1-12 0 0,13 0-1 0,12 0 1 0,-13 0-2 0,26-12-42 0,11-13-81 0</inkml:trace>
  <inkml:trace contextRef="#ctx0" brushRef="#br0">26948 3919 42 0,'0'0'0'0,"0"-12"14"0,13 0-5 0,-2 0 4 0,26 0 1 0,-25 12-1 0,35-12-3 0,-10 12-1 0,0 0-4 0,-1 0 1 0,0 12 0 0,1 12-1 0,-25-12 0 0,0 23-1 0,-12 3 0 0,0-2 1 0,-12-1-2 0,-25 15 0 0,1-15-2 0,-1 13 0 0,2-11 1 0,9-24-1 0,15 11-1 0,-2-13 0 0,13 14 0 0,0-25 1 0,0 24-1 0,13-12 1 0,-2 12-1 0,15-11 1 0,-2 11-1 0,0-12 1 0,-12 12-1 0,0 0 0 0,0 1 0 0,-12-1 0 0,0-12 1 0,0 12 1 0,0 0 3 0,-12 13 0 0,-12-13 0 0,11 11 0 0,-9-11-2 0,9 1-2 0,13-13 0 0,-13 12 1 0,0-11-1 0,2-2-1 0,-13-11-7 0,-24 0-67 0,36 0-10 0</inkml:trace>
  <inkml:trace contextRef="#ctx0" brushRef="#br0">18167 4064 63 0,'-11'0'15'0,"11"-13"-8"0,0 2-1 0,0 11 1 0,0 0 1 0,-13 0-1 0,-11 0 0 0,-2 0-1 0,-9 11 1 0,-1 13-2 0,0 2-1 0,11-2-2 0,1 11 0 0,12-11 0 0,0 2-2 0,12-2 1 0,0-13 0 0,12 13 1 0,0 1-1 0,12-13 0 0,-11 12 0 0,-1-11 1 0,0-2-1 0,0 2 2 0,-12 11 1 0,0 0 1 0,-12-12 0 0,-12 25-2 0,-13-13 0 0,1 0 0 0,0 0-1 0,11-13-1 0,0 2-1 0,25-2-1 0,0-11 0 0,13 13 0 0,13 0 1 0,9-1 0 0,1 11 0 0,-12 1-1 0,13 0 1 0,-37 13 0 0,12-13 0 0,-12 13 1 0,-12 11 0 0,0-11 2 0,-13-1 0 0,13-12 2 0,0 0-3 0,0-13-1 0,12 3 0 0,12-14-1 0,0 12 1 0,0-12-1 0,13 0 0 0,11 0-1 0,25-12-14 0,-1-2-34 0,-24 3-60 0</inkml:trace>
  <inkml:trace contextRef="#ctx0" brushRef="#br0">27142 4343 14 0,'0'0'17'0,"-11"11"-1"0,11-11 1 0,0 0-4 0,-13 0-4 0,26 0 12 0,-2 0-16 0,0 0 0 0,2 0-1 0,-1 0-1 0,0-11-1 0,12 11-1 0,-24 0 0 0,12 0-1 0,-12 11-13 0,-12-11-20 0,12 13-34 0</inkml:trace>
  <inkml:trace contextRef="#ctx0" brushRef="#br0">27153 4656 6 0,'0'0'0'0,"0"0"18"0,0 13-4 0,0-13 0 0,0 0 0 0,0 11-5 0,0 2-3 0,-11-1-1 0,-13 0 1 0,11 12 0 0,-11-11-1 0,0 11 6 0,0-12 0 0,-12-12-2 0,0 12 7 0,23-12-7 0,1 0-3 0,12 0 0 0,0 0 0 0,-12 0-70 0,12 0-10 0</inkml:trace>
  <inkml:trace contextRef="#ctx0" brushRef="#br0">27952 4500 100 0,'12'0'6'0,"24"-12"-2"0,13 0 12 0,24 0 4 0,-1-1-4 0,13 13-1 0,-1-13-4 0,37 2-3 0,-72 11-5 0,23 0-3 0,-48 0 0 0,-11 0-7 0,-26 0-47 0,0 11-59 0</inkml:trace>
  <inkml:trace contextRef="#ctx0" brushRef="#br0">29210 4089 86 0,'-24'-14'52'0,"24"14"-53"0,0 26 0 0,12 9 2 0,-12 13 0 0,0 13 2 0,-12 12 1 0,0-12-1 0,12 24-2 0,-12-25-1 0,12-24 0 0,12-12-1 0,-12-11-7 0,0-13-22 0,0 0-59 0</inkml:trace>
  <inkml:trace contextRef="#ctx0" brushRef="#br0">28883 4051 86 0,'0'0'3'0,"25"-11"-2"0,24 11-1 0,23 0 3 0,0 11 4 0,13 13 1 0,-12 13-1 0,-1 11-4 0,-13 26 0 0,-9-14-1 0,-26 0 1 0,-12 13 0 0,-12-24 1 0,-25-1 5 0,-22-25 1 0,-2-10-1 0,-11-2-2 0,-13 2-2 0,-12-13-1 0,36-13-4 0,-10 13 0 0,22 0-2 0,26-11-9 0,-2 11-26 0,37 0-65 0</inkml:trace>
  <inkml:trace contextRef="#ctx0" brushRef="#br0">29742 4269 102 0,'0'-24'10'0,"0"13"-9"0,0 11 1 0,0 0 1 0,11 11 9 0,2 13-1 0,-1 1-6 0,13 24 0 0,-25-25-3 0,24 24 0 0,-24-12-1 0,0-11 0 0,0 11-1 0,-24-24-6 0,-1 0-23 0,13-12-65 0</inkml:trace>
  <inkml:trace contextRef="#ctx0" brushRef="#br0">29803 3907 114 0,'0'0'0'0,"-37"-24"3"0,24 12-4 0,13 12-5 0,0 0-5 0,13 12-16 0,-13 12-36 0</inkml:trace>
  <inkml:trace contextRef="#ctx0" brushRef="#br0">30262 4210 116 0,'0'0'0'0,"-12"0"17"0,0 0-16 0,-12 0 7 0,0 0 0 0,-26 11-2 0,3 2-2 0,11-2-2 0,12 13-1 0,24-11-2 0,12 23 1 0,24-11 0 0,1 11 0 0,23 0 0 0,-13 0 0 0,-10-11 0 0,-13-1 0 0,-11 0-1 0,-13-1 1 0,-25-10 4 0,1-2 2 0,-23 2-2 0,-3-13-2 0,2 0-1 0,-12 0 0 0,23-13-2 0,13 13-8 0,12 0-19 0,12-11-42 0,0 11 18 0</inkml:trace>
  <inkml:trace contextRef="#ctx0" brushRef="#br0">30492 4027 109 0,'0'-11'8'0,"-12"-13"-6"0,12 12 2 0,12 12 1 0,-12-12 4 0,0 36 2 0,13 11 0 0,-13 13-5 0,11 26 0 0,-11-2-1 0,11 1-1 0,-11 0-1 0,13 48 0 0,-13-85-3 0,0-13-1 0,0 1-1 0,0-11-11 0,0-13-19 0,0 0-86 0</inkml:trace>
  <inkml:trace contextRef="#ctx0" brushRef="#br0">30371 4343 96 0,'0'0'0'0,"12"-13"2"0,25 13-1 0,35 0 2 0,1 0 5 0,-1 0 4 0,1-12 0 0,-37 12-3 0,25 0-4 0,-1 0-2 0,1 0 0 0,-25 0 1 0,-23 0 2 0,-13 0 3 0,0 0-5 0,-24 0-3 0,-1 0-1 0,-24 0 1 0,13 25 0 0,0-1-2 0,-1 12 2 0,13 25-1 0,24-25 0 0,0-12 0 0,12-12 0 0,12-1 1 0,1 2-1 0,11-13 0 0,-12 0 0 0,1-24 0 0,11 0 0 0,-24-12-1 0,1 11 1 0,-2-11 0 0,-11 0 0 0,13 24 0 0,-13-1 0 0,11 2 0 0,-11 11 0 0,11 11 0 0,2 2 1 0,-1 11-1 0,0 12 1 0,0-12-1 0,13 1 0 0,-14 11-2 0,14-24-9 0,-25 0-18 0,24-1-17 0,-24-11-42 0</inkml:trace>
  <inkml:trace contextRef="#ctx0" brushRef="#br0">31266 4330 75 0,'0'0'0'0,"0"-12"22"0,0 0-16 0,13 12 0 0,-2 0 5 0,0 12 6 0,-11-12-10 0,0 36-2 0,14 1-3 0,-14-1-1 0,12 13 0 0,-12-25-1 0,13 12 1 0,-13-25-1 0,11 2 0 0,-11-13 1 0,0 0 2 0,0 0-1 0,11-13-2 0,-11 2 0 0,13-13 0 0,-2-12-1 0,2 11 1 0,-1-11-1 0,0 0 1 0,12 0-1 0,0 11 1 0,-24 25-1 0,37-24 1 0,-25 24 1 0,12 12 0 0,-11 0 2 0,-1 13 3 0,0-14 0 0,0 14-4 0,0-1 0 0,-12 0-1 0,12 0-1 0,0 1-2 0,1 23-154 0</inkml:trace>
  <inkml:trace contextRef="#ctx0" brushRef="#br0">31871 4101 54 0,'0'0'0'0,"-12"-12"16"0,12 12 1 0,0-25 2 0,0 12-1 0,0-11-3 0,0 24-9 0,0-11-5 0,12 11 5 0,-12 11 3 0,0 13-2 0,12 14 1 0,-12-2-1 0,0 23-1 0,0 2-3 0,12-12-2 0,-12 11 0 0,0-11 0 0,0-14 0 0,0-9-3 0,0-2-8 0,0-12-13 0,0-12-19 0,0 0-23 0,0 0 24 0</inkml:trace>
  <inkml:trace contextRef="#ctx0" brushRef="#br0">31702 4294 78 0,'0'0'17'0,"12"-12"-10"0,12 12 16 0,0-13-6 0,12 13 1 0,0 0-7 0,13-11-6 0,-13 11-3 0,1 0-4 0,-25 0-20 0,0 11-81 0</inkml:trace>
  <inkml:trace contextRef="#ctx0" brushRef="#br0">28847 5128 68 0,'0'0'29'0,"-12"-11"-20"0,-12-1-5 0,24 12 5 0,-36 0 1 0,-1 23-3 0,0-10-2 0,15 11-2 0,-2 0-1 0,11-13 0 0,13 26-2 0,0-24 2 0,13 11 0 0,33 0 0 0,-9 0 1 0,11-12-2 0,-11 13 1 0,-13-1-1 0,-24-12 2 0,12-12 3 0,-24 12 3 0,-24-12-3 0,0 12-4 0,-25-12 0 0,2 0-2 0,20 0 0 0,4 12-2 0,11-12-13 0,24 0-20 0,0 0-40 0,13 0 28 0</inkml:trace>
  <inkml:trace contextRef="#ctx0" brushRef="#br0">28992 5298 89 0,'-11'-13'22'0,"-2"-11"-14"0,2 24 1 0,11 0 10 0,0 0-5 0,0 0-9 0,0 13 1 0,0 11-3 0,24 0-1 0,-2 13-1 0,4-26 0 0,-2 14 0 0,11-13-1 0,-10 0 2 0,11 0-2 0,-23-12 0 0,-1-12 0 0,24 0 1 0,-24-12 0 0,0-13 0 0,0 1 2 0,1 11-3 0,-13 14 0 0,0-2 1 0,11 2-2 0,-11 11 1 0,13 11-1 0,-13 2 1 0,24 11 0 0,-12 0 0 0,24 0-1 0,-1 0 0 0,-9 1 1 0,9-25-1 0,2 12 0 0,-13-12 0 0,0-24 1 0,1 0 0 0,-13-1 2 0,0-11 0 0,0 12-1 0,-12-13 1 0,12 13 2 0,-12 11 1 0,0 2 1 0,0 11-3 0,-12 0-1 0,12 11-1 0,12 26-1 0,-12 11 0 0,12 13 0 0,0 12-2 0,1 12 4 0,-1 11-2 0,-12-11 0 0,0-24 0 0,0-13 0 0,12 0 0 0,-24-36 1 0,12 0 0 0,-12 1 0 0,12-13 1 0,-25-13-1 0,25-11 0 0,-12-12 0 0,0 0-1 0,0-13-1 0,0-11 1 0,0-1-2 0,12-11-1 0,0-13 0 0,0 12 1 0,12 13 1 0,12 11 0 0,0 38-1 0,1-2 2 0,-1 13-1 0,24 13 0 0,-24 11 1 0,12 0 0 0,-23 12 0 0,-1-11 0 0,-12-1-1 0,0 0 3 0,-37-12 1 0,-23 0-1 0,12-12-2 0,11 0-4 0,13-12-17 0,0 12-29 0,24-12-49 0</inkml:trace>
  <inkml:trace contextRef="#ctx0" brushRef="#br0">29875 5359 41 0,'0'0'0'0,"0"11"20"0,0-11-7 0,0 13 6 0,24-13-3 0,0 0-2 0,13 0-3 0,11-13-1 0,-11 2-3 0,23-2-3 0,-36-11-2 0,13 0 0 0,-37 11-1 0,12-11 1 0,-24 0-1 0,-1 0 1 0,-11 11 0 0,-12 13 0 0,0 0-1 0,-1 13 1 0,13 0 0 0,12 11 0 0,0 0 0 0,12 12-2 0,0-12 1 0,24 12 0 0,13-11-1 0,-13-1 1 0,24-12-2 0,-24-12 0 0,13 12-6 0,-13-12-12 0,11-12-9 0,-10 0-11 0,-1-12-34 0</inkml:trace>
  <inkml:trace contextRef="#ctx0" brushRef="#br0">30347 5213 69 0,'0'0'0'0,"0"-13"20"0,0 13-12 0,0 13 1 0,0 11 6 0,0 0-5 0,0 0-4 0,0 1-4 0,0 24-1 0,0-25 0 0,0-12 0 0,0 0 0 0,0-12 2 0,0 0 14 0,0-24-13 0,0 0 0 0,0-1 1 0,0-11-2 0,12 12-1 0,-12 0 0 0,12 0-1 0,12 11 0 0,1 0-1 0,-13 2 0 0,12 11-1 0,0 11-5 0,-12-11-14 0,1 13-22 0,9 11-57 0</inkml:trace>
  <inkml:trace contextRef="#ctx0" brushRef="#br0">30649 5213 77 0,'0'-13'10'0,"0"2"-5"0,12-2 8 0,-12 13 4 0,0 13 2 0,14 11-14 0,-14 0 1 0,11 0-1 0,-11 0-1 0,11 13-1 0,-11-13-2 0,25 0 0 0,-25 1 1 0,24-13-1 0,-24-12 0 0,12 12 1 0,12-12-1 0,-24-12 0 0,37-25 0 0,-13 13-1 0,-12 0-1 0,12-13 1 0,0 26-1 0,1-26 1 0,0 26 0 0,-14-2 0 0,13 13 0 0,-13 0 1 0,2 13 1 0,11-2 1 0,-12 2 0 0,-12 11 0 0,12 0-3 0,-12 0 1 0,0 0-3 0,0 0-7 0,0-11-16 0,0-1-29 0,0 0-24 0</inkml:trace>
  <inkml:trace contextRef="#ctx0" brushRef="#br0">31084 4958 89 0,'0'0'0'0,"-11"-11"38"0,-14-13-38 0,25 24-1 0,0-12-3 0,0 24-6 0,0-12-25 0,25 24-29 0</inkml:trace>
  <inkml:trace contextRef="#ctx0" brushRef="#br0">31508 5128 103 0,'-12'0'4'0,"0"0"-2"0,-25 0 6 0,1 0 4 0,-13 0-4 0,-12 0-3 0,15 13-2 0,-3 11-2 0,37 0-2 0,12 0 1 0,0 0 0 0,36 0 0 0,-11 0 0 0,21 1 0 0,4-1 0 0,10 1 0 0,-24-1 1 0,1 0 1 0,-25-12 5 0,0 0 6 0,-12 0 0 0,-24-12-7 0,0 11-4 0,-25-11 0 0,0 0-2 0,-12 0 0 0,15 0-3 0,9 0-9 0,25 0-12 0,0 0-6 0,12 0-17 0,12 0-19 0</inkml:trace>
  <inkml:trace contextRef="#ctx0" brushRef="#br0">31714 5152 89 0,'0'0'3'0,"0"-11"-1"0,-12 11 0 0,12 0 10 0,0-13 3 0,12 13-1 0,-12 13-4 0,0 11-4 0,0 0-1 0,0 13-1 0,0 11-2 0,0 0-1 0,0-11-1 0,0-1-2 0,0-12-10 0,0 11-22 0,13-35-66 0</inkml:trace>
  <inkml:trace contextRef="#ctx0" brushRef="#br0">31786 4899 78 0,'0'0'25'0,"0"-12"-17"0,-13 12-8 0,13-12 0 0,0 12-4 0,0 0-27 0,0 12-34 0</inkml:trace>
  <inkml:trace contextRef="#ctx0" brushRef="#br0">32004 5128 104 0,'0'0'4'0,"-12"0"-4"0,12 0 9 0,-12 0 6 0,0 0-6 0,0 24-1 0,0 0-4 0,-1 13-2 0,13 0-2 0,0-2-1 0,25 2 2 0,-13 0-1 0,12-13 1 0,0 0-1 0,11-12 2 0,-9-12-1 0,11 0 0 0,-15-24 1 0,-9-1 0 0,11-60-1 0,-24 37-1 0,-12 0 0 0,-13 11 0 0,-10 13 0 0,-2 13 1 0,2 11 0 0,-2 11-1 0,13 13 1 0,12 0-1 0,0 0 0 0,-1 2 0 0,38-2 0 0,-13-13 1 0,24-11-1 0,0 13 0 0,13-26 0 0,-13-11-1 0,12 13 1 0,0-15 1 0,-11 15 1 0,-1-13-2 0,-12 11-1 0,1 2 1 0,-13 11 1 0,12 0 3 0,-24 0 1 0,12 24-2 0,-12-13-2 0,12 26 0 0,-12 0-1 0,0-2-1 0,0 2 1 0,0-13 1 0,0-11 0 0,13-2 1 0,-13-11 0 0,0 0 0 0,11-11-1 0,14-14-1 0,-13 1 0 0,12-1 0 0,0-10 0 0,0-2 0 0,26 0-1 0,-39 26 1 0,25-13-1 0,-24 24 1 0,12 0 1 0,0 24 0 0,-24 0-1 0,25 24 3 0,-13-24-1 0,12 25 3 0,0-25 0 0,12-12-4 0,-11 1 0 0,11-26-9 0,-23-11-24 0,22 0-103 0</inkml:trace>
  <inkml:trace contextRef="#ctx0" brushRef="#br0">26126 8733 0 0,'0'0'0'0,"-12"0"3"0,12 0 5 0,0-13 7 0,0 13 0 0,0 0-1 0,0 0-3 0,0-11-3 0,0 11 0 0,0 0 7 0,0 0 8 0,-13 0-18 0,13 11-3 0,-12-11-1 0,12 13 1 0,-12-2 0 0,12 2 0 0,-12 11-1 0,12 0 2 0,-12-11-2 0,0 23 0 0,12-24 0 0,0 0-1 0,0 12 1 0,0 13 0 0,0-13 0 0,0-12-1 0,0 12 1 0,0 13 0 0,12-13-1 0,-12 0 0 0,12-1 1 0,-12 1-1 0,12 0 0 0,-12 2 0 0,12-2 1 0,-12 0-1 0,12 0 0 0,1 0 0 0,-1 0 0 0,0 0 1 0,0-11-1 0,0 11 0 0,0-12 0 0,12 12 0 0,0-12 1 0,-11 12-1 0,24-11 0 0,-26 11 0 0,13-12 0 0,12 12 0 0,-22 0 0 0,21-11 0 0,-11 11 0 0,12-12 0 0,-12 12 0 0,1-12 1 0,11-1-1 0,-12 2 0 0,0-2 2 0,13 2-2 0,-13 0 1 0,13-1-1 0,-2 0 0 0,-9-12 1 0,9 11-1 0,1-11 1 0,0 0 0 0,-11 13-1 0,11-13 1 0,0 0-1 0,1 0 1 0,-1 0 0 0,11 0 1 0,3 0-2 0,-15 0 2 0,14 0-1 0,-13 0-1 0,13 0 1 0,-1 0 0 0,-11 0-1 0,11 0 1 0,-13 0 0 0,-10 0 0 0,13 0 0 0,-16 0 2 0,15 0 0 0,-25-13 0 0,12 13 0 0,-12 0-1 0,1 0 0 0,11 0 1 0,-24 0-2 0,12 0 0 0,-12 0-1 0,0 0 1 0,0 0-1 0,0 0-37 0,-12-11-99 0</inkml:trace>
  <inkml:trace contextRef="#ctx0" brushRef="#br0">28436 9301 19 0,'0'0'0'0,"12"-11"20"0,-12-15-7 0,0 2 8 0,0 13-6 0,-12-2-4 0,-12 13-2 0,-13 0-4 0,13 0-2 0,-24 13 0 0,12-2 1 0,-2 26 1 0,3 0-2 0,-1-2-1 0,24 26-2 0,0-12 0 0,12-1 0 0,12 1 1 0,12-13 0 0,13-12-1 0,23 11 0 0,-35-35 0 0,-14 13 1 0,13-13-1 0,48 13-2 0,1-1-15 0,0 0-34 0,-61-12 8 0</inkml:trace>
  <inkml:trace contextRef="#ctx0" brushRef="#br0">28847 9410 64 0,'-12'-12'30'0,"-24"12"-27"0,-1 0 1 0,1 25 10 0,-11-14-5 0,10 26-6 0,11 10-2 0,15-9-2 0,11 10 2 0,0-1-1 0,24-21 0 0,13-14 0 0,-2-12 1 0,2 0-1 0,11-38 1 0,-23 14-1 0,-1 1 0 0,-12-37 1 0,0 34 0 0,-12-9-1 0,0-1 1 0,-12 12 1 0,12 24 0 0,0 0 0 0,-12 24 0 0,12 0-1 0,0 12-1 0,12 13-1 0,0-13 2 0,12 12-2 0,-11-11-3 0,11-13-9 0,-12-13-11 0,13 2-28 0,-14-13 16 0</inkml:trace>
  <inkml:trace contextRef="#ctx0" brushRef="#br0">29101 9483 66 0,'0'-12'17'0,"0"24"-10"0,0 0 4 0,0 11-5 0,12 15-2 0,-12-14-1 0,0 12-2 0,24-12 0 0,-24 13-1 0,12-25 0 0,1-12 1 0,-13 12-1 0,0-12 3 0,0-12-2 0,12-13-1 0,-12 1 0 0,12-12-1 0,0 0 1 0,0-1 0 0,0 13-1 0,0 0 1 0,24 12 1 0,-23 12 2 0,11 0 0 0,-12 0 0 0,0 24 0 0,12-1 0 0,-13 15-1 0,2-2-2 0,-2-12 1 0,-11 11-1 0,14-9-1 0,-14-14-9 0,0 11-11 0,0-23-32 0,12 13 13 0</inkml:trace>
  <inkml:trace contextRef="#ctx0" brushRef="#br0">29753 9155 70 0,'0'0'0'0,"0"0"37"0,-11 0-36 0,11 14 3 0,0 22 5 0,-11-1-3 0,11 26-1 0,0 12-2 0,0 0-2 0,11-13 0 0,0 1 0 0,14-2-1 0,-25-35 0 0,13 2 1 0,-13-14-1 0,0-12 1 0,12-12 8 0,-24-14-8 0,12 2-1 0,-13-11 0 0,1-1-3 0,-12 11 1 0,-24 1 0 0,24 12 2 0,0 12 0 0,-37 0 0 0,25 12 1 0,11 12 1 0,13 1-1 0,0-1 0 0,12 0-1 0,24-1 1 0,49 14-1 0,-24-24 0 0,-1-1-6 0,11-12-21 0,15 0-42 0,-50-12 31 0</inkml:trace>
  <inkml:trace contextRef="#ctx0" brushRef="#br0">29984 9483 91 0,'0'0'0'0,"0"-12"14"0,0 12-13 0,0 12 0 0,0 0-1 0,0 11 1 0,0 3-1 0,0 10 1 0,0-12 0 0,12 12 0 0,-12-12 0 0,12 1-1 0,-12-25 0 0,12 12 0 0,-12-12-2 0</inkml:trace>
  <inkml:trace contextRef="#ctx0" brushRef="#br0">30033 9362 71 0,'0'0'7'0,"-25"-13"-3"0,25 13-3 0,0 0-2 0,-12 13-4 0,12-1-56 0</inkml:trace>
  <inkml:trace contextRef="#ctx0" brushRef="#br0">30420 9253 79 0,'0'-13'12'0,"-13"2"-6"0,13-2 8 0,0 13-2 0,0 0-8 0,0 13-1 0,0 35 5 0,0-11-4 0,13-2-2 0,-13 26 2 0,12 0 0 0,-12-1-2 0,12 1-2 0,0 11 1 0,0-35 0 0,-12-13-1 0,0-13 0 0,12 2 0 0,-12-13 2 0,0 0 2 0,0-13-2 0,12-22-1 0,-12 11-1 0,0-13 0 0,-12-11-1 0,0 12-1 0,-12 11 2 0,0 1 0 0,-1 12 0 0,-23 0 0 0,11 12-1 0,1 0 2 0,12 24-2 0,-1 0 0 0,14 13 1 0,0-1 0 0,11-13-1 0,11 14 1 0,13-24 0 0,12 11-1 0,13-13-7 0,11 2-13 0,13-2-5 0,-2-11-3 0,3-24 7 0,-14 1 15 0,-24-2 8 0,1 12 6 0,-1-22 7 0,1 11 1 0,-25-12 5 0,-12 24-1 0,0-14-6 0,-25 15-3 0,1 11-1 0,-24 11-2 0,-13 27 0 0,25-14-4 0,12 12-1 0,13-12-3 0,11 0 1 0,0-11 0 0,22-1 0 0,3 0 0 0,24-12 0 0,-38-12 0 0,26 12 2 0,-1-25-2 0,-12 1 1 0,13 11-1 0,-37-10 0 0,24 11 0 0,-24 0 0 0,0 12 0 0,0 0 0 0,24 12 0 0,0 12 0 0,-13-13 1 0,3 2-1 0,11-2 0 0,-14-11 0 0,13 0 0 0,0 0 0 0,-12 0 0 0,0-11 0 0,0-2 0 0,0-10-1 0,-12-13 0 0,0-14 0 0,0 3 0 0,0-14 1 0,0 13 0 0,-12 0-1 0,12 11 1 0,0 13 0 0,-12 0 0 0,12 24-1 0,0 0 2 0,0 35-1 0,0 15 2 0,12-2-1 0,-12 13 0 0,12-1 0 0,-12-25 0 0,24 39 0 0,-11-26-1 0,-1-11 0 0,12-13 0 0,-12-13 0 0,25 2 1 0,-13-13-1 0,0 0 1 0,1-13 0 0,-1-10 0 0,-2 11 0 0,-8-25-2 0,11-11-2 0,-25 24 1 0,0-13 1 0,-13 24 0 0,1 13 0 0,-2 0 2 0,-8 0-2 0,9 13 2 0,-11 24 1 0,12-13-1 0,12 11 0 0,0 2-1 0,25-12 2 0,-1-2 0 0,24-10-3 0,-13-2 2 0,26-11-2 0,-24-11-10 0,23-13-15 0,-36 0-30 0,-24 11-3 0</inkml:trace>
  <inkml:trace contextRef="#ctx0" brushRef="#br0">31133 9459 61 0,'0'0'46'0,"0"-12"-41"0,12-1 1 0,25 2 6 0,-1-2-2 0,25 1 0 0,11 0-5 0,0 0-4 0,1 0-3 0,-37 12-29 0,-24 0-61 0</inkml:trace>
  <inkml:trace contextRef="#ctx0" brushRef="#br0">28448 10293 51 0,'0'0'7'0,"0"-24"-1"0,0 0-1 0,0 0 8 0,-12 11-3 0,0-10-1 0,0 23-2 0,-12 0-1 0,-13 0 0 0,0 12 0 0,2 23-2 0,-2 13 0 0,2-11-2 0,22 11-2 0,1 1 0 0,12-24 0 0,25-1 0 0,-3-12 1 0,16 0-1 0,-13-24 1 0,10 0-1 0,1-25 0 0,0 1 0 0,-23 0-1 0,-1-1 2 0,-12-11-1 0,0 24 1 0,0 0-1 0,0 24 1 0,0 0-2 0,0 24 2 0,0 24-1 0,12-24 0 0,0 13-1 0,12 11-2 0,0-11-15 0,1-13-16 0,-13-12-41 0</inkml:trace>
  <inkml:trace contextRef="#ctx0" brushRef="#br0">28690 10256 64 0,'0'-11'11'0,"0"-2"3"0,0 2-1 0,0 11 1 0,0 0-9 0,0 24-1 0,0 0 0 0,0 13-2 0,0-2-2 0,11 2 0 0,14-1 0 0,-25-11 0 0,24-14 1 0,-24 2-1 0,12-1 1 0,1-12 1 0,-13-12 0 0,11-12-2 0,-11-1 1 0,13-11-1 0,-13-12 1 0,0 11 0 0,24-11-1 0,-24 11 0 0,36 26 0 0,-23-1-1 0,-2-2 1 0,2 28 0 0,-1 9 0 0,12 14 1 0,-12-2-1 0,1 2 0 0,-2 11-1 0,2-11 1 0,9 0 0 0,-22-13-1 0,13-12-7 0,-13 0-8 0,0 0-9 0,13-12-30 0,0 0 27 0</inkml:trace>
  <inkml:trace contextRef="#ctx0" brushRef="#br0">29283 10221 49 0,'0'-13'40'0,"-13"2"-34"0,2 11-2 0,-2 0 9 0,-23 0-5 0,12 0-4 0,0 11-2 0,11 2-1 0,1 11 0 0,12-13-1 0,25 13 0 0,-1 2 1 0,12-2 0 0,12 11-2 0,13-10 3 0,-37-1-2 0,0-12 2 0,-13 1 0 0,-11-2 6 0,0-11 6 0,-35 0-7 0,11 0-5 0,-24-11 0 0,-1 11-1 0,1-13-1 0,11 13 0 0,13 0-4 0,12 0-12 0,12 0-11 0,24 13-54 0,-12-13 47 0</inkml:trace>
  <inkml:trace contextRef="#ctx0" brushRef="#br0">29561 10330 44 0,'0'-13'38'0,"-12"-11"-23"0,-1 11-3 0,13 13 5 0,-12-11-8 0,12 22-5 0,12 2-1 0,-12 24-2 0,13-13 0 0,-13 12 1 0,12-12-2 0,0 1 0 0,0-14 1 0,12 2 0 0,0-13 1 0,1 0-1 0,-1-13 0 0,12-11 0 0,-12 0-1 0,-13 0 1 0,14 11-1 0,-25-11 0 0,13 24 2 0,-13 0-3 0,0 0 0 0,0 0 0 0,12 24 1 0,1-11 0 0,9 11 0 0,-9 0 0 0,-1-11 0 0,12-13 0 0,-12 0 1 0,12 0 3 0,1-13 0 0,-1-11-2 0,-12 12 7 0,0-24-9 0,-12 12 0 0,0-13 1 0,12 24-1 0,-24-11 0 0,12 24 0 0,0-11 0 0,0 11-3 0,0 11 1 0</inkml:trace>
  <inkml:trace contextRef="#ctx0" brushRef="#br0">30140 10378 78 0,'0'0'0'0,"0"0"18"0,0-13-12 0,13 2 6 0,-13-2-2 0,25 2-4 0,-13-13 0 0,1 11-2 0,-2 0-1 0,0-11-2 0,2 0 1 0,-13 0 0 0,-13 24 2 0,-9 0-2 0,-3 0-1 0,0 24 1 0,1 0-1 0,0 0 1 0,12 13-2 0,12 0 0 0,0-1 0 0,36 0 1 0,-12-12-1 0,26 1 1 0,-15-25-1 0,1 0 0 0,13-12 1 0,-1-12 0 0,-24-13 0 0,1 13-1 0,-25 0 1 0,0 24-1 0,12-37 1 0,-12 13 0 0,0 24-1 0,0 0-1 0,0 0-1 0,0 37 2 0,12-13-1 0,-12 12 2 0,0 0-1 0,0-12 0 0,12-11 0 0,-12-1 0 0,0-12 1 0,12 0 2 0,-12-25 0 0,0 1 2 0,12-12 0 0,-12 0-1 0,25-1-1 0,-14 13-1 0,0 0-2 0,27 0 0 0,-13 24 0 0,10-13-2 0,-23 26-9 0,0-13-28 0,-12 24-78 0</inkml:trace>
  <inkml:trace contextRef="#ctx0" brushRef="#br0">31194 10414 52 0,'0'0'0'0,"12"-12"54"0,0 24-41 0,0-12-7 0,0 0 0 0,12 0-2 0,0 0-2 0,13 0 2 0,-13-12-2 0,0 12-2 0,12-24 2 0,-24 11 0 0,1-22-1 0,-13 11-1 0,-13-2 1 0,1 15-1 0,-13-2 0 0,1 13 0 0,2 0 1 0,9 24-1 0,-13 2 0 0,26 9 0 0,0 2 2 0,0-1-2 0,14 0 0 0,22-11 1 0,49 11-1 0,-37-36 1 0,-12 0-1 0,-12-12 1 0,1 0 0 0,-13-12 1 0,12 0-2 0,-12-1-1 0,0 1 1 0,12-1 3 0,-13 1-2 0,-11 0-1 0,13 24 2 0,-13 0-1 0,13 0 0 0,-13 24 1 0,12 0-1 0,-12 1-1 0,12-1 1 0,1 12-1 0,9-11 1 0,-9-13 0 0,11 0 1 0,-12-12-1 0,0 0 0 0,12-24-1 0,25-12 0 0,-37-1-1 0,12 13 1 0,13-24-1 0,-25 35 1 0,0 2-1 0,0-2 1 0,0 13 0 0,-12 13 0 0,12 11 2 0,1-13-2 0,-13 26 0 0,22-25 0 0,-9 12 0 0,12 1 1 0,0-14-1 0,-3-11 0 0,3 13-1 0,13-26 0 0,-16 2 2 0,3-14-1 0,-13-11-1 0,0-1 2 0,0-24 0 0,0 2-1 0,-12-2-3 0,0-11 3 0,0 11 0 0,0 13 0 0,-12-1 0 0,0 37 0 0,12 0 1 0,-24 12 0 0,12 24 0 0,-1 1 0 0,2-1-1 0,0 24 0 0,11 1 2 0,0-13 0 0,11 23-1 0,0-9 1 0,14-2 1 0,-13 0 3 0,12-11-6 0,0-13 3 0,1 0-1 0,-13-12-1 0,24 0-3 0,-24-12-5 0,24-12-11 0,-25 0-10 0,15-12-21 0,-14 11-27 0</inkml:trace>
  <inkml:trace contextRef="#ctx0" brushRef="#br0">32125 10197 74 0,'0'0'34'0,"0"-12"-26"0,0 12 1 0,11 0 5 0,2-14 1 0,11 14-3 0,13 0-6 0,11-11 0 0,12 11-9 0,13 0-20 0,0 0-62 0,-49 0 34 0</inkml:trace>
  <inkml:trace contextRef="#ctx0" brushRef="#br0">32803 10475 145 0,'0'0'21'0,"-13"0"-19"0,13 0 1 0,-12 0 4 0,12 0-5 0,0 0-26 0,0 0-113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8805 5696 1 0,'0'0'2'0,"0"0"1"0,0 0 18 0,0 0-18 0,0 0 32 0,0-11-31 0,0 11-2 0,11 0-1 0,-11-13 0 0,14 13 0 0,-14-11 0 0,12 11 0 0,0 0-1 0,-12 0 1 0,12-13 0 0,12 13 0 0,-24 0 0 0,11-11 0 0,2-1 1 0,-1 12-1 0,0 0 0 0,0 0 0 0,2-12 0 0,-3 12 0 0,0 0 0 0,26 0 1 0,-25 0-1 0,49-13 2 0,-37 13-2 0,24 0-1 0,-24 0 1 0,13 0-1 0,-25 0 0 0,13 0 1 0,-3 0 0 0,3 0 0 0,13-13-1 0,-16 13 1 0,3 0-1 0,11 0 0 0,-12 0 0 0,1 0 1 0,-1 0-1 0,12 0 0 0,-24 0 0 0,25 13 0 0,-25-13 1 0,12 0-1 0,12 0 0 0,-25 0 1 0,26 13-1 0,-11-13 0 0,9 0 1 0,1 0-1 0,0 0 1 0,-11 12 0 0,11-12-1 0,-24 0 0 0,12 0 0 0,-11 0 0 0,11 0 0 0,13 0 1 0,9 0-1 0,-21 0 0 0,13 0 0 0,-3 0 1 0,-11 0-1 0,12-12 1 0,1 12 0 0,35 0-1 0,-23 0 0 0,-24 0 0 0,10 0 1 0,1-13-1 0,0 13 1 0,1 0-1 0,-13-13 1 0,0 13 0 0,1 0-1 0,-1 0 0 0,0 0 0 0,0 0 0 0,0-11 0 0,1 11 1 0,11-13-1 0,-1 13 0 0,2-11 0 0,0-1 0 0,-13 12 1 0,24-12-1 0,25-12-1 0,-12 12 2 0,-25 0-1 0,-24 12 2 0,12-13-2 0,-11 0 1 0,-2 13-1 0,0 0 1 0,2-11-1 0,-1 11 1 0,0-12-1 0,1 12 1 0,-13 0 0 0,13 0-1 0,-13 0 1 0,0 0 1 0,0 0-1 0,0 12-1 0,11-12 0 0,-11 11 1 0,11-11-1 0,2 13 1 0,11-13-2 0,-12 13 1 0,0-13 0 0,0 12 0 0,0 0 1 0,13-12-1 0,-13 0 0 0,12 12 1 0,-12-12-1 0,0 0 1 0,13 0-1 0,11 0 1 0,-12 0-1 0,1 0 0 0,10 0 0 0,2 0 1 0,-2 0-1 0,-10 0-1 0,11 0 1 0,1 0 1 0,-13 0-1 0,12 0 0 0,-12 0 0 0,25 0 0 0,-13 0 0 0,-12 12 0 0,25-12 0 0,-13 0 0 0,0 0 1 0,0 0-2 0,1-12 2 0,11 12-1 0,-12 0 0 0,13 0 0 0,-13 0 0 0,-1 0 0 0,15 0 0 0,-2 0 0 0,-12 0 0 0,0 0 1 0,13 0-2 0,-13 0 1 0,13 0 0 0,-12 0 0 0,9 0 0 0,-7 0 0 0,7 0 0 0,-9 0-1 0,11 0 1 0,1 0 0 0,-1 0 0 0,1 0-1 0,-2-12 1 0,-9 12 0 0,9 0 0 0,2 0 0 0,0-12 0 0,-13 12 0 0,12 0 0 0,-11 0 0 0,11-12 0 0,-13 12 0 0,15 0-1 0,-2 0 0 0,0 0 1 0,13 0-1 0,-13 0 1 0,1 0 0 0,-1 0 0 0,-13 0 0 0,15 0 0 0,-2 0 0 0,24 0 0 0,-23 0 0 0,-13 0 0 0,13 12 0 0,-13-12 0 0,11 0-1 0,16 12 1 0,-28-12 0 0,15 0-1 0,-15 0 1 0,-11 12-1 0,12-12 1 0,1 12 0 0,-13 0 1 0,12 11-1 0,-24 1 1 0,23 2-1 0,4-2 1 0,-15 11-1 0,11-11 0 0,-11 13-6 0,0 0-43 0,-11-13-2 0</inkml:trace>
  <inkml:trace contextRef="#ctx0" brushRef="#br0">11684 4379 11 0,'0'0'0'0,"-13"-12"6"0,13-12-4 0,-11 24 3 0,-13-13 3 0,-1 13-2 0,-11 0 2 0,-12 0 0 0,11 13-2 0,1-2-1 0,0 14-2 0,24-13-3 0,12 12 1 0,0-12 0 0,12-1 1 0,12 2-1 0,13 0 1 0,11 11-2 0,49 24 2 0,-50-24-2 0,-22 0 0 0,11 13 0 0,-24-26 0 0,-12 13 0 0,0-11 1 0,-12-2 2 0,-12 2 1 0,-13-13 0 0,-10 12-1 0,9-12-1 0,-9 12-1 0,11-12 0 0,12 0 0 0,11 0 0 0,13 0 1 0,0-12-4 0,0 0-12 0,24-1-24 0,-11 13 5 0</inkml:trace>
  <inkml:trace contextRef="#ctx0" brushRef="#br0">11866 4536 35 0,'0'0'0'0,"0"0"7"0,-13-12-2 0,13 0-2 0,13 0 0 0,-13 12 4 0,0 0 3 0,12 0-2 0,-24 0-4 0,12 0-2 0,-13 12 4 0,13 12-4 0,0 0 0 0,0 0 0 0,0 1-1 0,0-13 0 0,0 12 0 0,13-13 0 0,-13 2-1 0,0-13-2 0,-13 0-13 0,13 0-46 0</inkml:trace>
  <inkml:trace contextRef="#ctx0" brushRef="#br0">11793 4258 60 0,'0'-13'6'0,"-12"2"-3"0,24 11-3 0,0 11-4 0,-12-11-9 0,24 13-31 0</inkml:trace>
  <inkml:trace contextRef="#ctx0" brushRef="#br0">12011 4512 32 0,'0'0'17'0,"-13"0"-15"0,13 0 0 0,0 12 0 0,0 0 3 0,0-1 1 0,0 2 0 0,0 11-2 0,0-24-1 0,0 25 2 0,0-25-3 0,0 0 0 0,0 12-1 0,0-24 10 0,0 0-11 0,13-1 1 0,-13-11-1 0,12 0 0 0,1 12 0 0,-2 0 0 0,0 0 0 0,2 0-1 0,-13 12 1 0,12 0 0 0,0 0 0 0,0 0 1 0,0 12 0 0,-12 0 1 0,13 12-1 0,-13 0 1 0,11 0-1 0,-11 1-1 0,13-2 1 0,-13-10-1 0,12 11-1 0,0-13-6 0,-12 2-13 0,12-13-3 0,12 0-9 0,-12 0 14 0</inkml:trace>
  <inkml:trace contextRef="#ctx0" brushRef="#br0">12399 4584 13 0,'0'0'0'0,"0"-37"30"0,-13 26-13 0,13-1-4 0,-26-12-5 0,15 24-4 0,-13-12 2 0,-12 24-3 0,12-12-2 0,-1 36 0 0,13-12 0 0,0 0-1 0,12 1 0 0,0-13 1 0,24-1 0 0,1 2 0 0,-1-13 0 0,0 0 0 0,1 0 0 0,-3-13-1 0,-9 2 1 0,13 11 0 0,-26-12 0 0,0 24 1 0,0-1-1 0,0 26 0 0,-13-13-1 0,13 13 1 0,-13-2-1 0,13 2 1 0,-13-13-1 0,13-12 1 0,-11-12 0 0,0 12 0 0,-14-12 1 0,13 13-1 0,0-13 0 0,0-13 0 0,0 1 0 0,12 0 0 0,0 0-2 0,0-12 1 0,12-1-1 0,0-10 0 0,12-2 1 0,12 0-1 0,-12 2 0 0,2-2 1 0,-2 0 1 0,11 2-2 0,-11-1 1 0,24-25 1 0,-35 25-1 0,11-25 1 0,-24 37-1 0,0-1 0 0,0 14 1 0,0-2 0 0,-12 13 0 0,12 0-2 0,0 13 1 0,-12 11 1 0,-12 12 0 0,11 0-1 0,13 13 1 0,-12-14 0 0,12 15-1 0,12-14 0 0,1 0 1 0,11 1-1 0,12-13 1 0,-12-13 0 0,0 2 0 0,1-13 0 0,11 0 0 0,12-24 0 0,-11 12 0 0,-24-13-1 0,9 12 0 0,-9-22 1 0,-13 23 0 0,0-12-1 0,-13 0 0 0,-9 12 0 0,9 12-1 0,-13 0 0 0,4 24 1 0,-2 0 1 0,11 0-1 0,1 37 0 0,24-37 1 0,25 0 0 0,-2 0 0 0,74-13 0 0,-48-11-2 0,60-24-29 0,-97 13-67 0</inkml:trace>
  <inkml:trace contextRef="#ctx0" brushRef="#br0">11564 5032 16 0,'-13'0'16'0,"13"-12"-9"0,0 12 0 0,0 0-1 0,0 0 0 0,0 23 1 0,13 1 0 0,-13 14-2 0,0-2-1 0,11-12-2 0,0 0 2 0,2-13 2 0,12 2 2 0,-13 0-1 0,12-13 2 0,-13-13-2 0,14 0-1 0,-1-11-1 0,0 0-1 0,1 0 0 0,-13-13-1 0,12 13-2 0,0-11 0 0,-12 35-1 0,-12-12 0 0,12 12-8 0,-12 0-13 0,0 12-12 0,13-1-40 0</inkml:trace>
  <inkml:trace contextRef="#ctx0" brushRef="#br0">11926 5250 63 0,'0'0'0'0,"12"-13"21"0,-12 13-12 0,13-11 1 0,-2-2-1 0,0-11-3 0,14 11-4 0,-12-11-1 0,12 13 1 0,-25-25-2 0,0 22 2 0,0 3-2 0,-13-2 0 0,1 13-1 0,-13 0 0 0,-10 0 1 0,10 13-1 0,1-2 1 0,0 15 0 0,-1-2 1 0,13-13-1 0,0 26 1 0,12-13 0 0,12-11 0 0,0-2 0 0,25 2 0 0,-1-2 0 0,0 2-8 0,25-13-24 0,-1 0-44 0</inkml:trace>
  <inkml:trace contextRef="#ctx0" brushRef="#br0">12349 5165 27 0,'0'-13'29'0,"-11"2"-22"0,-2-2-3 0,1-10 2 0,-12 9 3 0,0 14 1 0,12 0-3 0,-13 0-3 0,1 14-1 0,0 9-1 0,12 1 1 0,12 0-1 0,-12 0-1 0,24 2 1 0,0-2-1 0,12 0 1 0,12-13-1 0,1 2 0 0,-1-13 1 0,11 0-2 0,51-24-5 0,-62 11-2 0,-11-22-2 0,-14 9 2 0,2-22-1 0,-13 1 0 0,0-15 4 0,0 3 3 0,0-2 1 0,0 25 2 0,0 12 3 0,0 11 3 0,0 1 2 0,0 12-3 0,0 0-6 0,-13 0 0 0,13 25 2 0,0-13 0 0,0 24 0 0,13 61 3 0,-13-49-3 0,0-13-1 0,0 26 1 0,0-37-2 0,12 26 1 0,12-2 0 0,-24-48-2 0,0 11-1 0,0-11-3 0,12 0-18 0,-12 0-54 0</inkml:trace>
  <inkml:trace contextRef="#ctx0" brushRef="#br0">12313 5128 29 0,'0'0'0'0,"12"0"15"0,-12-11-9 0,24 11 2 0,-13-12 0 0,15 12-1 0,-2 0-1 0,11-14-2 0,14 14 0 0,0-11 0 0,11 11 1 0,-11-13 0 0,-13 13-2 0,12-11 1 0,-11 11-2 0,-24-13-1 0,9 13 1 0,-22 0 2 0,0 0-2 0,-11 0-1 0,11 0 0 0,-24 13-1 0,-2 11 0 0,4-13 0 0,9 26 0 0,13-13 0 0,0 0 0 0,0 0 1 0,0 13-1 0,24-24 0 0,26-2 1 0,-15-11 0 0,1 0 0 0,13-35-2 0,-38 22 2 0,2-35 1 0,-26 11-1 0,2 14-1 0,-26-2 2 0,0 12-1 0,13 2-1 0,2 11 0 0,-4 0 0 0,13 0-1 0,13 0 0 0,0 0 0 0,0 0 0 0,26 0 1 0,9 11 0 0,2-11 0 0,11 0-2 0,13 13 2 0,-12-13 0 0,-13 11 0 0,13 3-1 0,-27-2 2 0,-9 12-1 0,-2-13-1 0,3 13 1 0,-14-11 0 0,0 24 1 0,-14-26-1 0,3 2 1 0,-2-2-1 0,13-11 1 0,-22 13 1 0,22-13-1 0,-13-13 1 0,13 13-1 0,-12-24 0 0,12 0 0 0,0 0-1 0,12-13 1 0,12 13-1 0,0 1 1 0,37-15 1 0,-25 27 1 0,0-2-1 0,1 2 2 0,-25 11-1 0,24 0-2 0,-36 0 0 0,12 11-1 0,-12-11 0 0,0 0-1 0,0 0-25 0,0 13-53 0</inkml:trace>
  <inkml:trace contextRef="#ctx0" brushRef="#br0">6894 6192 17 0,'-11'-11'16'0,"11"11"-7"0,0 0 0 0,0-13 1 0,0 13-4 0,0 0-3 0,11-11 0 0,0 11 0 0,2 0-1 0,0 0 0 0,-1 11 0 0,0 2-1 0,1 11 1 0,-2 0-2 0,0 0 1 0,-11-11-1 0,0 22 0 0,0-22 0 0,0-1 1 0,-11 12 0 0,0-12 0 0,-2 1 1 0,-11-13 0 0,11 11 0 0,-11-11-1 0,13 0 0 0,-2 0 1 0,-11-11 0 0,12-2 0 0,0 1 0 0,0-24 2 0,0 12 0 0,12 0-1 0,12 0-1 0,0-2 0 0,12 2-1 0,0 0 1 0,11 13-1 0,3-2 0 0,-13 2 0 0,-3 11-1 0,3-12 0 0,-13-2 0 0,14 14 0 0,-26 0-8 0,11-11-17 0,0-2-25 0,-11 13 17 0</inkml:trace>
  <inkml:trace contextRef="#ctx0" brushRef="#br0">7292 5576 26 0,'0'0'0'0,"0"-13"5"0,0 2-2 0,0 11-2 0,-11 0 12 0,11 11-8 0,0 2-1 0,-11-2-1 0,-14 39 2 0,1-15-4 0,12 2 1 0,0 0 0 0,0 23-1 0,-13 0 1 0,13-11-1 0,-12-1 0 0,12 1 0 0,0-2 0 0,12 1 1 0,-12 2 0 0,12-2 0 0,0 0-1 0,12 0 0 0,-12-11-1 0,12 11 1 0,-12-11 0 0,12 10 0 0,12-21 1 0,-12 10 1 0,0-12-1 0,1-1 0 0,-1 14 0 0,12-12 1 0,-12-13 1 0,12-1-1 0,-11 2-1 0,-2-13-1 0,0 0 0 0,-11 0-1 0,0 0-3 0,14 0-20 0,-14-13-51 0</inkml:trace>
  <inkml:trace contextRef="#ctx0" brushRef="#br0">15228 5431 19 0,'0'-12'13'0,"0"12"-6"0,12 0-1 0,-12 0 7 0,12 0-3 0,-12 12-6 0,12 0 0 0,0-1-2 0,0 2 0 0,13 0 0 0,-1 23 0 0,0-24 0 0,1 23-1 0,-3 2 0 0,4-12 0 0,-26 11-1 0,12 12 1 0,0-11 0 0,-12 11-1 0,0-12 1 0,0 13 0 0,-12-13-1 0,-13 37 1 0,12-25-1 0,2-12 1 0,0-1-1 0,-14 2 1 0,1 0-1 0,12-2 3 0,-12 2 0 0,-1-13 0 0,1 13 0 0,0-13 0 0,11 0-1 0,-11-11 0 0,13-2 1 0,-2 2 1 0,13-13 1 0,0-13 2 0,-12 2-119 0</inkml:trace>
  <inkml:trace contextRef="#ctx0" brushRef="#br0">7112 7512 20 0,'0'0'5'0,"-12"0"-2"0,12-13 6 0,0 13-3 0,0 0-3 0,0 0-3 0,12 0 2 0,-12 13 0 0,24-13 1 0,-12 12 1 0,12 12-1 0,-11-12-1 0,-1 23-1 0,-12-11 0 0,12 2 0 0,-12 9 0 0,0-11 0 0,-12 0-1 0,12-11 1 0,-12-1 1 0,12 0 2 0,-25-12 0 0,13 13 0 0,0-13-2 0,12 0-2 0,-12 0 2 0,-12-13-1 0,12 1 0 0,-1 0 0 0,-9-25 0 0,8 26 0 0,2-25 0 0,0 11 1 0,12 1 0 0,0-12-1 0,12 24 0 0,0-24 0 0,2 24 0 0,8-1 0 0,3 0 0 0,11 2 0 0,0-1 0 0,-11 0-1 0,-1 12 0 0,12-12 1 0,-12 0 0 0,1 0-1 0,-13 12 0 0,0 0-4 0,-12-13-10 0,12 13-12 0,1 0-30 0</inkml:trace>
  <inkml:trace contextRef="#ctx0" brushRef="#br0">7644 7004 0 0,'-12'0'7'0,"12"0"3"0,0 0 0 0,-12 0 1 0,0 12-3 0,0 0-2 0,-12 0-1 0,12 12-1 0,-1 0-2 0,1 11 0 0,-12 2-1 0,0 11 1 0,-1 13-1 0,3 0 0 0,-16 0-1 0,26 11 1 0,-1-11-1 0,13-1 0 0,0 1 1 0,0-2 0 0,13 2 0 0,-13 0 2 0,12-25-2 0,0 25 1 0,0-13 0 0,2-24 2 0,8 1 3 0,15-1-2 0,-25-12-1 0,24-12-2 0,-23 0-1 0,-1 0 0 0,0 0 0 0,-12 0-44 0,12-12-17 0</inkml:trace>
  <inkml:trace contextRef="#ctx0" brushRef="#br0">15773 6990 18 0,'0'0'9'0,"0"-11"3"0,0 11-7 0,0 0 1 0,0 0 0 0,0 0 19 0,11 0-20 0,0 0 1 0,-11 0-1 0,13 0-2 0,0 11 0 0,-1 3-1 0,-12-2 0 0,12 12-1 0,1-12 1 0,-2 11-1 0,0 1 0 0,14-11 1 0,-1 24 1 0,-10-2-1 0,8 2-2 0,3 0 1 0,-13-2-1 0,0 14 0 0,0 0 1 0,-12-1-1 0,0-1 0 0,0 3 0 0,0-2 0 0,0 0 1 0,-12 0-1 0,0 0 0 0,12 2 0 0,-12-2-1 0,0 12 2 0,-12-23-1 0,13 11 1 0,-15-13-1 0,2 15 0 0,-11-26 2 0,22 11 0 0,-11-22 1 0,-2 12 2 0,15-13 1 0,0-12-1 0,-2 0-1 0,1 11-1 0,12-11 1 0,0 0-2 0,0 0-1 0,0 0-66 0,0-11 4 0</inkml:trace>
  <inkml:trace contextRef="#ctx0" brushRef="#br0">13777 1186 11 0,'0'0'9'0,"-13"0"4"0,13-13-2 0,0 2 0 0,-12-15 3 0,12 15-3 0,0 11-1 0,-12-13-4 0,12 13-4 0,0 13 9 0,12-2-8 0,-12 15-1 0,0 22 0 0,12 0 0 0,1 0-3 0,-13 1 2 0,24 36-1 0,-12-37-1 0,0-24 1 0,-12-13-2 0,0 2-8 0,0-13-11 0,0 0-60 0</inkml:trace>
  <inkml:trace contextRef="#ctx0" brushRef="#br0">14043 1162 33 0,'0'0'0'0,"-13"0"13"0,13 0-8 0,0 0 2 0,-12 0-1 0,0 0 0 0,0 24 0 0,0 0 0 0,-23 12-1 0,22 0-3 0,-11 1 0 0,-13 34-2 0,13-9 2 0,0-38 0 0,12-1-2 0,0-10 0 0,12-2-8 0,0-11-9 0,0 0-43 0</inkml:trace>
  <inkml:trace contextRef="#ctx0" brushRef="#br0">14043 1197 58 0,'0'0'0'0,"-13"0"13"0,13-11-12 0,0 11 1 0,13 11 10 0,-13 2-8 0,11-2-2 0,2 14 1 0,-1 11-2 0,0-12-1 0,12 1 1 0,-12 11-2 0,0-13 1 0,0-10-1 0,1 12-2 0,-1-13-12 0,-12-12-10 0,0 12 0 0</inkml:trace>
  <inkml:trace contextRef="#ctx0" brushRef="#br0">14334 1016 41 0,'0'0'21'0,"0"0"-20"0,0 0 6 0,0 11-1 0,0 3 0 0,-13 9-1 0,1 14-1 0,0 11 0 0,-25 24 0 0,26-23-4 0,-14 12 3 0,-23 36-1 0,36-13 0 0,-1-60-2 0,13-24 0 0,0 13-5 0,0-1-14 0,0-12-15 0</inkml:trace>
  <inkml:trace contextRef="#ctx0" brushRef="#br0">14419 1488 49 0,'0'0'5'0,"0"0"-6"0,0 11 4 0,0-11 4 0,11 24 0 0,-11 2-2 0,0-2-2 0,0 0 1 0,0 0 0 0,11 0-1 0,-11-12-2 0,0 0 0 0,0 1-1 0,0-2-3 0,0-11-12 0,0 13-15 0,-11-13-9 0</inkml:trace>
  <inkml:trace contextRef="#ctx0" brushRef="#br0">14466 1246 60 0,'0'0'20'0,"-12"0"-21"0,12 0 1 0,0 0-2 0,-13 0-14 0,13 12-12 0,0-12-2 0</inkml:trace>
  <inkml:trace contextRef="#ctx0" brushRef="#br0">14551 1549 44 0,'0'12'7'0,"0"0"-6"0,-13 12 0 0,13 0-1 0,0-13 1 0,0 2 1 0,0-1 4 0,0 0-1 0,0-12-2 0,0 0 2 0,13 0-3 0,-13-12-1 0,12-13 0 0,12 14-1 0,-12-13 0 0,0 0 0 0,24 0 0 0,-25-2 0 0,15 26 0 0,-13-11 1 0,11 11 1 0,-13 0 2 0,13 24 2 0,-12 1-1 0,0-13-2 0,25 36 1 0,-26-37-3 0,-11 2-1 0,13-1 1 0,-1 0-8 0,-12-12-25 0,-12 0-23 0</inkml:trace>
  <inkml:trace contextRef="#ctx0" brushRef="#br0">15458 1512 51 0,'0'0'13'0,"-12"11"-14"0,0 15-1 0,-1 9 2 0,0-11-2 0,13 0-3 0,-11-11-1 0,0 11-4 0,-2-11-16 0,13-13 14 0</inkml:trace>
  <inkml:trace contextRef="#ctx0" brushRef="#br0">15929 1234 59 0,'0'0'13'0,"0"-13"-2"0,0 2-5 0,0 11 2 0,-12-13 0 0,12 2-6 0,0 11 2 0,0 0 1 0,-12 11-1 0,12 13 0 0,0 13-3 0,-12 0 1 0,12-1-3 0,24 23 0 0,-12 15 1 0,13-26 0 0,-14-24 1 0,2-11-1 0,-1-13 0 0,0 12 1 0,0-24 0 0,0-1 0 0,0-11-1 0,0 11 1 0,-12-10 0 0,12-1 2 0,-12 0-4 0,0-14 2 0,13 15-2 0,-1-1 1 0,-12 0 1 0,12 11-2 0,0 2 2 0,-12 11-1 0,12 11-1 0,0 26 1 0,0-1-2 0,12 25 2 0,1-13 0 0,-1-13 0 0,1 3 1 0,-3-26-1 0,-9-12 1 0,-1 11-1 0,0-22 1 0,0-1-1 0,2 0 0 0,-14-25 1 0,11 13 1 0,-11 12 2 0,0-24-3 0,0-14 0 0,11 15 0 0,-11-14-2 0,13 13 2 0,-13 12-3 0,12-1-1 0,-12 25-9 0,0 0-15 0,0 13-18 0,0-1-6 0</inkml:trace>
  <inkml:trace contextRef="#ctx0" brushRef="#br0">16583 1512 30 0,'0'-13'16'0,"0"2"-8"0,0 11 3 0,0-12 2 0,12 0-4 0,-12 12-3 0,0 0 0 0,0 0-1 0,0 35-2 0,0 2 0 0,0 11-2 0,-12 0 0 0,12 13 0 0,0-24-1 0,0 23 1 0,0-23-1 0,12-13 0 0,-12-12 0 0,0 0 0 0,0-12 2 0,0-12 0 0,0 12-2 0,0-24 1 0,0 12-1 0,0-13 0 0,0 13 0 0,-12-12 0 0,-2 0 1 0,3 24-1 0,-13 0 0 0,12 0 0 0,-12 12 0 0,0 12 0 0,12-12 0 0,-13 13 0 0,13-25 0 0,12 12 0 0,0 0 0 0,0-12 1 0,12 12-1 0,13-12 0 0,-13 12 0 0,12-12 0 0,0 0 0 0,1 12 0 0,-14-12-2 0,0 0-6 0,3-12-3 0,-2 12-13 0,-12-12-22 0,0 0 21 0</inkml:trace>
  <inkml:trace contextRef="#ctx0" brushRef="#br0">16776 1754 37 0,'0'0'11'0,"0"0"-5"0,0 0 5 0,-12 0 1 0,12 0-5 0,0 0-1 0,-12 12 1 0,12 0-4 0,0 12-1 0,0-11-2 0,0-1 1 0,0 0-1 0,0-12 2 0,12 12 0 0,12-12 1 0,-12-12-1 0,12 12 1 0,-11-12 1 0,-1-13-1 0,0 1 0 0,-12 12-1 0,0-12 0 0,-12 12-1 0,-13 12-1 0,13 0-4 0,-24 0-9 0,24 12-10 0,0-12-10 0,-1 12-19 0</inkml:trace>
  <inkml:trace contextRef="#ctx0" brushRef="#br0">17091 1693 44 0,'0'0'36'0,"0"-11"-32"0,0-2-2 0,0 1 5 0,0 12-1 0,0 0-4 0,-13 0 4 0,1 0-3 0,0 0 0 0,12 0-2 0,-24 12 1 0,13 12-1 0,-2 0 0 0,2 13-1 0,-2-13 0 0,13 13 2 0,0-13 0 0,13-12 2 0,-2-12 0 0,13 12 0 0,0-12 0 0,13-12-1 0,-13 12-2 0,12-12 0 0,-12 12-1 0,-12 0-6 0,0 0-38 0</inkml:trace>
  <inkml:trace contextRef="#ctx0" brushRef="#br0">17684 15107 255 0</inkml:trace>
  <inkml:trace contextRef="#ctx0" brushRef="#br0">14345 1331 23 0,'0'0'0'0,"11"0"22"0,-11 0-15 0,0 0 3 0,13 0 0 0,-13 0 1 0,12 0-2 0,-12 0 3 0,0 0-7 0,0 0-3 0,0 0 1 0,0 0-1 0,0 12 2 0,0-12-1 0,-12 0 1 0,12 0 0 0,0 0 0 0,-13 0-1 0,13 0 0 0,-11 0-1 0,11-12-2 0,0 12 0 0,0-12 0 0,11-1 0 0,2 2-1 0,-1 11 1 0,0 0 1 0,0 0-1 0,2 0-2 0,-3 11 3 0,0 2-1 0,-11-1 0 0,0 0 0 0,0 0 0 0,0 0 2 0,0-12 1 0,-11 0 2 0,11 0-2 0,-11 0 2 0,-15-12 1 0,14 12-4 0,12-12-2 0,0 0-3 0,0 12-15 0,12 0-48 0,-12 0 10 0</inkml:trace>
  <inkml:trace contextRef="#ctx0" brushRef="#br0">13884 2419 37 0,'0'0'0'0,"13"0"30"0,0 0-23 0,24 0 3 0,-2 0-1 0,13 0 6 0,25 0 1 0,-12-13-8 0,-37 13-4 0,59 0 4 0,-20 0-5 0,-41 0-2 0,3 0-1 0,-13-11 0 0,-12 11-36 0,-24 0-29 0,24 0 29 0</inkml:trace>
  <inkml:trace contextRef="#ctx0" brushRef="#br0">14853 2262 51 0,'0'0'32'0,"0"-12"-22"0,0-1-9 0,12 13 0 0,0 13 0 0,0 23 1 0,-12 0 3 0,12 1 2 0,0 10-2 0,1 3-3 0,-1-14 0 0,-12 11-2 0,0-21 0 0,0-2-4 0,0-13-12 0,0-11-14 0,-12 0-22 0</inkml:trace>
  <inkml:trace contextRef="#ctx0" brushRef="#br0">14877 2226 53 0,'0'0'0'0,"0"-13"9"0,36 2-5 0,1 11 6 0,-1 0-2 0,12 0-3 0,-11 24 0 0,11 12 0 0,-37-12-1 0,2 12-1 0,-26 1 0 0,-11-25-2 0,-11 12 1 0,-2-13-2 0,-11 2-6 0,12 0-10 0,12-13-13 0,24 12-24 0</inkml:trace>
  <inkml:trace contextRef="#ctx0" brushRef="#br0">15349 2237 40 0,'0'0'39'0,"-12"-11"-34"0,12-2-1 0,0 26 8 0,0 23-7 0,-12-12-2 0,12 25-1 0,0-13-1 0,-12-1 0 0,12 3 0 0,0-2 0 0,0-12 0 0,0 0 1 0,0 0-1 0,0 1 0 0,0-25 1 0,12 12 0 0,-12-12 2 0,24 0 0 0,0 0 0 0,0 0-3 0,13 0 0 0,-13-12 0 0,24 12-1 0,-24-12 0 0,-12 12-4 0,13-13-12 0,-14-11-63 0,-11 24 49 0</inkml:trace>
  <inkml:trace contextRef="#ctx0" brushRef="#br0">15313 2480 45 0,'0'0'9'0,"0"-12"-3"0,0 12-3 0,24 0 7 0,0-12 1 0,1 0-3 0,10 12-3 0,26-12-3 0,-26-1-5 0,-35 13-12 0,13 0-11 0,-13-13-6 0,0 13 12 0</inkml:trace>
  <inkml:trace contextRef="#ctx0" brushRef="#br0">15349 2298 53 0,'0'0'13'0,"0"-12"-7"0,0 0-4 0,24 12 0 0,11-12 3 0,-9 0-1 0,-2-1-3 0,11 13-5 0,2 0-21 0,-13-11-27 0</inkml:trace>
  <inkml:trace contextRef="#ctx0" brushRef="#br0">15700 2250 29 0,'0'0'12'0,"0"12"-2"0,0 0 2 0,0 0-3 0,0 13-3 0,0-1-2 0,0 0-1 0,0 12-2 0,12 1 0 0,-12-1 0 0,12 35 0 0,-12-45 1 0,0-14 1 0,0 11 1 0,0-10 1 0,0-13 0 0,0 0-2 0,-12-13 0 0,12-10-2 0,0-2-1 0,0 1 1 0,-12-12-1 0,12 0 1 0,0-14-1 0,0 15 0 0,12-1 1 0,0-1 0 0,12 13 0 0,1 0 2 0,-14 11-1 0,13 13-1 0,-11-11-1 0,-1 11 0 0,0 0-1 0,23 11-3 0,-22 2-20 0,-1-1-17 0,-12 0-8 0</inkml:trace>
  <inkml:trace contextRef="#ctx0" brushRef="#br0">15651 2492 40 0,'0'0'19'0,"0"-12"-17"0,0 12 0 0,24 0 9 0,37 0 10 0,-24-12-16 0,11 12-3 0,-11-12-2 0,-2 12-8 0,-11 0-23 0,13 0-29 0</inkml:trace>
  <inkml:trace contextRef="#ctx0" brushRef="#br0">16123 2347 49 0,'0'-12'10'0,"0"-1"-3"0,0 2 3 0,0 11 3 0,0 11 7 0,0 2-14 0,0 23-3 0,0-1-1 0,0 3 0 0,0-2-1 0,0-1 0 0,0-11-1 0,0 14 1 0,0-26-1 0,0-1 0 0,0-11-2 0,0-11-66 0,0-1 18 0</inkml:trace>
  <inkml:trace contextRef="#ctx0" brushRef="#br0">16002 2311 48 0,'0'0'12'0,"12"0"-10"0,0 0 8 0,12-13 7 0,13 13-3 0,-13-12 1 0,12 12 0 0,13-12-5 0,-13 12-4 0,-1-12-5 0,-10 12-1 0,-13-12-23 0,-12 12-85 0</inkml:trace>
  <inkml:trace contextRef="#ctx0" brushRef="#br0">10886 7995 34 0,'0'0'0'0,"0"-12"9"0,-11 12-6 0,11 0 2 0,0 0-2 0,-13 0 2 0,13 0 3 0,0 12 1 0,0-1-2 0,0 3-1 0,0 10-1 0,13-12-2 0,-13 23-1 0,11-11-2 0,0 14 1 0,2-15 0 0,23 14-1 0,-24-2 1 0,37-9-1 0,-13-2 1 0,13-13 0 0,-1-11 1 0,11 0-1 0,15 0 1 0,-2-11 1 0,25 11-2 0,0-13-1 0,13 13 1 0,-3 0-1 0,3 0 0 0,10 13-1 0,1-13 1 0,0 0 1 0,11 0-1 0,14-13 0 0,-12 2 0 0,23 11 0 0,-12-13 0 0,12 0 1 0,0 2-1 0,13-2 0 0,-1 2 0 0,-12 11 0 0,25-13 1 0,48 2 0 0,-110 11-1 0,122-13-1 0,-84 13 2 0,11 0-1 0,-60 13 0 0,96 11-1 0,-59-13 1 0,-13 26 1 0,-37 0-1 0,-11-2 0 0,-24 2 1 0,-25 0 4 0,-12-1 0 0,-12-12-1 0,-12 24 0 0,0-11-3 0,13-25 0 0,-13 0-1 0,0 0 0 0,11-12-13 0,-11 0-89 0</inkml:trace>
  <inkml:trace contextRef="#ctx0" brushRef="#br0">15795 8878 30 0,'0'0'0'0,"13"0"6"0,12-12 4 0,0 0 8 0,-3 0-4 0,-9 12-2 0,-1-24 0 0,-12 11-4 0,0-11-4 0,-12 0 0 0,-12 11-1 0,0 2 0 0,0-2 1 0,-2 13-1 0,-9 0-1 0,23 24 0 0,0 1-1 0,12 24 1 0,-12-1 0 0,24 0 0 0,0 13-1 0,0 36 2 0,-12-49-2 0,0 1 0 0,0-26 0 0,0 1 0 0,0 0-1 0,0-11 1 0,-12-2-2 0,12-11-3 0,-12 0-14 0,0 0-20 0,0 0-39 0</inkml:trace>
  <inkml:trace contextRef="#ctx0" brushRef="#br0">15542 9084 66 0,'0'0'7'0,"0"-12"-5"0,25 12-2 0,-1 0 3 0,0-12 2 0,24 12-1 0,-11 0 4 0,11-12-1 0,-1 12-2 0,3-12 0 0,-15 12-1 0,-10 0-1 0,-1 12-2 0,-10 0 0 0,-3-12 0 0,-11 24 0 0,0-12 0 0,0 12-1 0,0-13 1 0,0 2 0 0,0-2-1 0,0 3 1 0,-11-14 0 0,11 12 1 0,11-24 10 0,-11-2-11 0,0-10-1 0,11 13 0 0,2-13 0 0,-1 0 0 0,12 12 0 0,12-12 0 0,1 10-1 0,-13 3 2 0,0 11 0 0,-12 0 0 0,12 0-1 0,-24 0 0 0,11 0 0 0,-11 0 1 0,0 11-1 0,0 3 1 0,0 10-1 0,0-12 0 0,0 12 0 0,0-13 0 0,0 2 0 0,14-2 1 0,-14 2-1 0,12-13 1 0,0 0 0 0,0 0 1 0,-12 0 1 0,13-13-1 0,-13-11 1 0,0 1-2 0,0 11 0 0,0-12 0 0,-13 12-2 0,1-2-3 0,0 3-11 0,12 11-22 0,0 0-21 0</inkml:trace>
  <inkml:trace contextRef="#ctx0" brushRef="#br0">16377 9022 69 0,'0'-11'9'0,"12"-1"-6"0,0 12 2 0,0-12 0 0,12 12 4 0,-11 0-1 0,-1 0-4 0,0 0 1 0,0 0 0 0,0 12-3 0,-12-12 1 0,0 12 1 0,-12 13 0 0,-12-1-1 0,-1-12-2 0,1 23 0 0,12-22 0 0,12 11-1 0,-12-24 0 0,12 11 0 0,0 3 1 0,0-2-1 0,12-1 0 0,12-11 1 0,1 0-1 0,11 0 0 0,0 0 0 0,11-11 1 0,-9-1-1 0,-2-13 0 0,-12 12 0 0,13-11 1 0,-13 1-1 0,-13-1 1 0,-11 0-1 0,0-1 1 0,0 13-1 0,-22 0 1 0,9 12-1 0,-12 0 0 0,13 12 0 0,-1 11 0 0,2 15 0 0,0-26 0 0,11 23 0 0,0-22 0 0,22 22 0 0,-9-21 0 0,11-2-1 0,2-1-4 0,-4 2-13 0,15-13-6 0,-25 0-2 0,12-13-1 0,1-10 9 0,-13 9 6 0,12-21 3 0,-12 11 13 0,-12-12 20 0,12 24-12 0,-12 0 0 0,0 12 2 0,0 0-4 0,0 0 1 0,0 24-7 0,0-12 0 0,0 12-1 0,0 0-1 0,0-13 0 0,0 2 0 0,0-2-1 0,12 15 2 0,-12-26-1 0,0 0 0 0,12 0 1 0,-12-12-1 0,37-26-1 0,-13 14-1 0,0 1 0 0,11-1 1 0,-22 0-1 0,11 10 0 0,2 3 0 0,-15 11 0 0,0 11 0 0,2 15 2 0,-1-2 4 0,-12 0-2 0,0 0-1 0,0 0 0 0,12 1 0 0,0-25-1 0,-12 12-1 0,12-12-2 0,-12 0-122 0</inkml:trace>
  <inkml:trace contextRef="#ctx0" brushRef="#br0">1257 12495 6 0,'0'0'10'0,"0"0"-2"0,0 0 5 0,-11 0 2 0,11 0-2 0,0 0-7 0,-13-13-2 0,13 13 0 0,13 0 1 0,11-11 0 0,0-2 2 0,12 1 1 0,13-12 0 0,0 12 4 0,11-25-1 0,0 13-3 0,12-13 0 0,-11 2-2 0,0-2 1 0,-1 0-3 0,-11 13-1 0,-13 0-1 0,-1 13 0 0,-10-1-2 0,0 0 0 0,-1 12-2 0,12-12-14 0,-24 12-49 0,-12 0 2 0</inkml:trace>
  <inkml:trace contextRef="#ctx0" brushRef="#br0">2830 17418 255 0</inkml:trace>
  <inkml:trace contextRef="#ctx0" brushRef="#br0">327 12652 22 0,'0'0'0'0,"0"-12"26"0,-14 12-18 0,14-12-3 0,0 0-1 0,-11 0 13 0,11 0-8 0,0-1-6 0,0 13 1 0,0 13-1 0,0 11-2 0,-11 12 1 0,11 24 0 0,0-35-1 0,-13 35-1 0,13 1 1 0,0-13-1 0,0-12 1 0,0-12-3 0,0 1 0 0,0-13-9 0,13 0-13 0,-13-12-12 0,0 0 15 0</inkml:trace>
  <inkml:trace contextRef="#ctx0" brushRef="#br0">242 12579 23 0,'0'0'0'0,"0"-13"3"0,12 13 0 0,0-23 6 0,24-1 5 0,1 12-2 0,0 0-4 0,-2-1-3 0,-11 26 0 0,13-1-1 0,-26 12-1 0,-11 11 0 0,0 15-1 0,-11-14-1 0,-26 0 0 0,13 1 0 0,-11-13 1 0,10-13 0 0,-13 2 1 0,27-13 1 0,-13 0 0 0,24 0-1 0,0-13-1 0,0 13 2 0,13 0-1 0,9 0-2 0,4 13-1 0,11-13 1 0,-2 24 0 0,2-13-1 0,-13 2 1 0,12 11-4 0,-12-11-9 0,0 11-12 0,-24-13-5 0,12 2 2 0,1-1 0 0</inkml:trace>
  <inkml:trace contextRef="#ctx0" brushRef="#br0">605 12869 3 0,'0'0'9'0,"0"0"5"0,12-11-2 0,-12 11-2 0,12-13 1 0,12-11-3 0,-12 24-5 0,12-24 7 0,1 11-5 0,46-59 12 0,-71 59-15 0,0 2 0 0,0 11 0 0,-11-13 0 0,0 2 3 0,-26-1-1 0,13 12 0 0,-13 0-1 0,13 12 0 0,0 12-1 0,0 0-1 0,12 1-1 0,12-2 0 0,12 1 1 0,48 25 1 0,-35-37-2 0,11-12 2 0,0 13-1 0,-1-13 0 0,2-13 0 0,-11 1-1 0,-15 0-1 0,13-25 1 0,-12 13 0 0,12-11 0 0,-24-2 1 0,12-11-4 0,-12 36 3 0,0-73-1 0,0 49 1 0,0-13 0 0,-12 25 0 0,12 0 0 0,-12 11 0 0,12 13 0 0,0 0 1 0,0 25 0 0,0 11 0 0,0 1 0 0,0-13 0 0,-12 36-1 0,12-11 1 0,0-2 0 0,12 3 1 0,0-15-1 0,0 2-1 0,-12-26 1 0,12 14 0 0,0-13 1 0,1 1-2 0,-13-13-1 0,24 0-18 0,-24-13-27 0,12 13-15 0</inkml:trace>
  <inkml:trace contextRef="#ctx0" brushRef="#br0">1101 12784 56 0,'0'0'0'0,"0"0"41"0,0-11-26 0,0 11 2 0,0-13-2 0,-12 13-9 0,12-11-6 0,0 11-45 0,0 0-50 0</inkml:trace>
  <inkml:trace contextRef="#ctx0" brushRef="#br0">339 9894 28 0,'0'0'10'0,"0"-12"-1"0,0 12-3 0,-12-12 11 0,12-13-8 0,-14 14-3 0,14-2 1 0,0 2 1 0,0-2-2 0,14 13-1 0,-14-12 3 0,12 12-1 0,-12 25-2 0,12-1-2 0,-12 12 0 0,0 0-2 0,0 13 1 0,12-1-2 0,-12 1-1 0,0-1 1 0,0-12 1 0,0-12 1 0,0 1 2 0,0-13 1 0,13-1-1 0,-13-11 2 0,11 0 0 0,0 0-2 0,14 0-1 0,-13 0-1 0,25 0-2 0,-26 0 1 0,26-11-1 0,-13-1 0 0,0-2-2 0,13 3-5 0,-25-2-18 0,12 13-21 0,-12-11-38 0</inkml:trace>
  <inkml:trace contextRef="#ctx0" brushRef="#br0">714 9955 45 0,'-12'0'33'0,"12"-12"-26"0,0 12-4 0,-13 0 7 0,2 0-3 0,11 0-2 0,-13 0 0 0,13 24-1 0,-12-12-2 0,12 24-1 0,0-13 0 0,12 3 0 0,1-2 1 0,-2-12-1 0,14 0 1 0,0-12 1 0,-1 0 1 0,-13 0-1 0,25-24 1 0,-24 12-2 0,14-12 0 0,-15-1 0 0,0 1-1 0,2 0 0 0,-26 0 0 0,13 12-1 0,-22-13-1 0,-4 25-3 0,2-12-7 0,11 12-15 0,2 12 3 0,-13 0-30 0,13 1 26 0</inkml:trace>
  <inkml:trace contextRef="#ctx0" brushRef="#br0">1004 9979 37 0,'0'0'13'0,"0"0"-5"0,0-12 3 0,12 0 3 0,-12 0-3 0,0-13-1 0,12 13 2 0,-12 0-4 0,0 12-1 0,0-12-3 0,-12 12-1 0,12-12-1 0,-12 12 0 0,0 12-1 0,0 0 0 0,0 0-1 0,-1 0 0 0,13 13-1 0,-12-1 3 0,12 0-2 0,0-12 1 0,12 12-1 0,-12-13 0 0,13 3 1 0,-1-14-1 0,0 12 0 0,0 0 0 0,0 0 0 0,0 12 1 0,-12 0 0 0,13 0-1 0,-13 24 2 0,0-35 0 0,0 11 1 0,-13-13 0 0,1 2 0 0,0-13-1 0,12 0 0 0,-12 0-2 0,0-13 0 0,12 2 1 0,0-13-1 0,-12 11-1 0,12-24 0 0,0 26 0 0,12-26-2 0,0 26-3 0,0-13-2 0,0 0-3 0,0-2-4 0,1 15 0 0,-2-13 4 0,2 12 8 0,11-12 1 0,-12 12 2 0,-12 0 0 0,12 12 2 0,1-13 1 0,-13 1 4 0,11 12 2 0,2-12-1 0,-13 0-2 0,11 0-2 0,-11 12-1 0,11 0 3 0,-11 0-3 0,0 12 0 0,0-12-3 0,0 24 1 0,13 1 0 0,-13-25-1 0,12 24 0 0,-12-24-4 0,0 12-13 0,0-12-26 0</inkml:trace>
  <inkml:trace contextRef="#ctx0" brushRef="#br0">1161 9664 104 0,'-11'0'9'0,"11"0"-8"0,-13-13-1 0,2 13 0 0,-2 0-7 0,13 0-11 0,0 0-13 0</inkml:trace>
  <inkml:trace contextRef="#ctx0" brushRef="#br0">1330 9580 50 0,'0'0'31'0,"0"-12"-29"0,-12 0 6 0,12 0 5 0,-12-1-2 0,12 13-4 0,-12-13-3 0,12 13 2 0,0 26-3 0,0 34 3 0,12-24-2 0,-12 1-1 0,12-2-1 0,-12 2 1 0,12-1-2 0,-12-11 1 0,13-1-2 0,-1-13 2 0,-12 2-1 0,12-13 0 0,0 0 0 0,12 0-1 0,-12-13-2 0,1 2-8 0,23-13-18 0,-24-1-25 0,0 13-6 0</inkml:trace>
  <inkml:trace contextRef="#ctx0" brushRef="#br0">1233 9736 77 0,'0'0'4'0,"0"0"-5"0,0 0 1 0,0 0 1 0,13-11 0 0,-2-2-1 0,14 13-2 0,23-23-42 0,-35 23 15 0</inkml:trace>
  <inkml:trace contextRef="#ctx0" brushRef="#br0">1718 9580 75 0,'0'0'9'0,"12"-12"4"0,12 0 8 0,-12 0-11 0,48-25 7 0,-11 1-1 0,11-1-3 0,-10 13-5 0,9-12-2 0,-11 11-4 0,1 1-1 0,-25 24 0 0,-12-11-5 0,-12 11-22 0</inkml:trace>
  <inkml:trace contextRef="#ctx0" brushRef="#br0">12676 15397 51 0,'0'0'0'0,"0"0"46"0,0 0-29 0,12 0-8 0,-12-11-5 0,13 11-1 0,-13 0-3 0,11 0-2 0,2 0-10 0,-2 0-17 0,0 0-18 0,-11 0 16 0</inkml:trace>
  <inkml:trace contextRef="#ctx0" brushRef="#br0">12954 15360 64 0,'0'0'0'0,"0"0"13"0,0 0-10 0,0 0 4 0,12-11-1 0,-12 11-5 0,12 0-10 0,13 0-21 0,-25 0-15 0</inkml:trace>
  <inkml:trace contextRef="#ctx0" brushRef="#br0">13208 15360 71 0,'0'0'11'0,"12"0"-2"0,-12 0 1 0,12-11 5 0,0 11-7 0,0 0-7 0,0 0-2 0,-12 0-23 0,12 0-62 0</inkml:trace>
  <inkml:trace contextRef="#ctx0" brushRef="#br0">13922 15118 73 0,'0'0'14'0,"-12"-11"-7"0,12 36-6 0,0-13 10 0,0 36 2 0,0 0-5 0,-13 0-5 0,0 13-1 0,13-24-1 0,0-2-1 0,0-11 0 0,0-11 0 0,0-1-2 0,13-12-10 0,-13 0-48 0,0-12 7 0</inkml:trace>
  <inkml:trace contextRef="#ctx0" brushRef="#br0">13849 15059 6 0,'0'0'7'0,"0"0"5"0,0 0-3 0,0-12 0 0,0 12-3 0,0-12-3 0,24 12 0 0,-13 0 1 0,27-12-1 0,-2 12 1 0,0 0 2 0,13 0-1 0,-13 0-2 0,-24 12-2 0,0 12 0 0,0-12 0 0,-24 12 1 0,-24-1-1 0,-13 15 0 0,13-14-1 0,-12-1 0 0,24-10 0 0,11-2-1 0,0-11 2 0,13 0-2 0,0 13 1 0,26-13 1 0,11 11-2 0,10-11 1 0,13 26 0 0,1-15 0 0,-25 13-1 0,13 0 1 0,-25 0 0 0,-24-11 1 0,0 11 3 0,0-11 6 0,-48-2 7 0,-1 2-14 0,1-13-1 0,-13 11-1 0,12-11-1 0,2 13 0 0,22-13-3 0,12 0-17 0,13 12-27 0,0-12 14 0</inkml:trace>
  <inkml:trace contextRef="#ctx0" brushRef="#br0">14478 15288 77 0,'0'0'0'0,"-24"-23"13"0,-11 9-8 0,-3 3 6 0,2 11 2 0,-12 25-5 0,11-2-3 0,13 14-3 0,0 11 0 0,12 13-2 0,12-25 0 0,24 0 0 0,-12-23 0 0,23-2-1 0,3-11 0 0,-2-24 1 0,0-12 0 0,-12 0 1 0,-10-1 0 0,-3-11-1 0,-11 11 1 0,0 26-1 0,0-13 0 0,0 24 1 0,-11 0-1 0,11 11-1 0,0 2 2 0,11 11-2 0,-11 0 1 0,24 0 0 0,0-11 0 0,-12 11 0 0,24-13 1 0,-24 2-1 0,25-13-1 0,-25 0 1 0,12 0 0 0,-12-13 1 0,1-11-1 0,-2 13 0 0,0-26 1 0,-11 13-1 0,-11 0 1 0,11 11 0 0,-11 2 1 0,11 11-2 0,11 11-1 0,0 2 2 0,3-2-1 0,-14 13 0 0,25-11 0 0,-25-2 0 0,11-11 0 0,2 13 0 0,-2 0 0 0,0-13 1 0,2 0 0 0,-13 0 1 0,12 0 2 0,-12-13-1 0,0 0 1 0,0 2-1 0,0-2-1 0,0 2 1 0,0-2-2 0,0 13 0 0,0 0 0 0,0 0-1 0,0 0 0 0,0 0 1 0,0 0-2 0,0 0 10 0,0 0-3 0,0-11-5 0,0 11-1 0,0-13 1 0,0 13-1 0,0 13-2 0,12-13 2 0,-12 24 0 0,12 0 0 0,-12 13 0 0,12 11 0 0,1 0 0 0,-2 0 0 0,-11 1 0 0,25 24 0 0,-13-37 0 0,-36-12 0 0,11-24 0 0,-23 11 0 0,0-11 1 0,12-11-1 0,-11-1 0 0,10 0 1 0,0 12-1 0,14-12 0 0,11 0 0 0,11 12 0 0,14-12-1 0,11 0 0 0,-1-1-1 0,14 0 0 0,12-10 1 0,12-13 1 0,-37 11-1 0,36-35 1 0,-35 24 1 0,-13-1-1 0,-24 0 0 0,0 13 1 0,0-11 0 0,-24 35 0 0,-2-13 0 0,15 2-1 0,-13 22 0 0,0 2 1 0,0-2-1 0,24 26-1 0,-12-13 1 0,24 0 0 0,0 0 0 0,13 13-1 0,-1-25 2 0,-2 0-1 0,28-12-1 0,-26 0 0 0,24-12 0 0,-11 0 0 0,-13-12 1 0,0 0 0 0,0 11 0 0,-12 2 0 0,1-2 0 0,-13 13 0 0,0 0-1 0,0 0 0 0,0 13 1 0,0 11 0 0,0-13 0 0,-25 2 0 0,13 11 0 0,-24 0-4 0,-1-12-28 0,-11 0-82 0</inkml:trace>
  <inkml:trace contextRef="#ctx0" brushRef="#br0">15627 15277 53 0,'0'0'0'0,"-12"-26"18"0,12 26-12 0,0-11 1 0,0 11-1 0,12 25-4 0,-12-2 1 0,12 14-2 0,-12 11 0 0,12-11-1 0,-12-2 1 0,0-22-1 0,12-1 3 0,-12-24 19 0,0-1-19 0,0-11 0 0,12-11 0 0,-12 9 0 0,37-33 2 0,-25 35-3 0,12 12-1 0,1-2-1 0,-14 3 0 0,13 11-1 0,-11 11-9 0,-1-11-5 0,24 26-38 0,-25-15-2 0</inkml:trace>
  <inkml:trace contextRef="#ctx0" brushRef="#br0">16002 15265 52 0,'0'0'13'0,"-12"0"-4"0,12 0 5 0,-12 0-5 0,12 0-2 0,0 23 0 0,0 1-2 0,0 13-3 0,12-13-1 0,0 0 1 0,12-11-2 0,0-2 1 0,-12 2-1 0,13-2 1 0,-1-11 1 0,-24-11 0 0,24-13 0 0,-12 11-1 0,1-24 0 0,-2 13 1 0,-11 0 0 0,11 0 1 0,-11 13 0 0,0 11 0 0,0-12-3 0,0 24 0 0,0 12 0 0,14-13 0 0,-2 13 0 0,0 0 0 0,13 2 0 0,-3-2-1 0,3-13 2 0,-1 2-1 0,-10-2 0 0,-3-11 0 0,0-11 0 0,2-2 1 0,-1 2-1 0,0-26 0 0,-12 0 1 0,12-11 0 0,-12 0-1 0,0-12 1 0,0 12 0 0,0-1-1 0,0 1 1 0,0 23 0 0,0 13-1 0,0 12 1 0,0 0 0 0,0 0-1 0,-12 25 0 0,12-1 0 0,0 12 0 0,0 13-1 0,0-13 2 0,12 12-2 0,12 1 0 0,1-13 1 0,11-1 0 0,12-11 1 0,-13 2-1 0,15-15 0 0,-2-11 1 0,-11 0-1 0,-24-11 0 0,22-2-1 0,-23-11-1 0,0 0 1 0,-24 0 0 0,0 0-1 0,-12 12 2 0,13 12-1 0,-27 0 1 0,13 0 0 0,14 12 1 0,0 23-1 0,-2 2 0 0,13-13 1 0,24 0 0 0,-13 0 0 0,26-11 0 0,11-2 1 0,1-11 0 0,12-11-1 0,-13-2 0 0,25-22 1 0,-61 9-9 0,-12 15-18 0,0-13-63 0</inkml:trace>
  <inkml:trace contextRef="#ctx0" brushRef="#br0">13244 15010 30 0,'-12'0'10'0,"0"25"-4"0,-13 11-2 0,14 49 7 0,22-61-5 0,2-12 4 0,11-12 3 0,24 0-3 0,-11-12-3 0,-13-12 0 0,25 0-1 0,-13-13-1 0,24-11 4 0,1-1-3 0,-26 13-2 0,39-36 2 0,-38 35-5 0,36-24 2 0,-23 26-2 0,-25 22-1 0,1-11-6 0,-14 24-33 0,-11 0-42 0</inkml:trace>
  <inkml:trace contextRef="#ctx0" brushRef="#br0">22063 2165 30 0,'0'-13'26'0,"-13"2"-14"0,13-2-1 0,-12 13 8 0,12-11-2 0,0 11-2 0,0 24-12 0,12 13 1 0,1-2 2 0,-2 14-2 0,0 60-2 0,-11-36 0 0,13-13-1 0,-13-12-1 0,0-11 1 0,0-2-2 0,0-22-1 0,-13-2-9 0,13-22-19 0,0-2-25 0,-11 2 23 0</inkml:trace>
  <inkml:trace contextRef="#ctx0" brushRef="#br0">22024 2128 65 0,'0'-11'18'0,"26"-2"-16"0,9 2 7 0,-11 11-2 0,25-13 3 0,-13 26-4 0,-11-2-2 0,-1 26 5 0,-24 0-4 0,0-2 0 0,-24-11-3 0,-12 13-1 0,-13 0 0 0,0-26-3 0,27 2-6 0,9-13-13 0,13 0-25 0,0-13-2 0</inkml:trace>
  <inkml:trace contextRef="#ctx0" brushRef="#br0">22255 2202 4 0,'0'0'15'0,"0"11"7"0,12 2-5 0,1-2-5 0,-13 2-1 0,12-1 0 0,12 0-1 0,0 0-1 0,-12-12-3 0,23 12-3 0,-22-12 0 0,12-12 0 0,0 12 1 0,-3-24-1 0,-9-1-1 0,11 14 1 0,-24-26 0 0,12 13 2 0,-12 0 0 0,0 11 0 0,0 2 2 0,0-2-2 0,-12 13-1 0,12 0-3 0,0 13-1 0,-13 11 0 0,13 13 1 0,13 11 0 0,-1 37-1 0,13-13 1 0,-14-11-1 0,-11-13 0 0,0-1 1 0,0-9 3 0,-11-15 3 0,-14 1-2 0,-59 13-2 0,47-37-3 0,-11 0-1 0,24-13-11 0,12-22-17 0,0-1-34 0,24 11-16 0</inkml:trace>
  <inkml:trace contextRef="#ctx0" brushRef="#br0">22618 2298 63 0,'0'0'7'0,"-12"-12"-4"0,0 12 2 0,12-12 3 0,0 0 4 0,0 0 1 0,0 12-5 0,12 0-3 0,0 0-1 0,-12 0 1 0,0 0-1 0,12 12 2 0,-12-12-2 0,12 12-1 0,0 12 0 0,-12 13-1 0,13-13 0 0,-13 0 0 0,0-1-1 0,0-10 0 0,0 0-1 0,0-13 2 0,0 0 4 0,0-13-4 0,-13 13-1 0,13 0 1 0,0-13 0 0,0 13-1 0,0 0 3 0,0 0-4 0,0 0 9 0,0 0-7 0,0 0 0 0,0-11-2 0,0-1 1 0,0 0-1 0,0-12 0 0,0 12 0 0,13-12-1 0,-13-1 2 0,12 1-1 0,0-1 0 0,0 14 0 0,12-13 0 0,-12 11-2 0,1 2-8 0,-13 11-18 0,11 11-20 0,13-11-28 0</inkml:trace>
  <inkml:trace contextRef="#ctx0" brushRef="#br0">22981 2298 80 0,'0'0'23'0,"-12"0"-16"0,12 0-4 0,0 0 5 0,0-12 0 0,12 0-1 0,-12 0-2 0,0 0-1 0,0-1-1 0,0 2-1 0,0-2 2 0,-24 13-2 0,11 13-1 0,-23 11 2 0,0 24-2 0,12-11 0 0,13 11 0 0,11-12-1 0,0 1 1 0,11-25-1 0,13 0-1 0,-12-12 1 0,37-36 0 0,-25 11 0 0,-12-11 0 0,0 0 0 0,0 11 0 0,-12 1 0 0,0 0-1 0,0 0 1 0,0 24 0 0,0 0 0 0,0 0 1 0,0 48-1 0,12-24 0 0,0 25 0 0,12-25-8 0,-11 0-22 0,-1 1-23 0,0-13-12 0</inkml:trace>
  <inkml:trace contextRef="#ctx0" brushRef="#br0">23161 2262 86 0,'0'0'14'0,"13"0"13"0,-13 24-20 0,0 12-3 0,13 1-2 0,-13-13-1 0,0 12-1 0,12-23 1 0,-12-1-1 0,0 0 0 0,12-12 0 0,-12-12 2 0,0 0-1 0,13-14-1 0,-13 3 1 0,11-13-2 0,0 11 1 0,2 1 0 0,-1-12 0 0,0 24 0 0,14-12 0 0,-15 24 1 0,0 0 0 0,2 0 2 0,-1 36-1 0,0 13 0 0,-12-13 0 0,12 0-1 0,-12-13-1 0,12 3 1 0,-12-26-1 0,12 12 0 0,-12-12 0 0,0 0 1 0,12-25 0 0,0-23-2 0,1 12 1 0,-1-13 0 0,0 37 1 0,0 0-2 0,0-13 2 0,12 25-1 0,-24 0 0 0,13 13 0 0,-2-1 0 0,-11 37 1 0,11-13-1 0,-11-12 0 0,14 0-6 0,-14-13-10 0,0 2-14 0,12 0-59 0</inkml:trace>
  <inkml:trace contextRef="#ctx0" brushRef="#br0">23707 2237 91 0,'0'0'12'0,"-11"0"-8"0,11 0 3 0,0 13 0 0,0-1-1 0,0 12-1 0,11 12-2 0,-11-11-2 0,0 11 2 0,11-24 0 0,-11 12-2 0,0-11-1 0,13-1 0 0,-13 0-1 0,0 0-12 0,0-12-105 0</inkml:trace>
  <inkml:trace contextRef="#ctx0" brushRef="#br0">23658 2141 89 0,'0'0'0'0,"-12"-13"33"0,-12 2-32 0,24 11-1 0,0-13-10 0</inkml:trace>
  <inkml:trace contextRef="#ctx0" brushRef="#br0">23961 2117 31 0,'0'-24'57'0,"0"11"-35"0,0 2-5 0,13-1-7 0,-2 12-2 0,-11 0 2 0,0 23-5 0,0-10-3 0,0 35 0 0,0-11 0 0,0 11-1 0,13 24 0 0,-2-23-1 0,0-13 1 0,2 0 0 0,-13-11-1 0,0-13 0 0,0 0 1 0,0 0 0 0,0-12 1 0,0-12-2 0,-13-12 0 0,13 12-2 0,-11-37-6 0,0 25 3 0,-13-13-1 0,11 26 5 0,1-2 0 0,-2 13 3 0,-21 13 0 0,23 11 1 0,0 0 0 0,0 12 0 0,12-12-1 0,0 1-2 0,24-13 1 0,1 0-1 0,-3-12-1 0,17 0 0 0,-15 0-12 0,11-24-25 0,2 12-61 0</inkml:trace>
  <inkml:trace contextRef="#ctx0" brushRef="#br0">24190 2311 94 0,'0'0'9'0,"0"0"4"0,0 0-2 0,0 24 0 0,0 0 0 0,0 12-6 0,0 1-2 0,13-1-1 0,-13-12-2 0,0-1 0 0,0 1 0 0,0-11-2 0,0-13-15 0,0 0-27 0,0 0-27 0</inkml:trace>
  <inkml:trace contextRef="#ctx0" brushRef="#br0">24178 2080 110 0,'0'0'12'0,"-12"0"-11"0,0 13 0 0,12-2-9 0,0 2-22 0,0-2-43 0</inkml:trace>
  <inkml:trace contextRef="#ctx0" brushRef="#br0">24361 2322 66 0,'0'0'7'0,"0"0"-6"0,0 0 1 0,0 25 8 0,0-1-2 0,0-12 5 0,0 24-2 0,-13-11-5 0,13 11 4 0,0-24-6 0,0 11-1 0,0-10-2 0,0-13 0 0,13 0 0 0,-13 0 0 0,22 0 0 0,2-24-1 0,-11 12 1 0,-1 0-1 0,-12-12 0 0,0 0 1 0,0 11 0 0,-12 0-1 0,-12 2 0 0,11-1 1 0,-9 0-1 0,9 12 1 0,13 0-1 0,0 0 0 0,0-12 0 0,59 0 0 0,-22 0-1 0,0-1 2 0,-1 13 0 0,0 0 1 0,-11 25 3 0,-13-1 2 0,-12 0-1 0,0 13 0 0,0-13-3 0,0 0-1 0,0 0-2 0,0-24 1 0,0 11-1 0,0-11 0 0,0-11 0 0,12-1 0 0,0-24 0 0,12-1 0 0,-24 1-1 0,12 0 2 0,12 11-2 0,-13 14 1 0,2-2 0 0,12 13 1 0,0 24 1 0,-3 1 1 0,2-1 0 0,1 11-2 0,-11 3-1 0,-3-2-14 0,-11 12-74 0,0-24 25 0</inkml:trace>
  <inkml:trace contextRef="#ctx0" brushRef="#br0">23586 3314 63 0,'0'0'0'0,"0"0"21"0,-12 13 8 0,0 11-14 0,-13 12-4 0,1 12 0 0,0 13-3 0,-12-13-1 0,11 13-1 0,1-26 0 0,12 14 2 0,0-24-3 0,0-25-1 0,12 11-3 0,-12-11 0 0,24 0-2 0,-12-11-5 0,0-2-16 0,-12 13-34 0,12-12-40 0</inkml:trace>
  <inkml:trace contextRef="#ctx0" brushRef="#br0">29899 14019 255 0</inkml:trace>
  <inkml:trace contextRef="#ctx0" brushRef="#br0">23718 2891 56 0,'0'-12'13'0,"13"-12"-3"0,-13 24 5 0,0 0 11 0,-13 24-22 0,2 0 0 0,0 13 1 0,11 11 2 0,-26 12 1 0,14 1-2 0,-13-13-1 0,-10 13-1 0,23-13-2 0,-12-12-2 0,-1-11-1 0,14-1-22 0,11-24-97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14538 7608 23 0,'0'-13'7'0,"0"13"-3"0,-12 0 1 0,12 0 0 0,0-11-2 0,0 11 0 0,0-12 2 0,0 0 0 0,12 0 2 0,-12 0-1 0,0 12-1 0,13-12-1 0,11 0-1 0,-12-1-1 0,0 0-1 0,25 2 0 0,-1-1 1 0,13-12-1 0,-14 24 0 0,13-12 0 0,1 0-1 0,-1 12 1 0,1-13-1 0,11 13 0 0,-11-11 0 0,11 11 0 0,12-13 0 0,-11 13 0 0,12 0 1 0,-12 0 0 0,-1 0-1 0,11 0 1 0,-10 0 0 0,0 13-1 0,24-2 1 0,-36-11-1 0,11 0 0 0,24 13 1 0,-23-13-2 0,11 12 1 0,-11-12 1 0,10 0 0 0,-8 0 0 0,8 12 0 0,-10-12-1 0,12 12 1 0,-1-12-1 0,-25 12 0 0,51 0 0 0,-26-12 1 0,1 11-1 0,12-11-1 0,-12 13 2 0,11-13-1 0,13 0 0 0,-12 0 1 0,11 13-1 0,85-13 0 0,-95 0-1 0,10 0 1 0,0 0 1 0,-11 0-1 0,13 0 1 0,-1 0-1 0,-1-13 0 0,0 13 0 0,2-13 0 0,84 2 0 0,-97-1 0 0,10 0 1 0,-10 12-1 0,0-12 0 0,-1 0 0 0,-11 0 1 0,-1-12-2 0,13 11 1 0,-24 1 0 0,-1 0 1 0,1-12-1 0,-13 11 1 0,0-11 0 0,1 13 0 0,-13-2 0 0,13 2 0 0,-25-2-1 0,-12 13 0 0,13-13 0 0,-14 13 1 0,2 0-1 0,-2 0 0 0,-11 0 0 0,11 13 1 0,-11-13 0 0,0 0 0 0,13 0 0 0,-13 13 0 0,13-2 0 0,0 2-1 0,-13-2 0 0,22 13 1 0,-9-11-1 0,11-1 0 0,12 0 1 0,1 0-1 0,-1 0 0 0,13 1 1 0,-1-2-1 0,0 2-1 0,13-13 1 0,-1 12 2 0,0-12-1 0,1 0-1 0,12 0 1 0,-12 0-1 0,24 0 0 0,-14 0 0 0,2 0 0 0,0 0 0 0,12 0 0 0,-13 0 0 0,12-12 0 0,-11 12 1 0,24 0-1 0,-49-13 0 0,146 2 0 0,-146 11 0 0,61-13-1 0,-25 1 1 0,-23 12 0 0,24-12 0 0,23 12 1 0,-23 0-1 0,0-12 0 0,-1 12 0 0,13 0 0 0,13-12 0 0,-14 12 0 0,0-13 0 0,1 13 0 0,12 0 0 0,0 0 0 0,0-11 0 0,0 11 0 0,0 0 0 0,-13 0-1 0,13 0 1 0,0 0 1 0,0 0-1 0,0 0 0 0,0 0 0 0,12 0 0 0,-12 0-1 0,11 0 1 0,-10 11 1 0,-3 2-1 0,3-13 0 0,-1 24 1 0,-37-12-1 0,63 24 0 0,-40 1 0 0,-10 23-9 0,-26 13-88 0</inkml:trace>
  <inkml:trace contextRef="#ctx0" brushRef="#br0">15386 5770 10 0,'22'-13'16'0,"-9"2"-4"0,12-14 14 0,-25 25-12 0,-12-12 1 0,-14 12-6 0,-9 0-4 0,-13 0-2 0,-49 37 5 0,60-13-6 0,13-13-2 0,0 14 1 0,11-1-2 0,13 0 0 0,25-12 0 0,11 25 1 0,13-25 0 0,-1 24 1 0,13-24-1 0,-13 25 0 0,-11-25 1 0,-13 12-1 0,-24-12 3 0,0 12 4 0,-24-13-2 0,-24 13-1 0,-1-24-2 0,-12 14-2 0,-11-2 0 0,11-12-1 0,13-12-16 0,37-2-12 0,11 3-13 0,11-2 4 0</inkml:trace>
  <inkml:trace contextRef="#ctx0" brushRef="#br0">15542 6024 35 0,'12'0'14'0,"-12"0"-11"0,13 12 4 0,-13-12 5 0,11 0 0 0,-11 0-2 0,13-12-1 0,-13 0-3 0,12 0-3 0,0-14-1 0,0 3-1 0,-12 11 0 0,0-24 1 0,0 24 1 0,-12-13 1 0,-12 25 1 0,11 0 0 0,-11 0-2 0,0 13 0 0,11 23-2 0,13-12 0 0,0 11-1 0,0-9 0 0,13-2-1 0,11 0 1 0,13-13 0 0,-1 2 0 0,-12-13 0 0,13 0 1 0,-13-13-1 0,0 2 1 0,0-13 0 0,0 0-1 0,-13 12 1 0,2-13 0 0,0 13 1 0,-1 0 0 0,-12 0 0 0,12 12 0 0,1 0 0 0,-13 0 2 0,11 12-2 0,0 12-1 0,2-13 0 0,-1 15-1 0,0-14 0 0,-12 0 1 0,0 0-1 0,12-12 1 0,2 0 0 0,-14-12 0 0,11-12 0 0,13-2 0 0,0 15-1 0,-12-13 0 0,24 12 0 0,-24 0-1 0,13 0 2 0,-13 24-1 0,0 0 0 0,0 12 1 0,-12-12 0 0,12 13-1 0,0-13 0 0,-12 12-2 0,13-24-9 0,-13 12-21 0,11 0-20 0,-11-12-10 0</inkml:trace>
  <inkml:trace contextRef="#ctx0" brushRef="#br0">16352 5672 55 0,'0'-11'7'0,"13"-2"-3"0,-1 2 4 0,-12 11 8 0,12 0-5 0,-12 0 0 0,0 24 1 0,0 0-4 0,0 12-4 0,-12 24 0 0,24 1 0 0,-12-12-3 0,12-1 1 0,0-13-1 0,0-9 1 0,0 10-1 0,-12-24 0 0,0-1-1 0,0-11 1 0,0 0 2 0,0 0 0 0,-12-23-3 0,-12-25-4 0,-12 23 3 0,23 13 1 0,-23 0 0 0,12 12-1 0,-1 12 1 0,3 0 1 0,9 13 0 0,1-1 0 0,12 0-1 0,12-1 1 0,12-10 0 0,12-2-1 0,2-11 1 0,21-24-6 0,14 13-29 0,-25-13-50 0</inkml:trace>
  <inkml:trace contextRef="#ctx0" brushRef="#br0">17066 5879 29 0,'49'-13'11'0,"-1"1"13"0,-12 12-17 0,-36 12 0 0,12 1 0 0,-12 11 0 0,-12 24 3 0,-12-25-3 0,12-9 0 0,-12-2-1 0,11 0-2 0,2 0-1 0,0-12-2 0,22 0-5 0,0-12 3 0,26-12 2 0,-1-1-2 0,1 1 0 0,11-12 0 0,0-1 0 0,2 1 1 0,-15 12 0 0,-11 12 0 0,-24 12 2 0,0 0 3 0,-13 0-3 0,2 0 0 0,-24 24 1 0,-15 24 3 0,39-35-5 0,-2 11-1 0,13 0 0 0,13-12-1 0,-2 12-3 0,14-13-13 0,-13 3-17 0,25-14-31 0</inkml:trace>
  <inkml:trace contextRef="#ctx0" brushRef="#br0">17586 5951 54 0,'0'0'0'0,"-12"23"43"0,12-9-43 0,0 10 1 0,0 0 4 0,0-1-1 0,-12 1-2 0,0-11-2 0,12 12-4 0,-12-13-14 0,12-12-18 0,0 0-11 0</inkml:trace>
  <inkml:trace contextRef="#ctx0" brushRef="#br0">17732 5854 27 0,'0'0'20'0,"12"-12"-16"0,0-12 3 0,1 12 8 0,9 0-5 0,-9 12-5 0,-13 0 0 0,24 0-3 0,-12 0 0 0,13 0-1 0,-1 0 1 0,0 0 0 0,-12 0 0 0,0 12 0 0,-12-12-1 0,12 12 2 0,-12-12 1 0,-12 12-1 0,0 0-2 0,0 0 0 0,0 0 1 0,-13 13-1 0,14-1 0 0,-14-12-1 0,13 24 0 0,-12-25 0 0,11 15 0 0,13-14 1 0,-11-12 0 0,11 12 0 0,11-12 1 0,2 0 3 0,-2 12 1 0,14-12-3 0,11 0-1 0,13 0 0 0,-13-12-1 0,-11 12 0 0,-13 0-3 0,0-12-11 0,-12 12-15 0,0 0-59 0</inkml:trace>
  <inkml:trace contextRef="#ctx0" brushRef="#br0">17538 5685 30 0,'0'-13'13'0,"0"13"-5"0,0 0 7 0,0 0-4 0,0 0-6 0,0 24 3 0,12 1 0 0,-12 11-4 0,0 13-1 0,0 11 0 0,0-11-2 0,0-1 1 0,0 1 0 0,0-13-1 0,0 12 0 0,0-23 0 0,0-2-1 0,0-10 0 0,0-2 0 0,0-11-1 0,-12 0-5 0,12 0-9 0,0 0-19 0,0-24-6 0</inkml:trace>
  <inkml:trace contextRef="#ctx0" brushRef="#br0">17599 5648 22 0,'-13'0'21'0,"13"0"-16"0,0 13 16 0,0-2-8 0,0 26-4 0,0 11-3 0,0 13 0 0,0 0 0 0,0-1-2 0,13 1-2 0,-13-13 0 0,0-13 0 0,12-11-1 0,-12 2 0 0,0-26 0 0,0 11-1 0,0-11-4 0,0 0-14 0,-12 0-45 0,12 0 32 0</inkml:trace>
  <inkml:trace contextRef="#ctx0" brushRef="#br0">18518 5625 48 0,'0'0'8'0,"0"12"-2"0,0-1 7 0,12 13-2 0,-12 0-1 0,0 13-3 0,13 0-3 0,-13 11-2 0,0-12-1 0,0-11-1 0,0-1 0 0,0 0 0 0,-13-12 0 0,13 0-8 0,0-12-11 0,0 0-20 0,0 0 8 0</inkml:trace>
  <inkml:trace contextRef="#ctx0" brushRef="#br0">18385 5854 49 0,'0'-12'9'0,"0"12"-8"0,0 0-2 0,0-12 5 0,24 12 4 0,0-12-3 0,25 12-1 0,-13 0 0 0,11-12 1 0,16 12-1 0,32-12 8 0,-70 12-7 0,-13 0-2 0,0 12 1 0,-12-12 4 0,-12 12-1 0,0 12-4 0,-1-12-2 0,13 13 0 0,-12-13-2 0,12 0 0 0,12 0 0 0,13 0-1 0,-13-12 1 0,12 0 1 0,0 0 0 0,-12-24 1 0,12 12 2 0,-24-13 3 0,0 1 1 0,-11 0 0 0,-14 0-2 0,1 24-4 0,0-13-2 0,-13 26-8 0,13-13-17 0,0 36-92 0</inkml:trace>
  <inkml:trace contextRef="#ctx0" brushRef="#br0">19364 5648 100 0,'-12'-35'17'0,"12"22"-9"0,0 38 10 0,0-2-11 0,0 14-2 0,-13 11-3 0,13 0-1 0,0 1-1 0,13-13 1 0,-13 1-2 0,12-13-4 0,-12 0-11 0,0-24-9 0,0 12-10 0,0-12-2 0,0 0-1 0</inkml:trace>
  <inkml:trace contextRef="#ctx0" brushRef="#br0">19304 5685 37 0,'0'-13'23'0,"0"2"-13"0,13-13 3 0,9 12 2 0,-9 12-6 0,24-12 10 0,-13 12-9 0,-13 0-3 0,14 35 1 0,-25-22-5 0,-25 22-1 0,-10 26 1 0,10-37-5 0,25-11 0 0,0-1 0 0,14 0-1 0,10 0 1 0,23 0 1 0,-11 12 1 0,13-11 0 0,-25 11 1 0,-12-24-1 0,-12 24 3 0,0-12 4 0,-48 0 4 0,-1 0-10 0,0-1 0 0,3-11-1 0,7 0-5 0,28 0-8 0,0 0-17 0,11 0-86 0</inkml:trace>
  <inkml:trace contextRef="#ctx0" brushRef="#br0">19643 5672 92 0,'-12'0'22'0,"12"-11"-23"0,0 11-1 0,0 0 5 0,0 11 3 0,12 13 1 0,-12 1-1 0,0 11-4 0,0 1 0 0,0-1 0 0,-12-12 0 0,12 1 1 0,0-13-1 0,12 0 0 0,-12 0 0 0,12 0 1 0,13-12-1 0,-14 0-1 0,24 0-1 0,-9 0 1 0,9-12-5 0,-22 12-11 0,-2 0-10 0,2-12-13 0,-13 0-21 0</inkml:trace>
  <inkml:trace contextRef="#ctx0" brushRef="#br0">19619 5806 76 0,'0'0'0'0,"12"0"4"0,0-12-2 0,25-1 12 0,-13 13-10 0,11-11-1 0,-9 11-3 0,-4-13-14 0,-9 13-11 0,-2-11-28 0</inkml:trace>
  <inkml:trace contextRef="#ctx0" brushRef="#br0">19667 5637 78 0,'0'0'0'0,"0"0"0"0,24 0 0 0,11-12 3 0,15 0 0 0,-26 12-3 0,24 0 0 0,-11 0-7 0,-13 0-15 0,12 0-15 0,-24 0 20 0</inkml:trace>
  <inkml:trace contextRef="#ctx0" brushRef="#br0">19993 5625 16 0,'13'0'12'0,"-13"12"2"0,0 12 0 0,0 24 10 0,0-24-16 0,0 49-1 0,0-37-6 0,0-12 0 0,-13 1-1 0,13-13 1 0,0 0 2 0,0-12 1 0,-11 0-1 0,11 0-1 0,0 0 2 0,0-12-1 0,-13 0 0 0,13-13 0 0,0-11-1 0,0-13 0 0,13 14-2 0,-2-15 0 0,14 15 0 0,-1-1-1 0,47-13 3 0,-45 49-1 0,9 0 2 0,-10 11-1 0,-1 15-1 0,-24-2 1 0,12 11-1 0,-12-11 0 0,-12 13 0 0,-12-13 1 0,-12 0-1 0,12-11 0 0,-13-13-1 0,2 12 1 0,10-12 0 0,13-12 0 0,0 12 0 0,12-13-3 0,12 13-1 0,0 0 3 0,13 0 0 0,-3 0 0 0,2 13 0 0,2-1 1 0,-2 12-1 0,12 0 1 0,-24-12-2 0,24 13-3 0,-24-13-13 0,1 0-22 0,-1 0 12 0,-12-12-23 0</inkml:trace>
  <inkml:trace contextRef="#ctx0" brushRef="#br0">20476 5625 66 0,'0'0'0'0,"0"-12"18"0,0-1-13 0,13 13 8 0,-13 13 1 0,12 11-2 0,-12 11-3 0,0 2-4 0,13 0-2 0,-13 11-2 0,12 0 0 0,1-11-1 0,-13-13 1 0,11 0-1 0,-11-12 0 0,0-12-4 0,0 12-4 0,0-12-12 0,-11-12-16 0,-2-12-33 0</inkml:trace>
  <inkml:trace contextRef="#ctx0" brushRef="#br0">20356 5613 27 0,'0'0'9'0,"-12"0"-1"0,12 0 2 0,0 0 28 0,12-13-29 0,12 13 0 0,1 0 2 0,11-13 1 0,12 13 0 0,13-11 0 0,-1 11-2 0,1 0-4 0,-25-13-3 0,-12 13-1 0,-12 0-2 0,-12 0 0 0,-12 0-78 0,0 0 10 0</inkml:trace>
  <inkml:trace contextRef="#ctx0" brushRef="#br0">21094 5951 70 0,'0'-12'13'0,"0"0"-2"0,0 0-4 0,0 12 1 0,0 0 2 0,0 12-1 0,-12 24-3 0,0 1-3 0,0-1-2 0,0 0 0 0,12-1-1 0,-13-21-9 0,2-2-25 0,-2-12-53 0</inkml:trace>
  <inkml:trace contextRef="#ctx0" brushRef="#br0">21783 5830 30 0,'0'0'0'0,"0"-12"14"0,0 0-7 0,0 0 5 0,0 12-2 0,13 0-4 0,-2 0 1 0,-11 24-2 0,13 0 0 0,-1 13-3 0,-12-1-1 0,12-12 0 0,-12 0 0 0,0-13 1 0,0-11 4 0,0 0 5 0,0 0 9 0,0-23-16 0,0-1 0 0,0-24 1 0,36-1-4 0,-24 13-2 0,25 23-1 0,-13 2-8 0,12 11-17 0,-12 0-17 0,1 11-20 0</inkml:trace>
  <inkml:trace contextRef="#ctx0" brushRef="#br0">22219 5927 67 0,'0'0'0'0,"0"0"9"0,0-24-8 0,12 12 9 0,0-13-1 0,12 13-4 0,-11-12 0 0,-1 0-1 0,0-1 0 0,-12 1 0 0,0 13 2 0,0-2 1 0,-24 13-2 0,-13 0 0 0,1 13-1 0,12 11-1 0,-13 0-1 0,25 12-1 0,0-12 0 0,12 1-2 0,24-1 1 0,0 0 0 0,13-12-1 0,-1 0-6 0,13 0-12 0,-1-12-18 0,12 0-16 0,-35 0 25 0</inkml:trace>
  <inkml:trace contextRef="#ctx0" brushRef="#br0">22679 5818 77 0,'-12'-12'11'0,"-1"0"2"0,-23 12-2 0,12 0 2 0,0 12-2 0,-13 24-4 0,13-24-2 0,0 25-3 0,11-13-1 0,2 0-2 0,11 0 0 0,0-13 0 0,24 3 0 0,0-14 0 0,13 0 0 0,-13-25 1 0,0 13 0 0,12-12 0 0,-24-12-1 0,-12 24 2 0,12-13-1 0,-12 25 0 0,0-12 1 0,0 24-2 0,13-12 1 0,-13 25 1 0,24-1-1 0,-12-12-1 0,12 12-11 0,-12 0-23 0,23-13-25 0,-35-11 29 0</inkml:trace>
  <inkml:trace contextRef="#ctx0" brushRef="#br0">23066 5879 84 0,'-12'-13'9'0,"-1"1"-8"0,1 0 5 0,-24 12 3 0,12 0-3 0,-12 0-2 0,11 0 0 0,1 12-1 0,12 13-3 0,-1-1 0 0,13 0 0 0,0-12-2 0,13 0 2 0,11 0 0 0,-12-1-1 0,13-11 0 0,11 0-1 0,-12-23 0 0,0 11 0 0,0-24 3 0,-11-1-1 0,-1-11 1 0,-12-13 0 0,-12 0 1 0,-1 2-1 0,1 9 1 0,0 15 3 0,0 11 2 0,12 24-1 0,0 0-2 0,0 0-3 0,-12 35 3 0,12 2-1 0,0 11-1 0,12 0-1 0,12 13-1 0,13 0 0 0,-13 0-2 0,0-25-12 0,1 12-40 0,-14-23-15 0</inkml:trace>
  <inkml:trace contextRef="#ctx0" brushRef="#br0">23622 5781 89 0,'0'0'0'0,"0"-11"22"0,0 11-20 0,0 24 6 0,0 0 1 0,-11 12-2 0,-2 1-3 0,13-1-3 0,0-12-1 0,0-1 1 0,24-9-1 0,0-2 0 0,0-12 1 0,2 0-1 0,-4-12 1 0,-9-2-1 0,-1-9 1 0,-12-13 1 0,0 12-1 0,-36 12 0 0,11-13-1 0,-11 13 1 0,23 12-1 0,2 0 1 0,11 0-2 0,0 0-1 0,11 0 2 0,26-12 0 0,0 12 0 0,-1-12 1 0,12 12-1 0,1-12 2 0,-13 12 1 0,-12 12 0 0,-24-12 0 0,0 24 2 0,0 0 0 0,0 1-3 0,0-1-1 0,0-12-1 0,0 0 1 0,13 0-1 0,9 0 0 0,4-12 1 0,-2 0-1 0,36-12 1 0,-35 0-1 0,-14-24 1 0,2 24-1 0,-2-25 1 0,2 25-1 0,-13 0 0 0,0 12 1 0,12 0-2 0,-12 0 0 0,12 12 2 0,-12 12-2 0,12-11 1 0,12 11 0 0,1 0 0 0,-13-12 1 0,24 0 0 0,-11-12-1 0,-1 0-1 0,12 0 1 0,-11-24 0 0,10 12 0 0,-24-12 0 0,14-13 0 0,-13-11 1 0,1-12-1 0,-13-1 0 0,0 13 1 0,-13-13-1 0,13 48 2 0,-12-10 0 0,12 23 0 0,0 0-1 0,0 0-1 0,0 36 1 0,0 1-1 0,0-2 0 0,12 13 1 0,12 2-2 0,0 10 1 0,-11-12 0 0,11-11 0 0,-24-13 0 0,12-12-1 0,-12-12 1 0,0 0-1 0,-12 0-3 0,-12-24 0 0,-13 0 3 0,1-13-1 0,0 1 1 0,1 0 1 0,10 12-1 0,13 11 1 0,-1 1 0 0,13 12-3 0,25-12 2 0,0 12 1 0,21 0 2 0,4 0-1 0,10 0 1 0,-12 0 2 0,13 0-1 0,-2 0 0 0,-21 0-2 0,-26 0-1 0,-12 0-9 0,-37 0-46 0,13 0-46 0</inkml:trace>
  <inkml:trace contextRef="#ctx0" brushRef="#br0">25437 5563 45 0,'0'0'5'0,"11"-11"-1"0,0 11 1 0,-11 0 7 0,-11-12-5 0,0 12-3 0,-62 0 5 0,36 12-3 0,1-12 2 0,12 11 0 0,-12 13-1 0,11-11-2 0,13 24-2 0,0 11 0 0,12 0-1 0,0 0-1 0,0 13 0 0,0 0 0 0,0-13-1 0,12-11 0 0,-12-1 0 0,0-24 1 0,0 0 0 0,0-1 2 0,0-11 4 0,12 0-2 0,13 0-2 0,-1-11 0 0,12 11-2 0,0-12-1 0,13 12-1 0,-13-12-13 0,11 12-22 0,-21 0-22 0,-14-12 20 0</inkml:trace>
  <inkml:trace contextRef="#ctx0" brushRef="#br0">25522 5974 49 0,'0'0'0'0,"-13"-11"15"0,13-1-11 0,0 12 14 0,0-12 2 0,0-12-9 0,13 0-3 0,-2-1-1 0,-11-11 0 0,11 0-2 0,-11-1 0 0,13 1-2 0,-13 24 0 0,0-12-2 0,12 24 1 0,-12 0-3 0,0 11 1 0,0 14 0 0,12 11 1 0,-12 1-1 0,13-1 0 0,11-12 0 0,-13-12 0 0,2 1 0 0,-1-13 0 0,0 0 1 0,12-13-1 0,-12-11 0 0,0 0 0 0,1-13 0 0,-1 2 0 0,0-2 0 0,0 0 0 0,0 26 0 0,-12-13 1 0,12 12-1 0,0 0 1 0,-12 24 0 0,12-12 4 0,1 36 0 0,-2-12-3 0,2 0 0 0,-1 13-2 0,-12 11 0 0,0 12-1 0,0-35-8 0,0-1-11 0,0 0-17 0,-12-12-20 0,12-12 18 0</inkml:trace>
  <inkml:trace contextRef="#ctx0" brushRef="#br0">25884 5951 53 0,'0'-12'8'0,"0"0"-5"0,12 0 7 0,12-12 9 0,0 12-4 0,-12-13-3 0,13-11-2 0,-1-1 0 0,-13-11-2 0,26 11-2 0,-25-11-2 0,12 13-1 0,-24 9 0 0,12 15-2 0,1 11 0 0,-13 0-1 0,0 0 0 0,12 24 2 0,0 13-1 0,-12-2 0 0,36 50 0 0,-24-36-1 0,13-13-1 0,-14-12-4 0,-11 1-11 0,0-13-11 0,0 0-12 0,-24-12-20 0,0 0 37 0</inkml:trace>
  <inkml:trace contextRef="#ctx0" brushRef="#br0">25944 5781 57 0,'-13'-11'14'0,"13"11"-8"0,0 0-3 0,25-13 3 0,0 13-1 0,10 0-3 0,14 13-1 0,-13-13-4 0,13 0-6 0,12-13-1 0,0 2 4 0,-2-2 4 0,2 1 2 0,-25-13 3 0,-12 14 9 0,0-2 4 0,-24 13 1 0,-12-11-1 0,0 11-5 0,-24 0-4 0,12 0-2 0,-11 0-4 0,9 11 1 0,2 2-2 0,24 11-1 0,0-12 0 0,11 13 0 0,28-1 1 0,-4 12 0 0,-11-24 0 0,12 24 0 0,-24-24 0 0,0 13 1 0,-12-13 0 0,-12 0 1 0,-12-12 1 0,-24 0-2 0,-1 0 0 0,2 0-1 0,23-12 0 0,-13 0-5 0,24 12-5 0,2-12-40 0,22-1-38 0</inkml:trace>
  <inkml:trace contextRef="#ctx0" brushRef="#br0">26585 5661 76 0,'0'-13'43'0,"-11"2"-42"0,11-1 0 0,0 12 7 0,11 0 2 0,-11 12 3 0,13 23-4 0,-1-11-4 0,0 13-1 0,-12 11-2 0,12-11 1 0,-12-1-3 0,0-11 1 0,0-1-2 0,-12 0-3 0,12-24-10 0,-12 12-9 0,12-12-12 0,-12-12-10 0,12 0-2 0</inkml:trace>
  <inkml:trace contextRef="#ctx0" brushRef="#br0">26718 5685 46 0,'0'0'0'0,"12"-24"19"0,13 24-4 0,-25-13 2 0,0 13-2 0,0 0-4 0,-25 13-5 0,0 11-2 0,3-13-1 0,-15 14-1 0,13 0 1 0,12-1-1 0,12-13 0 0,0 14 0 0,12-13-1 0,12 0 0 0,0 0 0 0,11 0-1 0,15 0-5 0,-26-12-13 0,12 0-12 0,-12 0-13 0,-12 0-6 0</inkml:trace>
  <inkml:trace contextRef="#ctx0" brushRef="#br0">26827 5576 72 0,'0'-13'6'0,"0"2"-6"0,37-1 4 0,-1 0 9 0,-12 12-4 0,24-12 1 0,1 12 1 0,-13-12-4 0,-1 12-3 0,-22 0 1 0,-13 0-2 0,13 12 7 0,-26 12-4 0,0-1-2 0,2 14-2 0,-2-12-1 0,2 11 0 0,11-1-1 0,0 15 0 0,0-26 0 0,24 48 0 0,-13-35 1 0,15 11-1 0,-26-12 0 0,0-11 0 0,0-1 0 0,-26-12 2 0,-9 0 1 0,-1-12 0 0,-13 0 0 0,1 0-2 0,0-12 0 0,-1 0-1 0,25 12-5 0,11-12-25 0,2 0-69 0</inkml:trace>
  <inkml:trace contextRef="#ctx0" brushRef="#br0">27650 5915 58 0,'0'0'19'0,"12"-12"-17"0,24 0 6 0,-12 0 5 0,13-1-1 0,-1-11 1 0,-11 0-5 0,-14 0-3 0,0 0 0 0,-11 0 1 0,-11 11 4 0,0 1-8 0,-26 12 1 0,25 12-2 0,-13 1 0 0,-11 22 1 0,36-10-1 0,-12 23 0 0,12-23-1 0,12 11 1 0,0-12 0 0,37 0-1 0,-13-13 0 0,-12-11 0 0,12 0-5 0,-11 0-21 0,10-11-9 0,-22-13-6 0,11 0-6 0,-12 12 30 0</inkml:trace>
  <inkml:trace contextRef="#ctx0" brushRef="#br0">28012 5757 20 0,'-12'-11'14'0,"12"-14"14"0,0 13-5 0,0-1-5 0,0 13-7 0,0 0-2 0,12 13 3 0,1 11-4 0,-1 0-2 0,0 13-2 0,-12-1 0 0,0-12-2 0,12 1 0 0,-12-1-1 0,12-12 0 0,-12 0 0 0,0-12 0 0,12 0 2 0,-12 0 0 0,12-12 0 0,-12 0-1 0,12-12 0 0,1-1-2 0,-1 13 1 0,0-12 0 0,0 12 0 0,0-13 0 0,-12 25 0 0,12 0 0 0,0 0-1 0,-12 13 0 0,13 11 2 0,-2-12-1 0,0 12 0 0,2 1-1 0,-1-13 0 0,13 0 1 0,-12-12-1 0,9 0 0 0,3 0 0 0,-1-12 0 0,-12-13 1 0,1 1-1 0,-2 0 0 0,2 12 1 0,-13-13-1 0,0 25 0 0,0 0 0 0,0-11 0 0,0 22 0 0,0 2-1 0,12 11 1 0,-12-12 1 0,12 12-2 0,0-12 2 0,0 1-1 0,12-1-1 0,1 0 1 0,-13-12 0 0,0 12 0 0,0-24 1 0,0 0-1 0,1-13 0 0,-2 1 0 0,2-24 0 0,-13 0 1 0,0-2-1 0,0 2 0 0,-13-13 0 0,13 14 0 0,-11-1 1 0,11 23 0 0,-13 12 1 0,13 13-2 0,0 0-1 0,0 0 2 0,-12 50-3 0,12-26 3 0,0 0-1 0,12 24 0 0,1 0 0 0,11-24 0 0,-2 0-1 0,-22-11 1 0,26-1 0 0,-26-12 0 0,24 0 0 0,-24 0 0 0,24 0-1 0,-13 0 1 0,2 12 0 0,11 12 0 0,-24 0 0 0,0 1 0 0,0-13 1 0,0 12 0 0,0-12 1 0,-24-12 1 0,11 12 0 0,-9-12-2 0,-15 0 0 0,0 0 0 0,2 0-3 0,22-12-4 0,1 0-11 0,0 12-20 0,12-12-35 0,12 12 21 0</inkml:trace>
  <inkml:trace contextRef="#ctx0" brushRef="#br0">28883 5879 98 0,'0'0'7'0,"25"-13"-3"0,11 13 10 0,12-24 5 0,-24 12-9 0,2-24-3 0,-26 23-1 0,11-22-3 0,-11 10 0 0,0 0-2 0,-11 14 1 0,-28-2-1 0,17 13 0 0,-15 13 0 0,1 11-1 0,11 0 1 0,1 0-1 0,24 13 0 0,0-1 1 0,24-12-1 0,1 1-1 0,11-1-6 0,23 0-16 0,-9-12-18 0,22-12-15 0,-48 12 19 0</inkml:trace>
  <inkml:trace contextRef="#ctx0" brushRef="#br0">29440 5866 59 0,'11'-12'30'0,"-11"-24"-7"0,0 12-2 0,0 0-5 0,-11 0-6 0,-13 11-2 0,-13 1-2 0,13 12-3 0,-12 0-1 0,-13 12 0 0,25 12-1 0,0 0 0 0,12 13-1 0,0-13 0 0,12 0 0 0,0 1-1 0,12-13 0 0,12 0 1 0,12 0 0 0,1-12-1 0,0-12 1 0,-26-12 0 0,24-13 0 0,4-11 1 0,-28-1-1 0,-11-12 0 0,0 2 0 0,0-15 0 0,-11 3 0 0,-14-2 0 0,11 37 0 0,3 12 2 0,-2 11-1 0,2 13 0 0,11 13 0 0,-11 23-1 0,-2 0 2 0,13 13 0 0,13 11 0 0,9 13-2 0,2-14 0 0,15 15-1 0,8-14-9 0,1 0-13 0,13-23-8 0,-13-13-3 0,13-12 1 0,-13-12 9 0,1 0 18 0,11-36 8 0,-24 12 11 0,-11-1 11 0,-14-23 3 0,2 12-3 0,-26-1-3 0,-11 0-8 0,0 13-2 0,-13 13-2 0,-23-2-4 0,24 13-1 0,-12 13-2 0,24 11-1 0,0 12 0 0,11 0-2 0,1 1 1 0,12-1 0 0,25-12-1 0,-1 13 1 0,12-25 0 0,0 0-1 0,0-12 1 0,2 0 0 0,-16-36 0 0,15 11 1 0,0-23-1 0,-26-12 1 0,-11-1-1 0,13-11 0 0,-13-1 1 0,-13-13-1 0,2 27 1 0,-2 23-1 0,-11 11 1 0,0 25-1 0,11 0 0 0,-9 36 1 0,9 13-2 0,1-1 2 0,12 13 0 0,0 11-1 0,36 0 1 0,-12-11-1 0,12 0-1 0,-11-13 2 0,11-11-1 0,0-25 0 0,-12-12 1 0,1 0 0 0,11 0-1 0,-12-25 1 0,-12 1 0 0,12 0-1 0,-24-13 2 0,11 2 0 0,2 10 3 0,-13 25-4 0,0 0 0 0,0 25 0 0,13-1-1 0,-1 0 0 0,0 0 0 0,1 0 1 0,-2-12-2 0,0 0 2 0,2 1-1 0,-1-13 0 0,-12 0 1 0,12 0 0 0,12-13 0 0,-11 1-1 0,11 0 0 0,0-12 1 0,-12 12-1 0,0-13 0 0,0 14 0 0,0-2 0 0,0 13 0 0,-12 0 0 0,0 0 0 0,0 13 0 0,13-13 0 0,-13 24 1 0,12-12-1 0,0 0 0 0,0 0 0 0,12 0 0 0,-12-12 0 0,1 0 0 0,-2 0 0 0,13 0 0 0,1 0 0 0,-25-12 0 0,12 12-2 0,-12-12-2 0,13 12-4 0,-13-12-8 0,11 0-9 0,0 12-10 0,-11-24-18 0,0 11-7 0</inkml:trace>
  <inkml:trace contextRef="#ctx0" brushRef="#br0">30359 5504 83 0,'-24'-24'19'0,"-1"24"-20"0,25 0-2 0,13 0 3 0,11 12-3 0,0 12-16 0,0-12-50 0</inkml:trace>
  <inkml:trace contextRef="#ctx0" brushRef="#br0">30782 5781 83 0,'0'0'13'0,"12"-24"-9"0,1 13 13 0,-1-14 9 0,0 0-5 0,-24 14-10 0,0-2-6 0,-13 13-4 0,-23 13 1 0,0 23 0 0,37-11-2 0,11-1 0 0,22 12 1 0,3-12-1 0,-1-12 1 0,12 25 0 0,1-13-1 0,-1 12 0 0,-12-1 1 0,-11 27 2 0,-13-15-1 0,0-9-1 0,-13 9 1 0,-11-10 0 0,12-26 5 0,-24 2 3 0,11-26-5 0,-11-22-3 0,12-50 3 0,24 48-4 0,12 14-3 0,73-39-53 0,-12 27-92 0</inkml:trace>
  <inkml:trace contextRef="#ctx0" brushRef="#br0">15084 6653 1 0,'0'0'0'0,"0"0"5"0,0 0 4 0,0 0 12 0,0 0 37 0,0 0-41 0,0 0 9 0,0 0-23 0,0 0 21 0,11 0-17 0,-22 0-7 0,11 0 2 0,0 0 1 0,0 0 8 0,0 0-11 0,0 0 1 0,0 0-1 0,0 0 0 0,0 0 1 0,0 0-1 0,0-12 0 0,11-13 0 0,-11 12 0 0,0-34 0 0,-11 23 0 0,-2-49 0 0,13 49 0 0,-12 0 0 0,12 24 1 0,0 0-2 0,0 0 0 0,0 12 1 0,0 0 0 0,0 23 0 0,0 3 0 0,0 10 0 0,0 12 0 0,12 1 0 0,-12-13 0 0,13 0 1 0,-2-24-1 0,-11 1 0 0,11-1 0 0,-11-24 0 0,0 12 0 0,0-12 0 0,0-12 3 0,-11 0-3 0,11 0 0 0,0-13-1 0,-11 1 1 0,11 0 0 0,-13-13 0 0,1 26-1 0,12-13 1 0,-14 11-1 0,3 13 0 0,-13 0 0 0,13 0 0 0,-26 24 1 0,13 0 0 0,-1 50-1 0,13-50 1 0,12 12 0 0,12-12-1 0,1-12 0 0,11 1-1 0,12-13-6 0,1 0-12 0,-1 0-21 0,11-25-50 0</inkml:trace>
  <inkml:trace contextRef="#ctx0" brushRef="#br0">15349 6712 31 0,'0'0'21'0,"0"0"-12"0,0 13 5 0,12-1-1 0,-12 0-6 0,12 1-1 0,-12-2-1 0,0 2-2 0,0-2 2 0,13 2-2 0,-13-13 4 0,0 0-2 0,0-13 0 0,11 13-3 0,0-11-1 0,2-13 0 0,-13 11-1 0,13-11 2 0,-13 0 0 0,0 11 2 0,-26-11 8 0,4 24-8 0,-3 0-2 0,1 0-2 0,0 13 0 0,-1 11 0 0,13-13-2 0,12 2-5 0,0-1-10 0,0 0-17 0,12 1-19 0,-12-2 15 0</inkml:trace>
  <inkml:trace contextRef="#ctx0" brushRef="#br0">15663 6470 79 0,'0'0'0'0,"-12"-35"16"0,12 35-10 0,0-12 4 0,0 12 0 0,0 12-5 0,-24 36 6 0,24 1-7 0,-12 60 1 0,12-62-4 0,0-10-1 0,0 0 0 0,12-26-1 0,-12 2-5 0,0-2-17 0,0-11-23 0</inkml:trace>
  <inkml:trace contextRef="#ctx0" brushRef="#br0">15493 6641 64 0,'0'0'15'0,"0"-12"-15"0,37 12 5 0,-13-13 4 0,73 0-1 0,-36 13-7 0,-13 0-9 0,-24 0-60 0</inkml:trace>
  <inkml:trace contextRef="#ctx0" brushRef="#br0">16196 6664 99 0,'0'0'0'0,"0"-23"25"0,0 23-23 0,12 0 6 0,0 23 0 0,0 14-1 0,-12-1 0 0,0-11-4 0,13 47 0 0,-13-11-3 0,0-13 0 0,0-12 0 0,0-11-1 0,0-1-13 0,-13-12-22 0,13-12-13 0,0 0-2 0</inkml:trace>
  <inkml:trace contextRef="#ctx0" brushRef="#br0">16182 6592 52 0,'0'-13'16'0,"14"-10"-6"0,22 11-1 0,12 12 6 0,2 0 0 0,-15 24-7 0,-11 11-4 0,-12 3-1 0,0-2-1 0,0 12-1 0,-24-11-1 0,-12-13-1 0,0-13-7 0,11 2-13 0,-9-13-7 0,-4 0-8 0,26 0-3 0</inkml:trace>
  <inkml:trace contextRef="#ctx0" brushRef="#br0">16474 6664 50 0,'0'0'6'0,"12"0"-4"0,0 13 1 0,0-2 6 0,-12 13-1 0,0 1-2 0,0-13-1 0,12 1 0 0,-12-13 3 0,12 0 3 0,-12 0-1 0,0-13-4 0,13-11-1 0,-13 0-1 0,0 11-1 0,11-11-1 0,0 13-1 0,15-26-1 0,-2 24-2 0,0 2-6 0,0-2-23 0,13 13-27 0,-37 0 23 0</inkml:trace>
  <inkml:trace contextRef="#ctx0" brushRef="#br0">16812 6677 69 0,'0'0'16'0,"-24"11"-9"0,0 2-2 0,12-2 5 0,-1 14-3 0,13 0-5 0,0-14 1 0,13 2-2 0,11-2 0 0,24-11 0 0,-11 0 0 0,-1-11-1 0,-12-2 1 0,0-11 1 0,-24 12 1 0,0-13 0 0,0 1 0 0,-24 0 1 0,0 13-1 0,0-1-2 0,-12 12-1 0,-25 12-1 0,37 12-6 0,11-13-22 0,2 2-20 0,22-2-5 0</inkml:trace>
  <inkml:trace contextRef="#ctx0" brushRef="#br0">17187 6664 79 0,'-12'-11'31'0,"12"-1"-28"0,-12-13 1 0,-12 12 2 0,0 2 0 0,-13 11-1 0,0 0-2 0,15 11-1 0,9 15-2 0,2-2 0 0,-2-13 0 0,13 26 0 0,13-26-1 0,-2 14 1 0,2 0-1 0,22-25 1 0,26 0 1 0,-37-25-1 0,12 0 1 0,-12-58 1 0,-24 22-1 0,0 13-1 0,0-13 1 0,-24 1-1 0,12 11-1 0,0 13 2 0,0 12-1 0,12 24 1 0,-13 0-1 0,13 36 1 0,0 13 1 0,0-1 1 0,0 25 0 0,25-1-1 0,48 48-1 0,-25-83-1 0,1-13 0 0,-13-24-5 0,-11 0-64 0,-25-12-7 0</inkml:trace>
  <inkml:trace contextRef="#ctx0" brushRef="#br0">18093 6556 57 0,'0'0'11'0,"0"12"-8"0,-11 12-1 0,0 25 1 0,11-13 3 0,0-1-2 0,11-10-1 0,0 0-1 0,15-14 2 0,-2 2 0 0,0-13 0 0,12-13-1 0,2 2-1 0,-16-14 0 0,3 13 0 0,-13-1-1 0,0 2 1 0,-12 11-1 0,0 0-1 0,0 0 3 0,12 36-1 0,12-24-2 0,-11 1 0 0,11-13 2 0,0 0-1 0,-12-13 1 0,0 1 0 0,0-13 2 0,1 1 1 0,-13 0 1 0,-13 1-1 0,1 11-3 0,12-1-1 0,-12 13-3 0,12 0-8 0,0 13-18 0,0-13-18 0,12 12-7 0</inkml:trace>
  <inkml:trace contextRef="#ctx0" brushRef="#br0">18615 6592 62 0,'0'-13'27'0,"0"13"-20"0,0-11-1 0,13 11 3 0,-13 11 3 0,0 2-2 0,0 11-5 0,0 1-3 0,0-2-1 0,0 1 0 0,0 0-2 0,11 13-9 0,-11-24-1 0,0-2-22 0,0-11-1 0</inkml:trace>
  <inkml:trace contextRef="#ctx0" brushRef="#br0">18565 6447 93 0,'-22'-12'7'0,"9"12"-7"0,13 0-2 0,0 0 0 0,13 12-15 0,-2 0-22 0,0-12 8 0</inkml:trace>
  <inkml:trace contextRef="#ctx0" brushRef="#br0">18832 6386 100 0,'0'0'0'0,"-12"-24"7"0,0 24-5 0,12 0 6 0,0 24 2 0,0 1-1 0,12 11-5 0,0 0-1 0,-12 1-1 0,13 11 0 0,11-13-1 0,-24 3 0 0,0-15 0 0,0-10 1 0,0-2 1 0,-13 2 0 0,-23-13 0 0,24-13-2 0,-12-11-2 0,12 1-1 0,36-2-6 0,12 1 3 0,1 11 3 0,11 2 1 0,12-1 1 0,-11-12 0 0,-1 0 1 0,-12-14 1 0,-11 3 0 0,-13-1 1 0,-12-1 1 0,-12 13 2 0,-1 12-1 0,-11 0-1 0,12 12-1 0,-12 0-2 0,12 36 0 0,-1 0 0 0,13 13 0 0,0-1 0 0,13 13 0 0,-1-13-1 0,0 13 0 0,12-37 1 0,-24-13-1 0,12-11 0 0,0 13 0 0,-12-13 1 0,25-24-1 0,-1 11 0 0,0-22 0 0,-12 22-1 0,0-11 1 0,1 24-1 0,-1-13 1 0,0 13-1 0,-12 13 1 0,12-2 1 0,0 2-1 0,12 12 1 0,-11-25 0 0,9 12 1 0,17-12-1 0,-28-12 0 0,2-13-2 0,-2 12-8 0,0-22-29 0,-11 23-59 0</inkml:trace>
  <inkml:trace contextRef="#ctx0" brushRef="#br0">20067 6301 91 0,'0'-11'10'0,"-13"-2"1"0,13 13-9 0,0 0 0 0,13 24 4 0,-2 25 0 0,-11 0-3 0,11 11-1 0,-11 13 0 0,0-37-2 0,0 12 1 0,13 0-1 0,-13-35 0 0,0-13 1 0,11-13 4 0,2-10-5 0,13-2 1 0,-15 12-1 0,13-11-1 0,0 13 1 0,0-1-1 0,0 12 1 0,-11 12-1 0,-1 12 1 0,0 13 1 0,-12-13 1 0,0 0 2 0,-12-13 5 0,0-11-4 0,-13 13 2 0,-23-2-5 0,12-11-2 0,-14-11 1 0,15 11-3 0,24-13-9 0,-2 2-25 0,13-2-26 0,0 13 20 0</inkml:trace>
  <inkml:trace contextRef="#ctx0" brushRef="#br0">20622 6629 105 0,'0'0'0'0,"0"-37"14"0,0 24-11 0,0 2 9 0,-12-1 2 0,-12 0-2 0,-1 24-3 0,-10 0-4 0,-2 12-1 0,13 0-2 0,13 1-2 0,-2-2 0 0,13-10 0 0,0-2-1 0,13 2 1 0,22-13-1 0,-10 0 1 0,11-13 0 0,12 2 0 0,-24-2-1 0,-12 2 2 0,-12-1-1 0,0 24 0 0,0-1 0 0,0 13 0 0,0-11-1 0,0 11-5 0,12-12-13 0,37 13-56 0,-37-25 20 0,-12-13 35 0</inkml:trace>
  <inkml:trace contextRef="#ctx0" brushRef="#br0">20804 6616 20 0,'0'-13'23'0,"24"-11"-6"0,0 1 3 0,12 23-3 0,-11-12-1 0,10 12-1 0,-22 0-2 0,-1 0-4 0,0 12-2 0,-12 0 2 0,-12-1-1 0,-13 13-2 0,-10-11-2 0,-2 0-2 0,13-1 0 0,0-12-2 0,24 12 0 0,0-12-1 0,0 0 0 0,24 11 0 0,-13 2 0 0,2-2 1 0,-1 2 0 0,1-2 0 0,-13-11 0 0,0 13 0 0,-13-1 0 0,1-12 1 0,-12 12 0 0,13-12-1 0,-26 0 0 0,25 0 1 0,12-12-3 0,0 12-1 0,24 0 1 0,-12 0 2 0,23 0-1 0,15 0-2 0,-2 0 1 0,0-12 2 0,13-1 0 0,-1 2 0 0,1-2 0 0,-24-11 1 0,-15 1-1 0,4-2 1 0,-26 1 1 0,0 11 0 0,-26 2 1 0,4-1-1 0,-27 12-1 0,13 12-1 0,11 12 1 0,1 0 0 0,24 1-1 0,0-2 0 0,12-10 0 0,12 11 1 0,25-13 0 0,0 2 0 0,-1-13-1 0,-11 0-1 0,10-13-1 0,-23 2-18 0,-12-2-40 0,1 2-39 0</inkml:trace>
  <inkml:trace contextRef="#ctx0" brushRef="#br0">21929 6532 95 0,'0'0'7'0,"-25"0"-1"0,13 0 0 0,0 36 8 0,12-1-3 0,-12 3-5 0,12-2-2 0,12-1-3 0,0-10 0 0,13 0 0 0,-1-25 0 0,0 11 0 0,0-11 1 0,0-11-1 0,-13-2 0 0,39-35 0 0,-50 35 0 0,11 2-1 0,-11-2 0 0,0 13 0 0,13 13 1 0,-13-2 0 0,24 13 0 0,-12-11-1 0,12-1 1 0,1 0-1 0,-1-12 0 0,0 0 0 0,0 0 1 0,-12 0 0 0,1-12 1 0,-13-13-1 0,12 14 1 0,0-13 0 0,-12 11 0 0,0 2-1 0,-12 11 1 0,12-12-1 0,0 12-1 0,-12-12 1 0,12 12-1 0,0-13 1 0,0 13-1 0,-13-13-1 0,13 13 2 0,0-11-2 0,0 11 0 0,0 0 0 0,13 0 0 0,-1 0 1 0,12 0 0 0,-12 0 0 0,12 11 0 0,-24-11 0 0,13 0-1 0,-2 13 2 0,-11 0-1 0,0-1-1 0,11 0 1 0,-11 12 0 0,24-13 0 0,2 2 0 0,-2 11 0 0,0-24 1 0,12 0-1 0,-24 0 1 0,1 0-1 0,-2-13 1 0,-11-11 0 0,0 13 0 0,-11-2-1 0,-2-10 1 0,-24-2-1 0,13 12 0 0,2 13 1 0,-3 0-1 0,11 0 0 0,3 0 0 0,-2 0-1 0,13-11-1 0,13 11 0 0,12 0 2 0,0-13 0 0,10 2-1 0,1 11 0 0,0-12-1 0,1 12 2 0,-13 12 0 0,0-1 0 0,1 13 0 0,-1 2-1 0,-12-2 2 0,0 0-1 0,-12-13 0 0,12-11 1 0,-12 13 1 0,0-26 3 0,-12 2-4 0,12-2-1 0,-12-10 0 0,12-2 0 0,0 12 0 0,12-11-1 0,0 13-1 0,24 11-2 0,-12 0-1 0,13 0-6 0,-13 0-10 0,12 11-6 0,37 2-28 0,-37-2 45 0,0-11 8 0,-11 0 4 0,-1-11 8 0,-24 11 10 0,0-13 2 0,0 2-4 0,-12-1-6 0,-13 0-2 0,1 12-2 0,-12 0-2 0,12 0-2 0,0 0 0 0,-1 12-3 0,-24 24 1 0,49 1-2 0,0-25 0 0,13 11-1 0,11 1 1 0,-12-11 0 0,13-2 0 0,-1-11-1 0,12 0 1 0,-24-11 0 0,24-26 1 0,-23 14-1 0,-1-26 1 0,0 1 0 0,-12 0-1 0,-12-13 0 0,12 1 0 0,-12-14 0 0,-1 15 1 0,-11 22 0 0,12 24-1 0,12 13 0 0,0 24 0 0,-12 26 3 0,12-2 0 0,0 13 1 0,12 11-1 0,0 1-2 0,12-14 0 0,1 3 0 0,-1-15-1 0,0-10 0 0,1-25 0 0,-25 0-3 0,11 1-7 0,-11-38-78 0,0 13 30 0</inkml:trace>
  <inkml:trace contextRef="#ctx0" brushRef="#br0">23670 6496 88 0,'0'-13'9'0,"0"13"-5"0,0 13-2 0,0 11 7 0,12 12-2 0,2-13-1 0,8 14-2 0,15 0-1 0,-13-13-1 0,0-13 0 0,1 2 3 0,-13-13 2 0,0-13 8 0,0-11-9 0,-12 1-3 0,0-15 3 0,0 3-4 0,12-1-1 0,-12 0-1 0,12 23-2 0,0 0-10 0,1 2-18 0,9 11-13 0,-8 0-9 0,-14 11 20 0</inkml:trace>
  <inkml:trace contextRef="#ctx0" brushRef="#br0">24070 6653 50 0,'0'0'25'0,"0"-12"-16"0,24 12 3 0,-13-25 3 0,26 12-3 0,-13 2-2 0,0-2-3 0,1-10-3 0,-13 11-3 0,0-12 1 0,-12 0 0 0,-12 11 1 0,0 0-1 0,-25 2 1 0,13 11 0 0,-25 11 1 0,25 2 0 0,0 12-1 0,12-1-1 0,0 12-1 0,12-12-1 0,24 13 0 0,0-13-1 0,13-13 0 0,-1 2-6 0,13-2-20 0,-1-11-21 0,1 0-7 0,-38 0 30 0</inkml:trace>
  <inkml:trace contextRef="#ctx0" brushRef="#br0">24529 6544 53 0,'0'-12'21'0,"0"-12"0"0,-24-1-4 0,11 25-3 0,-22-13-3 0,10 13-1 0,-11 13-3 0,1 0-2 0,10 11 0 0,13 12 0 0,-1-13-1 0,13 14 0 0,0-12-1 0,13-2-1 0,11 1-1 0,11-11-2 0,14-13-6 0,-13 0-18 0,13 0-25 0,-1 0-41 0</inkml:trace>
  <inkml:trace contextRef="#ctx0" brushRef="#br0">24783 6653 127 0,'-13'0'24'0,"13"0"-6"0,0-12-9 0,0 12 3 0,13 0-6 0,-13 0-4 0,0 0-11 0</inkml:trace>
  <inkml:trace contextRef="#ctx0" brushRef="#br0">25497 6629 39 0,'0'0'0'0,"0"-13"20"0,12 0-12 0,12-11 5 0,0 1-1 0,-12-13-4 0,-12-1 2 0,0 1 1 0,0-12-4 0,0 11 1 0,0 13 2 0,0 0 1 0,-12 11-2 0,12 13-5 0,0 0-3 0,-13 25 0 0,13 11 2 0,-11 13-1 0,11 10 0 0,0 3-1 0,-11 9-1 0,11 3 1 0,0-2-1 0,0-24 0 0,11 1 0 0,0 0 0 0,2-25 1 0,-1-12-1 0,0 0 1 0,1-12 1 0,0 0 0 0,9-24 0 0,-9 12-2 0,11-25 1 0,-24 13-1 0,12-12 1 0,-12-1-1 0,-12 13 0 0,-12-13-1 0,0 13 1 0,13 13 0 0,-27-2 0 0,2 13 1 0,0 0-2 0,-2 0 2 0,16 0-2 0,9 13 1 0,13-13-1 0,0 0 0 0,24 0 1 0,1 0 0 0,-1-13 0 0,12 13 0 0,-12-11 1 0,26-1-2 0,-15-13 1 0,-11 12 1 0,24 2-1 0,-11-2 1 0,-13 2 1 0,0 11-1 0,-12-12 2 0,-12 12 0 0,0 0 2 0,-12 12-5 0,12-1 1 0,-12 2-1 0,0 11 0 0,12 1 0 0,0-2 0 0,12-10-1 0,12-2 1 0,0-11 0 0,-11 13 0 0,11-13 0 0,-24-13 0 0,0 2 1 0,0-2 0 0,-24-10 0 0,0 11-1 0,-13-14 0 0,1 15 0 0,12-2 1 0,11 13-2 0,1 0 1 0,12-11-3 0,25 11 1 0,-1 0 0 0,12 0-1 0,1 0-1 0,23 0 0 0,-24 11 2 0,25-11 1 0,-13 13 1 0,-12-2 0 0,-12 15 0 0,-12-14 2 0,-12-12-1 0,-12 12 2 0,12-12 1 0,-12 0-1 0,12-12 0 0,-12 12-1 0,12-25-2 0,12 12 1 0,-12-11-1 0,24 1-1 0,-11 11 1 0,11 0-2 0,0 0-5 0,-12 0-8 0,0 12-17 0,0 0-35 0,1 0 10 0</inkml:trace>
  <inkml:trace contextRef="#ctx0" brushRef="#br0">26961 6532 59 0,'0'-12'15'0,"11"0"0"0,2 0 5 0,-13-1 0 0,0 13-3 0,0 0-5 0,0 13-6 0,-13-1-4 0,2 24 0 0,11-12-1 0,-13 11 1 0,13 3-1 0,0-26-1 0,13 12 1 0,-2-13 0 0,2 2-1 0,-1-13 0 0,24 11 1 0,-12-11 0 0,0-11 0 0,0 11 0 0,13-24 0 0,-26 11-1 0,2-10 0 0,-1 11 1 0,-12-1-1 0,0 0 1 0,0 26-2 0,0 0 0 0,12-1 1 0,0 11 0 0,0-10 1 0,12-2-1 0,1-11 0 0,35 0 0 0,-35-24 2 0,11 13 0 0,-12-13 3 0,-12-13 1 0,1 13 0 0,-13 0 0 0,0 0-2 0,-13 12-3 0,1 12 0 0,12 0-2 0,-24 0-2 0,-1 12-16 0,25 0-41 0,-11-12-45 0</inkml:trace>
  <inkml:trace contextRef="#ctx0" brushRef="#br0">28182 6688 48 0,'0'0'21'0,"0"0"-14"0,12 13 0 0,23-2 2 0,-10 2-5 0,0-13-1 0,-1 0 0 0,12 0 2 0,0 0-2 0,-12-13 1 0,1-11 1 0,-1 0 1 0,-12-11 1 0,0-15-2 0,-12 3-2 0,0-2-1 0,0 1 2 0,-12 12 1 0,-12-1 1 0,24 37 0 0,-24 0-1 0,11 24-4 0,13 13 1 0,-11 10 0 0,11 3 0 0,0 9-1 0,11 3-1 0,2-26 0 0,23 24 0 0,-12-35 1 0,13-14-1 0,-13-11 1 0,13 0-1 0,-2 0 1 0,-11-24-1 0,13 0 1 0,-24 0-1 0,9 0 1 0,-22 24-1 0,0-13 0 0,13 13-1 0,-13 13 1 0,12-2 0 0,-12 13 0 0,24 1 0 0,12-13 0 0,-23 1 0 0,23-13 1 0,-12 0-1 0,0 0 1 0,1-13 3 0,-25-11 3 0,12 0 0 0,-24 11-1 0,0 2-2 0,-12-2-1 0,-1 13-3 0,-11 0 1 0,0 13-4 0,11-13-7 0,13 11-14 0,0 2-25 0,12-13-58 0</inkml:trace>
  <inkml:trace contextRef="#ctx0" brushRef="#br0">28339 6556 107 0,'0'0'0'0,"0"-12"6"0,24 0-6 0,25 12 4 0,-1-12 6 0,13 12-2 0,12 0-3 0,71 0-14 0,-107 0-46 0,-13 0-16 0</inkml:trace>
  <inkml:trace contextRef="#ctx0" brushRef="#br0">29658 6616 96 0,'0'0'0'0,"0"-37"39"0,-12 14-39 0,-1 11 1 0,-11 0 1 0,-24 12 2 0,-13 0 4 0,25 0-4 0,-12 24 0 0,22 12-3 0,15-25-2 0,11 27 1 0,25-26 0 0,11-1 0 0,12-11 0 0,0 13 1 0,1-26-1 0,-1 13 0 0,-35-11 0 0,-1 11 1 0,-12 0 1 0,0 24 0 0,-12 11 0 0,12 2 0 0,-13 11-1 0,13 1 0 0,0-13-1 0,13 13 1 0,-13-25-1 0,0 0-1 0,0-24 5 0,-25 0-1 0,-23-12 0 0,-1 0-2 0,1-24 0 0,1-1-1 0,22 1 0 0,0 0 0 0,36 23-2 0,15-11 0 0,22 24 0 0,12-11 1 0,25 11 0 0,12 0-1 0,0 0 2 0,-13-13 0 0,-11 1 0 0,-13-24 1 0,-47 12-1 0,-1-12 2 0,-24-13 1 0,-25 25-1 0,-11 12-1 0,-13 0 2 0,25 12 0 0,-12 12-1 0,23 11-1 0,13 1-1 0,12 14 1 0,12-15-1 0,26 14 1 0,-3-1-1 0,13-11 0 0,1-1 0 0,11-13 0 0,-11-11 0 0,-1 0 1 0,-13-24-1 0,-22-12 0 0,12 0 1 0,-13-12 0 0,-12-13-1 0,0-11 0 0,0 11 0 0,0 1 1 0,0 11 0 0,0 37-1 0,0 12 1 0,0 0-2 0,0 37 1 0,0-1 1 0,0 12-1 0,13 1 0 0,-2 22 0 0,0-21 0 0,2 22 0 0,-13-48 0 0,0 0-1 0,-13-11 1 0,2-13 1 0,0 0-1 0,-26-13 0 0,24-11 1 0,0-13-1 0,13 13 1 0,0-11-2 0,13 22 1 0,24 0 1 0,-13 2 0 0,24 11-1 0,13 0 2 0,-13 11-1 0,-12-11-1 0,-11 13-5 0,-25-13-27 0,-12 0-106 0</inkml:trace>
  <inkml:trace contextRef="#ctx0" brushRef="#br0">28012 7306 97 0,'0'0'0'0,"-48"-13"11"0,0 13-9 0,-1 13 1 0,13-2 2 0,25 14-3 0,11-1-2 0,11-12 2 0,25 12 0 0,13 13 1 0,-13-13 0 0,37 12 4 0,-37-11-1 0,-12-13-1 0,-24 12 3 0,0-24 6 0,-24 12-5 0,-25-12-6 0,-11 0-1 0,0 0-1 0,-12 0-1 0,23-12-1 0,24 12-3 0,14 0-19 0,11 0-24 0,11 0-40 0</inkml:trace>
  <inkml:trace contextRef="#ctx0" brushRef="#br0">28351 7415 56 0,'-12'-13'34'0,"12"2"-25"0,-12-2 5 0,-12 26 3 0,0-2-4 0,-1 14-3 0,0-1-3 0,3 0-4 0,9 0-2 0,13 1-1 0,0-13 1 0,13 12-1 0,22-12 0 0,15-12 0 0,9 12 0 0,-11-12 1 0,13 0-1 0,-12-12 1 0,-25 0-1 0,0-12 1 0,-11 12 1 0,-13 0 1 0,-13 12 0 0,1 0-1 0,0 0-1 0,0 12-2 0,12 0 1 0,12 0-1 0,12 0 0 0,13 0 1 0,-2 0 0 0,15-12 0 0,-15 11 0 0,1-11 0 0,0-11 1 0,-23 11 0 0,-13-24 1 0,0 12 1 0,-24-12 0 0,-13-1-1 0,0 25-2 0,-9-24 1 0,-15 24-1 0,24-12 0 0,25 0 0 0,12 12-1 0,0-12 0 0,12 0 0 0,36 0 1 0,-11 12 0 0,22 0-1 0,-10 0 1 0,0 0 0 0,-1 12 0 0,-12 12 0 0,-11-12-1 0,-1 11 2 0,-24 3-2 0,12-2 1 0,-12-12 0 0,0 0 1 0,0-12-1 0,0 0 1 0,0 0 1 0,0 0-1 0,0-12-1 0,-12-12 0 0,12 12 0 0,0-14 0 0,12 15-1 0,12-1 0 0,0-12 0 0,13 12 1 0,-13 12 0 0,11-12 0 0,14 12-1 0,-24 0 1 0,11-13 0 0,-24 13 1 0,0-11-1 0,-12 11 1 0,0-13 0 0,-24 13-1 0,12 0 0 0,-12 0 1 0,-1 13 2 0,13-2-1 0,0 14-1 0,12-1 0 0,12 0 0 0,0 0 0 0,25-11-1 0,-1 23 0 0,13-24-6 0,-1 0-12 0,0 0-25 0,13-12-68 0</inkml:trace>
  <inkml:trace contextRef="#ctx0" brushRef="#br0">29887 7451 112 0,'0'0'7'0,"0"-24"-4"0,12 24 2 0,-12 12 24 0,0-12-17 0,-12 12-6 0,12 0-3 0,-12 0-1 0,12-12-1 0,0 11-1 0,12 2 0 0,0 0 1 0,12-13-1 0,1 0 0 0,-13 12 1 0,0-12-1 0,-12-12 3 0,-12-14-2 0,0 15-1 0,-13-1 0 0,1 0 0 0,12 0-1 0,0 0-1 0,12 0-2 0,12 12-5 0,13-13 5 0,23 2 1 0,-12 11 2 0,1-13 1 0,23-23 1 0,-24 11 0 0,-25-10 1 0,2-2 1 0,-13 0 3 0,0 13 1 0,0 13-1 0,-13-2-3 0,2 13 3 0,11 0-4 0,0 13-2 0,-11 11 1 0,22 24-1 0,0 0 0 0,27 25 0 0,-2 12 0 0,-12 12 0 0,24 0 0 0,-35-14 0 0,11 2 0 0,-24-36 0 0,-13 0 0 0,2-37 0 0,-14 0 0 0,-11 0 0 0,1-36 0 0,-2-1 7 0,0-11-7 0,-11-13 1 0,24 1-1 0,0 0 1 0,24 0-2 0,24 11-1 0,0 0-3 0,24 2-7 0,13-1-8 0,-1 36-20 0,25-12-37 0,-61 12 36 0</inkml:trace>
  <inkml:trace contextRef="#ctx0" brushRef="#br0">30892 7391 61 0,'0'0'0'0,"0"-25"42"0,0 13-33 0,0-12 9 0,0 24 3 0,11-13-3 0,-11 13-7 0,0 0-4 0,0 13 0 0,-11 11-3 0,11 0-2 0,0 13-1 0,11-13-1 0,0 12 1 0,15-12-1 0,-13 1 0 0,22-13 2 0,-11 0-2 0,12-12 1 0,0 0 0 0,-11-24-1 0,11 12 1 0,-12-14 0 0,1 3-1 0,-25 11 1 0,24 0-1 0,-24 0 0 0,12 12 0 0,-12 12 0 0,0-12 0 0,12 24 0 0,1-1 1 0,-2-10-2 0,13 0 2 0,-13-13 0 0,15 0 1 0,9-13 6 0,-22-11-3 0,-2-12 0 0,2-1-1 0,-13 13-2 0,-13 0 0 0,2 12-1 0,-2 0-1 0,2 12-4 0,-13-13-9 0,-2 13-74 0,26 13-1 0</inkml:trace>
  <inkml:trace contextRef="#ctx0" brushRef="#br0">5503 7765 17 0,'0'0'0'0,"0"-12"16"0,0 12-11 0,0-12-1 0,0 12 1 0,0-13 2 0,24 2 3 0,-24 11-7 0,13-13-1 0,-2 13 0 0,2 0 1 0,-1 0-1 0,12-11 1 0,0-2-1 0,13 2 0 0,-1-1-1 0,13-13 1 0,12 1-1 0,-15 11 0 0,15 2 0 0,0-1 0 0,0 0 0 0,-1 0 1 0,-1 0-1 0,2 0 1 0,0 0 0 0,12-1-1 0,-12 0 1 0,11-10 0 0,1 11-1 0,11-12 0 0,-11 12 0 0,-1-1 0 0,13 2 1 0,-24-2-1 0,11 13 0 0,-22 0-1 0,9 0 1 0,-11-12-1 0,1 12 1 0,12 0 0 0,11-12 0 0,0 0-1 0,1 0 1 0,12-1-1 0,0 13 1 0,-13-11-1 0,0-2 0 0,-11 13 1 0,11 0 0 0,1 0 0 0,0 0 0 0,96-11 1 0,-84 11-1 0,10 0-1 0,14-13 1 0,-11 13 0 0,11-11-1 0,-24 11 1 0,-1 0 1 0,-12 0-1 0,1 0 0 0,0 0 0 0,36 0 0 0,-62 0-1 0,38 0 0 0,-12 0 0 0,49 0 1 0,-26 0-1 0,-11 0 0 0,11 0 0 0,-47 11 1 0,23-11-1 0,24 0 0 0,-33 13 0 0,-28-13-1 0,37 11 1 0,-23-11 0 0,-1 13 0 0,13-13 0 0,-13 11 0 0,-12-11 0 0,49 0 0 0,-12 13 1 0,-13-13-1 0,1 12 0 0,11-12 0 0,0 12 0 0,-11 0 0 0,0-12 0 0,-13 12 0 0,13 1-1 0,-12-2 1 0,-2 2 0 0,2 11 1 0,84 0 0 0,-60-1-1 0,12-10 0 0,0 0 0 0,-2 11 0 0,2-12 0 0,-24 12 0 0,-1-12 1 0,-12-1 1 0,13 2 0 0,-13-2 1 0,0 2-2 0,13 0 0 0,0-1 0 0,-1 0 1 0,-12-1-1 0,-11 2 1 0,11-2 0 0,-24-11 1 0,0 13-1 0,13-2-1 0,-25-11 0 0,24 13 0 0,-24-13-1 0,-12 0 2 0,0 0 9 0,-12 0-10 0,-12-13-1 0,12 2 1 0,-13-2-2 0,14 13-2 0,11 0-9 0,-13-11-18 0,13 11-34 0,0 0 16 0</inkml:trace>
  <inkml:trace contextRef="#ctx0" brushRef="#br0">12289 7548 65 0,'0'-12'4'0,"-12"-12"4"0,0 24-4 0,12-13 0 0,0 0 4 0,-12 2 8 0,-1 11-2 0,13 0-6 0,0 0-4 0,0 0-3 0,13 0 0 0,11 11 2 0,12 15-1 0,0-2-1 0,1 0 0 0,-13 0 0 0,0-13 0 0,-24 26 2 0,0-24 2 0,-74 35 5 0,15-37-5 0,-2 2-1 0,13-2-1 0,-1 2-2 0,13-1-1 0,24 0-3 0,0 1-22 0,0 22-87 0</inkml:trace>
  <inkml:trace contextRef="#ctx0" brushRef="#br0">10318 6907 34 0,'0'-37'14'0,"-13"-36"8"0,13 49-13 0,0-12 9 0,0 24-10 0,0-1 1 0,0 38-5 0,-12 11-2 0,-12 25 1 0,12 0 0 0,0 11-1 0,-1 49-1 0,26-72 0 0,-1-37 1 0,0-1-2 0,-12 2 3 0,0-13 0 0,12-24-1 0,0 12-1 0,0-13 0 0,12 1-1 0,-11 0-1 0,23 0 2 0,-11 24-2 0,-1-12 1 0,11 12 2 0,-9 12-3 0,-4 0 0 0,-22 24 1 0,13-12-1 0,-13 1 1 0,-24-2 0 0,13 1 2 0,-28-11-1 0,4-2 0 0,-1 2 0 0,12-13 0 0,-12 0-1 0,23 0-2 0,1 0-12 0,12 0-26 0,0-13-32 0</inkml:trace>
  <inkml:trace contextRef="#ctx0" brushRef="#br0">10692 7137 41 0,'0'-14'10'0,"24"-10"-3"0,1 13-2 0,-13-13 5 0,-12 12 3 0,-12 0 0 0,0 0-3 0,-12 12-4 0,-13 0-3 0,-11 24 0 0,23-12-1 0,1 12-2 0,12 0 0 0,12-13 1 0,0 15-1 0,0-15 1 0,24 2 0 0,13-2-1 0,-13-11 1 0,12 0 1 0,-24-11-2 0,12-13 1 0,1 12-1 0,-13-2 0 0,0 14 0 0,-12 0 0 0,0 0-1 0,0 14 1 0,0 9 1 0,0 1-1 0,0 0 0 0,0 0 0 0,12-11 1 0,1 0-1 0,-2-13 2 0,-11 0-1 0,11 0 1 0,2-13-1 0,11-11 0 0,-11-13 0 0,11 2-2 0,-13 9 2 0,26 2-1 0,-1 0 1 0,-11 13-1 0,11-1 0 0,-24 12-1 0,12 0 1 0,-12 23 0 0,1-10 0 0,-13-2-2 0,0 27 3 0,-13-15-1 0,-11 1 1 0,12-11-1 0,0-2 0 0,0-11 0 0,12 13 1 0,-12-13-1 0,12 0-1 0,24 0 2 0,-12 0-1 0,37-13-1 0,-1-11 1 0,0 13 0 0,0-2 0 0,-22-10 0 0,9-2 0 0,-35 12 1 0,-13 2-1 0,2-2 1 0,-26 2-3 0,0 11 1 0,2 11 0 0,11 13 0 0,12 0 1 0,0 2 1 0,12-2 0 0,24-13 0 0,13 13 0 0,10 0-1 0,13-11-2 0,13-13-19 0,0 13-70 0</inkml:trace>
  <inkml:trace contextRef="#ctx0" brushRef="#br0">11793 7160 61 0,'0'0'13'0,"0"0"-5"0,0 0 3 0,0 0-2 0,12 0-1 0,12-11-2 0,13-1-3 0,-13-2-1 0,0-10 0 0,0 0 1 0,-24 1-2 0,0-13 0 0,-24 10 2 0,12 15-3 0,-37-1 1 0,13 12-1 0,0 12 0 0,11 13 0 0,1-1-1 0,12 12 2 0,12-12 0 0,0 25 0 0,36-26 1 0,13 25-1 0,-13-24-1 0,25 2 1 0,-1-15-4 0,-11-11-7 0,-2 0-6 0,-22 0-9 0,-1-24-12 0,-12 11-5 0</inkml:trace>
  <inkml:trace contextRef="#ctx0" brushRef="#br0">12132 7112 9 0,'0'-13'11'0,"0"-11"11"0,0 13-4 0,0-1-5 0,11 12-4 0,-11 0-2 0,13 0 0 0,-13 12 0 0,12-1-1 0,-12 13-2 0,0 0 1 0,0 2-2 0,0-2 0 0,12 0 0 0,-12 0-1 0,0-13 0 0,12 2 0 0,0-13 0 0,-12 0 1 0,12 0-1 0,12-13 0 0,-24 2-1 0,25-2 0 0,-25-11-1 0,12 0 0 0,0 13 1 0,-12-1-1 0,0 12 1 0,0 0-1 0,12 0 0 0,-12 0 0 0,12 12 1 0,0 12-1 0,12-13 0 0,-24 2 1 0,11-2 0 0,15 2 0 0,-13-13 1 0,-2 0-1 0,2 0-1 0,-2 0 1 0,13-13 0 0,-12 2 0 0,12-2-1 0,-12 2 0 0,-12-2 0 0,0 2 0 0,13 11 1 0,-13 0-1 0,0 0-1 0,11 11 1 0,2 2 0 0,-1-2 0 0,12 13 0 0,0-11 0 0,0-2 0 0,-11 2 0 0,11-13 0 0,-12 0 1 0,-12 0 0 0,12-13 0 0,1-11 0 0,-13 0 0 0,0-23-1 0,0 9 1 0,0-9 1 0,0-1-2 0,0-13 1 0,0 25 1 0,0-1-1 0,0 25-1 0,0 0 0 0,-13 12 0 0,13 0 0 0,0 0 0 0,0 36 0 0,0-11-1 0,-12 35 0 0,12-11-1 0,12-1 3 0,-12-13-3 0,24 15 2 0,-11-15 0 0,-2-11 0 0,0-11 0 0,2-2 0 0,0-11 1 0,-13 0-1 0,13 0 1 0,-2-11 0 0,13-2-1 0,0-11 0 0,-12 13 0 0,0-2 0 0,0 13 0 0,0 0 0 0,-12 0-1 0,13 0 1 0,-13 13 0 0,0-2 0 0,0 13 0 0,0 0 0 0,-13-11 0 0,1 0 1 0,-12-2-1 0,-1-11 1 0,1 13-1 0,2-13 0 0,-4 0-5 0,-9 0-13 0,22 0-33 0,13 11-10 0</inkml:trace>
  <inkml:trace contextRef="#ctx0" brushRef="#br0">13123 7330 157 0,'0'0'0'0,"0"-37"25"0,11 37-21 0,15 0-3 0,-13 0-20 0,-26 13-111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19339 16982 15 0,'0'-12'28'0,"0"-1"-15"0,0 13 4 0,0-11-1 0,-35-2 1 0,11 26-7 0,-12-2 0 0,11 14-3 0,-23 11 0 0,-1 25 0 0,13-1-6 0,24 1-1 0,0-2 0 0,12-21 0 0,24-2 1 0,12-25 0 0,1 13-1 0,11-11 1 0,1-13 0 0,-1 0 0 0,-24-13-1 0,12 2 0 0,-22-13-1 0,-3 0 1 0,-11-13 0 0,-11 13 0 0,-3 0 0 0,2 12 0 0,-12 12-1 0,24 0 1 0,-11 23 0 0,11-10 0 0,0 11 0 0,0 13-1 0,11-13-2 0,-11 0-10 0,24 0-22 0,-12-13-56 0</inkml:trace>
  <inkml:trace contextRef="#ctx0" brushRef="#br0">19582 17297 53 0,'0'0'0'0,"13"0"29"0,-13 0-23 0,24 0-2 0,0 0-2 0,0-14 0 0,0 14 0 0,0-24 1 0,-13 0 3 0,2 1 1 0,-13-1 0 0,0-14-1 0,-24 27 0 0,0-1-2 0,0 12-1 0,0 0 0 0,0 0-1 0,0 23-2 0,11 15 0 0,13-2 1 0,-12-1-1 0,12 15-1 0,12-15 1 0,12-11 0 0,1-11 0 0,11 11 1 0,-12-24-1 0,0 0 0 0,13 0 0 0,-24-13 0 0,9-11 1 0,2 13-1 0,-11-26 0 0,-1 0 1 0,0 2-1 0,12 11 0 0,-11 0 0 0,-13 24 0 0,12-12 0 0,0 24 1 0,-12 0 1 0,12 11-1 0,-12 14 0 0,12 0-1 0,-12-2 0 0,12-11 0 0,0-11 1 0,-12-2 1 0,12-11-1 0,1 0 1 0,11 0 0 0,-12-11-1 0,12-13-1 0,12 0 1 0,-12 0-1 0,13-2 1 0,-24 2 0 0,-2 0-1 0,13 13 0 0,-12 11 0 0,-12 0 0 0,12 0 0 0,-12 24 0 0,0-13 0 0,12 27-1 0,-12-15 1 0,0 1 1 0,12 0-1 0,12 0 0 0,25 2 1 0,-25-26-1 0,13 0 0 0,-13-13 0 0,12 0 1 0,0-11 0 0,-12 0-1 0,1-11 1 0,-13-2-1 0,1 13 2 0,-13 0-1 0,-13 12-1 0,-12 0 1 0,13 12-1 0,-12 0 0 0,13 0 0 0,-2 24 0 0,1-13 0 0,12 26 0 0,0-12 0 0,0-2-1 0,0 1 1 0,25-11 0 0,-3-2-1 0,-9 2 1 0,12-2 0 0,0-11 0 0,-3 0 0 0,3-11 0 0,-1-2 0 0,-12 2 0 0,0-2 0 0,0 2 0 0,1-2 0 0,-13 13-1 0,0 0 0 0,12 0 0 0,-12 0 1 0,0 0 0 0,0 13 0 0,0-2 0 0,0-11 0 0,0 13 0 0,0-13 2 0,0-13-2 0,12 2 1 0,-12-2-1 0,12 2 0 0,0-1 0 0,0 12 0 0,0-14-1 0,0 3-8 0,13 11-13 0,-1 0-20 0,12 0-45 0</inkml:trace>
  <inkml:trace contextRef="#ctx0" brushRef="#br0">21070 17297 39 0,'0'0'21'0,"0"-14"-4"0,0 3 5 0,0-13-1 0,0 11-7 0,-12 2-5 0,0-1-3 0,-12 0-3 0,-1 12 1 0,13 0-2 0,-12 24 1 0,0 11-2 0,0-11-1 0,12 13 0 0,12 0-1 0,0-13 1 0,12-13 0 0,1 2 0 0,9-13 1 0,3 0-2 0,-1-24 0 0,1 0 1 0,-1-13 0 0,-12 0 1 0,0 13-1 0,0 0 0 0,0 13-1 0,-12 11 1 0,0 0 0 0,12 11 1 0,-12 2-1 0,12 22 0 0,13-9 0 0,-13-2 0 0,12 11-1 0,0-22 1 0,1-2-1 0,10 2 0 0,-22-13-3 0,11 0-2 0,0-13-1 0,-13-11-1 0,2 13 3 0,-1-26 1 0,0 0-1 0,0-11-4 0,-12-11 5 0,0-2 4 0,0 13 1 0,0-1 3 0,0 25 4 0,0 0 3 0,0 24-2 0,0-13-6 0,0 13 0 0,0 25 1 0,0-1 0 0,0 12-2 0,0 25 0 0,12-14-1 0,1 15-1 0,-13-2 0 0,11-12 0 0,-11-11-1 0,13-2-1 0,-13-22-7 0,12 0-11 0,-12-13-27 0</inkml:trace>
  <inkml:trace contextRef="#ctx0" brushRef="#br0">21335 17224 44 0,'0'0'13'0,"0"0"-4"0,13-12-7 0,-1 12 8 0,24 0 3 0,-12 0-2 0,13 0-3 0,11 0-3 0,-11 0-2 0,11 0 0 0,-12 0 2 0,-25 0-4 0,-11 12 2 0,0-12 0 0,0 0-1 0,0 11 1 0,0 2 0 0,-11-13 0 0,11 11-1 0,0 2 0 0,0 12-2 0,0-13 1 0,11 12-1 0,-11-13 0 0,13 2-4 0,-13-2-7 0,13-11-13 0,0 0-41 0,-13 0 30 0</inkml:trace>
  <inkml:trace contextRef="#ctx0" brushRef="#br0">21637 16957 38 0,'0'0'4'0,"0"0"-5"0,13 0-10 0,0 13-9 0,-13-1 11 0</inkml:trace>
  <inkml:trace contextRef="#ctx0" brushRef="#br0">21783 17188 38 0,'0'0'0'0,"0"12"20"0,-12 0-11 0,12 0 1 0,0 12 2 0,0-13-2 0,0 27-3 0,12-26-5 0,1 12 0 0,-2-13 2 0,2-11 2 0,11 0-3 0,-12 0-2 0,0-11 2 0,12-2-1 0,-24-10 2 0,12-2 0 0,-12 12 0 0,-12-11 0 0,0 13-2 0,0-1 0 0,-12 0-1 0,24 12-1 0,-12 0 0 0,24 0 0 0,0-12 0 0,12 12-1 0,13 0 1 0,-13 0 0 0,0 12 0 0,13 0 0 0,-26 0 1 0,0 12 1 0,3 0 0 0,-2 1-1 0,-12-2 0 0,0 1-1 0,0-11 1 0,0-13 1 0,13 0 3 0,-13-13-4 0,11-11-1 0,0 13-2 0,13-63-6 0,-11 51 6 0,23-13-1 0,-36 36 2 0,12 12 1 0,1 0 2 0,-2 12 0 0,-11 0-1 0,13 0-1 0,-1 13 0 0,0-2-1 0,0-11-2 0,12 0-12 0,-24-11-18 0,25 0-54 0</inkml:trace>
  <inkml:trace contextRef="#ctx0" brushRef="#br0">22450 16872 32 0,'0'0'17'0,"22"0"0"0,2 0 5 0,1 25-1 0,11 0-2 0,-11 10-3 0,-13 2-5 0,0 24-4 0,0 23-2 0,-12 74-5 0,-12-98 0 0,-12-12 0 0,-12-11-11 0,-14-2-44 0,26-22-9 0</inkml:trace>
  <inkml:trace contextRef="#ctx0" brushRef="#br0">18905 16837 16 0,'0'0'0'0,"-12"-13"8"0,-12 26-7 0,0-13 7 0,-13 24 13 0,13 0 3 0,0 24-4 0,-13 13-3 0,13 12-4 0,12 10-4 0,12-9-1 0,24-1 0 0,0-26-2 0,13 1 0 0,-1-22-2 0,1 9-1 0,-1-22-2 0,-12-2 0 0,1 2-3 0,-25-13-19 0,0 0-96 0</inkml:trace>
  <inkml:trace contextRef="#ctx0" brushRef="#br0">16401 9362 1 0,'-49'0'3'0,"-36"12"-1"0,14 12-8 0</inkml:trace>
  <inkml:trace contextRef="#ctx0" brushRef="#br0">15795 9760 13 0,'0'0'7'0,"-11"-24"7"0,0 24-8 0,11-11-3 0,0 11-4 0,11 0 1 0,13 0 1 0,1 11-3 0,35-11-6 0,12 0-1 0,13 0 5 0,12 0 2 0,23 0 2 0,14-11 0 0,23 11 1 0,24-13 3 0,14 13 3 0,-3-11-1 0,27-1 0 0,-62 12-4 0,156 0 1 0,-70-12-1 0,23 12-1 0,0 12-1 0,13-12 2 0,23 0-3 0,-12 0 2 0,25 0-1 0,22 0-1 0,4 0 1 0,9 0 0 0,-11 0 2 0,11 0-1 0,13 0 2 0,0 12-1 0,0-12-1 0,12 0 1 0,12 0-2 0,12 0 1 0,12 0 0 0,13 0 0 0,-1 0 0 0,13 11 0 0,-1-11 0 0,-11 0 0 0,10 13 0 0,-11-13-1 0,-11 11-2 0,374-11 0 0,-411 13 2 0,-13-13 0 0,-10 0 1 0,-14 0 0 0,-35 0 0 0,-1 0-1 0,-120 0 0 0,-25 0 0 0,24 11 1 0,0-11-1 0,-35 0 0 0,-1 0 1 0,-49 0-1 0,-35 0 0 0,0 0 1 0,-12 0-1 0,-1 0 0 0,-11 0 0 0,-2 0 1 0,-24 0-1 0,2 0 0 0,-13 0 1 0,0 0-1 0,-13 13 0 0,13-13 1 0,-24 37-1 0,2-2 1 0,22-22-1 0,-13 11 0 0,13-12 0 0,-12 24 1 0,0 13-1 0,-1 36 0 0,13-26 1 0,-24 63-1 0,13 11 0 0,-2 0 1 0,-11 23-1 0,12 14 0 0,0 47 1 0,12-10-1 0,-12-38 0 0,12 1 0 0,-12-26 1 0,-1 38-1 0,13-73 0 0,-24 48 0 0,0-48 1 0,24-48-1 0,-25 35 1 0,25-35-1 0,-11-1 1 0,-2-23 0 0,2-13-1 0,-2 0 1 0,1-13-1 0,0 2 1 0,-12-13 0 0,0 11-1 0,0-11 1 0,-13 0-1 0,2 0 1 0,-26 0 0 0,0 0-1 0,-24 13 1 0,-23-13-1 0,-13 13 1 0,-133-1-1 0,72 0 1 0,-35-12 0 0,-255 0 0 0,207-12-1 0,-15 12 1 0,-10-12-1 0,-12-1 1 0,-13 0 0 0,-22 13-1 0,-3-11 1 0,1-2-1 0,-23 2 1 0,-1-1 0 0,-12 12-1 0,0-12 1 0,-12 0-1 0,0 0 1 0,0 0-1 0,0 0 1 0,0 12-1 0,-1-13 1 0,1 0-1 0,0 13 1 0,-12-11-1 0,12 11 1 0,12 0 0 0,0 0-1 0,13 11 1 0,-1-11-1 0,24 13 1 0,0-13-1 0,26 13 0 0,9-1 1 0,2 0-1 0,24 0 1 0,12 12-1 0,12-1 0 0,12-10 1 0,12 11-1 0,12 1 0 0,25-13 0 0,23-1 1 0,25 2-1 0,-1 11 0 0,-107 0 1 0,144-12-1 0,13 0 0 0,11-12 0 0,0 13 0 0,13-13 1 0,23 0-1 0,-11 0 0 0,36-13 0 0,-13 13 1 0,26 0-1 0,-14-12 0 0,25 12 0 0,-24-12 0 0,24 12 1 0,0 0-1 0,-12-13 0 0,12 2 0 0,-12 11 0 0,12-13 0 0,0 2 1 0,0-13-1 0,-12 0 0 0,12-61 1 0,0 24-1 0,0-11 0 0,0-13 1 0,12-25-1 0,12-23 1 0,-12-23-1 0,12-14 1 0,-24-11-1 0,13 0 0 0,-2-14 1 0,0 27 0 0,-11-1-1 0,13 36 1 0,-13 12 0 0,0 12-1 0,0 24 1 0,0 24 0 0,0 13-35 0,0 48-26 0</inkml:trace>
  <inkml:trace contextRef="#ctx0" brushRef="#br0">26864 8213 75 0,'0'-48'15'0,"0"48"-7"0,0-12 0 0,0 12-3 0,0 0-5 0,12 12 1 0,-12-1-1 0,12 26 1 0,0 48 0 0,-12-25-1 0,12 0 1 0,0 13 1 0,0 0 1 0,13-2 1 0,-1 27 2 0,-12-2-2 0,0 14-2 0,0 23 1 0,-12-13-1 0,12 13 0 0,-12 25-1 0,13-14 1 0,-2 26 1 0,-11 0-1 0,0-1-1 0,0 12-1 0,0 1 0 0,-11 12 1 0,11-26 1 0,0 14 0 0,0-1 0 0,0 1 1 0,0 0-2 0,0-13 1 0,-13 12-2 0,13 1 0 0,0-1 1 0,0-11-1 0,0-1 0 0,0-12-1 0,13 0 2 0,-2-11-2 0,0-13 1 0,-11-12 0 0,13-13 0 0,-2-11 0 0,-11-12 0 0,13-14 0 0,0 3 0 0,0-26 0 0,-2-11 0 0,0-2 0 0,2-10 0 0,-13-25 0 0,0 0 1 0,0 0 5 0,0-25-5 0,12 1-1 0,-12 0 0 0,0 0-3 0,0 0-1 0,0 0 1 0,-12 0 0 0,12 12 2 0,-13-26-1 0,2 27 1 0,0-13 1 0,-2 0-1 0,13 0 2 0,-13 0-2 0,0 11 2 0,13 0-1 0,-11 13 0 0,-2 0 0 0,13 0 0 0,-11 0 0 0,0 13 0 0,11 0 0 0,-13 23 1 0,13-24-1 0,0 23 0 0,0-11 0 0,13 2 1 0,9-2-1 0,-9-13 1 0,-2 2 0 0,2-13 0 0,0 11 1 0,-13-11 1 0,13 0 0 0,-2-11 2 0,13-2-3 0,0-22 0 0,0 9-1 0,-12-9 0 0,13 23 0 0,-13 0-2 0,-12 12-12 0,0 0-103 0</inkml:trace>
  <inkml:trace contextRef="#ctx0" brushRef="#br0">26790 14636 0 0,'0'0'1'0,"13"-12"1"0,-13 12 5 0,12-13 7 0,-12 0 1 0,12 2-1 0,-12-1-1 0,12 0 0 0,-12 0 0 0,0 12 2 0,0-12 0 0,0 12-4 0,0 0-2 0,0 0-1 0,0 0-4 0,-12 12-1 0,0 12-3 0,0 12 0 0,12 1 0 0,0-1 0 0,0-13 0 0,24 14 0 0,0-12 0 0,1-13 1 0,-1-12 0 0,0 0 1 0,0-12 0 0,0-13 0 0,13 1-1 0,0-12 0 0,-15 12 0 0,2 0 0 0,-11 12 0 0,0-1 0 0,-13 13-1 0,0 13 0 0,0 11 1 0,0 0-1 0,13 0 0 0,-13-13-1 0,22 26 2 0,-9-24-1 0,-1-13 1 0,12 12 0 0,0-24 0 0,1-14 2 0,11 2 0 0,0-11 2 0,-11-1 3 0,-1-13 1 0,-12 13-2 0,-12 12-2 0,0 0-2 0,0 11-2 0,-12 1-3 0,-1 12-25 0,2 12-119 0</inkml:trace>
  <inkml:trace contextRef="#ctx0" brushRef="#br0">26694 14757 42 0,'0'0'9'0,"-11"-13"2"0,11 0-7 0,-13 2 3 0,13-2 1 0,0-22 0 0,13 11 2 0,-2-13-2 0,0-11 0 0,2 12 1 0,13-1 1 0,-15 13-3 0,0 0-2 0,-11 11 0 0,13 2 0 0,-13 11-2 0,0 0-3 0,0 11 0 0,0 14 1 0,24 11-1 0,-12 13 0 0,12-1 0 0,1-11 0 0,-1-1 0 0,-12-24 0 0,24 12 0 0,-11-24 0 0,-1 0 0 0,0-12 0 0,13-12 1 0,-26 0-1 0,13-14 0 0,-13 3 1 0,2-14-1 0,-13 13 1 0,0-13-1 0,0 25 0 0,0 0 0 0,0 13 3 0,0 11 0 0,0 0-1 0,0 35-1 0,13 2 0 0,0-1 1 0,-2 25-1 0,0-2 2 0,2-21-1 0,-1 70 0 0,-12-23-2 0,0 0 0 0,0-1 0 0,-12-11 0 0,-12 0 0 0,13-25 0 0,-15-24-1 0,2-13 2 0,-11 2 1 0,-14-13-1 0,0 0 1 0,25-24 1 0,-12-12 0 0,12-12-1 0,11-1 0 0,1-24 0 0,24 1-2 0,25-1 1 0,11 13 0 0,25-1-1 0,10 13 0 0,15 12-1 0,-13 24-4 0,-12 12-23 0,-25 0-46 0,-36 0 9 0</inkml:trace>
  <inkml:trace contextRef="#ctx0" brushRef="#br0">27468 14986 36 0,'-13'-12'17'0,"13"0"0"0,0 0-5 0,-11 12-4 0,11 12-1 0,-11 24 0 0,11 1-4 0,0-13-2 0,0 35 0 0,0-33-1 0,0-14 1 0,11-12 3 0,-11 0 1 0,0-12 8 0,11-14-11 0,2 3-1 0,-13-13 0 0,12 0-1 0,-12-1 0 0,25 13 0 0,-12-13 0 0,9 37 1 0,-22 0-1 0,13 0-1 0,-1 0 2 0,0 37-1 0,0-1 1 0,-12 1 0 0,12-1-1 0,0-12 1 0,0-1-2 0,-12-9 1 0,13-14 1 0,-13 0 1 0,0 0 2 0,12-25-2 0,-12 1-2 0,12-12 0 0,-12-1 1 0,12 1 0 0,-12 0-1 0,24 12 1 0,-12 0-1 0,0 24 0 0,-12 0 0 0,13 0 0 0,-2 24 0 0,2 0 1 0,-13 12-1 0,12 13 0 0,-12-13 0 0,0 0 0 0,0 13-11 0,0-37-11 0,-12 0-64 0</inkml:trace>
  <inkml:trace contextRef="#ctx0" brushRef="#br0">27880 14938 40 0,'0'0'16'0,"0"0"-9"0,0 0 3 0,12 24 7 0,-12 0-6 0,-12 13-4 0,-1-1-2 0,1 12-2 0,-1-11-2 0,13-1 0 0,0-24 0 0,0-1-1 0,0 2 1 0,0-26 12 0,13 2-11 0,-13-13-1 0,12 0 0 0,1-13-1 0,-1 1 1 0,-12-12-2 0,13 11 0 0,-13-11-1 0,0 11 2 0,0 13 0 0,11 12 1 0,-11 0-2 0,0 24 1 0,11 0 2 0,-11 12-1 0,0 25 1 0,13-13-1 0,-1 1-1 0,-12-1 1 0,12-12 0 0,0 0-2 0,-12 1 1 0,12-13 0 0,-12 0 0 0,0-12-11 0,0 12-25 0,-12-12-46 0</inkml:trace>
  <inkml:trace contextRef="#ctx0" brushRef="#br0">27842 15095 55 0,'-11'0'21'0,"11"0"-17"0,0 0-3 0,24-12 5 0,1 12-1 0,0-12-4 0,10 12-2 0,-11-12-16 0,12 12-17 0,1 0 4 0</inkml:trace>
  <inkml:trace contextRef="#ctx0" brushRef="#br0">28267 14974 22 0,'0'0'0'0,"0"-12"28"0,0 12-6 0,-13 0-3 0,-23 0-5 0,12 0-5 0,-12 12-1 0,0 0-4 0,11 0-1 0,1 0-2 0,24 1-2 0,0 11 2 0,12-12-1 0,25 0 1 0,-13 12-1 0,12-12-2 0,-11 13 2 0,-14-13 1 0,0 0-1 0,-11-12 2 0,-11 12 6 0,0-12-3 0,-26 0-3 0,-11 0 0 0,11 0-2 0,-11 0-3 0,23 0-17 0,13 0-25 0,0 0-18 0</inkml:trace>
  <inkml:trace contextRef="#ctx0" brushRef="#br0">28327 14925 49 0,'0'0'0'0,"0"-11"21"0,0-2-18 0,0 13 3 0,12 0 6 0,-12 13 6 0,12 11-9 0,-12 12-3 0,0 0 0 0,0 1 0 0,0-1-3 0,-12-1-1 0,12-9 0 0,0-14-1 0,0-12 0 0,0 12 0 0,0-24 5 0,0 0-6 0,12-14-1 0,-12-9-2 0,24 11-4 0,-11-12 0 0,11-13-2 0,-12 13 4 0,24 23 4 0,-24 2 1 0,-12 11 2 0,0 11 5 0,-12 26 2 0,-12-1-2 0,12 13-2 0,0-13-2 0,12-1-2 0,12-9 0 0,12-14-1 0,12 0-5 0,-11-12-22 0,23-12-40 0,-35 0 25 0</inkml:trace>
  <inkml:trace contextRef="#ctx0" brushRef="#br0">26659 14140 72 0,'0'0'0'0,"0"-12"21"0,0 12-17 0,11 12 3 0,37-12 1 0,0 24-2 0,25-12-2 0,24-1 1 0,13 2-1 0,22-13 1 0,13 0 0 0,0 0-1 0,-12 0-2 0,1 0 0 0,-98-13-1 0,13 2-1 0,-38-1 2 0,-11-12-2 0,-24 0 0 0,-24 10 0 0,-13 3 0 0,13-1 0 0,-1 12 0 0,25 0 0 0,0 0 1 0,24 12-1 0,0-12 0 0,36 11 1 0,0 15 2 0,13-2 1 0,-13 11 1 0,13-11 0 0,-25 0 0 0,-12-10 1 0,-12 9 1 0,-36-10-3 0,-13-2-3 0,-23 2-16 0,-13-2-118 0</inkml:trace>
  <inkml:trace contextRef="#ctx0" brushRef="#br0">30371 14503 42 0,'0'0'4'0,"-12"-25"4"0,12 25-2 0,-12-12 5 0,12 12-1 0,0 0-3 0,-12 0 3 0,12 24-3 0,0 13 0 0,-12 11-2 0,12 13 1 0,0 10 0 0,0 27-2 0,-13-13 0 0,2 11 0 0,11 25-1 0,0-12 0 0,-13 11-2 0,13 14 0 0,0-1-1 0,13-13 1 0,-2-11 1 0,2-11 1 0,-13 11 0 0,12 0-1 0,0-14-1 0,-12 14 1 0,0 0-1 0,0-11 1 0,12-14 1 0,0 12 0 0,0-11-1 0,-12-24 1 0,0 11-1 0,12 13-1 0,0 0-1 0,-12 0 1 0,13 0 0 0,-13-25 0 0,12 12-1 0,-12-11 0 0,0 11 0 0,0-23 0 0,0-14 0 0,0-9 0 0,0-2 0 0,0 0 0 0,0 0 0 0,0-13 0 0,0 2 0 0,0-13 0 0,0 0 0 0,0 11 0 0,0-11 0 0,0 0 0 0,0 13 0 0,12-13 0 0,0 0 0 0,12 0 1 0,73-13-1 0,-62 13 0 0,39-11 0 0,34-2 0 0,-10 13 0 0,9-11 0 0,3-1 0 0,-1-12 0 0,109-12-5 0,-134 23-13 0,-60-11-20 0,1-12-29 0,-13 24 24 0</inkml:trace>
  <inkml:trace contextRef="#ctx0" brushRef="#br0">30310 14503 45 0,'0'0'0'0,"0"-25"13"0,0 25-4 0,13 0 0 0,11 0 1 0,12 0 1 0,37-12-1 0,11 12-1 0,37-12 1 0,-36 12-1 0,24-12-2 0,13-12-1 0,-2 11-4 0,-35 13-3 0,-49 0-15 0,-12 0-20 0,-48 24-52 0</inkml:trace>
  <inkml:trace contextRef="#ctx0" brushRef="#br0">30516 15676 22 0,'0'0'10'0,"-11"-12"-1"0,11 12-7 0,11 0 4 0,26 12 2 0,0-12 0 0,34 12 0 0,-10-12 0 0,-1 0 0 0,37 0 1 0,12 0 1 0,24 0-1 0,12 0-1 0,-12-12-3 0,-61 12-3 0,1 0 0 0,-12 0-1 0,-2 0-4 0,-21-12-10 0,-2 12-24 0,-36 0-17 0</inkml:trace>
  <inkml:trace contextRef="#ctx0" brushRef="#br0">30468 16051 65 0,'-24'0'8'0,"12"0"-2"0,12 0 1 0,12 0 8 0,36 0-2 0,13 0-3 0,35 0 0 0,-11 12-2 0,0-12 0 0,36 0-1 0,23 0-3 0,-10-12-1 0,-25 12-3 0,-13-12 0 0,-48 12 1 0,-23-13-10 0,-25 1-12 0,-25 12-13 0,-23-12-13 0,11 12 1 0</inkml:trace>
  <inkml:trace contextRef="#ctx0" brushRef="#br0">31084 15845 30 0,'0'-13'9'0,"-11"-11"0"0,11 24 5 0,0-11-4 0,0 11-5 0,-13 11 5 0,1 26 0 0,12-13-7 0,-12 13 1 0,12-2-1 0,0-10-1 0,12-13 1 0,13 0 1 0,-1 0 0 0,0-12-2 0,24-12 0 0,-23 12-1 0,23-36 0 0,-24 23 0 0,0-11 0 0,1 13-1 0,-13-14 2 0,-12 25 0 0,0 0-1 0,13 0-2 0,-13 0 2 0,11 25-1 0,-11-1 1 0,11 0-1 0,13-12 1 0,1 0-1 0,0 0 2 0,-1-12-1 0,0-12 2 0,0-12 4 0,-12-13 3 0,0 1-1 0,0-13-1 0,-12 2-4 0,0 9-2 0,-12 3-1 0,0 23-1 0,-12 0-6 0,-1 12-22 0,14 0-40 0,11 0-5 0</inkml:trace>
  <inkml:trace contextRef="#ctx0" brushRef="#br0">31060 15506 42 0,'-12'0'13'0,"0"0"-10"0,24 0 18 0,37-12-15 0,11 12 2 0,25-12-1 0,24 12-2 0,11-12 2 0,-71 12-2 0,12-12-2 0,-13 12 0 0,0 0 1 0,-23 0 2 0,-13 0-4 0,-24 0-1 0,-85 0 1 0,36 0-1 0,37 0-1 0,12 0-1 0,12 0-2 0,0 0-14 0,0 12-29 0,0 0-14 0</inkml:trace>
  <inkml:trace contextRef="#ctx0" brushRef="#br0">31544 14466 22 0,'0'0'0'0,"0"0"13"0,0 0-10 0,25-12 5 0,-13 12 1 0,24-12 0 0,0 12 1 0,13 0 2 0,22 0-3 0,3 0-1 0,10 0-3 0,1 0-2 0,-12 0 0 0,-13 0 0 0,-24 0 3 0,-22 0 0 0,-3 0-3 0,-11-13 0 0,-11 13-1 0,-3-11-1 0,2-2 0 0,0 13-1 0,12 0-1 0,-12-11 1 0,12 11-1 0,0 0-1 0,12 11 0 0,0-11-1 0,-12 13-1 0,26-2 0 0,-4 14 1 0,-9-25 3 0,-1 12 0 0,-12-12-2 0,0 0-21 0,0-12 9 0,0 12 1 0,0 0-1 0,0-12 0 0,0 12-5 0,12 0 4 0</inkml:trace>
  <inkml:trace contextRef="#ctx0" brushRef="#br0">32403 14514 8 0,'0'0'0'0,"0"0"25"0,0 0-17 0,0-11 1 0,0 11-2 0,0 0-1 0,-12 0 0 0,12 0 2 0,0 11-2 0,0 14-2 0,0 11 0 0,0 13-2 0,0 23-1 0,0 1-1 0,0 11 0 0,0 25 3 0,-12-36 0 0,12-37-2 0,0 73 3 0,0 12-1 0,0 12 2 0,0-12-2 0,0 132-1 0,0-131-2 0,0-13 2 0,0 0 2 0,-12-1-1 0,12-23 4 0,0 11 0 0,0-23-3 0,0 0-3 0,12 0 1 0,-12-13 0 0,0 13 1 0,0-14-1 0,0 39 0 0,0-38-1 0,0 37 0 0,0-36 1 0,0-1 1 0,12-1-1 0,-12-22 0 0,12 0-1 0,1-13 1 0,-2 0-1 0,0 0 0 0,-11-11 1 0,0 22 0 0,0-10 1 0,-11 11-2 0,0 1 0 0,-2-13 0 0,1 12-1 0,12-25 0 0,-12 15 0 0,12-14 0 0,0 0 0 0,0-12 0 0,0 0 0 0,0 0 1 0,0 0 0 0,0 0-1 0,0 0 0 0,0-12 0 0,-12 12 0 0,0 0 0 0,-12 0 0 0,-1 0 0 0,-11 0 0 0,-13 0 1 0,-11 0-1 0,-24 0 0 0,-1 12 0 0,-24-12 0 0,-97 0 1 0,49-12-1 0,48 0 1 0,38-1-1 0,-3 0 1 0,38 13 0 0,12-11-1 0,12-1-27 0,24 12-57 0,-12 0 27 0</inkml:trace>
  <inkml:trace contextRef="#ctx0" brushRef="#br0">30395 14527 42 0,'0'0'0'0,"-12"-24"12"0,0 11-5 0,12 1 2 0,0 12 2 0,0-12-1 0,12 12-3 0,0 0-3 0,25 0 0 0,-1 12-1 0,1 0 1 0,-2-12-2 0,74 13 3 0,-12-13 1 0,-12 0-1 0,37 0 1 0,46-13-1 0,1-11 0 0,-48 24 0 0,-24-12-1 0,12-13-1 0,-12 25 0 0,-1-24-2 0,-23 13 0 0,-25-2 0 0,-11 2-1 0,-25 11-7 0,-24-13-21 0,0 26-29 0,0-13 8 0</inkml:trace>
  <inkml:trace contextRef="#ctx0" brushRef="#br0">30407 14598 22 0,'0'0'0'0,"0"-23"17"0,0 11-10 0,0-12 1 0,13 12 4 0,-1-12 0 0,-12 11-1 0,12 13-1 0,-12-12-2 0,-12 24 0 0,0 25-3 0,-13-1-1 0,13 12 0 0,0 13 0 0,-12 24 0 0,12-2-1 0,0 15-1 0,12-1-1 0,-13 24 0 0,2 0-1 0,11 12 0 0,-13 0 1 0,13-12-1 0,0 12 0 0,13-24 1 0,-13-49-1 0,11 73 1 0,-11-36 1 0,-11 0-1 0,-2 12 0 0,13-13 1 0,-12-11-1 0,12 0 1 0,12-14-1 0,1-9 1 0,-13-15-1 0,11 2 2 0,-11-13-2 0,0 13 2 0,13-1 0 0,-13-11 1 0,0-1-2 0,0 11 0 0,0 3 0 0,12 9-1 0,-12 2 1 0,12-13-1 0,0 26 0 0,0-14-1 0,-12 0 1 0,0-11-1 0,0-14 2 0,0-9-2 0,0-2 0 0,0 0 0 0,0 0 0 0,0 0 0 0,0 0 1 0,0 1-1 0,12-2 1 0,-12-10-1 0,0-2 0 0,0 2 1 0,12-2-1 0,-12-11 1 0,0 0-1 0,0 0 0 0</inkml:trace>
  <inkml:trace contextRef="#ctx0" brushRef="#br0">28146 15821 35 0,'-24'-13'12'0,"11"2"-2"0,13 11-2 0,25-12-4 0,23-26 1 0,37 3 0 0,36-13-1 0,36-13 1 0,36-12 1 0,37-12 0 0,0-11 0 0,1-2-3 0,-39 3-7 0,-35-2-31 0,-60 24-20 0</inkml:trace>
  <inkml:trace contextRef="#ctx0" brushRef="#br0">28049 16450 58 0,'-12'-24'13'0,"12"24"-12"0,48 48 0 0,1-12 4 0,59 37 9 0,38 36-1 0,60 23-4 0,-50-23-6 0,62 25 0 0,-61-37-1 0,158 83-1 0,-85-71-9 0,-37-24-18 0,-60-12-48 0</inkml:trace>
  <inkml:trace contextRef="#ctx0" brushRef="#br0">13982 12229 9 0,'0'0'17'0,"0"-26"-3"0,0 15-7 0,0-2 0 0,0 2 3 0,12-2-1 0,0 2-3 0,0 11-3 0,13 0 0 0,-14 0-1 0,26 0 1 0,-13 0-1 0,12 11 1 0,1 13-1 0,11 0 0 0,-13 2 1 0,15-2-1 0,-15 11-1 0,2 2 0 0,-11 0 1 0,-4-2-1 0,3-10 0 0,-13 11 1 0,0 1-1 0,0-1 0 0,0 12 0 0,0-11-1 0,-12-13 1 0,12 35 0 0,1-21 1 0,-13 9-1 0,0 2 0 0,0 0 0 0,0-1 0 0,0-12 0 0,0-24-1 0,0 49 1 0,0 0-1 0,12-13 0 0,0-12 1 0,0-1-1 0,0 2 1 0,12 0-1 0,-11-13 1 0,9 13-1 0,4-13 1 0,11 0-1 0,-15 0 1 0,3-12-1 0,11 12 1 0,1-12-1 0,-13 1 1 0,0-13-1 0,-12 11 0 0,-12-11 0 0,0 0 0 0,0 13 2 0,-24-1 1 0,-12 0-1 0,-1 0 0 0,1 23-1 0,0-9 0 0,12 10 0 0,-12 0 0 0,11 12-1 0,-11-11 1 0,24 11-1 0,0 0 0 0,0-11 1 0,12 11 0 0,-12-12 0 0,12 13 0 0,0-1 1 0,0-11-1 0,0 11 0 0,0-1 0 0,12 14 0 0,-12-48-1 0,12 96-1 0,0-49 1 0,0-11 1 0,0-1-1 0,12-1 1 0,-24 3 0 0,11-2 0 0,3 13 1 0,-2-2 0 0,-12-10-1 0,0 0 0 0,0 11 1 0,0 1-2 0,0-1 1 0,0 1-1 0,0-1 0 0,0 1-1 0,0-2 2 0,0-9-1 0,0-15 0 0,0 14 1 0,0 0-1 0,-12 11 1 0,-2-12-1 0,3 13 1 0,-13-13 0 0,0 13 1 0,-12-2-1 0,-1 2 0 0,13-12 0 0,-12-1-1 0,11-23 2 0,-11-1 1 0,24-12 0 0,-25 0 0 0,2-12-1 0,11 0-1 0,-2-12 0 0,15 0-1 0,-13 0 0 0,12-13-5 0,0 1-14 0,0 0-20 0,24 0-14 0,0 11 0 0</inkml:trace>
  <inkml:trace contextRef="#ctx0" brushRef="#br0">15554 13753 26 0,'0'0'13'0,"13"-12"-3"0,-13 12-5 0,11 0 8 0,-11 0 5 0,0 0-1 0,-11 0-9 0,11-13-3 0,-25 13-2 0,-11 0 0 0,1 13 1 0,-15-1-1 0,2 0-1 0,-12-1 0 0,-1 13 1 0,0-11 0 0,0-2 0 0,26 2 0 0,11-1-1 0,12 0 0 0,12 1-1 0,0-13 0 0,12 11 1 0,23 13-1 0,2-11 0 0,11-1-1 0,-11 12 0 0,11-12 0 0,-23 0 1 0,11 13-1 0,-24-1 0 0,12-12 1 0,-24 0-1 0,0 0 0 0,0 0 2 0,-24 0 0 0,0 13 0 0,-13-1 0 0,-11-12-1 0,-25 36 0 0,25-24 0 0,13 1 0 0,-15 11-2 0,39-12 1 0,-2-13 1 0,13 2-1 0,0-2 2 0,24 2 0 0,13-13 1 0,22 0-2 0,-22 0 0 0,48 13 0 0,-12-13 2 0,-1 11-1 0,2-11 1 0,-3 13 0 0,-10-13-1 0,-1 0 1 0,-23 11-1 0,-1-11 0 0,-24 0-1 0,-12 0 0 0,0 0-44 0,-36 13-66 0</inkml:trace>
  <inkml:trace contextRef="#ctx0" brushRef="#br0">15603 5200 24 0,'0'0'0'0,"-12"-11"8"0,-1 11-4 0,13 0-1 0,0 0 2 0,0-13 2 0,0 13 2 0,0-11 0 0,0 11-2 0,13 0-2 0,-1-13-1 0,0 13-1 0,0 0-1 0,0 13 0 0,12-13 0 0,13 0 0 0,-13 11-1 0,12-11 1 0,-12 0-1 0,0 0 0 0,-11 0 0 0,-1 0 0 0,-12 0 3 0,0 0-1 0,0 0-1 0,0 13 0 0,-12-13 1 0,-1 24-1 0,0 0 0 0,-9 0-1 0,-3 0 0 0,-11 13 0 0,-13 0-1 0,13-1 1 0,0-12 0 0,-1 11-1 0,13-9 1 0,0-14 0 0,11 12 1 0,13-12-2 0,-11-12 1 0,11 0 1 0,11 12 0 0,2 0 0 0,-2-12 0 0,14 11-1 0,11-11 1 0,1 0-1 0,-1 0 0 0,1 0 0 0,11 0 1 0,-11-11 0 0,-26 11-1 0,-11 0 1 0,11-12 1 0,-11 12 3 0,0 0 9 0,0 0-17 0,-11 12-14 0,-13-1-65 0,12-11 15 0</inkml:trace>
  <inkml:trace contextRef="#ctx0" brushRef="#br0">15880 5552 2 0,'0'0'0'0,"13"0"5"0,-13-12 4 0,12 0 3 0,12 0 4 0,-24 0-8 0,0 12-2 0,0 0 2 0,0 0-4 0,-12 12-1 0,0 0 1 0,-13 12 0 0,25 0-2 0,-11-13 0 0,11 15 0 0,0-14-1 0,11 0 0 0,2-1 0 0,11 2 1 0,-12-13-2 0,13 0 0 0,-1-13-7 0,0 2-13 0,-12-13-37 0</inkml:trace>
  <inkml:trace contextRef="#ctx0" brushRef="#br0">16050 5285 75 0,'-12'-11'12'0,"0"-2"-5"0,0 13-6 0,0 13-1 0,12-13 0 0,-12 24-14 0,12-12-49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20586 5043 24 0,'0'0'10'0,"-12"-35"13"0,12 23-3 0,0 0-1 0,-13 0-2 0,13-2-5 0,0 14-4 0,13 0-2 0,-13 14 3 0,24 34-1 0,0 23-2 0,-12 3-2 0,13 22 0 0,-1 2-2 0,0-3 1 0,-12 3-1 0,12-25 1 0,-11-2 1 0,-1-10-2 0,0 0 1 0,-12-13 0 0,0-11-2 0,0-13 0 0,0-24 0 0,0 12 0 0,0-12 0 0,0 0-8 0,-24-12-10 0,11-12-22 0,1 12-44 0</inkml:trace>
  <inkml:trace contextRef="#ctx0" brushRef="#br0">19498 3689 58 0,'-13'-12'13'0,"1"-12"-7"0,0 24-1 0,-36 0 9 0,-1 24-3 0,13 13 0 0,-12 11-4 0,12 12-4 0,-1 1-1 0,25-13 0 0,0-11-1 0,12-1 0 0,24-13-2 0,1 1 2 0,23-11-1 0,11-2-3 0,4-11-8 0,8 0-11 0,2-24-7 0,0 13-7 0,-37-2 7 0</inkml:trace>
  <inkml:trace contextRef="#ctx0" brushRef="#br0">19824 3883 8 0,'0'-24'24'0,"-13"-1"7"0,2 1-9 0,-24 12-8 0,-4 12-2 0,-7 0-4 0,-3 36-3 0,13-11-2 0,-1 23-2 0,25-13 0 0,0 15-1 0,12-26 0 0,24 0 0 0,0-13 0 0,13-11 1 0,11 0-1 0,-24-24 0 0,11 1 0 0,-9 11 0 0,9-38-1 0,-22 27 2 0,-2-1-2 0,-11 0 3 0,0 12-1 0,0 36 2 0,-11 0-2 0,11 0-1 0,0 25-3 0,0-13-11 0,0-12-22 0,0 0-20 0</inkml:trace>
  <inkml:trace contextRef="#ctx0" brushRef="#br0">19969 3822 83 0,'0'-12'7'0,"-12"0"-1"0,12 12-1 0,0 0 2 0,0 12 0 0,0 25-4 0,0 11-1 0,0-12-1 0,12 13 0 0,-12-2 0 0,13-10-1 0,-13-12 1 0,11-13-1 0,-11-1 0 0,0-11 2 0,0 0-1 0,0-23-1 0,13-2 1 0,-13-12 0 0,12-10-2 0,0 9 1 0,0 3 0 0,0 11 0 0,12 0 1 0,-13 12 2 0,13 12-3 0,-11 0 0 0,0 24 0 0,0 0 3 0,-2 0-1 0,-11 13-1 0,11-1 0 0,2-12 0 0,-1 0-1 0,0 0-4 0,-12-24-8 0,0 11-12 0,0-11-60 0</inkml:trace>
  <inkml:trace contextRef="#ctx0" brushRef="#br0">20489 3531 98 0,'-13'0'7'0,"-9"-11"-6"0,9 22-1 0,1 26 4 0,0 0 2 0,12 22-1 0,-12 15-1 0,12-14-1 0,0 25-2 0,12-26-1 0,12-9 1 0,-11-2 0 0,-2-24-1 0,0 1 1 0,-11-25-1 0,0 0 5 0,0-14-5 0,-11-10 1 0,11-11-1 0,-24-1-1 0,0-2 1 0,0 15-1 0,0 11 1 0,-37 0-1 0,12 24 2 0,13 12 0 0,0 13 0 0,23-1 0 0,13-13-1 0,13 1-1 0,35 0 1 0,1-10 1 0,11-2-1 0,1-12-3 0,-1 0-10 0,1-12-19 0,-1-2-44 0</inkml:trace>
  <inkml:trace contextRef="#ctx0" brushRef="#br0">20719 3871 73 0,'0'0'16'0,"0"0"-8"0,-12 0-3 0,12 0 5 0,0 12 0 0,-12 12-3 0,12 0-3 0,0 1-2 0,0 11-1 0,0-1 0 0,12-11-2 0,-12-11-6 0,12 12-11 0,-12-25-23 0,0 0-21 0</inkml:trace>
  <inkml:trace contextRef="#ctx0" brushRef="#br0">20622 3593 80 0,'-12'-12'20'0,"-12"-1"-18"0,12 13-2 0,12 0-1 0,0 0-1 0,12 25-22 0,0-13-26 0</inkml:trace>
  <inkml:trace contextRef="#ctx0" brushRef="#br0">21143 3520 94 0,'0'-12'14'0,"0"-12"-10"0,0 12-1 0,-13 0 5 0,13 24-1 0,-12 0-1 0,0 24-1 0,-12 25 0 0,12 22-1 0,12-33-3 0,0 34 1 0,12 13-2 0,0-36 1 0,0-1-1 0,0-25 1 0,-12-11-1 0,0-10 1 0,12-2-1 0,-12-1 2 0,0-11-1 0,0-23 3 0,0 9-4 0,0-10 0 0,0 0 0 0,-12-11 0 0,12-1 0 0,-12 11 0 0,-12-11 0 0,12 12-1 0,-25 12 2 0,1 12-3 0,-13 12 2 0,2 12 0 0,9 0 0 0,16-1 0 0,9 15-1 0,1-2 2 0,12-25-2 0,12 13 1 0,23-11 0 0,-10-2 0 0,35-11-6 0,1 0-9 0,-12 0-11 0,23-11-30 0,-47 11 14 0</inkml:trace>
  <inkml:trace contextRef="#ctx0" brushRef="#br0">21384 3931 58 0,'-12'-12'18'0,"12"12"-8"0,-12-12 4 0,0 12-2 0,-23 0-1 0,-2 0-2 0,11 12-3 0,-9 0-3 0,11 13 0 0,12 11-3 0,12-24 1 0,0 11-1 0,0-10 0 0,36 11 0 0,-12-24 1 0,0 0-1 0,13-13 0 0,-2-11 0 0,-10 1 1 0,-1-1-1 0,1-14 0 0,-25 27 1 0,11-13-1 0,-11 12 2 0,0 12 1 0,0 0-2 0,0 24 0 0,13-12 0 0,-1 13-1 0,12-1 0 0,12 0 0 0,-11-12 0 0,11-1-1 0,0-11-2 0,-12 0-1 0,0-11 0 0,-11-1 2 0,11-12 0 0,-11 0 1 0,-13-13 1 0,0-35 0 0,-13-61 0 0,2 72 2 0,11 13 0 0,0 11-1 0,0-11 2 0,0 36 0 0,11 12 0 0,-11 0-1 0,0 47 1 0,0 3-1 0,0 9-2 0,0 15 2 0,0-26-2 0,13 37 1 0,9-25 0 0,-9-23-1 0,-1-1 0 0,0-13 0 0,-12-23 1 0,0 13 1 0,0-13 0 0,0-24-1 0,-24 12-2 0,11-36-1 0,-9 11 1 0,-15 1 0 0,11 0 0 0,-9-1 0 0,11 13 2 0,12 24-1 0,12-12-3 0,0 12 2 0,24 12 0 0,23 0 1 0,-8 0 0 0,20 0 0 0,13 0 1 0,1-12-1 0,0 0 1 0,-2 0-1 0,-21-12 1 0,-15 0 0 0,2-12 0 0,-25 0 0 0,0 0 1 0,-12 0 0 0,-36-1 1 0,11 13-2 0,-10 12 0 0,-15 0 0 0,15 37 0 0,11-13-1 0,0 12 1 0,24 0-1 0,0 1 1 0,24-1-1 0,0 0 2 0,11-24 1 0,15-1 0 0,-2 3 0 0,24-14-1 0,-23-14-1 0,0 3 0 0,-13-13-2 0,-12 0-9 0,0 0-24 0,-24 12-72 0</inkml:trace>
  <inkml:trace contextRef="#ctx0" brushRef="#br0">10172 12858 12 0,'0'0'0'0,"0"11"6"0,0-11 41 0,-12-11-40 0,12 11-2 0,-13 0 0 0,13 0 1 0,0 0 0 0,0 0-2 0,13-13-2 0,-1 1-1 0,0 0-1 0,12-12 2 0,-12 0 0 0,13 0 0 0,-1 0 0 0,0-2 0 0,-12 2 0 0,25 13 1 0,-25-1-1 0,0 0-1 0,12 0 0 0,0 0 0 0,0 0 1 0,12 12-1 0,0-12 0 0,13 12-1 0,-25 0 1 0,13-13 0 0,-13 13-1 0,-12 0 0 0,0 13 0 0,0-1 1 0,13 0-1 0,-1-12 0 0,-12 12 1 0,12 0-1 0,1 0 0 0,10-12 1 0,2 12-1 0,-2-1 1 0,2-11-1 0,-1 13 1 0,1-13-1 0,-1 0 0 0,13 0 1 0,-1 0-1 0,0 0 0 0,0-13 1 0,0 2 1 0,1-1-2 0,-13 0 0 0,13 0 1 0,-13 12-1 0,-11-12 1 0,11 0-1 0,-24 0 0 0,0 12 1 0,0-13-1 0,-12 13 1 0,13 0-1 0,-13 0 1 0,11 0-1 0,-11 0 0 0,11 0 0 0,-11 0 0 0,13 13 0 0,-1 11 0 0,-12-12 0 0,38 24 0 0,-27-25 0 0,13 13 1 0,0-11-1 0,12 0 0 0,-11-13 1 0,11 0-1 0,12 0 1 0,1 0-1 0,-13-26 0 0,24 15 1 0,-22-13-1 0,21 12 2 0,-11 0-1 0,1-12-1 0,12 12 0 0,-1-13 1 0,0 1-1 0,12 24 0 0,-11-24 0 0,0 24 1 0,-1-12-1 0,1 12-1 0,11 0 1 0,0 0 0 0,62 12 1 0,-73 0-1 0,-13 0 0 0,0-1 0 0,2 2 0 0,-15 0 1 0,13 11-2 0,-11-12 2 0,-13 0-1 0,-12 0 3 0,12 0 1 0,-12 12 1 0,0-13-2 0,-12 2-1 0,0 0-1 0,0-1-1 0,-24 11-14 0,-12 1-106 0</inkml:trace>
  <inkml:trace contextRef="#ctx0" brushRef="#br0">10836 12035 48 0,'0'-12'20'0,"-11"-12"-6"0,-2 12-6 0,13 12 2 0,-11 0-6 0,0 24 0 0,-2 12 0 0,-11 13-2 0,24 10 0 0,-12 3-2 0,12-15 1 0,12 1 0 0,12-22-2 0,0-15 2 0,50-11 1 0,-39-11-1 0,1-26 0 0,0 0 0 0,-11 2-1 0,-1 9 1 0,-24 15 0 0,12-2 0 0,-12 26-1 0,0-2 1 0,12 26-1 0,12-13 1 0,-11 13-1 0,35-13 0 0,-11 0 1 0,10-24-1 0,-22 13 1 0,-1-26 2 0,0 2-1 0,-12-15-1 0,-12-9 1 0,0-2 0 0,-25-11-1 0,-10 0 0 0,10 36 0 0,13 12 0 0,-1 0-2 0,13 0 0 0,13 0 1 0,-1 23 0 0,26-10 1 0,9-2 0 0,1-11-1 0,25 0 1 0,-24 0-1 0,-13 0 0 0,-12-11 1 0,1-2 0 0,-14 2 0 0,-11-1 1 0,-11 0-1 0,-2-12-1 0,1 12 1 0,-12-2-1 0,12 3 0 0,-12 11 1 0,11 11-1 0,1 3-1 0,0 10 2 0,12 12-1 0,0-1 0 0,0 15 0 0,24-15-1 0,0 13 1 0,1-22 0 0,11-2 1 0,12-13-1 0,-11-11 1 0,11-11 0 0,-12-13-1 0,0-2 1 0,-11-9 0 0,-13-2 0 0,0 0-1 0,-12 13 1 0,0 0-1 0,-12 13 2 0,12 11-3 0,0 0-1 0,0 11 2 0,0 13 0 0,0 0 1 0,0 2 0 0,12-2-1 0,0 0 0 0,0 11 0 0,-12-22 0 0,12 11-2 0,-12-11-9 0,12-13-13 0,1 0-24 0,-1 0 8 0</inkml:trace>
  <inkml:trace contextRef="#ctx0" brushRef="#br0">11853 11805 112 0,'-48'-37'9'0,"24"37"-7"0,12 0-3 0,12 13 0 0,0 11 1 0,0 13-14 0,0-2-43 0,12-10 19 0</inkml:trace>
  <inkml:trace contextRef="#ctx0" brushRef="#br0">12119 12229 58 0,'13'0'7'0,"-2"0"-3"0,26-12 5 0,-25-2 0 0,12-10 9 0,-12 13-8 0,-12 11-1 0,0-13-1 0,0 2-4 0,-60 11 1 0,11 11-4 0,13 2 0 0,0 11-3 0,12 1 2 0,12-13 0 0,12-12-1 0,0 11 1 0,25-22 1 0,-3 11 0 0,15-12 0 0,-13 12-1 0,0 0 1 0,-11 0-1 0,-1 36 0 0,12 12 0 0,-12 0 1 0,12 13-1 0,-12-13 0 0,1 13 0 0,-13-14 0 0,0-9 0 0,0-26 1 0,-13 0 1 0,-23 0 0 0,-12-24-1 0,-1 0 0 0,0-25-1 0,2 13 0 0,22-12 0 0,12-1 1 0,13 1-2 0,0 12-1 0,38-25-1 0,9 1 0 0,27 0 1 0,-14 0 1 0,13-13 0 0,-25 13 2 0,-1-13-1 0,-8 25 1 0,-28 0 0 0,-11-1 2 0,0 1 1 0,-11 24-1 0,11 0 0 0,-13 12-1 0,0 0-2 0,-22 60 0 0,35 1 1 0,-13 12-1 0,26-2 0 0,9-9 0 0,4-2-1 0,-2 1 1 0,0-37 0 0,0 0-1 0,12-13 1 0,-24-11 1 0,12 0 0 0,1-24 0 0,-13-11 0 0,12-2-1 0,-24 0 1 0,12 13 0 0,0 1-1 0,-12 23 0 0,0-14 0 0,0 14-2 0,25 14 2 0,-13 9 0 0,12-10 0 0,-12 11 0 0,25 0-1 0,-26-13 2 0,13 26-1 0,2-37-1 0,-4 13 2 0,2-2-1 0,1-22 1 0,-13-2 0 0,12-11-1 0,0 0 1 0,-11-24 0 0,11-2 0 0,-12-9 0 0,-12-26-1 0,12 13 0 0,-12-1 0 0,0 25 0 0,-12-1 0 0,0 24 1 0,12 25-2 0,-12 0 1 0,0 37 1 0,-1 11 0 0,13 1-1 0,-11 12 1 0,35 11-1 0,-12-11 1 0,0-13-1 0,0-13 1 0,0 2 0 0,0-13 0 0,-12 13-1 0,13-37 1 0,-13 11-2 0,11-11 1 0,-22 0-27 0,11 0-5 0,0-24-18 0,-13 24 7 0</inkml:trace>
  <inkml:trace contextRef="#ctx0" brushRef="#br0">12797 12155 70 0,'0'0'10'0,"-24"-11"-2"0,11 11-7 0,13 0 3 0,13 11 5 0,11 2 3 0,24-13-3 0,0 0-4 0,25 11-2 0,-25-11-2 0,-23 0 0 0,46-11 0 0,-8-13 1 0,-16 12 1 0,-11 0 1 0,-12-12 1 0,-24 12 3 0,0-2-2 0,-12 3-3 0,0-1-1 0,-12 12-1 0,24 0-1 0,-12 0-1 0,12 12 1 0,12-1 0 0,0 27 0 0,12-14-1 0,13 12 1 0,-13-1 0 0,0 15 0 0,-12-2 1 0,-12-11 0 0,0-13 0 0,-12-13 3 0,-12 2 2 0,-12-2-2 0,-13-11-2 0,13 0 0 0,1 0-1 0,10-24 0 0,25 24-2 0,0-11-18 0,36-2-124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8503 6520 45 0,'0'0'0'0,"0"-37"13"0,-11 24-6 0,11 2 5 0,-13-1-1 0,13 12-3 0,-12 0-3 0,-13 0 1 0,12 23-1 0,-22 15 1 0,11-2-1 0,12 23-1 0,12 15-1 0,-12-14 0 0,24 0-1 0,12-11 0 0,12 0-2 0,13 11 2 0,-24-36-2 0,34 1 0 0,-22-25 1 0,11 0 0 0,0-25 0 0,1 1-1 0,-13-24 1 0,11-1-1 0,-9-12 1 0,-13-11-1 0,-3-12 0 0,-9-13-1 0,-1 0 1 0,0 12 0 0,-12 24-2 0,-24 13 2 0,11 24 0 0,-9 11 0 0,-41 2 1 0,16 11 0 0,-26 11-1 0,13 26 1 0,-13 0-1 0,13 11 0 0,12 0 1 0,0 1 0 0,23-1-1 0,-11 1 1 0,24-13-1 0,0-1 1 0,12-9 0 0,0-2 0 0,0-13 0 0,0-11 1 0,24 0 1 0,0 0 0 0,13 0 0 0,-15 0-1 0,52-11 1 0,-26 11 1 0,13-12 0 0,-1 12 1 0,1 0-1 0,-13 0 0 0,-13 0-1 0,3-12-2 0,-26 12 0 0,1 0 0 0,-13 0-3 0,0 0-152 0</inkml:trace>
  <inkml:trace contextRef="#ctx0" brushRef="#br0">18832 12978 57 0,'0'0'4'0,"13"0"1"0,-13-12 5 0,11 0 11 0,-11 0-3 0,-11 0-9 0,-50 24 2 0,25-12-4 0,-13 24-2 0,-11 1 0 0,11 11-1 0,13 12-2 0,0-11-1 0,24 11-1 0,0-13 0 0,12-11 1 0,36 2-1 0,12-2 1 0,13-13 0 0,11 2 0 0,1-13-1 0,-1-13 2 0,2-11-2 0,-2-13 2 0,-24 13 2 0,-24-11 2 0,-12-13 1 0,-24 11-3 0,-12 1-1 0,-85-12-2 0,37 35-2 0,-49-11-22 0,84 24-11 0,13 0-89 0</inkml:trace>
  <inkml:trace contextRef="#ctx0" brushRef="#br0">18941 12712 67 0,'0'0'0'0,"-11"-37"19"0,-14 14-6 0,13 11-5 0,12 12-2 0,0 0 7 0,-12 0 1 0,12 12-4 0,-25 73 1 0,14-38-8 0,-26 87 4 0,25-25-2 0,0 12-2 0,0-24 0 0,0-25 0 0,12-11 1 0,0-13-1 0,0-24 1 0,0 0-3 0,0-11 1 0,0-13-1 0,-12 0-5 0,12 0-144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15784 4887 24 0,'0'0'7'0,"0"-12"10"0,0 0-1 0,0 12 3 0,-11-13 10 0,11 13-20 0,0 0 7 0,0 13-10 0,11-1-2 0,0 0 1 0,2 24-1 0,0-12 0 0,11 25-1 0,11-2 0 0,2 15 0 0,0-2-1 0,11 1-1 0,-12-2 0 0,1 2 0 0,-1 0 0 0,0-14 1 0,-12 3 3 0,-13-26-3 0,15 11 2 0,-14-22-2 0,0 11 2 0,-12-24-3 0,0 13 2 0,0-13-2 0,0 0-1 0,13 0-11 0,-13-13-22 0,0 0-91 0</inkml:trace>
  <inkml:trace contextRef="#ctx0" brushRef="#br0">15929 6072 55 0,'0'0'0'0,"0"-13"16"0,0 13-3 0,0 0 9 0,0 98-3 0,14-39-14 0,-14 2-3 0,0 12-2 0,11-12 1 0,-11-13-1 0,0 1-1 0,0-25 0 0,0-12-5 0,-11 0-13 0,-3-12-18 0,2 0-23 0</inkml:trace>
  <inkml:trace contextRef="#ctx0" brushRef="#br0">15858 6083 44 0,'0'-24'12'0,"11"-23"2"0,25 23-2 0,2-1 2 0,9 25 0 0,1 0-5 0,1 0-4 0,-13 25-2 0,-12 11 0 0,0-1-2 0,-24 2 1 0,0 11-1 0,-36-11 0 0,-12-2-1 0,-1-9 1 0,1-15 0 0,-13 2 0 0,37-13 1 0,-1 0 0 0,14 0 0 0,11 0 0 0,11 0 1 0,26 35-1 0,0-22-2 0,-1 23 2 0,12-24-1 0,1 25-1 0,-13-13 1 0,-12 0-5 0,-11-12-10 0,-2 12-11 0,0-24-24 0,-11 0 6 0</inkml:trace>
  <inkml:trace contextRef="#ctx0" brushRef="#br0">16330 6447 59 0,'0'0'5'0,"22"-12"2"0,3 0 2 0,23-25 13 0,-11 13-12 0,-13 0-2 0,0 0-2 0,0 0-1 0,-11 0-1 0,-13 0 2 0,0 11-1 0,-13 0 3 0,-11 2-6 0,-12 11 3 0,12 11-1 0,-25 15 2 0,37-15-5 0,-12 37 2 0,0-11-1 0,13 11-1 0,11-11 0 0,22-1-1 0,3-25 0 0,11 15 1 0,13-14-2 0,36-12-9 0,-49 0-8 0,0-12-13 0,-12-14-62 0</inkml:trace>
  <inkml:trace contextRef="#ctx0" brushRef="#br0">16752 5951 100 0,'-13'0'10'0,"2"0"-6"0,11 0 1 0,0 23 9 0,-11 15-3 0,11 9-4 0,11 15-2 0,0-2-3 0,2 1 0 0,-1-2-2 0,12-10 0 0,-24-13-2 0,0 1-7 0,0-13-9 0,0-12-14 0,0-1-47 0</inkml:trace>
  <inkml:trace contextRef="#ctx0" brushRef="#br0">16632 6301 58 0,'0'-11'39'0,"-13"11"-35"0,13 0-3 0,24-13 5 0,-13 13 3 0,26-11-5 0,-11 11-2 0,21 0-2 0,-11-13 2 0,13 13-1 0,-1 0 2 0,-24 0 0 0,0 0 0 0,1 0-1 0,-13 0 0 0,1 13 0 0,-13-13 0 0,0 0 1 0,0 11 0 0,0 2 1 0,0-2-1 0,11 14-2 0,-11-1 1 0,13 1-2 0,-13 11 1 0,0-24-1 0,11 24 0 0,-11-25 1 0,0 2-1 0,0-13 2 0,0-13 10 0,0 2-12 0,0-1 1 0,0-12-1 0,0 0 0 0,0 0 0 0,11-1 0 0,-11 1-4 0,0 12-5 0,13-1-10 0,-1 2-13 0,0-2-61 0</inkml:trace>
  <inkml:trace contextRef="#ctx0" brushRef="#br0">17308 6229 93 0,'-11'0'7'0,"11"0"0"0,0 0-2 0,0 0 10 0,0 13-1 0,0 11-6 0,-13 0-3 0,13 12-2 0,0 0-1 0,0-12-1 0,0 13-1 0,0-25 1 0,0 12-2 0,0-13-4 0,0 2-10 0,0-13-12 0,0 0-42 0</inkml:trace>
  <inkml:trace contextRef="#ctx0" brushRef="#br0">17260 5974 101 0,'0'0'0'0,"-24"-11"9"0,24-1-6 0,0 24-2 0,0-1-3 0,24 27-28 0,-12-26-40 0</inkml:trace>
  <inkml:trace contextRef="#ctx0" brushRef="#br0">17526 6338 77 0,'0'0'17'0,"0"0"-17"0,0 0 3 0,12-12 8 0,0 12-1 0,12-25-3 0,13 1 1 0,-13 13-6 0,-12-2 0 0,12-24 1 0,-24 2 1 0,0 22-2 0,-24 2 2 0,-24 11 0 0,23 24 0 0,-11 11 0 0,11 2-1 0,14 11-1 0,-2-11-1 0,13 11-1 0,13-11 0 0,-2-13 0 0,38-1-1 0,-12-10-1 0,-1 0-7 0,0-13-12 0,1 0-19 0,-13 0-25 0</inkml:trace>
  <inkml:trace contextRef="#ctx0" brushRef="#br0">17815 6266 92 0,'0'0'6'0,"-11"-13"1"0,22 26 16 0,-11-2-17 0,13 13-4 0,-1 13-1 0,-12 0-1 0,14-1 0 0,-3 0 0 0,0-13-1 0,14-10 1 0,-25-13 0 0,12 0 2 0,-12 0 2 0,12-13 2 0,0-10-1 0,25-1-2 0,-25 0-1 0,-12-13-1 0,12 1-3 0,0 0-5 0,0 23-7 0,0-11-11 0,0 24-15 0,-12 0-21 0</inkml:trace>
  <inkml:trace contextRef="#ctx0" brushRef="#br0">18119 6399 34 0,'0'0'11'0,"12"0"6"0,13 0-1 0,-3-24 3 0,15 11-6 0,-24-11-2 0,22 12-1 0,-22-13-5 0,-1 1-2 0,0 0 0 0,-12 13 0 0,-12-2 1 0,-13 13-2 0,3 0 0 0,-4 13 2 0,2 11-1 0,0 11-1 0,13-10-2 0,11-1 0 0,0 1 0 0,11-14 0 0,0 2 0 0,-11-13 0 0,37 12 0 0,-11-12 0 0,9-12 1 0,-11-1-1 0,12-11 0 0,1 12 0 0,-25-12 0 0,0 24 0 0,0 0-1 0,0 0 2 0,-12 0-2 0,0 12 1 0,0 25 0 0,12-13 0 0,-12 0 0 0,0-12 0 0,12 0 1 0,-12-12 0 0,0 0 3 0,0-24 1 0,0 0 0 0,13-13 1 0,-13 13-3 0,24-24-1 0,0 24-2 0,24-13 0 0,0 13-5 0,-11 11-13 0,-1 13-39 0,-24 0-16 0</inkml:trace>
  <inkml:trace contextRef="#ctx0" brushRef="#br0">16365 6882 102 0,'0'0'10'0,"-13"-12"2"0,13 12-8 0,0 25 10 0,13 23-2 0,-1 13-4 0,-12 10-2 0,12 14-2 0,-12 0-2 0,0 12-2 0,0-24 1 0,0-2-1 0,0-33-1 0,-12-2-3 0,12-24-7 0,-12 0-9 0,12-12-17 0,-13 0-54 0</inkml:trace>
  <inkml:trace contextRef="#ctx0" brushRef="#br0">16304 7040 80 0,'0'0'0'0,"26"-24"17"0,-15 24-14 0,25-12 9 0,12-2 5 0,13 28-7 0,-37-2-8 0,0 0 0 0,-11 24 5 0,-13-12 1 0,-25 0-2 0,-23 1-1 0,-1-2-4 0,1 1-1 0,1-11-2 0,21 11-14 0,14-13-22 0,12 15-60 0</inkml:trace>
  <inkml:trace contextRef="#ctx0" brushRef="#br0">16873 7112 114 0,'0'0'0'0,"-49"-13"11"0,13 2-1 0,0 11 7 0,1 0-3 0,-15 24-9 0,15 13-3 0,22-13-2 0,1 11 0 0,12-11 0 0,0 2-1 0,36-15 1 0,-12-11-1 0,13 0 1 0,-2 0-1 0,2-24 1 0,-13 0-1 0,13-13 0 0,-25 13 1 0,0 13 1 0,0-15 0 0,-12 15-1 0,0 11 1 0,12 0-1 0,-12 11 0 0,0 3 0 0,12 22-8 0,0-25-17 0,0 26-19 0,1-37-31 0</inkml:trace>
  <inkml:trace contextRef="#ctx0" brushRef="#br0">17066 7088 88 0,'0'0'9'0,"-12"0"-1"0,24 0 10 0,-12 11-12 0,0 27-3 0,12-26-2 0,-12 23 0 0,13-22-1 0,-13-2 1 0,0 2 3 0,0-26 28 0,0-11-26 0,0 0-2 0,0-13 0 0,0 2-1 0,0 11-1 0,24 0-3 0,-13 0 0 0,14 12-4 0,11-2-15 0,-12 14 3 0,37 14-37 0,-36-2-20 0</inkml:trace>
  <inkml:trace contextRef="#ctx0" brushRef="#br0">17538 7075 96 0,'0'0'13'0,"0"-11"1"0,0-13 1 0,0 0 4 0,-12 24-7 0,-12-12-3 0,0 12-2 0,13 0-3 0,-28 12-1 0,28 24-1 0,-13-24-1 0,0 23-2 0,12-11 1 0,12 2-1 0,0-15 0 0,25 13-1 0,-14-24 0 0,13 0 0 0,0 0 0 0,2-24 1 0,-15 13 1 0,24-15 0 0,-22 26 0 0,-13-11 1 0,0 22 3 0,0 3-2 0,0 9-2 0,12 1-1 0,0 0-9 0,0-11-13 0,12-2-11 0,1 2-26 0,-25-13 14 0</inkml:trace>
  <inkml:trace contextRef="#ctx0" brushRef="#br0">17732 7040 74 0,'0'0'16'0,"12"-24"0"0,0 12-1 0,1 12 4 0,-13 0-5 0,0 24-3 0,11 0-5 0,0 12-2 0,-11-1-1 0,13 2-2 0,-13 11 0 0,11-24-1 0,2 13 0 0,-13-37 1 0,0 13-1 0,0-13 0 0,0 0 2 0,12-24-2 0,-12-2 1 0,0 2-1 0,0-11 0 0,14-1 0 0,-3-13 0 0,25 25 1 0,-24 0-1 0,24 12 0 0,-24 12 1 0,13 0 0 0,-1 0 1 0,-24 24 0 0,24 12 1 0,-24-12-2 0,12 13-1 0,0-13 1 0,1-13 0 0,-13 2-2 0,11-13 2 0,0 0-1 0,-11-13 1 0,26-11-1 0,-14 1 0 0,13-2 0 0,-3-23-1 0,3 12 1 0,0 12-1 0,-1 10 1 0,-24 14 1 0,11 14 1 0,2 10 1 0,-1 12 0 0,-12-1 0 0,12 3-2 0,0-26-1 0,0 12 1 0,0-24-2 0,0 11-1 0,1-22-6 0,-1-13-11 0,12-2-16 0,0-9-89 0</inkml:trace>
  <inkml:trace contextRef="#ctx0" brushRef="#br0">18808 4826 2 0,'0'0'6'0,"0"0"7"0,0-12 8 0,0 12-2 0,0 0 13 0,12 0 10 0,-12 0-37 0,12 12 2 0,12-12-2 0,-11 12-3 0,11 13 2 0,35 11 0 0,-9 0-1 0,10 13-1 0,-12-1-2 0,25 25 2 0,48 35-2 0,-23-36 1 0,-15 13 0 0,2-24-1 0,0-12 2 0,-14-13-1 0,3 0 0 0,-26-12 0 0,-11-13 1 0,-13 2 2 0,-24-13 1 0,0 0 1 0,0 0-1 0,0 0-35 0,0 0-92 0</inkml:trace>
  <inkml:trace contextRef="#ctx0" brushRef="#br0">20454 5733 39 0,'0'0'12'0,"0"0"-5"0,0 0 2 0,0 24 9 0,0 25-6 0,0 11-6 0,11-11-2 0,0 10-2 0,14 3 0 0,-12-2-2 0,-1-12 0 0,-12-35 2 0,0-2 8 0,0-11 2 0,-12-11-5 0,-13-13 0 0,1-26 0 0,0 3-3 0,12 11-1 0,0-13-1 0,12 1-3 0,0-13 2 0,24-11-1 0,0 23-1 0,12 0 1 0,13 25-1 0,-1 13 1 0,0-1 0 0,-23 35 0 0,-1 14 0 0,-12 11 0 0,-12 0 1 0,0 1-1 0,0 0 1 0,-12-25-1 0,0 0 1 0,-12-12-1 0,-13 0 1 0,13-12 0 0,-13 0 0 0,26-12 0 0,-25 0-1 0,36 0 0 0,-13 0 0 0,13 12 0 0,13-12-1 0,-1 12 0 0,12 12 2 0,48 59 2 0,-60-57-2 0,37 34-1 0,-25-25 0 0,12 1 1 0,1-11-1 0,-1-2 0 0,0-11 0 0,-12 0 0 0,13-24-1 0,-13 13 1 0,0-13-1 0,12 0 0 0,-36 0 1 0,0-13 0 0,0 1 0 0,0 24 1 0,-24 0-1 0,-1 12 2 0,3 0 0 0,-3 12 1 0,0 24 0 0,12-13-1 0,2 15-2 0,11-14 1 0,11-1 0 0,14 14-1 0,13-26 0 0,-3 3-1 0,13-2-7 0,1-12-11 0,-1-12-11 0,13-2-12 0,-13-10-36 0</inkml:trace>
  <inkml:trace contextRef="#ctx0" brushRef="#br0">21445 5903 55 0,'-12'-12'39'0,"-12"0"-24"0,-1 12 2 0,1 0 3 0,-1 12-8 0,3 12-4 0,-15 12-4 0,24-13-2 0,0-9-1 0,2 22-1 0,0 12 0 0,11-24 0 0,0-13-1 0,11 15 1 0,13-26 0 0,1 0 0 0,11-26 0 0,-12 2-1 0,0-11 1 0,-12-1 1 0,13 12-1 0,-25-1 0 0,11 13 0 0,2 12 1 0,-1 0 0 0,-12 12 1 0,12-1-1 0,0 27 0 0,0-26-1 0,0 23-7 0,12-22-11 0,1 11-10 0,11-13-13 0,-12-11-18 0</inkml:trace>
  <inkml:trace contextRef="#ctx0" brushRef="#br0">21807 5988 76 0,'0'0'11'0,"0"-25"2"0,-11 13-2 0,-2 0 9 0,-11 12-3 0,12 0-8 0,-24 0-4 0,1 24-2 0,22-13-1 0,-13 27 0 0,15-2-2 0,0-1 0 0,11-22 0 0,0-2 1 0,22 15-2 0,-9-15 1 0,13 2 0 0,9-13-2 0,-11-24 0 0,12 12 1 0,-11-26 1 0,-1-9 0 0,-12 11 0 0,0-13 2 0,-12-11-2 0,-12-1 0 0,0-12 0 0,-1 1 0 0,2 12 1 0,-14 35-1 0,25 1 3 0,-12 24 0 0,12 11-2 0,-12 27 0 0,12 9-1 0,0 14 1 0,0 12-1 0,0 0 0 0,12-25 0 0,-12-1 0 0,24-21 0 0,0 22 1 0,13-24-1 0,-1-13 0 0,13 2 0 0,0-13 0 0,-3-13 0 0,15 2 0 0,0-25-1 0,0 24 1 0,-25-24 0 0,-12 11 0 0,-11-11 0 0,-13 0 0 0,-25 11 1 0,-11 13 1 0,11 0 2 0,-23 24 0 0,0 0-1 0,24 25 0 0,0-1-2 0,12-12 0 0,12 13-1 0,12-13 0 0,12 0 1 0,0-13-2 0,24 2 1 0,-11-13-1 0,-1 0 1 0,0-13-1 0,-11-10 0 0,11 11 1 0,-12 0 0 0,1 0 0 0,-3 0 0 0,-22 12 0 0,13 12-1 0,-2 0 1 0,-11 24 0 0,14-1 0 0,-2-11 0 0,-12 2 0 0,13-2-2 0,-2-24 1 0,-11 0 3 0,0 0 0 0,0-36-1 0,0 11 1 0,0-12 0 0,11 2-1 0,-11-1 0 0,13-1-1 0,11 13 1 0,0 0-2 0,13 12 1 0,-13 0-2 0,0 12-9 0,0 0-26 0,-12 12-82 0</inkml:trace>
  <inkml:trace contextRef="#ctx0" brushRef="#br0">23211 5480 93 0,'0'-13'28'0,"-24"0"-26"0,11 26 3 0,-22 24 12 0,10-13-8 0,-35 73 4 0,11-26-5 0,25 3-4 0,-49 71 0 0,37-48-3 0,1-2-1 0,-2-10-1 0,37-24 0 0,-26-13 0 0,26-23-7 0,-11-13-8 0,11 0-12 0,0-24-75 0</inkml:trace>
  <inkml:trace contextRef="#ctx0" brushRef="#br0">23404 5903 112 0,'0'-12'7'0,"-12"-25"-4"0,0 25 8 0,0 0 7 0,-25 12-3 0,15 12-8 0,-28 12-4 0,26 13-1 0,0 11-2 0,24-25 0 0,-12 3 0 0,37-14 0 0,-14 0 0 0,25 0 0 0,2-24 0 0,-3 0 0 0,1-26 1 0,-12 27-1 0,0-25 1 0,-11 24 1 0,-13 12 1 0,0 0 5 0,0 48-4 0,0-11-2 0,12 22 0 0,0-11-2 0,0 26 1 0,0-13-1 0,-12-2 0 0,12-22-1 0,-12 0 1 0,-12-13 0 0,-12-12 2 0,-13 0-1 0,-11-12-1 0,-12 0 1 0,11-37-1 0,-11 1 0 0,36 12 0 0,-13-1-2 0,37-10-2 0,24 11 0 0,13-2 1 0,11 15 1 0,13-13 0 0,11 11 2 0,1 2 0 0,-1-13 0 0,-11-2 1 0,-1-9-1 0,-11-1 1 0,-13 0 1 0,-12-13 1 0,0 1-1 0,-24 11 2 0,0-11 0 0,0 24 1 0,-12 24 0 0,0 0-2 0,0 0-3 0,0 24 0 0,-13 24 0 0,14 1 0 0,11-1 0 0,0 1 0 0,0-2 0 0,11-23 0 0,14 0 0 0,-1-10 0 0,12-2-1 0,-11-24 1 0,11-2 0 0,0-10 0 0,-12-11 0 0,1-1 0 0,11-2-1 0,-23 3 1 0,9 11 1 0,3 12-2 0,-25 12 2 0,12 0-2 0,1 24 1 0,-13-12 1 0,11 23-1 0,2 3 0 0,11-14 0 0,-24-1-1 0,24-10 2 0,-24-2-1 0,12 2 0 0,0-13-1 0,0-13 1 0,0 2 0 0,1-13 0 0,-1 0 0 0,0 0 0 0,12-2 0 0,-24 15-1 0,12 11 1 0,1 0-1 0,-2 25 1 0,2-1 2 0,-2 0-1 0,14-1 1 0,0-10-1 0,-14-2-1 0,24 2 1 0,15-13 0 0,-15-13-1 0,2-11-1 0,-13 1-7 0,1-13-15 0,-13 10-32 0,0 3-49 0</inkml:trace>
  <inkml:trace contextRef="#ctx0" brushRef="#br0">21288 6773 117 0,'-12'0'24'0,"-1"13"-18"0,0 23-2 0,13 12 11 0,13 13-1 0,0-2-7 0,-13 26-5 0,24-11-2 0,-11 9 1 0,-2-22-6 0,0-24 0 0,-11-25 3 0,13 24 2 0,-26-23-7 0,2-2-15 0,0 2-13 0,-14-13-18 0,13 0 11 0</inkml:trace>
  <inkml:trace contextRef="#ctx0" brushRef="#br0">21215 6834 62 0,'13'-12'22'0,"35"-13"-10"0,11 25 1 0,-10 0 8 0,0 13-6 0,-13 11-7 0,-24 12-3 0,0 1-1 0,0-13 0 0,-24 12 1 0,-12-24-2 0,-25 13-2 0,13-13-2 0,-13 0-5 0,14 0-12 0,11 0-14 0,24 0-25 0,0-12 12 0</inkml:trace>
  <inkml:trace contextRef="#ctx0" brushRef="#br0">21783 6919 119 0,'0'0'0'0,"0"0"6"0,-24-12 6 0,12 12 4 0,-13 0 7 0,-10 24-8 0,11 12-8 0,-2 1-4 0,15-13-1 0,0 0-3 0,22-12 1 0,0-1-1 0,15-11 0 0,-2 0-2 0,11-11 0 0,2-13-1 0,-25 12 3 0,24-26-1 0,-23 27 2 0,-1 11 0 0,-12 0 0 0,12 0 0 0,-12 11 0 0,12 15-2 0,12-2-17 0,-12-12-24 0,25 0-50 0</inkml:trace>
  <inkml:trace contextRef="#ctx0" brushRef="#br0">22063 6907 70 0,'0'0'0'0,"0"12"21"0,0 12-7 0,11 12-1 0,0 1-7 0,-11-13-4 0,13 0 1 0,-2-13-1 0,2-11 3 0,-13 0 8 0,0 0 0 0,0-23-6 0,0-1-3 0,0 0-1 0,-13-13-1 0,13 1-1 0,0 12 0 0,25-1-2 0,-1 13-4 0,1 0-9 0,11 12-11 0,-12 0-13 0,13 12-45 0</inkml:trace>
  <inkml:trace contextRef="#ctx0" brushRef="#br0">22546 6895 87 0,'0'0'0'0,"0"0"23"0,11-13-9 0,-11 1 7 0,0 0-3 0,-11 0-9 0,-2 12-1 0,-11 0-2 0,0 0 0 0,-11 12-1 0,-4 25-1 0,15-1-1 0,-11-12-2 0,23 11-1 0,12-9 0 0,0-2 0 0,25-12-1 0,-3 0 0 0,16-12-3 0,-2 0-2 0,-1-36 2 0,-10 24 2 0,0-25 1 0,-14 25 2 0,2 0-1 0,-13 0 1 0,12 12 0 0,-12 0 1 0,12 12 1 0,-12 12-2 0,12 13-1 0,12-13-9 0,0 0-20 0,1-13-29 0,-1-11-23 0</inkml:trace>
  <inkml:trace contextRef="#ctx0" brushRef="#br0">22824 6895 93 0,'0'-13'7'0,"13"13"3"0,-2 0 9 0,13 0 6 0,-24 25-11 0,12-1-6 0,0 0-4 0,0 11-2 0,0-21-1 0,-12 10 1 0,13-24-2 0,-13 12 0 0,0-12 1 0,11 0 2 0,-11-12-1 0,13-12-1 0,-1 10-1 0,12-9 0 0,-12-1 0 0,24-12 0 0,-11 11 0 0,-1 13 1 0,0 12 0 0,1 0 3 0,-14 0 1 0,-11 25 1 0,11-1-2 0,-11 12-1 0,0-1-1 0,0-9-1 0,13-2 0 0,0-12-1 0,-1-12 1 0,13 0-1 0,-3 0 1 0,15-36-1 0,0 24 0 0,-13-25-1 0,0 13 2 0,-12 0-1 0,12 12 0 0,0 12 0 0,-11 0 1 0,-1 0 1 0,12 24 0 0,-12 0 0 0,12 0 0 0,0-13-1 0,13 3-1 0,11-14-7 0,-24-25-14 0,0 1-36 0,-24-12-56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3798 15845 15 0,'-12'-13'8'0,"0"-11"6"0,-25 13 15 0,37 11-10 0,-11 0-10 0,11 0-6 0,0 0-2 0,0 35 6 0,0 14-3 0,0 0-1 0,11-1-2 0,14 0 1 0,-1-23 0 0,23-13 2 0,-23-12 3 0,50-49 7 0,11-24-6 0,-1-36 1 0,25-11-2 0,12-13-2 0,-12-12-2 0,0 12-2 0,-25 24 0 0,-11 35 0 0,-25 39-1 0,-35 23-15 0,-13 24-16 0,0 23-71 0</inkml:trace>
  <inkml:trace contextRef="#ctx0" brushRef="#br0">19498 17127 255 0,'-811'0'0'0,"170"0"0"0,-60 0 0 0,-12 49 0 0,35 72 0 0,-350 157 0 0,1015-278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28460 11938 91 0,'12'-24'1'0,"-12"12"0"0,12 0 0 0,-12 36 5 0,0 12-1 0,0 13-2 0,0-1-1 0,0 1-1 0,12-13 0 0,-12-13 2 0,25-23 5 0,11 0 3 0,12-35-1 0,48-26-1 0,26-23-2 0,23-25 0 0,0-13-4 0,12 2-1 0,-11 11-2 0,-26 12-4 0,-35 60-16 0,-60 26-41 0,-25 11 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18639 5359 8 0,'0'11'4'0,"0"-11"1"0,0 0-3 0,24 0 23 0,-24 13-12 0,0-13 0 0,0 0 0 0,-13 0-3 0,13 0-5 0,-11 0 0 0,0 0 0 0,11 0-2 0,0-13 1 0,0 13-2 0,0 0-1 0,22 0 0 0,-9 0 0 0,11 25 2 0,-12-1-1 0,12 0 1 0,-12 49 1 0,-24-37-2 0,-24-1-2 0,-1-9-7 0,2-2-26 0,-2-13-41 0</inkml:trace>
  <inkml:trace contextRef="#ctx0" brushRef="#br0">19655 5274 4 0,'0'0'0'0,"12"-13"17"0,12 2 10 0,-11-2-4 0,9 2 0 0,-9-2-10 0,0-24-5 0,-13 26-3 0,0-13 1 0,-13 0-2 0,-22-13-1 0,-2 24 0 0,1 2-2 0,-37-2 1 0,13 13-1 0,-1 24 0 0,2 0-1 0,9 13 1 0,26 11-1 0,13 2 0 0,11 9 0 0,0-34-1 0,35 35 0 0,1-35 1 0,2-1-1 0,9-24 2 0,13 0-2 0,1-12 2 0,0-12-2 0,-12-25 1 0,-3 0 0 0,4-10 1 0,-15-2-1 0,-10-13-1 0,-13-9 1 0,0-2 0 0,-12 0 0 0,-12 12 0 0,0 13 0 0,0 24 1 0,-1 23 0 0,2 13-1 0,-2 0 0 0,2 37 0 0,-13 11 1 0,11 74-1 0,0-62 0 0,26 13 0 0,0-13 0 0,22 12 1 0,-11-24-1 0,25 13 0 0,12-24 0 0,0-1 0 0,11-12 0 0,0-12-1 0,-11-12 2 0,-1-12 0 0,1-12 0 0,-13-12-2 0,1-49 1 0,-49 37 0 0,-12-2-1 0,-25 26 1 0,-11 13 1 0,-13-2-2 0,13 26 2 0,1-2-2 0,-27 63 2 0,74-39-1 0,0 2 0 0,35 0 0 0,4-2-1 0,8-10 3 0,13-13-2 0,13 12 0 0,-12-24 0 0,0 0 0 0,-14-12 0 0,2-24 0 0,-1 12 1 0,-24-13 0 0,-12-11 0 0,-12 0 0 0,0 12 1 0,0-2 1 0,0 27 0 0,0-2 0 0,-12 13-2 0,12 13-1 0,0 22 1 0,0-21-1 0,0 22-1 0,0-12 2 0,12 72-1 0,0-35 0 0,1 24 0 0,11-12 0 0,-12-1 1 0,-12-11-1 0,24-13 0 0,-24 0 0 0,0-36 0 0,12 0 0 0,-12-12 0 0,-12 0 2 0,12-24-2 0,-12-13 0 0,0-10 0 0,0-2 0 0,-12-23 0 0,24-1-1 0,-13 1 1 0,26-13 0 0,-1 11 0 0,12 15 0 0,12 9-1 0,1 26 1 0,-1 13 0 0,1 11 0 0,-15 11 0 0,3 13 0 0,-12 13 0 0,-1-13-1 0,-12 13 1 0,-25 0 0 0,-35 11-2 0,12-24 2 0,11-24 0 0,-11 12 0 0,12-12 0 0,11 0 0 0,13 0 0 0,36 0-4 0,13-12 3 0,23 12 0 0,1-13-1 0,23 2 0 0,-11-2-1 0,12 2 3 0,-13-13 0 0,1-2 0 0,-25 2 0 0,-11 13 0 0,-13-26 1 0,-24 26 0 0,0-1 1 0,-37-2-1 0,2 3-1 0,-2 11 1 0,-11 0-1 0,-1 11 0 0,13 15 0 0,0-2 0 0,36 0 0 0,-13 11 0 0,37-9 0 0,1 9 0 0,23-22 0 0,1 11 0 0,-1-12 0 0,-1-12 0 0,-9 0 0 0,-2 0 0 0,0-25 1 0,0 1-1 0,-12-11 1 0,1 9-1 0,-13-9 1 0,12 11 1 0,-12 11-1 0,0 2 0 0,25 22 0 0,-37 2-1 0,36 46 0 0,-36-33 0 0,24 9 0 0,-11-22 0 0,-2 11 0 0,13-24 0 0,2 12 1 0,-2-12-1 0,-13-12 0 0,0-12 0 0,14 11 0 0,11-22 0 0,-23 9 0 0,-2-9 1 0,14 22-1 0,-1 2 0 0,-12 11 0 0,0 0 0 0,12 0 0 0,-11 11 0 0,11 13-1 0,-12 13 1 0,13-13 0 0,10 0 0 0,2-11-1 0,11 11 0 0,0-24 0 0,13 12 1 0,12-12 0 0,-13 0 0 0,-13-12 0 0,3-1 0 0,-15-11 1 0,-11 0-1 0,-11 0 0 0,-13 0 2 0,-13 0-2 0,-11-13 1 0,-11 37-1 0,-2-11 0 0,-11 11 1 0,0 0-1 0,-25 35-1 0,61 2 2 0,0-13-2 0,12 13 1 0,12-13 0 0,0 12 0 0,12-12 0 0,25-12 0 0,-25 1 0 0,13-2 0 0,-2-11 1 0,-10-24-1 0,11 12 0 0,-1-24 0 0,-22-12 0 0,11-2 1 0,-11-9-1 0,-2-2 0 0,-11-11 0 0,0-13 1 0,-11 12-1 0,-2 13 0 0,1 11 0 0,0 38 0 0,-1-2 0 0,2 13 0 0,-13 24 0 0,13 13 0 0,-2 11 0 0,1 25 0 0,12 0 0 0,0-2 0 0,12 3-1 0,12-2 2 0,11-11-2 0,2-13 1 0,0 0-1 0,-1-24 1 0,0 1 1 0,1-25-1 0,-1-12 0 0,1-12 0 0,-2-13 0 0,-10-11 1 0,0 0-1 0,-14-13 0 0,0 13 0 0,2 11 1 0,11 13-1 0,-12 24 0 0,24 0 0 0,-11 11 0 0,11 27 0 0,0-15 1 0,-11 14-1 0,-1 11 1 0,-12-11 0 0,-12-26 0 0,0 26 0 0,-12-13-1 0,-24-12-1 0,-1 0-11 0,1-12-35 0,24-12-21 0</inkml:trace>
  <inkml:trace contextRef="#ctx0" brushRef="#br0">23998 5067 54 0,'0'0'0'0,"-13"0"31"0,2 0-24 0,11 24-3 0,-13 2 2 0,1-2-2 0,-2 11-2 0,14 2-1 0,0 0 0 0,14-13 0 0,-2 0 1 0,25-12 3 0,-15 0 0 0,15-12-2 0,0 0 0 0,-13-12 0 0,0-13-1 0,0 14 0 0,-12-13 0 0,-12-26-1 0,-24 15 0 0,0-2 1 0,-1 14-1 0,1 9 1 0,0 3-2 0,0-2 1 0,11 13-1 0,26 0 0 0,11 0 0 0,24 0 0 0,-11 13 0 0,11-2 1 0,1 3 0 0,-1 9-1 0,-11 14 1 0,-13-13-1 0,0 13 0 0,-13-2 0 0,2-22 1 0,-2 11-1 0,-11-12 0 0,0-12 1 0,0 0 2 0,13-12-1 0,-1-1-1 0,13-11-1 0,-14 0 1 0,26-13-1 0,-13 13 0 0,25-11 0 0,-25 11 0 0,24-2 0 0,-24 15 0 0,13 11 0 0,-37 0 0 0,24 25 0 0,-24-2 0 0,13 14 1 0,-2-2-1 0,0-9 0 0,13-2 0 0,-11-13 3 0,24 2-1 0,-1-13 0 0,0 0-1 0,-12-13-1 0,13-11-2 0,-13 0-12 0,0-13-30 0,-24 26-10 0</inkml:trace>
  <inkml:trace contextRef="#ctx0" brushRef="#br0">25690 4958 42 0,'0'0'0'0,"-12"-11"15"0,12-1-3 0,0 12-1 0,24-12 2 0,13 0-1 0,84-12 3 0,-61 24-11 0,49 0 1 0,-85 0-3 0,0 12-1 0,-24 0 1 0,0 12 0 0,-12-1 0 0,-37 15 0 0,14 9-2 0,-15-10 0 0,15 11 0 0,-1-24 0 0,24 0 0 0,12 0-1 0,0-11 2 0,24 0-1 0,0-2 0 0,11 2 1 0,75-2 0 0,-62-11-1 0,37-11 1 0,-37-2-1 0,2 2 0 0,-15-15 0 0,-11-9 0 0,-12-2 1 0,2-11-1 0,-14 24 0 0,-14-24 1 0,2 12-1 0,-23-1 1 0,11 25 0 0,-13 12 0 0,13 0-1 0,-1 12 0 0,1 25 0 0,12 11 0 0,0-12 0 0,12-1 0 0,0 15 0 0,36-39 0 0,1 13 0 0,11-11 0 0,11-2 0 0,-9 2 0 0,-2-13 0 0,0-13-1 0,1 2 2 0,-13-13-2 0,0 11 1 0,-23-11 1 0,-1 1-1 0,0-15 1 0,-12 27-1 0,0-2 0 0,0 2 2 0,0 11 0 0,0 0-2 0,0 24 0 0,12 0 0 0,0 13 0 0,1-13 0 0,11 0 0 0,-13 0 0 0,0-13 0 0,2 2 1 0,-13-13-1 0,0 0 3 0,0-13-2 0,0-11 0 0,-13 0-1 0,13-11 0 0,0-2 0 0,13 0 0 0,13 14-1 0,-4-25 1 0,15 23 0 0,36 13 0 0,-61 12 0 0,12 0 0 0,-24 23 0 0,0 3 0 0,0 46 0 0,-12-37 0 0,12-9 0 0,0-15 1 0,12 2-1 0,0-13 0 0,25 0 0 0,-26 0 1 0,14-24 0 0,-13 12 2 0,0-13 0 0,0 1-1 0,-12 0-1 0,-12-12-1 0,0 12-1 0,-25-1-5 0,13 13-4 0,-12 12-10 0,12 0-16 0,12 12-47 0</inkml:trace>
  <inkml:trace contextRef="#ctx0" brushRef="#br0">27299 5091 103 0,'0'0'0'0,"24"0"12"0,12 0-11 0,1 0-1 0,-13 0-11 0,-11-11-33 0,9-2-12 0</inkml:trace>
  <inkml:trace contextRef="#ctx0" brushRef="#br0">27795 4850 97 0,'-12'0'8'0,"0"0"-2"0,-13 0 2 0,-11 0-1 0,12 0-5 0,-24 13 1 0,11-1-3 0,13 12 0 0,24-12 0 0,0 24 0 0,24-11 0 0,25 11 1 0,-1-1-1 0,13-11 1 0,-13 0-1 0,-13 2 1 0,-22-15-1 0,-13-11 3 0,0 13 2 0,-24-13-1 0,-12 0-2 0,-13 0-1 0,1 0 0 0,-12 0-2 0,-1 0-3 0,24 0-6 0,15 0-12 0,9 0-15 0,13 0-32 0</inkml:trace>
  <inkml:trace contextRef="#ctx0" brushRef="#br0">27952 4524 85 0,'0'-24'13'0,"-25"0"-8"0,25 24 3 0,0 0 4 0,0 0-3 0,13 24-5 0,-13 23-1 0,12 27-1 0,-12 22-1 0,0 1 0 0,0 0-1 0,0 59 1 0,12-106 0 0,12-2 0 0,-12-37 0 0,25 2 2 0,-25-37-2 0,12 11-1 0,0-11 0 0,1-13 0 0,-1 2 0 0,0-1 0 0,-12 0 0 0,13 24 0 0,-25 12 0 0,11-14 0 0,-11 40 1 0,0 10-1 0,0-13 1 0,11 1-1 0,-11 0 0 0,25 2 0 0,-12-15 0 0,23 2 0 0,-25-13 0 0,14 0 1 0,-13 0-1 0,36-36 0 0,-11 11 1 0,-25 1-1 0,12 11 1 0,-24 2-1 0,12 11-1 0,-12 0 1 0,0 0 0 0,12 24 0 0,1-13 0 0,-1 2 0 0,0-2 0 0,12-11 0 0,-11 0 0 0,-2 0 0 0,13-11 0 0,-24-13 1 0,11-36-1 0,-11 22 0 0,0 15 0 0,-22-1 1 0,22 12-1 0,-61 12 0 0,37 0 0 0,-25 48 0 0,25-37 0 0,24 27-1 0,-12-26 0 0,12 0-3 0,12 0-4 0,12-12-5 0,0 0-19 0,13 0-56 0</inkml:trace>
  <inkml:trace contextRef="#ctx0" brushRef="#br0">28762 4464 56 0,'0'-13'44'0,"-12"-11"-39"0,12 24-1 0,0 0 1 0,0 0 2 0,12 24 0 0,-12 25-2 0,0 11-2 0,0 25-1 0,-12 0 0 0,12-1 1 0,0 1-2 0,12 0 0 0,1-26-1 0,-2-11 0 0,2-22 0 0,-1-15-3 0,0 2-8 0,-12-13-7 0,0 0-10 0,-12-13-48 0</inkml:trace>
  <inkml:trace contextRef="#ctx0" brushRef="#br0">28509 4875 84 0,'12'-12'18'0,"12"-1"-12"0,12 13 1 0,49 0 10 0,-13-12-9 0,25 0-5 0,-24 12-4 0,-13 0-13 0,-47-12-36 0,-2 12-4 0</inkml:trace>
  <inkml:trace contextRef="#ctx0" brushRef="#br0">29331 4887 66 0,'0'-12'28'0,"0"-13"-27"0,24 13 0 0,11 0 0 0,4 12 1 0,-17 0 1 0,15 12 1 0,-13 13-2 0,-12 23 0 0,0 13 0 0,1-13-1 0,-13 12 0 0,12-23 0 0,-12-13-1 0,0-13 2 0,0-11 2 0,0-11 9 0,0-13-11 0,0-2 0 0,-12 2-1 0,12-11 0 0,12-1-1 0,12-2 0 0,12 3-4 0,1-1-5 0,11 12-13 0,-1 11-16 0,3 13-23 0</inkml:trace>
  <inkml:trace contextRef="#ctx0" brushRef="#br0">29923 4984 12 0,'0'0'12'0,"0"0"14"0,13 12-4 0,11-12-4 0,0 0-6 0,-12-12-2 0,12 0-4 0,1-2-1 0,-25-9-2 0,0-1-1 0,0 0-1 0,-25 12-1 0,-11 0 0 0,12-1 1 0,-24 13-1 0,23 13 2 0,-11-1 0 0,12 24-2 0,13 0 1 0,22 1-1 0,13-1 0 0,12-13 0 0,25 14 1 0,-1-26-2 0,-23 3-1 0,47-14-2 0,-35-14 0 0,-2-10-2 0,2-11 3 0,-24-13 1 0,-1-13 1 0,-12-12 1 0,-12 13 0 0,-12-13 3 0,-1 1 0 0,2 11 1 0,-2 13 2 0,1 12 1 0,12 36-3 0,0-12-2 0,-12 24-2 0,12 24 0 0,-12 12 0 0,0 13 0 0,12-1-1 0,0 13 2 0,12-13-1 0,12 1 0 0,1-13-1 0,-1 1-3 0,-12-25-5 0,0-1-13 0,0-10-22 0,-12-13-13 0</inkml:trace>
  <inkml:trace contextRef="#ctx0" brushRef="#br0">30069 4863 62 0,'0'0'0'0,"12"-13"15"0,25 1-14 0,11 12 4 0,11-12 3 0,-10 12 1 0,24 0-2 0,-37 0-2 0,13 0 1 0,-25 0-2 0,0 0 0 0,-12 12-1 0,1-12-1 0,-2 12-1 0,-11 1 0 0,11 11-1 0,-11 0 0 0,13 0 1 0,-13 13-1 0,13-1 0 0,-1-12-1 0,0 0 1 0,1 0-2 0,-13-24 2 0,0 11 0 0,0-11 1 0,0 0-1 0,0-11 0 0,-13-2 0 0,13-11 0 0,0 1 1 0,0-1-2 0,0 0 1 0,0-1 0 0,13-11 0 0,9 0-1 0,15 11 1 0,-11 1 0 0,-4 12 0 0,3 0 1 0,-13 12-1 0,12-12 0 0,-12 12 0 0,25 12 0 0,-25 0-7 0,0 0-14 0,0 0-19 0,-12-12-15 0</inkml:trace>
  <inkml:trace contextRef="#ctx0" brushRef="#br0">30977 4863 53 0,'0'0'0'0,"0"0"20"0,0-13-8 0,0 13-2 0,0 0 1 0,-13 0-5 0,13 25-1 0,0 11-2 0,0 0 0 0,0 1-1 0,0 11-1 0,24-13-1 0,-13-11-1 0,26 2-11 0,-25-15-14 0,13-11-46 0</inkml:trace>
  <inkml:trace contextRef="#ctx0" brushRef="#br0">30964 4488 98 0,'0'0'0'0,"0"-12"13"0,-11 0-11 0,11 12-1 0,11 0 0 0,2 12-5 0,9 0-15 0,3 12-25 0,-25-12 10 0</inkml:trace>
  <inkml:trace contextRef="#ctx0" brushRef="#br0">31097 5032 77 0,'0'0'0'0,"12"0"10"0,24 0-9 0,1 0 0 0,11-12 2 0,-12 0-1 0,-1-12 3 0,4-13 2 0,-17 13-1 0,15-12 0 0,-37-1 2 0,0 13-3 0,0 0-2 0,-24 0-1 0,0 11-1 0,-12 13 0 0,0 0-1 0,12 0 0 0,-1 25 0 0,13-1 0 0,12 0 0 0,0 13 0 0,0-1 1 0,24 0-2 0,0 13 1 0,0-13 0 0,13-12 1 0,11-13-1 0,-12 2 0 0,0-13 0 0,-12 0 1 0,1-13-1 0,-1-11 0 0,-12 1 0 0,0-13 1 0,1-13-1 0,-1 13 1 0,-12 12 1 0,12 12 0 0,-12-13-1 0,12 25-1 0,-12-12 1 0,12 12 0 0,-12 12-1 0,12 13 0 0,0-13 0 0,1 36 1 0,-2-24-1 0,26 37 0 0,-25-37 1 0,24-13 0 0,-25-11-1 0,2-11 0 0,-2-13 0 0,-11 0 0 0,13-13 0 0,-1 1 0 0,0 12 0 0,1 0-1 0,11 11 2 0,-12 1-1 0,24 0 0 0,-12 12 0 0,13-12 0 0,-13 12 0 0,25 12 0 0,-38-12 1 0,-11 0 0 0,0 12-1 0,-24 0 1 0,0 1-1 0,-12 11 0 0,11 0 0 0,-11 0 0 0,12-1 0 0,12 3 0 0,0-14 0 0,12 12 0 0,12-12 1 0,0-12-1 0,12 11 0 0,0-11 1 0,13-11-1 0,-25-13 0 0,36-12 0 0,-35 11 0 0,9 1 0 0,-22 24 0 0,13-12 0 0,0 12 0 0,-1 0 0 0,0 12 0 0,-12-12 0 0,13 24 0 0,9-13 0 0,-9 3-1 0,11-2 2 0,-12-12-2 0,13 0 1 0,11-12 0 0,-12-2 1 0,-12-9-2 0,12-1 3 0,-12-12-4 0,13-1 3 0,-13 1-3 0,0-12 4 0,0-13-1 0,-12 0-1 0,0 0 0 0,0 14 0 0,-12-1 1 0,0 36 0 0,0 12-2 0,0 0 1 0,-1 36 0 0,-11 0 0 0,12 12 0 0,0 85 1 0,24-60 2 0,12 0-3 0,13-25 0 0,-1-1 1 0,12-9 0 0,-11-26-1 0,11 0-2 0,-24-12-14 0,0 0-45 0,-12-12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18215 5141 2 0,'0'-13'2'0,"13"13"6"0,11 0 4 0,-13-11 1 0,2-1-3 0,11 12-4 0,-12-14 0 0,12 14-2 0,13 0 7 0,-25 0-6 0,0 0-1 0,12 0 0 0,-12 0 0 0,37 0 6 0,-13 0-6 0,0-11 0 0,12 11-1 0,13 0 0 0,11-13-2 0,1 13 0 0,12 0 0 0,24 0 0 0,-1 0-1 0,1-11 0 0,24 11 1 0,13-13 1 0,-1 2 0 0,12-1 0 0,12 0-1 0,14 0 1 0,9 0 1 0,14 0-1 0,12 12 0 0,11-14 0 0,-23 14 2 0,11-11-1 0,-11 11-1 0,-12 0 1 0,-1 0-1 0,-12-12 0 0,1 12 0 0,-25-12 0 0,1 0 0 0,10 0 2 0,-46 12-2 0,-49-12 0 0,12 12-1 0,0-12 0 0,-38 12-1 0,-35-12 0 0,0 12 2 0,-12-13-2 0,0 13-4 0,-36-12-20 0,-36 24-85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5697 14805 18 0,'-12'-13'31'0,"12"2"-13"0,0-1-6 0,0-13 0 0,0 1 1 0,12 0-4 0,0 0-3 0,1 12-3 0,11 0-1 0,-2 0 0 0,4 12-2 0,-2 0 1 0,0 0-1 0,0 24 0 0,0 0 0 0,0 12-1 0,0 13 1 0,-11-2-1 0,-13-10 1 0,0 0-1 0,0-13 1 0,0 0 0 0,-13-12 1 0,2 0-1 0,11-12 1 0,-13 0-1 0,1 0 0 0,12-12-1 0,-12 0-2 0,12-12-3 0,0 0-6 0,12-13-5 0,0 0-5 0,25 13-1 0,-25 1 1 0,12 23 4 0</inkml:trace>
  <inkml:trace contextRef="#ctx0" brushRef="#br0">6109 14890 3 0,'0'11'5'0,"11"-11"9"0,24 13-2 0,-9-13-1 0,9-13 1 0,2 2 1 0,0-2-2 0,-1-11-4 0,-12 0-2 0,12 0 0 0,-24 0-1 0,13 0-1 0,-25-2 0 0,0 15 2 0,0-2-2 0,-25 13-2 0,1 0-1 0,-12 24 0 0,-1 14 1 0,-11-2-2 0,24-1 1 0,11 2 0 0,2-13-1 0,11 0 0 0,24 1 0 0,0-13 1 0,0 0-1 0,25 0 0 0,-1 0-3 0,-11-12-7 0,11-12-11 0,11-12-23 0,-46 12 20 0</inkml:trace>
  <inkml:trace contextRef="#ctx0" brushRef="#br0">6616 14394 40 0,'0'0'0'0,"-13"-13"21"0,2 2-5 0,11 22 8 0,0 26-18 0,0 11-3 0,11 13-1 0,2-1-1 0,-13 1-1 0,12 11 0 0,-12-11-3 0,12-26-3 0,-12-11-5 0,12 1-10 0,-12-13-15 0,0-12 13 0</inkml:trace>
  <inkml:trace contextRef="#ctx0" brushRef="#br0">6459 14684 46 0,'0'0'8'0,"0"0"-1"0,0 0 0 0,24-12 5 0,11 0-2 0,-9 12-1 0,11 0-4 0,-2 0-2 0,13 0-1 0,-11 0-2 0,11 12 0 0,-12-12 1 0,-23 12-1 0,23 0 0 0,-24 12 0 0,0 13 0 0,0-13 0 0,-12 0 0 0,13-13 0 0,-2 26 0 0,-11-25 0 0,11 0 0 0,-11-12 0 0,0 0 1 0,0 0 1 0,-11 0 2 0,11-24-4 0,-11 11 1 0,11-22-1 0,0 22 1 0,11-22-1 0,0-2-1 0,15 13 1 0,11 0-2 0,-2 12-3 0,1 0-18 0,0 0-20 0,-23 12 12 0</inkml:trace>
  <inkml:trace contextRef="#ctx0" brushRef="#br0">7281 14672 51 0,'-11'0'10'0,"11"0"2"0,0 12 12 0,-13 11-19 0,13 1-2 0,0 2-2 0,0 9-1 0,0-11 0 0,0-11-6 0,0-2-14 0,13 2-26 0</inkml:trace>
  <inkml:trace contextRef="#ctx0" brushRef="#br0">7245 14442 60 0,'0'-13'2'0,"-12"13"-1"0,12 0-6 0,0 0-4 0,12 25-17 0,-12-25 6 0</inkml:trace>
  <inkml:trace contextRef="#ctx0" brushRef="#br0">7475 14792 29 0,'0'0'4'0,"0"0"3"0,24 0 4 0,-12-11-1 0,0-13-3 0,0 11 0 0,0-11 0 0,1 0 0 0,-13 0 1 0,-13 0 0 0,1 0-3 0,0 11-2 0,-12 0-2 0,0 13 0 0,0 26-1 0,-1-2-1 0,1 12 1 0,12 0-1 0,-1 13 1 0,13-13-1 0,13-12 1 0,11 12 0 0,2-24 0 0,9 1 0 0,13-2 0 0,1-11-2 0,-1 0-16 0,-11 0-20 0,-15-11-13 0</inkml:trace>
  <inkml:trace contextRef="#ctx0" brushRef="#br0">7777 14720 48 0,'-13'-13'5'0,"13"2"8"0,0-1-3 0,0 12 2 0,13-12-1 0,-13 24 0 0,0-12-9 0,0 23 0 0,0-10-2 0,0 24 1 0,12-13-1 0,0 0 0 0,14-13 0 0,-4 13 1 0,-9-24-1 0,-1 13 1 0,0-13 0 0,-12-13 2 0,0 2-1 0,0-13-1 0,0 11 0 0,0-22 0 0,0 9-1 0,0 2 0 0,12 1 1 0,-12 11-2 0,24-12 1 0,1 12 0 0,-1 12 0 0,0 0 0 0,1 0 0 0,-1 0 1 0,-13 12-1 0,2 0 2 0,-13 12-2 0,12-12 1 0,0-1 0 0,-12 26 0 0,13-24-1 0,-2 22 0 0,0-22 1 0,2 11-2 0,11-13 1 0,-24 2 1 0,0-13-1 0,12 0 2 0,-12 0 0 0,12-24 0 0,1 11-1 0,-2-22-1 0,2 11 0 0,11-13 1 0,-12 13-1 0,24 0 1 0,-24 12-1 0,25 12 0 0,-13 0 0 0,-12 0-1 0,13 12 1 0,-14 0 0 0,0 24 0 0,15-12 0 0,-14 1 0 0,0-2-1 0,1-10 2 0,-2-13-1 0,-11 0 0 0,11 0 0 0,-11 0 2 0,13-13-2 0,-2-10 0 0,28-15 0 0,-17 3 0 0,3 23-1 0,11-12 0 0,-24 24 0 0,12 12 0 0,-11-12 1 0,-1 24-1 0,0 0 1 0,0 0-1 0,0 1-1 0,12-13-11 0,-24-1-5 0,24 2-22 0,-13-26-16 0</inkml:trace>
  <inkml:trace contextRef="#ctx0" brushRef="#br0">8297 14381 74 0,'-12'0'6'0,"0"0"-6"0,12 0-6 0,24 0-6 0,-12 0-17 0,1 0 5 0</inkml:trace>
  <inkml:trace contextRef="#ctx0" brushRef="#br0">9071 14684 106 0,'0'0'6'0,"0"-24"9"0,13 12-4 0,-1-12-4 0,-12 11-2 0,-25 0-2 0,-11 13-2 0,0 0-1 0,-13 38 0 0,0-2-1 0,27-12 0 0,-3 24-2 0,25-35 0 0,0-1 2 0,12 0 2 0,23-12 0 0,14-12 0 0,0-13 1 0,-1 12-1 0,-11 2 0 0,-13-2-1 0,-12 26 1 0,12 24-1 0,0 22 0 0,-11 2 0 0,-2 12-1 0,-11 0 1 0,-11-1-1 0,-14-23 0 0,1-25 2 0,0-12 1 0,12 0 3 0,-25-36 2 0,25 0-1 0,0-25-1 0,12-11-2 0,61-74-10 0,11 49-33 0,-11 38-56 0</inkml:trace>
  <inkml:trace contextRef="#ctx0" brushRef="#br0">19872 14672 81 0,'0'-12'38'0,"13"0"-32"0,35-25-2 0,37 24 3 0,144 2 8 0,-96-1-8 0,13 12 0 0,-1 12-3 0,-12-1-3 0,-24 2-3 0,-49-13-18 0,-24 0-31 0,-36 0-30 0</inkml:trace>
  <inkml:trace contextRef="#ctx0" brushRef="#br0">5999 14781 7 0,'-12'0'13'0,"12"0"-2"0,0 0 1 0,-12 0-2 0,0 0 1 0,0 0-4 0,12 0 0 0,-13 0 1 0,2 0 1 0,11 0-3 0,11 0 0 0,-11 0-1 0,0-12 0 0,13 12 1 0,-1-12 0 0,12 12-1 0,0-13 0 0,13 0-1 0,-13 13 0 0,13-11-1 0,-15 11-1 0,2 0-1 0,-10 0-1 0,-2 0 1 0,1 0-1 0,-13 11-3 0,0 2-12 0,0 0-32 0,-13-1-31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3-02-16T12:28:1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9738 10959 3 0,'0'0'3'0,"0"-25"1"0,0 13 0 0,0 0 1 0,0 0 1 0,0 12-2 0,0-12 0 0,0 24 1 0,-13 0-3 0,0 24-1 0,1 13 0 0,0-1 0 0,12 13-1 0,0 72 0 0,12-74 1 0,13 2-1 0,-1-12 1 0,12-13 0 0,-12-12 2 0,0-11 2 0,13-13 1 0,-25 0 0 0,0 0-3 0,-12 0-1 0,0 0-2 0,0 0-10 0,0 0-48 0</inkml:trace>
  <inkml:trace contextRef="#ctx0" brushRef="#br0">8999 11768 2 0,'0'0'1'0,"-13"-11"4"0,13 11-2 0,-11-13 0 0,0 13-1 0,-3 13-2 0,2 11 0 0,-12 0 1 0,11 13-1 0,13-2 1 0,0 2 0 0,-11-1-1 0,22 1 0 0,2-1 1 0,11-24 0 0,13 0 0 0,-13-12 0 0,12-12 1 0,-12-12 0 0,13 12 0 0,-1-37 0 0,-12 13-1 0,1-12 1 0,-14-1-1 0,-11-11 0 0,-11-1-1 0,-14 24 1 0,-11 2-1 0,0 35 0 0,11-12 0 0,-11 12 0 0,12 12 0 0,11 0 0 0,2 24 0 0,11-12 0 0,0 24 0 0,24-11 0 0,12-1 0 0,0 0 1 0,13 1-1 0,-25-1 0 0,0 0 0 0,0-11 0 0,-24-1 1 0,0 0 3 0,-48 25 4 0,12-25-7 0,-1-12 0 0,13 0-1 0,12-12-2 0,0 0-13 0,12 0-8 0</inkml:trace>
  <inkml:trace contextRef="#ctx0" brushRef="#br0">9362 11890 7 0,'0'-13'9'0,"0"-11"-3"0,-11 13 2 0,11 11 1 0,0-13-2 0,-13 1-2 0,13 12-2 0,0 12-3 0,0 1 1 0,0 11 0 0,0 12 0 0,0 0 0 0,13 1-1 0,-2-1 0 0,0-24 2 0,14 12-1 0,-1-12 0 0,-12-12 1 0,0 0 1 0,25-24 1 0,-13-24-3 0,-12 23 1 0,0-11-1 0,-12 12-1 0,12-1 1 0,-12 14-1 0,0-2 1 0,0 13-1 0,0 13 1 0,12-2 1 0,-12 26-1 0,13-25-1 0,23 49 0 0,-24-49 0 0,47 12 1 0,-34-12-1 0,0-12 1 0,-1 0-1 0,0-12 1 0,0 0-1 0,0-12 1 0,-12 12 0 0,0-25 0 0,1 25-1 0,-13-24 1 0,0 12 0 0,-13 11 0 0,1 2 0 0,0-2 0 0,0 13 0 0,0 13 0 0,-12 11-1 0,11 0 0 0,2 12 0 0,11 0 0 0,0 1-1 0,36 11 1 0,-12-25 1 0,-12-9-1 0,12-14 0 0,-11 0 0 0,35-14 1 0,-24 3 0 0,-24-13-1 0,25 12 0 0,-14-12 1 0,-11 12-1 0,13-13 1 0,-1 13 0 0,-12-12-1 0,0 24 1 0,12 0 0 0,-12-12-1 0,13 12 0 0,-13 0 1 0,11 12-1 0,2 0 1 0,-13 0-1 0,11 0-1 0,0 1 1 0,2-1 1 0,-13 0-1 0,12 0 1 0,2-12-1 0,-3 0 2 0,2-12-1 0,-2 12 0 0,0-24-1 0,2 11 2 0,11-11-2 0,-12 24 0 0,0-12 0 0,0 12 0 0,0 12 0 0,-12 0 0 0,13 0-1 0,-1 1 0 0,0-1 1 0,0 0 0 0,12-12 0 0,-11-12 0 0,11 0 1 0,-12-13 0 0,12 13 0 0,-12-24-1 0,1 24 1 0,-2-12 0 0,-11 24 2 0,0 0-1 0,0 24-2 0,0 0 1 0,0 12-2 0,0 1 1 0,0 11 0 0,13 13 0 0,-13-2 0 0,11-11-1 0,-11 2 2 0,0-15-1 0,-24-11 1 0,13-11 1 0,-26-13 4 0,13 0 0 0,-13 0-2 0,13-24-2 0,12 0-2 0,0 0-11 0,12 11-53 0,0 2 16 0</inkml:trace>
  <inkml:trace contextRef="#ctx0" brushRef="#br0">8429 12592 17 0,'0'-13'14'0,"26"0"-10"0,-14 13 2 0,13 0 0 0,-14 0-3 0,0 26 0 0,-11 10-2 0,13 0 0 0,-13-12 1 0,-13 0 15 0,13-24 1 0,-11 0-5 0,11 0-5 0,-11-24-1 0,11 0-2 0,0-12-1 0,22-13-1 0,15 13-1 0,-25 0-1 0,24 24-1 0,-11-1-1 0,-1 13-2 0,0 0-10 0,0 13-12 0,-11 23-4 0,23-1 3 0,-24 3 0 0</inkml:trace>
  <inkml:trace contextRef="#ctx0" brushRef="#br0">8816 12712 15 0,'0'0'0'0,"14"0"19"0,-2 0-4 0,-12-24-1 0,12 11-2 0,0-10-2 0,1-1-3 0,-2 12-1 0,-11-25-2 0,0 24-2 0,-11 2-1 0,-2-1-1 0,-11 12 1 0,-2 0-1 0,15 23 0 0,-13 3 0 0,24-2 0 0,0 0 0 0,0 0-1 0,24 0 2 0,1-13-1 0,24 2 0 0,-2-26 1 0,2 2-1 0,-13-13 1 0,-12 0-1 0,0 0 1 0,-24-13 0 0,0 13 0 0,0 0 1 0,-24 0 2 0,12 12 0 0,0 12-1 0,12 0-2 0,-12 0 0 0,12 36-1 0,12-12 2 0,0 25 0 0,0-1-1 0,0 25 0 0,12-1-1 0,-11 49 1 0,-13-48-2 0,12-13 1 0,-12-25 0 0,-12-9 2 0,12-14-1 0,-13-12 1 0,1 0 2 0,0-24-1 0,0-13-1 0,0 1-1 0,0 0 0 0,12-1-1 0,0-48 0 0,12 0 0 0,12 13-1 0,0 0 0 0,13 11 1 0,-1 13 1 0,1 24-2 0,-1-1 1 0,-12 25 0 0,-12 0 0 0,-12 37 0 0,0-1 0 0,0 1 1 0,-36-1-1 0,11 0 0 0,-23-12-1 0,24 0 1 0,-12-11-12 0,23-1-22 0,-11-12-15 0,24 0 12 0</inkml:trace>
  <inkml:trace contextRef="#ctx0" brushRef="#br0">9373 12579 26 0,'0'0'0'0,"0"13"18"0,0 11-8 0,0 0-3 0,13 11-4 0,-13-11-1 0,0 2-2 0,12-14 1 0,0-12 5 0,-12 0 22 0,0-12-20 0,0-14 0 0,0-9 1 0,0 11-3 0,0-24-2 0,12 22-3 0,0 3 0 0,-12-1-1 0,12 12 0 0,0 12-2 0,13 12-7 0,-1 0-19 0,0 23-7 0,-12-9-3 0,0-2 17 0</inkml:trace>
  <inkml:trace contextRef="#ctx0" brushRef="#br0">9640 12712 21 0,'0'0'9'0,"24"-13"4"0,-13 13-1 0,2-11 2 0,-1-13-2 0,0 12-4 0,14 0-2 0,-4-12-1 0,-9 0-1 0,-1-2-1 0,-12 3-1 0,0 11-1 0,-25 0 1 0,14 12 0 0,-13 0-1 0,-1 12 1 0,0 12-1 0,14 0 0 0,0 13 0 0,11 11 0 0,22-13-1 0,-9-9 1 0,24-14 0 0,-2-12 0 0,2-12 0 0,-1-1 0 0,-11-11 0 0,-1-12-1 0,12 0 0 0,-24 12 0 0,24-13 0 0,-23 25 0 0,24 0 0 0,-13 12 0 0,-2 12 0 0,-9 11 0 0,-13 3 0 0,0-2 0 0,0 12 1 0,-13-13-1 0,-9 1 0 0,-2-11 1 0,-1-13 0 0,0 0-1 0,1 0 0 0,12 0 0 0,12 0 0 0,0 0 0 0,0-13 0 0,25 13 0 0,11 0 0 0,0 0 0 0,12-11 0 0,2-2-1 0,-3 2 1 0,50-25 0 0,-48 24 0 0,-13-12 0 0,-12 11 1 0,-24-11-1 0,0 12 2 0,-36-12 3 0,-13 24 0 0,37 12-4 0,-12 12 0 0,12 0-1 0,-1 1 1 0,13 11-1 0,0-1 1 0,0 2-1 0,25-12 0 0,-1-2 0 0,0-10 0 0,13-13 1 0,-25 0 0 0,12 0-1 0,-12-24 1 0,12 0 0 0,0-2-1 0,0 2 1 0,-12 1-1 0,2-1 0 0,-3 24 0 0,0-12 1 0,-11 24-1 0,0-12 0 0,0 24 0 0,13-1 1 0,-13 1-1 0,11-11 0 0,2 0 1 0,11-1-1 0,13-12 3 0,-13-25-2 0,0 12-1 0,0-11 0 0,-12 1 1 0,12-1-1 0,-11 0 0 0,-1-1-1 0,0 12 1 0,0 13-1 0,0 0 0 0,1 26 1 0,-2-2 0 0,13 0 0 0,-13 0-1 0,2-13 1 0,13 2 0 0,-26-13 0 0,11 0 1 0,13 0-1 0,-12-24 1 0,0-12-1 0,0 12 0 0,0-1 0 0,-12 12 1 0,12-34-1 0,-12-1 0 0,12-1 0 0,-12 0 0 0,13 14 0 0,-13-2 1 0,0 37-2 0,0 0 0 0,0 24 1 0,0 13 0 0,0-2 0 0,0 14 0 0,12-13-1 0,-12 1 1 0,12-1 0 0,-12-12-1 0,0-11 2 0,0-13 0 0,0 0-1 0,-12 0 0 0,0 0-1 0,-13-13 1 0,13 0 0 0,0 2 0 0,0 11 0 0,12-12-1 0,12 12 0 0,12 0 0 0,-12-12 1 0,25 12 0 0,11 0-1 0,1 0 1 0,-13 0 0 0,11 0 0 0,-10-12 0 0,-11 0 2 0,-15 12-1 0,-11 0 1 0,-24 0-2 0,-1 36 1 0,0-13 0 0,3 3 0 0,-3 10-1 0,13-12 0 0,12-1 0 0,0-10 0 0,12-13 0 0,13 0 0 0,-14 0 1 0,13-24 0 0,0 0-1 0,-11 12 1 0,0-12 0 0,-13 12-1 0,11-1 1 0,0 0-2 0,2 13 1 0,-1 0 0 0,0 0 0 0,0 13-1 0,0 0 1 0,0 11 0 0,13-12 0 0,-13 12 0 0,24-12 0 0,-24-1-1 0,12-11 2 0,-11 0-1 0,-2-11 0 0,-11-1 0 0,13 0 1 0,-1-24-1 0,0 24 0 0,-12-25 0 0,12 1 0 0,-12-25 0 0,0 13-4 0,0-13 1 0,0 13 2 0,0 24 1 0,0 11 0 0,0 2-1 0,0 11 0 0,0 11 1 0,0 26 0 0,0 0 0 0,0 11 0 0,0-12 0 0,0 13 0 0,12-1 0 0,12-12 0 0,-13 13 0 0,2-37 1 0,-1 0-7 0,-12-12-17 0,-12 0-58 0,-1-12 39 0</inkml:trace>
  <inkml:trace contextRef="#ctx0" brushRef="#br0">11551 12531 16 0,'0'0'7'0,"13"-12"6"0,-2 0-2 0,25 12-2 0,37-12 5 0,-37 12-10 0,-12 0 1 0,1 12 3 0,-13 0 4 0,-12 12 0 0,0-12 0 0,0 25-2 0,0 11-3 0,0-36-7 0,-12 11 0 0,12-10-8 0,0-13-26 0,12 0-14 0</inkml:trace>
  <inkml:trace contextRef="#ctx0" brushRef="#br0">11817 12338 41 0,'0'0'4'0,"0"0"-9"0,12 11-9 0,-12 2-1 0</inkml:trace>
  <inkml:trace contextRef="#ctx0" brushRef="#br0">11902 12531 40 0,'0'0'0'0,"0"12"10"0,0 11-5 0,0 3-1 0,0-2 0 0,0-12-1 0,0 12-3 0,0-12 1 0,24-1-1 0,-12-11 2 0,12 0-1 0,0-11-1 0,1-1 2 0,-13-12-1 0,-12 12 1 0,0-12 1 0,0 11-1 0,-25-11-2 0,0 24 1 0,-10 0-1 0,23 0 1 0,0 0-2 0,12 0 1 0,24 0 1 0,0-12 0 0,12 0-1 0,-11 0 1 0,10 12 2 0,-10 0 3 0,-1-12-1 0,-12 24 0 0,1 0 3 0,-13 12 0 0,0 13 1 0,0 11 1 0,0-24-8 0,11-13-1 0,2 2 1 0,-1-13 0 0,-12 11 0 0,24-22 0 0,0-2-1 0,-12 2 0 0,13-13-1 0,-1 0 0 0,0 0 0 0,-12 11 0 0,13 0 1 0,-14 2-1 0,13 11 0 0,-24 11-1 0,13 15 2 0,0-2 0 0,-2 0 0 0,13 0 1 0,12 0-1 0,-12-13 1 0,1-11 1 0,-1-24-1 0,0 13-2 0,12-13-8 0,-24 0-42 0,-12 0-36 0</inkml:trace>
  <inkml:trace contextRef="#ctx0" brushRef="#br0">11103 7813 10 0,'0'0'7'0,"0"0"5"0,-11 0 0 0,11 0-9 0,0 25 0 0,0-1-1 0,0 12-1 0,0 1 0 0,0-13-1 0,11 0 1 0,2-12-1 0,-1-1 1 0,-12 3-1 0,12-14-14 0,-12 0-6 0</inkml:trace>
  <inkml:trace contextRef="#ctx0" brushRef="#br0">11055 7753 20 0,'0'0'0'0,"61"-49"19"0,-25 49-16 0,0-11 0 0,0 22-1 0,-11 13-1 0,10 13 0 0,26 36 0 0,-49-37-1 0,0 1 1 0,-36-1 5 0,-12-12-3 0,0 0 0 0,-13-13-2 0,-11 15 0 0,24-14-1 0,0 0-4 0,11 12-46 0</inkml:trace>
  <inkml:trace contextRef="#ctx0" brushRef="#br0">11515 7898 43 0,'-12'-12'4'0,"-1"12"-1"0,2 12-3 0,-2 1-1 0,1 11 2 0,12 0-1 0,0 0 0 0,0-1 0 0,12-9 1 0,1-2-1 0,11-12 2 0,-12 0 1 0,12-12-1 0,-12-2 0 0,1-9 0 0,-2-1 0 0,-11 12 0 0,-11-12-2 0,-26 12 1 0,25 12-1 0,0 0-1 0,12 0 0 0,12 0-1 0,24 0 2 0,12 0 1 0,2-13 0 0,-15 1 0 0,1 0 0 0,-12-12-1 0,1 0 1 0,-13-13-1 0,-12 1 1 0,0 0 0 0,-12-12 0 0,-1 24 3 0,1 11 1 0,0 0 1 0,12 13-6 0,0 26 1 0,-12-2 0 0,12 11 1 0,0 2 1 0,12 0-1 0,-12 11 2 0,0 0 0 0,0 1-1 0,0-13 1 0,12 11-2 0,-12-21 0 0,12-2 0 0,13-12 1 0,-25 0-2 0,24-12 1 0,0 0-2 0,-12-12-4 0,13-12-21 0,-13 12-15 0,-12 0-9 0</inkml:trace>
  <inkml:trace contextRef="#ctx0" brushRef="#br0">11671 7911 45 0,'0'0'4'0,"0"0"2"0,37 0-2 0,-1-13 3 0,13 13-1 0,-1 0-4 0,1 0-2 0,-1 13-24 0,-35-13-10 0</inkml:trace>
  <inkml:trace contextRef="#ctx0" brushRef="#br0">12071 7995 43 0,'0'0'6'0,"0"-24"5"0,0 24-6 0,24-12 0 0,13 0-1 0,-26 12-3 0,14 0-1 0,-1 0-13 0,-12 12-34 0</inkml:trace>
  <inkml:trace contextRef="#ctx0" brushRef="#br0">12338 7886 41 0,'0'0'0'0,"0"-24"13"0,-13 12-7 0,13 12-1 0,0 12 1 0,0 24-2 0,13-11-3 0,-13 23 0 0,11 1 0 0,0 11 0 0,-11-1 0 0,13-9-1 0,0-2 0 0,-13-11 0 0,0-13 0 0,0-13-17 0,-26 2-38 0</inkml:trace>
  <inkml:trace contextRef="#ctx0" brushRef="#br0">12325 7898 40 0,'0'0'0'0,"48"-24"11"0,-11 24-6 0,11 0 0 0,0 0 2 0,-35 24-3 0,-2 1-1 0,2-1-1 0,-26 0 0 0,-11 0 0 0,-24 1 1 0,13-1-3 0,-15 0 1 0,15-24-6 0,10 12-18 0,13-1-25 0</inkml:trace>
  <inkml:trace contextRef="#ctx0" brushRef="#br0">12567 7923 32 0,'12'-12'11'0,"0"-1"-8"0,12 13-3 0,-12 0 1 0,1 13 0 0,-13 11 1 0,0 0 0 0,0 0 0 0,12-1 0 0,-12 3 3 0,0-2 0 0,0-12 0 0,-12 0-1 0,12-12 2 0,0 0 0 0,0 0-3 0,0-12-2 0,12 0-1 0,12-12 0 0,1-2 0 0,-1 15 0 0,-2-13 1 0,4 12-1 0,-26 12 0 0,0 0 0 0,13 12 0 0,-13 23 0 0,0-9 0 0,0-2 0 0,11 0 0 0,24 0 0 0,2-24 0 0,-13 0 1 0,0 0 0 0,1-24 1 0,-1 0 1 0,0-12-1 0,-24-1 0 0,13 1 0 0,-26 24-2 0,-11-12 1 0,-12 24 0 0,-1 0-2 0,1 12 0 0,0 0 0 0,12 24-11 0,24-12-25 0,-11 1-11 0</inkml:trace>
  <inkml:trace contextRef="#ctx0" brushRef="#br0">13280 7983 67 0,'0'0'6'0,"0"-12"1"0,0 0-3 0,-12 0 1 0,-24 0-2 0,-1 12-2 0,-10 12 0 0,9 12-1 0,3-12 0 0,11 11 0 0,12 15 0 0,0-14 0 0,12-1 1 0,24-10 2 0,13-2 2 0,-2-11-3 0,15 0 0 0,-15-11-1 0,1-25 0 0,0 0 1 0,1-13-2 0,-25 1 2 0,-12-13 0 0,0 0-1 0,0 1-1 0,0 11 1 0,-12 2-1 0,12 22 0 0,-12 12 0 0,0 13 0 0,-1 13 0 0,-11 24 0 0,12 11 1 0,0 13 2 0,0 11-1 0,36 1-1 0,0-13-1 0,25-11 0 0,11-25 1 0,-11-24 0 0,-13 0-2 0,-1-24-21 0,-10-2-45 0</inkml:trace>
  <inkml:trace contextRef="#ctx0" brushRef="#br0">11321 8394 37 0,'0'0'0'0,"0"-24"15"0,0 24-11 0,-12 0-2 0,-13 0-1 0,-10 24 0 0,10-11 0 0,0 11 0 0,3 0 0 0,9-12 1 0,13 12 1 0,13-13 2 0,-2 15 1 0,13-14-2 0,0 0-2 0,-24 12-1 0,13-12 1 0,-13-12 0 0,0 12 3 0,-13-1 0 0,-24-11-3 0,-10 13-1 0,11-13 0 0,-1 11-2 0,25-11-15 0,0 0-22 0,12 0 9 0</inkml:trace>
  <inkml:trace contextRef="#ctx0" brushRef="#br0">11430 8502 56 0,'-12'0'7'0,"12"0"-5"0,0 26 0 0,-12-14 3 0,12 0-1 0,0 12-3 0,0 0-1 0,0-13-7 0,0 2-17 0,0-2-16 0</inkml:trace>
  <inkml:trace contextRef="#ctx0" brushRef="#br0">11430 8322 26 0,'0'-13'22'0,"12"13"-22"0,12 24-8 0,-11 1-28 0</inkml:trace>
  <inkml:trace contextRef="#ctx0" brushRef="#br0">11599 8661 46 0,'-13'-13'11'0,"13"0"-6"0,0 13 0 0,-11-24 0 0,11 13-3 0,0-13-1 0,0 0 0 0,11 0 0 0,2-2-1 0,12 26 0 0,0-11 0 0,10 11 1 0,-23 0 1 0,12 11 1 0,-12 15 1 0,0-2-1 0,13 24-1 0,-25-24 0 0,12-13-1 0,-12 2 1 0,24-13 4 0,-12 0-4 0,12-24 0 0,13-12 0 0,-13 12-1 0,-12 12-1 0,0-25 0 0,0 37 0 0,-12-13 0 0,13 13 1 0,-13 0-1 0,11 13 0 0,13 0 0 0,-12 11 1 0,1 0-1 0,-1-12 1 0,1 0-1 0,-2-1 0 0,0-11 0 0,-11 13 1 0,13-13-2 0,11-13 1 0,-12 2 0 0,0-13 0 0,1 12 0 0,-2 0 0 0,-11-12 0 0,0 11 0 0,0 13 0 0,13 0 0 0,-13 0 0 0,0 13 0 0,12 11 0 0,-12 0 0 0,24-12 0 0,-12 11 0 0,12 14-28 0,1-24-41 0</inkml:trace>
  <inkml:trace contextRef="#ctx0" brushRef="#br0">12156 8346 48 0,'0'-13'7'0,"-13"2"0"0,26 11-6 0,-13 36-10 0,12-12-41 0</inkml:trace>
  <inkml:trace contextRef="#ctx0" brushRef="#br0">12349 8309 38 0,'0'-11'11'0,"-11"-2"-5"0,11 2 0 0,0 11-2 0,-13 11-1 0,13 13 0 0,0 0 1 0,0 13 1 0,0 0 2 0,13-1 2 0,-2 0-3 0,0 0-1 0,2 1-3 0,0-1-1 0,-13-13 0 0,0 1-3 0,0 14-58 0,0-38 28 0</inkml:trace>
  <inkml:trace contextRef="#ctx0" brushRef="#br0">12627 8515 47 0,'0'0'0'0,"-12"-36"15"0,0 36-11 0,-12-12 1 0,-36 24 6 0,23 24-8 0,13-11-2 0,11 11 0 0,2-1 2 0,22-11 1 0,14-11 1 0,-1 0-2 0,49-1 1 0,-37-50-1 0,-24 14-3 0,-12 1 1 0,12-13 0 0,-12 24-1 0,0-13 0 0,13 25 0 0,-13 0 0 0,0 13 0 0,0 11 0 0,0 0 0 0,12 0 0 0,0 0 0 0,0-13 0 0,0 2 0 0,1-13 0 0,11 0 0 0,-13 0 0 0,0 0 0 0,-11-13 1 0,13-11-2 0,0 24 2 0,0-23-1 0,-13 11 0 0,0 0 0 0,11 12 0 0,-11 0 1 0,0 0-2 0,11 0 1 0,-11 0 0 0,13 12 0 0,-2 12 1 0,-11-13-1 0,13 2 0 0,-13-13 0 0,12 11 1 0,-12-11 0 0,0-11-1 0,12 11 0 0,0-24 1 0,13 0-1 0,-1 12 0 0,-12 12-1 0,-12 0 1 0,12 0 1 0,-12 12-1 0,12 12 0 0,0-13 0 0,0 2 0 0,1-2 0 0,-2-11 0 0,2 13 1 0,-1-13-1 0,0-13 0 0,0 13 0 0,0-24 0 0,12-11 0 0,-13 11 0 0,2 12 0 0,-13-26 0 0,0 3 0 0,0-1 0 0,0-1 0 0,0 1 1 0,0 11-1 0,0 14 1 0,0-2 0 0,0 2 3 0,0 22-1 0,-13 26-2 0,13-1 0 0,0 0-1 0,0 1 1 0,0 10-1 0,0 3 0 0,24-14 0 0,15-13 0 0,-4-10 0 0,-11-13 0 0,0-13 0 0,0 2 1 0,1-1-1 0,-13 0 0 0,0 12 0 0,0-12 0 0,-12 12 0 0,12 12 0 0,-12 0 0 0,12 0 0 0,0-1 0 0,13 2-1 0,-25-13 2 0,12-13-1 0,0 2 0 0,0-13 1 0,-12 0-1 0,12 0 0 0,-12 24 1 0,12-13-1 0,-12 13 0 0,13 25 3 0,-13-1 4 0,0 12 2 0,11-1 0 0,-11 3-4 0,0 9-3 0,0 2-2 0,0-24 0 0,-11-1-4 0,-2-13-15 0,-11 2-36 0,0-13-15 0</inkml:trace>
  <inkml:trace contextRef="#ctx0" brushRef="#br0">12881 8322 88 0,'0'0'0'0,"0"-24"13"0,12 11-7 0,12 13-6 0,-11 13-25 0,-13 11-26 0</inkml:trace>
  <inkml:trace contextRef="#ctx0" brushRef="#br0">10995 9036 40 0,'0'0'0'0,"-13"0"8"0,1 0-7 0,12 12 0 0,-24 24 0 0,12 0-1 0,0-1 1 0,12 2-1 0,0 0 1 0,12-26 0 0,12-11 5 0,-12 0 3 0,13-11-3 0,-13-2 0 0,0-11-3 0,-12 13-1 0,-12-15-2 0,0 15 0 0,-1-2 0 0,1 13 0 0,12 0 0 0,12 0-1 0,49 0 1 0,-25-11 0 0,13-2 0 0,-13-10 0 0,-23-1 1 0,22-14-1 0,-35 3 1 0,0-1 4 0,0 12 0 0,0-1 1 0,-13 13-3 0,13 12 0 0,-11 0-2 0,11 12-1 0,0 13 1 0,0 11 0 0,0 12 0 0,0 13 1 0,0 22-1 0,0-57-1 0,0 118 1 0,-11-95-1 0,11 0 0 0,0-25 2 0,-13-12 2 0,13 0 1 0,0-12 0 0,-12 0-1 0,12-12-3 0,-12 12 0 0,-12-36-2 0,11 23-10 0,2-23-24 0,11 11-38 0</inkml:trace>
  <inkml:trace contextRef="#ctx0" brushRef="#br0">11454 9229 51 0,'0'0'12'0,"0"-13"-5"0,25 13-5 0,-14 0 3 0,14-11-1 0,-13 11-2 0,12 0-1 0,0-13-1 0,0 2 1 0,1-1 0 0,0-2 1 0,-14 3 0 0,0-13 0 0,-11 0 0 0,-11 12-1 0,-13 12-1 0,-13 0 1 0,2 0-1 0,-2 23 0 0,25 1 2 0,0 0 1 0,-1 2 1 0,26-2 3 0,11 0-1 0,24-13-2 0,-12 2-2 0,24-2-2 0,-11-11-21 0,-13 0-32 0,-36 0 17 0</inkml:trace>
  <inkml:trace contextRef="#ctx0" brushRef="#br0">11817 9155 34 0,'0'-11'18'0,"12"-2"-10"0,0 13-2 0,-12 0 1 0,12 13 0 0,-12-2-3 0,13 26-2 0,-13-13-1 0,0 0-1 0,0-11 2 0,12-2-1 0,-12 2 0 0,0 0 1 0,0-13 1 0,12 0 0 0,-12 0 0 0,12-13-1 0,0 0-1 0,-12-11-1 0,12 13 1 0,0-2-1 0,-12-11 0 0,13 13 0 0,-2 11 0 0,0 0 1 0,-11 0-1 0,13 0 0 0,-1 11 1 0,1 2 2 0,-1 11 0 0,-12-13 0 0,13 13-2 0,-2-11 0 0,0 0 0 0,2-13 0 0,-1 0 0 0,0-13 1 0,12 0-2 0,-24 2 0 0,24-13 1 0,-11 0-1 0,11 11 0 0,-12-10 0 0,0 9 0 0,0 14 0 0,0 0 1 0,-12 0-2 0,12 14 1 0,-12-14 0 0,0 23 0 0,13-10 0 0,-1 11 1 0,0-13-2 0,0 13 1 0,0-11 0 0,-12 0 0 0,12-13 1 0,0 0-1 0,-12-13 0 0,13 0 1 0,-13 2-1 0,11-13 0 0,-11 0 1 0,0-12-1 0,0-2 0 0,0 3 0 0,0-1 0 0,0-2 1 0,0 27-1 0,0-13 0 0,0 12 0 0,0 12 0 0,11-12 0 0,-11 12 0 0,13 0 0 0,0 12 0 0,-13 0 0 0,13 12 0 0,-2 1 0 0,-11 11 0 0,13-12 0 0,-13 0 0 0,22 11 0 0,-22-9 0 0,13-2 0 0,-1 0 0 0,12 0 1 0,-36-13-1 0,12-11 2 0,0 0 1 0,-12 0-1 0,-24 0 0 0,12 0 0 0,0 0-1 0,11 0 0 0,0-11-1 0,2 11 0 0,11 0-3 0,0-13-18 0,11 13-31 0,2 0 6 0</inkml:trace>
  <inkml:trace contextRef="#ctx0" brushRef="#br0">12423 9216 23 0,'0'-11'10'0,"11"-2"0"0,0-10 2 0,14 23-3 0,-1-14-3 0,1 3-2 0,-1 11 0 0,12 25 5 0,-24-2-6 0,0 25 2 0,-12-24-3 0,0-11 1 0,-12 0 2 0,-12-2 0 0,0-11-1 0,0 0-2 0,-1 13-1 0,1-13-1 0,-1 0 0 0,14 0-24 0,11 0-51 0</inkml:trace>
  <inkml:trace contextRef="#ctx0" brushRef="#br0">12652 9301 37 0,'0'-11'23'0,"24"22"-21"0,-24-11-1 0,25 0 1 0,-14-11-1 0,24 11 0 0,-22-13 1 0,24 0 3 0,-13-11 3 0,-13 13 1 0,2-2-1 0,-13 2-2 0,0-2-4 0,-13 13 0 0,-11-11-2 0,-11 11 0 0,-2 11 0 0,26 13 0 0,-26 13 1 0,37-26-1 0,0 2 2 0,13 11 1 0,11-11-1 0,11-2-2 0,2-11 0 0,11 13-7 0,24-13-27 0,-35-13 28 0,-25 2 4 0,25-13 3 0,-26 11 6 0,2 0 3 0,-1 2 1 0,-12-2 0 0,0 2-5 0,-12 11-3 0,-12-13-2 0,11 13 0 0,-11 13-1 0,12-13 1 0,0 11-1 0,0 2 0 0,-1-2 1 0,13 2 1 0,0 0 0 0,0-2 1 0,13 2 1 0,11-13 0 0,-12 0-2 0,12 0 0 0,0 0-1 0,1-13 0 0,-1-11 0 0,-12 11 0 0,12-11 0 0,-13 0 0 0,-11 0-1 0,0-13 1 0,13-11-1 0,-13-11 0 0,-13 10 0 0,13-23-1 0,-11 72 2 0,11 0-1 0,-11 12 0 0,11 12 1 0,-13 12 2 0,13 13 2 0,0-1 1 0,13 0-1 0,9 0-1 0,2-24 0 0,15 0 0 0,-4-11-1 0,-11-13-1 0,0 11-2 0,-12-11-4 0,0 0-33 0,-12 0-79 0</inkml:trace>
  <inkml:trace contextRef="#ctx0" brushRef="#br0">16437 9701 4 0,'0'0'14'0,"0"-12"-3"0,0 12-4 0,0 0-2 0,-12 0-4 0,12 0 0 0,-12 0 0 0,12 12-1 0,-12 12 0 0,12 0 2 0,0-13-1 0,0 26 1 0,-12 36 1 0,12-37-2 0,0-12 1 0,0 1-1 0,0-1-1 0,0-12 0 0,0 0 1 0,0 0 0 0,0-12-2 0,0 12-14 0,12-1-20 0</inkml:trace>
  <inkml:trace contextRef="#ctx0" brushRef="#br0">16292 9894 6 0,'0'0'0'0,"0"0"16"0,0 0-13 0,24 0 0 0,1 0 1 0,-1-12-1 0,12 0-1 0,0 12 0 0,13-12 0 0,-1 12 1 0,-24-13-1 0,-13 13-1 0,27 0 3 0,-2-11-2 0,-25 11 2 0,-11 0 0 0,-22 24-2 0,-15 0-1 0,11 0-1 0,4 0 1 0,9 1-1 0,13-1-1 0,0-12 1 0,24 0 1 0,1-12 0 0,35 0 0 0,-24-24 0 0,-11 12 1 0,-1-12 0 0,0-13 1 0,-24 13 0 0,-24-37 1 0,13 50-2 0,-27-2-2 0,13 13-1 0,3 0-10 0,-3 13-9 0,13 11-27 0</inkml:trace>
  <inkml:trace contextRef="#ctx0" brushRef="#br0">16800 9725 12 0,'0'0'9'0,"0"-24"0"0,0 24-7 0,12-12 2 0,-12 12 0 0,12 0-2 0,-12 12 0 0,0 12 0 0,0 11 0 0,0 2 0 0,-12 0 0 0,12 11 0 0,0-12-1 0,0-24 1 0,0 13 1 0,-12-13-1 0,12 0 0 0,0 0 0 0,0-12 1 0,0 0 4 0,0 0 0 0,0-24-6 0,24 12 0 0,-11-13 0 0,-1 1-1 0,12 0 0 0,0-13 0 0,-12 13 0 0,0 13 0 0,-12-2 1 0,0 13-1 0,0 0 1 0,0 0-1 0,-24 24 1 0,0 0-1 0,12 13 0 0,0-13 0 0,0 0 0 0,-1 1 0 0,13-1 0 0,13-12 0 0,11 0 0 0,12 0 0 0,-12-12 0 0,0-12 1 0,26 12 0 0,-15-24 0 0,-11 12-1 0,13 0 1 0,-13-13 0 0,12 1 0 0,-36 0 0 0,12 0 1 0,-12 11 0 0,0-11 0 0,-12 24 0 0,-13 0-1 0,14 0-1 0,-26 24 1 0,25 1-1 0,0-1 0 0,12 0-1 0,0 1 1 0,12-1 0 0,26 12 0 0,-27-24 0 0,25-12 1 0,-24 0 0 0,0 0 0 0,12-12 0 0,-12 0 1 0,13-12-1 0,-1 12 0 0,13-37 0 0,-13 37-1 0,-13 0 0 0,-11 0 0 0,13 12 0 0,-13 0 0 0,0 12 0 0,0 12 0 0,-13 37 0 0,13-49 0 0,13 0 1 0,-1 0 1 0,0-12 0 0,1 0 0 0,-2-12-1 0,13 0 0 0,-13-12-1 0,14 12 0 0,-25-13 1 0,14 1-1 0,-3 0 0 0,0 12 0 0,-11 12 1 0,0 0-2 0,0 12 1 0,0 12-1 0,-11 0 1 0,11-12 0 0,11 13 0 0,-11-13 0 0,13 12 0 0,-2-12-1 0,-11 0-6 0,13 0-32 0,-1-12-18 0</inkml:trace>
  <inkml:trace contextRef="#ctx0" brushRef="#br0">16837 10378 24 0,'0'0'0'0,"-13"-24"20"0,-35 24-9 0,24 0-5 0,-11 0-3 0,-3 11-1 0,2 2-1 0,25 11-1 0,11 0 0 0,0 0 1 0,11-11 0 0,13 11 2 0,13-12-1 0,11 0-1 0,-12 0 1 0,0-1 0 0,-23-11 0 0,-1 13 2 0,-12-13 2 0,0 0 6 0,-25 13-5 0,-11-13-4 0,-13 0-1 0,14 0-2 0,-2 12 0 0,13-12-9 0,13 0-25 0,-2 0-26 0</inkml:trace>
  <inkml:trace contextRef="#ctx0" brushRef="#br0">16885 10608 34 0,'0'0'0'0,"0"0"12"0,24-12-8 0,-12 0 3 0,25-12 1 0,0 11-4 0,-13-11-1 0,11 0-1 0,2 0-1 0,-2-1 1 0,-22 1 1 0,-13 12 0 0,0 0 2 0,0 0 0 0,-24 12-2 0,-13 0-1 0,0 12-1 0,2 0 0 0,-13 13-1 0,24 11 0 0,11-24 0 0,1 24 0 0,24-25 0 0,25 2 0 0,11-13 0 0,12 0 1 0,-11-13-1 0,-1 2 0 0,-24-1 0 0,13-12 1 0,-25 0-1 0,-12 11 1 0,0-11 0 0,0 12 1 0,0 12 1 0,0-12 1 0,0 12-4 0,-12 12 0 0,12 13 0 0,0-14 0 0,-13 26 1 0,13-1 0 0,-12 1 0 0,12 46 1 0,0-33-1 0,0-15 0 0,12-11 0 0,1 13-1 0,-13-25 1 0,12 0-1 0,-12 1 1 0,0-13-1 0,0 11-2 0,0-11-10 0,0 13-19 0,-12-13-5 0,12 0 6 0</inkml:trace>
  <inkml:trace contextRef="#ctx0" brushRef="#br0">17382 10475 38 0,'0'0'0'0,"0"-36"17"0,11 23-9 0,2 1 1 0,-2 0-2 0,-11 12-3 0,0 12 0 0,0 13-1 0,0 11-1 0,0 12 2 0,0-11-4 0,0-25 1 0,11 0-1 0,2-12 2 0,-1 12-1 0,2-12 1 0,8-12-2 0,-9 0 1 0,-2-13 0 0,26 12-1 0,-25-22 0 0,0 23 0 0,0 0 0 0,-12 0 0 0,13 12 0 0,-13 12 0 0,0-12 0 0,0 24 0 0,0 0 0 0,12 0-1 0,0-11 1 0,12-1 0 0,-12-12 0 0,37 0 0 0,-25 0 0 0,0-12 1 0,11-1-1 0,2 0 0 0,-11-10 1 0,-15-1 0 0,-11-13-1 0,0 13 1 0,0 12 0 0,-25 0-1 0,13 12 1 0,-1 12-1 0,2 0 1 0,11 12-1 0,-13 13 0 0,13-25 0 0,13 23 1 0,11-22-1 0,-12 0 1 0,13-1 0 0,-1-12 1 0,0 0 0 0,-12 0 0 0,0-12-1 0,12-14 1 0,1 15-1 0,-1-1-1 0,-12 0 1 0,0 0-1 0,-12 12 0 0,12 0 0 0,-12 0 0 0,0 0 0 0,0 12-1 0,12 0 1 0,-12 11 0 0,24 3 0 0,1-14 0 0,-13-12 1 0,0 0-1 0,0 0 0 0,1-12 1 0,-2-1-1 0,0-11 0 0,2 12 0 0,-1 0-1 0,0 0 1 0,1 12 0 0,0 0 0 0,-13 12 0 0,11-12-1 0,0 24 1 0,-11 0 0 0,13-11-2 0,11 11-11 0,-12 0-21 0,12-24 1 0,1 12-5 0</inkml:trace>
  <inkml:trace contextRef="#ctx0" brushRef="#br0">18494 10439 26 0,'0'0'0'0,"0"-13"17"0,-12 1-5 0,12 0-2 0,-13 12-5 0,-11 0-4 0,0 12 0 0,0 0 0 0,0 25-1 0,12-13 1 0,-1 0 0 0,1-1 0 0,12 3 1 0,25-14 2 0,-13 0 0 0,12 0-1 0,12-12 0 0,-11 12 0 0,11-12-1 0,13-12-1 0,-27 0 2 0,28 0-1 0,-15-13 0 0,2 1 0 0,-1 0 0 0,-24 0 0 0,-12-1-1 0,0-11 1 0,0 24 0 0,-12 12-1 0,-12 0 0 0,12 0 0 0,-25 12 1 0,15 13-1 0,-4 11-1 0,26-12 0 0,0 0 0 0,0 0 0 0,26-11 1 0,-4-13 0 0,3 12 0 0,11-12 0 0,1-12-1 0,-13-1 1 0,0 0-1 0,-12 2 1 0,0-13-1 0,0 12 1 0,12-12-1 0,-24 11 0 0,13 2 0 0,-1 11-1 0,0 0 2 0,0 11-2 0,-12 14 1 0,0-1 0 0,0 0 0 0,12 13 0 0,1-13 0 0,-2 12 0 0,-11-24 0 0,0 12 0 0,-11 0 1 0,-2-11 0 0,-48-13 1 0,37-13-1 0,0 0-1 0,-12 2 0 0,12 11-5 0,11 0-43 0,13 0 5 0</inkml:trace>
  <inkml:trace contextRef="#ctx0" brushRef="#br0">16075 10886 13 0,'0'-12'10'0,"0"-1"0"0,0 2-2 0,0 11-3 0,-13 0-2 0,-11 0-2 0,0 0 0 0,0 11-1 0,-12 2 2 0,-1 23-1 0,0 0 1 0,2 1 0 0,11 34 0 0,-13 3 0 0,13 11 1 0,0-2-3 0,24 15 1 0,0-26 0 0,24-11 2 0,11-38 3 0,15 3 2 0,-15-14-2 0,2-12-4 0,-11 12-2 0,9-12-6 0,-35 12-16 0,0-12-29 0</inkml:trace>
  <inkml:trace contextRef="#ctx0" brushRef="#br0">13982 11224 3 0,'0'0'8'0,"-13"0"1"0,13 0-4 0,-11 0-2 0,0 0 6 0,-2 13-5 0,1 11 0 0,0-13 0 0,12 13-1 0,-13 2-1 0,13-2 0 0,0 24 0 0,13-36-1 0,11 12 1 0,0-12-1 0,48 1 3 0,-35-13-2 0,11 0-1 0,-12-13 1 0,1 1 0 0,-13-12-1 0,-12 12 1 0,13-12 0 0,-25 11 1 0,0-11 0 0,0 13 1 0,-13-2 0 0,13 13-4 0,-12 0 1 0,0 0-1 0,12 24 0 0,-12 24 0 0,12-23 0 0,0-1 0 0,0-12 0 0,0 12 0 0,12-11 1 0,12-1 0 0,0-12 1 0,-13 0 0 0,27-12-1 0,-26-1 1 0,1 2-1 0,-2-2 0 0,-11 1 0 0,-11-12 0 0,-2 12-1 0,1-1 1 0,-26 13-1 0,16-11 0 0,-27 11-1 0,25 0 1 0,24 0 0 0,-12 0-1 0,12 0-2 0,12 0 3 0,24-13 0 0,-12 2 0 0,24 11-1 0,-11-13 1 0,11 2 0 0,-12-2 0 0,-22 13 0 0,8 0 0 0,-9 0 1 0,-13 0-1 0,0 13 1 0,0 11-1 0,12 0 1 0,-12 0-1 0,0 12 0 0,0 13 0 0,12-25 0 0,-12-24 1 0,0 12 0 0,0-12 2 0,0 0-2 0,12-12-1 0,0 0 0 0,0 0 0 0,12-1-1 0,-11-23-1 0,11 24 1 0,0-12 0 0,-12 11 1 0,-12 2 0 0,25 11 0 0,-25 0 1 0,11 11 0 0,0 2 0 0,-11-1 0 0,14 12 0 0,-14 1 0 0,12-14-1 0,-12 14 0 0,0-13 0 0,13 0-2 0,-13 0-3 0,0 11-34 0,0-10-17 0</inkml:trace>
  <inkml:trace contextRef="#ctx0" brushRef="#br0">14913 11381 14 0,'0'-11'10'0,"13"-13"1"0,-13 11-1 0,0 2 0 0,0-2-1 0,-13 13-4 0,-11 0-2 0,0 13 0 0,-13 11 1 0,26 0-1 0,-14 0 0 0,1 0 1 0,24-12-1 0,0 24-1 0,0-11 0 0,0-1 0 0,24-12 1 0,1 0-1 0,-14-1 1 0,26-11-1 0,-1 13 1 0,49-26 0 0,-48 2-2 0,-1-1-1 0,0-12 1 0,-12 12-1 0,0-24 1 0,0-1 2 0,-48 37 1 0,-13 0-3 0,-10 37 0 0,11-13 0 0,12 0-1 0,11 0-1 0,1-1 0 0,0-10-1 0,24 0 2 0,13-13 0 0,-1-13 0 0,12 0-1 0,0-10 1 0,-1 11-1 0,-10 0 0 0,-13 0 0 0,12 12-1 0,-11 12 3 0,-13 12-1 0,11-12 0 0,2 12 0 0,11 1 0 0,12-25 0 0,-11 12 1 0,-1-12-1 0,-12 0 2 0,12-12-2 0,-11-13 1 0,9 12-1 0,-9-34 1 0,-13 10-1 0,13-11 1 0,-1-13-1 0,-12 13-1 0,12-13-1 0,-12 0 0 0,0 26 1 0,0-1 1 0,0 24 1 0,-12 12-2 0,12 0 1 0,-12 24 0 0,-14 11 0 0,26 3 0 0,-11-2 1 0,11 12 0 0,0-11 0 0,11-2 0 0,2 2 0 0,0-1 1 0,11-11-1 0,-11-1-1 0,-2 0 1 0,13-12-1 0,0-12 0 0,-12 12-1 0,13-12-1 0,-14 0-5 0,38-36-40 0,-37 36-6 0</inkml:trace>
  <inkml:trace contextRef="#ctx0" brushRef="#br0">15252 11309 29 0,'0'0'0'0,"-12"0"14"0,12-13-4 0,36 13 1 0,1 0 0 0,23-11-1 0,13-13-1 0,11 0 0 0,1 11-1 0,-25 2-5 0,1-1-2 0,-37-2-3 0,-24 14-6 0,0 0-18 0,-12 14-34 0</inkml:trace>
  <inkml:trace contextRef="#ctx0" brushRef="#br0">19317 9544 2 0,'0'0'0'0,"11"-13"12"0,0 0-4 0,-11 2-1 0,13-1-3 0,-13 0 1 0,0 0-2 0,0 12 1 0,0 0-1 0,12 0-2 0,2 0-1 0,10 12 1 0,-13 0-1 0,25 0 0 0,0 12 0 0,-23-11 1 0,11 11-2 0,0-12 2 0,-24 0-1 0,12 12 0 0,0 0 0 0,0 0 1 0,1 1-1 0,-13 11 0 0,11-1 0 0,2 2 0 0,-13-13 0 0,0 13 0 0,0-13 1 0,0 12 2 0,0-24-1 0,12 25 2 0,-12-1-2 0,0-12 0 0,0 13-1 0,36 35 1 0,-36-23-1 0,24-2-2 0,0 1 2 0,-13-11-1 0,15 0 1 0,-13 11 0 0,-2-11-1 0,13 47 1 0,-13-47-1 0,-11 11 1 0,13 0 0 0,-1 1 0 0,-12 11 0 0,12-24 0 0,12 0 0 0,1-12 0 0,-1-11 0 0,12-1 2 0,0 0 0 0,13-12-2 0,-13 12 1 0,-12-12-2 0,-13 12 1 0,15-12-1 0,-26 0 0 0,0 12 0 0,0-12 1 0,0 0 0 0,0 12 0 0,0-12 0 0,-13 13 1 0,0-13-2 0,2 12 1 0,-13 0 0 0,0 0-1 0,0 12 1 0,12-12-1 0,-13 25 2 0,14-1-2 0,-2-1 1 0,1 2 0 0,12 0 0 0,0-2 0 0,-12 2-1 0,12-13 1 0,12 13 0 0,-12-13 0 0,0 12 0 0,0 0 0 0,0 1 1 0,0-1-1 0,12 12 0 0,-12-11 0 0,0-1 0 0,0 0 0 0,0 1 0 0,-12 46 0 0,12-46 0 0,-12 0 0 0,12-1 0 0,-12 0 0 0,-12 37 1 0,12-37 0 0,0 1-1 0,-1 11 0 0,1-12-1 0,-37 25 2 0,38-37 0 0,-24 0-1 0,-4 11 1 0,-7-9 0 0,9-2 1 0,-11 0 0 0,11 0 0 0,-12-12 0 0,25-12 0 0,0 0 2 0,0 0-1 0,11 0-2 0,-9 0-1 0,9-12-1 0,13 12 1 0,0 0-3 0,0 0-4 0,13 12-22 0,-2 0-76 0</inkml:trace>
  <inkml:trace contextRef="#ctx0" brushRef="#br0">25787 10136 8 0,'0'0'0'0,"0"0"13"0,24-13-7 0,-11 13-2 0,-2 0 4 0,14 0-4 0,-25 13 0 0,24 22-1 0,-12-9-1 0,1 9 0 0,-13 2-1 0,11 11-1 0,0 0 0 0,2 13 0 0,-1-12 1 0,-12 10 0 0,12-9 0 0,-12 9 1 0,-12 15 1 0,0-15-1 0,-1 2-1 0,-9 12-1 0,9 0 0 0,13 60-2 0,0-73 1 0,0 1 1 0,13-2 0 0,-2-9 0 0,0-15 1 0,2 2 1 0,-1 0 4 0,13-1 0 0,-1-12-1 0,-13 0 1 0,26 0 0 0,-13-11-3 0,13-1-1 0,-13 0-2 0,-12 0-3 0,0 12-76 0</inkml:trace>
  <inkml:trace contextRef="#ctx0" brushRef="#br0">25629 12203 11 0,'0'0'4'0,"0"-24"1"0,0 13-1 0,0-13 1 0,0-12 0 0,-11 12 0 0,0-13 0 0,-2 25 0 0,0 0 0 0,1 12-2 0,0 0-2 0,-1 36-1 0,2 1 1 0,-13 46-1 0,24-33-1 0,0-26 1 0,24-13 0 0,0-11 0 0,0 0 1 0,-11-24-1 0,22 1 1 0,-10-26 0 0,-13 13 0 0,0 0 1 0,0-1-1 0,-12 25-1 0,0 0 3 0,0 12 0 0,0 0-2 0,0 24 0 0,0-13-1 0,0 27 1 0,0-14-1 0,12-1 0 0,0-10 0 0,13-2 0 0,-1 2 1 0,24-13 0 0,-24-13 0 0,1 2-1 0,-13-2 1 0,12-10 0 0,-11 11 1 0,-13-12 0 0,11-2 1 0,-11 15 0 0,0 11 0 0,11 0-1 0,-11 25-1 0,13-13-1 0,-1 24 1 0,0-13-1 0,14 1 0 0,-4 0 0 0,-9-10 0 0,11-2 0 0,0-12 0 0,13-12 1 0,-25-2 0 0,12 3-1 0,-12-13 1 0,0 0-1 0,12 0 1 0,-24 12-2 0,0 12 1 0,13 12 0 0,-13 0 0 0,11 0 0 0,2 12 0 0,-1 0-1 0,0-13 1 0,25 3 0 0,-26-14 0 0,25 0 0 0,-22 0 0 0,-3-14 0 0,13-10 1 0,-13 0-1 0,2-11 0 0,-13-1 0 0,12-13 1 0,-12 13-1 0,-12-25 3 0,12 13-2 0,0 11-1 0,-13 13 0 0,13 0 1 0,0 11 0 0,0 13-1 0,0 25 0 0,-11 0 0 0,11 10 0 0,0 14 0 0,0 0 0 0,11-1 0 0,2-12 1 0,-13 13 0 0,12-25 0 0,0 12 0 0,12-25 0 0,-12 13-1 0,13-10 0 0,-13-2 0 0,24-12-3 0,0 0-5 0,-11 0-14 0,-1-12-11 0,1-13-11 0</inkml:trace>
  <inkml:trace contextRef="#ctx0" brushRef="#br0">26331 12084 18 0,'0'0'0'0,"-13"-14"10"0,2 14-6 0,11 0-2 0,36 0 2 0,2 0 1 0,9-11 0 0,13 11-1 0,-11 0-2 0,12-12-1 0,-25 12 0 0,13 0-1 0,-38 0 2 0,13 12-1 0,-24-12 2 0,0 11 2 0,0 15-2 0,0-2-2 0,0 0-1 0,0-13 1 0,0 2-1 0,26-2 1 0,-4 2-1 0,15-13 1 0,-1-13 1 0,1 2 1 0,-1-13 4 0,-24 0 3 0,0-12 2 0,-12-13-2 0,-24 25-5 0,-12 12-4 0,-13 0-1 0,-12 12-8 0,13 24-25 0,24 0-33 0</inkml:trace>
  <inkml:trace contextRef="#ctx0" brushRef="#br0">24602 12773 15 0,'0'-24'9'0,"0"0"-4"0,12 11-1 0,0-11 1 0,0 11 1 0,13 13-1 0,-14-11-2 0,0 22-2 0,2 2 0 0,0 24 0 0,-13-13 0 0,12 24-1 0,-12-12 0 0,0-11 0 0,0-25 0 0,0 11 3 0,0-11 3 0,0 0-1 0,0-11 1 0,0-14-1 0,0 0 0 0,0-10-1 0,25-1-1 0,-3-2-2 0,2 14-1 0,1 1 0 0,0 11-3 0,-25 12-6 0,36 0-12 0,-36 24-6 0,24 0 1 0</inkml:trace>
  <inkml:trace contextRef="#ctx0" brushRef="#br0">24977 12882 11 0,'0'0'0'0,"12"0"8"0,0-13-4 0,0 13 2 0,25-11-1 0,-15-2 0 0,4-11 0 0,-2 0-1 0,-11 11 0 0,9-22 0 0,-9 23 0 0,-13-26 1 0,-13 27 1 0,2-2 0 0,-13 13-2 0,0 0-2 0,-2 0 0 0,-9 24-1 0,23 2-1 0,-12-2-1 0,24 11 1 0,0-11-1 0,12 1 1 0,12 11-1 0,11-23 1 0,15-13 0 0,10 0 0 0,0-13 1 0,1 2-1 0,-12-14 0 0,-1 0 0 0,-24 1 0 0,-11 13 1 0,-2-13 0 0,-22 0 0 0,-2 11 1 0,-23 0 2 0,0 2 3 0,-1 11-2 0,25 11-2 0,-12 15-3 0,24-14 0 0,0 35 1 0,0-10-1 0,24 0 0 0,-12 11 0 0,25 0-1 0,-25 1 0 0,0 11 0 0,-12 1-1 0,0-14 2 0,0-10-1 0,-12 0 1 0,-12-26 1 0,-1 2 1 0,-11-2 3 0,24-22-2 0,-13-13-1 0,14 12 0 0,11-26-1 0,0 3-1 0,11-13 0 0,14-1-1 0,11 1 0 0,1-1 1 0,11 1-1 0,1 12 1 0,-1 23-1 0,-24 2 2 0,11-2-2 0,-22 13 1 0,-1 13-1 0,-12-2 2 0,0 26-1 0,0-1 0 0,0 0 0 0,0-11 0 0,0-13 0 0,-12-12 1 0,12 0 6 0,12-24-6 0,0-1 1 0,-12 1-1 0,13-12 0 0,0-1 0 0,9 13-1 0,-9 0 0 0,11 11-1 0,-12 2 1 0,12-2-2 0,-24 13 0 0,12 13-4 0,13 11-56 0,-25-12 13 0</inkml:trace>
  <inkml:trace contextRef="#ctx0" brushRef="#br0">25872 12918 30 0,'-12'0'10'0,"12"0"-2"0,0 0 0 0,0-12 0 0,24-1 0 0,-12-11-3 0,23 13-2 0,-10-14-1 0,0 13 0 0,-1-12-1 0,-13 0 1 0,-11 0 0 0,0 12 1 0,0 12 1 0,-22-12-1 0,9 12-1 0,-24 24-1 0,13 0-1 0,0 0 0 0,12 12 0 0,0 13 0 0,0-13-1 0,12 0-1 0,24-24 2 0,-12 0 0 0,23-12 0 0,2-12 1 0,-11 0-1 0,33-24 0 0,-23 11 0 0,13-10 1 0,-25-2-1 0,0 0 1 0,-24 2 1 0,0-2-1 0,0 24 4 0,-12 2 0 0,-12 11 0 0,0 24-2 0,24 1-4 0,0-13 1 0,60 47-3 0,37-9 1 0,-62-26 1 0,-22 0 0 0,-1-12 1 0,-12-12 1 0,0 12 2 0,-36-12-1 0,1 12-1 0,-2-12 0 0,0 0 0 0,13 0-1 0,12 0 1 0,12 0-3 0,0 0-1 0,24 12 1 0,12-12 1 0,14-12 0 0,-15-12 0 0,1 12 1 0,2-12-1 0,-16 0 1 0,15-1 1 0,-25 0-2 0,12 1 2 0,-12 13 2 0,-12-2 2 0,0 2 0 0,-24 11-1 0,12 0-1 0,-12 0-2 0,12 11 0 0,-1 2-2 0,13 11 0 0,0 0 1 0,25 0-1 0,-1-11 0 0,25 11 1 0,-13 0-1 0,12 0 1 0,-23-12 0 0,-13 0 0 0,-12-12 2 0,0 0 1 0,-24 12-1 0,0-12 0 0,-13 0-1 0,-12 0-1 0,13 12 0 0,12-12-2 0,12 0-6 0,12 0-16 0,0 0-18 0,12 0-18 0</inkml:trace>
  <inkml:trace contextRef="#ctx0" brushRef="#br0">26718 12821 40 0,'0'-13'13'0,"0"13"-5"0,0 0-2 0,0 13-2 0,-13-1 0 0,13 24-3 0,0 1-1 0,-11-13 0 0,11 12-4 0,0-11-3 0,11-25-9 0,2 12-26 0</inkml:trace>
  <inkml:trace contextRef="#ctx0" brushRef="#br0">26744 12592 37 0,'-14'-26'19'0,"2"3"-9"0,-1 11-7 0,2 12-2 0,0 0-1 0,11 0-6 0,0 24-17 0,11 0-16 0</inkml:trace>
  <inkml:trace contextRef="#ctx0" brushRef="#br0">26827 12821 22 0,'0'0'5'0,"0"12"2"0,-24 0-1 0,24 12-3 0,-13 0 0 0,13 1-2 0,13-1 0 0,-1 0 0 0,12-12 0 0,-12-12 3 0,13 13 5 0,-13-26 3 0,0 1 1 0,12-12-1 0,0 12-2 0,0-25-4 0,13 2-2 0,-25 10-3 0,0 0-1 0,1 1-1 0,-13 13-3 0,0 11-11 0,0 11-59 0,0 2 52 0</inkml:trace>
  <inkml:trace contextRef="#ctx0" brushRef="#br0">27105 12930 25 0,'0'0'6'0,"26"0"0"0,-4-12 4 0,3 0 3 0,-1-12 1 0,-12 0-4 0,12 11-5 0,-11-11-1 0,-13 11-2 0,0-11 1 0,0 13 0 0,-25 11-1 0,13 0 1 0,-12 0-2 0,-13 24 0 0,26 0 0 0,-13 13 1 0,24-2-1 0,-13-10 0 0,39-1 4 0,-15-12-2 0,37 0 4 0,-12 0-3 0,13-12 0 0,11-12-1 0,1 12 0 0,-13-12-2 0,-12 0 0 0,-24 0-1 0,1-12-9 0,0 24-49 0,-13 0 2 0</inkml:trace>
  <inkml:trace contextRef="#ctx0" brushRef="#br0">28218 10088 2 0,'0'0'10'0,"-11"0"-1"0,-2-12-2 0,13 12 1 0,13 0-3 0,-2-12-1 0,13 12 0 0,-12-12-1 0,13 12-1 0,-1-14-1 0,12 14-1 0,-12 0 1 0,12 0-1 0,1 14 1 0,11-14-1 0,1 12 1 0,12-12-1 0,11 0 0 0,12 0 1 0,-11 0-1 0,-13 0 1 0,14 12-1 0,-15-12 1 0,74 0 0 0,-48 0-1 0,-12 0 1 0,-1 0 0 0,13 0 1 0,109-12 3 0,-110 12-2 0,1 0-1 0,-13 0-1 0,1 0 1 0,12 0-2 0,-2 0 0 0,2 0 0 0,13 0 0 0,-1 0 0 0,10 0 1 0,-9 0-1 0,-26 0 0 0,1 12 0 0,12-12 0 0,0 12 0 0,72-12 1 0,-72 12-1 0,-12-12 0 0,-1 0 0 0,61 0 1 0,-85 0-1 0,-12 0 0 0,1 0 0 0,-25 0 0 0,0 0 0 0,-12 0 1 0,0-12-1 0,-12 12 0 0,-12-12 1 0,-13 0-1 0,-11 0 0 0,0-13 0 0,-13 13 1 0,13-12-1 0,-13 12 0 0,13-12 1 0,-1 12-1 0,-47-13 0 0,71 13 1 0,25 12-1 0,-12 0 0 0,24 0 1 0,13 0-1 0,23 12 1 0,0 0-1 0,25 13 1 0,12-1-1 0,-26-12 1 0,15 0-1 0,-26 0 1 0,1 0-1 0,-25-12 0 0,0 11 1 0,-12-11-1 0,0 0 1 0,1 14-1 0,-13-14 1 0,-13 12-1 0,-11 12 1 0,12-12-1 0,-24 24 1 0,-1-25-1 0,1 27 1 0,-25-26 0 0,24 23-1 0,-22-22 1 0,33-2 0 0,4 2 0 0,9-2 0 0,2-11-1 0,11 0 1 0,0-11 0 0,0 11 0 0,24-13 0 0,-24 13-2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19T16:39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544 11248 26 0,'0'0'8'0,"0"0"-1"0,0 13 8 0,12-13 4 0,0 0-1 0,-12 0 0 0,13 11 0 0,-1-11-2 0,-12 0-3 0,12 13-5 0,-12-13-3 0,0 0-1 0,0 11-3 0,-12-11 0 0,-13 0 0 0,13 0 0 0,-24-11 1 0,-12-2-1 0,-1 2 0 0,2-13-2 0,-16 11 2 0,28 2-1 0,-13-1 2 0,24-2-1 0,12 3 0 0,12-2-1 0,0 2 1 0,12-2 1 0,24 13-1 0,0-11-1 0,25 11 0 0,-13 0 0 0,13 0 0 0,-13 0 0 0,0 0-1 0,-24 0 2 0,-11 0 0 0,-1 0 1 0,0-12-1 0,-12 12 0 0,-12-12 0 0,0 0 0 0,-25-12-1 0,1-1 1 0,-11-11-2 0,-3 12 1 0,-10-13-1 0,11 13 0 0,13 0 1 0,0 24 0 0,24-12-1 0,12 0 2 0,0 12 0 0,0 0 0 0,48 0 1 0,-12 0-1 0,13 0 0 0,-2 0-1 0,3 0 0 0,-2 0-1 0,0 0 2 0,-24 0-3 0,-11 0 0 0,23 12-11 0,-24-12-9 0,0 0-24 0,-12-12-50 0</inkml:trace>
  <inkml:trace contextRef="#ctx0" brushRef="#br0">472 10608 66 0,'0'0'9'0,"-11"12"4"0,11-12-2 0,-13 0 3 0,13 12 0 0,0-12-6 0,24 0-4 0,0 11-3 0,12-11 0 0,-12 0 0 0,13 0 0 0,-25 0 0 0,12 0 0 0,-12-11 0 0,-12-1 1 0,12 0-1 0,-12-12 0 0,-12 0 0 0,0-2 0 0,-12-9 0 0,12 11 0 0,-13-1 1 0,1 1 3 0,12 12 3 0,0 0-1 0,12 12-3 0,12 0 3 0,0 12-6 0,12-12-2 0,1 0 1 0,-1 12-3 0,12-12-6 0,-11 0-14 0,-1-12-21 0,-12 12-12 0,0-12 19 0</inkml:trace>
  <inkml:trace contextRef="#ctx0" brushRef="#br0">266 10003 52 0,'0'0'9'0,"-12"12"3"0,0-12 3 0,0 0 7 0,-12 0-1 0,24 0-9 0,-12 0-4 0,12 0 2 0,0 0 0 0,24-12-3 0,-12 12 0 0,24 12 0 0,11 0-4 0,3-12 0 0,-2 25-1 0,13-13-1 0,-13 0 0 0,0 12-1 0,-11-12-1 0,-1-1 2 0,1 2-3 0,-26-13-6 0,14 11-17 0,-13-11-26 0,-12-11-45 0</inkml:trace>
  <inkml:trace contextRef="#ctx0" brushRef="#br0">266 9760 50 0,'0'0'6'0,"-12"0"10"0,12 0 4 0,-24 0 22 0,12 0-33 0,24 0 10 0,24 0-10 0,0 13-3 0,25-1-2 0,-13 13-2 0,13-14-1 0,-1 13-1 0,-11-11-1 0,35-1-7 0,-60 0-13 0,-11-12-18 0,11 0-60 0</inkml:trace>
  <inkml:trace contextRef="#ctx0" brushRef="#br0">593 9894 36 0,'0'0'0'0,"0"0"13"0,-12-12-5 0,-1 0 13 0,1-13 6 0,0 1-7 0,12 0-5 0,0 0-4 0,0-13-1 0,0 26 3 0,12-2-2 0,0 2-3 0,37 22-2 0,-13 2-5 0,-11-2 1 0,-1-11-6 0,-12 13-5 0,0-13-19 0,-12-13-47 0,0-11 3 0</inkml:trace>
  <inkml:trace contextRef="#ctx0" brushRef="#br0">327 9398 97 0,'0'0'0'0,"0"0"14"0,-14 0-4 0,3 12-17 0,22-12-33 0,3-12-18 0</inkml:trace>
  <inkml:trace contextRef="#ctx0" brushRef="#br0">641 9349 68 0,'0'0'0'0,"0"0"13"0,-12 0 4 0,12-24 10 0,0 0-11 0,-12-13-9 0,12 2-6 0,0-13-3 0,0-13-67 0,0 37 9 0</inkml:trace>
  <inkml:trace contextRef="#ctx0" brushRef="#br0">266 8635 69 0,'0'0'0'0,"-12"0"25"0,0 13-2 0,-12-13 2 0,24 0-8 0,-12 13-10 0,0-13 1 0,36 12-2 0,0 0-1 0,25-1-3 0,11 2-1 0,12 11 1 0,1-13-1 0,48 39-1 0,-73-39-2 0,-11 13-7 0,-13-11-8 0,-11-1-16 0,-2 0-25 0,-11-12 1 0</inkml:trace>
  <inkml:trace contextRef="#ctx0" brushRef="#br0">508 8866 47 0,'0'0'0'0,"-12"0"15"0,-1 0-10 0,13 0 6 0,0-12 7 0,-11-13-1 0,22-10-5 0,-11-2-4 0,13-24 0 0,-1 13 0 0,0-12 3 0,0 0-1 0,0 11 0 0,-12 25 2 0,0 12-3 0,12 12-7 0,-12 12-1 0,0 12 0 0,12 12 1 0,1 1-3 0,-1-1-1 0,12-13 2 0,0 1 0 0,0-11 0 0,0 0-1 0,1-13 1 0,0-13 0 0,-14-11 1 0,-11 0-1 0,0-12 0 0,0 0 0 0,-24-1 0 0,12 1-1 0,-24 12 2 0,11 0-1 0,1 11 1 0,0 1 0 0,12 12 0 0,12 0-1 0,-12 0 0 0,24 12 0 0,12 1 0 0,0-2 0 0,-12-11-1 0,24 0 1 0,-23 0-1 0,11 0 1 0,-11-11 0 0,-2 11 1 0,-11-25-1 0,0 13 0 0,0-25 1 0,-24 13 0 0,0-11-2 0,0-2 2 0,-13 0 0 0,13 2 0 0,0 9 1 0,12 2 1 0,-13 24-1 0,25-11-1 0,-12-2-1 0,12 2 0 0,24 11 0 0,-11-12 0 0,23-12 0 0,0 12 1 0,0 0-2 0,1 12 1 0,-24 0 1 0,11 12 1 0,-24 12 1 0,0 0-1 0,0 11 0 0,-13 3-2 0,13-15 0 0,-11-10-5 0,-2-2 3 0,13-11 0 0,13-35-1 0,-13-2 1 0,11-11 0 0,-11 0 2 0,0-13 2 0,-11 13-2 0,-14-1 1 0,-24 1 1 0,-11 35 1 0,-1-22 0 0,-11 22 0 0,11 1 0 0,13 12-3 0,-2-12 2 0,39 12-1 0,-13 0-1 0,24 0 1 0,13 0 2 0,9 0-2 0,16 0-1 0,9 12 1 0,16 0 0 0,-4 25 0 0,2-13-1 0,-1 12-1 0,-12 0 3 0,2-11-1 0,-26-1 0 0,-13-12 1 0,0 0 2 0,-11-12-2 0,0-24-1 0,0 12 0 0,-11-25-1 0,-13-11-2 0,0 0 1 0,0-1 0 0,0-11 1 0,-1 24 1 0,1-2-1 0,0 14 1 0,12 13 0 0,0 11 0 0,12 0 0 0,-13 0-1 0,26 24 0 0,-1 0 1 0,0 13-1 0,12-13 0 0,0 0 0 0,1 0 0 0,-1-24 0 0,13 12 0 0,-26-24 0 0,24-1 0 0,-10-22 0 0,0 22 0 0,-12-22 0 0,-2 9 0 0,0 15 0 0,-11-2-22 0,13 13-90 0,-13 0 31 0</inkml:trace>
  <inkml:trace contextRef="#ctx0" brushRef="#br0">11479 6012 19 0,'0'0'19'0,"0"0"-12"0,0 0 36 0,0 0-38 0,11 0 1 0,2 0 1 0,-13 0 0 0,12 0-1 0,0 0 0 0,0 0-1 0,0 0-2 0,12 0-1 0,-13-12-1 0,2 12 1 0,12 0-1 0,22 12 2 0,-34-12-1 0,11 12 0 0,-12 0 0 0,12 0-1 0,-12-12 0 0,1 11 0 0,11-11 2 0,-12 0 0 0,12 0 0 0,0-11 0 0,1-1 0 0,-1 0 0 0,-12 0 0 0,25 0 0 0,-37 0-1 0,22-2 0 0,3 14 0 0,-12 0-2 0,12 0 1 0,-14 0 0 0,0 0 0 0,2 14-2 0,-1-2 2 0,0 0-1 0,12 0 0 0,-11 0 0 0,11-12 1 0,0 12-1 0,0-12 0 0,0 0 2 0,13 0-2 0,-13-12 1 0,0 0 0 0,1 0 0 0,-3 0 0 0,4 12 0 0,-13-12 0 0,22-2 0 0,-24 14-1 0,2 0 1 0,23 0-2 0,-24 0 1 0,1 14 0 0,23-2 0 0,-24 0 1 0,0 0-1 0,12 0-1 0,-12 0 1 0,13-12 1 0,-1 0-1 0,13 0 0 0,-2-12 1 0,2 0-1 0,-2 0 0 0,-11 0 1 0,13 0-2 0,-13 12-1 0,-11-14 2 0,11 14 0 0,0 0 0 0,-12 0 0 0,12 0 0 0,0 14 0 0,13-14 0 0,-13 12 0 0,11-12 0 0,-11 12 0 0,15-12 0 0,-17 12 0 0,15-12 1 0,48 0-1 0,-49 0-1 0,-12-12 2 0,1 12-2 0,11-12 1 0,-24 12 1 0,24-12-1 0,-25 12 0 0,14 0 0 0,-12 0 0 0,-1 0-1 0,1 0 0 0,9 0-2 0,3 0-18 0,11 0-52 0,-12 0-10 0</inkml:trace>
  <inkml:trace contextRef="#ctx0" brushRef="#br0">14103 6024 43 0,'0'0'11'0,"-24"0"4"0,24-12 3 0,0 0 3 0,12 0-3 0,12 12-7 0,-12-14-1 0,12 3-2 0,1 11 1 0,-1 0-2 0,12 11-1 0,-23 3-3 0,-13 10 0 0,0-12 1 0,0 23 1 0,-25 13 3 0,1-22-5 0,0-2-2 0,12-13 0 0,-1 2-1 0,1-2-6 0,12 26-114 0,0-24 63 0</inkml:trace>
  <inkml:trace contextRef="#ctx0" brushRef="#br0">14224 6386 96 0,'0'0'9'0,"0"0"-9"0,0 0 39 0,0 13-30 0,0-13-3 0,0 0 10 0,12 0-4 0,-12-13-11 0,13 2 1 0,9 11 1 0,-22 0-1 0,0 0 2 0,0 0 8 0,0 0-9 0,-11 11-6 0,11-11-47 0,0-11-77 0</inkml:trace>
  <inkml:trace contextRef="#ctx0" brushRef="#br0">13123 3968 45 0,'0'-12'17'0,"0"-2"-4"0,0 14 0 0,11 0 16 0,15 14-24 0,-13-2 0 0,22 0 0 0,1 0-1 0,0-12-1 0,1 12 0 0,11-12 0 0,-11 0 0 0,-1-12 0 0,12 0 1 0,-12 0-2 0,13 0 1 0,-13-13-2 0,0 25-1 0,-12-12 1 0,1 12-1 0,-1 0 0 0,0 0 0 0,-12 0 1 0,25 12 0 0,-25 13 0 0,24-13 0 0,0 0 0 0,1 0-1 0,-13 0 2 0,11 0-1 0,2-12 0 0,0 0 0 0,-1 0 1 0,0 0-1 0,-24 0 3 0,25-12-2 0,-25 0 1 0,24 0-1 0,-12-12-1 0,11 10 0 0,3-9 0 0,9 23-2 0,-10 0 1 0,0 0 0 0,-1 12 1 0,0-1-1 0,0 15 0 0,1-14 1 0,-1 0-2 0,0 0 2 0,14-12-1 0,-15 12 1 0,1-12-1 0,0-12 0 0,13 12-1 0,-13-12 2 0,-12 0-1 0,13 12 1 0,-13-12-1 0,1 12 1 0,-1 0-1 0,12-12 0 0,-11 12 0 0,10 0 0 0,1 0 0 0,0 0 0 0,-12 12 0 0,1 0 0 0,11-12 0 0,-11 12 1 0,-13 0 1 0,24 0-2 0,-12-12 0 0,37-12 0 0,-13 0 2 0,-13-12-2 0,2 12 0 0,-13-13 0 0,13 25 1 0,-37-12-2 0,24 12 1 0,-12 0 1 0,0 0-2 0,13 0 1 0,11 0 0 0,-12 0 0 0,12 0 0 0,13 12 0 0,-2-12 0 0,-10 11 0 0,0 3 0 0,-13-14 1 0,0 0-6 0,0 0-30 0,12-25-71 0</inkml:trace>
  <inkml:trace contextRef="#ctx0" brushRef="#br0">13134 5915 17 0,'-11'0'14'0,"11"0"-1"0,0 12 2 0,-13-12 0 0,13 0-3 0,0 0-4 0,0 0-2 0,0 12 1 0,0-12 2 0,0 0 1 0,0 0 7 0,13 0 8 0,-13 0-21 0,0-12-1 0,25-12-1 0,-13-13 1 0,36-11-2 0,-12 0 1 0,0-13 0 0,25 0 1 0,0-24 0 0,12 2-1 0,-1-14 0 0,12-1 0 0,-11 2-1 0,12-2 1 0,-1 3 0 0,1-2-1 0,11 0 0 0,-11 0-1 0,12 1 1 0,-12-1 0 0,-1 23 0 0,-11 3 1 0,-13-2-1 0,1 24 0 0,-24 14 0 0,-15 9-1 0,-8 15 2 0,-14-2-1 0,12 2-1 0,1-2 1 0,-13 2 0 0,0 11-2 0,0 0-1 0,0 0-82 0,0 11 0 0</inkml:trace>
  <inkml:trace contextRef="#ctx0" brushRef="#br0">21433 8322 18 0,'0'0'3'0,"-13"0"0"0,13 0 4 0,0 0-1 0,0 0 23 0,13 0-16 0,-13-13-9 0,12 13 0 0,0 0 0 0,0 0 0 0,12 0 1 0,13 0-1 0,-13 0 0 0,24 0 0 0,0-11 0 0,13 11-2 0,-1 0 0 0,13-13 1 0,0 13-2 0,-12 0 0 0,11 0-1 0,-13 0 1 0,2 13-1 0,0-13 1 0,-12 0 0 0,-25 0 0 0,12 0 1 0,-24-13 2 0,-12 13 1 0,0-11 0 0,0 11-3 0,0-13-1 0,-12 0 0 0,12 13-1 0,0-11 1 0,-12 11-1 0,12-13 0 0,0 13 1 0,0 0-1 0,0 0 6 0,0 13-5 0,-24-2-7 0,12 15-43 0,0-15-34 0</inkml:trace>
  <inkml:trace contextRef="#ctx0" brushRef="#br0">21409 10390 30 0,'-13'0'16'0,"1"0"2"0,0 0 3 0,0 0 1 0,12 0-5 0,0 0-5 0,0 0-9 0,12 0 4 0,0 0 1 0,13 0-1 0,23 0-2 0,-12 0-1 0,49 0 1 0,-13 0-3 0,-11 0-1 0,-1 0 0 0,13 12 0 0,0-12 1 0,12 0-2 0,-24 0 1 0,10 0-1 0,-11 0 1 0,-11 0-2 0,-37-12 2 0,0 12 0 0,-12 0 1 0,-12 0 2 0,0-12-3 0,0 12 0 0,0-13-2 0,12 2 1 0,-12-2 1 0,-1 2-1 0,13-2 0 0,0 2-1 0,0 11-1 0,0 0 1 0,13 0 1 0,-1 11 1 0,-12 2 1 0,0 11-1 0,0-13 0 0,0 2 1 0,-25-1 0 0,1 0-8 0,-12 0-30 0,11 0-94 0</inkml:trace>
  <inkml:trace contextRef="#ctx0" brushRef="#br0">22170 8274 29 0,'0'-13'4'0,"13"0"2"0,-13 2 3 0,0-2 11 0,0 2 5 0,0-2-5 0,11 13-7 0,-11 0 5 0,37 13-5 0,-25-13-9 0,12 11-3 0,1 13 0 0,-13-11 0 0,12 11-1 0,-12-11 0 0,0-2 0 0,-12 13 1 0,0-11 0 0,0-1 2 0,-12 0 2 0,0 0 0 0,-12 0 0 0,0 1-2 0,-1-2-1 0,1 2-1 0,12-13 0 0,12 12-1 0,-12-12-4 0,12 12-30 0,0 12-86 0</inkml:trace>
  <inkml:trace contextRef="#ctx0" brushRef="#br0">13134 16256 13 0,'0'-13'9'0,"14"13"2"0,-14 0 0 0,0 0 0 0,0-11 1 0,0 22 63 0,0-11-73 0,-14 13 0 0,3 24 3 0,-2-2-3 0,2 2-1 0,-13 0-1 0,12-13 1 0,-12 24-1 0,-1-12 1 0,14 13-1 0,-14-1 0 0,13-12 0 0,-12 1 0 0,-1 11 1 0,14 0-1 0,-14-11 1 0,13-13 0 0,0 11 0 0,-13 15-1 0,1-2 0 0,2 12 0 0,-4-11 1 0,-9 11-1 0,11 1 1 0,-13-2 0 0,13 2 1 0,-13-13 3 0,1-11 0 0,12 11 2 0,0-11 0 0,-1-13-3 0,1 0-3 0,12 0 0 0,-1-11-1 0,2-1 0 0,0 0 0 0,11 0-3 0,0-12-6 0,-13 0-10 0,13 0-28 0,0 0-55 0</inkml:trace>
  <inkml:trace contextRef="#ctx0" brushRef="#br0">13003 16256 8 0,'0'0'6'0,"-13"0"5"0,-11 0-6 0,-12 11 5 0,12-11-2 0,-1 14 9 0,1-2-5 0,24-1 2 0,-12-11 0 0,-1 0-2 0,13 13-4 0,13-13-2 0,-13 0 1 0,12 0 0 0,0 0-1 0,12-13-2 0,13 2 0 0,-13 11-1 0,0-26 0 0,1 15-1 0,11-2 1 0,-12 2 0 0,1-2 0 0,-3 2 2 0,-9 11-2 0,-13 0-1 0,11 0 3 0,-11 11-3 0,14 13-1 0,-14 14 0 0,12-2 0 0,1-1 0 0,-2 2-1 0,0 0 1 0,-11 23 0 0,0-48 0 0,0 0 0 0,0 0 1 0,0-12 2 0,0 0 4 0,0-12-3 0,-11 12-5 0,-25-36-1 0,11 23 0 0,-10-11-2 0,-2 0 0 0,-11 0 2 0,11 11 0 0,1 2 2 0,12-2-1 0,11 2 0 0,13 11 1 0,0-13-1 0,13 13-1 0,11 0 1 0,12 0 0 0,1 0 0 0,11 0 1 0,0 13-1 0,-13-13 1 0,4 0-1 0,-17 11 1 0,-22-11-1 0,0 0 5 0,-11 0-4 0,-25 0-1 0,-2 0 0 0,-9 0 0 0,11 0-1 0,-1 0 1 0,13 0 0 0,24 0 0 0,-12 0-2 0,24 13 1 0,12-13 1 0,13 0 0 0,11-13 1 0,-13 13-1 0,3-11 0 0,-2-2 1 0,-25 13 2 0,2 0-2 0,-13 0 1 0,-24 13-6 0,0-2-1 0,12 2 0 0,-2-13-2 0,14 0 1 0,0 0-33 0,0 0-33 0,14 0 21 0</inkml:trace>
  <inkml:trace contextRef="#ctx0" brushRef="#br0">11394 5963 32 0,'0'0'4'0,"0"0"-4"0,-12 0 4 0,12 0 2 0,0 11-1 0,-13-11 2 0,1 0 1 0,0 14-1 0,-12-14-1 0,12 12 0 0,-13-12 1 0,-23 0 1 0,11 0 4 0,-10-12-2 0,11 12-6 0,-1 0-1 0,1-14 0 0,0-9 1 0,-13 11 4 0,13-12 2 0,11 0-3 0,14-13-4 0,-13 1-1 0,11-12-1 0,13-1 1 0,-13 0-2 0,13 14 1 0,13-26 0 0,-13 13 0 0,13 12-1 0,0-13 0 0,-2-11 0 0,13 11 1 0,0 13 0 0,0-1-1 0,13 13 0 0,11 0 0 0,12 11 0 0,1-11 1 0,-1 13-1 0,13-2 3 0,-1 13-3 0,1 0 0 0,0 0 0 0,11 0 0 0,1 0 0 0,0 13 0 0,12-13 0 0,10 11 0 0,-9-11 0 0,23 13 0 0,-12-13 1 0,0 11-2 0,0-11 2 0,-25 0-1 0,14 0-1 0,-13 0-1 0,10 13 2 0,14-13-1 0,-24 0 0 0,-26 13 1 0,39-13 1 0,-13 0-1 0,-25 11 0 0,1-11 0 0,-2 0 0 0,-9 0-1 0,34 13 0 0,-23-13 1 0,-1 0-1 0,1 0 2 0,10 0-2 0,-8 0 2 0,-4 0-1 0,2 0 0 0,11 11 0 0,-11-11 1 0,-12 13-1 0,-1-13 0 0,0 11 1 0,-12 2-1 0,2-13 1 0,-3 12 0 0,-11 0 1 0,0 0-1 0,0 0 1 0,1 12-1 0,-1 1 0 0,0 11-1 0,-12-13 1 0,13 15-2 0,-25-14 3 0,11 0-1 0,-11 12 0 0,0 1 1 0,-11-13 0 0,11 11 0 0,-13-11 0 0,1 13-1 0,0-13 0 0,-12 13-1 0,12-1 1 0,-25 0 0 0,1-11 2 0,-13 11-2 0,1 0 1 0,0 1-1 0,-13-13 0 0,13 0 0 0,-12-13 0 0,-13-11-1 0,-36 0-7 0,-23 13-33 0,10-13-81 0</inkml:trace>
  <inkml:trace contextRef="#ctx0" brushRef="#br0">26610 5298 19 0,'-12'-13'15'0,"12"13"-3"0,0-11 6 0,0 11 11 0,0 0-4 0,0 0-3 0,0 24-16 0,-13 0-1 0,2 0-2 0,-2 0 1 0,-11 1 1 0,0-1 1 0,-13 0-1 0,-11 13 1 0,1-1-1 0,-16 0 0 0,-8-12 4 0,10 0-2 0,1-11 0 0,23-1-2 0,1 0-1 0,24-1-1 0,-13-11-3 0,14 13 0 0,11-13-3 0,-11 0-7 0,11 0-8 0,11 0-10 0,-11 0-17 0,36-13-56 0</inkml:trace>
  <inkml:trace contextRef="#ctx0" brushRef="#br0">26392 5370 46 0,'0'0'0'0,"0"0"20"0,0-11 2 0,0 11 7 0,0 0-7 0,0-13-7 0,0 13 11 0,11 0-24 0,2 0-1 0,23-12 1 0,0 0 0 0,1 12-1 0,-1-12 1 0,49-13 2 0,-61 25 0 0,-24 0 0 0,0 0 8 0,0 0-8 0,-11 25 0 0,-2-1-1 0,-11-12 0 0,12 25-2 0,0-25 1 0,12 12-3 0,-13-12 0 0,13 11-8 0,0-10-24 0,0 12-92 0,13-13 75 0</inkml:trace>
  <inkml:trace contextRef="#ctx0" brushRef="#br0">26513 6579 31 0,'0'-23'15'0,"0"-1"-5"0,0 12 7 0,0 0 4 0,12 0-6 0,-12-1-5 0,0 13-2 0,0 0 0 0,0 0 1 0,0 25-6 0,0-1-1 0,0 12 0 0,-12-1 0 0,12 15 1 0,-12 9-1 0,-1-9-1 0,1-15 0 0,0 14-1 0,0-13 1 0,12-11-1 0,0-13 1 0,-12 0-1 0,12-12 2 0,0 0 13 0,0-12-13 0,0 12-2 0,0-12 1 0,0 0-1 0,0-1 0 0,-12 1 0 0,0 0 0 0,12 0 1 0,-13 0-1 0,13 12 0 0,0 0 1 0,0-12-1 0,0 12-1 0,0 0 1 0,13 0 0 0,-1 0 0 0,0 0 0 0,12 12 0 0,-12-12 0 0,13 12 1 0,-13 0-2 0,0-12 1 0,0 0 0 0,-12 0 0 0,0 0 1 0,0 12 1 0,-12-24 2 0,0 12-3 0,0-12 0 0,-1 0-1 0,1 0 1 0,0 0-1 0,12 12 0 0,-12 0 0 0,12 0-2 0,12 12 3 0,-12 0-1 0,0 12 0 0,0-12 0 0,12 0 1 0,-12 1 0 0,0-1-1 0,0 0 2 0,12-12-2 0,-12 12 2 0,0-12 3 0,0-12-26 0,0 12-51 0,0 0-18 0</inkml:trace>
  <inkml:trace contextRef="#ctx0" brushRef="#br0">26827 6168 28 0,'0'0'0'0,"-12"-11"12"0,12-2-1 0,-12 2 21 0,12-1-20 0,0-2-5 0,12 14-2 0,0 0 1 0,25 0 7 0,-13 0-7 0,0 0-2 0,-24 14-2 0,24 9 0 0,-24-10 0 0,12 11 1 0,-12 0 2 0,-12 13 12 0,0-13-10 0,0-24-2 0,0 11-3 0,12 2 0 0,-12-2-2 0,12 2-1 0,0 11-23 0,0 24-89 0,0-35 78 0</inkml:trace>
  <inkml:trace contextRef="#ctx0" brushRef="#br0">26864 6579 73 0,'0'0'10'0,"0"0"31"0,0 0-6 0,12 0 1 0,-12 0-28 0,12-11-3 0,-12 11-109 0,0 11 32 0</inkml:trace>
  <inkml:trace contextRef="#ctx0" brushRef="#br0">22727 7439 3 0,'-12'-12'13'0,"12"12"-4"0,-12-12 1 0,12 12 1 0,0 0-1 0,0-13 1 0,0 13-1 0,0 0-1 0,0 0 2 0,-12-11-4 0,24 22-3 0,-12 2-2 0,12 11 4 0,0-12-2 0,0 12 1 0,1 0-1 0,-2 1-1 0,0-13-1 0,-11 24 0 0,13-13-1 0,0 1 2 0,-1 14-1 0,-12-2 1 0,12-1 0 0,-12 15 1 0,13-15-1 0,-13 2 0 0,0 11-1 0,0 1 1 0,11-1-1 0,-11 13 0 0,0-2-1 0,11-9 0 0,2 9 0 0,-1 2 0 0,-12-13 0 0,12 1 1 0,-12-13-2 0,0 13 2 0,12-1-1 0,-12 1 1 0,0-13-1 0,12-1 1 0,-12 15 1 0,13-2-3 0,-2-12 2 0,-11 13-1 0,13-1 0 0,-13 13 0 0,0-13 0 0,0-1 0 0,0 15-1 0,0-15 1 0,0-9 0 0,0 9 0 0,-13 1 0 0,13 13 1 0,-11-12 0 0,11 0-1 0,-13 11 1 0,1 1-2 0,0-1 0 0,0-13 1 0,12 3-1 0,-12-2 1 0,-1-12-1 0,13 13 1 0,0-13-1 0,0 0 2 0,0 1-1 0,-11-1 0 0,11 0-1 0,-11 1 1 0,-2 11-1 0,13-1 0 0,-24 14 0 0,11-24 1 0,13 11-1 0,-13-11 0 0,2-13-1 0,11 12 2 0,0-12-1 0,0 1 1 0,-11 11 0 0,-2-12-1 0,1 11 0 0,12 3 1 0,-24-2-1 0,12-1 0 0,0 2 1 0,0 0-1 0,12-2 0 0,-13-22 1 0,1 11-1 0,0 0 1 0,12-11 0 0,-12 22 0 0,-12-10 0 0,12-1 0 0,0 12-1 0,12-23 1 0,-13 23-1 0,2-36 1 0,11 12 0 0,-13 0-1 0,13-12 1 0,0 12 1 0,0-12 1 0,0 0-26 0,0 0-141 0</inkml:trace>
  <inkml:trace contextRef="#ctx0" brushRef="#br0">22207 14865 40 0,'0'0'19'0,"0"-12"-10"0,0 12-1 0,0-13 6 0,12 13-5 0,-12-11-4 0,12 11 0 0,0 0 1 0,0-13 0 0,0 13-1 0,-12 13-1 0,13-2 0 0,-13 14-1 0,0 0-1 0,-13 10-1 0,1 2 0 0,12-1-1 0,-12-11 1 0,0-1 0 0,12-12-1 0,0-12 0 0,0 12 2 0,0-24 9 0,0 12-8 0,0-24-1 0,12-1-1 0,0 1-1 0,0 12 1 0,13-24-2 0,-13 23 2 0,12-11-2 0,-12 13 2 0,24-2-2 0,-25 1 2 0,13 0-1 0,2 12 0 0,-13 0 0 0,-2 0 0 0,0 12 0 0,-11 0 0 0,13 12 0 0,-13 0 1 0,0 1-1 0,0 11 1 0,-13 1 0 0,-9-1-1 0,9 12 1 0,-13 1 0 0,15-2-1 0,-13-10 1 0,0 48-1 0,12-74 1 0,12 2-1 0,0-2 1 0,12-11 4 0,12 0 0 0,11 0-3 0,15-24-1 0,-2 13-12 0,0-13-77 0,-23 11 26 0</inkml:trace>
  <inkml:trace contextRef="#ctx0" brushRef="#br0">27480 14962 25 0,'0'0'0'0,"0"0"26"0,0-12-19 0,0 0 4 0,0 12 3 0,25 0-5 0,-12 0-6 0,-13 12 1 0,11 0 1 0,-11 0 0 0,0 0-2 0,0 25 0 0,0-13-1 0,-11 0 1 0,11 12-2 0,-13-11 0 0,0-1 0 0,13-12-1 0,-12 0 2 0,12 0 0 0,0-12 4 0,0 0 11 0,0-12-13 0,0 0-2 0,0 0-1 0,0 0 0 0,0-14 0 0,12-9-1 0,14 23 0 0,-15-24 0 0,13 11 0 0,0 1-1 0,0 0 2 0,13 12-1 0,-1 0 0 0,-12-1 1 0,0 13-1 0,0 0 1 0,-11 0-2 0,-13 25 1 0,0-13 0 0,0 24 1 0,-13 1 0 0,-11-1-1 0,-36 49 2 0,23-38-3 0,13 1 1 0,12-11 1 0,0 0-1 0,12-13-1 0,0 13 1 0,24-26 0 0,-12-11 0 0,25 13 1 0,-1-13-1 0,-12 0-5 0,1-13-42 0,11 2-49 0</inkml:trace>
  <inkml:trace contextRef="#ctx0" brushRef="#br0">27880 14757 45 0,'-13'-37'7'0,"1"13"-2"0,-12 12 5 0,0 0 8 0,0 0-1 0,-13 12-7 0,1 0-5 0,0 0-3 0,-25 12 0 0,13 0-1 0,1 24 0 0,-16 1 0 0,4-2 1 0,-2 13 1 0,1 2 2 0,11 10 2 0,13 0-1 0,12-11-1 0,11 10-1 0,2 3-1 0,11-15-1 0,11 14 0 0,14-13-1 0,-1 2 0 0,25-2-1 0,-13-12 1 0,36-12 1 0,-11 1-1 0,-1-14-1 0,0 2 0 0,1-13 1 0,0-13 0 0,-1 2-1 0,-11-14 1 0,0-11 0 0,-2-1 0 0,13-11 0 0,-11 0 0 0,0-26 2 0,-37 3 0 0,-12-14 1 0,-12-12 3 0,-13 13 2 0,-23 10-5 0,-37 26-3 0,1 25-2 0,-37 23-32 0,36 0-94 0</inkml:trace>
  <inkml:trace contextRef="#ctx0" brushRef="#br0">22376 14636 49 0,'0'-12'17'0,"-24"-14"-5"0,12 15-3 0,-12-1 6 0,-12 0-4 0,-25 12-2 0,0 12-4 0,-12 24-2 0,26 1-2 0,-13 22 1 0,-1 15 1 0,24-2 1 0,1 0 3 0,24 13-2 0,12-12 0 0,24-12-2 0,12-2 0 0,13-11 0 0,23-11 0 0,0 0-1 0,13-13 0 0,97-13 0 0,-97-11-1 0,-1-11 0 0,-23-13 1 0,-1-13 1 0,-11 0 1 0,-1-11 0 0,-24 1 1 0,0-14-1 0,-11-11 0 0,-13-26-1 0,-26 2 0 0,-69-109 1 0,34 144-3 0,-11 12-1 0,-2 25-1 0,-22 24-19 0,12 37-125 0</inkml:trace>
  <inkml:trace contextRef="#ctx0" brushRef="#br0">13160 16184 7 0,'0'0'0'0,"-12"0"17"0,-2-12-5 0,3 12-7 0,-2 0-1 0,2 0 2 0,0 12 1 0,-26 0 3 0,13-12 2 0,0 0 0 0,-1 0 1 0,13 0 1 0,0-12-2 0,0-12-5 0,0-2 1 0,12-9 1 0,0-13-1 0,0-1-1 0,12 1-4 0,12-13 0 0,0 0-1 0,25 2 0 0,35-38 0 0,13 35 4 0,-49 39-2 0,13 11 0 0,-13 12-1 0,1 0-3 0,47 35 1 0,-47 3-1 0,-1-2 0 0,0-1 1 0,1 15-1 0,-13-2 0 0,-11 0 0 0,-1 13 0 0,-12-13 1 0,0 73 0 0,-24-60 0 0,0-13-1 0,-25 11 1 0,1-9 0 0,-12-15 1 0,-1-11 0 0,-11 2 0 0,-14-15 0 0,3-11 1 0,-2 0-1 0,0-24 0 0,1-13 1 0,12-11 0 0,22 11-2 0,3 2-2 0,11 11-2 0,24 12-51 0,-12 12-77 0</inkml:trace>
  <inkml:trace contextRef="#ctx0" brushRef="#br0">14151 16184 27 0,'0'0'8'0,"0"0"24"0,0 0-16 0,-12 0-3 0,12 0-2 0,0 0 1 0,0 0 29 0,0 0-34 0,0 0-2 0,12-12 1 0,1 12-3 0,-1 0-1 0,0 0 0 0,24 0 0 0,0 0-1 0,1 0 1 0,11 0-1 0,26 0 1 0,-3-12-1 0,2 12 2 0,36 0 0 0,-13 0-1 0,13 0-1 0,0 0-1 0,-11 0-1 0,-2 12 0 0,-12-12 1 0,1 12 1 0,-26-12 0 0,4 0 1 0,-17 0 3 0,-21-12 1 0,-13 12 1 0,1 0-2 0,-13-12-3 0,0 12-35 0,-25 12-128 0</inkml:trace>
  <inkml:trace contextRef="#ctx0" brushRef="#br0">14200 17466 73 0,'0'0'12'0,"0"-13"-1"0,12 13 13 0,0 0 4 0,-12 0-12 0,0 0-10 0,-12 0-4 0,0 0-1 0,-12 0 1 0,-25 13-1 0,-11-13 0 0,-1 0 0 0,2 11 0 0,-15-11 0 0,2 13 1 0,11-1-1 0,13 0 2 0,12-12-1 0,23 12-2 0,1 0 0 0,12 1 1 0,25-2 1 0,11 2-1 0,24 11 0 0,1-12-1 0,-1 0 0 0,14 11 2 0,-39-23-2 0,1 13 0 0,0 0 0 0,1-1 0 0,-13 0 1 0,0 0-1 0,-24 0 0 0,12 0 0 0,-24 0 1 0,0 12-1 0,-24-13 0 0,-12 15 1 0,-1 9-1 0,2-11 0 0,-16 13 1 0,16 11-1 0,-1-11 0 0,11-1 0 0,13-12 1 0,12 1-1 0,24-13 0 0,12 0 0 0,13 0 1 0,23-12-1 0,13 12 0 0,11-12 1 0,13 0-1 0,0 0 1 0,0 12-1 0,-13-12 1 0,-24 12-2 0,-11-12-3 0</inkml:trace>
  <inkml:trace contextRef="#ctx0" brushRef="#br0">13522 18325 35 0,'0'0'0'0,"0"0"21"0,0 0 1 0,0-12 3 0,-12 12-11 0,12 0-11 0,0 0 2 0,-13 23 0 0,13 1 0 0,0 13 0 0,0 11-4 0,0 0 6 0,0 1-5 0,0-13 0 0,0 1 3 0,0-13 2 0,0-1 0 0,0-10 1 0,0-13-3 0,0 0-3 0,0-13-1 0,0 2 0 0,13-1-6 0,-1-24 0 0,1 11 4 0,12-11-1 0,-14 12 0 0,0-1 0 0,2 14 3 0,-1-2-4 0,-12 26 4 0,-12-2-1 0,-1 14 3 0,2-1 4 0,11 1-8 0,0-1 2 0,0-12-1 0,0 12 0 0,11-12-7 0,2 0-32 0,23-1-80 0</inkml:trace>
  <inkml:trace contextRef="#ctx0" brushRef="#br0">13910 18482 54 0,'0'0'16'0,"0"0"-3"0,0 0-5 0,12-13-5 0,-12 13-5 0,12 0-46 0,-12 0 5 0</inkml:trace>
  <inkml:trace contextRef="#ctx0" brushRef="#br0">13873 18651 31 0,'0'0'0'0,"11"0"22"0,2-12-4 0,12 12-10 0,11-12-8 0,0 0-25 0,13 12-28 0</inkml:trace>
  <inkml:trace contextRef="#ctx0" brushRef="#br0">14249 18458 42 0,'0'0'0'0,"-13"0"26"0,13 0-4 0,0 0 4 0,0 11-9 0,-12 2-11 0,24 35 5 0,-12-11-31 0,13-1-56 0,-13-24 35 0</inkml:trace>
  <inkml:trace contextRef="#ctx0" brushRef="#br0">13947 17091 47 0,'0'0'4'0,"-13"-12"14"0,13 0 4 0,0 0 1 0,-12-1-11 0,12 26-10 0,0-1 0 0,0 24 0 0,-12 25-1 0,12-1 1 0,0-1-1 0,0 2-1 0,-13-13 0 0,13-11-7 0,0-24-13 0,0-2-17 0,0-11-24 0</inkml:trace>
  <inkml:trace contextRef="#ctx0" brushRef="#br0">14212 17018 53 0,'0'-12'8'0,"0"12"1"0,-12 0 5 0,12 0 1 0,-12 0-6 0,0 0-6 0,0 24 0 0,-13 1-2 0,13-1 0 0,-24 0-1 0,-1 12 1 0,1-11 0 0,12-1 3 0,12-12 1 0,-1 0-2 0,13 0-1 0,0 12 1 0,25-13 1 0,-1 13 0 0,25 2-1 0,-13-2-1 0,0 0-2 0,1 0-16 0,-13 13-89 0</inkml:trace>
  <inkml:trace contextRef="#ctx0" brushRef="#br0">15045 17587 37 0,'0'-12'10'0,"-11"-12"8"0,11 11 1 0,0-11 4 0,0 24-14 0,0 24-3 0,0 13 1 0,11 11-2 0,-11-12-5 0,0 25 1 0,0 11-1 0,0 13 0 0,0 0 0 0,0 11 1 0,0-11-1 0,0-24 0 0,14-1-1 0,-14-25 0 0,0-21-1 0,-14-2 1 0</inkml:trace>
  <inkml:trace contextRef="#ctx0" brushRef="#br0">15071 17646 54 0,'0'-11'5'0,"24"-13"1"0,0 12 4 0,12 12 6 0,-11 0-3 0,10 12-2 0,-10 12-3 0,-13 0-8 0,0 25 1 0,-12-25-1 0,0 12 0 0,-12 1 1 0,-12 11 0 0,-13-24 0 0,1-13 0 0,0-11-1 0,12 13-1 0,13-13-1 0</inkml:trace>
  <inkml:trace contextRef="#ctx0" brushRef="#br0">15337 18071 40 0,'0'0'0'0,"0"-13"14"0,0 13-1 0,0-12 9 0,0 0-8 0,0-12-7 0,24 12-2 0,-12 0-2 0,1 12-1 0,9 0 1 0,-9 12 1 0,-13 12-1 0,0 12-1 0,0 13-2 0,-13 36 1 0,13-49 0 0,-11 0 1 0,11-25 5 0,0 2 4 0,0-13-5 0,0 0-4 0,0-13 0 0,11 2-2 0,2-13 1 0,0 0-1 0,-1 0 0 0,13-2-1 0,-3 3 1 0,2 11 0 0,1 0 0 0,-13 0-1 0,1 0-1 0,-2 12 1 0,-11 12 1 0,0 0-1 0,0 12 2 0,0 13-1 0,-11 11-1 0,11 37 0 0,0-49 1 0,0-12 0 0,0 0 3 0,11-24-2 0,2 0 0 0,11 0-26 0,0-13-90 0</inkml:trace>
  <inkml:trace contextRef="#ctx0" brushRef="#br0">16401 17381 29 0,'0'0'0'0,"0"-13"12"0,0 2 1 0,0-2 4 0,-12 2-3 0,-25-2-3 0,-11 13-3 0,0 24-1 0,0 24 3 0,-13 26 1 0,13 71-3 0,36-72-8 0,0 11 0 0,12 1 0 0,0-13 0 0,24 13 1 0,12-24-1 0,49 11 0 0,-49-60-13 0,-12-1-25 0,0-11-42 0</inkml:trace>
  <inkml:trace contextRef="#ctx0" brushRef="#br0">16462 17575 56 0,'0'0'4'0,"-12"-13"4"0,-1 13 3 0,26 0 3 0,-1 0 1 0,24 0-4 0,35 0 4 0,-33 0-6 0,-2 0-2 0,-12 0-2 0,0 13-1 0,-11-13-1 0,0 0 0 0,-13 0-1 0,0 12 1 0,-13-12-1 0,13 24-2 0,-13 0 1 0,-11-13-1 0,11 27 0 0,2-2 0 0,-37 36 0 0,11-47 0 0,26 11-1 0,-2-25 1 0,1 13 1 0,12-11 1 0,25-13 3 0,-14 0-3 0,26 0 0 0,-13 0-2 0,0 0 0 0,0 0-6 0,0 0-22 0,2 0-42 0,-15 0 2 0</inkml:trace>
  <inkml:trace contextRef="#ctx0" brushRef="#br0">16885 17913 31 0,'0'0'22'0,"0"0"-1"0,0-12 4 0,0 12-8 0,0 0-10 0,0 0-1 0,-12 24-1 0,12 0 0 0,0 13 1 0,-12 11-4 0,12 1-1 0,0-13 1 0,0 11 0 0,0-9 2 0,12-14 1 0,-12-12 4 0,0-1 4 0,0-11-7 0,12-11-2 0,-12-1-4 0,12-36 2 0,0 23-1 0,24-23 0 0,-11 36-2 0,-13 0 1 0,1 0 1 0,-2-1-2 0,-11 13 1 0,0 0 0 0,-11 13 0 0,-2-13 0 0,-11 12 0 0,11 0-1 0,2 0 1 0,11 0 1 0,0 0-2 0,0 0 2 0,11 0 0 0,2-1-1 0,11-11-9 0,0 14-38 0,11-14-75 0</inkml:trace>
  <inkml:trace contextRef="#ctx0" brushRef="#br0">17441 17320 57 0,'0'-11'20'0,"0"-1"5"0,-13-2-4 0,13 3-3 0,0 11-9 0,-11 25-2 0,11 11-1 0,0 12 1 0,-11 37 1 0,11 0-3 0,0-25-3 0,0 13-1 0,0 11-1 0,0 12-1 0,0-11 1 0,0 0 0 0,0-24 0 0,0-13 1 0,0-25 0 0,-13 15-24 0,13-38-33 0,0 0-42 0</inkml:trace>
  <inkml:trace contextRef="#ctx0" brushRef="#br0">17635 17696 63 0,'0'0'14'0,"24"-12"-4"0,49 0 29 0,-36 12-25 0,-26 0-7 0,0 24-3 0,2-12-1 0,-13 24 1 0,-13-1 0 0,2 3-3 0,-25-2 2 0,12-1 1 0,-1-10 1 0,1-13-2 0,12 1-2 0,12-13 0 0,0 0 0 0,12-13 1 0,25-11 0 0,-1 0-2 0,0-13-2 0,12 2 1 0,13-38 0 0,-25 13 0 0,-24 34 1 0,-12 3 0 0,0 11 1 0,-12 12-1 0,0 24 1 0,0-13 1 0,12 15 0 0,0-2-2 0,0 0 0 0,0 11 1 0,0-11-1 0,0 14-1 0,12-26-7 0,12 12-18 0,0-13-21 0,-11 2-45 0</inkml:trace>
  <inkml:trace contextRef="#ctx0" brushRef="#br0">18156 17344 67 0,'11'0'14'0,"0"0"13"0,14 24-3 0,0 0-11 0,10 26-8 0,-10 10-2 0,-1 0 1 0,-12-11 2 0,0-1-3 0,-12 25-2 0,0 0 3 0,0-1 4 0,-24 0 3 0,0-11-4 0,-1-25-3 0,-10-11-1 0,-2-13-3 0,2 0 1 0,-2 0-10 0,11 0-32 0,15-12-51 0,11 0 44 0</inkml:trace>
  <inkml:trace contextRef="#ctx0" brushRef="#br0">19171 17672 109 0,'0'0'6'0,"12"-13"-3"0,0 13 13 0,25-13 4 0,11 13-6 0,-11 0-12 0,-2 0 0 0,-9 0-1 0,-2 0 0 0,-13 13-5 0,25-13-22 0,-36 0-37 0,12 0-4 0</inkml:trace>
  <inkml:trace contextRef="#ctx0" brushRef="#br0">19147 17817 38 0,'0'0'3'0,"0"0"27"0,24 12 8 0,49-12-43 0,-13 0-54 0,-47 0 24 0</inkml:trace>
  <inkml:trace contextRef="#ctx0" brushRef="#br0">20018 17538 74 0,'24'-48'11'0,"12"11"12"0,-25 13 4 0,13-13-9 0,-11 13-7 0,-13 0-1 0,0 24-1 0,-13-11-5 0,13 11-3 0,-11 24 1 0,-2 0 1 0,2 13-2 0,11 11 2 0,0 61 1 0,0-73-1 0,11-1-3 0,-11 51 0 0,13-39 0 0,-13 3 0 0,0-15 0 0,0-22 0 0,-13 11 0 0,2-12 1 0,-13-12-1 0,-12 0 0 0,11 0 0 0,1 0 1 0,12 0-1 0,0 0 0 0,12 0 0 0,37 0 1 0,-1 0-1 0,24 0 0 0,14 12 0 0,-3-12 0 0,-10 13-3 0</inkml:trace>
  <inkml:trace contextRef="#ctx0" brushRef="#br0">13910 18373 24 0,'0'0'9'0,"0"0"0"0,0 0 71 0,12 0-71 0,0 0-2 0,1 0-2 0,9 0-2 0,3-13-2 0,-1 13 0 0,1 0-2 0,-14 0-16 0,14-11-29 0,-13 11-6 0,-12 0 26 0</inkml:trace>
  <inkml:trace contextRef="#ctx0" brushRef="#br0">13934 18530 23 0,'0'0'9'0,"0"0"40"0,13 0-47 0,-2 0-1 0,13 0-4 0,-12 0-28 0,12 0-11 0</inkml:trace>
  <inkml:trace contextRef="#ctx0" brushRef="#br0">14321 18360 24 0,'0'0'5'0,"0"0"4"0,0 0 4 0,0-11 4 0,0-2-3 0,0 2 1 0,0-1 1 0,0-2 2 0,0-10-5 0,0 24-1 0,0-24-3 0,0 13-1 0,0 11 1 0,0-12-4 0,0 12-4 0,0 0-1 0,0 0 0 0,0 12 0 0,0-1 1 0,0 13-2 0,0 14 2 0,0-2-1 0,13-1 2 0,-13 2 0 0,0 0 0 0,0 11 6 0,0-12-7 0,0-11-1 0,0 11 0 0,-13-24 1 0,13 0 2 0,0 0 0 0,0-12-1 0,0-12-3 0,0 12 2 0,0-24-3 0,0 12-9 0,0-12 7 0,0-13-4 0,0 13 5 0,0-24 3 0,0 11 2 0,0 0-2 0,0 2 1 0,0 11 0 0,0-2-1 0,0 2 1 0,0 24-1 0,-12-11-1 0,12 11 2 0,0 0-2 0,0 24 1 0,0 1 0 0,0 11 1 0,0-1 2 0,0 15-1 0,12-2 3 0,-12 0-3 0,13-11-2 0,-13 11 1 0,0-24-7 0,0 12-24 0,-13-23-79 0,13-1 65 0</inkml:trace>
  <inkml:trace contextRef="#ctx0" brushRef="#br0">13934 18264 30 0,'0'0'9'0,"-12"0"11"0,12 0 12 0,0 0-10 0,0 0-17 0,0 0 1 0,12 0 6 0,1 0 0 0,9 0-1 0,15 0-5 0,-13 0-3 0,13 0-3 0,-13-13 0 0,12 13-20 0,-24 0-43 0,-12 0-19 0</inkml:trace>
  <inkml:trace contextRef="#ctx0" brushRef="#br0">13910 18482 26 0,'0'0'5'0,"0"0"-1"0,-13 0 10 0,13 0 0 0,-13 0-8 0,13 0-1 0,0 0 3 0,0 11 3 0,0 2 1 0,13-13 2 0,0 0-2 0,-1 0-2 0,13 0-2 0,-14 0-1 0,13-13-3 0,12 2-2 0,0 11-1 0,-11-13-2 0,11 13 1 0,-24-11-1 0,0 11 1 0,0 0 2 0,1 0 2 0,-13 0-1 0,-13 0-3 0,1 0 1 0,-12 0 0 0,0 11-2 0,-13-11 1 0,13 0 0 0,0 13 1 0,-13-13-3 0,26 0 1 0,0 11-1 0,11-11 2 0,11 0 0 0,13 0 0 0,0 0 0 0,13 0 0 0,-1 0 0 0,12-11 1 0,-24 11 0 0,1 0 1 0,-25 0-1 0,0 0-2 0,-37 11 2 0,-11-11 0 0,0 13-1 0,-13-1 0 0,1 0 0 0,11 0-3 0,25 0 2 0,24-12 1 0,13 0-1 0,35 0 1 0,0-12 0 0,24 12-7 0,-11-12-73 0,-37 12 22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19T16:39:22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14006 4245 47 0,'0'-11'24'0,"-12"-2"-10"0,0 2-1 0,12-2 6 0,0 13-2 0,0 0-7 0,0 0-8 0,24 48 8 0,-12-11-4 0,13-1 0 0,-1 13-3 0,12-1-1 0,0 25-1 0,1-14-1 0,11 15 1 0,25-15-1 0,49 15 1 0,-3-14 0 0,27-11 1 0,-38-25-2 0,110 24 4 0,-73-11 2 0,-24-13-3 0,-48 12 0 0,-14-25-2 0,-33 2 2 0,-14-13-1 0,-12 0 1 0,0 0 3 0,0 0-12 0,-38-24-144 0</inkml:trace>
  <inkml:trace contextRef="#ctx0" brushRef="#br0">16316 4923 63 0,'0'-12'18'0,"14"-12"-7"0,-14 12 4 0,0 12 3 0,-14 0-10 0,-10 0-5 0,-1 12-2 0,-22 24 0 0,9 13 0 0,-9 11-1 0,11 13 2 0,12-13-2 0,-1-12 1 0,13 0 0 0,24 1-1 0,13-25 0 0,11-12 2 0,13 1 0 0,11-13 1 0,12-13-1 0,-23-11-1 0,-13 0 0 0,-12 0 1 0,-24 0 0 0,-12 11 0 0,-12-11-1 0,-11 24 0 0,21 0 1 0,-22 0 1 0,23 24-1 0,13 0-1 0,0 0-1 0,25 1 0 0,-1-1 1 0,12 1-2 0,-23-14-5 0,23 14-24 0,-24-13-26 0,0-12-7 0</inkml:trace>
  <inkml:trace contextRef="#ctx0" brushRef="#br0">16474 5395 68 0,'0'0'7'0,"12"-12"-3"0,24-1 7 0,0 13 8 0,49-36 3 0,-24 12-17 0,-13 12-1 0,0-12-2 0,-11 0 0 0,-25-13 1 0,-12 13 1 0,-25-37 8 0,-11 50-6 0,0 11-2 0,1 0 0 0,9 11-3 0,-11 50 0 0,37-13 0 0,13 0-1 0,11-11 0 0,2 11-1 0,57 1 1 0,-46-25 0 0,23-13 1 0,-36-34 1 0,0 11 0 0,1-24 0 0,-13-13 0 0,1 13-1 0,-2-12-1 0,13 11 1 0,0 13-1 0,0 11 0 0,-11 13 0 0,0 0 0 0,-2 13 0 0,13 24 0 0,-12-2 0 0,12 2 0 0,-12-1 0 0,12 0 0 0,1-11 0 0,-13-13 0 0,12 0 1 0,-12 0-1 0,1-12 2 0,-2-12-1 0,26-12 0 0,-25-1-1 0,24-11 1 0,-23 0-1 0,22 12 0 0,-9 11-1 0,-4-11 1 0,2 24-1 0,-24 0 0 0,13 0 0 0,-13 24 1 0,0 0 0 0,0 1 0 0,12 11 0 0,0-12 0 0,12-11 0 0,1-1 0 0,11 0 0 0,13-12 1 0,-1-24-1 0,0 0-1 0,0-1 2 0,-11-11-1 0,-13 12 1 0,-24-13-1 0,0-11 2 0,-13 24-2 0,-23 24 0 0,11-13 0 0,-10 26 0 0,11 11 1 0,0 13 0 0,12 11-1 0,12-12 0 0,12 0 0 0,25 13-2 0,-15-25 2 0,27-12 0 0,0 0 0 0,-13-12 0 0,0-12 0 0,1 0 1 0,-13-24-1 0,0 12 1 0,-12-13-1 0,12 13 1 0,-24 0-1 0,11 11 0 0,3 2 0 0,-14 11-1 0,0 0-1 0,12 24 3 0,-12 0-2 0,0 0 1 0,12 13 0 0,0-13 0 0,1 0 0 0,-13-24 0 0,11 12 0 0,0-12 1 0,-11-12 0 0,25-12-1 0,-13 0 0 0,14-13 0 0,9 0 0 0,-11 2-1 0,24 11 1 0,1-2-1 0,-1 15 1 0,1-2-1 0,0 2 1 0,-14 11 0 0,-11 0 1 0,-11 11-1 0,-13-11 0 0,0 13 1 0,-25-13 0 0,-11 11 0 0,12-11-1 0,-12 0 1 0,11 0-1 0,14 0 1 0,11-11-1 0,0 22-2 0,0 2 2 0,0 11 0 0,11 0 0 0,-11 0 0 0,13 1 0 0,-13-13 0 0,12-12 0 0,0 0 0 0,-12 0 1 0,0 0 0 0,12-12-1 0,13-13 0 0,-14 14 1 0,13-2-1 0,-12 2 0 0,13-2 0 0,-25 13 0 0,0 0-1 0,13 24 2 0,-13 0-2 0,11 1 2 0,13-1-2 0,0 12 1 0,0-23 0 0,13-1 0 0,-13-12 0 0,0 0 1 0,0-25-1 0,12 1 0 0,-11-12 0 0,-13-13 1 0,25 1-1 0,-15-13 0 0,-9 0 0 0,-1-22 0 0,-12 10 1 0,14 1-1 0,-14 35 1 0,0 25-1 0,0 0 1 0,0 12-2 0,0 24 1 0,-26 25 0 0,13-13 1 0,2 61-1 0,11-14-1 0,24 52 1 0,2-76 0 0,-2-10 0 0,11-13 0 0,1-11-1 0,0-13 2 0,1-12-2 0,72-37 1 0,-60 1 0 0,-14 0 1 0,-9-12 1 0,-15 24-2 0,-11-2 1 0,-11 15-1 0,-28 11-3 0,4 24 3 0,24 0 0 0,-14 0-1 0,25 13 1 0,12-13-1 0,12 0 2 0,11 13-2 0,15-25 3 0,22 0-3 0,110-12 1 0,-99-12 0 0,27 0-1 0,-25-12 1 0,0-1 0 0,-37 13 1 0,-24-12-1 0,-13 24 2 0,-22-13 1 0,-13 2-3 0,-24 11 0 0,-1 0 0 0,-11 11 0 0,23 26 0 0,1-25 0 0,12 24 0 0,24-11-1 0,0-13-1 0,24 0 2 0,24 0-1 0,1-12 0 0,12-12 1 0,11-12 0 0,-24-1 0 0,2-23 0 0,-3 0 1 0,-23 0 0 0,-24-13-1 0,0-13 1 0,-12 3-1 0,0 23 0 0,-13 11 1 0,25 25-2 0,-11 12 1 0,-13 35 0 0,-2 3 0 0,15 22 0 0,-2 1 1 0,13-2-1 0,13 2 0 0,11 0 0 0,13-25 0 0,-1 0 0 0,12-11-2 0,1-1-2 0,-13-24-8 0,-12 0-15 0,0-24-52 0,-24 12 23 0</inkml:trace>
  <inkml:trace contextRef="#ctx0" brushRef="#br0">18893 5043 141 0,'0'0'7'0,"37"-11"-6"0,48 11 2 0,-2-24 8 0,14 0 3 0,12 24-8 0,-24-12-5 0,-37-2-34 0,-24 14-77 0</inkml:trace>
  <inkml:trace contextRef="#ctx0" brushRef="#br0">23465 18022 255 0</inkml:trace>
  <inkml:trace contextRef="#ctx0" brushRef="#br0">21239 5152 93 0,'0'0'0'0,"-11"-24"24"0,-14 13-15 0,13 11 5 0,-36 0 1 0,-1 0-7 0,13 24-4 0,11 0-3 0,14 0-1 0,-2 13 0 0,26-13 0 0,23 0 0 0,0 12 1 0,37 0-1 0,-49-23 1 0,-12-2 1 0,-24-11 7 0,-12 13 0 0,-25-13-5 0,-23 0-3 0,-26-13-8 0,63 13-17 0,23 0-29 0,24-11-45 0</inkml:trace>
  <inkml:trace contextRef="#ctx0" brushRef="#br0">21409 5383 71 0,'0'0'26'0,"24"-24"-13"0,-12 11-2 0,24-23 10 0,0 11-7 0,-23 1-6 0,11 0-2 0,-12 0-1 0,-12 0 3 0,0 11-2 0,-12 2 0 0,0-2-3 0,-25 13-1 0,13 13-2 0,-12 11 0 0,11 13-1 0,1-2 1 0,12 2 0 0,12-1 0 0,25-11-2 0,11-1 0 0,12-12 1 0,13 0-1 0,11-12 1 0,13-24 0 0,0 11 0 0,-13-11 2 0,-11-12 0 0,-12 0-1 0,-25 12 1 0,-2 0 0 0,-33-13 2 0,-24 24 0 0,-14 2-1 0,0 11 0 0,13 0-1 0,-1 11-1 0,26 2 0 0,-2-2-1 0,13 2 1 0,0 0 0 0,13-2 0 0,11-11 0 0,0 13 1 0,-12-13-1 0,0 11 0 0,0-11 0 0,12 24 1 0,-24-11-1 0,13 23 1 0,-13 13 0 0,12-1-2 0,-12 1 2 0,12 11 1 0,0 0-2 0,0-12 1 0,-12-11-1 0,13 11 0 0,-2-24 0 0,-11-11-1 0,0-2 1 0,0 2-3 0,0-26-25 0,0-11-26 0,13-12-35 0,-13 24 59 0</inkml:trace>
  <inkml:trace contextRef="#ctx0" brushRef="#br0">22243 5152 107 0,'0'0'0'0,"-12"-11"30"0,12 11-27 0,0 0 12 0,0 24 7 0,-12 11-12 0,12 15-7 0,0-2-1 0,12-12-2 0,12 13 2 0,1-13-2 0,-1-24 1 0,12 0-1 0,-11-1 1 0,-3-11 0 0,16-11 1 0,-13-13-2 0,-3 12 1 0,2-25-1 0,13 1 1 0,-24 0-1 0,11 12 1 0,-24 0-1 0,12 24-1 0,0-13 1 0,0 13 0 0,-12 0 0 0,12 24-1 0,0 0 2 0,0 1-2 0,0 11 2 0,1-12-1 0,23 1 1 0,0-13-2 0,-1 0 1 0,15-12 1 0,-2 0 0 0,0-12-1 0,13-12 1 0,-1-13-1 0,-23 1 1 0,-1 11 0 0,-36-10 0 0,0-2 1 0,-12 13 0 0,-12 24-1 0,-13-13-1 0,1 26 0 0,12 11 0 0,12 13 0 0,0-13-1 0,12 12 2 0,0 0-2 0,36 1 1 0,-12-13 0 0,13-12 0 0,-1 0-1 0,13-12 2 0,-27 0-2 0,4-12 2 0,11-12 0 0,-15-1-1 0,15-11 0 0,-11 12 1 0,-4-1-1 0,3-10 0 0,-1 22 0 0,12 2 0 0,-24 11 1 0,1 0 0 0,-1 24-1 0,-12 0 0 0,12 12 0 0,-12 0 0 0,12 1 0 0,-12-13 0 0,24-12 0 0,-12 0 0 0,1-12 1 0,-2-12-2 0,26-12 2 0,-13-1-2 0,-11-11 2 0,9 12-2 0,3-12 2 0,-13 12-2 0,14 11 2 0,-15 13-2 0,0 0 1 0,2 13 0 0,-1 11 0 0,12 12 1 0,0-12-2 0,1 1 2 0,-13-1-2 0,12-12-4 0,0 0-18 0,13 0-31 0,-15-12-36 0</inkml:trace>
  <inkml:trace contextRef="#ctx0" brushRef="#br0">24190 5200 105 0,'0'0'0'0,"-12"-35"25"0,24 11-19 0,1 11 12 0,-13 2 18 0,0 11-35 0,-25 11-1 0,13 26 1 0,-12-2-1 0,0 15 0 0,11-15-1 0,13 14 2 0,61 0-2 0,-24-37 1 0,23-12 2 0,-12 0 0 0,13-36-2 0,48-25 1 0,-73 24 0 0,-24-24-1 0,-12 13 1 0,-24 24-1 0,11 1 0 0,-22 23 0 0,-39 36 0 0,52-1 1 0,9 15 0 0,1-2 0 0,37-12 0 0,-3 0 1 0,27 1-1 0,11-25 0 0,-11 0 0 0,24-12-1 0,-24-24-10 0,-14-13-61 0,-22 25-12 0</inkml:trace>
  <inkml:trace contextRef="#ctx0" brushRef="#br0">25594 5346 42 0,'0'-12'9'0,"0"12"4"0,0 0 10 0,13 0 12 0,-13 0-21 0,11 36 7 0,13-11-15 0,-12-13-3 0,24 0 1 0,-24 0-3 0,13-12 1 0,-1-24-1 0,0 0 1 0,0-13-1 0,1-11 2 0,-14-61 12 0,-11 61-10 0,0 12 1 0,0 11-3 0,-11 12 0 0,11 13-3 0,0 13 0 0,0 12 0 0,0 11 1 0,24 12-2 0,-12 0 1 0,12 13-1 0,1 0 2 0,-3-1-1 0,3 1 1 0,0 11-1 0,-1-11 0 0,-13-13-1 0,2 0 2 0,-13 0-1 0,-13-11 0 0,-22-13 1 0,-2-12 0 0,2-12 0 0,-2 0 1 0,-11-12-1 0,-1-25 0 0,13 2-1 0,24-2 1 0,-1-11-1 0,26 0-2 0,23-2 0 0,12 3-6 0,25 11-19 0,11 23-38 0,-23 13-29 0</inkml:trace>
  <inkml:trace contextRef="#ctx0" brushRef="#br0">26272 5419 57 0,'0'0'0'0,"0"-36"48"0,11 23-32 0,-11 13 1 0,13 0 2 0,-13 13-3 0,0 11-3 0,0 23-7 0,0 15-1 0,11-15-3 0,-11 15-1 0,11 22-1 0,-11-47-2 0,0-37-10 0,13 11-23 0,-26-11-92 0</inkml:trace>
  <inkml:trace contextRef="#ctx0" brushRef="#br0">25594 5200 24 0,'0'0'16'0,"-13"-11"2"0,13-2 2 0,0 13 4 0,-12-11-4 0,12 11-7 0,0 11 2 0,12 13 0 0,1 13-4 0,-13 0-5 0,13-13-3 0,-2 0-2 0,0 0-1 0,2 0-11 0,-13 1-116 0</inkml:trace>
  <inkml:trace contextRef="#ctx0" brushRef="#br0">26610 5528 109 0,'0'0'29'0,"0"-12"-15"0,12 12-9 0,-12 0 11 0,0 0-44 0,0 12-75 0,0-12 68 0</inkml:trace>
  <inkml:trace contextRef="#ctx0" brushRef="#br0">26585 5696 105 0,'0'0'20'0,"0"-11"-2"0,0 11 12 0,13-13-6 0,-13-11-14 0,0 24-15 0,0 0-54 0</inkml:trace>
  <inkml:trace contextRef="#ctx0" brushRef="#br0">26985 5492 39 0,'0'0'0'0,"0"-12"34"0,12-14-17 0,-12 15 4 0,12-1 2 0,-12 0-5 0,0 24 4 0,-12 11-18 0,12 15-2 0,0-2 0 0,0-1-1 0,0 2-1 0,0 11 1 0,12-24-1 0,-12 13 0 0,12-25 0 0,-24-12 1 0,12 12 0 0,-12-12 1 0,-13 0-2 0,14 13 1 0,-14-13-1 0,13 0-1 0,0 0 2 0,0 0-2 0,12 0 0 0,-12 11 0 0,24-11 0 0,-12 0-1 0,24 0 2 0,13 0 0 0,-13 0 0 0,12 0 0 0,0 0-1 0,-1 0-16 0,-22-11-26 0,13-2-54 0</inkml:trace>
  <inkml:trace contextRef="#ctx0" brushRef="#br0">26888 5407 57 0,'0'0'13'0,"0"0"4"0,0 0-2 0,0 0 4 0,24-12 0 0,12 12-2 0,49-12 7 0,-37 12-21 0,2 12-2 0,-39-12-20 0,-11 0-113 0</inkml:trace>
  <inkml:trace contextRef="#ctx0" brushRef="#br0">18336 4415 31 0,'0'-12'7'0,"0"-12"2"0,0-1 0 0,0 14 9 0,0-14 1 0,0 13-3 0,0 0-6 0,0 12-4 0,0 12-6 0,0 0 2 0,0 37-1 0,12-13-1 0,-12 12 1 0,0 13-1 0,0-2-1 0,0-9 2 0,0-15-2 0,0-11 1 0,-12 1 1 0,0-13 4 0,12-12 4 0,0 0 2 0,-12 0-5 0,12-24-4 0,0 0 0 0,12 0-1 0,12-12-1 0,-11-13 1 0,23 1 0 0,0 12-3 0,-11 11 2 0,-1 1-1 0,0 24 1 0,-24 0-1 0,0 0 0 0,0 11 1 0,0 27 1 0,-12-26-1 0,0 24 0 0,-1-24 0 0,2 12 0 0,-2 0 0 0,1-11 0 0,12-1 0 0,0-12 0 0,0 12 1 0,12-12 0 0,1 11 1 0,-2-11-1 0,14 13 0 0,-13-13-1 0,12 0-6 0,0 0-25 0,0 0-33 0,-12-13 6 0</inkml:trace>
  <inkml:trace contextRef="#ctx0" brushRef="#br0">18699 4438 55 0,'0'0'5'0,"24"-11"1"0,49-1 43 0,-37 0-41 0,-12 12-6 0,1 0-6 0,-1 12-25 0,-24-12-50 0</inkml:trace>
  <inkml:trace contextRef="#ctx0" brushRef="#br0">18832 4547 28 0,'0'0'0'0,"24"0"4"0,13-11-2 0,11-1 0 0,2 0-2 0,-15 0-5 0,1-12-4 0,12 12 1 0,-23-14-2 0,-13 3 20 0,0-1 15 0,-12 0 0 0,-12 24 8 0,12 0-8 0,0 0-13 0,0 24 2 0,-12 12-2 0,12 1-3 0,12-1-2 0,-12 0-4 0,12 12-2 0,-12 13-1 0,0-37-7 0,12 12-19 0,-12-24-42 0,-12-12 12 0</inkml:trace>
  <inkml:trace contextRef="#ctx0" brushRef="#br0">18965 1995 55 0,'0'0'0'0,"-13"-23"14"0,13-1 3 0,-11 12 9 0,11 0-4 0,0 12-17 0,0 12 0 0,-11 24-1 0,11 11 0 0,0 27-2 0,0-2 0 0,-13 49 0 0,13-48-2 0,0-26 1 0,0-21-1 0,0-14 1 0,0 0-2 0,0-12-7 0,0 0-16 0,13-24-27 0,9-13-13 0</inkml:trace>
  <inkml:trace contextRef="#ctx0" brushRef="#br0">19244 1863 71 0,'0'0'12'0,"12"-12"-4"0,-12 12 1 0,0 0 16 0,-12 24-10 0,-13 0-10 0,-11 13-3 0,0-1-1 0,-37 49 1 0,36-62-2 0,-9 25 0 0,20-35 0 0,26-2 1 0,0 2 2 0,0-13 2 0,26 24 3 0,57 13 3 0,-10-1-7 0,-1 0-1 0,-23 1-2 0,0-13 0 0,-27 12-2 0,3-12-29 0,-25 1-97 0</inkml:trace>
  <inkml:trace contextRef="#ctx0" brushRef="#br0">23174 3847 54 0,'0'-13'11'0,"0"1"1"0,0 0 13 0,0 12 1 0,0 0-11 0,0 0-13 0,0 12 0 0,0 13 1 0,0 11 1 0,0 12 0 0,0-11-2 0,0 22 0 0,0-11-2 0,-13 13 1 0,13-24-1 0,0-13 3 0,0 0 0 0,-11-24 2 0,11 13 3 0,0-26 7 0,0 2-13 0,0-15 0 0,11-9-2 0,2 11 0 0,0-12 0 0,11-2 0 0,11 14-1 0,2 1 1 0,-11 11-2 0,-4 0 2 0,-9 12 0 0,-1 0-1 0,-12 12 0 0,0 0 2 0,-12 11-1 0,-12-10 0 0,-13-2 0 0,13 2 1 0,-11-2-1 0,22 3 1 0,1-14-1 0,12 12 0 0,0-12 0 0,12 11 1 0,23 2 1 0,2-2-1 0,0 2 0 0,11-2 0 0,-12 2 0 0,-12 11-2 0,1 0-8 0,-25 0-33 0,0 0-86 0</inkml:trace>
  <inkml:trace contextRef="#ctx0" brushRef="#br0">30129 3907 50 0,'11'-36'17'0,"15"24"-4"0,-2 0 19 0,-24 12-8 0,13-13-11 0,-13 13-6 0,0 0-1 0,0 0-3 0,0 13 2 0,0 11-3 0,0 0 1 0,0 12 0 0,-13 13-1 0,13-2 0 0,-12-10-1 0,12 11 0 0,-12-11 0 0,12-13 0 0,0-13 1 0,-13 2 2 0,13-13 4 0,0 0 0 0,-13 0-3 0,13-13-1 0,0 2-3 0,0-26 1 0,0 13-2 0,13-13 0 0,12 2 0 0,0-1-1 0,10 0 1 0,1-1-1 0,0 25 1 0,1 0-1 0,-13 12 0 0,-12 12 1 0,-12 0-1 0,0 13 2 0,0-1-2 0,-24 0 2 0,0-1-1 0,-12-10 1 0,23-2-1 0,-11 2 0 0,12-13 1 0,12 11-2 0,12-11 1 0,-12 0 0 0,37 14 2 0,-1-2-1 0,0 12 0 0,-12-13 2 0,13 13-2 0,-25-24 0 0,12 13-8 0,-24-2-52 0,0 2-69 0</inkml:trace>
  <inkml:trace contextRef="#ctx0" brushRef="#br0">26065 4027 32 0,'-12'0'10'0,"24"-23"5"0,-12 11 12 0,12 0 5 0,-12 0-7 0,0 0-7 0,0 12 5 0,-12 24-21 0,-12 12 0 0,12-12-1 0,-12 25 1 0,0 11-1 0,11 1 0 0,1-2-1 0,0 2 0 0,12-12 0 0,0-13 0 0,24 0 1 0,2-11-1 0,9-13 1 0,-11-12 0 0,0 0 0 0,0 0 1 0,1-24-1 0,-1-13 0 0,12 1 1 0,-24-1-1 0,12-23 0 0,1 11 0 0,-13-23-1 0,-12 0 1 0,0 22-1 0,0 3 1 0,-12 23 1 0,0-14 0 0,-12 27-1 0,11-1 1 0,1 12-2 0,0 0 0 0,-12 12-1 0,0 13 2 0,-1 11-2 0,13-1 2 0,-12 2-2 0,0 11 2 0,12-11-1 0,12-2 0 0,-13-9 1 0,26-15-2 0,-13 2 2 0,24-2 1 0,12-11 1 0,1 0 1 0,11-11-1 0,0-2-2 0,2 2 0 0,-15-15-2 0,-11 26-15 0,2 0-77 0,-26 0 12 0</inkml:trace>
  <inkml:trace contextRef="#ctx0" brushRef="#br0">18506 5781 90 0,'0'-24'27'0,"0"37"2"0,0 23-16 0,0 12-5 0,0 1-1 0,-12 11-1 0,12 1-3 0,0-2-1 0,0-9-2 0,0-26 1 0,0 0-1 0,0-13 1 0,0-11-2 0,0 13-10 0,0-26-85 0,0 2 28 0</inkml:trace>
  <inkml:trace contextRef="#ctx0" brushRef="#br0">18156 5794 106 0,'0'0'0'0,"-13"-13"5"0,13 2-6 0,35-2 12 0,15 2 6 0,10-14-7 0,25 13-7 0,0 12-3 0,0 0-12 0,22 12-58 0,-58 13 6 0</inkml:trace>
  <inkml:trace contextRef="#ctx0" brushRef="#br0">18832 6000 51 0,'0'0'0'0,"-24"36"5"0,12 11-5 0,12 3 8 0,0-15 5 0,0 2-6 0,12-26 0 0,25 2 7 0,-1-13 0 0,0-24-3 0,-1-13-1 0,4 2-1 0,-15-2-2 0,-24 0-1 0,0-10-1 0,-38 9-3 0,2 15-1 0,-12-1-2 0,0 24 1 0,11 0-2 0,13 24-12 0,12-12-21 0,12 13-23 0,0-25 14 0</inkml:trace>
  <inkml:trace contextRef="#ctx0" brushRef="#br0">19195 5746 84 0,'0'-37'24'0,"-12"13"-16"0,12 24 3 0,0 0 14 0,0 36-17 0,0 13-3 0,0 23-1 0,0 1-1 0,0 12-1 0,0-13-2 0,-12-11 1 0,12-13-1 0,0-24 0 0,0-13 2 0,0-11 2 0,0-11 9 0,12-13-11 0,24-50-1 0,-11 39-1 0,35-49-1 0,-47 47 1 0,22 25-1 0,-35 0 1 0,0 12-3 0,-24 24 2 0,0 13 1 0,0-1-1 0,0-1 2 0,12 2-2 0,12-12 1 0,36 11-1 0,12-36 1 0,2 0 1 0,70-36 0 0,-36 11-1 0,-35-12 1 0,-13 14-1 0,-12-25 2 0,-24-1 0 0,-48 25-1 0,11 24-1 0,1 24 0 0,24 0 0 0,0 13 0 0,0-1 0 0,24 11 0 0,12-9 0 0,12-15 0 0,1 14 0 0,0-26 0 0,-2 2 0 0,-11-13 1 0,37-13 1 0,-37-22 0 0,0 11-1 0,0-13 1 0,37-35 0 0,-49 48-2 0,36 12-1 0,-35 12 1 0,-1 12 0 0,0 24 0 0,0 0 0 0,-12-1 0 0,12 2 0 0,1-13 1 0,-13-11 0 0,22-2 0 0,28-11 2 0,-15-24-2 0,-10 0 1 0,11 1-2 0,-24-15 0 0,25 27-1 0,-13-13 1 0,-12 12-1 0,0 0 1 0,0 12-1 0,-12 12 1 0,0 11 0 0,0-10 0 0,0 22 1 0,0-9-2 0,12 9-1 0,12-22-11 0,1 11-35 0,24-24-30 0,-38 11 27 0</inkml:trace>
  <inkml:trace contextRef="#ctx0" brushRef="#br0">20719 6107 117 0,'0'0'21'0,"0"-11"-15"0,73-26 10 0,-37 37-14 0,12-11-36 0,-11 11-67 0</inkml:trace>
  <inkml:trace contextRef="#ctx0" brushRef="#br0">21360 5733 76 0,'0'-37'17'0,"-12"-11"4"0,12 37-1 0,0-1 0 0,0 12-10 0,0 12-8 0,-13 23 2 0,13 26 1 0,-11 12-2 0,11-13-1 0,0 13-1 0,0-12 0 0,11-25-1 0,2 0 1 0,-13-36-1 0,12 0 2 0,0 0 0 0,12-13 0 0,0-10-1 0,1-13-1 0,11 24 0 0,-12-2 0 0,1 3-1 0,11 11 0 0,-24 11 1 0,0 3 0 0,-12 22 0 0,0-1 0 0,-24-11 1 0,-12 14 2 0,-1-26-1 0,-11-1-2 0,-1-11-2 0,1 0-8 0,35 0-12 0,2-11-12 0,11-1-19 0,11-26 16 0,26 27 7 0</inkml:trace>
  <inkml:trace contextRef="#ctx0" brushRef="#br0">21530 6000 22 0,'36'-12'12'0,"0"12"7"0,-12 12 8 0,0 0-1 0,2 12-6 0,-2-1-6 0,-2 14-6 0,27-26 5 0,-37 3-7 0,12-14 3 0,-11-14-1 0,-1-10-2 0,0-11 1 0,0-25 3 0,-12 35-7 0,12 13-1 0,-12 12-1 0,0 0-1 0,12 73 0 0,-12-25 0 0,12 13 0 0,0 11 0 0,-12 13 0 0,0-13 0 0,-12-35 1 0,-12 11 3 0,0-36-1 0,-13-1 0 0,1-11-2 0,12-23-4 0,-12-13-6 0,25-13-12 0,11 13-24 0,11-13-40 0,0 25 38 0</inkml:trace>
  <inkml:trace contextRef="#ctx0" brushRef="#br0">22074 6072 86 0,'0'0'11'0,"24"0"6"0,24 0-4 0,0-13-6 0,38-10-68 0,-62 23 9 0</inkml:trace>
  <inkml:trace contextRef="#ctx0" brushRef="#br0">22606 5794 60 0,'0'-24'44'0,"12"-25"-33"0,12 37 7 0,-12-25 10 0,1 37-7 0,-13-11-10 0,0 11-10 0,0 11 1 0,0 13 0 0,-13 26 1 0,13-2 0 0,-12 12-1 0,12 13-1 0,0-12 0 0,12-1 0 0,13-1-1 0,-13-22 0 0,0 0 1 0,37-13-1 0,-14-24-1 0,-10-13-10 0,0-11-14 0,-14 13-20 0,13-25-69 0</inkml:trace>
  <inkml:trace contextRef="#ctx0" brushRef="#br0">22582 5951 89 0,'-25'0'6'0,"-11"0"1"0,36 0-2 0,-12 0 11 0,24 0 3 0,24 0-5 0,13 0-7 0,24-12-3 0,11 12-1 0,1 0 0 0,-25 12 0 0,1-12 0 0,-25 23-1 0,-12 3 0 0,-24-14-1 0,0 12 1 0,0-1-1 0,0 14 0 0,0-26-1 0,12 3 1 0,13-14-1 0,-13 12 1 0,12-12 0 0,0-26 2 0,-11 2 1 0,-2-11 0 0,-11-1-2 0,-24 12 0 0,0-1-1 0,-12 13-2 0,-1 12 1 0,1 0-2 0,12 12-2 0,12-1-2 0,12 15-3 0,0-14 0 0,24 12 2 0,73-12-15 0,-36-12 12 0,-13-12 8 0,0-12 2 0,-24 0 3 0,0-13 5 0,-24 1 6 0,0-61 12 0,0 36-18 0,-12 25-2 0,12 11-1 0,0 14-1 0,0 11-2 0,0 0-2 0,0 24-1 0,-12 13 2 0,12 11-1 0,-13 0 0 0,13 13 0 0,0-1 1 0,-11-11-1 0,11-2 0 0,0-10 0 0,0-12 1 0,11-2-1 0,2-23 1 0,-13 0 1 0,24-11-1 0,13-15 1 0,-1 2-2 0,12-11 0 0,-24-1 0 0,1-2 2 0,-1 3-3 0,-24 23 1 0,0 0-1 0,-12 0 0 0,0 12-1 0,-25 24 1 0,13 0 1 0,-12 13 0 0,24-1-1 0,-1-1 1 0,13 2 0 0,0-26 0 0,25 26 0 0,-1-24 0 0,24-13 0 0,1 0 1 0,0-13-1 0,11 2 2 0,-13-15-2 0,-10-9 1 0,11-1-1 0,-35 0 1 0,11-1 0 0,-24 13 0 0,0 0-1 0,-12 24 1 0,0-12-2 0,-1 12 0 0,2 12 1 0,-14 24-1 0,13-24 1 0,12 25 0 0,-12-1 0 0,24 0-1 0,-12-12 2 0,26 1-2 0,-15-13 2 0,37-1 0 0,-12-11-1 0,1 0 1 0,-1-37 0 0,0 26 0 0,-1-26-1 0,4 14 0 0,-28-1 1 0,13 12-1 0,-13 0 0 0,2 12 0 0,-13 24 1 0,0 0-1 0,0 12 0 0,0-1 0 0,0 2 1 0,12-13-1 0,0 0 0 0,1-11 0 0,11-2 2 0,0-11-1 0,0-24 0 0,0 13-1 0,13-26 1 0,-13 14 0 0,0-2 1 0,-12-12-2 0,12 26 0 0,-11-1 0 0,-2 12-1 0,2 0 1 0,-1 23 0 0,0-10 0 0,1 11 0 0,9 1 1 0,2-13-1 0,1-1 0 0,11-22-1 0,-12-1-6 0,1-26-27 0,-1-9-123 0</inkml:trace>
  <inkml:trace contextRef="#ctx0" brushRef="#br0">25485 5757 65 0,'0'0'0'0,"12"-11"8"0,13 11-6 0,-14 0 2 0,-11 24 9 0,-11 0-1 0,-14 24-4 0,-24 1-4 0,1-1-2 0,0 13 0 0,-13-2-1 0,-10 15 1 0,-3-15-2 0,0-9 1 0,3-15 0 0,-2-11-1 0,-11 1 1 0,10-1 0 0,-11-12 0 0,-35 1 0 0,36-2-1 0,-14 14 0 0,2-13 0 0,-1 12 0 0,-12-1 1 0,13 15 0 0,-1-2 2 0,12-1-1 0,0 15-1 0,0-15 1 0,14 2-1 0,10-1 1 0,13 0 1 0,11-12 0 0,1 25-1 0,24-13 3 0,-12 13 0 0,0 10-3 0,-13-9 1 0,13-15 0 0,0 2 0 0,0 0 0 0,0-13 0 0,11-13 1 0,0 2-2 0,2-13 0 0,0 11 1 0,-2-11-2 0,13 0 0 0,0 0-1 0,-12 0 1 0,12 0 0 0,-12-11-1 0,0-2 0 0,0 2 1 0,0-2 0 0,12-10 0 0,-12 9 0 0,12 3 2 0,-13 11-2 0,13 0 1 0,0 0-2 0,0 11 1 0,0 3-1 0,0 9 1 0,13-10-1 0,-13-2 1 0,0-11 0 0,12 0 2 0,-12 0 0 0,12 0 0 0,12 0-1 0,0-11-1 0,11-2-1 0,3 2 0 0,-13 11 0 0,-3 0 1 0,-9 0-2 0,-1 0 1 0,0 0 0 0,-24 0 4 0,0 0-4 0,-12 0 0 0,13-12 0 0,-26 12 0 0,11-14 0 0,4 14 0 0,-3-11 0 0,13 11 0 0,0 0-1 0,12 11 0 0,0 3 1 0,0-2-1 0,12 12 1 0,0-13-1 0,24 2 2 0,-25-2-2 0,27 2 1 0,-26-13 1 0,1 0-1 0,9 0 0 0,-9-13 1 0,-1 2-1 0,-12-2 1 0,0-11-1 0,0 13 1 0,0 11-2 0,0-12 2 0,-12 12-2 0,-12 12 0 0,13 23 1 0,-2-11 0 0,1 0 1 0,0 2-2 0,-1-15 1 0,13 2 1 0,0-2-1 0,-13-11 1 0,13 0 0 0,0 0 1 0,0-11-2 0,0-2 0 0,13-11 0 0,-13 11 0 0,-13-11 0 0,13 13 1 0,-11-2-2 0,0 13 1 0,-2 13-1 0,1 11 2 0,0-13-2 0,0 15 2 0,12-15-1 0,0 2 1 0,12-2-1 0,-12-11 1 0,12 0-1 0,-12-11-5 0,25-2-64 0,-14 13-65 0</inkml:trace>
  <inkml:trace contextRef="#ctx0" brushRef="#br0">19002 9568 25 0,'-25'0'8'0,"25"0"3"0,-12 0 6 0,-1 0 0 0,2 0-3 0,0-12-4 0,11 12-2 0,0-25-1 0,0 12-4 0,11-34 2 0,13 10-3 0,-12 1 0 0,2 0 0 0,10-1 1 0,-2 2-2 0,39-15 0 0,-12 39-1 0,11-26 1 0,1 14-1 0,23-2 0 0,1 12 1 0,12 2 0 0,0-2-1 0,-2 2 1 0,15 11-1 0,-1 0 1 0,13-12-1 0,-2 12 1 0,1 0 1 0,0 0-1 0,0 0 0 0,12 12-1 0,0-12 1 0,-12 11-1 0,24-11 2 0,-12 0-2 0,12 13 1 0,-12-13-1 0,0 11 0 0,-12 2 0 0,12-2 1 0,-11 3 0 0,10-2 0 0,1-12-1 0,0 0-1 0,0 11 1 0,13-11 1 0,-13 0-1 0,12 0 0 0,0 13 0 0,-1-13 0 0,2 0 0 0,-1 11 0 0,-12-11 0 0,25 0 0 0,-25 0 0 0,24 0 0 0,-12 0 0 0,-1 0 0 0,2 13 1 0,-1-13-1 0,1 0 0 0,-25 0 0 0,-14 0 1 0,-22-13-1 0,0 2 2 0,-24-13 3 0,-12-2 2 0,-1-9-2 0,-11-1-1 0,-1-12-2 0,-12-1 1 0,1 1-2 0,-3-13 0 0,3 1 0 0,0-14 1 0,-12 15 1 0,-2 9-1 0,0 15 1 0,-11-1 1 0,0 12 0 0,0-14-1 0,0 27-1 0,0-1-1 0,0 12 1 0,0-12-2 0,0 12-1 0,-11 0 1 0,11 12-1 0,0-12 1 0,0 0 0 0,-11 12 0 0,-2-12 0 0,0 11 1 0,-11-11-2 0,0 13 1 0,13 0 0 0,-26-1 0 0,25 0 0 0,-2 0 0 0,-8-12 0 0,9 12 0 0,1 0 1 0,12-12-2 0,0 0 2 0,0-12 1 0,0 0-1 0,12 0-1 0,12-12 0 0,-13-2 1 0,15 3-1 0,-14-1 0 0,0 12 0 0,1 0 0 0,-13-1 1 0,11 13-1 0,0-11 0 0,-11 11 0 0,0 0 0 0,0 0 0 0,0 0 0 0,0 11 0 0,0-11 0 0,0 13 0 0,0 11-1 0,-11 12 2 0,11 1-1 0,-11-25 0 0,11 12 0 0,0-12 0 0,0-12 0 0,0 0 6 0,0-24-6 0,11 0 1 0,-11 11-1 0,11-23 1 0,-11 12-1 0,0 0 0 0,0 0 0 0,13-13 1 0,-13 13-1 0,0 11 0 0,12 2 0 0,-12 11 0 0,0-13-1 0,0 13 1 0,0 13-2 0,0-2 1 0,12 50 0 0,-24-24 1 0,12-1 0 0,-12-12 0 0,12 13-1 0,0-25 2 0,0-12-1 0,0 12 0 0,0-24 3 0,12 0-4 0,-12-1 2 0,12-23-1 0,1 12 0 0,0-13 0 0,-13 13 0 0,11 0 1 0,-11 0-2 0,11 11 1 0,2 2 0 0,-13 11-1 0,0 0-1 0,12 24 1 0,0 0 1 0,-12 13-1 0,24 47 1 0,-12-35-1 0,0-1 2 0,1-12-2 0,-1-12 2 0,-12-11-2 0,0-1 1 0,0-12 1 0,0-12 0 0,-12-1 1 0,12-11-3 0,-13 0 2 0,1 0-2 0,0 0 1 0,-12 0 0 0,12 11-1 0,0 0 1 0,-1 13-1 0,2 0 0 0,0 0-1 0,-2 13 1 0,0 0 0 0,1 23 1 0,0-24-1 0,12 12 1 0,0-13 0 0,0 2 0 0,12-13 0 0,0 0 1 0,25-13-1 0,-13 2 1 0,0-13-1 0,0 12 0 0,0 12 0 0,-11-12 0 0,-1 12-14 0,0 36-73 0,-12-24 11 0</inkml:trace>
  <inkml:trace contextRef="#ctx0" brushRef="#br0">3509 16656 61 0,'0'-37'22'0,"-13"37"-8"0,13-12-3 0,13 35 14 0,-13 15-13 0,11 22-5 0,-11 13-2 0,0-37 1 0,0 24-3 0,0 13-1 0,0-1 0 0,0-23-2 0,0 10 0 0,0-21 1 0,0-26-6 0,0 0-13 0,11-12-10 0,2 0-16 0,11-36-23 0</inkml:trace>
  <inkml:trace contextRef="#ctx0" brushRef="#br0">3883 16643 50 0,'0'-24'23'0,"13"12"-15"0,-13 12 0 0,11 0 9 0,-11 12-1 0,-11-1-7 0,-15 27-5 0,2-2-1 0,-11-1-1 0,-63 50 2 0,62-61 0 0,12 0-3 0,-13-11 0 0,1-1 0 0,11 0 0 0,1 1-1 0,24-2 1 0,0 13 1 0,13 1 2 0,11-1 0 0,24 0 2 0,-11 13-3 0,23-1 0 0,49 49-2 0,-61-61-1 0,-22-1-4 0,-26 1-25 0,11 0-87 0</inkml:trace>
  <inkml:trace contextRef="#ctx0" brushRef="#br0">4657 17200 29 0,'0'0'0'0,"0"0"50"0,24 0-29 0,-13-12-8 0,2-26-5 0,11 15 0 0,0-1-2 0,-11 0 1 0,-2 0-1 0,2 11 1 0,-13 1 0 0,0 24-6 0,0 1 1 0,0 23-1 0,0 12-1 0,12-11 0 0,0-1 1 0,12-13-1 0,0-10-1 0,1-2-8 0,-1-11-16 0,0-11-30 0,-12-2-10 0</inkml:trace>
  <inkml:trace contextRef="#ctx0" brushRef="#br0">4874 16728 86 0,'0'0'0'0,"-36"-24"8"0,24 24-4 0,0 0 1 0,12 0-5 0,12 0-12 0,24 24-36 0,-24-24 14 0</inkml:trace>
  <inkml:trace contextRef="#ctx0" brushRef="#br0">5249 16897 64 0,'-12'0'19'0,"-36"0"-8"0,-13 0 1 0,12 12 3 0,27-12-7 0,-3 13-7 0,25-2 0 0,25 2-1 0,34 11 0 0,2-12 1 0,-1 12-2 0,13 0 1 0,-13 1 1 0,-23 11 1 0,-37 12 23 0,-73-11-3 0,13-25-15 0,-74-12-2 0,73-12-12 0,39-14-29 0,22 15-51 0,0 11 39 0</inkml:trace>
  <inkml:trace contextRef="#ctx0" brushRef="#br0">6072 16704 44 0,'0'-12'31'0,"12"-73"13"0,-12 73-20 0,0 12-4 0,0 12-12 0,-12 37-4 0,0 11 1 0,0 13 0 0,12-25-2 0,0 12-1 0,0 0-1 0,0 13-1 0,12-12 0 0,0-13-2 0,0-11-13 0,0-13-19 0,1 0-26 0,-2-24-7 0</inkml:trace>
  <inkml:trace contextRef="#ctx0" brushRef="#br0">6518 16982 73 0,'0'0'15'0,"0"-12"-5"0,0-1 8 0,0 2 2 0,-11-2-8 0,-25 13-6 0,12 0-2 0,-12 37 3 0,-13-13-2 0,13 24-2 0,11-11-1 0,1-1-2 0,24 13 0 0,13-25 1 0,-2-12-1 0,26-12 2 0,11 0-2 0,-11-24 1 0,11-2-1 0,-12-9 1 0,-12-1 0 0,-11-1-1 0,-13 13 1 0,0-12 0 0,0 24 3 0,0 12 0 0,0-13-3 0,0 13 0 0,0 25-1 0,12-1 0 0,13 0 0 0,-14 1-3 0,13 23-17 0,0-24-11 0,-12-1-24 0,13 3-21 0</inkml:trace>
  <inkml:trace contextRef="#ctx0" brushRef="#br0">6749 17030 58 0,'0'0'13'0,"0"0"-3"0,12 37 6 0,-12-13-13 0,12 0-2 0,0 11 0 0,-12-21 5 0,0-2 6 0,0-12 10 0,0-12 5 0,-12-2-17 0,12-21-4 0,0-1-3 0,12-1-2 0,1 13-1 0,11-12-7 0,0 24-12 0,13-1-12 0,-2 2-12 0,2 11-4 0,-2 11 7 0</inkml:trace>
  <inkml:trace contextRef="#ctx0" brushRef="#br0">7281 17006 47 0,'0'0'11'0,"0"-12"16"0,0 0 0 0,-11-13-1 0,-2 14-9 0,-23-2-10 0,-13 13-3 0,13 0-1 0,-36 49-1 0,61-37-2 0,-3 12-1 0,14-12 1 0,25 0 0 0,11 1 1 0,0-13-1 0,0-13 1 0,13 1 4 0,-37 12-3 0,0 0 1 0,-12 25 0 0,0 11-1 0,-12 0-1 0,12 13 1 0,-12-1-3 0,12 11 1 0,-12-9 1 0,-12-2 0 0,-1 0 4 0,-11-24 0 0,0-11 0 0,1-13-3 0,-3 0 0 0,2-24 0 0,12 0-1 0,24-50-5 0,35 39-1 0,28-15 0 0,8 3 0 0,26 11 3 0,12-13 2 0,1 13 0 0,-27 0 0 0,2 11 1 0,-36-11 2 0,-13 12 1 0,-36 0-1 0,-25 0-1 0,-23-1 0 0,0 25 0 0,-62 36 2 0,88-12-3 0,8 13-1 0,39 24 4 0,23-49-2 0,13 12 0 0,11-12-1 0,-11 0-1 0,-1-12 0 0,1 0-6 0,-1-12-180 0</inkml:trace>
  <inkml:trace contextRef="#ctx0" brushRef="#br0">8816 16946 7 0,'0'0'3'0,"-11"0"4"0,0 0 6 0,-2 0 6 0,1 0 3 0,12 0 0 0,0 0-1 0,0 0 34 0,12 0-47 0,37-13-2 0,0 13-3 0,22 0-1 0,14 0 0 0,12 0-1 0,0 0-1 0,12-11 0 0,-13 11 0 0,1 0-1 0,-12 0 2 0,-26 0-1 0,-22-13 1 0,-24 13 0 0,0-12 0 0,-13 12 0 0,-26-12-2 0,-22-12 0 0,0 0-1 0,11 11-1 0,13 2 3 0,-12-13 0 0,24 11 0 0,0 13 1 0,0-13-1 0,12 13 1 0,0 0 0 0,0 0-1 0,12 0 0 0,0 0 0 0,12 0 1 0,13 0-1 0,-13 13 1 0,24 0 1 0,-13 11-2 0,2 0 2 0,-24-13-1 0,11 2 1 0,-13-2 1 0,-11 14 1 0,0 0 2 0,-22-1-1 0,-16 0 0 0,2 0-1 0,0 0-2 0,0-24 0 0,-1 12-1 0,25 0-1 0,12-12-3 0,0 0-10 0,25-12-31 0,35 0-104 0</inkml:trace>
  <inkml:trace contextRef="#ctx0" brushRef="#br0">10534 16752 37 0,'0'0'0'0,"0"-13"16"0,0 2-7 0,0 11 7 0,-11 0-2 0,11 0-9 0,0 0-2 0,0 35 3 0,-13 3 2 0,13-2-2 0,0 12-1 0,13 0-3 0,-13 1 0 0,24-25 0 0,0 0 1 0,13-12 1 0,11 1 1 0,-24-13-2 0,1-13 1 0,-1 1-2 0,0-12-1 0,-12 0-1 0,0-12 1 0,-12 12-1 0,0 11 0 0,13 1 0 0,-13 12-1 0,0 0 1 0,0 12 0 0,11 12 1 0,0 0 0 0,26 1 0 0,-24-1-1 0,22-12 0 0,-10 0 1 0,-1-12-1 0,0 12 2 0,1-12-1 0,-13-12 0 0,0 0 1 0,-12 0 0 0,0-24-2 0,0 12 1 0,0-13 0 0,0-11-1 0,-12 24 0 0,12 11 0 0,12-10 0 0,12 11 0 0,0 12 0 0,12 0 0 0,1 0 0 0,-13 0 0 0,0 35 0 0,0-11 1 0,0 61 3 0,-24-36-4 0,0-25 0 0,0 0 0 0,0-12 0 0,13 1 2 0,-13-13 2 0,0-13 5 0,0 1-8 0,0 0-1 0,13-24 1 0,-2 11-1 0,0-10 0 0,26-2-3 0,11 13 2 0,1 11 1 0,-25 2 0 0,0 11 0 0,-11 11-1 0,-2 2 1 0,-11-2 1 0,0 14 0 0,0 11-1 0,0-12 1 0,0 1-1 0,13-1 0 0,-1-12 1 0,0 0 0 0,0 0 0 0,13-12 0 0,-3-12 0 0,3 0 1 0,-12-12-2 0,-1 0 0 0,-12 0 0 0,-25 0 1 0,-11-13-2 0,0 0-1 0,12 26 2 0,12-2-1 0,12 13 1 0,0-11-2 0,12 11 1 0,37-12-1 0,47 12 2 0,-48 12 0 0,-12 12 1 0,1 0 0 0,-37-13 1 0,12 14 1 0,-12 0-1 0,0-1-1 0,0-13 1 0,-12 2-1 0,12-1 0 0,0 0 0 0,0-12 0 0,36-12 1 0,-24 0-3 0,0-12 1 0,13 11-1 0,-1-23 1 0,0 11-1 0,0 1 1 0,0 13-2 0,-13 11 2 0,2 11-1 0,-1 2 2 0,1-2 1 0,12 14-1 0,-3 0-3 0,27-14 3 0,0 2-1 0,-1-2 0 0,13-11 0 0,-1 0 1 0,-12-24 0 0,-11 0-1 0,-2-13 0 0,-35 13 1 0,-11 13 0 0,-50-13 1 0,37 24-1 0,0 11-1 0,12 2 1 0,12 11 1 0,0 0-2 0,0 24 0 0,25 1 0 0,-3 24-1 0,-9 11 1 0,13 1-1 0,-15 0 0 0,-11-13 1 0,-11-24 1 0,-15-24 3 0,-9-11 0 0,-38-26 1 0,36-22-5 0,1-2-3 0,24-11-30 0,0-13-127 0</inkml:trace>
  <inkml:trace contextRef="#ctx0" brushRef="#br0">13497 16933 63 0,'0'0'9'0,"0"-11"5"0,0-14 6 0,-11-11 3 0,0 12-10 0,-14 0-6 0,1 24-4 0,-49 11-1 0,49 13-1 0,12 13 1 0,-12 0-2 0,24-2 1 0,0 2 0 0,24-13 0 0,36-12 4 0,-47-12-2 0,11-24 2 0,-12 12-3 0,0-25-1 0,-12 13 1 0,12 0 0 0,-12 24-2 0,0 0 0 0,12 13 0 0,12 11 0 0,12 0 1 0,2 12-1 0,58 0-1 0,-60-23 1 0,0-13 1 0,-12-13 0 0,13 1-1 0,-25-24 2 0,-12-1-2 0,12 2 2 0,-12-50-3 0,-12 24 1 0,0 13 0 0,0 0 1 0,12 24 0 0,-13 11-1 0,13 13 1 0,-12 13-1 0,12 23 0 0,12-12 0 0,13 49 0 0,-13-25 1 0,0-13 0 0,24 15-1 0,-12-2-1 0,25 0 2 0,-13-24-1 0,0-11 0 0,0-13-1 0,1 0 1 0,-1-25 0 0,-12-11 0 0,0-12 1 0,1-26-2 0,-13-22-1 0,-12-50 4 0,0 99-2 0,0 23 0 0,-12 0 1 0,12 24-1 0,0 24 0 0,0 12 0 0,0 25 0 0,12 59 0 0,-12-59 0 0,24-26 1 0,-12 2-1 0,24 0 0 0,-12-1 0 0,13-24 2 0,-2 0-2 0,2-12 0 0,0 0 1 0,-1-24 0 0,-12 12-2 0,0-25 1 0,-12 13 1 0,-12-24-3 0,-12 11 1 0,0 26 0 0,-12-1 1 0,0 24-1 0,0-1 3 0,13 13-1 0,-3 0 0 0,14 13-1 0,0-13 0 0,25 13 0 0,11-13 0 0,0-12-1 0,0 0 2 0,13-12-1 0,0 0 0 0,-13-12 0 0,0-12 1 0,-12-1 0 0,0 1 0 0,-12 13 0 0,0 11 0 0,0-13-1 0,-12 13 0 0,12 13 1 0,-12-2-1 0,13 26 1 0,11-25-1 0,-12 12 0 0,12-12 0 0,0-12 1 0,-12 0-1 0,13 0 0 0,-13-12 1 0,12 12-1 0,-12-12 0 0,1-12 0 0,-2 24 0 0,2-13-1 0,-2 13 1 0,-11 13-1 0,11-13 1 0,3 24 0 0,11-12-1 0,-3 0 1 0,15 0 0 0,0 0-1 0,-2-12 0 0,-10 0 1 0,11-12 0 0,-24 0 1 0,13-12-1 0,-1-13 0 0,-12 2 1 0,-12-39-3 0,0 2 1 0,0 12 1 0,0-13 0 0,0 25 1 0,-12 12-1 0,12 36 0 0,0 0 0 0,-12 0 0 0,12 36 0 0,-12-1 1 0,12 27-1 0,12-15 0 0,0 15 0 0,12-26 1 0,-12-1 1 0,12 2-2 0,0 0-1 0,1-13 1 0,11-12 0 0,-25 0 0 0,2-12 0 0,23-12 1 0,-24 0-2 0,12-12 1 0,-11 0 1 0,-1-1-2 0,-12 25 1 0,12-12 0 0,-12 24-2 0,12 0 2 0,-12 12 0 0,24 0-1 0,0-11 1 0,13 11-1 0,-1-12-2 0,0 0 1 0,-12-12 0 0,13 0 2 0,-24 0 0 0,-2-12 1 0,0 0 0 0,2 0-1 0,-13 0 1 0,12-12-1 0,-12 0 0 0,0 11 1 0,-12 1-1 0,-1 0 0 0,13-1 0 0,-22 13 0 0,9 0 1 0,-11 0-2 0,-2 13 1 0,4-1-1 0,9 0 1 0,-11-12 0 0,24 13 0 0,-12-13 0 0,12 0 0 0,0 0 1 0,0 0-1 0,0-13 0 0,12 13 0 0,-12-12 0 0,0 12-1 0,12 0 1 0,-12 0 0 0,0 0 0 0,0 0 0 0,0 0 0 0,12 12 0 0,-12-12 0 0,0 13 0 0,13-2 0 0,-13 2 0 0,11-2 0 0,13 2 0 0,-11 11 0 0,-1-12 0 0,13 0 0 0,-3 0 0 0,-9-12 1 0,-1 0 0 0,26 0 0 0,-38-12 0 0,11-12 0 0,0 12-1 0,-11-13 1 0,-11 1-1 0,-14 0-1 0,-11 0 1 0,12 11 0 0,0 13 0 0,-13 0 0 0,24 0-1 0,13 0 1 0,0 13-1 0,13-13 1 0,12 12 0 0,0-12 0 0,10 0 0 0,1 0-1 0,0 0 1 0,1-12 0 0,-1-1 1 0,-12 13-2 0,1 0 1 0,-25 0 0 0,12 13 1 0,0-1-1 0,0 13 0 0,0-1 0 0,0 0 0 0,1-12 0 0,-2 0 0 0,14 0 0 0,-25-12 0 0,24 0 1 0,-12-24-3 0,12 12-1 0,0-12 0 0,0 0 1 0,2-1 1 0,-15 25 1 0,0-12 0 0,2 12 1 0,-13 0 2 0,12 12 1 0,12 13-1 0,-12-1-1 0,12 0-2 0,1 0 1 0,11-12-3 0,-12 0-6 0,1-12-17 0,-14 0-49 0,-11 0 12 0</inkml:trace>
  <inkml:trace contextRef="#ctx0" brushRef="#br0">15808 16486 115 0,'-24'-25'38'0,"24"14"-34"0,11 11-5 0,2-13 1 0,-13 26-57 0,0-2-27 0</inkml:trace>
  <inkml:trace contextRef="#ctx0" brushRef="#br0">15240 16692 80 0,'0'0'0'0,"0"0"15"0,48-12-5 0,-11 0 9 0,96-13-24 0,-109 38-42 0,-24-13-13 0</inkml:trace>
  <inkml:trace contextRef="#ctx0" brushRef="#br0">13801 16728 63 0,'-12'0'10'0,"0"-12"6"0,12 12-1 0,0 0 7 0,24 0-1 0,24 0-7 0,13 0-5 0,11 0 0 0,25-12 0 0,24 0-1 0,-12 0-2 0,12 0-3 0,-37 12-3 0,-47 0-16 0,-37 0-45 0,0 0-44 0</inkml:trace>
  <inkml:trace contextRef="#ctx0" brushRef="#br0">17284 16583 72 0,'0'-37'28'0,"0"26"-14"0,0 11-11 0,0 0 1 0,0 36 6 0,-12 23 0 0,24 3-3 0,-12-2-3 0,13 1-1 0,-2-26-1 0,-11 26-1 0,13-13 0 0,-2-23 4 0,-11-13 5 0,0-12 0 0,0 0-6 0,0-24-3 0,0 0 0 0,25 0-2 0,-13-1-2 0,25 0 1 0,-2 25 1 0,-9 0-1 0,-4 0 2 0,-9 25 0 0,-2 0 0 0,-11-14 1 0,-11 13 1 0,-13-11 1 0,-13-1 0 0,2 0-1 0,-2-12-3 0,0 0-1 0,13 0-12 0,0-12-33 0,24 12-34 0,13 0 43 0</inkml:trace>
  <inkml:trace contextRef="#ctx0" brushRef="#br0">17732 16872 55 0,'0'0'0'0,"-12"-11"42"0,12-2-27 0,-12 13 8 0,-1 0-6 0,13 0-7 0,0 13-5 0,0 11-1 0,13-12-1 0,-13 13-1 0,12-1-1 0,12-13 0 0,-24 14-1 0,25-25-5 0,-3 0-10 0,-9 0-23 0,11-25-74 0</inkml:trace>
  <inkml:trace contextRef="#ctx0" brushRef="#br0">17791 16546 69 0,'-22'-24'38'0,"-3"12"-30"0,13 12-1 0,36 0-5 0,60 73-116 0</inkml:trace>
  <inkml:trace contextRef="#ctx0" brushRef="#br0">18143 16848 53 0,'0'-11'22'0,"0"-2"-4"0,0-10 6 0,13-2 5 0,-13 12-11 0,-13 13-9 0,-11 0-5 0,-13 0-1 0,1 13 3 0,0 12-3 0,0 11-2 0,23-25-1 0,1 13 1 0,0 13-1 0,12-24 0 0,12 11 1 0,13-13-1 0,11 2 0 0,0-13 0 0,11-13 1 0,-21 2-1 0,-2-26 0 0,0 25 0 0,-24-24 0 0,0 23 0 0,0 2 0 0,0 11 0 0,0 11-1 0,0-11 2 0,0 24-1 0,11 1 0 0,2 0 0 0,11 10 0 0,2-22 0 0,-4-1 0 0,-9 0 0 0,-1-12 1 0,0-12-1 0,12-13 1 0,0-10-1 0,13-2 1 0,23-24 0 0,-23 26 0 0,-1 9 0 0,-11 2-1 0,-14 24 1 0,0 0-1 0,2 0 0 0,-13 24 0 0,12 2 0 0,-12 9 1 0,12-11-2 0,-12 0 2 0,0 1-2 0,-12 0 1 0,-13-14-1 0,-10 2 1 0,11-13 0 0,0-13 1 0,0 13 0 0,24-11-2 0,11 11 1 0,26-13 0 0,22 13 1 0,15 0-3 0,10 0 1 0,13 0 0 0,-12 0 1 0,-25-12 1 0,1 0-1 0,-25-25 0 0,-36 2 1 0,-25-2 1 0,-47 0 1 0,24 37-4 0,24 0 2 0,12 24-2 0,0-11 2 0,-1 48-1 0,26-50 0 0,-1 26 0 0,12-13 0 0,1 0 0 0,-3 0 0 0,17-11 0 0,-15-13 0 0,-2 0 0 0,3 0 0 0,23-48 0 0,-36 35-1 0,25-11-1 0,-1-13 0 0,1 26 0 0,-13 11 2 0,0 0 0 0,-24 11 0 0,0-11 4 0,0 13 0 0,0 11-3 0,-24 0 0 0,0-11 0 0,-1-2-1 0,1 2-2 0,24-2-5 0,0-11-37 0,0-11-101 0</inkml:trace>
  <inkml:trace contextRef="#ctx0" brushRef="#br0">19256 16861 26 0,'0'0'0'0,"0"-13"21"0,0 13-10 0,0-11 8 0,12-2 3 0,0 2-6 0,12-26-4 0,-11 24 0 0,9-22-3 0,-9 11-1 0,13 0-3 0,-15 0 0 0,13 11 0 0,-24 0 1 0,0 13-2 0,0 0-1 0,0 13-3 0,0 12 0 0,-11-1 0 0,22 0 1 0,0-1-1 0,14 1 0 0,-1 2 0 0,1-2 0 0,11 0 0 0,-36-13 1 0,12 2 0 0,-12-2 2 0,-12 2 4 0,-13-1-2 0,1-12-1 0,-24 0-3 0,13 0 0 0,11 0-2 0,10 0-7 0,2-12-61 0,24 12-48 0</inkml:trace>
  <inkml:trace contextRef="#ctx0" brushRef="#br0">4777 16716 27 0,'0'0'0'0,"0"-12"23"0,0 12-7 0,0 0 1 0,0-12-4 0,0 12-2 0,0 0-3 0,0 0-1 0,0 0-3 0,0 0 17 0,0 0-17 0,0-12-3 0,13 12 0 0,-1-12 0 0,-12 12 0 0,12 0-1 0,-12 0 0 0,12 0 0 0,0 12 0 0,-12 12 1 0,0-12 0 0,0 0-1 0,-12-1 0 0,0 2 2 0,12-13-2 0,-24 0 1 0,24 0 2 0,-13 0 0 0,2-13 0 0,11 13-1 0,11-11-1 0,-11-1-2 0,13 12-4 0,11 0-50 0,-24 0-18 0</inkml:trace>
  <inkml:trace contextRef="#ctx0" brushRef="#br0">3483 17888 36 0,'0'0'13'0,"0"0"27"0,0 13-28 0,0-1-4 0,0 24 1 0,0 1-2 0,0 11-3 0,0 13-2 0,0-13 0 0,0 1 2 0,0-1 1 0,0-24 1 0,0-13 0 0,0 2 0 0,0-13-3 0,0 0-1 0,-13 0-2 0,13-24 0 0,0 0-2 0,13 12-2 0,0-12 0 0,0 0 1 0,9 10 1 0,2 14 1 0,1 0 0 0,-1 0 1 0,13 0 1 0,-13 0-1 0,0 0 0 0,0-11 0 0,-11-1 0 0,11 12 1 0,-12-24 0 0,-12 0 1 0,12-13-1 0,-12 13 0 0,0-12 1 0,0 0 0 0,-12 12 0 0,12-1-1 0,0 13-1 0,-12-1 1 0,12 26 0 0,0 11 0 0,0 13 1 0,12-1 0 0,-12 24-3 0,12 1 1 0,0-14 0 0,0 3 0 0,12-2 1 0,0-24-1 0,0-13 1 0,2-11-3 0,9-11 0 0,-23-2 1 0,24-22-1 0,-24 11 0 0,0 0 1 0,1-2 1 0,-13 3-2 0,0 11 0 0,0 24 2 0,0 0 0 0,0 13 0 0,12-1-1 0,0 0 0 0,12 12-5 0,0-25-18 0,-12 2-17 0,25-2-9 0,-37-11 23 0</inkml:trace>
  <inkml:trace contextRef="#ctx0" brushRef="#br0">4088 17925 35 0,'0'0'0'0,"-12"-12"16"0,12 0-7 0,-12-1-4 0,0 13-5 0,12-11-3 0</inkml:trace>
  <inkml:trace contextRef="#ctx0" brushRef="#br0">4512 18155 69 0,'0'0'12'0,"-12"0"-4"0,-13-12 5 0,1 0 7 0,-12 12-7 0,-1-12-8 0,13 12-4 0,-12 0 0 0,23 0 1 0,-9 24-2 0,9-1 0 0,13-9 1 0,0 10-1 0,24 0 1 0,24-1 0 0,-12-23-1 0,37 13 0 0,-49-2-1 0,1 13 0 0,-1 2 0 0,-12 46 1 0,-12 0 5 0,-24-35 1 0,-1-13-2 0,-11-12 1 0,0-12-2 0,-1 0-2 0,25-12-1 0,0-25-2 0,0 13-1 0,24-11-3 0,24-2-3 0,13-11 1 0,48-61 1 0,-48 61 9 0,-14-13 2 0,-10 1 4 0,-13 11 3 0,1-11-2 0,-13 11-2 0,-13 13-1 0,-12 23-2 0,13 2-3 0,-1-2 0 0,2 26 0 0,11 47-2 0,11 37 0 0,14 12-1 0,13-12 0 0,-16-62 3 0,-9-35 2 0,11-35-4 0,-12-1-2 0,24-1 0 0,-23 49 3 0,-1 37 0 0,24-13-19 0,13-25-133 0</inkml:trace>
  <inkml:trace contextRef="#ctx0" brushRef="#br0">5768 18083 63 0,'-11'-12'16'0,"0"-1"32"0,-13 1-24 0,11 24-10 0,1 49-7 0,24 48-7 0,1 23-3 0,-2-10-38 0,-11-62-79 0</inkml:trace>
  <inkml:trace contextRef="#ctx0" brushRef="#br0">5612 18046 62 0,'0'0'0'0,"12"-12"40"0,49-12 6 0,22 24-28 0,-22 48-13 0,-37 1-1 0,-48 24-1 0,-37-37-7 0,2-12-52 0,35-24-57 0</inkml:trace>
  <inkml:trace contextRef="#ctx0" brushRef="#br0">6036 18071 43 0,'0'0'14'0,"0"0"-9"0,12 12 0 0,-12 12 7 0,0 0 3 0,12 0-5 0,-12 1-2 0,0-1 7 0,12-12 8 0,-12-12-11 0,0-12 5 0,0-12-12 0,0-13-3 0,0 13 0 0,0 0-2 0,0 0-3 0,12-13-9 0,13 25-27 0,-3 0-11 0,2 12-26 0</inkml:trace>
  <inkml:trace contextRef="#ctx0" brushRef="#br0">6447 18180 57 0,'0'0'18'0,"0"-14"-6"0,12 14 10 0,0-23 2 0,0-1-12 0,36-12-6 0,-35 11-5 0,-1 1 0 0,-12 12-1 0,-12 0 0 0,-49 12 0 0,25 0 1 0,0 24 0 0,11-12 1 0,13 13 2 0,0 11 0 0,48 0-1 0,1-13-3 0,11-9-7 0,0-2-14 0,13 0-16 0,-1 0-6 0,25-24-16 0</inkml:trace>
  <inkml:trace contextRef="#ctx0" brushRef="#br0">6918 18034 18 0,'0'0'28'0,"-13"0"-2"0,13-12-6 0,-11 0-7 0,0 12-2 0,-14 0-1 0,-11 24 6 0,36 13-10 0,-12-13-1 0,0 12-2 0,12-12-1 0,12 13 2 0,0-25-2 0,24 0-1 0,0 0-13 0,13-12-67 0,-37-12 23 0</inkml:trace>
  <inkml:trace contextRef="#ctx0" brushRef="#br0">7801 18046 67 0,'0'0'12'0,"0"-12"0"0,0 12-3 0,26-12 2 0,-15 12-5 0,25 0-3 0,0 0-2 0,-12 12 1 0,1 12 1 0,-13 1 3 0,-12-1 6 0,0 0 3 0,0-24-3 0,-12 12-3 0,-13-12-2 0,25-24-4 0,-12 12-1 0,12-12-2 0,12-1-5 0,1 1-11 0,23-12-16 0,1 24-19 0,11-1-29 0</inkml:trace>
  <inkml:trace contextRef="#ctx0" brushRef="#br0">8346 18143 62 0,'0'0'20'0,"0"-12"-4"0,0 12 4 0,0-24 3 0,0 12-8 0,12-12-9 0,12-1-3 0,-24-11-1 0,25 24-1 0,-25-24 0 0,0 23-1 0,0-11-1 0,-25 12 1 0,1 12 0 0,0 0-1 0,-1 12 2 0,1 25-2 0,12-13 1 0,0 12 1 0,24 0 0 0,24 13-1 0,-11-25 0 0,48 0-5 0,-1-13-12 0,0 3-16 0,1-14-8 0,-1-14 6 0,-11-9 12 0,-37 11 12 0</inkml:trace>
  <inkml:trace contextRef="#ctx0" brushRef="#br0">8866 17888 8 0,'0'-11'11'0,"-12"-13"5"0,-12-24 3 0,-12-49 7 0,-1 35 2 0,25 39-4 0,0 11-15 0,12 12-4 0,0 24 3 0,0-13-1 0,0 27-1 0,0 57-2 0,12-34-4 0,0 72-2 0,-12-72-5 0,12-12-15 0,13-13-13 0,-25-12-10 0,11-12-13 0</inkml:trace>
  <inkml:trace contextRef="#ctx0" brushRef="#br0">8588 18022 43 0,'0'0'16'0,"-11"-12"-4"0,11 12-3 0,0 0 9 0,22-12-3 0,3 12-6 0,23 0 0 0,25-12 0 0,-13 12-4 0,14 0-1 0,-15 0 1 0,-11 12-1 0,-11-12 0 0,-25 12 1 0,0 0-3 0,-12 0 0 0,0 0-1 0,0 25-1 0,-12-25 1 0,12 12-1 0,12 0 0 0,-12-12 1 0,12-1 0 0,0 3 3 0,-12-14-1 0,0 0-1 0,0-14-2 0,0 3 1 0,0-25-1 0,0 24 1 0,13-24-2 0,-1 23 0 0,24-23 0 0,0 24 1 0,-1 0 0 0,15 12 0 0,-2 0 1 0,-24 0 0 0,2 12 1 0,9 0 0 0,-35 12-1 0,0-12 0 0,0 13-1 0,0-1-1 0,0-12-3 0,0 0-11 0,0 0-16 0,12 0-41 0,0-12 22 0</inkml:trace>
  <inkml:trace contextRef="#ctx0" brushRef="#br0">9338 17635 76 0,'-13'-24'28'0,"-11"0"-22"0,24 12-2 0,0-1-4 0,12 13-1 0,13 13-16 0,10 23-55 0</inkml:trace>
  <inkml:trace contextRef="#ctx0" brushRef="#br0">9579 18119 62 0,'0'0'10'0,"13"-12"18"0,-13 12-11 0,24 0-7 0,-12-12-10 0,24 12 0 0,-12-12 0 0,13 0 1 0,-24-1-1 0,22-11 1 0,-35 0-1 0,0 0 1 0,-13-13-1 0,-9 26 1 0,9-2 0 0,-24 13-1 0,13 0 1 0,0 24 0 0,12 0-1 0,12 13 1 0,-12-1-1 0,36 1 1 0,-11-13-1 0,22 0 1 0,2 0 0 0,-13-13-1 0,12-11 1 0,-12 0-1 0,0 0 1 0,1-35 0 0,-1 11-1 0,0-12 1 0,-12-1 0 0,0 1 0 0,0 11 0 0,1 1 0 0,-13 13 0 0,11 11 0 0,-11 0 0 0,0 24 0 0,25 48 1 0,0-48-2 0,-14 13 1 0,24-13 0 0,-22-12 0 0,24 0-1 0,-24 0 1 0,9-12 0 0,-9-12-1 0,11-12 1 0,0 12 0 0,0-24-1 0,-11 11 1 0,11 1 0 0,0 0-1 0,12 12 1 0,1 12-1 0,0-13 0 0,-2 13 1 0,1 13-1 0,-11-1 1 0,-1 12-1 0,-13-12 0 0,-22 12 1 0,-50 13 0 0,26-25-1 0,11 0 0 0,-1 0 1 0,13 0-1 0,12-12 0 0,37 0 1 0,-2 0-1 0,1-12 1 0,0 0-1 0,-12 0 1 0,1 0-1 0,-13 0 0 0,-12 12 1 0,0 0-1 0,0 12 0 0,12 24 1 0,0-24-1 0,37 25 1 0,-13-25-1 0,-11-12 0 0,11-12 1 0,0-2-1 0,-1-21 0 0,39-98 2 0,-74 73-2 0,11-14 1 0,-11-58-1 0,0 35 0 0,-11 61 1 0,0 36-1 0,-2 0 1 0,13 36-1 0,-13-25 0 0,0 75 1 0,13-39 0 0,0 14 0 0,26 12-1 0,-13-13 1 0,22 1-1 0,1-12 0 0,0-13 0 0,-11-12-2 0</inkml:trace>
  <inkml:trace contextRef="#ctx0" brushRef="#br0">11914 17913 77 0,'0'0'0'0,"-12"-12"39"0,12 12-26 0,-12 0-3 0,0 0 1 0,12 12-1 0,-12 13-4 0,12 10-3 0,0 2-3 0,12-1 0 0,0 1 0 0,0-1-2 0,0-12-8 0,-12-12-22 0,12-12-59 0</inkml:trace>
  <inkml:trace contextRef="#ctx0" brushRef="#br0">11914 17611 109 0,'0'-12'3'0,"-12"12"-3"0,24 0-1 0,12 0-10 0,0 24-40 0,0-24 13 0</inkml:trace>
  <inkml:trace contextRef="#ctx0" brushRef="#br0">12373 17840 74 0,'-13'0'8'0,"2"0"3"0,0 0 5 0,-26 0 0 0,1-11-6 0,-1 11-7 0,13 0-3 0,0 0 1 0,12 11-1 0,12 2 2 0,0 11-1 0,36 0 0 0,-12-12 1 0,25 24 0 0,-13-12 1 0,0 1 2 0,1 23 18 0,-24-36-14 0,-39 1-3 0,2-13-1 0,-12 0-3 0,-12 0-1 0,11-13-6 0,1 1-32 0,12-12-99 0</inkml:trace>
  <inkml:trace contextRef="#ctx0" brushRef="#br0">13232 17696 63 0,'0'0'0'0,"0"-37"18"0,0-11 3 0,0 12 4 0,12-1 1 0,-12 25-15 0,-12 12-10 0,12 12 2 0,0 37 2 0,-12-25-3 0,12 24-2 0,0 1 0 0,-12 11 1 0,12 1-1 0,0-2 0 0,0 2 0 0,0-24 0 0,12-25 1 0,0 0-1 0,12-24 1 0,0 0-1 0,13-25 0 0,-1 13 1 0,-12-13-1 0,13 26 0 0,-13-13 0 0,0 11 1 0,-11 13-1 0,-2 13 0 0,0 11 0 0,2 0 0 0,12 13 0 0,11-2 1 0,0-10-1 0,0-1 0 0,13-12 0 0,-1-12 0 0,-11 0 0 0,-25-12 1 0,12-12-1 0,-24 12 0 0,0-25 0 0,-24 13 1 0,12 0-1 0,-13 24 0 0,1-13 0 0,12 13 0 0,0 13 1 0,0-1-1 0,12 13 0 0,0-1 0 0,24 0 0 0,12 0 0 0,-11 0 0 0,23-12 0 0,-11 0 0 0,11-12 0 0,0-12 0 0,0-12 0 0,0-12 0 0,-11-1 0 0,-13-24 0 0,-12 2 0 0,-12-74 0 0,-12 36 1 0,-12 36 0 0,12 25 0 0,0 36-2 0,-1 0 1 0,2 36 1 0,-2 13-1 0,13-25 0 0,0 24 0 0,13 13 0 0,-2-2 0 0,14 15 0 0,11-2 0 0,0-11 0 0,13-13 0 0,0-24 0 0,-14 1 0 0,2-25 0 0,-2 0 0 0,-10-25 0 0,-13 13 0 0,0-24 0 0,2 24 0 0,-3-13 0 0,-11 1 0 0,0 24 0 0,0 0 0 0,0 0 0 0,11 0 0 0,2 13 0 0,-1-2 0 0,24 14 0 0,-12-13 0 0,-12-12 0 0,1 0 0 0,-1 0 0 0,-12-24 1 0,0 0-1 0,0 11 0 0,-12-11 0 0,-1 0 1 0,13 24-1 0,0-13 1 0,0 13-1 0,0 0 0 0,0 13 1 0,0 11-1 0,-12 0 0 0,12 0 1 0,0 13-1 0,0 11 0 0,0 1 0 0,0 10 1 0,12 3-1 0,1-2 0 0,-1 1 0 0,-12-13 0 0,12-11 0 0,0-13 1 0,-12-13-1 0,0 2 0 0,0-13 0 0,-12-13 1 0,0-11-1 0,0 0 0 0,-13-13 1 0,1-11-1 0,0 0 0 0,12-12 1 0,-13-13-1 0,14 1 0 0,0-1 1 0,11 1-1 0,0 11 0 0,35 13 1 0,-11 11-1 0,12 13 0 0,1 24 0 0,-1 11 0 0,0 2 0 0,-12 12 1 0,-24 11-1 0,0-12 0 0,-24 0 0 0,0 0 0 0,-12-11 0 0,-1-13 0 0,1 11 1 0,12-11-1 0,12 0 0 0,24 0 0 0,12 0-1 0,12 13 1 0,25-2-1 0,-1 2 1 0,1-13-1 0,-1 12 1 0,-11-12 0 0,-13-12-1 0,-12-12 1 0,-12 0-1 0,-12 11 1 0,0-24 0 0,0 2-1 0,-12-1 1 0,12-2 0 0,0 14-1 0,0 1 1 0,0-13 0 0,0 12-4 0,-12 11 5 0,12 13-1 0,0 0 1 0,0 0-1 0,12 0 0 0,-12 0 1 0,0 0-1 0,0 13 0 0,0 23 0 0,0 0 0 0,12 25 1 0,12 35-1 0,1-11 0 0,-1 0 0 0,0-13 0 0,13 1 0 0,-26-14 0 0,0-21 0 0,3-26 1 0,-14-12-1 0,-14 0 0 0,-8-37 0 0,9 0 0 0,-23 2 0 0,12-26 1 0,0 13-1 0,11-13 0 0,13 25 0 0,0-12 0 0,37 24 0 0,-1 11 0 0,1 1 0 0,11 12 0 0,-13 0 0 0,-11 0 0 0,-11 12 0 0,-1 1 0 0,0 11 0 0,-12 0 0 0,0-12 0 0,0 24 0 0,13-24 0 0,11 0 0 0,-13 1 0 0,26-1 0 0,-1-12 0 0,-11 0 0 0,-1-25 0 0,0 13 0 0,1-12 1 0,-3 0-1 0,-22 12 0 0,13-1 0 0,0 2 0 0,-13 11 0 0,0 0 0 0,0 11 0 0,12 2 0 0,0-1 0 0,12 24 0 0,-13-24 0 0,26 13 0 0,-13-13 0 0,13 0 0 0,-13 0 0 0,0-12 0 0,12-12 0 0,-11-12 0 0,-1-13 1 0,0-11-1 0,-12-13 0 0,1 0 0 0,-13-35 4 0,0 12-4 0,-13 35 0 0,1 37-1 0,0 12 1 0,0 12 0 0,12 12 0 0,-12 1 0 0,12 11 0 0,0 12 0 0,0 1 0 0,0 11 0 0,24 1 0 0,0-1 0 0,11-12 0 0,3-11-1 0,9-1 0 0,16-24-2 0</inkml:trace>
  <inkml:trace contextRef="#ctx0" brushRef="#br0">16704 17986 66 0,'0'0'0'0,"13"0"25"0,34 0 8 0,-11 12-19 0,13-12-5 0,-1 0-5 0,0-12 1 0,-11-1 0 0,-13-11-2 0,-11 13-2 0,-2-26 0 0,-11 13-1 0,-24 0 0 0,0 0 0 0,0 24 0 0,0 0-1 0,11 0 1 0,-11 72 1 0,36-35-2 0,0-2 1 0,25 14 0 0,0-13 0 0,-2-11 1 0,1-13 0 0,2 0 1 0,-3-12 0 0,25-24 1 0,-48-1-1 0,13-11-1 0,-1 0 1 0,-12-1-1 0,0 1 0 0,-12 11-1 0,13 1 1 0,-13 13-1 0,11 11-1 0,-11 0 1 0,13 11 0 0,11 13 0 0,-12 1-1 0,13 0 1 0,-14-1 1 0,2-13-1 0,-2 2 1 0,-11-1 1 0,11-12 0 0,-11 0-1 0,13-12-1 0,-13-12 0 0,12 11-1 0,2-11 1 0,8 0-2 0,-9 0 1 0,23 11 0 0,-12 13 0 0,13-11 1 0,-1 11 0 0,-12 11 0 0,12-11 2 0,1 13-2 0,-13-2 0 0,0-11 1 0,-13 0 0 0,-11 0 0 0,13 0-2 0,-26 0 1 0,2-11-1 0,-13-2 1 0,12 13 0 0,-12 0-1 0,12 0 1 0,-1 13 0 0,13 23 0 0,0 0-1 0,13-12 2 0,11 13 0 0,13-13-1 0,-15 0 1 0,15-11 0 0,0-1 0 0,-13-12 0 0,0-12 0 0,12-13 0 0,-11 1-1 0,-1-12 1 0,-12 12-1 0,12 0 2 0,-12-1-2 0,0 13 1 0,-12 12-1 0,13 0 0 0,-13 12 1 0,11 13-2 0,-11-1 1 0,11 0 0 0,3 0 1 0,-2 12-2 0,0-24 3 0,0 1 0 0,1-13 0 0,-2 0-1 0,13 0 1 0,-12-25-2 0,13 1 0 0,-12 0 0 0,9-1 0 0,3 1-1 0,-13 0 0 0,0 12 0 0,0 12 0 0,-12 0 2 0,12 12-2 0,0 12 2 0,1 0-1 0,11 1 1 0,-12-1 0 0,24 0 1 0,-11-24-1 0,11 12-2 0,-12-24-3 0,1 0 3 0,-3-12-1 0</inkml:trace>
  <inkml:trace contextRef="#ctx0" brushRef="#br0">19352 17962 24 0,'0'0'6'0,"12"0"48"0,-12 0-43 0,25-13 0 0,-12 13 0 0,9-24-2 0,3 12-3 0,-1 0-1 0,-24-12-1 0,12 0 0 0,1 11 0 0,-13 2-1 0,0-1-2 0,0 12-1 0,-13 0 2 0,13 12-1 0,0-1 0 0,0 26 1 0,0-13-2 0,0 13 0 0,13-13-1 0,-2 0-5 0,14-12-17 0,-1 0-33 0,-12-12-9 0</inkml:trace>
  <inkml:trace contextRef="#ctx0" brushRef="#br0">19655 17587 78 0,'0'0'0'0,"-12"-25"25"0,-25 14-19 0,26-2 0 0,11 13-5 0,0 0-4 0,24 24-24 0,24 1-56 0</inkml:trace>
  <inkml:trace contextRef="#ctx0" brushRef="#br0">20163 17599 35 0,'0'0'0'0,"-24"-37"32"0,-13 13-18 0,2 0 5 0,-14 12-1 0,24 0-8 0,1 12-6 0,12 12 1 0,0 24 3 0,0 49 8 0,0-49-16 0,12 60 1 0,0-46-1 0,-12 9 1 0,12 2 0 0,-12 0-1 0,12-13 1 0,-12-11-1 0,12-13 1 0,0-12 0 0,0 0-1 0,0-12-1 0,-13 0-1 0</inkml:trace>
  <inkml:trace contextRef="#ctx0" brushRef="#br0">19726 17888 79 0,'0'0'0'0,"26"0"25"0,-2-11 5 0,24 11-6 0,25-13-18 0,-1 2-7 0,1-2-24 0,-2 13-101 0</inkml:trace>
  <inkml:trace contextRef="#ctx0" brushRef="#br0">20913 17901 14 0,'0'0'0'0,"0"0"14"0,0 12 4 0,13-12 7 0,-13 0-6 0,11 0-5 0,-11 0-1 0,11 0-2 0,2-12-3 0,-1-12 0 0,37-24-1 0,-25-2-5 0,24-33-1 0,-36-2 0 0,0 12 0 0,0 12-1 0,-12 13 0 0,-12 11 1 0,12 37-1 0,-12 0 1 0,0 26-1 0,0 22 0 0,0 12 0 0,12 1 1 0,0-13-1 0,0 13 1 0,0-2-1 0,24 50 0 0,-12-72 0 0,0-25 0 0,25 0 0 0,-13-12 0 0,36-37 1 0,-36 26-1 0,1-13 0 0,11 0 1 0,-25 24-1 0,2-12 0 0,-13 24 0 0,24 47 1 0,-12-22-1 0,13-24 0 0,-1 11 1 0,0-24-1 0,0 11 0 0,0-22 0 0,-12-2 1 0,1 2-1 0,-13-26 0 0,-13 13 1 0,-11 0-1 0,-12-12 0 0,12 24 0 0,0-1 1 0,11 0-1 0,1 2 0 0,12 11 0 0,12 0 0 0,12 0 1 0,13 0-1 0,-13 0 0 0,12-13 0 0,1 13 0 0,-13 0 1 0,0 0-1 0,-11 0 0 0,-2 13 0 0,0-2 0 0,-11 15 0 0,0-2 1 0,13 0-1 0,-13-24 0 0,13 11 0 0,11-11 0 0,-11 0 0 0,-2 0 1 0,25-11-1 0,-12-2 0 0,1 2-1 0,-1-1 1 0,0 0 0 0,0-1 0 0,-12 13 0 0,0-13 0 0,0 13 0 0,1-11 0 0,-1-2 0 0,-12 2 0 0,0-1 0 0,0 0 0 0,0 0 0 0,0 12 0 0,0 12 0 0,0 0 0 0,12 24 0 0,0 1 0 0,13 11 0 0,-14 12 0 0,2 13 0 0,-2-13 1 0,-11 1-1 0,0-13 0 0,-11-11 0 0,-26-13 1 0,1-24 0 0,-1 0-1 0,-11-12 1 0,11-26 0 0,1 3 0 0,12 11-1 0,12-12-1 0,12 11-1 0</inkml:trace>
  <inkml:trace contextRef="#ctx0" brushRef="#br0">22800 17744 95 0,'-13'-12'14'0,"0"12"-4"0,2-12 1 0,-13 0 6 0,0 12-2 0,0 12-8 0,0 12-5 0,-1 0-1 0,13 13-1 0,0-2 1 0,36 26-1 0,13-37-1 0,-1-11-3 0,23-2-2 0,-9-11 4 0,-2-11 1 0,0-2 2 0,-24-11-1 0,1 11 2 0,-13 2 1 0,-12-2-1 0,0 2-2 0,0 11-1 0,0 0 0 0,0 11 2 0,0-11 0 0,0 0 0 0,0-11 0 0,-12-13 1 0,12 12 0 0,-12 0 1 0,-1-14-1 0,13 2-2 0,0 24 0 0,25-11 0 0,-1 11 0 0,12 0 0 0,1 11-1 0,-13 2 1 0,12-2-1 0,-12 15 1 0,-13-14 0 0,2 11 0 0,-13 1 0 0,0 0 0 0,0-11 1 0,0-1 3 0,0-12 0 0,13-12-2 0,-13-1-1 0,12-22-1 0,24-13 1 0,-25 22-3 0,14 2 1 0,-25 13-1 0,12 11 0 0,0 0 1 0,2 0 1 0,-3 24 0 0,0-13-1 0,2 27 1 0,-1-15 0 0,36 25 1 0,-11-23-2 0,-13-13 0 0,12-12 1 0,0 0 0 0,1-24 0 0,35-122 1 0,-60 63-1 0,-12-2 1 0,0 12 0 0,0 12-1 0,0 26 0 0,0 22 1 0,0 0-2 0,0 26 1 0,0 11 0 0,0 24 1 0,0 1 0 0,0 24-1 0,0-37 1 0,12 13-1 0,-12-1 0 0,12-1 0 0,-12 3 0 0,0-15 0 0,-12-22 0 0,0-2 0 0,-24-11 0 0,12-11 0 0,-12-13 0 0,11-12 0 0,1 11 0 0,12 1 0 0,24 0 0 0,1 12 0 0,35 12-1 0,11 0 1 0,15 0 0 0,-2 0-1 0,1 0 1 0,-12 0-1 0,-13 0 1 0,-24-12 0 0,-24-12-1 0,-24 24-2 0,-2 0 3 0,-9 0 0 0,11 12 0 0,0 12 0 0,0 12 0 0,24 1 0 0,12-2 1 0,12-11-1 0,25 13 0 0,-1-25 0 0,0 0 0 0,0-12 0 0,0-24 1 0,1 0-1 0,-13-13 0 0,1 14 0 0,-13-15 0 0,12 27 1 0,-12-13-1 0,1 24 0 0,-13 11 0 0,12 2 0 0,-13 11 0 0,-11 13 1 0,-11-13-1 0,0 11 0 0,-14-22 0 0,0-1 0 0,14-12 1 0,-2 0-1 0,2 0 0 0,22-12 0 0,26-1 0 0,0 2 0 0,9-13 0 0,4 11 0 0,-15 2 0 0,2-1 0 0,-25 0 0 0,0-1 0 0,-12 13 0 0,-12 0 0 0,0 0 0 0,0 0 0 0,0 13 0 0,-1-1 0 0,26 11 0 0,-1 1 0 0,24-11 0 0,13-2 0 0,-1 2-1 0,13-13 1 0,-13-13 0 0,0-11 0 0,-11 0 0 0,11-37-3 0,-12-34 3 0,-36 10 0 0,0 0 1 0,0 13 0 0,12 35-1 0,-12 13 0 0,0 24-1 0,0 0 1 0,-12 37 1 0,0-2 0 0,12 26-1 0,-12 0 1 0,12-13 0 0,0 1-1 0,0-13 0 0,0 11 0 0,0-10 0 0,0 0 0 0,-12-13 0 0,0-24 0 0,-13 0 0 0,14-36 0 0,-14 11 0 0,13-47 0 0,12 11-1 0,26 37 2 0,21 0-2 0,1 12 0 0,13 12-3 0,11 0-33 0,-23 12-72 0</inkml:trace>
  <inkml:trace contextRef="#ctx0" brushRef="#br0">25642 17864 57 0,'0'0'6'0,"0"0"-4"0,12 0 5 0,12 0 7 0,-12 0-1 0,12 0-4 0,1 24 2 0,-13-11-5 0,-12-1 3 0,12 0-6 0,-12-12-6 0,12 13-22 0,12-26-74 0</inkml:trace>
  <inkml:trace contextRef="#ctx0" brushRef="#br0">25775 17502 70 0,'0'0'0'0,"0"-12"25"0,0-1-24 0,0 2-2 0,24 11-11 0,12 11-53 0</inkml:trace>
  <inkml:trace contextRef="#ctx0" brushRef="#br0">26065 17696 64 0,'0'0'13'0,"-24"-12"-1"0,-1 0 5 0,14-1-3 0,-13 13-8 0,24 0-6 0,0 13 0 0,0-1 0 0,13 24 0 0,9-12 0 0,27 49 0 0,-25-37 0 0,-12-1 1 0,-24-35-1 0,-24 0 1 0,-1-11 0 0,2-13-1 0,10 11-2 0</inkml:trace>
  <inkml:trace contextRef="#ctx0" brushRef="#br0">25799 17744 34 0,'0'0'0'0,"-12"-12"25"0,12 0 2 0,-12-12 1 0,0 0-6 0,12 11-9 0,-12 13-8 0,12 13-2 0,0-13-3 0,0 24 0 0,0 12 0 0,0 0 0 0,12 25-2 0</inkml:trace>
  <inkml:trace contextRef="#ctx0" brushRef="#br0">27081 17696 43 0,'0'0'0'0,"-13"-12"23"0,-9-13-9 0,-15 12 6 0,-11 2 0 0,-13-1-3 0,37 12-14 0,-13 36 0 0,25-23-3 0,36 23 0 0,1 0 0 0,23-1 0 0,0 3 0 0,-11-2 1 0,0-1-1 0,-15-10 0 0,-22-13 1 0,-22-12 0 0,-15 0 0 0,0 0 0 0,-11 0 0 0,0-12-1 0,-1 0 1 0,12 12-2 0,26 0-1 0</inkml:trace>
  <inkml:trace contextRef="#ctx0" brushRef="#br0">27190 17720 78 0,'0'0'14'0,"0"-12"-2"0,0 12 23 0,0 12-24 0,0 12-7 0,12 0-2 0,0 13 1 0,0-2-2 0,13 2 0 0,-1-13 0 0,36 0 3 0,-23-24-2 0,11-37 1 0,-35 2 0 0,-2-1-1 0,0-2 0 0,2 3 0 0,-13 11-3 0,12 12 1 0,-12 12 0 0,12 0 1 0,14 12-1 0,-15 12 0 0,25 0-2 0,-24 13 2 0,24-13-1 0,1 0 2 0,-13 0-1 0,24-13 1 0,-24-11 2 0,-11-24 1 0,11 13 0 0,-12-25 0 0,0 11-2 0,1 1-2 0,-2-24 0 0,0 12 1 0,-11 24-2 0,0 24 1 0,0 0 0 0,13 36 0 0,-13 0 0 0,0 13 0 0,0 11 0 0,-13 13 0 0,13 0-1 0,-11 0 1 0,11-25 0 0,0-12 0 0,0-11 0 0,-11-26 0 0,11-11 0 0,-13-11 0 0,1-26 0 0,0-11 0 0,0-12 0 0,12-1 0 0,0-12 0 0,0 13 0 0,24-25 0 0,12 24-1 0,0 0 1 0,13 14 0 0,-1 23-1 0,-12 24 1 0,1 0 0 0,-25 24 0 0,12-1-1 0,-24 14 1 0,-12-12 0 0,0 11 0 0,-25-25-1 0,1 13 1 0,12-24 0 0,-1 13 0 0,14-13-1 0,0 0 0 0,11-13 0 0,22 13 0 0,15-11 0 0,11 11 0 0,13 0 0 0,-12-13 0 0,11 2 0 0,-13 11 0 0,3-24 0 0,-26 12 1 0,-13-13 0 0,-11 12-1 0,0 2 1 0,0 11 0 0,-11 0 0 0,0 11 0 0,11 27 0 0,0-2 0 0,0 24 0 0,0 13 0 0,0-13 0 0,11 13 0 0,-11 0 0 0,-11-25 0 0,-2 0 0 0,1-23 0 0,-13-13 0 0,12-12 0 0,2-12 0 0,0-13 1 0,-2-12-1 0,1-10 0 0,12-14 0 0,-12 1 1 0,12-13-1 0,12 12 1 0,0-11-1 0,36-13 0 0,13-11 4 0,11 59-6 0,-23 24 2 0,-25 26 0 0,0 0 0 0,0-1 0 0,-11 24 0 0,-1-12 0 0,-12 11 0 0,0 3 0 0,-25-2 0 0,-11-12 0 0,0-24 0 0,-13 11 0 0,13-11 0 0,24 0 0 0,-12-11 0 0,24 11 0 0,11 0 0 0,14 0-1 0,24 0 1 0,-1 0 0 0,12 0 0 0,1 0-1 0,-2 11 1 0,-9-11 0 0,-15-11-1 0,-10 11 1 0,-13-13 0 0,-12 2 0 0,0 11-1 0,-24-13 1 0,24 13 0 0,-24 13 0 0,13 11 0 0,11-13 0 0,0 14 0 0,11-13 0 0,13 12 0 0,0-11 0 0,0-13 0 0,0 11 0 0,13-22 0 0,-13-2 0 0,-12-23 0 0,1 11 0 0,-13-10 0 0,-13-1 0 0,-11-2 0 0,12 14 0 0,-25 13 0 0,13-1 0 0,0 12 0 0,12 0 0 0,0 12 0 0,12-1 0 0,0 2 0 0,24-2 0 0,0 2 0 0,0-13 0 0,13 0 0 0,-13 0 0 0,12-13 0 0,-11 2 0 0,11-2 0 0,-12 2 1 0,11 11-1 0,4 0 0 0,-17 0 0 0,15 11 0 0,-13 13 0 0,0 14 0 0,-11-2 0 0,-1-1 0 0,-12 2 0 0,0 0 0 0,0-13 0 0,0-12 0 0,-12 0 0 0,-1-12 0 0,1 0 0 0,0-24 1 0,12-13-1 0,0 1 0 0,0 0 1 0,12-1-1 0,13 2 0 0,-13-2 0 0,12 13 1 0,37-24 3 0,-13 24-6 0,-36 24 2 0,0 0 0 0,12 12 0 0,-13 0-1 0,2 12 1 0,-2 0 0 0,3 0 0 0,-2-13 0 0,12 2 0 0,-13 0 0 0,26-1 0 0,-13-12-1 0,0-12 1 0,13-14 0 0,-1-21-6 0,1-13 5 0,-25-13 1 0,-12 12 0 0,0 0 0 0,0 13 1 0,-12 11 0 0,12 13-1 0,-13 24 0 0,1 0 1 0,12 13-1 0,0 24 0 0,-12-2 0 0,12 26 1 0,0 0-1 0,0-25 1 0,12 12-1 0,-12 25 0 0,12-37 0 0,1 49 0 0,-13-25 0 0,12-11 0 0,-12-25 0 0,0-12 0 0,-12-12 0 0,-1-25 0 0,1-10 0 0,-24-2 0 0,12-11 0 0,-1 0 0 0,-23-37 0 0,24 37-1 0,11 48-1 0,26 0 2 0,11 0 0 0,12 12 0 0,1 0 0 0,23 12 0 0,13-12-1 0,-1 11 1 0,13-10 0 0,-13-2 0 0,-11 2 0 0,-12-26 0 0,-25 2 0 0,-24-13 0 0,-24-24 4 0,-13 24-3 0,-11 11 0 0,12 13 0 0,11 0-1 0,13 13 0 0,0-1 0 0,0 24 0 0,12-12 0 0,12 11 0 0,24 3 0 0,1-15 0 0,23 1 0 0,1 13 0 0,0-25 0 0,11 0 0 0,0-12 0 0,1 0 0 0,-13-24-1 0,-11 11 1 0,-25-11 0 0,-12 0 0 0,-12 1 0 0,-24-2 0 0,-12 1 0 0,-25 24 0 0,12-13 0 0,1 26 0 0,0-2 0 0,24 27 1 0,12-15-1 0,0 14 0 0,36-1 0 0,0-11 0 0,12-1 0 0,13-24 0 0,11 0 0 0,-12-37 0 0,1 0 0 0,22-59 1 0,-21-24-2 0,-26 10-2 0,-13 25 1 0,2-11 0 0,-1 35 1 0,-12 24 1 0,-12 37 0 0,-1 26 1 0,-9 22 0 0,-3 13 1 0,13 23 1 0,12-24 0 0,0 1-3 0,24-12 0 0,11 11 0 0,28 0 0 0,-4 1-1 0,-35-50 0 0</inkml:trace>
  <inkml:trace contextRef="#ctx0" brushRef="#br0">4040 17817 25 0,'0'0'7'0,"0"0"13"0,0 0 2 0,-12 0-4 0,12-12-10 0,0 12-7 0,0 0 6 0,12 0 0 0,-12 0 1 0,12 12 2 0,-12 0-1 0,0-12 1 0,0 0-1 0,0 11-2 0,0-11-2 0,-12 0 0 0,0 0 0 0,12 0-5 0,0 0 2 0,0 0-2 0,0-11 0 0,0 11 1 0,12 0-1 0,-12-12 0 0,0 12-1 0,12 0 3 0,-24 12-54 0,12-12-70 0</inkml:trace>
  <inkml:trace contextRef="#ctx0" brushRef="#br0">30977 7959 65 0,'0'0'6'0,"11"0"7"0,25-12 6 0,13 12 6 0,23-12-8 0,13 0-3 0,0 0-3 0,-1-1-6 0,13 13-2 0,-36-12-1 0,-13 12 0 0,-11 0 0 0,-15-12-1 0,4 12-1 0,-2 0 0 0,-11 0-1 0,-2 0-1 0,-11-12-13 0,-11 12 5 0,-2 0-24 0,1 0 18 0,-13 0 3 0,1 12 3 0,-12 0 7 0,12 0 3 0,12-12 1 0,0 0 0 0,-13 13-10 0,1-13-54 0</inkml:trace>
  <inkml:trace contextRef="#ctx0" brushRef="#br0">31145 7959 26 0,'0'0'26'0,"0"0"-16"0,0-12 6 0,12 12 4 0,0-12-4 0,-12 12 0 0,0-12-2 0,0 12 6 0,0 0-13 0,0 0-2 0,0-12-1 0,-12 12-1 0,12-13-2 0,0 13-1 0,-12 0 1 0,0 0-1 0,-12 0-1 0,-12 37 4 0,11-13-3 0,13-12 0 0,0 0 1 0,12 0-1 0,12-12 0 0,61 0 0 0,12-12-3 0</inkml:trace>
  <inkml:trace contextRef="#ctx0" brushRef="#br0">28170 15156 255 0,'-871'24'0'0,"-181"61"0"0,-340 84 0 0,-217 97 0 0,-1136 301 0 0,2720-567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22328 7947 0 0,'0'0'1'0,"0"0"2"0,0 0 0 0,12 0-2 0,-12 0-1 0,0-12 38 0,0 12-24 0,0 0-9 0,0 0-1 0,0 0 0 0,12 0 29 0,-12 0-11 0,0 0-21 0,13 0 1 0,-13 0-2 0,0 0 1 0,11 12-1 0,-11-12 0 0,0 0 0 0,0 12 0 0,11-12 1 0,2 0 1 0,-2 0 1 0,3 12-1 0,11-12-1 0,-14 0 0 0,0 0 0 0,13 12-1 0,-11-12 1 0,11 12-1 0,-11-12 0 0,11 11 1 0,-12 3-1 0,36-2 1 0,-36-12-1 0,13 12 1 0,-1-12-1 0,0 0 1 0,0 12 0 0,0-12 0 0,0 0 0 0,13 0-1 0,-13 0 0 0,0 0 1 0,0 12-1 0,-12-12 0 0,13 0 0 0,-1 0 1 0,-12 12-1 0,12-12 0 0,0 0 0 0,0 0 0 0,-11 11 0 0,11-11 0 0,-12 0 0 0,24 0 0 0,-12 0 0 0,0 13 0 0,1-13 0 0,0 0 0 0,10 0 0 0,-11 0 1 0,13 0-2 0,-13 0 2 0,12 0-1 0,0 0 0 0,-24 0 0 0,13-13 1 0,-1 13-1 0,0 0 0 0,-12 0 0 0,23 0 0 0,-9 0 1 0,-2 0-1 0,11 0 0 0,-10-11 0 0,-1 11 0 0,1 0 1 0,-1 0-1 0,12-12 0 0,0 12 0 0,1 0 0 0,-13 0 1 0,0 0-1 0,1 0 0 0,-3-12 0 0,4 12 0 0,-2 0 0 0,0 0 1 0,0-12-1 0,0 12 0 0,0 0 0 0,0-12 0 0,-11 12 0 0,23-12 0 0,-24 12 1 0,0-14-1 0,13 14 0 0,-13 0 0 0,24-11 1 0,0-1-1 0,-23 0 0 0,11 0 1 0,0 12-1 0,-11-12 0 0,-2 12 0 0,24-12 0 0,-22 0 1 0,11 12-1 0,0-12 0 0,-11 12 0 0,-2-13 1 0,2 13-1 0,-13-12 1 0,12 12-1 0,-12 0 0 0,0 0 0 0,12 0 1 0,-12-12-1 0,12 12 0 0,0 0 0 0,13-12 0 0,-13 12 0 0,-12 0 1 0,12-12-1 0,0 12-1 0,-12 0 2 0,12 0 0 0,0 0-1 0,0 0-1 0,1 0 1 0,-2 0 1 0,-11 0-2 0,0-12 2 0,11 12-1 0,-11 0 1 0,0 0-1 0,0 0 0 0,13 0 2 0,-13-12 0 0,0 12-2 0,-13 0 1 0,13 0-1 0,0 0 0 0,0 0 1 0,-11 0-2 0,0-13 2 0,-2 13-1 0,1 0-1 0,-12-11 1 0,12 11 0 0,0 0 0 0,-13-13 0 0,1 13 0 0,0 0 0 0,-1-11 0 0,1 11 0 0,0 0 0 0,-13-13 0 0,26 13 0 0,-2 0 0 0,2 0 0 0,11 0 0 0,-11 0 0 0,11-12 0 0,0 12-1 0,0 0 1 0,11 0-1 0,0 0 2 0,13 12-1 0,1-12 0 0,0 0 0 0,-1 0 0 0,0 0 0 0,12 13 0 0,-12-13 0 0,13 0 0 0,-13 11 0 0,0-11 0 0,0 13 0 0,-24-13 0 0,11 0 0 0,-11 0 0 0,13 0 0 0,-13 11 1 0,0-11 0 0,0 0-1 0,0 0 0 0,0 13 0 0,0-13 0 0,0 0 0 0,-13 12 0 0,13-12 0 0,0 12 0 0,-11-12 0 0,11 24 0 0,-11-12 1 0,-2 25-1 0,1-25 0 0,0 12 0 0,0 0 0 0,-12-1 1 0,12 3-1 0,-1-14 1 0,1 0-1 0,12 0 0 0,-12-12 1 0,12 12-1 0,-12-12 0 0,12 0 0 0,0 0 0 0,0 11-2 0,0-11-87 0,0-11 9 0</inkml:trace>
  <inkml:trace contextRef="#ctx0" brushRef="#br0">22570 7935 9 0,'0'0'0'0,"0"0"18"0,12-12-13 0,-12 12-2 0,0 0-2 0,0-12 0 0,0 12-1 0,12 0 0 0,-12 0 2 0,0-13 1 0,0 13 2 0,12 0 6 0,-12-12-6 0,12 12-2 0,-12 0-1 0,0 0 0 0,12 0 0 0,-12 0 1 0,0 0 4 0,0-12 3 0,0 12-1 0,0 0-1 0,0 0 9 0,0 0-15 0,0 0-1 0,-12 0 3 0,0 0-3 0,0 0 0 0,-25 0 0 0,13 0-1 0,0 0 1 0,0 0-1 0,-11 0 1 0,10 0 0 0,-13 0-1 0,27 0 1 0,-13 0-1 0,12 0 0 0,-12 0 1 0,12 12-1 0,-12-12 0 0,11 0 0 0,13 0 1 0,0 0 0 0,0 0 2 0,0 0 13 0,0 0-13 0,0 0-3 0,13 0 1 0,-13 12-1 0,0-12 1 0,0 0-1 0,12 13 0 0,0-1 0 0,12 12 1 0,-12-12-1 0,13 12 1 0,-14-1-1 0,13 3 1 0,-24-2-1 0,11-12 0 0,3 0 1 0,-2-1-1 0,-12 2 2 0,13-13 0 0,-13 11-2 0,0-11 2 0,0 0-2 0,0 0 4 0,0 0-4 0,0 13 1 0,11-13-1 0,-11 0 0 0,0 11 0 0,0-11-1 0,0 14 1 0,11-14 0 0,2 12 1 0,-2-1-1 0,-11-11 0 0,0 0 0 0,0 0 0 0,0 0 1 0,0 0 2 0,0 0-18 0,0 0-48 0,0 0-25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12954 2637 37 0,'0'0'15'0,"12"-13"-1"0,12-11 7 0,13 1-3 0,24-15-4 0,-1-9-3 0,24 11 1 0,86-61 5 0,-97 60-14 0,-26 13-1 0,-34 24-1 0,12-12 1 0,-14 0-1 0,-11 0 0 0,0 12 0 0,0 0-4 0,0-12-10 0,0 12-21 0,-11 0-36 0,11 0 32 0</inkml:trace>
  <inkml:trace contextRef="#ctx0" brushRef="#br0">13994 1693 32 0,'0'0'7'0,"-12"0"-3"0,-1 0 7 0,2 0 5 0,11 13-4 0,-11-2-2 0,-2 14-3 0,1-1-2 0,0 25-3 0,12-13-1 0,0 0 1 0,12 1-2 0,13-13 1 0,-3-12 0 0,15 0 0 0,0-12 1 0,-1 0-1 0,-12-24 0 0,12 0 1 0,-11-13 2 0,-25-11 0 0,0 11 0 0,0-23-1 0,-13 11-1 0,-23 13 0 0,12 11-1 0,-13 25-1 0,-11 0-3 0,11 37-8 0,15 0-9 0,-3 11-18 0,25-12-17 0</inkml:trace>
  <inkml:trace contextRef="#ctx0" brushRef="#br0">14321 1706 64 0,'0'0'5'0,"0"-13"-2"0,0 2 7 0,0 11 2 0,0 0 0 0,0 24-8 0,13 0-2 0,-2 12-1 0,0 13-1 0,-11-13 0 0,25 0 0 0,-13-13 1 0,14-9-1 0,-15-14 2 0,0 12 0 0,2-24 0 0,11-2-1 0,-12-9 0 0,0-1 1 0,-12-12-2 0,0-1 1 0,0 1 1 0,0-1 0 0,0 26 0 0,0 11-1 0,12 0 0 0,-12 11 1 0,12 14-1 0,0 11 0 0,1 1-1 0,11 23 0 0,-12-36-3 0,12 13-11 0,12-25-20 0,-25 0 4 0,3-12-21 0</inkml:trace>
  <inkml:trace contextRef="#ctx0" brushRef="#br0">14841 1319 87 0,'0'0'0'0,"-13"0"12"0,13 0-10 0,0 12 7 0,-11-12 1 0,11 24-7 0,-13 11-2 0,13 15 0 0,0 33 1 0,13-22-2 0,-2 0 1 0,14 0-1 0,-25-13 0 0,12-12 0 0,0 1 1 0,0-13-2 0,-12 0-1 0,0-12-12 0,0-12-15 0,0 0-39 0</inkml:trace>
  <inkml:trace contextRef="#ctx0" brushRef="#br0">14611 1682 47 0,'0'0'0'0,"0"0"29"0,0 0-30 0,12 0 8 0,12-13 2 0,13 13-4 0,11-12-3 0,0 0-1 0,13 12 0 0,-1-13-1 0,-11 13 0 0,-13 0 3 0,-12-11 0 0,0 11 0 0,-13 11 0 0,-11-11 2 0,14 0 1 0,-14 13-2 0,0 11-1 0,0 0-2 0,0 61 2 0,0-36-2 0,12 11 0 0,1 1 0 0,-2-1-1 0,-11 1 0 0,0-13 1 0,0-13-1 0,0-9 0 0,0-15 0 0,0 2-5 0,0-13-16 0,0 0-25 0,0 0-11 0</inkml:trace>
  <inkml:trace contextRef="#ctx0" brushRef="#br0">15059 1645 74 0,'0'-13'15'0,"0"13"-15"0,12 0 4 0,12 0 2 0,-13 0-3 0,26 0-1 0,-25 0-1 0,13 25 0 0,-1 11-1 0,-24-12 1 0,0 13 1 0,0-13-1 0,-24 13 1 0,-1-25-1 0,-11 24-4 0,1-24-9 0,10 0-15 0,0 0-34 0</inkml:trace>
  <inkml:trace contextRef="#ctx0" brushRef="#br0">15446 1693 69 0,'0'0'16'0,"-12"0"-16"0,-1 13 3 0,13 11 5 0,-13 0-4 0,13-12-3 0,0 12 0 0,13-12 0 0,12 13-1 0,-13-13 0 0,12-12 0 0,0 0 0 0,-13 0 0 0,2-12 0 0,-1 0-1 0,0-25 0 0,1 25 0 0,-2-24 1 0,2 23 0 0,-1 2 0 0,0 11 0 0,0 0 1 0,0 0 0 0,-12 11-1 0,24 14 1 0,-12-13-1 0,1 24-1 0,-1-24-10 0,0 13-21 0,0-25-11 0</inkml:trace>
  <inkml:trace contextRef="#ctx0" brushRef="#br0">15917 1379 56 0,'0'0'0'0,"0"0"29"0,0 0-28 0,0 0 9 0,0 11 2 0,-12 27-8 0,12 10 0 0,0 12-1 0,0 12-2 0,0-11 0 0,0 0-1 0,12-1 0 0,0-23 1 0,2-13-2 0,-14 0 1 0,11-12-2 0,-11-12-7 0,0 0-42 0,-11-12 10 0</inkml:trace>
  <inkml:trace contextRef="#ctx0" brushRef="#br0">15773 1657 48 0,'0'0'19'0,"0"0"-17"0,22 0 4 0,16 0 19 0,-2-12-11 0,12-1-5 0,13 2-4 0,-13-13-4 0,-12 11-8 0,-23 13-10 0,-1-11-81 0</inkml:trace>
  <inkml:trace contextRef="#ctx0" brushRef="#br0">16717 1390 50 0,'0'0'23'0,"0"0"-15"0,0 0 16 0,0 26-16 0,0 22-5 0,0 11-2 0,0 15 0 0,11-14-1 0,0 0 0 0,-11-23 0 0,25 24-1 0,-25-25-4 0,12-24-8 0,-12 0-13 0,-12 0-15 0,12-12 16 0</inkml:trace>
  <inkml:trace contextRef="#ctx0" brushRef="#br0">16498 1706 53 0,'0'0'5'0,"0"-13"-6"0,0 13 4 0,12-11 7 0,0-2-2 0,24 1-2 0,1 0-2 0,0-1 1 0,70 13 3 0,-94 0-7 0,84 0 3 0,-49 0-1 0,0 0-1 0,-11 0-2 0,-24 0 1 0,-2 13 0 0,-11-1 4 0,0 0-2 0,-11 12-2 0,-14 0 0 0,13 13-1 0,-12-1 1 0,11-11-1 0,13 11-1 0,0-24 1 0,37 0-1 0,-13 0 2 0,13-12 0 0,10 0-1 0,2-24 0 0,-13 12 1 0,0-61 4 0,-24 37-2 0,-48-61 2 0,-12 60-4 0,11 26-2 0,-22 11-5 0,22 0-8 0,-11 24-12 0,23 0-19 0,13-24 13 0</inkml:trace>
  <inkml:trace contextRef="#ctx0" brushRef="#br0">17272 1464 70 0,'0'0'6'0,"0"-12"-1"0,-12 0 6 0,12 0 7 0,-12-13-5 0,12 25-9 0,0-13-3 0,0 39 2 0,0 22-3 0,24 11 2 0,-12 2 0 0,1 0-1 0,-2-13 1 0,13 13 0 0,-11-13-2 0,-1 1 1 0,-12-25-1 0,0 0 1 0,12-13-1 0,-12-11 2 0,0 0 2 0,0 0-2 0,0-23-2 0,0 11 0 0,13-24-1 0,-2-1-1 0,2 1-1 0,-2-13 1 0,0 14 2 0,-11 10-1 0,13 0 2 0,-1 14 0 0,-12 11 0 0,0 0-1 0,-12 11 0 0,-12 14 0 0,0 11 0 0,13-12 0 0,-2 13 0 0,1-1 0 0,12-11 0 0,0-13 1 0,36 0 0 0,-12-12-1 0,26 12 0 0,-4-24 0 0,3 0 0 0,0 0 0 0,-1-13-1 0,1 1 2 0,-25 0-2 0,-12-1 1 0,0 1 1 0,-12 0 0 0,0 0 0 0,-24 24-1 0,0-13 1 0,0 13 1 0,-1 0-3 0,1 25 2 0,0 0-1 0,12-1 1 0,-1 12-1 0,13 0 0 0,25 1 1 0,-1-13-1 0,0 0 0 0,12-12 1 0,1-12-2 0,0 12-2 0,-2-12-13 0,-11-12-17 0,2 0-22 0,-4 0 21 0</inkml:trace>
  <inkml:trace contextRef="#ctx0" brushRef="#br0">17949 1608 64 0,'0'0'0'0,"0"0"12"0,12 0 1 0,1 13-1 0,-13 11-4 0,12 0-3 0,-12 0-3 0,12 37 1 0,-12-37-2 0,0 13 0 0,12-1 1 0,0-24 0 0,-12 0-1 0,12 0 2 0,-12-12 2 0,0-12-2 0,12 0-2 0,0 0 0 0,1-12 0 0,-13-13-1 0,11 1-1 0,0-12 0 0,3 24 0 0,-2-13 0 0,0 37 0 0,13-13 0 0,-14 13 2 0,0 0 0 0,2 25 1 0,-1 0 0 0,0 10-2 0,1-10 1 0,0 11-1 0,-2 1 1 0,0-13-2 0,-11 0 1 0,13-12-1 0,-1 0-10 0,-12-12-13 0,0 0-17 0,0 0-16 0</inkml:trace>
  <inkml:trace contextRef="#ctx0" brushRef="#br0">18565 1584 82 0,'0'0'16'0,"0"0"0"0,0 0-5 0,-22 0-4 0,-15 13-2 0,0 11-4 0,-11 12 1 0,36-11-2 0,12-14 0 0,12 2 1 0,0-2 0 0,73 26 1 0,-49-25-2 0,12 12 1 0,-35 1 0 0,0-25 4 0,-26 24 4 0,-12-12-6 0,0-12-2 0,-10 12 0 0,-1-12-2 0,0 12-6 0,-1-12-18 0,13 0-40 0,12 0 17 0</inkml:trace>
  <inkml:trace contextRef="#ctx0" brushRef="#br0">13341 1621 55 0,'0'0'6'0,"0"-13"5"0,0 13 7 0,-12 0-5 0,12 0-10 0,-12 24 0 0,12 13-1 0,-12 11-1 0,12 13 0 0,-12-12 0 0,12 48-1 0,-13-37 1 0,13-12-1 0,0-23 0 0,13-2 0 0,-13-10 0 0,12-13-3 0,-12-13-43 0,0 2-3 0</inkml:trace>
  <inkml:trace contextRef="#ctx0" brushRef="#br0">13438 1584 74 0,'0'0'8'0,"0"0"-6"0,-12 0 4 0,12 0 8 0,-12 24-6 0,0 0-6 0,12 13 0 0,-12 11-1 0,12 1 0 0,-13 0 1 0,13-1-1 0,0-12-1 0,0 1 0 0,13-25 0 0,-13 0 0 0,0 0-6 0,0 0-7 0,0-1-15 0,0-11-33 0</inkml:trace>
  <inkml:trace contextRef="#ctx0" brushRef="#br0">13063 1851 41 0,'0'0'9'0,"-12"0"0"0,12 0 14 0,0 0-8 0,12-12-6 0,0 12-1 0,23-12-1 0,15 0 0 0,46-1 3 0,-35 1-8 0,-37 0-1 0,25 0 0 0,-1 0-1 0,-24 0 0 0,-11 12-1 0,-2-12-4 0,-22 12-45 0,-2 0-16 0</inkml:trace>
  <inkml:trace contextRef="#ctx0" brushRef="#br0">13051 2043 53 0,'0'0'7'0,"12"0"6"0,13 0 9 0,10-11-4 0,2-13-7 0,-2 24-2 0,26-24-3 0,-12 12-1 0,-1 0-2 0,1 12 0 0,-13-12-2 0,1 12 1 0,-15-12 0 0,3 12-2 0,-12-12 2 0,-13 12-2 0,0 0-11 0,0-14-36 0,0 14-34 0</inkml:trace>
  <inkml:trace contextRef="#ctx0" brushRef="#br0">10897 5528 63 0,'13'-12'22'0,"35"12"-20"0,25-12 3 0,12 0 3 0,23 12 0 0,25-12 1 0,0 12-4 0,-12 0 2 0,-12-13-3 0,-60 13-3 0,-37 0-3 0,-37 0-111 0</inkml:trace>
  <inkml:trace contextRef="#ctx0" brushRef="#br0">4500 5285 50 0,'0'0'0'0,"-13"-11"6"0,1 11-5 0,0 11-1 0,12 14 1 0,-12-1 0 0,12 25 0 0,-12-1-1 0,24 1 0 0,12-13 0 0,1-12 1 0,-1-1 0 0,12-10 3 0,-11-13 2 0,-3-24-1 0,3 0-1 0,0-12 0 0,-12-25 4 0,-13-11-2 0,11 11 0 0,-22-11-3 0,-27 11-2 0,13 13 0 0,3 22 0 0,-3 15 0 0,1-2-1 0,12 26-1 0,-12 24 0 0,11 22-7 0,1 2-15 0,12 24-32 0,12-48 34 0</inkml:trace>
  <inkml:trace contextRef="#ctx0" brushRef="#br0">4777 5359 73 0,'0'0'0'0,"-24"-37"11"0,24 25-8 0,0 0 2 0,-12 12 1 0,12 0-4 0,0 0-3 0,0 24 2 0,12 0-1 0,-12 13 0 0,24-1 1 0,-11-24-1 0,11 11 1 0,12-10-1 0,-12 0 0 0,1-13 1 0,-1 0 1 0,0-13-1 0,-12-11 0 0,1 0 0 0,-2 0-1 0,-11-12 0 0,11 23 1 0,-11 1-1 0,0 0 0 0,0 12 0 0,0 12 0 0,13 0 0 0,12 12 0 0,-13 1 0 0,23-1 0 0,-22-12 0 0,23 11 0 0,-11-10-6 0,-1 0-7 0,0-13-7 0,-12 0-8 0,12 0-12 0</inkml:trace>
  <inkml:trace contextRef="#ctx0" brushRef="#br0">5261 5091 34 0,'0'0'0'0,"-12"-35"22"0,0 22-4 0,12 2-4 0,0 11-3 0,0 0-7 0,0 0-3 0,0 24-1 0,0 25 1 0,-12-2 0 0,24 14 0 0,-12 11-1 0,12-11 0 0,13-12 1 0,-13-13-1 0,12-13 0 0,-12 3-2 0,0-14-4 0,0-12-6 0,-24 0-23 0,0-25 9 0,-12 12-1 0</inkml:trace>
  <inkml:trace contextRef="#ctx0" brushRef="#br0">5189 5334 6 0,'0'0'0'0,"0"-12"18"0,0 0-4 0,24 12-1 0,12-12 0 0,-11 12-3 0,11 0-2 0,0 0-1 0,12 12-1 0,-22 0-3 0,-2 0-1 0,-13 13 0 0,0-1 0 0,2 12 0 0,-1-1-1 0,-12 15-1 0,12-2 1 0,0 13-1 0,-12-2 0 0,12-22 0 0,1 0 0 0,-13-2 0 0,0-10 0 0,11-25 0 0,-11 0 1 0,0-12 2 0,-11-12-2 0,-14-13 0 0,13-11-1 0,-12 0 0 0,11-26 1 0,2 15 0 0,0-14-1 0,11 12 0 0,22 13 0 0,3 11 0 0,24 26 0 0,-25-2 0 0,24 13 1 0,-24 0-1 0,1 24 0 0,-13 13 0 0,0-13 0 0,-12 13 1 0,0-1-1 0,-37-12 1 0,13 0-1 0,-24 1 0 0,12-13-4 0,11 0-5 0,-24 0-27 0,38-12-15 0</inkml:trace>
  <inkml:trace contextRef="#ctx0" brushRef="#br0">5807 5310 52 0,'0'0'0'0,"0"0"23"0,0 12-7 0,0-12-9 0,0 24-3 0,0 0-2 0,0 1-1 0,0 11-1 0,0-13 1 0,22 3-1 0,-9-26 1 0,-2 12 0 0,14-12 1 0,-13-12 0 0,0-1 0 0,13-11-1 0,-14 0 0 0,-11 0-1 0,13-1 0 0,-1 14 0 0,0-2 1 0,-12 13-1 0,0 0 0 0,0 0 0 0,12 0 0 0,0 24 0 0,0 1 0 0,13-13 0 0,-1 12 0 0,0-24 0 0,-12 12 0 0,12-1 0 0,-13-11 0 0,2 0 0 0,-2-23 0 0,3 11 0 0,11-24 0 0,-14-1 0 0,0-24 0 0,-11 13 0 0,0-13 0 0,0 13 0 0,0 0 1 0,0 24 0 0,0 11 1 0,0 13 1 0,0 0-1 0,0 37-2 0,0 11 0 0,13 0 0 0,-2 26 1 0,2-2-1 0,11-11 0 0,-11-13 1 0,11-25-1 0,-12 3-1 0,-12-14 0 0,12-12-8 0,-12 0-36 0,-12-12-21 0</inkml:trace>
  <inkml:trace contextRef="#ctx0" brushRef="#br0">6096 5250 59 0,'0'0'6'0,"24"0"2"0,11 0 5 0,4 0-1 0,-4 11-4 0,1-11-2 0,0 0-3 0,1 0-2 0,-25 0-6 0,0 0-39 0</inkml:trace>
  <inkml:trace contextRef="#ctx0" brushRef="#br0">7148 5141 34 0,'0'-13'8'0,"-12"-10"1"0,12 9 3 0,-12 3 1 0,12 11-3 0,-12 0-5 0,12 0-3 0,0 25-1 0,-12-2 0 0,12 86 2 0,0-36-1 0,0-13-1 0,0 24 1 0,12-46-1 0,-12-14-1 0,0 0 0 0,12-12-3 0,-12-12-15 0,0 0-11 0,-12 0-23 0</inkml:trace>
  <inkml:trace contextRef="#ctx0" brushRef="#br0">6858 5370 48 0,'0'0'0'0,"-12"-11"18"0,12 11-16 0,24 0 2 0,0 0 1 0,13-13-1 0,11 13-2 0,-12 0 0 0,49 13 4 0,-37-2-3 0,-11 2-1 0,-1-1-1 0,-12 0 1 0,12 0-2 0,-25 0 1 0,15 11-1 0,-14 3 0 0,0-26 0 0,1 12 1 0,9 0-1 0,-22 0 1 0,13-12 0 0,-1-12 0 0,0-12 1 0,0-13 1 0,-24 13-1 0,-36-25 1 0,24 49-3 0,-12 0 0 0,0 0-3 0,11 25-9 0,1-13-16 0,12 0-34 0</inkml:trace>
  <inkml:trace contextRef="#ctx0" brushRef="#br0">7632 5152 85 0,'0'0'0'0,"-36"-24"16"0,24 13-16 0,0 11 1 0,12-12 0 0,-12 12 0 0,-1 0 0 0,1 23-1 0,0 1 0 0,0 24 2 0,12 13 0 0,0 0-1 0,0 0 0 0,12-1 0 0,0-23-1 0,0-13 1 0,-12 0-1 0,0-12 1 0,13 0-1 0,-13-12 1 0,0 0 1 0,12-12 1 0,-12 0-2 0,24-12-1 0,-12-13 0 0,12 13 0 0,-12-12 0 0,1-1 0 0,-2 26 1 0,-11-14-1 0,0 13 0 0,0 12 1 0,-11 0-1 0,-14 12 1 0,1 13-1 0,0 11 0 0,12-12 0 0,0 11 0 0,12-22 0 0,36 24 0 0,-12-13 0 0,13-24 1 0,35 0-1 0,-37 0 0 0,2-24 0 0,0 12 0 0,-13-13 1 0,12-11-1 0,-36 24 1 0,12-24-1 0,-12 12 2 0,-12-1 0 0,-12 25 0 0,-1 0-1 0,-23 0 0 0,24 12 0 0,0 12-1 0,13 13 0 0,11-1 0 0,0-12 0 0,11 13 0 0,25-13 1 0,2-12-1 0,-3 0 0 0,-11-12 1 0,0 0 0 0,13 0 0 0,-25-12-1 0,12-12 1 0,-24 0 0 0,12 12-1 0,0-25 1 0,-12 25 0 0,0-12-2 0,13 12 2 0,-13 12-1 0,11 0-1 0,2 0 1 0,-2 0 0 0,2 12 0 0,-1 0 0 0,-12 12 1 0,12 0-1 0,1 1-1 0,-2-13 2 0,0 0-1 0,2-12 0 0,-13 0 2 0,11 0-1 0,2-12 0 0,-1-12-1 0,0-2 0 0,1 3 0 0,-2-1 0 0,2-13 0 0,-2 26 0 0,2-2 0 0,-13 13 0 0,12 0-1 0,-12 13 1 0,12 11 0 0,0 12 0 0,12-1 1 0,1-9-1 0,-1-14 1 0,12 0-1 0,-1-12 0 0,3 0-8 0,-2-12-38 0,-1-13-34 0</inkml:trace>
  <inkml:trace contextRef="#ctx0" brushRef="#br0">9084 5310 53 0,'0'0'7'0,"-13"0"-6"0,13 0-1 0,0 0 6 0,0 24 1 0,0 12 1 0,0 1-2 0,0 10-2 0,0 15-2 0,13-15 0 0,-13 3-1 0,12-26-1 0,-12-24 1 0,12 11-3 0,0-22-12 0,0-26-60 0</inkml:trace>
  <inkml:trace contextRef="#ctx0" brushRef="#br0">9047 4935 94 0,'0'0'4'0,"-12"-12"0"0,12 12-2 0,0-12-2 0,0 24-22 0,12 12-28 0,-12-13 23 0</inkml:trace>
  <inkml:trace contextRef="#ctx0" brushRef="#br0">9288 5359 78 0,'0'0'0'0,"-11"11"14"0,11 14-13 0,0-13-1 0,0 12 1 0,0-1-2 0,-11 15 1 0,11-26 0 0,0 0 1 0,11 0-1 0,-11 0 1 0,0-12 0 0,0 0 0 0,0 0 9 0,11-24-9 0,2 0-1 0,-1-1 0 0,13-11 1 0,-12 0-1 0,-2 0 0 0,13 11 1 0,0 13-1 0,-12 0 1 0,12 0 0 0,-12 12 0 0,13 12 0 0,-13 12 1 0,-12 1 0 0,12 11-1 0,0 0 0 0,0 0-1 0,0 1 1 0,0-13-1 0,1-12 0 0,-2 0-5 0,-11-12-15 0,13 11-14 0,-13-22-11 0</inkml:trace>
  <inkml:trace contextRef="#ctx0" brushRef="#br0">9712 5128 62 0,'-12'-11'30'0,"12"-1"-30"0,12 12 1 0,-12 0 1 0,0 0-1 0,0 23 1 0,0 14-1 0,0 11-1 0,0 0 1 0,-12 1 0 0,12 48 4 0,12-61-3 0,1-12-2 0,-13 13 1 0,13-25-1 0,-2 12 0 0,-11-12 1 0,0-12-1 0,0 0 2 0,11 0 1 0,-11-12-2 0,0 0-1 0,0-24 1 0,-11 11 0 0,11 12-1 0,-11-10 1 0,-2 11-1 0,0-12-1 0,-11 12 1 0,0-1-1 0,0 13 2 0,12 0-2 0,-24 0 1 0,-1 13 1 0,25-1-1 0,0 12 0 0,12 0 0 0,0 0 0 0,12-11 1 0,13 11 0 0,-1-12 0 0,12 0-1 0,0 0 1 0,12 0-5 0,0-12-18 0,1-24-20 0,-13 12-8 0</inkml:trace>
  <inkml:trace contextRef="#ctx0" brushRef="#br0">9930 5419 41 0,'0'0'0'0,"-12"0"37"0,12 0-31 0,0 12 0 0,0-12 0 0,0 12-3 0,12-1 0 0,13-11-1 0,-14 0-1 0,2 0 4 0,11 0 0 0,0-11-1 0,-11-1-1 0,-2-12 0 0,-11 12-2 0,0-24 0 0,0-1-1 0,-24 13 1 0,0 0-1 0,0 11 1 0,-13 13-1 0,1 13 0 0,12-2 1 0,12 26-1 0,0 0 0 0,12-1 0 0,0 0 0 0,24 0 0 0,12 1 0 0,1-1 0 0,11-13-1 0,0-10-7 0,2-13-11 0,-4 0-7 0,-21-24-13 0,-13 12 10 0</inkml:trace>
  <inkml:trace contextRef="#ctx0" brushRef="#br0">10184 5213 78 0,'0'0'0'0,"0"0"6"0,0 24-3 0,12 0 5 0,0 13-2 0,12-13 1 0,-11 0-3 0,11 13 0 0,12 11-1 0,-23-25-2 0,-2-10-1 0,14 0 1 0,-13-1 0 0,0-12-1 0,0 0-2 0,-12 0-8 0,0 0-5 0,0-12-10 0,0-1-8 0,0 0-1 0</inkml:trace>
  <inkml:trace contextRef="#ctx0" brushRef="#br0">10366 5200 37 0,'0'0'10'0,"-12"-11"8"0,12 11-1 0,-12 0-5 0,-1 11-2 0,-23 39-2 0,0-2 1 0,11 0 0 0,-11 13-3 0,12-1-3 0,-1-11-3 0,3-13 1 0,22-12-1 0,0-13-1 0,-13 2-29 0,13-13-53 0</inkml:trace>
  <inkml:trace contextRef="#ctx0" brushRef="#br0">14334 3314 3 0,'0'0'12'0,"-13"-12"0"0,13 0-6 0,0 12-4 0,-12 0-1 0,12-12 0 0,0 0 0 0,0 12 1 0,0-13 2 0,0 2 2 0,0 11 1 0,0-13 0 0,12-11-3 0,1 13-2 0,9-2 0 0,15-11-1 0,0 11 1 0,-1-11-1 0,12 13 1 0,1-13 0 0,-1 12-1 0,13-13 0 0,-1 12 0 0,0 13-1 0,86-35 1 0,-61 23-1 0,-13 0 0 0,13 12 0 0,-13-12 0 0,1 0 0 0,-1 12 1 0,2 0 0 0,-3 0 0 0,2-12 0 0,12 12-1 0,-12 0 1 0,12 0-1 0,0 0 0 0,-14 0 0 0,14 0 0 0,-2 0 0 0,2 0 1 0,0 0-1 0,0 0 1 0,12 0-1 0,36 12-1 0,-36-12 1 0,12 0 0 0,0 0 1 0,13-12-1 0,-15 12 1 0,14 0-1 0,0 0 0 0,-12-14 0 0,13 14 0 0,-15 0 0 0,3 0 1 0,-1 0-1 0,0 14 0 0,0-2 0 0,11-12 0 0,-10 0 0 0,10 0 1 0,-11 0 1 0,12 0-1 0,-12 0 0 0,0 0-1 0,0 0 0 0,-12 0 0 0,10 0 0 0,-9 0 1 0,-1 0-1 0,-36 0 1 0,-37 0-1 0,83 0 0 0,-9-12 1 0,-1 12-1 0,0-14 1 0,-2 14-1 0,-9 0 0 0,11 0 1 0,0 0-1 0,-14-11 1 0,27 11 0 0,-13 0-1 0,96-12 0 0,-96 12-1 0,0-12 1 0,12 12 1 0,0-12 0 0,-1 0 0 0,1 0-1 0,12 0 0 0,0 0 0 0,-12-1 1 0,24 1-1 0,-24 0 1 0,12 0-1 0,-12 0 0 0,-12 0 1 0,-1 0 0 0,62-12 4 0,-98 11-3 0,1 13 1 0,-24-11-1 0,-15 11-1 0,3-13 0 0,-13 13 1 0,0-12 1 0,-12 12 0 0,12-12-1 0,-12 12 0 0,13 0-1 0,-13 0-2 0,11 0 1 0,2 0 0 0,11 12 0 0,-12 0 0 0,24 1 0 0,-11-2 0 0,11 2 0 0,0-2 0 0,-1 2 0 0,15-1 0 0,10-12 0 0,0 12 0 0,-11-12 0 0,12 0-1 0,11 0 1 0,-11 0 1 0,35 0-1 0,-23 0 1 0,108 0-2 0,-85 0 1 0,2 0 0 0,-1 0 0 0,-25 0 0 0,61 0 0 0,-24 0 0 0,12 0 0 0,-12 0 0 0,-24 0-1 0,84 0 1 0,-84 0 1 0,84 0-1 0,-48 0 0 0,24 0 0 0,-12 0 0 0,0 12-1 0,12-12 2 0,-12 0-1 0,12 0 0 0,-49 0 0 0,99 0 1 0,-49 0-1 0,10 0 0 0,1 0 1 0,2 0-1 0,-3-12 0 0,1 12 0 0,0 0 1 0,1 0-1 0,10 0 0 0,-10 0-1 0,11 0 1 0,-11 0 1 0,0 0-1 0,180 0-3 0,-169 0 2 0,0 0 0 0,14 12 0 0,9 0 0 0,3 0-1 0,-3 13 2 0,14-1 0 0,-13 12-2 0,-47-12 0 0,-13 13 1 0,24 11-1 0,-1 11-10 0,-46 15-23 0,-62-26-19 0</inkml:trace>
  <inkml:trace contextRef="#ctx0" brushRef="#br0">20369 1476 33 0,'0'0'0'0,"0"-12"19"0,0 0 0 0,-13 12-2 0,13-12-5 0,-12 0-5 0,12 12-4 0,-12 0-3 0,12 0 0 0,0 0 0 0,-24 36 4 0,24 12 1 0,-12 24 0 0,12 1-3 0,0 12 1 0,0-12-2 0,0-1 0 0,0-11-1 0,12-1-1 0,-12-11 1 0,0-2-3 0,0-23-3 0,0 0-5 0,-24-11-52 0,24-13 31 0</inkml:trace>
  <inkml:trace contextRef="#ctx0" brushRef="#br0">20235 1597 36 0,'0'0'25'0,"12"-24"-21"0,13 0 6 0,11-2 3 0,0 15-4 0,0-2-3 0,13 13-2 0,-24 13-1 0,-3 11-1 0,-9 13-1 0,-1-2 2 0,-12 14-1 0,-25-13 0 0,14 1-1 0,-25-1 0 0,0-24 1 0,-1 0-3 0,1 0 2 0,0 1-5 0,11-13-10 0,13 0-16 0,12 0-39 0</inkml:trace>
  <inkml:trace contextRef="#ctx0" brushRef="#br0">20937 1088 42 0,'0'0'0'0,"0"-11"19"0,0 11-7 0,0 0-2 0,-11 0-5 0,-14 0-1 0,12 0-1 0,-23 35 4 0,0 2-1 0,0 11-1 0,-1 37-2 0,-11 61-2 0,24-25 0 0,12-13 1 0,12-23-2 0,0 0 1 0,24-13-1 0,0-11 1 0,12-26 0 0,1 2 1 0,11-12 1 0,-13-13-2 0,-10-1-1 0,-12-11-5 0,12 0-13 0,-25 0-21 0,11-11-22 0</inkml:trace>
  <inkml:trace contextRef="#ctx0" brushRef="#br0">20973 1343 4 0,'0'0'5'0,"0"0"36"0,0 0-31 0,12 0-3 0,-12 0 1 0,0 0-1 0,0 0 20 0,0 0-23 0,0 0-2 0,0 0 13 0,0 0-14 0,-12-12 0 0,12 12 0 0,-12-12-1 0,12-1 1 0,-13 13 0 0,13-11 0 0,-11-2 0 0,11 1-1 0,0 12 2 0,0-12-1 0,-11 12 0 0,11-12 1 0,0 12 0 0,0 0 0 0,11 0-2 0,-11 0 1 0,0 0-1 0,11 0 0 0,2 0-2 0,11 0 2 0,0 0 0 0,-11 0 1 0,23 0-2 0,0 0 1 0,49 0-1 0,-25 12 2 0,-36-12-1 0,1 0 1 0,-13 0-1 0,1 12 5 0,-13-12-1 0,0 0-1 0,0 0 0 0,-13 0-2 0,13 0 0 0,0 0-2 0,-12 0 2 0,12 0-1 0,0 0 0 0,0 0-1 0,-12 12 3 0,12-12-3 0,-13 13 2 0,13 11-2 0,-13-12 2 0,-22 36 0 0,-1 13-3 0,-13-2 2 0,25 3 0 0,-12-15 0 0,24-23 0 0,-37 37 1 0,25-24 2 0,12-13-4 0,0-12 1 0,12 0 0 0,0-12 0 0,0 0 0 0,0 0 1 0,0 0-1 0,0 12 1 0,12-12-2 0,0 0 0 0,0 12 1 0,13 1 0 0,-14-13 1 0,14 0-1 0,-1 12 0 0,0-12 0 0,37 12 1 0,-25-12-1 0,-24 0 0 0,12 12 0 0,-13-12 0 0,-11 0 1 0,13 0 0 0,-13-12 3 0,0 12-2 0,0-12 0 0,0 0-2 0,0-1 2 0,13-11 0 0,-13 12-1 0,0-24 0 0,0 23 1 0,12-22 1 0,-12 35-3 0,0-13 1 0,0 26-8 0,0-13-16 0,12 0-25 0,-12 0-37 0</inkml:trace>
  <inkml:trace contextRef="#ctx0" brushRef="#br0">20997 1573 15 0,'0'0'5'0,"-12"0"6"0,12 0 2 0,-12 0 1 0,0 0 0 0,-1 0 5 0,13 0-11 0,0 0 1 0,0 0 0 0,0 0-5 0,13 0 0 0,-13 0 1 0,12 0-1 0,0 0-3 0,0 0 2 0,0 0-1 0,12 0-1 0,1 0 1 0,-1-12-1 0,-12 12 0 0,0 0 0 0,0 0 1 0,0 0-1 0,-12 0-1 0,0 0-38 0,0 0-15 0,0 0 11 0</inkml:trace>
  <inkml:trace contextRef="#ctx0" brushRef="#br0">21469 1197 26 0,'0'0'10'0,"0"0"5"0,0-11 5 0,0 11-7 0,-12-13 9 0,12 2-15 0,0 11 1 0,0 0-5 0,0-13-2 0,0 26 2 0,0-13-2 0,0 24 0 0,0 11 1 0,0 14 0 0,-12 48-1 0,12 12-1 0,0-12 1 0,0-25 0 0,12-11-1 0,0-1 1 0,0-11 0 0,0-13-1 0,0-12 1 0,-12 0-1 0,0-13 1 0,0 3-1 0,0-2-1 0,0-12-3 0,0 0-15 0,0 0-23 0,0 0-18 0</inkml:trace>
  <inkml:trace contextRef="#ctx0" brushRef="#br0">21637 1561 57 0,'0'-12'6'0,"0"12"4"0,13-26 6 0,-13 15-2 0,13-13-5 0,0 12-3 0,-2 0-4 0,2 0 0 0,9 0-1 0,-9 0-1 0,11 12 1 0,-12 0 1 0,24 12-1 0,-23 24 1 0,-1 0-1 0,-12-12-1 0,0 13 1 0,-12-13 0 0,-1 11 0 0,2-22 0 0,-2 11 0 0,-11-11 0 0,12-2 0 0,0-11 1 0,-1 0 1 0,13 0-1 0,0 0-1 0,0-24-1 0,25 0 0 0,-13 11 0 0,12-11-1 0,0 0 1 0,1 13-1 0,11-26 2 0,0 0-1 0,-23 26 0 0,-1-1 1 0,0 0 0 0,-12 0-1 0,0 12 0 0,0 0 0 0,-12 0 1 0,-13 0-2 0,-23 12 1 0,24 12 0 0,-1 0 1 0,14 0 0 0,-2 1-2 0,13-13 1 0,24 12 0 0,-11-13 0 0,23 2 1 0,0-2-2 0,1-11-9 0,-1 0-12 0,-23 0 13 0,11 0-13 0,12 0-38 0</inkml:trace>
  <inkml:trace contextRef="#ctx0" brushRef="#br0">22122 1136 46 0,'0'0'12'0,"0"0"-7"0,0-11 0 0,12 11 6 0,12-13-1 0,1 13 0 0,-1 0 0 0,0 13-6 0,12 24 0 0,-11-2-2 0,-1 14 1 0,12 60-1 0,-23 24-1 0,-13-37 0 0,0-11-1 0,-13 0 1 0,1-12-1 0,0-1 1 0,-12-23-1 0,0-13 1 0,-1-25 1 0,1 2 0 0,0-2-1 0,0-11 1 0,11 0-2 0,13 0-6 0,-12-11-18 0,12 11-59 0</inkml:trace>
  <inkml:trace contextRef="#ctx0" brushRef="#br0">22896 1367 46 0,'0'0'0'0,"-12"0"9"0,12-12 7 0,0 0 5 0,-12 0-2 0,-1 0-10 0,13 12-5 0,0 0 2 0,-11 12-1 0,11 24 0 0,0 49-1 0,0-14 1 0,0 3-3 0,0-2 0 0,0 13-1 0,11-12 0 0,-11-13 0 0,13-11-1 0,-13-1 0 0,12-13-2 0,-12-22-6 0,0-13-8 0,0 0-61 0,0 0 44 0</inkml:trace>
  <inkml:trace contextRef="#ctx0" brushRef="#br0">22752 1561 72 0,'0'-12'3'0,"0"-1"-1"0,60-35 20 0,-24 24-12 0,0 12-4 0,61 12-2 0,-37 12-2 0,-23 23 0 0,-13 2 0 0,-12-12-1 0,0 11 4 0,-24-1-1 0,-12-22-1 0,-12 11-1 0,-1-11-1 0,-36-2 1 0,25 2-2 0,-11-13-1 0,22 0-6 0,11 0-18 0,15 0-5 0,11 0-32 0</inkml:trace>
  <inkml:trace contextRef="#ctx0" brushRef="#br0">23682 1136 50 0,'0'0'9'0,"0"0"14"0,-12 0-18 0,0 0 0 0,0 13-1 0,-1 0 1 0,2 22 0 0,-13 14 1 0,-26 60 1 0,28 0-1 0,9-12 1 0,1-26 0 0,37-10-1 0,-14-12-1 0,26-1-1 0,0-11-1 0,10-1-1 0,-9-24-1 0,-3 0 0 0,-11-12-3 0,0 0-11 0,-12 0-17 0,0 0-38 0,-12-12 31 0</inkml:trace>
  <inkml:trace contextRef="#ctx0" brushRef="#br0">23961 1632 21 0,'0'0'0'0,"0"-11"31"0,13 11-16 0,-13-13-4 0,0 2 1 0,0-2-2 0,0-10-3 0,11 11 1 0,-11-14-2 0,0 15 0 0,13-2-2 0,-13 13-1 0,0 0-3 0,0 0 2 0,11 24-1 0,-11-11 0 0,11 24 0 0,14-13-1 0,-13 0 1 0,25-13 0 0,-13-11-1 0,12 13 1 0,-24-13-1 0,25-13 2 0,-25 2-1 0,0-2 1 0,0-11 1 0,0 1 0 0,-12-2 0 0,0-12 0 0,0 14 0 0,-12 11 0 0,12 0-2 0,0 12 0 0,-12-12 1 0,12 12-3 0,0 0 1 0,0 12 1 0,0 12-1 0,0 12 1 0,0 1-1 0,0-2 2 0,0 13-1 0,12 2 1 0,0 10 0 0,-12-12-1 0,12 13 0 0,-12-13-1 0,0 1 1 0,0-13 0 0,-12-1 0 0,12-22 0 0,-12-2 3 0,0-11-3 0,0 0 1 0,-13 0-1 0,-11-11 1 0,24-13-1 0,-25-12-1 0,26 0 1 0,11 10-2 0,-13-33-2 0,37 10-5 0,-11 13-3 0,35 0-15 0,13-12-40 0,-49 35 22 0</inkml:trace>
  <inkml:trace contextRef="#ctx0" brushRef="#br0">24407 1693 34 0,'0'0'0'0,"13"0"17"0,-13 0 6 0,0-11 6 0,12 11-7 0,-12-13-5 0,0 1-4 0,0 0-4 0,0-1-3 0,-12 13-2 0,12 0-2 0,0 0 1 0,-13 0-2 0,2 0-1 0,11 25 2 0,-13 0-1 0,13-1 0 0,0 0 0 0,0 36 2 0,0-35-2 0,0 23 2 0,0-12-2 0,13-11 1 0,-13-13-1 0,11 24-1 0,-11-24 1 0,0-1 0 0,0-11 0 0,0 13-1 0,0-26-17 0,0 2-12 0,0-1-24 0,0 0-28 0</inkml:trace>
  <inkml:trace contextRef="#ctx0" brushRef="#br0">24505 1706 107 0,'0'-13'7'0,"0"13"-1"0,12-11 12 0,0-2-2 0,-12 1-9 0,12 12-3 0,-12 0 0 0,0 0-8 0,0 0-7 0,0 12-11 0,0 1-13 0,0 11-48 0</inkml:trace>
  <inkml:trace contextRef="#ctx0" brushRef="#br0">24505 1910 75 0,'0'0'16'0,"0"0"27"0,24-23-16 0,-24 11-26 0,12 0 0 0,-12 12-5 0,12-12-15 0,-12 12-15 0,0 0-52 0</inkml:trace>
  <inkml:trace contextRef="#ctx0" brushRef="#br0">24723 1682 79 0,'-12'0'7'0,"12"0"0"0,0-13 13 0,0 13-6 0,0 0-1 0,0 13-7 0,0 22-2 0,0 2-1 0,0-1 2 0,0 13-4 0,12-1 1 0,-12-11-1 0,0-1 0 0,12-12 0 0,-12-13-1 0,13 2 0 0,-13-2-6 0,0-11-8 0,0 0-51 0,0 0 7 0</inkml:trace>
  <inkml:trace contextRef="#ctx0" brushRef="#br0">24723 1730 52 0,'0'0'0'0,"0"-13"28"0,-12 13-19 0,12 0 25 0,12 0-26 0,-12 0-1 0,25 25 4 0,-14-13-7 0,0 24-1 0,13-11 0 0,-11-1 1 0,24 24-1 0,-26-25-1 0,2-9-2 0,-1-2 1 0,0 0-1 0,0-12-1 0,-12 0-4 0,0 0-1 0,0-12-2 0,12 0-2 0,-12-2 0 0,0 3 0 0,0-13 4 0,0 0 4 0,0 12 0 0,0-25 2 0,0 1 1 0,-12-37 4 0,12 49 2 0,-12 12 0 0,12 0 3 0,0 12-2 0,0 24-3 0,0 0 0 0,0 13 0 0,12 11 2 0,-12 1-1 0,0-1-2 0,0-13-2 0,0 3-1 0,12-2 0 0,-12-12 0 0,0-13-2 0,0 2-6 0,0-2-23 0,0-11-37 0,0 0 12 0</inkml:trace>
  <inkml:trace contextRef="#ctx0" brushRef="#br0">23949 1295 20 0,'0'0'0'0,"0"0"22"0,0 0-9 0,-14 0 7 0,14 0-4 0,0 0-3 0,14 0-1 0,-2 0-4 0,25-13 0 0,-2 13-1 0,13 0-1 0,13 0-1 0,0 0-2 0,12 0 0 0,-1-12-2 0,-13 12 0 0,2 0 0 0,-12 0 0 0,-13-12 1 0,-24 12 0 0,1-12-1 0,-13 12-1 0,-25-12-1 0,13 12 2 0,-24-13-1 0,-12 2 0 0,23 11-2 0,13 0 2 0,12 0-1 0,0-13 1 0,24 13 1 0,-11 13-1 0,11-13 2 0,0 11 1 0,0 14-2 0,0-13 3 0,-12 25-3 0,-12-26 1 0,13 14 0 0,-26-13-3 0,1 0-12 0,-12 0-19 0,-13 0-79 0</inkml:trace>
  <inkml:trace contextRef="#ctx0" brushRef="#br0">25352 1197 54 0,'0'0'3'0,"0"-11"9"0,-12 11 6 0,12-13 5 0,0 13-10 0,0-11-3 0,0 11-2 0,0-13-4 0,-13 13-2 0,13 0-1 0,0 0 0 0,0 24 2 0,0 0 0 0,0 13 1 0,0 35 0 0,13 50-1 0,-1-14 1 0,-12-23-2 0,12-13-1 0,0 25 0 0,0-48 0 0,0-13 2 0,0-12-2 0,-12-13 0 0,0 3 0 0,0-14 1 0,0 0-2 0,0-14-42 0,0 3-10 0,0 11 4 0</inkml:trace>
  <inkml:trace contextRef="#ctx0" brushRef="#br0">25884 1584 70 0,'0'0'0'0,"0"-11"10"0,0-1 0 0,0 0 7 0,0-14-3 0,25 15-3 0,-14-2-5 0,25 2-3 0,2 11 0 0,-3-12-1 0,-11 24 0 0,0-1 0 0,-12 26 1 0,-12-12-1 0,12 22 0 0,-24-10 0 0,0 0-1 0,-36 11 4 0,35-36-3 0,2 0 2 0,0-12-2 0,-2-12-1 0,13-24-2 0,35 12 0 0,-10-13-2 0,11 0-3 0,1 2-1 0,-1 11 1 0,-12-13 4 0,0 13 1 0,-24 12 1 0,13 12 0 0,-13 0 3 0,-13 0 0 0,1 23 0 0,0 1 1 0,0 2 1 0,0 9-3 0,0-11 0 0,12 0-1 0,0 13-1 0,12-13-5 0,0 0-13 0,37 13-109 0</inkml:trace>
  <inkml:trace contextRef="#ctx0" brushRef="#br0">26501 1693 81 0,'0'0'8'0,"0"13"6"0,12-2 3 0,-12 26-3 0,0-13-7 0,-12 0-4 0,12 1-3 0,-13-1-1 0,1 0-7 0,0-12-16 0,12 0-20 0,0-12-18 0</inkml:trace>
  <inkml:trace contextRef="#ctx0" brushRef="#br0">26924 1390 54 0,'0'0'0'0,"0"-11"19"0,0 11-6 0,-12-12 0 0,12 0-3 0,0 0-2 0,0 12-3 0,0-12 2 0,0 0-1 0,12-1 0 0,-12 13-1 0,12 0 0 0,-12 0-2 0,12-11 1 0,-12 11-3 0,13 0 0 0,-2 0 1 0,14 0-1 0,-13 0 1 0,25 0-2 0,-2 0 3 0,-11-13-3 0,13 13 2 0,-1 0 0 0,0 0 0 0,-12 0 1 0,1 13-2 0,-1-13 0 0,-12 0 0 0,-12 0-1 0,12 0 2 0,-12 0 0 0,0 0-2 0,0 11 2 0,-12 2-1 0,12 11-1 0,-24 23-2 0,0 3 2 0,11-14 0 0,-35 37 1 0,11-14 0 0,2-10-1 0,-2 11 0 0,2 1 0 0,10-37 0 0,13 25 1 0,0-37-1 0,0 0 0 0,12 0 1 0,0-12 0 0,12 0 0 0,-12 0 1 0,24 0-2 0,-12 0 1 0,23 0-1 0,-11 0 0 0,15 0 0 0,-4 0 0 0,1 0 0 0,0 0 0 0,1 0 0 0,11-12 0 0,-12 12 0 0,-11 0 0 0,-1 0 1 0,-12 0-1 0,-12 0 2 0,0 0 6 0,0 0-8 0,-12 0 1 0,12 0-3 0,0-12-8 0,0 12-13 0,0-12-15 0,0 0-39 0,0 0 34 0</inkml:trace>
  <inkml:trace contextRef="#ctx0" brushRef="#br0">26985 1584 55 0,'0'0'9'0,"-13"0"-1"0,2 0 10 0,11 0 1 0,0 0-3 0,11-11-5 0,2 11-2 0,11 0-1 0,13 0-2 0,-2 0 0 0,2 0 0 0,-13 0-1 0,12 0-2 0,0 0-1 0,-12-12-1 0,-11 12-1 0,-1 0 0 0,-12 0-1 0,0 0-11 0,0 0-132 0</inkml:trace>
  <inkml:trace contextRef="#ctx0" brushRef="#br0">27710 1088 43 0,'0'0'11'0,"12"0"2"0,-12-11 9 0,13-2-1 0,-2 13-4 0,2-11-5 0,11 11-3 0,0 11-5 0,0 26 0 0,0-2-2 0,13 15 1 0,-24 22-1 0,22 73-1 0,-23 1 1 0,-12-38-1 0,0-11 1 0,0-12 3 0,-12-37 4 0,-1 1 2 0,-9-25-5 0,-3 0-1 0,-13-13 1 0,16 2-3 0,-3-2 0 0,1-11-3 0,12 0 1 0,-1 0 0 0,13 0-2 0,-11 0 0 0,11 0-14 0,-13-11-27 0,13 11-85 0</inkml:trace>
  <inkml:trace contextRef="#ctx0" brushRef="#br0">24348 1960 19 0,'0'0'14'0,"13"0"8"0,-13-12-9 0,11 12-1 0,0-12 0 0,26 0-2 0,0-13-2 0,11 1 0 0,25 0-2 0,12 0-3 0,-13-1-2 0,48-11-1 0,-95 24 0 0,-1 0-5 0,-12 12-8 0,0 0-6 0,-24 0-32 0,0 12 13 0</inkml:trace>
  <inkml:trace contextRef="#ctx0" brushRef="#br0">24407 2165 45 0,'0'0'16'0,"0"0"-13"0,25-13 10 0,11-11 5 0,13 13-6 0,12-26-2 0,11 14-2 0,13-15 0 0,-1 3-5 0,-11-1-1 0,0 24 0 0,-25-14-2 0,-24 3-1 0,0 11-2 0,-13 12-14 0,-11-12-16 0,0 24-22 0,0-12 29 0</inkml:trace>
  <inkml:trace contextRef="#ctx0" brushRef="#br0">24928 2286 14 0,'12'0'20'0,"13"-12"-9"0,-13 0 1 0,0 0 3 0,0 12-3 0,-12 0-4 0,0 0 6 0,-12 24-12 0,0 0-1 0,0 25 0 0,24-25 0 0,0-12-1 0,12 0 1 0,0-1-1 0,-11-11 0 0,23 0-6 0,-24 0-11 0,0-11-13 0,0-13-17 0</inkml:trace>
  <inkml:trace contextRef="#ctx0" brushRef="#br0">25072 2080 41 0,'0'0'0'0,"-11"-11"47"0,0-1-31 0,11-2-1 0,-13 14-5 0,13 0-9 0,13 0-2 0,9 0-108 0</inkml:trace>
  <inkml:trace contextRef="#ctx0" brushRef="#br0">27855 1125 14 0,'0'-13'14'0,"-13"13"-1"0,2-11-2 0,11 11 4 0,-11-13-1 0,11 2-3 0,0-2-4 0,0 2 0 0,0-1-1 0,0 12-2 0,0-14-1 0,0 14 1 0,0 14-4 0,-13-2 0 0,13-1 1 0,-12 13-1 0,12 0 2 0,0 0 0 0,-12 13 0 0,12 0 1 0,0 11-2 0,12 0 1 0,0 25-3 0,1 0 3 0,-2-26-1 0,0-23 0 0,2 2 1 0,-1-14-1 0,-12-12 2 0,0 0 1 0,0 0 2 0,-12-12-5 0,12-1-1 0,0 0 1 0,-13 2-2 0,13-2 1 0,0 2-7 0,0-1-18 0,0 0-14 0,-11 0-35 0</inkml:trace>
  <inkml:trace contextRef="#ctx0" brushRef="#br0">27650 1910 59 0,'0'0'5'0,"0"-11"1"0,-12 11 9 0,12-12-4 0,0-12 5 0,24-12-11 0,0 24-1 0,0-13-1 0,12 25-2 0,-23 0 0 0,-1 0 1 0,-12 12 1 0,0 13 1 0,0-13-2 0,-25 24 0 0,14-24 1 0,-2 0 1 0,1-12-1 0,-12 11 0 0,12-11-1 0,0-11 0 0,12-13-1 0,-12 12 0 0,12 0-1 0,0 0 1 0,12 0-1 0,0-25 1 0,0 13-1 0,12 0 0 0,-12 12-1 0,1-1 2 0,11 13-1 0,-12 0-1 0,12 25 1 0,1-1 0 0,-3 12 1 0,-9 1 0 0,12 11-1 0,-25 13 1 0,0-14 1 0,-13 15-1 0,-12-26 2 0,-10 12 0 0,-1-24 0 0,0 0-2 0,-1-11-1 0,25-13 1 0,-12 0-6 0,12 0-21 0,12-24-35 0,0 24 16 0</inkml:trace>
  <inkml:trace contextRef="#ctx0" brushRef="#br0">28557 1512 42 0,'0'-13'13'0,"0"-10"2"0,0-1 4 0,0 0 2 0,0-1-6 0,0 12-7 0,0 2-6 0,0-1-2 0,0 61 4 0,0-13-4 0,13 48 3 0,-2 12-1 0,-11 2-1 0,13-38-1 0,9 49 1 0,4-48-1 0,-26-2 0 0,13-9 0 0,-2-26 0 0,-11 11-8 0,0-35-15 0,-11 13-13 0,-2-13 5 0,13 0-4 0</inkml:trace>
  <inkml:trace contextRef="#ctx0" brushRef="#br0">28533 1573 54 0,'0'-12'6'0,"12"-26"7"0,13 3 4 0,-1 23 2 0,-13 0-12 0,39-12 3 0,-4 12-6 0,15 12-3 0,24 12 0 0,-24 36 0 0,-37 0 0 0,-12 0 0 0,-12 0 1 0,-12-11 2 0,-24-13 0 0,-13 0-1 0,-12-11-1 0,1-1-1 0,0-12-1 0,10 12-4 0,39-12-20 0,0 0-23 0,11 0-15 0</inkml:trace>
  <inkml:trace contextRef="#ctx0" brushRef="#br0">29149 1790 25 0,'13'0'20'0,"-13"-24"-3"0,12 12 3 0,-12-25 13 0,12 13-23 0,-12 13-5 0,0 11-1 0,0 0-4 0,-12 0 0 0,12 11 0 0,0 13 1 0,0 25 0 0,0 0 0 0,0 11 0 0,0-11-1 0,0-1 1 0,12-1-1 0,0-9 0 0,0-15 1 0,-12-10 0 0,0-2-1 0,0-11 2 0,0 0-4 0,0 0-11 0,-12 0-21 0,12-11-30 0,0 11 38 0</inkml:trace>
  <inkml:trace contextRef="#ctx0" brushRef="#br0">29366 1766 89 0,'0'0'0'0,"13"-12"13"0,-13 0-11 0,11 12 5 0,-11-12 0 0,14 12-6 0,-14 12-93 0,0-12 69 0</inkml:trace>
  <inkml:trace contextRef="#ctx0" brushRef="#br0">29429 1984 53 0,'0'0'24'0,"0"0"-9"0,11-12 1 0,-11 0-2 0,11 0-8 0,-11 0-6 0,13 12 0 0,-13-12-5 0,12 12-19 0,0 0-17 0,12 0-4 0</inkml:trace>
  <inkml:trace contextRef="#ctx0" brushRef="#br0">29670 1899 36 0,'0'0'16'0,"0"-12"-4"0,0 12 15 0,-12 12-12 0,12-1-10 0,-12 3-2 0,12 10-1 0,0 23 0 0,0-23-1 0,24 0-1 0,-24-10 1 0,24-2-2 0,-12-12-2 0,24-12-36 0,-25-2-19 0</inkml:trace>
  <inkml:trace contextRef="#ctx0" brushRef="#br0">29706 1608 50 0,'0'0'0'0,"-12"-11"37"0,12 11-38 0,12 0 3 0,13 0-2 0,-25 11-5 0,35 13-29 0,-10-11-8 0</inkml:trace>
  <inkml:trace contextRef="#ctx0" brushRef="#br0">29948 1924 49 0,'0'0'7'0,"12"0"6"0,0 0 1 0,24 0 8 0,1-14-12 0,-13 3-5 0,25 11-4 0,-27 0 0 0,4 0-1 0,-2 0-1 0,-24 0-16 0,0-12-20 0,0 12-22 0</inkml:trace>
  <inkml:trace contextRef="#ctx0" brushRef="#br0">30420 1766 38 0,'0'0'0'0,"0"-12"16"0,12-36 12 0,-12 24-10 0,0 24-5 0,0-13-9 0,0 26-2 0,0 11 1 0,0 12 1 0,0 24-1 0,0-11-1 0,12-1 0 0,-12 1-1 0,12-2 1 0,-12-23-2 0,0 0 2 0,0-10-1 0,0-2 1 0,0-12 0 0,0 0-17 0,-24-26-100 0</inkml:trace>
  <inkml:trace contextRef="#ctx0" brushRef="#br0">30794 992 22 0,'0'0'9'0,"-12"0"2"0,12-13 3 0,0 13-2 0,12-11-2 0,1 11-3 0,-1 0-1 0,24 0 1 0,12 24-1 0,13 25-3 0,-1 11 0 0,98 229 3 0,-122-95-4 0,-24-61 0 0,-24-23 5 0,0-38 5 0,-12-23 0 0,-13-2-4 0,1-34-3 0,0-2-2 0,-1 2-1 0,0-13-1 0,26-13-10 0,0 13-33 0,-2-11-65 0</inkml:trace>
  <inkml:trace contextRef="#ctx0" brushRef="#br0">2044 16861 23 0,'0'0'0'0,"0"0"12"0,0 11-5 0,0 2 4 0,0 11 0 0,0 0-7 0,0 25-2 0,0-1-1 0,0 1-1 0,0-13 0 0,0 25 1 0,12-37-1 0,-12-12 0 0,0 11-13 0,12-10-7 0,-12-13-17 0</inkml:trace>
  <inkml:trace contextRef="#ctx0" brushRef="#br0">2007 16801 21 0,'0'0'4'0,"0"0"1"0,0 0 0 0,13-12 5 0,-13-1-2 0,24 0-3 0,0 13-2 0,0 0-1 0,1 0 0 0,-1 26-1 0,0-14 2 0,-12 24 0 0,-12-1-1 0,0 2-1 0,-12 0 1 0,-12-13-1 0,0 0 1 0,-1-12-2 0,1 0 0 0,24-12-1 0,-12 0-1 0,36 12 0 0,1-12 0 0,11 0 0 0,12 12 1 0,-11 13 1 0,-1-13-1 0,-11 24 2 0,-3-12 3 0,-22 13 2 0,0-25 1 0,-11 24-2 0,-25-25-2 0,-13 2-2 0,1-2 1 0,12 2-1 0,-1-13-12 0,1 0-31 0,36 0 7 0</inkml:trace>
  <inkml:trace contextRef="#ctx0" brushRef="#br0">2419 17042 34 0,'0'0'0'0,"0"0"0"0,0 25 0 0,0-1 2 0,0 24 0 0,12-11 1 0,0-1-1 0,0-13-1 0,0-23 1 0,-12 13 3 0,12-13 5 0,-12 0-1 0,0-13-6 0,0 2 0 0,0-25 1 0,0-13-1 0,0 13-1 0,0 0 2 0,13 11-2 0,-1-11-2 0,0 36 1 0,24-12-1 0,-24 12-1 0,13 0-11 0,23 24-63 0</inkml:trace>
  <inkml:trace contextRef="#ctx0" brushRef="#br0">2794 17067 40 0,'-13'-12'5'0,"2"12"-1"0,11-13 2 0,0 1 9 0,0 12-6 0,0 12-2 0,0 13-3 0,0 11-1 0,11 11-2 0,2-9-1 0,-1-2 1 0,12-1 0 0,0-22-1 0,1-2 1 0,-1-11 1 0,0 0-2 0,0-24 2 0,1 0-1 0,-13 1 0 0,0-25 0 0,-12-1 0 0,0 1-1 0,0 23-1 0,0 13 2 0,0 0-2 0,0 12 0 0,0 12 1 0,0 13 0 0,0-1 0 0,12 12 0 0,0 13-1 0,12-13 0 0,0-1 0 0,12-11-5 0,2-11-11 0,-3-2-20 0,1-11 0 0</inkml:trace>
  <inkml:trace contextRef="#ctx0" brushRef="#br0">3459 17042 13 0,'0'0'0'0,"0"-12"23"0,0-12-10 0,0 12-2 0,-11 0-1 0,-2 0-3 0,-11 12-2 0,-12 0-1 0,11 24 0 0,-11 0-1 0,0 13-1 0,11-1 0 0,14 12-2 0,11 1 1 0,11-13 0 0,14-12 1 0,23-13 0 0,13 2 0 0,0-13-1 0,11 0 1 0,0-24 0 0,-23-12 0 0,-1 0 0 0,-11-1-1 0,-13 1 1 0,-24-12-1 0,-13 23-1 0,-11 1 1 0,-12 12-1 0,0 0-1 0,-1 24 1 0,-12 24 0 0,38-11-1 0,-13 35 1 0,13-11-1 0,11-25 1 0,22 23 0 0,15-10 2 0,11-12 0 0,13-25-1 0,-1 0 1 0,1-14-2 0,-13-21-19 0,-11 11-61 0</inkml:trace>
  <inkml:trace contextRef="#ctx0" brushRef="#br0">4705 16763 19 0,'-13'0'6'0,"-9"-11"0"0,-16 11-4 0,-9 11 8 0,-2 2 6 0,0 12-5 0,1 22-4 0,12-23-2 0,11 13 0 0,13 11-2 0,-12 1 0 0,24 0-1 0,12-13 1 0,24 0-1 0,13-13 0 0,-1 3 0 0,13-14 0 0,-13-12-1 0,13 0-4 0,-13 0-28 0,-24-12-31 0</inkml:trace>
  <inkml:trace contextRef="#ctx0" brushRef="#br0">4777 17018 20 0,'0'0'5'0,"13"12"-2"0,-1 13 2 0,12-1 7 0,-12 12 1 0,0-12-5 0,0 1-5 0,0 11 1 0,1-24 1 0,-13-12 4 0,0 12 5 0,0-24-2 0,0 0-10 0,0-24-1 0,0-1 1 0,0 1-1 0,12 12 1 0,0-13-2 0,12 13 1 0,0 0 0 0,0 12-1 0,-13 12 0 0,15 0-1 0,-14 12-7 0,0 0-18 0,1 24-47 0</inkml:trace>
  <inkml:trace contextRef="#ctx0" brushRef="#br0">5213 17079 23 0,'0'0'19'0,"0"-12"-6"0,-12 12 1 0,12-12 5 0,0 12-7 0,-12 0-6 0,12 12-1 0,-12 24-3 0,12-12-1 0,0-1-1 0,0 15 2 0,24-26-2 0,0 0 2 0,12 0-1 0,1-12 1 0,-1-12-1 0,0-12 1 0,-25-14 0 0,15 3 0 0,-26-1-1 0,0-1 0 0,-26 13 0 0,-9 0-1 0,-1 24-1 0,-13 0 1 0,13 12-1 0,24 0 1 0,0 12-1 0,0 1 0 0,36-13-2 0,0 12-2 0,25-12-2 0,-1 0 0 0,12-12 2 0,1 0 2 0,-13-12 3 0,-11-12 0 0,-13 0 1 0,0-13 2 0,-12 1 1 0,-12-1 1 0,0-23-1 0,0-13 0 0,-12 38 0 0,12-2 0 0,-12 24 0 0,12 2-1 0,-12 11 0 0,12 11-2 0,0 39 0 0,0-2 0 0,0 24 3 0,0 1-1 0,12 36-3 0,-12 0-1 0,12 0 1 0,0-50 0 0,24 2 1 0,-11-13 0 0,11-23 1 0,-11-13 0 0,-14-12 0 0,24-37 1 0,-21 2-2 0,-2-2 1 0,-12-24-2 0,0 14-1 0,-12-2-1 0,-13 1-1 0,-10 24 2 0,-2 12-1 0,0-2 1 0,13 28 0 0,0 22-1 0,24-12 1 0,24-13 0 0,0 13 1 0,13-24-1 0,11 13 1 0,48-37-3 0,-59 11 2 0,-1-22 1 0,-11-1 0 0,-1-13 1 0,12 1-1 0,-24-13 1 0,13-12 0 0,-13-23-1 0,-12 35 0 0,0 24 1 0,0 2 1 0,-12 23-1 0,12 12 2 0,-13 0-1 0,13 0-2 0,-12 12 0 0,12 23 0 0,0 15 0 0,0-2 0 0,0 0 1 0,0 13-1 0,12-1 0 0,1-11 1 0,-1-1 0 0,12-12 0 0,0 1 1 0,-12-13-2 0,12-12 1 0,0-12 0 0,1 0-3 0,11-12-14 0,-1-12-32 0,-22 12 0 0</inkml:trace>
  <inkml:trace contextRef="#ctx0" brushRef="#br0">5842 16994 58 0,'0'0'7'0,"11"-12"3"0,2 0 0 0,23 12 6 0,0-13-3 0,25 2-3 0,-12-2-4 0,12 2-3 0,-1-2-3 0,-35 13-7 0,-3 0-89 0</inkml:trace>
  <inkml:trace contextRef="#ctx0" brushRef="#br0">6798 17067 51 0,'0'0'19'0,"0"0"-12"0,12 0 11 0,12 12-5 0,12-12-3 0,12 0-3 0,2 0-3 0,9-12-2 0,2 0-1 0,-13 12-1 0,-12-13 0 0,-11 13-6 0,-13-12-21 0,-24 0-64 0</inkml:trace>
  <inkml:trace contextRef="#ctx0" brushRef="#br0">7003 16872 41 0,'0'0'0'0,"-13"-24"44"0,13 37-35 0,13-2 9 0,-13 2-4 0,0 35-5 0,0 1-2 0,12 11-1 0,-12 25-4 0,0-12-1 0,12-14-1 0,0-9 0 0,2-26-3 0,-3-13-42 0,-11-11-22 0</inkml:trace>
  <inkml:trace contextRef="#ctx0" brushRef="#br0">7922 16946 20 0,'0'0'13'0,"0"-13"6"0,-12 2-3 0,0-2 3 0,-12 13-6 0,-12 13-5 0,-1 11-3 0,0 0-3 0,26 12 0 0,0-12-2 0,11 1 0 0,22 11 1 0,15-24-1 0,11 24 0 0,1-11 0 0,0-13-1 0,-25 12 2 0,-12-12-1 0,-12-12 7 0,-12 12-1 0,-25-12-3 0,-11 0-1 0,-11 0-2 0,-4 0 1 0,17 0-1 0,-15 0-46 0,61 0-2 0</inkml:trace>
  <inkml:trace contextRef="#ctx0" brushRef="#br0">8151 16776 72 0,'0'0'0'0,"0"-37"22"0,-11 26-13 0,11-1-5 0,11 12 1 0,-11 0 0 0,0 36 3 0,0 1-4 0,-11 11-1 0,11-13 0 0,0 15-1 0,0 22 0 0,0-11-2 0,11-13 0 0,-11-1 0 0,13-9 0 0,-13-26-1 0,0 0-7 0,0 0-15 0</inkml:trace>
  <inkml:trace contextRef="#ctx0" brushRef="#br0">8020 17055 30 0,'0'0'0'0,"11"0"9"0,13-13 4 0,-11 13-1 0,46-12 7 0,-35 0-13 0,37 12 2 0,-24 0-1 0,-1 0 0 0,-12 12 0 0,1 0-1 0,-13 1-1 0,0 11-1 0,-12 0-1 0,12 0-2 0,0-1 0 0,-12 3 0 0,12-14-1 0,1 0 2 0,-2-12-1 0,13 0 0 0,26-36 0 0,-39-1 0 0,24-23 0 0,-35 35-1 0,13 13 0 0,-13 0 1 0,0 0-2 0,0 12 0 0,0 0 1 0,0 12 0 0,0 12 0 0,0 1 0 0,0-1 0 0,0 12 1 0,12 1-1 0,2-13 0 0,8 0-1 0,-9-12-1 0,23-1-130 0</inkml:trace>
  <inkml:trace contextRef="#ctx0" brushRef="#br0">8926 16739 64 0,'0'-11'11'0,"-12"-1"-3"0,24 0-5 0,-12 12 4 0,0 0 6 0,0 24-6 0,0 24-3 0,0 0 1 0,0-11 0 0,-12 11-3 0,12 25 0 0,0-13-1 0,12-11 0 0,-12-1 0 0,12-23 0 0,-12-1 1 0,0-24 0 0,0 0 3 0,0 0-2 0,0-12-2 0,0-25-1 0,0 1 0 0,-12 0 1 0,-13-1-2 0,3 13 1 0,-3 12-1 0,1 12 0 0,-25 24 0 0,37 0 1 0,0 1 0 0,12-1 0 0,0 0 0 0,12 11-1 0,0-9 0 0,12-2-12 0,-13-12-32 0,3 0-32 0</inkml:trace>
  <inkml:trace contextRef="#ctx0" brushRef="#br0">9035 17212 66 0,'0'0'0'0,"12"0"10"0,0 0-5 0,13 0 5 0,-13-12 0 0,0 12-4 0,0-12-2 0,12-12 0 0,-12-1-2 0,13 1 1 0,-14-12-1 0,-11-1 1 0,0 25 0 0,-11 0-1 0,-2 0 0 0,-11 12-2 0,0 12 0 0,12 0 0 0,-12 13 1 0,11 11-1 0,1 0 0 0,0 1-1 0,12-1 1 0,12-12 0 0,0-13 1 0,13 2-1 0,11-13 0 0,-12 0 0 0,12 0 0 0,1-24 0 0,0 0-2 0,-2-12 1 0,2-1 1 0,-13 1 0 0,-13 12 1 0,-11 12-1 0,13-1 1 0,-13 1 0 0,0 12-1 0,0 12 1 0,0 1 0 0,0-1-1 0,0 24 0 0,0-12 0 0,12 13 0 0,0-13 0 0,0-12 1 0,0 0 0 0,12-12 1 0,-24 0-1 0,25 0 0 0,-1-24 0 0,-12 0 0 0,0-13-1 0,12 13 1 0,0 0-1 0,-11 0 0 0,-1 11-1 0,0 1 1 0,-12 12 1 0,12 0-1 0,0 12-1 0,-12 1 0 0,0 11 1 0,13-12 0 0,-2 12 0 0,0-12 0 0,14 0 0 0,0-1-1 0,-1-11 1 0,0 0 0 0,12-11 1 0,-24-1-1 0,12-12 1 0,-11-12-1 0,-1-1 1 0,0-11-1 0,0-12 1 0,-12-38-2 0,0 50 1 0,0 0 0 0,0 24 0 0,0 12 1 0,-12 0-1 0,12 24 0 0,-12 0 0 0,12 23 0 0,-12 15 0 0,12-15 1 0,0 63 3 0,24 10 0 0,0-71-2 0,0-1-1 0,1 0 0 0,11-11 0 0,-11-13-1 0,-1 0 0 0,-13-12-5 0,13-24-18 0,-12 10-50 0,2 3 29 0</inkml:trace>
  <inkml:trace contextRef="#ctx0" brushRef="#br0">9773 16922 67 0,'0'-13'19'0,"0"1"-9"0,12 0-4 0,36-1 7 0,25 2-2 0,-13-2-4 0,14 2-6 0,-13 11-2 0,-37 0-25 0,-24 0-43 0</inkml:trace>
  <inkml:trace contextRef="#ctx0" brushRef="#br0">2020 18034 14 0,'0'0'8'0,"0"0"12"0,0 0 6 0,0 0-12 0,12 0-8 0,12 0 4 0,-12-12-7 0,25 12 0 0,11 0 0 0,-12 0-3 0,1 0 2 0,-1 0-4 0,-24 0-22 0,-12 0-57 0</inkml:trace>
  <inkml:trace contextRef="#ctx0" brushRef="#br0">2770 17720 10 0,'0'0'0'0,"0"0"17"0,0 0-12 0,0 0 0 0,0 12 10 0,0 11-11 0,0 14-2 0,0 11 0 0,0 0-2 0,0 13 1 0,0-12 2 0,0-1 4 0,0 1 0 0,0-25-2 0,0 0 0 0,11-12 0 0,2-1 0 0,-1 3-2 0,0-14-1 0,24 12-1 0,-11-12-2 0,11 0-14 0,12 0-12 0,13 0-33 0</inkml:trace>
  <inkml:trace contextRef="#ctx0" brushRef="#br0">3314 18107 15 0,'0'0'0'0,"0"-12"16"0,-12 0-8 0,12 0 5 0,-12-13 1 0,0 1-4 0,-13 12-6 0,14 0-3 0,-14 12 0 0,1 0-1 0,12 24 1 0,-1 0-1 0,2 25 0 0,0-13 0 0,22-12 1 0,-11 1-1 0,36-13 2 0,-24 0-1 0,12-24 0 0,-11 0 1 0,11-2-1 0,-12-21 0 0,0 11 0 0,-12 0 0 0,12-1 0 0,-12 1-2 0,0 12 0 0,0 0 1 0,0 12 0 0,12 12-1 0,-12 12 1 0,12 1-1 0,12-1 1 0,-11 12-8 0,-1-12-15 0,12 13-26 0</inkml:trace>
  <inkml:trace contextRef="#ctx0" brushRef="#br0">3509 18022 14 0,'0'0'6'0,"0"0"20"0,0 0-13 0,11 12-5 0,-11 0-4 0,11 13-1 0,2-1-2 0,-13 0 0 0,0 0 0 0,11 13-1 0,-11-25 2 0,13 0 1 0,-13 0 1 0,0-12-2 0,12-12-1 0,-12-12 0 0,0-1 0 0,12 1 1 0,-12-12-1 0,12-1 0 0,0 13 0 0,1 0-1 0,-1 12-1 0,-12 0 1 0,12 12-1 0,0 12 1 0,-12 12 0 0,12 0-2 0,-12 1 2 0,12-1 0 0,12 12 0 0,-11-24 0 0,23 0 0 0,-24-12 0 0,25 11 0 0,-15-11 0 0,2-11 1 0,15-1 1 0,-28-12-1 0,0 12 0 0,2 0 0 0,-13-12 0 0,0 11 0 0,-13-11 1 0,2 12-2 0,-13 0 1 0,11 12-1 0,0-12 0 0,2 24-1 0,11 0 1 0,0 12 0 0,11 1-1 0,2 11 0 0,0 23 0 0,11 3 1 0,-13-15-2 0,2 14 0 0,-1-13 3 0,-12 2 0 0,0-26 0 0,-12 0 0 0,-1-13 1 0,-9 2-1 0,-4-13 0 0,2 0-1 0,-11-37 1 0,10 26 1 0,13-26-2 0,0 13 0 0,12-13 0 0,24 2 0 0,1-2 1 0,10 0 0 0,2 2 0 0,-2-1 0 0,2-1 1 0,-1 13 0 0,-11 0-1 0,-1 12 1 0,-12 12-1 0,-12-12 0 0,12 24-1 0,-12 0 0 0,0 12-1 0,0-12 1 0,0 23 0 0,12-21-1 0,0 10 1 0,-12-12 1 0,12 0 0 0,1-12 0 0,-2 0 1 0,2-12-1 0,-1-12 0 0,0-2 0 0,0 3 0 0,-12-1-1 0,12 0 0 0,1 12-2 0,-2 12 1 0,-11 0 0 0,11 24 0 0,-11-12 0 0,13 12 1 0,-1-12-1 0,13 13 2 0,-1-13-2 0,-13 0 2 0,26 0-1 0,-1-12 1 0,1 0 0 0,-1-12 0 0,0-12 0 0,-11 10 0 0,-1-9 1 0,0-1-1 0,-24 0 0 0,0-13-1 0,-24 25 0 0,0 0-1 0,-1 12 0 0,1 12-1 0,0 0 1 0,0 37-1 0,12-25 1 0,12 0 1 0,12-13 0 0,0 3 0 0,12-2 0 0,-12-12 1 0,12-12-1 0,-11-2 1 0,-1 3-1 0,-12-1 1 0,12 0-1 0,-12 0 0 0,0 12-1 0,0-12 0 0,0 24-1 0,0 0 2 0,12 0-1 0,-12 0 1 0,12-1 0 0,12 3 0 0,-11-14-1 0,-2 12 1 0,13-12-1 0,1 0 2 0,11 0-1 0,-12 0 2 0,12-12-1 0,-11-2 0 0,-1 3 0 0,-24-1 0 0,36 0 0 0,-24-12 0 0,0 12 0 0,-12-12 0 0,0 11-1 0,-12 1 0 0,-12 0-1 0,0 12 0 0,0 0 0 0,-1 24 0 0,13-11 0 0,0 11 0 0,12 0 1 0,0 0 0 0,12-1-1 0,12 3 1 0,0-2 0 0,1 0-1 0,-1 0 0 0,0 11-1 0,13 39 0 0,-25-39 2 0,0 15 0 0,-12-15 0 0,0 2 2 0,0-13-3 0,-12-11 3 0,-13-2-3 0,1-11 2 0,0-11-1 0,0-14 1 0,-1 1-1 0,1-12 0 0,12 12 0 0,12-13 0 0,12 0 0 0,12 2 2 0,13 11 0 0,11-13 0 0,1 0 0 0,12 14 0 0,-1-13 0 0,-13 10 0 0,2-9-1 0,-24 11 1 0,-25 0-3 0,-13 12 1 0,-11-1-1 0,-13 13-1 0,2 0 1 0,11 25 0 0,-2-1 0 0,15 12 1 0,11-13 1 0,24 3 0 0,1-2 0 0,22-24 1 0,2 12-5 0,0-12-15 0,-1-12-73 0</inkml:trace>
  <inkml:trace contextRef="#ctx0" brushRef="#br0">5576 18083 18 0,'0'0'12'0,"0"12"10"0,12-12-6 0,-12 12-5 0,12 0-5 0,0 12-4 0,0 13 0 0,-12-13-1 0,12 12 0 0,-12-25 3 0,12 13 9 0,-12-24-7 0,0 13-4 0,0-26 0 0,0-11-1 0,13 13 1 0,-13-25 0 0,12-2 0 0,12 15-1 0,-12-13 0 0,25 24 0 0,-26-12-1 0,14 11 0 0,0 13 0 0,-14 13 0 0,0 11-1 0,2 0 1 0,-2 12-1 0,2 1 1 0,11-1 0 0,-24-13 0 0,12-10 0 0,0-2 3 0,-12 2 0 0,13-13-2 0,-13-13 1 0,11-11-1 0,2 13 0 0,-1-13 1 0,12-12-1 0,-12 11-1 0,13 1 1 0,-13 0-2 0,0 24 1 0,0 0 0 0,-12 0 0 0,12 12 0 0,0 12-1 0,-12-1 0 0,12 15 1 0,1-14 0 0,-2-1 1 0,0-10 0 0,2-2 0 0,12-11 1 0,-13-11-1 0,12-2 1 0,-13-10-1 0,26-39 1 0,-13 51-2 0,-11-1 0 0,-2-12-1 0,-11 24 1 0,0 12-1 0,0 12 1 0,13 1-1 0,-1-1 2 0,0 0-2 0,12-12 1 0,0-1 1 0,1 2-1 0,-1-13 2 0,12 0-1 0,-11-13 1 0,-3-10-1 0,-22-1 2 0,13-14-1 0,-13 15-1 0,-35-25-1 0,-2 36 0 0,1 0-1 0,-1 12-6 0,13 0-14 0,0 12-20 0,12 0-30 0</inkml:trace>
  <inkml:trace contextRef="#ctx0" brushRef="#br0">6785 18180 87 0,'0'0'8'0,"0"-14"1"0,0 3-6 0,-12-1 5 0,12-12 3 0,-12 12-4 0,-12-12-4 0,12 24-2 0,-25-12-1 0,13 12 0 0,0 12 0 0,0 0-1 0,11 24 1 0,2-12-1 0,11 13 1 0,0-13 0 0,11 0 0 0,14 0 0 0,11-13 0 0,-12 2 0 0,13-13 1 0,-1-13-1 0,-12-11 2 0,1-11-1 0,-13-15 0 0,-12 3 0 0,0-14 1 0,0 1-1 0,-24 0-1 0,11-1 2 0,-11 13-2 0,12 24 1 0,0 11-1 0,0 0 0 0,12 39 0 0,0-2 1 0,-12 11-1 0,12 26 0 0,12-13 0 0,0 13 0 0,12 0-1 0,13-13 1 0,-13 1 0 0,12-25 1 0,-11 11 0 0,60-22 0 0,-50-13 0 0,74-36 2 0,-73 12-1 0,1-14-1 0,-13 15 0 0,-12-13 0 0,-12 12 0 0,-24-1-1 0,12 25-1 0,-37-12 1 0,37 12-1 0,-24 25 0 0,1-1 1 0,35 0-1 0,-14 12 1 0,28 1-1 0,8-13 0 0,3 0 2 0,11-13-2 0,0 13 2 0,13-24-2 0,-13 0 1 0,-1-11 1 0,15-13 0 0,-26-12 0 0,0-13 1 0,-12 1-1 0,-12-25 0 0,-12 12-1 0,-1 1 1 0,-9 0 0 0,9 24-1 0,1 11 1 0,0 12-1 0,0 13-1 0,-2 0 1 0,14 38-1 0,0-2 1 0,0 12 0 0,14 0-1 0,-2 13 0 0,12-13 1 0,-11 1-1 0,9-1 1 0,3-11 0 0,-1-25 1 0,-10 0 0 0,8-12 0 0,-9-12-2 0,11-12 0 0,0-1-1 0,13-11 0 0,-1 24 1 0,0-12 1 0,0 12-1 0,-11 12 1 0,0 0 1 0,-14 24 0 0,2-12 0 0,-13 12 1 0,0-12-1 0,-13 11-2 0,-59-9-131 0</inkml:trace>
  <inkml:trace contextRef="#ctx0" brushRef="#br0">8382 17853 45 0,'0'0'0'0,"0"-13"20"0,12 13-11 0,1-23 6 0,-2 11-2 0,-11-1-9 0,0-11 1 0,-11 11-2 0,-14 2 0 0,1 11 2 0,-12 11 1 0,-1 13-1 0,1 14-2 0,12-2 0 0,-13 24-2 0,37-11 1 0,-12 23-1 0,12-11 0 0,25-1 0 0,-14-11-1 0,13-13 0 0,-11-1 0 0,-1-11 1 0,0 2-1 0,-12-26-8 0,0 11-16 0,-12-11-29 0,0 0 8 0</inkml:trace>
  <inkml:trace contextRef="#ctx0" brushRef="#br0">8068 18107 29 0,'0'0'0'0,"0"0"32"0,12-12-26 0,-12 0 8 0,25 0 5 0,-3-1-5 0,15 1-5 0,0 0-3 0,-2 0-2 0,2 0-1 0,-1 0-2 0,-23 12 1 0,11 12 1 0,-24-12-1 0,12 24 0 0,-12 0-1 0,0 1-2 0,-12-1 2 0,12 0-2 0,12 0 2 0,0 1-1 0,12-25 1 0,0 12-1 0,13-12 1 0,-13 0-1 0,24-26 3 0,-37 15-2 0,-11-13 0 0,0 0 1 0,-24 12-2 0,2 0 1 0,-15 0-1 0,11-1 0 0,15 1 0 0,0 12 0 0,-2-12-1 0,26 12 0 0,9 0 1 0,16 0-1 0,9 0 0 0,2 0 0 0,-13 12 0 0,-11 0 1 0,11 13 0 0,-24-1-1 0,0 0 1 0,-12 0 1 0,0-13 2 0,0 3 1 0,-12-2-1 0,12-12-1 0,-12-26 1 0,0-21 0 0,12 23-2 0,24-37 0 0,0 37-2 0,13-13-17 0,-1 26-64 0,-24 11 29 0</inkml:trace>
  <inkml:trace contextRef="#ctx0" brushRef="#br0">9217 17986 67 0,'0'0'14'0,"0"-13"-8"0,0 13-4 0,0 0 2 0,12 0 0 0,0 25-1 0,0-1-2 0,-12 12-1 0,13 1 0 0,-13-13 2 0,0 12 6 0,0-11 2 0,-13-13-3 0,13-12-3 0,-12 0 0 0,12 0 0 0,0-26 0 0,0 3 0 0,0-13-2 0,0 0 0 0,25-1-1 0,-14 13-1 0,13 0-2 0,0 11-9 0,-11 2-9 0,11 11-10 0,0 0-16 0,-12 11 21 0</inkml:trace>
  <inkml:trace contextRef="#ctx0" brushRef="#br0">9507 18166 15 0,'0'0'0'0,"0"0"58"0,0-11-41 0,12 11-3 0,12-24 0 0,1 12-6 0,-1-12-2 0,-12 12-3 0,-12-13 0 0,12 1-2 0,-12-12 1 0,0 24-1 0,-24-12-1 0,0 24 1 0,-1 0-1 0,1 11 0 0,12 2-1 0,0 23 0 0,12 0 1 0,0-11 0 0,24-1-1 0,12 12 2 0,-12-24 0 0,25-1-1 0,-24-11 0 0,22 14 0 0,-9-39 0 0,-3 13 0 0,1-24 0 0,-24-13 1 0,12 13-1 0,-11-24 0 0,-13 11 0 0,12-11 0 0,-12 12 1 0,0 11-1 0,-12 13 0 0,12 12 0 0,0 12 1 0,0 12-1 0,-13 12 0 0,13 13 0 0,0 11 1 0,0 0-1 0,0 0 0 0,0 13 0 0,13-13 0 0,-13-11 1 0,12-13-1 0,0 0-1 0,-12-12 0 0,12-12-1 0</inkml:trace>
  <inkml:trace contextRef="#ctx0" brushRef="#br0">9749 18022 41 0,'0'0'16'0,"0"0"-6"0,24-12 4 0,0 12 0 0,12-12-4 0,1 12-3 0,11-12 0 0,-11-1-1 0,-1 13-3 0,-11 0 0 0,-1 0-1 0,-2 0 0 0,-9 13-1 0,-1-1 0 0,-12 12 0 0,14 0-1 0,-3 1 0 0,-11-1 0 0,13 0 0 0,-13 0 1 0,0-12-1 0,0-1 3 0,0-11-1 0,0-11 0 0,0 11-1 0,0-12 0 0,0 0-1 0,0 0 0 0,0-12 1 0,0 12-1 0,0 0-1 0,11-13 1 0,13 13 0 0,-12 0-1 0,12 0 0 0,-12 0 1 0,0 0 0 0,13 12 0 0,-13 0 0 0,0 0 1 0,-12 12-1 0,0-12 0 0,12 12 1 0,-12 0-1 0,12-12-1 0,-12 12 1 0,12 0-1 0,-12 0-8 0,13 1-23 0,-13 11-59 0</inkml:trace>
  <inkml:trace contextRef="#ctx0" brushRef="#br0">10329 17805 73 0,'0'-13'7'0,"0"13"-4"0,0-13-5 0,0 2 1 0,0-2-1 0,0 13-1 0,0 13-53 0,-11-13 38 0</inkml:trace>
  <inkml:trace contextRef="#ctx0" brushRef="#br0">10474 18046 19 0,'0'0'12'0,"0"0"21"0,14 12-21 0,-14-12 0 0,0 0-9 0,0 13 0 0,11-1-1 0,-11-12 0 0,0 12 6 0,11-12-5 0,-11 0 0 0,13 0-1 0,23-12 0 0,-24-13 0 0,12 1 0 0,-11 12 0 0,-13-12 1 0,0 12-1 0,0-12-1 0,-13 11-1 0,-11 13 0 0,0 0 0 0,0 0 0 0,0 24 0 0,-1 1-1 0,13-1 1 0,-1 12 2 0,13 1-1 0,0-13-1 0,13-12 1 0,24 12 0 0,-13-13-2 0,12 3-2 0,0-2-4 0,13-12 0 0,-25-12-1 0,13-2 4 0,-13-9 4 0,12-1 0 0,-24 12 1 0,1-24 3 0,-2 11 4 0,-11 1-2 0,0 12-1 0,0 0-4 0,0 12 0 0,0 12 2 0,0 0-3 0,0 0 1 0,11 12-1 0,-11 1 0 0,13-13 0 0,11 12 0 0,-11 0 1 0,0-12 0 0,9-12-1 0,-9 11 2 0,-1-11-2 0,0-11 1 0,-12-1-1 0,12-12 0 0,-12 0 1 0,0 0-1 0,12-1-1 0,-12 13 0 0,24-12 0 0,-11 12 0 0,11 0 1 0,0 12 0 0,12 0 0 0,1-13 0 0,-13 13-1 0,13 13 1 0,-26-13 1 0,-11 12 0 0,0 0 0 0,-24 0-1 0,0 12 1 0,0 1-1 0,0-13 0 0,-1 24 0 0,13-24 0 0,12 12 0 0,0-13 0 0,0 3 1 0,24-14-1 0,0-14 1 0,-11 3 0 0,23-13-1 0,-24 12 0 0,1-12 1 0,9 0-1 0,-9 11 0 0,-13 1-1 0,12 12 1 0,-12 0 0 0,12 12 0 0,-12 1-1 0,13 11 1 0,0-12 1 0,-2 12-1 0,13-12 0 0,-12 0 1 0,24-1 0 0,-24-11 0 0,25 0-1 0,-13-11 1 0,0-13 0 0,0 0 0 0,0-12 0 0,-11-13 0 0,-1-11-1 0,0-1-1 0,-12-61 0 0,0 15 0 0,0 58 1 0,-12 37-1 0,12 12 1 0,-12 12 0 0,-1 24 0 0,-11 25 0 0,12-2 0 0,12 2 0 0,0 0 0 0,0 11 1 0,12-11-1 0,25 0 0 0,-13-25 0 0,13-1 0 0,-2-21 0 0,2-2 0 0,-24-12-1 0</inkml:trace>
  <inkml:trace contextRef="#ctx0" brushRef="#br0">12701 17587 22 0,'0'0'0'0,"0"-12"18"0,11-1-8 0,2 2 7 0,-13 11 1 0,-13-13-8 0,-23 13-9 0,0 0 0 0,-1 0-1 0,1 13 1 0,-1-2 0 0,13 2-1 0,0-1 1 0,24 0-1 0,0 0 2 0,0 0 0 0,0 0 2 0,0 12-3 0,12 1-1 0,-12-1 0 0,12 12 0 0,-12 12 1 0,0 13-1 0,0-1 0 0,-12 0 1 0,0 62 0 0,0-86-1 0,12 13 1 0,0-49 0 0,0 12 0 0,12-12 0 0,0 0 0 0,0-12-1 0,12 12 1 0,1 0 0 0,11 0 0 0,-12-14 0 0,13 14 0 0,-1 0-1 0,1-11-1 0</inkml:trace>
  <inkml:trace contextRef="#ctx0" brushRef="#br0">12845 17962 45 0,'0'0'0'0,"0"0"23"0,0-13-19 0,0 13 3 0,12-11 9 0,0-2-6 0,12-11-6 0,-11 24-1 0,23-24-2 0,-12 11 1 0,0-22 1 0,-24 23-1 0,0 0 0 0,0-1-2 0,-24 13 0 0,0 0 0 0,-1 13 0 0,1-1 1 0,12 0-1 0,-12 23 1 0,24 2 0 0,0-25 0 0,12 13 0 0,25-14-1 0,-1 2-5 0,0-2-16 0,0-11-12 0,1 0-23 0</inkml:trace>
  <inkml:trace contextRef="#ctx0" brushRef="#br0">13123 17779 20 0,'0'0'7'0,"0"0"16"0,11 0-6 0,-11 13-4 0,14-13-3 0,11 13-4 0,-3-1-2 0,-9 11-2 0,23 1 0 0,-12-11-2 0,1 11 0 0,-13-12-3 0,12 0-4 0,-24-12-10 0,12 13-10 0,-12-26 2 0,0 1 5 0,12 0 15 0</inkml:trace>
  <inkml:trace contextRef="#ctx0" brushRef="#br0">13365 17792 3 0,'0'0'0'0,"0"0"20"0,-12-13-3 0,12 13-2 0,-12 0-2 0,0 0-2 0,0 13-3 0,-12 0-2 0,-1 11 0 0,1 0-2 0,0 0-3 0,-1 12 0 0,3-11-1 0,9-1-3 0,1-13-18 0,-2 2-52 0</inkml:trace>
  <inkml:trace contextRef="#ctx0" brushRef="#br0">13522 17538 51 0,'0'0'8'0,"13"-24"1"0,-13 12 1 0,12 12 4 0,-12 0-2 0,0 36-2 0,0-12-6 0,-12 13-1 0,12-1-3 0,0 1 0 0,0-1 0 0,0 11 1 0,0 3-1 0,0-2 0 0,12-13 1 0,1-10-1 0,9 0 1 0,-22-14-1 0,25 2 1 0,-13-13-1 0,12 0 1 0,-11-13-1 0,11 13-1 0,-12-11-1 0</inkml:trace>
  <inkml:trace contextRef="#ctx0" brushRef="#br0">13497 17877 35 0,'0'0'9'0,"0"0"-6"0,0-13 7 0,13 2 6 0,-1-2-4 0,1 2-5 0,-1-1-1 0,1-13 1 0,-2 1-3 0,-11 11-2 0,0 2 0 0,-11-1 0 0,-14 0-1 0,-13 12 1 0,16 12-1 0,-15 0 0 0,1 23 0 0,11 3 0 0,13-15 0 0,0 14-1 0,12-13 1 0,12 0 0 0,37-11 0 0,-13-13 0 0,0-25-2 0,-12 0 1 0,-12 1 0 0,1-11 0 0,-1-2 0 0,-12 13 0 0,13 11-1 0,-13 2 1 0,0-1 1 0,0 12-1 0,11 23 0 0,-11-10 0 0,24 11 1 0,-12 1-3 0,12 11-9 0,-12-12-25 0,12-13-38 0</inkml:trace>
  <inkml:trace contextRef="#ctx0" brushRef="#br0">13837 17732 48 0,'0'0'9'0,"-12"-12"3"0,12 12-5 0,-24 0 4 0,0-12 0 0,-1 12-4 0,1 12-2 0,0 12-2 0,0-13-1 0,11 13 0 0,2 14-1 0,11-15 0 0,11 1 0 0,14 0 0 0,47 13 1 0,-23-37-1 0,-13 0-1 0,73-37 1 0,-61 2 0 0,-36 11-1 0,0-13 1 0,1-47-1 0,-26-25 1 0,1 48 0 0,0 25-1 0,0 11 0 0,0 25-1 0,-1 0 1 0,13 25-1 0,-11 11 1 0,11 13 1 0,0-25-1 0,0 24 0 0,0-11 0 0,11 11 0 0,2 0 0 0,11-11 0 0,0 11 0 0,-11-37 0 0,23 14 0 0,-24-13 0 0,12-12-2 0</inkml:trace>
  <inkml:trace contextRef="#ctx0" brushRef="#br0">13922 17684 66 0,'0'0'8'0,"12"0"-5"0,12 0 4 0,0 12 0 0,12-12-2 0,13 0-3 0,-1 0-11 0,-24 0-62 0</inkml:trace>
  <inkml:trace contextRef="#ctx0" brushRef="#br0">14636 17659 35 0,'-13'0'14'0,"13"13"-7"0,-12-13-2 0,0 36 8 0,0-12-7 0,0 12-3 0,12 13-1 0,24-13 1 0,0-1 0 0,0-22 1 0,37 11 6 0,-26-11-3 0,14-26 1 0,-13 1-2 0,-11 0-3 0,-1-25 0 0,-12 2-3 0,-12 11 1 0,0-13-1 0,-24-35-8 0,0 22-13 0,11 39-22 0,13 11-11 0</inkml:trace>
  <inkml:trace contextRef="#ctx0" brushRef="#br0">15034 17672 49 0,'-11'0'9'0,"11"0"-4"0,0 0 4 0,-13 12 5 0,13 12-3 0,0 0-4 0,-11 12-4 0,11 1-2 0,11-2-1 0,-11 13 0 0,13-23 0 0,-13 11 0 0,0-12 1 0,11-24 1 0,-11 13-2 0,0-26 0 0,-11 2 0 0,11-13 0 0,0-13 0 0,-13-11-2 0,13 0 2 0,0-13 0 0,13-24 0 0,9 37-1 0,4 36 2 0,-2 12-1 0,11 0 1 0,-10 24 1 0,-13-12-2 0,1 12 0 0,-2 1 0 0,-11 11 1 0,0-1-1 0,-11-11 0 0,-14 2 0 0,0-2 0 0,1-13 0 0,-11-11 0 0,23 0 0 0,-13 0 0 0,25 0 0 0,-11 0 1 0,22 0-1 0,-11 0 0 0,37 13 0 0,-24-2 0 0,22 13 0 0,13-11 0 0,-11 11-1 0,-26-24 0 0</inkml:trace>
  <inkml:trace contextRef="#ctx0" brushRef="#br0">15361 17646 27 0,'0'0'32'0,"0"-11"-26"0,-12 11-1 0,12 0 9 0,0 11-10 0,0 15-3 0,-12-14-1 0,12 12 0 0,-12 36 1 0,12-23 0 0,0 11-1 0,0 0 1 0,0-11-1 0,24-13 1 0,-12 0 0 0,24-12 0 0,-12-12 1 0,13 0-1 0,-2 0 0 0,2-12 0 0,-13-1-2 0</inkml:trace>
  <inkml:trace contextRef="#ctx0" brushRef="#br0">16111 17575 24 0,'0'-13'33'0,"0"-23"-16"0,0 36-5 0,0-12-7 0,0 12-2 0,0 24 2 0,-12 49 0 0,12-61-4 0,0 24-1 0,0 1 0 0,0-1 0 0,0 0 1 0,0 1-1 0,12-2 0 0,0-11 1 0,-12 0-1 0,24-11 1 0,-11-1-1 0,-2 0 0 0,14 1 1 0,-13-13-26 0,12 0-32 0</inkml:trace>
  <inkml:trace contextRef="#ctx0" brushRef="#br0">16038 17779 32 0,'0'0'18'0,"0"0"-11"0,-12 0-3 0,12 0 11 0,0 0-8 0,0-11-4 0,24 11 1 0,13 0-1 0,11 0 0 0,-1 0-1 0,16 0 0 0,-28 0 1 0,1 0-1 0,-11 11 2 0,-14 2 0 0,2 0-3 0,-13-1 1 0,0 11-2 0,0-10 1 0,12-2-1 0,-12 2 2 0,12-13 0 0,12 0-1 0,0 0 1 0,-11-24-2 0,-1 11 1 0,0 13 0 0,0-35 0 0,0 9 0 0,-12 2-2 0,-12 13 0 0,-37-13-56 0,49 24 8 0</inkml:trace>
  <inkml:trace contextRef="#ctx0" brushRef="#br0">16679 17526 57 0,'0'-12'5'0,"0"0"7"0,12 0-2 0,1-1 6 0,0 13-7 0,-13 13-3 0,0 11-1 0,-13 13-2 0,13 11-1 0,-13-12 0 0,13 1 0 0,0-1-1 0,0 0-1 0,0-1 1 0,0 3 1 0,13-26 0 0,-13 12 1 0,13-24 0 0,-2 0-1 0,-11 0-1 0,0 0 0 0,0-13 0 0,11 2-1 0,-11-13 1 0,-11-2-1 0,11 15-1 0,-11-13 0 0,-15 12 1 0,14 12 0 0,-24 0-1 0,12 0 1 0,0 12-1 0,-2 12 1 0,15-13 0 0,0 15 0 0,-2-14-1 0,26 0-9 0,23-1-19 0,-12 2-54 0</inkml:trace>
  <inkml:trace contextRef="#ctx0" brushRef="#br0">16995 17768 79 0,'0'0'11'0,"0"-13"-6"0,0 13 0 0,-13 0 6 0,1 0-2 0,12 0-5 0,-12 0-3 0,-1 13 0 0,2-2-1 0,11 15 3 0,0-2-2 0,0-13 1 0,24 2-1 0,0-13 1 0,-11 11-1 0,11-22 1 0,-2 11 1 0,-22-36-1 0,0 24-2 0,0-25 1 0,-22 24-2 0,-2-10-14 0,-1-1-85 0</inkml:trace>
  <inkml:trace contextRef="#ctx0" brushRef="#br0">17151 17453 87 0,'0'-11'4'0,"12"11"1"0,12-13-3 0,25 13 6 0,-1 0 6 0,0-11-6 0,2 22-4 0,-4-11-2 0,-7 13 1 0,-28 11 1 0,0-13 0 0,-11 2 3 0,0 11-2 0,0 0 0 0,-11 13-2 0,0-13-1 0,-3 0 0 0,14-1 0 0,0 15-2 0,0-2 0 0,0 12 1 0,0 1-1 0,0 11 0 0,0-12 0 0,0 0 0 0,14-11 1 0,-14-13 0 0,0-12 1 0,0 0 0 0,0-12 1 0,0 0-2 0,0 0 0 0,-14 0-1 0,-11 0 1 0,14 0-1 0,-24 13 0 0,10-13 0 0,-24 0 0 0,13 0 1 0,0 0-1 0,11 0 0 0,1 0-1 0,0 0-22 0,12-13-78 0</inkml:trace>
  <inkml:trace contextRef="#ctx0" brushRef="#br0">19558 4778 4 0,'-12'0'18'0,"12"-13"1"0,0 13-1 0,0-11 0 0,-12 11-4 0,12-13-2 0,0 13-1 0,-12 0-3 0,12 0-2 0,0 0-3 0,0 0 4 0,12 24-2 0,0-11-2 0,0 11 0 0,12 0 0 0,-11-12-1 0,11 13 0 0,0-1 0 0,0 0-1 0,13 0 0 0,-2-1 0 0,13 3-1 0,1-2 1 0,0 0-1 0,11-13 0 0,-12 13 0 0,13-11 0 0,-2-2 0 0,-9-11 1 0,22 14 1 0,86-14-1 0,-75 0-1 0,87 0 1 0,-85 0-1 0,12-14 1 0,-12 14-1 0,-1-11 1 0,-11 11 0 0,12-24 0 0,-12 11 0 0,-1 2 1 0,0-25 0 0,1 24 1 0,-13-25-1 0,-23 25 0 0,-25 12-1 0,49-24 1 0,-13 0 0 0,11 0 0 0,-10 11-1 0,36-23 5 0,-49 0-4 0,13 23 2 0,-12 2-1 0,-2 11-1 0,-24-13 0 0,3 13-1 0,-14 0 0 0,12 0 0 0,-24 0-12 0,-24 0-41 0,12 0-70 0</inkml:trace>
  <inkml:trace contextRef="#ctx0" brushRef="#br0">20514 5407 15 0,'12'0'19'0,"1"-12"-2"0,-2 12 4 0,-11-12-5 0,0 12 8 0,-24-13-15 0,-13 13-4 0,-23 0-2 0,0 0 1 0,-13 13 0 0,0-1 1 0,13 0-2 0,10 0 0 0,4 0 1 0,9 11-2 0,25-10-1 0,24 0 2 0,25-1-1 0,22 0 0 0,14 0-1 0,0-12 0 0,24 12 0 0,-25-12-1 0,1 12 0 0,-13-12 0 0,-48 12 0 0,-12-1 0 0,-12-11 2 0,-23 24-1 0,-39 2 0 0,2-2 0 0,-25 0 1 0,12 0 1 0,13 12-2 0,22-11 1 0,28-14-1 0,22 2-1 0,0 11 0 0,35-12 2 0,15 0-1 0,9-12 1 0,14 12-1 0,12-12-1 0,0-12 1 0,-25 12-1 0,0-12 0 0,-36 12-2 0,-24 0-11 0,0 0-27 0,0-12-75 0</inkml:trace>
  <inkml:trace contextRef="#ctx0" brushRef="#br0">20792 5552 114 0,'0'-12'7'0,"0"0"0"0,24 0-3 0,12 0 6 0,0 0-1 0,2 12-7 0,-3 0 0 0,1 12-2 0,0 0-8 0,-11-12-6 0,-13 24-70 0,-12-24 45 0</inkml:trace>
  <inkml:trace contextRef="#ctx0" brushRef="#br0">20876 5661 98 0,'-35'0'15'0,"35"11"-12"0,0 2 4 0,22-13 4 0,16 0-6 0,9 0-3 0,14 0-1 0,0 0-5 0,-1 0-14 0,1-13-22 0,-13-11-35 0</inkml:trace>
  <inkml:trace contextRef="#ctx0" brushRef="#br0">21420 5359 83 0,'0'0'0'0,"-24"-37"22"0,12 37-8 0,12-12 2 0,0 12-5 0,0 0-4 0,0 24 3 0,0 12-2 0,12 13-2 0,1 12-1 0,-2 11-1 0,-11-11-2 0,25-2-1 0,-13-10-1 0,12-13 0 0,-24 1-4 0,0-25-19 0,0 12-42 0,-12-24-1 0</inkml:trace>
  <inkml:trace contextRef="#ctx0" brushRef="#br0">20187 6036 50 0,'0'0'26'0,"0"0"24"0,12 0-43 0,0 0 0 0,12-12-1 0,0 12-1 0,13 0-2 0,-13 0 1 0,0 0-2 0,-12 0-1 0,1 0 0 0,-2 0 0 0,-11 0 1 0,0 0 4 0,-11 12 2 0,-2 11-7 0,-23-10 0 0,24 11-1 0,-12 1 0 0,12-2 0 0,-1 1 0 0,13-11 0 0,-12-2 1 0,12 2-2 0,0-13 2 0,0 11 0 0,12-11 1 0,13 0 0 0,-1 13-1 0,24-13 1 0,-35 0-1 0,23-13 1 0,-12 13 0 0,12 0 0 0,-25 0-1 0,14 0-1 0,-25 0 0 0,13 0-2 0,-13-11-22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22T19:49:4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9918 5781 25 0,'0'0'0'0,"-12"-11"18"0,12 11-6 0,-12 0 19 0,12 0-19 0,0 0-4 0,0 0-2 0,12 0 3 0,12 0 0 0,12 0-3 0,38 0-1 0,11 0 0 0,10 0 1 0,39 0-1 0,0 0 3 0,179-13 6 0,-180 13-13 0,-36 0 0 0,-36 0-1 0,-25 0 0 0,-36 0-2 0,0 0-7 0,-12-11-15 0,-12 11-21 0,-1 0-36 0</inkml:trace>
  <inkml:trace contextRef="#ctx0" brushRef="#br0">9894 6216 31 0,'-12'0'9'0,"-12"13"6"0,-1 0 6 0,13-2-1 0,12-11-7 0,0 0 2 0,12 13 4 0,25-13-3 0,23 0-4 0,13 0-3 0,25-13-2 0,21 13-2 0,3-11-2 0,24 11 2 0,-14 0-2 0,49-13-2 0,-48 13-1 0,-36-13 0 0,-49 13 0 0,25 0 0 0,-48 0 1 0,-14 0-2 0,-22 0-19 0,-2 0-18 0,-35 0-35 0,24 0 21 0</inkml:trace>
  <inkml:trace contextRef="#ctx0" brushRef="#br0">9809 6677 37 0,'0'0'0'0,"-12"0"21"0,-12 0 23 0,24 0-6 0,24 11-18 0,12-11-4 0,13 0-5 0,24 0-1 0,23-11-5 0,25 11-2 0,12-13-1 0,11 2 0 0,2-1 2 0,-12 0-4 0,-27 12 0 0,-21-13 1 0,-26 13-1 0,-23 0 0 0,-13-13 1 0,-24 13 0 0,0-11-1 0,0 11-2 0,-24-13-7 0,0 2-23 0,-13-1-65 0,25 12 40 0</inkml:trace>
  <inkml:trace contextRef="#ctx0" brushRef="#br0">10390 13849 49 0,'0'0'7'0,"0"0"-2"0,24 0 6 0,-24 0 4 0,0 0-2 0,13 0-3 0,-13 0-1 0,11 0 1 0,-11-25-1 0,11 1-2 0,2-11-1 0,-1-62-1 0,-12 49-5 0,14-13 0 0,-14 13 0 0,0-1 0 0,0 25 1 0,-14 12 0 0,14 12-1 0,0 0-2 0,0 0 1 0,0 36 2 0,0 13 0 0,-12 22 0 0,12 3-1 0,0 11 0 0,0-26 0 0,0 15 0 0,12-26-1 0,2-12 1 0,-3-12-1 0,13-24 2 0,12 0 0 0,49-60 2 0,-49 23-3 0,0 1 0 0,-11 0 0 0,-13-1 0 0,0 26 0 0,0 11 0 0,-24 0-1 0,12 11 1 0,-12 13 1 0,12 50-1 0,0-50 0 0,12 12-1 0,0-24 1 0,12 0 0 0,11-12 0 0,-9 0 0 0,22-12 0 0,-24 0 0 0,0-24 0 0,0 23 0 0,-11-11 0 0,-13-24-1 0,-25 24 0 0,1 0-1 0,-12 12 1 0,1 0 1 0,-15 12-1 0,15 0 1 0,22 12 0 0,1-12 0 0,12 0-4 0,25 0 5 0,47-12 0 0,-24-1-1 0,-12-11 0 0,13 11 1 0,-13-10-1 0,25 11 2 0,-50 12-1 0,2 0 1 0,-1 12-1 0,0 24 1 0,0-12-1 0,-12 13-1 0,12-13 1 0,-12 11-1 0,13 15 0 0,-13-26 0 0,11-13 0 0,-11-11 2 0,11 0 5 0,-11-24-4 0,13 13-1 0,11-14-2 0,-11 0 1 0,11 1 0 0,-13-11 0 0,14 23-2 0,-13-13 1 0,24 1 0 0,-24 11 0 0,13 13-1 0,-25 0 2 0,12 0-1 0,0 0 0 0,-12 13 0 0,12-2 1 0,-12 15-2 0,12-2 2 0,-12-13-1 0,12 13 0 0,-12 0 0 0,12 1 0 0,1 0 0 0,-2-14 0 0,14-11 0 0,-13 13 0 0,25-13 0 0,-2 0 0 0,26-24 0 0,-13 11-1 0,13-24 1 0,11 26-1 0,-11-26 1 0,-12 14-1 0,-27-2 0 0,-22 1 2 0,0 11-1 0,-35 13 0 0,-13 0 0 0,-61 24 1 0,48 2 0 0,25 9-1 0,1-22-1 0,22 11 1 0,26-13-1 0,9-11 2 0,15 0-2 0,11 0 2 0,13-11-1 0,-12-13 0 0,11 0 0 0,-35 12 2 0,-14 12 1 0,-11-12 4 0,0 12 2 0,-11 48-7 0,11-24-1 0,-13 37-1 0,26-1 0 0,-13 0 0 0,11 1 0 0,-11 0 1 0,0 58-1 0,-24-69 2 0,0-15 0 0,-12-11 2 0,-1-24 2 0,1 0 0 0,12 0-2 0,12-24-1 0,-1 0-2 0,13-23 0 0,13-15-1 0,35-9-2 0,13-2 0 0,23-12 0 0,25 1 1 0,12 23 1 0,-24 13 1 0,-26 11-1 0,-21 24-1 0,-50 13-3 0,-37 0-38 0,-35 38-110 0</inkml:trace>
  <inkml:trace contextRef="#ctx0" brushRef="#br0">8249 10160 22 0,'0'0'0'0,"0"0"13"0,12 11-7 0,12 15 8 0,-12-2 3 0,13 0-2 0,-13 11-4 0,12-22-2 0,12 24 0 0,-23-37 1 0,35 11 0 0,-24-11-3 0,24 0-1 0,-12-24-3 0,0 13 0 0,13-15-1 0,-1 2-1 0,1 13 1 0,-13-13-1 0,-12 11 1 0,1 2 0 0,-13 11 2 0,0 0-1 0,-12 11 0 0,25 13 0 0,-14 0-2 0,0 0 1 0,-11 2-1 0,25-15 0 0,-1-11 1 0,1 0 0 0,11 0-1 0,0-11-1 0,1 11 1 0,-1-13-1 0,-12 0 0 0,0 13 0 0,11 0-1 0,-21 13 2 0,10-13-2 0,1 0 2 0,-3 0 0 0,3 0 1 0,0-13-2 0,-12 2 0 0,9-2-15 0,-9 2-51 0,11 11-26 0</inkml:trace>
  <inkml:trace contextRef="#ctx0" brushRef="#br0">12664 10232 44 0,'0'0'7'0,"-12"-11"4"0,24 11-3 0,-12 0 5 0,12 11 1 0,0 2-3 0,1 11-4 0,-13 0-1 0,24-11 0 0,-13 11 0 0,0-13 2 0,15-11-2 0,-2 0 1 0,11 0 2 0,2-11-1 0,0-13-3 0,-13 11 0 0,0-11-3 0,0 11 0 0,-12 13-1 0,12 0 0 0,-24 0-1 0,13 0 1 0,11 13-1 0,-12 11 1 0,0-11 0 0,12 11 1 0,0 0-2 0,-13-13 3 0,15-11-1 0,-2 13 1 0,0-13-1 0,-12-13 0 0,12 13 0 0,0-24-1 0,1 24 2 0,-1-11-2 0,-12-2 0 0,12 13-1 0,-12 0-1 0,13 13 1 0,-1-2-1 0,0 2 0 0,0-2 2 0,11-11-1 0,-10 0 0 0,0 0 0 0,-1 0 1 0,-24-11 0 0,11-2 0 0,2 2-1 0,-1-13-10 0,12 11-27 0,1 0-97 0</inkml:trace>
  <inkml:trace contextRef="#ctx0" brushRef="#br0">26948 3871 29 0,'-12'-12'6'0,"0"0"0"0,12-1 1 0,12 1 3 0,-12 12 0 0,0 0-4 0,0 25 2 0,-12 11-1 0,12 0 0 0,0 25 1 0,-12-1-1 0,12 25-1 0,0-37-4 0,0 73 0 0,0-61-1 0,0 50 0 0,0-27 0 0,12 50 3 0,0-59-2 0,0-14 0 0,25 1 0 0,-1-13 0 0,48 49 5 0,-23-50-4 0,-1-9 1 0,1 9-3 0,96 14 2 0,-61-37-2 0,2-11 0 0,-1-2 0 0,-1 2-1 0,73 11 0 0,-84 0 0 0,0-24 1 0,12 12 0 0,-13-12 1 0,13 0-1 0,0 0 1 0,13-12-2 0,-3 12 1 0,3 0-2 0,95-12 0 0,-108 12 1 0,-12 0 0 0,85-12 0 0,-87-1 0 0,2 2-1 0,-12-2 1 0,-1-11-1 0,2 13 1 0,-3-26 0 0,-10 13 2 0,-13-13 0 0,1-24 1 0,-1-22 1 0,-1-14-1 0,3-12 0 0,-15-37-1 0,2 2 1 0,0-14-2 0,-37 25-1 0,0 25 0 0,-13 23 0 0,1 23-2 0,-12 39-22 0,12 11-112 0</inkml:trace>
  <inkml:trace contextRef="#ctx0" brushRef="#br0">26839 12966 36 0,'-24'0'14'0,"-1"0"-4"0,14 0 11 0,11-12 7 0,0 0-7 0,0-12-5 0,0-1-4 0,0-10-4 0,0-15-2 0,0 15-2 0,0-13 0 0,11-2-3 0,2-9 0 0,11-2 0 0,-12-12 0 0,25 25 1 0,-1-13-2 0,0 0 2 0,25 13-1 0,-2 1-1 0,15 9 1 0,-2 14-1 0,13 1 1 0,0 11-1 0,23-12 0 0,-11 12 0 0,12-2 1 0,-12 3-1 0,24 11 0 0,0-12 0 0,-12 0 0 0,12 12 0 0,0 0 0 0,0-12 0 0,-14 12 0 0,15 0 0 0,-13 0 0 0,121 12-1 0,-109 0 2 0,-12-12-1 0,0 12 0 0,11-12 0 0,2 11-1 0,11 3 1 0,-12-14 0 0,48 0 0 0,-72 0 1 0,-1 12-2 0,1-12 1 0,-12 12 0 0,-25-12 0 0,14 12 0 0,-27 0 0 0,2 11 0 0,-25-10 1 0,0-2-1 0,0 27 1 0,0-15 1 0,13 25 1 0,-13 2 0 0,-12 22-1 0,-12 13 0 0,12 24-2 0,-24-1-4 0,-12 25-76 0,12-85-3 0</inkml:trace>
  <inkml:trace contextRef="#ctx0" brushRef="#br0">24468 10596 34 0,'-11'-24'6'0,"-2"-1"4"0,13 12 4 0,0 13 2 0,0 0-3 0,-12 0-9 0,24 0-3 0,1 26 3 0,-13 10 0 0,11 0 1 0,-11 12 1 0,0 0-1 0,13 61 6 0,-13-48-5 0,0 0-1 0,0-1 0 0,0 97 0 0,11-85-3 0,-11 26-1 0,0-14 0 0,13 1-1 0,-13-12 1 0,0-2-1 0,12-9 2 0,0-2 0 0,12 1 2 0,-12 23 5 0,-12-35-4 0,13-1-2 0,-13-1 0 0,0 62 4 0,0-59-4 0,0-2 0 0,-13 0-1 0,13-11 0 0,-12-2 1 0,12 2-2 0,0-25 1 0,0 0-1 0,0 1-1 0,12-2 1 0,-12-11-2 0,0 0-4 0,0 0-14 0,0 0-40 0,-12 0-43 0</inkml:trace>
  <inkml:trace contextRef="#ctx0" brushRef="#br0">24215 10983 14 0,'0'0'8'0,"-12"0"1"0,-1 0 2 0,13 0 7 0,0 0 9 0,0 0-18 0,13-24-5 0,11 11 1 0,0-23 1 0,12-13 1 0,13-11-2 0,-13 11-1 0,24-83 3 0,-35 84-2 0,-14 23 4 0,2 25-2 0,11 0-3 0,0 25 2 0,25 11 0 0,-13 23-1 0,73 75-3 0,-25-37-36 0,-36-61-82 0</inkml:trace>
  <inkml:trace contextRef="#ctx0" brushRef="#br0">20454 11636 2 0,'11'-24'7'0,"-11"0"-2"0,0 12-3 0,0-14 0 0,0 15-1 0,11-1 1 0,-22 12-1 0,11-12 3 0,0 0 2 0,0 12 6 0,-11-12 3 0,11 12-2 0,11 12-3 0,-11 12-6 0,11-1 0 0,-11 3-2 0,13 10-1 0,-13-24 0 0,0 0 2 0,0 0 6 0,0-36 18 0,0 0-25 0,0-13-1 0,0-23 0 0,12-13 1 0,1 13-1 0,-1-14 0 0,1 15 0 0,-2-2-1 0,0 24 1 0,2 26-2 0,-1 11 0 0,0 11 2 0,0 26-1 0,0 24 0 0,-12-2-1 0,12 26 1 0,0 0-1 0,1-12 0 0,11-36 0 0,0-13 1 0,-12-12 1 0,0-24-1 0,13-12 1 0,11-25 0 0,0-12-1 0,-12-11 2 0,12 11-2 0,-11 0 2 0,-1 2-2 0,-13-2 1 0,2 13-1 0,-1 36 1 0,-12 0-1 0,0 36-2 0,0 11 2 0,0 27 0 0,0-2 0 0,0 12-1 0,0 13 0 0,0-12 0 0,0-14 0 0,12-21 0 0,-12-14 2 0,12-24-2 0,0 0 0 0,12 0-1 0,13-36 0 0,-13 10 1 0,12-9 1 0,-11-14 0 0,-13 1 1 0,12 24-1 0,-12 11 0 0,-12 2 1 0,12 11-1 0,-12 11 1 0,0 26-1 0,0 11 0 0,13 1 0 0,-13-1 0 0,11-11-1 0,0-1 1 0,2-24 0 0,12-1 1 0,-13-11 1 0,12 0-1 0,-13-11 1 0,14-13-2 0,-1 12 1 0,1-24 0 0,-1 10 0 0,-12-9 0 0,0-1 0 0,-12 12 0 0,12 11-1 0,-12 1 1 0,0 0-1 0,0 24 1 0,12 0-1 0,-12 25 0 0,12-1 0 0,-12-1 0 0,12 3-1 0,0-2 1 0,1-12 0 0,-1-13 0 0,12-11 0 0,0 0 1 0,12-11 0 0,-12-13 1 0,13-12-1 0,-2-2-1 0,-10-9 1 0,-1-1 0 0,1-13 0 0,-14 13-2 0,2-13 1 0,-13-11 0 0,12 22 0 0,-12 15 1 0,0 23 0 0,0 12-1 0,-12 0-2 0,12 36 2 0,-13-1-1 0,13 15 2 0,-11-2-1 0,11 13-1 0,-13-1 0 0,13 0 1 0,13-11 0 0,-2-1-1 0,14-11 0 0,-1-25 2 0,12 0 0 0,1-12 0 0,12-12 0 0,-14-24-1 0,15 10 1 0,-15-21 0 0,-11-14-1 0,0 0 1 0,13 2-1 0,-26-15 1 0,2 2-2 0,-13 12 2 0,0 24-1 0,0 10 0 0,0 26 0 0,-13 0-1 0,2 26 1 0,-2 10 0 0,1 24-1 0,12 1 1 0,0 24 0 0,-12-13-1 0,12 13 1 0,0-14 0 0,0-33-1 0,12-14 2 0,13-12-1 0,-14-12 2 0,14 0-1 0,-1-12 0 0,13-24-1 0,-13-1 1 0,0 1-2 0,13-12 0 0,-26 11 0 0,13 0 1 0,1 26 0 0,-25-2-1 0,12 13 0 0,-12 0 0 0,13 24 1 0,-13 1 1 0,0 11-1 0,0 1 1 0,0-1-1 0,11-12 0 0,-11-13 0 0,24 2 0 0,-13-13-1 0,14 0-8 0,11-13-22 0,1-10-23 0,-13 11 0 0</inkml:trace>
  <inkml:trace contextRef="#ctx0" brushRef="#br0">22024 11322 36 0,'0'0'0'0,"-22"-13"19"0,44 0 9 0,28-11-3 0,-15 24-14 0,14-11-6 0,0-2-3 0,-13 2-2 0,1 11-1 0,-13 0-14 0,0 0-23 0,0 0-31 0</inkml:trace>
  <inkml:trace contextRef="#ctx0" brushRef="#br0">22546 11201 31 0,'0'0'6'0,"-13"-14"12"0,13 14 1 0,0-11-4 0,-12 11-8 0,24 0-18 0,1 0-22 0,-2 0 1 0</inkml:trace>
  <inkml:trace contextRef="#ctx0" brushRef="#br0">22654 11527 39 0,'0'0'10'0,"0"0"-5"0,37 0 7 0,-1-12 7 0,24 12-5 0,1-12-8 0,11 12-4 0,-23 0-8 0,-13-12-20 0,0 0-36 0</inkml:trace>
  <inkml:trace contextRef="#ctx0" brushRef="#br0">23161 11068 50 0,'0'-14'5'0,"-11"3"18"0,11 22-15 0,0 27 5 0,-11 9-3 0,11 27-5 0,-13-2-2 0,1 13-1 0,12 11-1 0,0-35 0 0,0-12-1 0,0-25 1 0,12 0 1 0,-12-24 7 0,0 0 4 0,13-24-7 0,9-13-5 0,4 1-1 0,11-12 1 0,-15-1-1 0,3 13 0 0,-1 12 0 0,-10 11 0 0,-3 2 0 0,-11 11-1 0,11 24 0 0,-11 12 1 0,0 0 1 0,0 13-1 0,13-13 0 0,-1 0 0 0,12-11 1 0,0-13-1 0,-12-12 1 0,13 0 1 0,-1 0 0 0,0-24-1 0,0-13 0 0,-11 1 0 0,9-1 0 0,-8 13-1 0,-2 12 1 0,-12 12-2 0,0 0 0 0,0 25 1 0,0 11 0 0,0 0 1 0,0-13-1 0,12 15 1 0,13-2-1 0,10-24 1 0,1 0 0 0,0-12 1 0,1-12-1 0,-1-12 1 0,1 0-1 0,-37-14 1 0,0 3-1 0,-37-14 0 0,1 13-1 0,-1 0 0 0,-11 23 0 0,0 13-1 0,12 0 0 0,24 13 0 0,0 11 0 0,12 0 0 0,24 0 1 0,23 1 0 0,27-13 0 0,-2-12 1 0,1 0-1 0,-25-24 0 0,1 11 1 0,-24-23 0 0,-14 12 0 0,-11-1 2 0,0 1-1 0,0 13 2 0,-11 11-2 0,11 0-2 0,-13 11 0 0,13 13 0 0,0 25 0 0,0 0 0 0,0 11 2 0,0 13-2 0,-12 11 2 0,-2 12-1 0,3-11 0 0,0 0 1 0,-2-24-2 0,1-37 1 0,12-1 0 0,0-23 4 0,0-23 8 0,0-1-12 0,0-24-1 0,12-25 0 0,1 13-1 0,-2-14 1 0,14-11-1 0,0 2-1 0,-1-2-1 0,11 12 0 0,2 25 2 0,-2 24 0 0,26 11 0 0,-24 26 0 0,23 11 4 0,-12 12-2 0,-11 13 0 0,-13-1-1 0,-35 1 1 0,-26-25 0 0,-24 0 0 0,-48-12-3 0,0-12 0 0,-1 0-16 0,27 0-68 0,59 0 16 0</inkml:trace>
  <inkml:trace contextRef="#ctx0" brushRef="#br0">9640 5043 23 0,'0'0'3'0,"-12"-11"4"0,12 11 2 0,0-12 4 0,12 24 1 0,-12-12-5 0,24 24 0 0,-13-13-2 0,2 13-1 0,11 2 0 0,13-2 1 0,23 24 4 0,-36-24-7 0,13 0-1 0,-25-11-1 0,12-2-2 0,-24 2 1 0,12-13-3 0,-12 0-10 0,0 0-15 0,0 0-61 0</inkml:trace>
  <inkml:trace contextRef="#ctx0" brushRef="#br0">9942 4972 17 0,'0'0'8'0,"0"-14"-2"0,0 3 1 0,0 11 17 0,0 0-16 0,0 0 0 0,0 61 4 0,13 11-7 0,-2-35-4 0,-11-2-1 0,13 2 1 0,-13 0-1 0,12-2 0 0,0-22 0 0,1 11-1 0,-13-24-3 0,11 12-5 0,-11-12-12 0,13-12-7 0,-13 12 7 0</inkml:trace>
  <inkml:trace contextRef="#ctx0" brushRef="#br0">10172 4899 20 0,'0'0'17'0,"0"-12"-11"0,0 12 6 0,0 12 0 0,0 12-2 0,0 0-4 0,0 1 0 0,0 23-1 0,0-25 0 0,0 14-2 0,0 0-1 0,0-13 0 0,0 0-1 0,0 0 0 0,0 13 0 0,0-26-1 0,0-11 0 0,-12 0-8 0,12 0-27 0,0 0-23 0</inkml:trace>
  <inkml:trace contextRef="#ctx0" brushRef="#br0">3665 5117 35 0,'0'-12'12'0,"0"12"-6"0,0 0 7 0,-12 12-1 0,12 23-2 0,0 2-3 0,0 24-2 0,0-13-1 0,0 13-3 0,12-13 0 0,-12-12-1 0,12-25 0 0,-12 15-6 0,0-14-27 0,0 0-30 0</inkml:trace>
  <inkml:trace contextRef="#ctx0" brushRef="#br0">3701 5080 44 0,'0'-13'15'0,"12"2"-10"0,12 11 5 0,1-13-1 0,11 13-2 0,-1 13-3 0,2 11-2 0,-11 1-1 0,-15 35 2 0,-35-25 1 0,-13-9-1 0,-11-2-1 0,-13 0-2 0,1 0-2 0,24-12-14 0,11 0-24 0,25-12-4 0</inkml:trace>
  <inkml:trace contextRef="#ctx0" brushRef="#br0">3931 5274 37 0,'0'11'4'0,"-13"2"-3"0,13-1 1 0,13 12 1 0,-1-12-1 0,0 25-2 0,12-13 1 0,0 0 0 0,-11-12-1 0,-1-1 3 0,-12-11 7 0,0 0 8 0,0 0-6 0,0-23-5 0,0-25 6 0,0 24-9 0,12-13-2 0,0 0 0 0,12 13-1 0,0 0-1 0,0 13-2 0,-11 11-21 0,23 11-60 0</inkml:trace>
  <inkml:trace contextRef="#ctx0" brushRef="#br0">4270 5407 31 0,'0'0'4'0,"0"-12"-1"0,24 0 5 0,-24-1 4 0,36-11-1 0,0 12-4 0,-12-12 0 0,13-1-1 0,-13 1 1 0,12 0-1 0,-23 0-1 0,-26 11 2 0,13 2 1 0,-24-2-3 0,-12 13-4 0,-13 0-1 0,1 24 0 0,1 2 0 0,-3 46-1 0,37-36 1 0,2 13 0 0,22-25 0 0,14 0-1 0,13-12 1 0,9-1 1 0,13-11-1 0,-11 0 1 0,-13-23-1 0,-11 11 1 0,-1-12 0 0,0-12 0 0,-12 11 1 0,-12-11 1 0,0 12 0 0,-12 0 1 0,12 11-1 0,0 2-1 0,0 11-2 0,12 11-1 0,24 2 1 0,-12 11-1 0,1 12 1 0,0 0 0 0,-14 1 0 0,-11-13 1 0,0 12-2 0,-24-12 3 0,-1-11-4 0,-11-13 2 0,-12 12 0 0,12-12 2 0,24-12-2 0,-1 12 3 0,13-13-2 0,0 0-2 0,49 2 1 0,0-1-1 0,36 0 1 0,-14 0-1 0,-22-12 1 0,-13 24 0 0,12-24 1 0,-23-1-1 0,-13 13 0 0,-12-12 2 0,-12 24-2 0,-13-24 1 0,1 24-1 0,-49 0 1 0,62 11-1 0,-2 2 1 0,1 11-2 0,12 0 1 0,12 0 0 0,12 1-1 0,1 11 2 0,-1-24-1 0,12 12 0 0,1-24-1 0,-13 0 2 0,0 0 0 0,12-36 0 0,-25 24 0 0,2-12-1 0,0-1 1 0,-13 1-1 0,12 0 0 0,-12 12 1 0,12 0-2 0,-12 12 0 0,0 24 1 0,13 0 0 0,-13 0 0 0,11 13 0 0,0-25 1 0,-11 12-2 0,13-13 2 0,-13-11-2 0,12 0 2 0,0 0 0 0,-12-23-1 0,12 11 0 0,-12 0 1 0,0-12-1 0,12 11 0 0,-12 2 0 0,0-2 1 0,13-11-2 0,-2 24 1 0,2 0 0 0,-1 0 0 0,0 0 0 0,12 12 0 0,-12 13-1 0,0-1 2 0,13 0-1 0,-13-12 0 0,0 23-1 0,0-35 2 0,-12 0 0 0,12-11 6 0,-12-13-6 0,0 12 0 0,0-12-1 0,12 0 1 0,-12 11-2 0,12 1 1 0,1 0-1 0,-2 12 2 0,13 0-2 0,2 0 1 0,9 12 0 0,1-12 0 0,61 0 0 0,-61 0 0 0,1-12 0 0,-13 0 1 0,-12 0-1 0,-12-1 1 0,-12-11-1 0,-37 13 0 0,25-2-1 0,0 26 1 0,12-2 1 0,-13 50 0 0,14-24-1 0,22-1 1 0,14-12-2 0,47 11 3 0,-35-9-1 0,11-26 0 0,-13 0 2 0,4-13-3 0,-28 0-6 0,0-10-41 0,-11-1-55 0</inkml:trace>
  <inkml:trace contextRef="#ctx0" brushRef="#br0">6531 5359 50 0,'0'0'0'0,"0"-37"20"0,0 25-5 0,0 0 3 0,-24-1-7 0,-12 13-6 0,0 0-3 0,-1 25-2 0,13-1 0 0,-12 12 1 0,24 1-1 0,0 10 0 0,12-21-1 0,12-14 1 0,24 0 0 0,0-12 2 0,1 0-1 0,-1-24 1 0,-11-2 3 0,-14 3-2 0,-11-1 1 0,0 0 0 0,0 11 0 0,0 2 0 0,0-2 0 0,0 26-4 0,11 11 1 0,27 12-1 0,-26-1 0 0,23-9-1 0,-10-14 1 0,-13 0 1 0,0 0-1 0,0-12 1 0,1-12 0 0,-13 0 0 0,24-26 0 0,-12 15 0 0,0-25 0 0,0 11-1 0,0-24 0 0,0 2 1 0,-12-2-1 0,0 13 1 0,0 22-1 0,-12 15 0 0,0-2 3 0,0 2-2 0,12 35-1 0,-12 1 0 0,0 11 1 0,12 12-1 0,0 0 0 0,0 13 0 0,24 0 0 0,-12-13-1 0,24-12 1 0,1-12-1 0,-25-11 1 0,12-13 1 0,-12 0-1 0,13-13 3 0,-3-23-3 0,4 0 0 0,-2-13 0 0,-11 1 0 0,9-13-1 0,-22-11 0 0,0 12 1 0,0 11 0 0,-11 13 0 0,0 24 0 0,-2 0-1 0,1 24-1 0,0 12 2 0,12 24 0 0,0 0 1 0,0 0 0 0,24 13-1 0,-11-13 0 0,9 1 0 0,3 0 1 0,-1-13-3 0,-10-1-11 0,-3-9-23 0,0-14-52 0</inkml:trace>
  <inkml:trace contextRef="#ctx0" brushRef="#br0">7462 5176 56 0,'0'-11'6'0,"13"-26"7"0,-1 0 1 0,0 2 6 0,0 22 1 0,-12 2-5 0,0 11-10 0,0 0-5 0,0 35 2 0,0 3-1 0,0 9 0 0,0 14-1 0,-12-13 0 0,12 13 0 0,0-13-1 0,12 1 0 0,0-25 0 0,-12-13 1 0,12-11-1 0,-12 0 3 0,0 0 0 0,12-11-2 0,13-25-1 0,-13 12 0 0,12-13 0 0,0 13 0 0,1-13 0 0,-14 26-1 0,14-2 1 0,-13 13-1 0,1 0 1 0,-13 13-1 0,0 11 1 0,11 0 0 0,-11 13 0 0,13-13 0 0,9 0 0 0,-9 0 0 0,24-12 0 0,-2-12 0 0,2 11 0 0,-13-22 0 0,25-13 0 0,-13 12-1 0,0 0 2 0,-12-24-2 0,-11-1 2 0,-1 13-1 0,-12-13 1 0,-12 26-1 0,-1-2 0 0,-22 13 0 0,10 0 0 0,-11 0 0 0,11 24 0 0,13 0 0 0,-12 13 0 0,12-13 0 0,12 13 0 0,12-25-1 0,0 12 1 0,25-12-1 0,-1 11 1 0,1-23-1 0,11 13 1 0,11-13-1 0,2-13 1 0,0-10 0 0,-13-1 0 0,1 12 1 0,-13-24-1 0,-24 11 1 0,1 1 0 0,-26 12 1 0,-23-1-2 0,0 13 1 0,-13 13-1 0,1 11 0 0,11 0 0 0,13 13-1 0,11-13 1 0,13 0 0 0,0-1 0 0,25-10 0 0,0-13-1 0,10 0 1 0,2-13 0 0,-13 2 1 0,1-13-2 0,-13 12 1 0,0 0 0 0,0 0 1 0,-12 12 0 0,0-13-1 0,0 13-1 0,0 13 2 0,0 11-2 0,24-12 1 0,-12 0 0 0,23 0-1 0,-9-1 1 0,11-11-1 0,9 0 0 0,-7 0-1 0,8 0 2 0,-11-11 0 0,0-13 0 0,-23 0 1 0,-1 12 1 0,-12-12 0 0,-12-1 1 0,-1 13-1 0,-23 12-2 0,0 0 0 0,0 12 0 0,-1 0 1 0,24 25-2 0,-11-13 1 0,13 0 0 0,11 12 0 0,0-11 0 0,11-1 0 0,13-12 0 0,15-12 0 0,-4 0 0 0,1-12 0 0,-12-12 1 0,0-14-1 0,13 3 0 0,-25-14 1 0,12-11-1 0,-24 0 2 0,0-14-2 0,0 3 0 0,0 9 0 0,0 27 0 0,-12 11 1 0,12 12-1 0,-12 12 0 0,0 12 0 0,-12 12 1 0,24 24-2 0,-13-13 2 0,1 15-1 0,0 9 0 0,12 2 0 0,0-12 0 0,24 11 1 0,-11-23-2 0,11-13 2 0,12-12-1 0,-11-1 1 0,-3-11 1 0,16-23 0 0,-2-1-1 0,0 0 0 0,2-25 0 0,-3 13-1 0,-11-12 1 0,0 24-2 0,-12-2 2 0,-12 15-1 0,0 22-1 0,12 2 1 0,-12 35 1 0,13-11-1 0,-13-13 1 0,12 13 0 0,-12-13 0 0,0-12 1 0,-12-12 1 0,-25 12-1 0,1-12-2 0,-37 0-2 0,-11 12-30 0,24-12-85 0</inkml:trace>
  <inkml:trace contextRef="#ctx0" brushRef="#br0">3509 4984 33 0,'-13'-12'6'0,"-13"-2"1"0,4 3-3 0,9 11-2 0,-23 11 1 0,0 27 3 0,-1-2-1 0,1 23-2 0,12 2 0 0,11 13-1 0,2 70 1 0,11-60-2 0,0 25 0 0,24-24-1 0,12-24 2 0,1-13 0 0,-1-11 4 0,13-25 1 0,-3 12-1 0,4-24-1 0,10 0-2 0,-24 0-2 0,-11 12-1 0,-13-12-29 0,-12 24-36 0</inkml:trace>
  <inkml:trace contextRef="#ctx0" brushRef="#br0">9059 4947 31 0,'0'0'0'0,"0"-24"8"0,0 0 0 0,0 24 3 0,0-12 1 0,0 12-4 0,0 0-7 0,12 0 1 0,13 36 0 0,47 49 7 0,-23-37-5 0,0 24-1 0,-2-11 0 0,2 0-2 0,-13-1 1 0,-12 13-1 0,-12-13 1 0,-12 13 3 0,-36-26 7 0,0 15-3 0,-25-2 4 0,-11-12-3 0,-1 0-2 0,1 1-3 0,23-13-4 0,-11 13 0 0,60-37-13 0,0 0-34 0,11 0-44 0</inkml:trace>
  <inkml:trace contextRef="#ctx0" brushRef="#br0">9882 5285 28 0,'0'0'4'0,"-24"0"4"0,-1 0 2 0,-11 0 4 0,12 0 0 0,0 13-2 0,13-13-1 0,-2 0-3 0,13 0-1 0,0 0 4 0,24 0-2 0,0 0-3 0,24 12 0 0,-11-12-2 0,23 0 0 0,1 12-1 0,22-12 1 0,2 0-1 0,13 0 1 0,11 0 0 0,11-12 1 0,1 0 0 0,13-1-2 0,-14 13-3 0,1 0 0 0,1 13 1 0,-15-13 0 0,-9 12 0 0,-26-12 1 0,-23 0-2 0,-25 0 1 0,-24 0 4 0,-24-12-4 0,-12 12-1 0,-13-13 0 0,0 13 0 0,-11-11-1 0,0 11 0 0,-1 0 0 0,-11 0 1 0,-13 0 0 0,-12 0 1 0,-23 0-1 0,11-13-1 0,-12 13-1 0,12 0 2 0,0 0 0 0,12 0 1 0,0 0-1 0,13 0 1 0,23 0-1 0,13 0 0 0,24 0 1 0,12 0-2 0,12 0 1 0,12 0 1 0,24 13-1 0,13-13 1 0,23 0-1 0,13 0 0 0,11 0 0 0,14 0-1 0,-1 0 2 0,11 0 0 0,13 0 1 0,49 0-2 0,-25 0 0 0,1 0 2 0,10-13 0 0,14 13 0 0,-1 0-2 0,13-11 2 0,-1 11 0 0,-23 0 0 0,-12 0-1 0,10 0-1 0,-23 0 0 0,12 0-2 0,13 0 1 0,-13 11 1 0,13-11 0 0,-13 13-1 0,0-13 1 0,1 11 2 0,-14-11 2 0,-11 0 0 0,-12 0-3 0,-25 0 0 0,-22 0 0 0,-26 0 0 0,-24 0 1 0,-12 0-1 0,0 0 2 0,-24 0-12 0,0 13-127 0</inkml:trace>
  <inkml:trace contextRef="#ctx0" brushRef="#br0">10136 8418 17 0,'0'0'0'0,"-11"0"18"0,11 0-12 0,0 0 0 0,0 0-1 0,0 0-2 0,0 25 2 0,0 11 0 0,0 0-2 0,0 1-1 0,0-1-1 0,0 0 0 0,0 1-1 0,-13-2 1 0,13-11-3 0,-11 0-14 0,-3-11-21 0,14-13 21 0</inkml:trace>
  <inkml:trace contextRef="#ctx0" brushRef="#br0">10196 8418 40 0,'-12'0'12'0,"12"-11"-6"0,0 22 0 0,0 2 2 0,0 23-4 0,12-1-1 0,-12 15-1 0,0-14 0 0,0 11-2 0,0 3 0 0,-12 22-10 0,12-60-15 0,-12 13-20 0</inkml:trace>
  <inkml:trace contextRef="#ctx0" brushRef="#br0">10184 8418 30 0,'0'0'0'0,"0"-24"13"0,12 12-3 0,12-12 2 0,-12 24-2 0,25 0-3 0,-25 12-4 0,25 0-1 0,-26 13-1 0,2 11 1 0,-13 23-1 0,-13-21 0 0,-23-14 0 0,0 0 0 0,-1-12 0 0,1-1-1 0,-1-11 1 0,26-11-1 0,0-1 1 0,11 12-2 0,11-12 1 0,13 0 1 0,12 12 0 0,37 24 2 0,-37-12-1 0,13 23 2 0,-37-9-4 0,0-14 0 0,-12 24-8 0,0-12-32 0,0-24-10 0</inkml:trace>
  <inkml:trace contextRef="#ctx0" brushRef="#br0">10342 8153 26 0,'0'-14'6'0,"12"14"-2"0,12-11 5 0,1-2 3 0,-1 2-4 0,-2 11-1 0,3 0-3 0,0 0 0 0,-14 11 0 0,2 2-1 0,-2 12 1 0,-11-2-2 0,-11 14-1 0,-2-2 0 0,-9 2 0 0,8-13-1 0,2 0 0 0,-1 13 1 0,13-25-1 0,-11 0-1 0,11 1-1 0,0-2-16 0,11 2-48 0</inkml:trace>
  <inkml:trace contextRef="#ctx0" brushRef="#br0">10668 8189 10 0,'0'-13'14'0,"24"-10"-6"0,-24 9 3 0,0 3 4 0,-12 11 1 0,0 0-12 0,-24 11-1 0,12 26-1 0,-1 0-2 0,1 72 0 0,24-61 0 0,36 25 0 0,-11-61 0 0,11 0 1 0,-12-12 0 0,1-12 1 0,-1 0 2 0,-12-13 1 0,-12 1-2 0,0 0 0 0,-25 0-2 0,-23 11-2 0,24 13 0 0,-12 13-9 0,23 11-22 0,1-12-15 0</inkml:trace>
  <inkml:trace contextRef="#ctx0" brushRef="#br0">10934 8298 34 0,'0'-24'14'0,"24"-26"-5"0,-24 26-1 0,12-11 3 0,-12 23-2 0,-24-13-1 0,12 25-3 0,-25 0-3 0,2 0 0 0,-15 11-1 0,28 15 0 0,9-2-1 0,1 0 0 0,24 11-1 0,23-9 2 0,2-2-1 0,11 0 0 0,1 0 0 0,-13 0 0 0,-23 0 0 0,-1-11 1 0,0-2 0 0,-24 2 3 0,-13-1 2 0,1-12 3 0,0-12 0 0,0-1-3 0,11-11-2 0,2-12-4 0,22 0-1 0,26-1-16 0,11-11-80 0</inkml:trace>
  <inkml:trace contextRef="#ctx0" brushRef="#br0">11866 8394 45 0,'0'0'8'0,"0"0"0"0,0 0-6 0,-13 13 3 0,1 11 0 0,0 12-2 0,12-1-2 0,0 15-1 0,0-2 0 0,0 0 0 0,0-11-8 0,12-13-25 0,-12-13 5 0</inkml:trace>
  <inkml:trace contextRef="#ctx0" brushRef="#br0">11986 8346 36 0,'0'0'7'0,"0"-13"7"0,12 13-10 0,-12 13 6 0,0 11-1 0,-12 13-6 0,12-1-2 0,0 12 1 0,0 1-2 0,0 11 0 0,0 25-23 0,0-61-11 0,0-24 10 0</inkml:trace>
  <inkml:trace contextRef="#ctx0" brushRef="#br0">11938 8358 36 0,'13'-12'9'0,"9"-12"2"0,16 11 3 0,-2 13-1 0,-12 0-4 0,12 24-4 0,-24 13-3 0,12 11-1 0,-35 25 0 0,-14-49-1 0,-11-11 1 0,1-13 0 0,-3 12 0 0,2-24 0 0,12-1 0 0,12 0-1 0,12 2 0 0,12-1 0 0,12 12 0 0,0 0 0 0,13 0 1 0,-2 23-1 0,2 3 1 0,-13-2 0 0,0 12-1 0,-11-13-1 0,-1 1-2 0,-12-11-28 0,0 0-22 0</inkml:trace>
  <inkml:trace contextRef="#ctx0" brushRef="#br0">12095 8165 37 0,'0'0'0'0,"0"-12"12"0,0 12-10 0,12 0 0 0,13-14 5 0,11 14-2 0,-12 0-3 0,12 0-1 0,1 0 1 0,-13 0 3 0,0 0-1 0,-12 0 0 0,-12 14 0 0,0-14 2 0,0 23-2 0,-12 1-2 0,0 13-1 0,-12 0 0 0,12-2 0 0,0 2-1 0,-1-1 0 0,1-24 0 0,12 25 0 0,-12-25-3 0,12 0-21 0,-12 0-43 0</inkml:trace>
  <inkml:trace contextRef="#ctx0" brushRef="#br0">12458 8153 34 0,'0'-14'9'0,"-13"14"-3"0,2 14-2 0,0-2 7 0,-13 23-1 0,11 13-5 0,0-11-2 0,0 24-2 0,13-13 0 0,0-24 0 0,26 1 0 0,-2-13 4 0,0-12 4 0,12 0-1 0,-24-12-2 0,12-13-2 0,-24 1 1 0,0 12-1 0,-12-24-1 0,-12 23-2 0,-12-22-1 0,12 35-1 0,13-13-9 0,-2 13-27 0,13 13-37 0</inkml:trace>
  <inkml:trace contextRef="#ctx0" brushRef="#br0">12603 8298 35 0,'0'-13'13'0,"24"-11"-6"0,-11 0 3 0,-1 0 5 0,12 0-5 0,-12 0-3 0,-24 12-4 0,0-2 0 0,-12 14-1 0,-1 0-1 0,1 26 0 0,12-2 0 0,0 24-1 0,36-24 2 0,0 13-1 0,13-13 1 0,-1 0-1 0,-12 0-1 0,-24-12 1 0,0 0 2 0,0 1 7 0,-36-13 4 0,12-13-2 0,-1 1-4 0,-11-12-2 0,36-12-4 0,0 12-3 0,36-26-12 0,38 2-86 0</inkml:trace>
  <inkml:trace contextRef="#ctx0" brushRef="#br0">2674 10280 6 0,'0'0'0'0,"0"0"13"0,0 0-5 0,0-11-1 0,0 11 0 0,11-13 2 0,-11 13 0 0,11-11 0 0,-11 11-1 0,0-13 1 0,0 13 9 0,-11 0-17 0,0 13 1 0,-2-2 0 0,1 2 0 0,-24 59 2 0,36-35-3 0,0-25 0 0,0 12 0 0,24 1 1 0,0-14 0 0,0 2 1 0,12-13-1 0,2 0 1 0,-16 0-1 0,15-13 0 0,-25-11 0 0,12 12 1 0,-12-24 1 0,-12 12 2 0,0-24-2 0,-12 11-2 0,-12 13-1 0,0-13 0 0,-1 26 0 0,3 11-2 0,-52 0-1 0,38 24-22 0,12 11-81 0</inkml:trace>
  <inkml:trace contextRef="#ctx0" brushRef="#br0">4427 10269 29 0,'-12'0'9'0,"12"-13"9"0,-12 2 1 0,24-2-1 0,-12 2-2 0,12-2-3 0,0 2-5 0,0-1-1 0,12-13 0 0,-24 1-1 0,12 0 0 0,-12 12 0 0,0 0 0 0,0 12-2 0,0 0-2 0,0 0-2 0,0 12 0 0,0 24 1 0,0 13 0 0,0 11-1 0,-12-12 1 0,12 13 1 0,0-13-1 0,12-11-1 0,-12-13 1 0,0 0 0 0,0-12 1 0,-12 0 1 0,12-12 0 0,-24 0-1 0,12 0-1 0,-12 0 0 0,12-12-1 0,-1 12 1 0,13 0-1 0,0 0-1 0,25 0 0 0,23 0 1 0,1 0-6 0,24 0-20 0,12 0-95 0</inkml:trace>
  <inkml:trace contextRef="#ctx0" brushRef="#br0">5673 10306 60 0,'0'0'0'0,"0"-26"22"0,12 15-13 0,25 11 5 0,-2-24 0 0,-10 24-7 0,0 0-4 0,-3 11-3 0,-22 2 1 0,13 11 0 0,-13 13 3 0,-24-2 1 0,-12 2-1 0,0-13-1 0,23 0 3 0,-11-11 0 0,12-1-2 0,12 0-1 0,36 0 6 0,13-12-7 0,-2 0-1 0,26 0-5 0,12 0-27 0,-12 0-88 0</inkml:trace>
  <inkml:trace contextRef="#ctx0" brushRef="#br0">6858 10269 41 0,'0'0'0'0,"-12"-24"22"0,0 24-10 0,0-13 4 0,-12 2 2 0,24-2-1 0,0 13-8 0,12-11-4 0,12 11 0 0,12 0 1 0,12 11 1 0,-23 2-6 0,-13 11-1 0,1 0 0 0,-26 0 1 0,13-11-1 0,-24-2 1 0,24 2 0 0,-13-2 0 0,0-11-1 0,13 0 0 0,13 37 1 0,12-25-1 0,-13 24 0 0,1-23-1 0,-13 11 2 0,11-12-1 0,-22 0 1 0,-14 0 3 0,-13-12 0 0,3 0-2 0,-13 0-1 0,11 0-1 0,-35 0-142 0</inkml:trace>
  <inkml:trace contextRef="#ctx0" brushRef="#br0">8866 10487 3 0,'13'0'13'0,"-13"0"-5"0,11 0-2 0,-11-12 0 0,0 12-1 0,0 0 1 0,0-12 2 0,0 12 1 0,0 0 0 0,0-13-1 0,0 13-2 0,0 0 13 0,-11 0-18 0,11 13 1 0,-13-13 0 0,-11 12 1 0,12 0-1 0,-2 12 1 0,14-1 0 0,-11 3 0 0,11 10-2 0,0-12 1 0,11-1-1 0,3 1 0 0,-2-11 2 0,12-13 1 0,11 13 0 0,-10-13-1 0,13 0-1 0,-3-13 0 0,1 0 0 0,-24-11 1 0,12 13-1 0,1-13 0 0,-25 0 0 0,12 0-1 0,-12-2-1 0,0-9 1 0,-12 23-1 0,-13-12 0 0,13 11 0 0,-24 13 0 0,-1 0 0 0,15 0-1 0,-4 13 1 0,14-1-2 0,0 0-11 0,12 0-43 0,12 0-17 0</inkml:trace>
  <inkml:trace contextRef="#ctx0" brushRef="#br0">10354 10402 31 0,'0'0'0'0,"0"-12"15"0,0-13 0 0,0 1 5 0,12-11 1 0,0 9-2 0,0 2-2 0,1-11-5 0,-13 22-4 0,0 2 1 0,0 11-9 0,0 35 1 0,-13 26-1 0,13-13 0 0,0 86 1 0,0-86 0 0,0-11-1 0,13-13 1 0,-13-12 0 0,11-12-1 0,-11 12-2 0,0-12-20 0,13 0-97 0</inkml:trace>
  <inkml:trace contextRef="#ctx0" brushRef="#br0">12023 10330 44 0,'0'0'6'0,"-12"0"6"0,12-13-1 0,12 13 2 0,12 0 0 0,0-11-2 0,12 11-3 0,0 11-1 0,1-11-2 0,-13 13-2 0,-12 11-3 0,0 12 2 0,-24 0-1 0,0-12 0 0,-24 13 1 0,11-25 4 0,1 0 1 0,0 0-1 0,12-1-2 0,12-11-1 0,0 13-1 0,12-13 2 0,25 13-2 0,11-13-1 0,25 12-3 0,-1 0-23 0,2 0-107 0</inkml:trace>
  <inkml:trace contextRef="#ctx0" brushRef="#br0">13692 10475 45 0,'-12'-12'15'0,"12"-1"1"0,12-11-1 0,12 12 4 0,-12 0-4 0,24 12-4 0,1-12-2 0,-13 12-1 0,13 0-1 0,-26 12-4 0,0 12 0 0,-11 0-2 0,0 1 1 0,-22-1 0 0,-3 0-1 0,1-13 0 0,0 2-1 0,12 0 0 0,12 11-1 0,24-12 1 0,12 0 0 0,0 12-1 0,1-13 1 0,-13 13 1 0,-24-11-1 0,0 12 0 0,-37-13 2 0,2-12 4 0,-26 11-2 0,0-11-1 0,1-11-8 0,-1 11-39 0,24 0-64 0</inkml:trace>
  <inkml:trace contextRef="#ctx0" brushRef="#br0">8866 10826 17 0,'-12'-13'26'0,"12"1"-12"0,0 0 6 0,0 12-6 0,0 0-10 0,-12 24-3 0,0 0 0 0,-2 13 2 0,3 11-1 0,11-11-2 0,0-1 0 0,25-24 0 0,-1 0 2 0,12 0 1 0,0-12-1 0,2-12-1 0,-3 12-5 0,-11-12-10 0,0 0-5 0,-24-12 4 0,12-1 9 0,-12 1 6 0,-12 0 2 0,0 24 3 0,0-12 9 0,0 12 5 0,0 12-8 0,-1 49-1 0,13-25-8 0,13 0-2 0,-13 13-3 0,24-1-25 0,0-24-44 0</inkml:trace>
  <inkml:trace contextRef="#ctx0" brushRef="#br0">10232 11068 43 0,'-12'0'35'0,"24"0"-31"0,1 12 4 0,-1-12 6 0,0 0-1 0,12 12-5 0,-12-12-4 0,1 0-1 0,-13 0 1 0,0 0 2 0,11-12-1 0,-11 12-1 0,-11-26-2 0,-2 3-1 0,-11-13-1 0,0 0 1 0,12-1 1 0,12 13 1 0,0 0 0 0,12 0-2 0,12 11-1 0,13 2 0 0,-1 11 0 0,24 0 0 0,-12 0 0 0,49 35-134 0</inkml:trace>
  <inkml:trace contextRef="#ctx0" brushRef="#br0">12058 10741 40 0,'0'0'0'0,"0"-24"12"0,0 24 0 0,0-12 10 0,-11 12-4 0,-25 23-10 0,11 14-2 0,-10-1-3 0,-2 37 1 0,25-37-3 0,0 37 0 0,12-37-1 0,36-1 0 0,-11-9 3 0,10-26 1 0,37 0 13 0,-47-26-4 0,-25 3-3 0,-25-25-4 0,-22 48-6 0,-2 0-10 0,1 12-29 0,36 24-67 0</inkml:trace>
  <inkml:trace contextRef="#ctx0" brushRef="#br0">13656 10898 83 0,'0'-12'23'0,"-13"-13"-8"0,26 25-15 0,11 0 1 0,12 0 5 0,0 0 2 0,25 0-1 0,-1 13-2 0,-11-13 2 0,-13 12 2 0,-25 12 0 0,2 0 2 0,-13 13 2 0,-13-1-1 0,-22 11-6 0,11 15-4 0,-13-15-2 0,13 14-10 0,12-13-40 0,0-11-65 0</inkml:trace>
  <inkml:trace contextRef="#ctx0" brushRef="#br0">593 10632 44 0,'0'0'4'0,"0"-12"6"0,-12 0-4 0,12 12-3 0,-13-12 4 0,13 24 4 0,-12 0-2 0,12 35-4 0,-12 3-1 0,12 9-3 0,-12 2 0 0,12 36-1 0,0-48 0 0,0 11-2 0,0-23-22 0,12-13-34 0</inkml:trace>
  <inkml:trace contextRef="#ctx0" brushRef="#br0">532 10487 27 0,'0'-12'16'0,"12"12"-4"0,12-12 2 0,-11-1 1 0,23 2-1 0,0 11-4 0,-11 0-4 0,-1 24-3 0,-12 0 0 0,0 12-2 0,-24 1-1 0,0 11 2 0,-12-13-2 0,-13 2 0 0,1-12-2 0,-1-2-13 0,1 1-26 0,12-11-13 0</inkml:trace>
  <inkml:trace contextRef="#ctx0" brushRef="#br0">907 10728 44 0,'-12'0'11'0,"12"-11"-2"0,-12 11 1 0,-1 0 7 0,2 11-4 0,0 2-9 0,-2 11-2 0,0 0-2 0,13 13 0 0,0-2 0 0,26-10 1 0,-15-1 1 0,25-12-1 0,0 0 0 0,1-12-1 0,-1 0 1 0,1-24 1 0,-13 0 1 0,0-12 2 0,-12-1-2 0,-24 0-2 0,-1 2-1 0,-22 11-1 0,-2 0 1 0,-12 11-2 0,13 13-5 0,0 0-26 0,12 25-13 0,24-25 16 0</inkml:trace>
  <inkml:trace contextRef="#ctx0" brushRef="#br0">1282 10693 52 0,'0'0'7'0,"12"-13"6"0,12-11-6 0,13-12 18 0,-25 12-16 0,0 12-7 0,-12 12-2 0,-24 0 0 0,-1 24 0 0,13-12 0 0,-24 11 0 0,24 14 0 0,-12 0 0 0,24-13 0 0,11 0 1 0,14 0 0 0,-1 0-1 0,13 0 0 0,-1 0 1 0,-12-11 3 0,-12 11 7 0,-12-12-2 0,-12 0-3 0,-24 0-1 0,-1 0-1 0,-11-12-2 0,-12 13-2 0,10-13-3 0,15 0-26 0,11-13-77 0</inkml:trace>
  <inkml:trace contextRef="#ctx0" brushRef="#br0">1657 10534 28 0,'0'0'11'0,"-12"-11"-3"0,0-1 2 0,-1-12 7 0,13 0 4 0,-11-13-2 0,35 13-6 0,0 0-2 0,12 0-4 0,1 24-4 0,-1 0 0 0,0 0-2 0,-12 36 0 0,1 0-1 0,-13 13 1 0,-12 10-1 0,0 15 1 0,-37-15-1 0,13 2 1 0,0-13-3 0,-12-11-2 0,24 0-12 0,0-13-26 0,-1-12-17 0,13 0 33 0</inkml:trace>
  <inkml:trace contextRef="#ctx0" brushRef="#br0">1802 11152 34 0,'0'0'0'0,"0"0"15"0,-12 0-7 0,12 11 11 0,-12-11 8 0,12 0-8 0,0 0-12 0,-12 0-2 0,12-11-3 0,0-2 0 0,0 2-1 0,12-1 0 0,0 0-1 0,13 0 2 0,11 12 3 0,-12 0-1 0,-24 12 2 0,0 12 2 0,-12-13 1 0,-36 13 9 0,23-11-12 0,1-13-3 0,0-13-4 0,12 2-33 0,12-13-114 0</inkml:trace>
  <inkml:trace contextRef="#ctx0" brushRef="#br0">25448 13341 24 0,'0'0'0'0,"0"0"8"0,-11-13-2 0,11 2 5 0,0-2 3 0,0 2-5 0,11-2-4 0,0 2-1 0,27 11 5 0,-13-13-6 0,-3 13-1 0,3 0-1 0,0 0 0 0,-12 0 0 0,-2 13 0 0,0-13 1 0,2 0-1 0,-13 0 2 0,0 11 5 0,0-11-2 0,0 0-5 0,0 0-1 0,0 13 1 0,12-13-1 0,-12 0 0 0,0 11 1 0,-12-11 28 0,12 0-26 0,0 0 4 0,0 0-6 0,0 0-1 0,0 0 0 0,0 0 1 0,0 0 0 0,0 0-51 0,-13 0-49 0</inkml:trace>
  <inkml:trace contextRef="#ctx0" brushRef="#br0">25509 13293 20 0,'0'-13'10'0,"0"13"-4"0,0-11 3 0,0 11 2 0,-24 0-1 0,24 11-3 0,-26 2 4 0,15 35-1 0,0-11-4 0,11 11-2 0,0 0-1 0,11-11 0 0,14-25 1 0,-1 0 1 0,12 0 1 0,0-12 0 0,-11 0-1 0,10-24 1 0,-10-1 0 0,-1-47 6 0,-24 24-9 0,-12 11-1 0,-12 0-1 0,0 13-1 0,13 13-1 0,-2 11-8 0,13 0-33 0,0 0-54 0</inkml:trace>
  <inkml:trace contextRef="#ctx0" brushRef="#br0">25872 13027 79 0,'0'0'0'0,"-12"-24"13"0,0 24-5 0,12 12 4 0,0 24-8 0,-13 13-3 0,-11-1-4 0,0 12-34 0,12-23-26 0</inkml:trace>
  <inkml:trace contextRef="#ctx0" brushRef="#br0">26513 13378 49 0,'0'-13'19'0,"0"-24"27"0,12 26-27 0,-12 22-5 0,0 26-9 0,0 11 0 0,0 1-2 0,-12 0 1 0,12-1-3 0,0 1 0 0,0-37-1 0,0 0 1 0,12 0 0 0,-12-12-2 0,12-24-49 0,-12 12-50 0</inkml:trace>
  <inkml:trace contextRef="#ctx0" brushRef="#br0">26900 13075 104 0,'0'-12'12'0,"-12"0"0"0,12 12-1 0,-12 0-3 0,0 24-6 0,-1 25-2 0,1-2-7 0,-12 27-43 0,12-26-31 0</inkml:trace>
  <inkml:trace contextRef="#ctx0" brushRef="#br0">27455 13402 55 0,'0'-13'30'0,"0"-11"-27"0,37 13-2 0,0-2 3 0,-1 13 4 0,12 0-2 0,-11 13-4 0,-25 11-1 0,0-13 1 0,-12 26 5 0,-12-1-1 0,-12-11 0 0,-13 11-1 0,1 0-3 0,24-13-1 0,12 3 3 0,12-26 2 0,36 0-2 0,1 0-3 0,-1 0-5 0,37-13-131 0</inkml:trace>
  <inkml:trace contextRef="#ctx0" brushRef="#br0">28012 13112 74 0,'0'0'0'0,"-24"-37"46"0,24 37-46 0,0 37 2 0,-12-13-1 0,0 11-2 0,12 13-23 0,-12 2-59 0</inkml:trace>
  <inkml:trace contextRef="#ctx0" brushRef="#br0">28545 13438 53 0,'12'-12'22'0,"12"12"-50"0,0 0-6 0</inkml:trace>
  <inkml:trace contextRef="#ctx0" brushRef="#br0">29259 13511 38 0,'24'0'5'0,"72"-13"-4"0,1 13-18 0,-73-11-5 0</inkml:trace>
  <inkml:trace contextRef="#ctx0" brushRef="#br0">29838 13498 33 0,'25'0'6'0,"24"0"-37"0</inkml:trace>
  <inkml:trace contextRef="#ctx0" brushRef="#br0">24723 9398 17 0,'-38'-24'14'0,"27"-1"-5"0,-13 1 1 0,0-11-1 0,12 9-1 0,0-22 0 0,12 1-2 0,0-2 2 0,0-35 1 0,0-1-1 0,0 0-2 0,-12-12-3 0,12 1 1 0,-12-1-2 0,-1 0 0 0,13 12-1 0,0 0 1 0,0 13-1 0,13 0 0 0,11 11 2 0,0 13 0 0,13-2-1 0,-2 15 1 0,-10 11 0 0,11-12 0 0,12 23 0 0,-11-11 0 0,-1 12-1 0,12 0 0 0,-24 12 0 0,13 0-1 0,-13 24-1 0,0 13 1 0,0-1-1 0,1 12 1 0,-1 13-1 0,-12 11 0 0,1 0 0 0,9 2 0 0,3-2 0 0,-13 0 0 0,14 1 0 0,-15 0 0 0,0 11 0 0,2 37-1 0,-13-12 1 0,0-12 0 0,0 0 0 0,0-38 0 0,-13 39 0 0,13-37-1 0,0-2 1 0,-22 51 1 0,8-62-2 0,2 1 0 0,-12-13 1 0,0-12 0 0,0 0 1 0,-26-13 1 0,15 2 0 0,-13-13 2 0,-1-24 4 0,13-12-4 0,0-24-1 0,1 11-2 0,21-12-6 0,14 1-30 0,0 35-84 0</inkml:trace>
  <inkml:trace contextRef="#ctx0" brushRef="#br0">22425 9858 37 0,'-14'-13'4'0,"3"2"9"0,-13 11 1 0,13 11-2 0,-2 14-7 0,1 11-1 0,0 1 0 0,0-1 2 0,0 12-4 0,12-11-1 0,12-13 0 0,-12 0 0 0,24-13 2 0,-12-11 3 0,36-23 3 0,-23 11-6 0,0-12 0 0,-14-2-2 0,-11 3 0 0,0-1 0 0,0-12 0 0,-11 24-1 0,-2-13 0 0,13 13 0 0,0 12 0 0,13 0 0 0,9 0 0 0,-9 12 0 0,23 0 0 0,-24 1 0 0,12 23 0 0,-11-12-1 0,-13 0 1 0,12 1 0 0,-12 11 1 0,0-24-1 0,0-12 2 0,0 0 4 0,12-12-1 0,12 0-4 0,0-12 0 0,1-1 1 0,-1 1-2 0,0 0 0 0,13 0 0 0,-26 12 1 0,-11-1-1 0,0 26-1 0,0-1 1 0,0 12 0 0,11 0 1 0,2-12-1 0,12 11 0 0,0-9 1 0,-3-2-1 0,15-12 1 0,0 0-1 0,11 0 1 0,-12-12-1 0,13-2 0 0,-25-9 1 0,-12 11-1 0,-12-12 1 0,0 12-1 0,0 0 0 0,-36 12 0 0,24 0-1 0,-13 0 2 0,1 12-2 0,0 12 2 0,12 0-2 0,12-1 2 0,24 3-1 0,0-2 1 0,13 11 0 0,-1-22-1 0,13 11 0 0,-14-13-2 0,2 3-17 0,23-14-97 0</inkml:trace>
  <inkml:trace contextRef="#ctx0" brushRef="#br0">23611 9845 58 0,'-13'-11'19'0,"1"11"-12"0,12 0-2 0,-12 11 6 0,12 14 0 0,0 11-2 0,0 13-2 0,12 11 0 0,0 1-2 0,1 10-2 0,-2-10-2 0,0 0-1 0,-11-13 0 0,0 0-3 0,0-23-9 0,-11-1-42 0,11-12-6 0</inkml:trace>
  <inkml:trace contextRef="#ctx0" brushRef="#br0">23622 9870 39 0,'0'0'0'0,"24"-12"16"0,26 12 19 0,-28 12-12 0,3 24-7 0,-1-12-8 0,-12 13-6 0,-12-1 1 0,-12-12-2 0,0 1 0 0,-25 11-1 0,-11-24-1 0,11 0-6 0,2-12-22 0,-1 0-18 0,36 0-3 0</inkml:trace>
  <inkml:trace contextRef="#ctx0" brushRef="#br0">23949 10064 43 0,'12'0'13'0,"12"-12"1"0,0-2 4 0,-13 3 0 0,2-1-7 0,-1 0-5 0,0 0-1 0,-12-12 2 0,0 0-1 0,0 11-1 0,-12 13-3 0,-13-12 0 0,-10 12 1 0,11 25-1 0,-13-13 0 0,26 24-1 0,-2 0 0 0,13-11-1 0,13 11 1 0,9-24 0 0,17 0 0 0,-4-1 0 0,13-11 0 0,-11 0 1 0,-1-11-1 0,-12-13-1 0,0 12 1 0,-12 0 0 0,-12 0-1 0,13-2 0 0,-13 14 0 0,0 14 0 0,12 10 0 0,-12-12 0 0,12 12-1 0,0-13 2 0,0 2-1 0,0-13 0 0,1-13 2 0,-13-10 1 0,0-1 0 0,24-37 2 0,0 25-6 0,0 24-7 0,0 12-24 0,0 0-85 0</inkml:trace>
  <inkml:trace contextRef="#ctx0" brushRef="#br0">24698 9930 27 0,'0'0'0'0,"13"-48"29"0,-1-37 1 0,-12 37-7 0,0 24 0 0,0 0-8 0,0 24-5 0,0-12-4 0,-12 24-3 0,12 23-2 0,0 2 1 0,0 24-1 0,0-1 0 0,0 13 0 0,0-25 0 0,0 1-1 0,12-1 1 0,-12-24-1 0,0-13 1 0,0 2 1 0,0-2 0 0,0-11 2 0,12 0 1 0,-12-11-3 0,24-13-1 0,-13 0-1 0,13-12 0 0,15 12-1 0,-4-1 1 0,1 1-1 0,-12 24 0 0,-12-12 0 0,-12 12 1 0,0 12-1 0,0 0 1 0,0 11 0 0,0 3 1 0,12-2-2 0,1-12 2 0,-1 0-1 0,0-1 0 0,12 2 0 0,-12-13 0 0,13 0 1 0,-3 0-1 0,4-13 1 0,-2 2-1 0,0-13 0 0,0 0 1 0,-24-2-1 0,12 3 0 0,-12-13 0 0,0 24 1 0,-12 0-1 0,-1 12-1 0,-9 0 1 0,9 0 1 0,-23 12-2 0,11 12 1 0,1 12 0 0,12-11-1 0,12-1 2 0,25 12-1 0,-3-12 1 0,28-13 0 0,-15 2 0 0,14-13-1 0,0 11 0 0,-1-11 1 0,1-11-1 0,-1-2 1 0,-24 2-1 0,11-37 1 0,-35 36-1 0,-11-37 0 0,0 37 0 0,-2 12 0 0,1-12 1 0,0 12-2 0,0 0 1 0,0 0 0 0,0 12-1 0,0 0 2 0,12-12-1 0,0 11 0 0,-12-11 0 0,12 14 0 0,-13-2 0 0,13 0 0 0,-12 0 0 0,12 0 0 0,0 0 0 0,-12-1 0 0,24 13-1 0,0-11 1 0,1-13 0 0,-1 0 0 0,12 0 0 0,0-13-1 0,-12 2 1 0,-12-13 0 0,12 12 1 0,-12 0-1 0,0-12 0 0,-12 24 0 0,12 12-2 0,0 0 2 0,0 0 0 0,0 0 1 0,12-1-1 0,1 13 0 0,9-24 0 0,4 13 0 0,-2-2 0 0,24-11 0 0,13 14 0 0,-1-14 0 0,1-14 0 0,-1-10 0 0,-11 13 0 0,-13-2 1 0,-36 2 0 0,0-13 0 0,-12 0-2 0,-12 12 1 0,-25-2 0 0,1 3 1 0,-1 11 1 0,13 11-2 0,12 3 1 0,11 10-1 0,13-12 0 0,0 12 0 0,25-13 1 0,23 13-1 0,-11-11 1 0,11-13-1 0,0 0 1 0,13 0-1 0,-26-13 1 0,2-22 0 0,11-1-1 0,-23-13 1 0,-1 1 0 0,-12-25-1 0,0 1 1 0,-12-2-2 0,0 15 2 0,0 35-1 0,-12 11 0 0,-24 13 0 0,11 0-1 0,3 37 2 0,-4 11-2 0,14 13 2 0,0 11-1 0,-1 1 0 0,38-1 0 0,13-23 0 0,21-13 0 0,2-12 1 0,-13-24-1 0,12 0-1 0,-10 0-4 0,-15-13-21 0,-24 2-116 0</inkml:trace>
  <inkml:trace contextRef="#ctx0" brushRef="#br0">21143 8564 22 0,'0'-12'23'0,"-13"-12"-2"0,13 11 0 0,13 0-7 0,-13 13-9 0,24 13-2 0,-12 12 1 0,12 11-1 0,-12 12 0 0,1 1-1 0,-2 11-1 0,13-12 1 0,-24-11-2 0,13-13 1 0,-13-12 1 0,12 0 3 0,-12-12 9 0,-12 0-4 0,12-12-7 0,0 0-2 0,0-12-1 0,-13 11 1 0,0 2-1 0,13-2 0 0,0 1 0 0,0 12 0 0,0-12 1 0,0 24-2 0,26 24 2 0,-2 13 0 0,11 11 2 0,14 25 1 0,24 12-2 0,-13-1 0 0,13 2-1 0,0-14 0 0,-1-24 0 0,-11-23 0 0,-13-13 2 0,-12-12 2 0,-12-12 2 0,1 0-2 0,-13 0-2 0,-12-12-4 0,12 12-9 0,13 12-37 0,-14-12-58 0</inkml:trace>
  <inkml:trace contextRef="#ctx0" brushRef="#br0">21989 9616 42 0,'0'0'0'0,"13"-12"8"0,9 0-4 0,17 12 9 0,-4-12 2 0,1 0-4 0,13 12-3 0,11 0-2 0,1 0 0 0,11 0 0 0,24 0 2 0,2 12 1 0,11 12 4 0,108 36 11 0,-132-23-18 0,-12-2-1 0,-37 14 1 0,-24 0-2 0,0-13-1 0,0-12-1 0,-12 0 1 0,13-12-3 0,-13 1-2 0,0-13-21 0,11 0-95 0</inkml:trace>
  <inkml:trace contextRef="#ctx0" brushRef="#br0">21143 8805 44 0,'0'0'2'0,"-25"13"3"0,13-2-1 0,-24 74 11 0,24-60-11 0,0-1-1 0,12-24 3 0,12-12 24 0,36-73-12 0,-36 37-10 0,25-74 6 0,-25 61-7 0,0 26 4 0,12-1 8 0,12 48-5 0,1 36-10 0,11 13-2 0,12 11-2 0,25 13-25 0,-24-13-104 0</inkml:trace>
  <inkml:trace contextRef="#ctx0" brushRef="#br0">13039 13680 29 0,'0'0'5'0,"-12"-12"6"0,12 12 5 0,0-12 0 0,-24 12-8 0,-1 0-3 0,13 0-2 0,-24 12 1 0,-1 24 0 0,13 1 0 0,12 11-3 0,0 0 0 0,12 0-1 0,12-11 1 0,24-25 0 0,13 0 3 0,12 0 1 0,-1-24 0 0,0-12 0 0,-10 0 0 0,-3-13-1 0,-11 13-2 0,-12 0 1 0,-24 0-1 0,0 11 1 0,-24 13-1 0,0-11-1 0,0 22-1 0,11 13 1 0,13 0-1 0,0 1 0 0,0 11 0 0,25-23 0 0,11 11 0 0,13-12 1 0,-1 0-1 0,-11-12 0 0,-1 0 0 0,-24-12 1 0,0 0 0 0,-12-12 1 0,0 11 0 0,-24-23-1 0,0 11-1 0,-13 1 1 0,1 13-1 0,0 11 0 0,11-13 0 0,13 13 0 0,12 0-1 0,12 0 1 0,13 0 0 0,23 0-1 0,1 0 2 0,-1-11-2 0,0 11 2 0,1 0-1 0,-24 0 0 0,-3 0 0 0,-9 0 0 0,-1 0-1 0,0 24 2 0,-12 0-2 0,0-13 1 0,0 2 0 0,0-1 0 0,0-12 0 0,0 0 2 0,0-12-2 0,12-12 0 0,0 11 0 0,12 2-3 0,13-2 2 0,-13 2 0 0,25 11 0 0,-1-12 1 0,-24 0 0 0,-11 12 1 0,-13-13 0 0,0 0 0 0,0 13 1 0,-13-11 1 0,13 11-2 0,0 0 1 0,0 0-2 0,0 37 0 0,13-13 1 0,-2 24-1 0,0 0 0 0,-11 25 0 0,0 0 0 0,0-1 0 0,0-11 1 0,0-14-1 0,0-23-1 0,0 0 2 0,0-24 2 0,0 0 6 0,-11-11-4 0,11-13-3 0,-11-12-1 0,-2 0 0 0,13-13 0 0,0-72-1 0,13 48-1 0,9 12 1 0,4 13-1 0,-2 37 0 0,-11-1 0 0,22 12 0 0,-23 0 1 0,24 60 0 0,-36-24 0 0,0-11 0 0,-24 10 0 0,0-10 0 0,0-13 1 0,-24 0-6 0,22-12-6 0,26 0-14 0,0-12-20 0,13-12 1 0,24 0 18 0,-2 0 9 0,14-1 7 0,-13 0 17 0,1-10 10 0,-13 22 4 0,0 2 8 0,-24-1-2 0,0 24 8 0,0 12-28 0,0 0-3 0,0 12-2 0,0 0-1 0,37 13 1 0,-13-37-1 0,0-12 1 0,1 0 0 0,-3-12 0 0,16 0 1 0,-13-25 0 0,-3 1-1 0,3 0 0 0,-13-1-1 0,0-24 0 0,2 50-1 0,-3 11 0 0,-11 0-1 0,0 11 1 0,0 15 0 0,11 46 0 0,-11-36 0 0,0 0 0 0,0-12 0 0,13-11 0 0,-1-13 1 0,-12 0 0 0,12-24 0 0,0 0-1 0,12-13 2 0,13 13-2 0,-1 0 0 0,0 0 0 0,13 12 0 0,-13 12 0 0,-1 0 0 0,-10 23 0 0,11-10 0 0,-36 11 1 0,0 0 2 0,-12 0 1 0,-24-11 0 0,-48 11-2 0,35-24-7 0,1 0-24 0,24-13-98 0</inkml:trace>
  <inkml:trace contextRef="#ctx0" brushRef="#br0">17478 12991 84 0,'0'0'0'0,"-11"-25"40"0,11 13-24 0,11 0-5 0,-11 12-3 0,0 0-5 0,0 12-11 0,11 0-44 0,2 13-30 0</inkml:trace>
  <inkml:trace contextRef="#ctx0" brushRef="#br0">17502 13160 68 0,'0'-12'19'0,"0"12"0"0,36-12 3 0,-24 24-6 0,0 0-3 0,-12 36-1 0,0-11-4 0,-12 11-1 0,-12-13-1 0,0-9-3 0,11-2 0 0,-9-24-3 0,-4 0-6 0,2 0-32 0,24-13-91 0</inkml:trace>
  <inkml:trace contextRef="#ctx0" brushRef="#br0">18228 13389 16 0,'0'0'25'0,"-13"-11"-11"0,13 11 1 0,0 0 1 0,0 0-7 0,-12 0-7 0,12 0-1 0,0 11 4 0,0 13 5 0,0-11-1 0,12 11 0 0,-12 0 0 0,13-11-1 0,-13 11-1 0,13-24-2 0,-13 12 1 0,11 0-2 0,13 0 1 0,0-12-1 0,12 12 0 0,1 0-2 0,11-12 0 0,13 11-1 0,0-11 1 0,-14 13-2 0,26-13 1 0,-1 13-1 0,13-13 1 0,0 0-1 0,12 0 0 0,-1 0 0 0,1 0 1 0,12-13 0 0,-11 0 2 0,-2 2-1 0,1 11-1 0,-12 0 0 0,0 0-1 0,-2 0 1 0,-22 0-1 0,12 0 0 0,-13 11 0 0,11-11-1 0,3 0 3 0,-2 0 0 0,38-11-1 0,-14-1 1 0,13 12 0 0,-12 0-1 0,0 0-1 0,-2 0 1 0,-10 0-1 0,-11 0 1 0,71 12 0 0,-24-1 0 0,-13-11 0 0,-35-23 1 0,-25-1 2 0,-35-13-2 0,-26-23 1 0,1 0-3 0,12 23-1 0,0 24-179 0</inkml:trace>
  <inkml:trace contextRef="#ctx0" brushRef="#br0">19522 13909 13 0,'-13'0'8'0,"13"0"2"0,0-11 4 0,0-2 3 0,13-11-1 0,-1 12-1 0,12 0 1 0,13-1-1 0,-1 2-3 0,0-2-5 0,1 13-3 0,-2 0 0 0,2 13-2 0,-13 11-1 0,-13 0 1 0,2 13-1 0,-13-13 1 0,0 12 1 0,-13-12 0 0,-11 1 0 0,-11-13 0 0,-2 0 0 0,13 0-1 0,0-12 1 0,12 0-2 0,12-12 1 0,0 12-1 0,12-12 0 0,12 0-1 0,11-13 0 0,63-11 0 0,-1-12 0 0,-36-1 0 0,-50 24 1 0,-11 14-1 0,0-2 1 0,-11 13-1 0,-2 0 1 0,-11 0-1 0,12 13 1 0,0-2-1 0,0 14 0 0,0 0 0 0,0 10 1 0,-1 2-2 0,13-13 1 0,0-12 1 0,13 13-1 0,-1-13 3 0,24 0 1 0,0 0 0 0,13-12-2 0,0 0 1 0,-3-12-3 0,-20 12 1 0,-2 0-4 0,-24 0-16 0,0 12-126 0</inkml:trace>
  <inkml:trace contextRef="#ctx0" brushRef="#br0">21663 12604 26 0,'0'0'0'0,"-13"-49"20"0,13 25-7 0,0 0 5 0,0-1-3 0,0 1-2 0,0 24-3 0,0-12-1 0,0 12 0 0,0 0-4 0,0 0-4 0,0 12 0 0,13 25 1 0,-13 23 2 0,13 1 0 0,-13 11 1 0,11 13-1 0,2 24-1 0,-13-13 0 0,11 12 0 0,-11 1-1 0,11-11 0 0,-11-13 0 0,13-1 1 0,-13-23-1 0,12-2-1 0,-12-9 0 0,12-38 2 0,-12 12 0 0,0-12-1 0,0-1-1 0,0-11 0 0,0 0 0 0,0 0 0 0,0 0 0 0,0 0 5 0,-12 0-4 0,12 0-2 0,0 0 2 0,0 0-3 0,12-11 1 0,12 11 0 0,13 0 0 0,35-12 1 0,38 12-1 0,22-12 1 0,26 0 0 0,35 0-1 0,1 0 1 0,11-13 2 0,-11 25 2 0,-26 0-4 0,-22 0 0 0,-49 0 1 0,-24 0-1 0,-37-13 1 0,-23 13 1 0,-13-11-2 0,-13-1 0 0,1 0-2 0,0 0 0 0,-14 12-3 0,15 0-11 0,0 12-80 0,-2-12 19 0</inkml:trace>
  <inkml:trace contextRef="#ctx0" brushRef="#br0">23344 13450 44 0,'-13'-37'47'0,"13"37"-28"0,13-11-4 0,11-2 0 0,24 13-5 0,1 13-4 0,12-2-4 0,11 26 0 0,-12 11-1 0,-22 1 1 0,-16 12 0 0,-22-1 4 0,-11-13 5 0,-26 3 2 0,-11-26-3 0,-26-13-2 0,15 2-4 0,-2-13-3 0,37 0-1 0,12 0-17 0,12 11-47 0,12-11-44 0</inkml:trace>
  <inkml:trace contextRef="#ctx0" brushRef="#br0">22606 13304 45 0,'0'-35'15'0,"0"-15"5"0,24 2 5 0,-12-11 3 0,0-2-3 0,-12 25-8 0,0-1-8 0,-12 25-2 0,12 12-4 0,0 0-4 0,0 37 1 0,0-1 0 0,25 25 0 0,-13-13 0 0,24-12-1 0,-12-12 1 0,0 1 0 0,13-25 0 0,-25 0 1 0,13-14-1 0,-25-21 2 0,11-1 0 0,-11-12 1 0,0-1 0 0,-11 13 0 0,-2 12 0 0,13 11 0 0,0 13-1 0,0 25-2 0,13-1 0 0,-2 35 0 0,0 15 1 0,2 22-1 0,-13 13 0 0,0 24 1 0,-13 1-3 0,2-25 3 0,11-50-1 0,0-10 0 0,-11-24 1 0,-14-25 6 0,0 0-1 0,-10-37-3 0,-2-11-1 0,1-13-1 0,-1-11 0 0,25 11 0 0,12-11 1 0,37 11-2 0,23 1 0 0,25 36 0 0,-1 11-3 0,1 13-17 0,12 48-64 0,-73-23-2 0</inkml:trace>
  <inkml:trace contextRef="#ctx0" brushRef="#br0">22848 8540 47 0,'0'0'8'0,"-24"-12"8"0,12 12-6 0,-13 0-1 0,-10 24 1 0,-2 0 0 0,1 24-3 0,11 13-2 0,1-2-4 0,12 2 0 0,12 0-1 0,24-25 1 0,13 1-1 0,11-25 0 0,12 0 2 0,1-12 1 0,-13-12 2 0,25-25 1 0,-25 1 0 0,1-13-1 0,-25-11 1 0,-12 0 1 0,-12-1-2 0,-61-72 0 0,13 85-4 0,-1 36 2 0,13 0 0 0,-13 12-1 0,14 24-1 0,-2 24-1 0,2 48-1 0,35-34 0 0,35-2-1 0,2-12 2 0,11 13 0 0,0-13 0 0,13 13 0 0,-13-13 0 0,-23 13 0 0,-13-14 1 0,-12 1 2 0,-49 13 11 0,1-48-7 0,12-2-3 0,11 2-4 0,1-13-19 0,12 0-132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4574 6542 34 0,'0'0'18'0,"0"-11"-8"0,12 11-5 0,-12-23 4 0,0 13 2 0,10-2-1 0,-10-12 0 0,0 2 1 0,-10 10-1 0,-2-21-3 0,0 21-1 0,-11 1-1 0,12-1-1 0,-23 24-1 0,11 11-1 0,-12 22-1 0,25-23-1 0,-13 36 1 0,23-24-1 0,0 12-1 0,0-24 1 0,11-10-2 0,23-2 2 0,-23-20 0 0,13-2 2 0,-1 1-2 0,-23-13 0 0,22 1 1 0,-11 1-1 0,1 0 0 0,-1 10 0 0,-11 2 0 0,12 10 2 0,-12 0 2 0,12 10-2 0,-2 13-1 0,2-12-1 0,-1 11 0 0,12 1-12 0,-1-10-9 0,-11-13-10 0,-11 0-14 0,12-13-9 0</inkml:trace>
  <inkml:trace contextRef="#ctx0" brushRef="#br0">4790 6178 54 0,'0'-11'26'0,"0"-12"-18"0,0 23 1 0,0 0 8 0,0 0-3 0,0 23-6 0,-12 0-2 0,12 22-2 0,0-10-3 0,0 10 1 0,0 12-2 0,12-11 1 0,-2-13-1 0,2 2 0 0,0-13-1 0,-12-10-7 0,0-1-9 0,11-11-7 0,1 0-8 0,-1-11-23 0</inkml:trace>
  <inkml:trace contextRef="#ctx0" brushRef="#br0">4960 6042 49 0,'0'-11'12'0,"12"-12"-3"0,-1 11-2 0,-11 12 4 0,0 0 4 0,12 68 10 0,-12-10-18 0,11 20-2 0,1-8 0 0,-12 8-2 0,10 2-3 0,-10-22 1 0,11-13-1 0,1-12 1 0,-12-10-1 0,12-10-2 0,-12-2-9 0,12-35-55 0,-12 13 7 0</inkml:trace>
  <inkml:trace contextRef="#ctx0" brushRef="#br0">5552 5996 109 0,'0'0'0'0,"-12"0"10"0,12 0-7 0,-11 23 5 0,11 12-2 0,0 9-1 0,0 2-2 0,0 10 0 0,11 2-2 0,-11-13 0 0,12 0 0 0,-1 2-1 0,1-24 1 0,-1 10-1 0,1-22-3 0,-12 13-15 0,0-12-23 0,0-12-29 0</inkml:trace>
  <inkml:trace contextRef="#ctx0" brushRef="#br0">5746 6338 69 0,'0'-12'12'0,"-12"12"-6"0,12-11 3 0,-11 11 2 0,-1 0-2 0,1 0-1 0,-11 11-1 0,-2 1-3 0,1 10 0 0,12 13-1 0,-11-12 0 0,-1-1-1 0,11 13-1 0,1-2-1 0,-1-10 0 0,12 0 0 0,12-13-3 0,-1 2-7 0,1-1-4 0,11-11-1 0,-1-11-4 0,-11-1 6 0,12-10-46 0</inkml:trace>
  <inkml:trace contextRef="#ctx0" brushRef="#br0">5791 6418 6 0,'0'-12'10'0,"12"12"7"0,-12-11 0 0,0 11-2 0,0-12-4 0,0 1-2 0,0 11-1 0,0-12 1 0,0 12 2 0,0-12 0 0,0 12-2 0,-12-10-3 0,1 10-2 0,-35 34 4 0,23 0-6 0,0-12 2 0,1 25-2 0,10-14-1 0,12 1-1 0,0 0 0 0,12-23 0 0,22 2 0 0,-11-13 0 0,10 0 0 0,-9-13-1 0,10-10 1 0,-12 1 0 0,1 0 0 0,-12-12 0 0,1-1 0 0,-12 2 1 0,0-2-1 0,0 0 1 0,-12 25 2 0,12 10 1 0,-11 0 0 0,11 10-3 0,-12 37 0 0,24-14-1 0,-1-21 1 0,12 23-1 0,-12-24 0 0,24 1-1 0,-24-12 1 0,12 0 0 0,-12 0 0 0,12-12 0 0,-11-12 0 0,-1 2 0 0,1 0 1 0,-2-13-1 0,2 12 0 0,-12 1 1 0,0 10 0 0,0 1 2 0,11 11 1 0,-11 0 0 0,0 23-3 0,0-1-1 0,0 1 1 0,0 0-1 0,23-1 0 0,10 1-1 0,-20-12 1 0,21-11-1 0,-12-11 0 0,1 0 1 0,0-1 0 0,22-21 0 0,-22-2 0 0,0 1 1 0,-23 11-1 0,11-10 1 0,-11 21 2 0,0 1 1 0,0 11 0 0,0-12-1 0,0 24 0 0,0-1-3 0,0 23 0 0,11 0 0 0,-11 0 0 0,24 24 0 0,-13-14 0 0,1 2 1 0,10 0-1 0,-11 11-1 0,-11-12 2 0,0-11-1 0,0 12-1 0,-11-12 0 0,0-12 0 0,-12 1 1 0,-12-11 1 0,2 0-2 0,-2-12 1 0,-10 0 0 0,-1-24 0 0,13 13 1 0,10-12-2 0,23 1 0 0,11-24-2 0,34 23 1 0,1-11 0 0,11 12 1 0,-12-12-1 0,13-2 2 0,9 3 0 0,-21 0 0 0,22-3 0 0,0-8-1 0,-33 9 2 0,-12 12-1 0,-23 1 1 0,0-13 1 0,0 24 1 0,-12 11 1 0,-11-12-3 0,0 12 1 0,1 12-2 0,-1 11 1 0,0 10-1 0,11-9 0 0,12-1 0 0,12 0-1 0,-1-13 1 0,24 2 1 0,-1-1-2 0,-11-11 2 0,10 11-2 0,2-11 1 0,-1 0 0 0,-23 0 0 0,12 0 0 0,0 0-1 0,-11 24 2 0,-1-12-2 0,-11-2 1 0,0 2 1 0,11-1-2 0,-11-11 2 0,0 0-1 0,0-11 1 0,0-11-1 0,0-36 1 0,12 24-2 0,-12 11 1 0,0-12-2 0,11 2-3 0,22 21-2 0,-10 1 3 0,12 11-4 0,22 0-2 0,-12 0 7 0,1-12 3 0,-1 12 1 0,12-10-1 0,-23-2 2 0,0 12 1 0,-34-11 15 0,0 11-10 0,-22 0-5 0,-12 11-1 0,-46 11 0 0,35 1-1 0,10 0-1 0,23-11 0 0,2 22-1 0,20-23 1 0,37 12 0 0,-2-11-1 0,1 10 1 0,-1 0 0 0,-12-9 0 0,3-2 0 0,-36 11 1 0,0-10-1 0,0-12 1 0,-46 22 1 0,12-10 0 0,-24-12-1 0,-44 10 1 0,57-10-2 0,10 0-1 0,13-10 0 0,11 10-17 0,22-23-42 0,11 0-49 0</inkml:trace>
  <inkml:trace contextRef="#ctx0" brushRef="#br0">15814 5848 255 0</inkml:trace>
  <inkml:trace contextRef="#ctx0" brushRef="#br0">5415 10945 255 0</inkml:trace>
  <inkml:trace contextRef="#ctx0" brushRef="#br0">17600 6667 255 0,'0'0'0'0</inkml:trace>
  <inkml:trace contextRef="#ctx0" brushRef="#br0">7611 11570 255 0</inkml:trace>
  <inkml:trace contextRef="#ctx0" brushRef="#br0">27191 13835 36 0,'0'-12'19'0,"0"1"-6"0,-12-11-3 0,12 11 2 0,-10 11-1 0,-2 0-5 0,-11 11-2 0,-12 11-2 0,2 24-1 0,10-1 1 0,-1 12-2 0,14 0-1 0,-2-11 1 0,24-13-1 0,22-9 1 0,0-13 0 0,0-11 0 0,12 0 0 0,-12-24 2 0,0-9-1 0,-1-1 0 0,-21-12 0 0,0-22 0 0,-12 10 0 0,-12 2 1 0,0-1-1 0,-9 34 4 0,-25 11 3 0,24 12-5 0,-25 35-1 0,36-11-1 0,-11 20-1 0,22 1-1 0,22 2 0 0,1-2 1 0,12 12-1 0,-2-11 1 0,-21-23 0 0,21 34 0 0,-33-24 0 0,0 1 3 0,-22-22 0 0,-1 11-1 0,-10-1-1 0,-2-10-2 0,0-1-9 0,13-11-20 0,11 0-48 0</inkml:trace>
  <inkml:trace contextRef="#ctx0" brushRef="#br0">27453 13983 89 0,'-12'-23'18'0,"1"23"-15"0,11 0-1 0,0 23 7 0,11 0-6 0,1 22-1 0,-2-10-2 0,-10-1 0 0,12-11 0 0,-1-1 1 0,-11-11-1 0,12 0-1 0,-1-11 2 0,13 0-1 0,-14-11 1 0,36-11 0 0,-34-12-1 0,9 10 1 0,15-9-1 0,-25-2 1 0,0 13-1 0,0 10 2 0,-11 1 3 0,11 11 4 0,-22 11-7 0,11 23 1 0,0-11-2 0,0 12-1 0,0-14 0 0,11 3 0 0,-11-1-1 0,23-12 1 0,0 0 0 0,-12-11 0 0,24 0-1 0,-1 0 1 0,11 0 0 0,-11-11 0 0,1-11 0 0,-1 10 0 0,0-23 1 0,-22 13-1 0,10-12 1 0,-11 11-1 0,-11 0 1 0,0 0 0 0,-11 12 1 0,-11-1-1 0,-1 12 0 0,0 0 0 0,0 12-1 0,12 22 0 0,-12-11-1 0,23 11 1 0,0 1 0 0,0-14 0 0,11 3 0 0,23 10-1 0,-12-23 1 0,14-11 1 0,-3 0-1 0,1-22 0 0,-11 11 0 0,0-12 0 0,45-34 1 0,-57 22 0 0,1 13-1 0,0-1 0 0,-12 23 1 0,11 0-1 0,-11 0 0 0,23 0 1 0,-1 23-1 0,-10-1 0 0,-1 1 0 0,12 12 0 0,-13-25 0 0,-10 1 1 0,0 2 1 0,-10-2 1 0,-13 1 0 0,-11-12-1 0,0 0-1 0,11 0-1 0,0 0 1 0,1 0-1 0,22 0-1 0,0 0-2 0,11 0-5 0,0 0 7 0,12 0 0 0,12 0 1 0,-24 0 0 0,11 0 0 0,1 0 0 0,-23 0 0 0,0 0 15 0,0 0-12 0,-11 0-3 0,11 0 0 0,0 0-3 0,0 0 3 0,0 0 0 0,0 0 2 0,0 0 4 0,0 0-3 0,0 0-6 0,0 0 3 0,11 11 0 0,0-11-1 0,-11 0 1 0,22 0 1 0,-9-11-1 0,-2-1 1 0,12 1-1 0,-12-13 0 0,1 2 0 0,-2-1 1 0,2-11-1 0,-1-12 1 0,-11 1-1 0,0 22 1 0,-11 12-1 0,11-1 1 0,0 12 0 0,-12 0 0 0,12 0-2 0,0 23 1 0,0 12 1 0,0 10-1 0,0-22-1 0,12 11 2 0,11 0 0 0,-23-12-2 0,23 2 3 0,-23-13-2 0,11 1-1 0,0-12-1 0,1 11-9 0,-1-11-8 0,1-11-11 0,-1 11 1 0,1-36-62 0</inkml:trace>
  <inkml:trace contextRef="#ctx0" brushRef="#br0">28453 14028 54 0,'0'0'0'0,"-23"0"19"0,13-11-12 0,-2 11-1 0,24 0 4 0,10 0 2 0,1 0 0 0,22 0-4 0,1-11-1 0,0 11-1 0,-12 0 0 0,0 0-4 0,-23 0 1 0,0 11-1 0,-11-11 0 0,0 23-1 0,0-12 1 0,0 12-2 0,0-11 0 0,0-2-4 0,0 1-10 0,0 2-15 0,12-13-36 0,-12 0 28 0</inkml:trace>
  <inkml:trace contextRef="#ctx0" brushRef="#br0">28750 13846 83 0,'-12'-23'36'0,"-10"0"-30"0,10 23-4 0,12 0-4 0,12 0 1 0,-12 0-3 0,22 23-37 0,-10-11-29 0</inkml:trace>
  <inkml:trace contextRef="#ctx0" brushRef="#br0">28920 13983 106 0,'-11'-12'14'0,"-1"12"-9"0,12 0 8 0,-23 46 4 0,1 11-15 0,22-35-1 0,0 2-1 0,12-1 0 0,10-12 0 0,-11 0 0 0,24-11 0 0,-1-11 1 0,-11 0 0 0,0-1-1 0,-1-12 2 0,0 3 0 0,-22-2 0 0,-11 11 1 0,11 1-1 0,-23-1 1 0,1 1-1 0,-1 11-1 0,12 0-1 0,-1-11 1 0,12 11-3 0,12 0 0 0,-1 0 2 0,12 0 0 0,22-12 0 0,1 1 0 0,-12-1 0 0,-11 12 0 0,10-11 2 0,-9 22 2 0,-1 1-2 0,-13 11 0 0,2 11 0 0,-1-11 0 0,-11 10-2 0,0-9 1 0,0 10 0 0,0-34-1 0,12 11 2 0,-12-22 2 0,11 0-3 0,1-1 0 0,-2-12-1 0,14 3 1 0,10-14-1 0,-12 1 0 0,12 11 0 0,2 0 0 0,-3 12 0 0,0 11-1 0,-21 0 0 0,11 23 1 0,-11 11 1 0,-1 0 0 0,-11 11-1 0,12-10 0 0,-2-12 0 0,13-1 0 0,0-11 1 0,1-11 0 0,9 0 0 0,2 0 0 0,-2-22-1 0,2 0 0 0,-2-1 1 0,2-1-4 0,-1-9-11 0,-23 10-29 0,24-11-83 0</inkml:trace>
  <inkml:trace contextRef="#ctx0" brushRef="#br0">22026 11184 255 0</inkml:trace>
  <inkml:trace contextRef="#ctx0" brushRef="#br0">18168 7520 66 0,'-11'-11'9'0,"-34"11"8"0,22-12-8 0,23 24-4 0,0-12-4 0,0 11 0 0,12 36 3 0,-12-14-1 0,11 2-1 0,12-1-1 0,-11-11-1 0,-2 10 1 0,-10-21-1 0,0-1-2 0,0 1-7 0,0-12-10 0,-10 0-15 0,10 0-16 0</inkml:trace>
  <inkml:trace contextRef="#ctx0" brushRef="#br0">17999 7577 67 0,'0'-21'8'0,"0"8"-4"0,22 2-1 0,12-24 5 0,12 14-1 0,0-2-4 0,-13 11-3 0,14 2-2 0,-14-4-19 0,-10 14-44 0</inkml:trace>
  <inkml:trace contextRef="#ctx0" brushRef="#br0">18396 7680 32 0,'0'0'7'0,"0"12"-3"0,-11-1 5 0,11-11 9 0,0 0 3 0,0-11-14 0,0-1-1 0,0-11-1 0,0 1-1 0,0-13-2 0,0 2-1 0,11 9-1 0,1-10 2 0,11 12-2 0,11-1-3 0,-11 12-20 0,0 11-25 0,-13 0 15 0</inkml:trace>
  <inkml:trace contextRef="#ctx0" brushRef="#br0">18681 7509 69 0,'0'-12'8'0,"-23"2"5"0,12-1-3 0,-1-1 4 0,12 12-8 0,-11 0-3 0,11 0-1 0,-12 12-1 0,12 21-1 0,-11 1-1 0,11-10 1 0,0 9 1 0,11 2-1 0,-11-25 0 0,12-10 0 0,-12 12-1 0,11-24 1 0,-11 2 0 0,12-25 0 0,-1 12 1 0,0-22-1 0,-11 10 1 0,0-9 0 0,12 22-1 0,-12 8 0 0,0 4 0 0,0 10 0 0,11 0 0 0,1 24 1 0,-12-2-1 0,11 1 0 0,1-2 0 0,-2 2-1 0,2 0-1 0,-1-10-6 0,1-2-11 0,-12-1-7 0,0-10 2 0,0 0 9 0,0-10 2 0,11-1 7 0,-11-13 6 0,0 1 7 0,0 1 5 0,0-1 3 0,12 12-1 0,-12-11-1 0,12 8-1 0,-2 14-4 0,2 0-3 0,-12 0 0 0,11 24-1 0,-11-1-2 0,12 0-1 0,-12-13 0 0,11 2-1 0,-11-1 0 0,0-11 0 0,0 12 1 0,12-12 0 0,-12-12 2 0,0 1-1 0,10-11-1 0,1-1-1 0,-11 12 1 0,12-25-1 0,0 26 1 0,-12-1 2 0,12 11 0 0,-12 0-1 0,0 0-1 0,0 0 0 0,0 11-1 0,11-1 0 0,-11 4 0 0,11-4 0 0,0 13-8 0,-11-23-16 0,46 0-26 0,-24-23 25 0,1-1 6 0,0 14 18 0,-11-24 12 0,10 12 14 0,-22-1-1 0,0-1-2 0,-11 13-3 0,0-1-3 0,-12 12-4 0,0 0-6 0,-11 12 1 0,11-1-6 0,-11 13 0 0,34-13-1 0,0 11-1 0,22-10 0 0,13-1-1 0,-1 1 1 0,-23-1 0 0,35-1 0 0,-12 4 0 0,-23-4 1 0,1 2-1 0,-12-1 2 0,0 1 2 0,-23-12 1 0,-11 11-2 0,0-11 0 0,-1 0-1 0,13 0 0 0,-1 0-1 0,23 0-2 0,-12 0-9 0,35-23-7 0,11 12-1 0,-11-11 7 0,57-25-4 0,-35 14 12 0,1-2 3 0,-13-10 5 0,-21 10 7 0,-12 2 4 0,0-2 1 0,-12 12-2 0,-10 1-2 0,11 10-2 0,-12 12-4 0,12 0-4 0,-1 22 0 0,12 1-2 0,0 24 0 0,12-2 0 0,-1 11 0 0,12-9-1 0,10-2 1 0,-21 0 1 0,-12-10-1 0,12-24 1 0,-24-1 5 0,0-10 1 0,-32-21-2 0,32-2-4 0,1-13-1 0,11-8-6 0,11 10-5 0,23 11-8 0,0 11-15 0,-10 12-15 0,-2 12-7 0</inkml:trace>
  <inkml:trace contextRef="#ctx0" brushRef="#br0">18715 7986 85 0,'-23'0'8'0,"-34"12"3"0,34-1-2 0,23-11 5 0,12-23-8 0,33 2-2 0,23-24 2 0,24-2 0 0,22-9 3 0,147-58 10 0,-147 68-11 0,-57 34-4 0,-34 2-2 0,-23 10 1 0,-35 0-7 0,1 10-11 0,-91 37-123 0</inkml:trace>
  <inkml:trace contextRef="#ctx0" brushRef="#br0">6178 2799 19 0,'0'0'4'0,"-11"-11"10"0,11 11-11 0,0-11 2 0,0 11 2 0,0 0 1 0,0-13 0 0,0 13-2 0,11-10 0 0,-11 10-3 0,0 0-1 0,11 0-1 0,0 0 0 0,-11 0 0 0,23 0 0 0,0-12 0 0,11 12 0 0,0-11-1 0,0-1 3 0,1 12 0 0,10-11 0 0,0 1 0 0,1-2-2 0,10 1 0 0,2 11 0 0,-1 0-1 0,0-12 1 0,-1 12-2 0,2 0 2 0,-2 0-1 0,-11 0 0 0,12-11 1 0,1 11-1 0,-13 0 0 0,23 0 1 0,-57 0-1 0,13 11 0 0,-24-11 1 0,11 0-1 0,-11 0 1 0,0 12 1 0,-11-12-2 0,11 0 2 0,-11 0-2 0,11 11 1 0,0-11-1 0,-13 0 1 0,13 12-1 0,0-12 1 0,0 0 6 0,0-12-7 0,0 12 0 0,13 0 0 0,-13 0-4 0,-24 12-29 0,13-2-46 0</inkml:trace>
  <inkml:trace contextRef="#ctx0" brushRef="#br0">6849 2754 50 0,'0'-12'4'0,"0"12"0"0,12 0-3 0,-1 0 0 0,12 0-1 0,11 12 0 0,-1-12 0 0,13 10 1 0,0-10-1 0,11 0 3 0,11 0 1 0,0 0-1 0,0 0 0 0,23 0 0 0,1 0 0 0,10-10 1 0,12 10 0 0,11-12-1 0,1 1 1 0,10-1-2 0,12 1-1 0,56 1 0 0,-56-2-1 0,0 1 2 0,0 11-1 0,0 0-1 0,0 0 2 0,10 0-1 0,2 0 0 0,-1-12-1 0,24 12 0 0,-13 0 0 0,160 12 1 0,-216-12-1 0,113 0 1 0,-67 11 0 0,10-11 0 0,1 0-1 0,171 0 0 0,-183 0-1 0,11 0 1 0,-10 0 0 0,-1-11 0 0,0 11 0 0,1 0 0 0,-12 0 2 0,10 0-1 0,-10 0 0 0,11 0-1 0,1 0 0 0,-12 11 1 0,11-11-1 0,-11 0-1 0,10-11 0 0,-20 11 1 0,-13-12 0 0,0 12-1 0,-11-11 2 0,0-13 3 0,-12 14 4 0,-11-2 1 0,-12 12-3 0,-10-11-2 0,-12 22-2 0,-1 11-1 0,-10 13-1 0,0 21-16 0,-13 2-58 0</inkml:trace>
  <inkml:trace contextRef="#ctx0" brushRef="#br0">6303 2844 31 0,'-12'-10'25'0,"1"-2"-11"0,-11 1-9 0,10 22-4 0,0 1 1 0,1 33 1 0,-23 68 4 0,23 1 1 0,-12 23-4 0,-1 11 0 0,-9 22 0 0,22 13-2 0,-24-13 2 0,35-11-3 0,0-45 3 0,46-45 7 0,23-24-1 0,33-34-6 0,23-11-4 0,46-23-5 0,34-22-35 0,-138 23-10 0</inkml:trace>
  <inkml:trace contextRef="#ctx0" brushRef="#br0">14745 2686 33 0,'0'-11'15'0,"11"-25"2"0,1 3-8 0,-12 10-3 0,0-10-4 0,10 9-1 0,-10 1 0 0,12 0-1 0,-12 13 0 0,0-13 0 0,0 11 0 0,-12 1 0 0,-10 11 0 0,-24 0 1 0,1 0-1 0,-24 11 0 0,-10 12 1 0,-24-1-1 0,1-10 1 0,-12-1-1 0,-11 1 1 0,-11-1 0 0,-12 1 1 0,-12-12-1 0,1 12-2 0,-11-2 2 0,-1-10 0 0,-10 12-1 0,-14-12 0 0,2 0 0 0,-23 11 2 0,-11-11-2 0,-12 12 1 0,0-12 0 0,-12 11 0 0,1 1-2 0,-12-2 0 0,12-10 1 0,-1 11 0 0,2-11 0 0,-12 13 1 0,-2-13-1 0,2 11-2 0,-13-11 4 0,13 12-1 0,10-1 3 0,2 1-3 0,9-2 0 0,13 1 2 0,22 1-2 0,0-12-1 0,23 0 1 0,0 0 0 0,23 0 0 0,0 11 0 0,-1-11 1 0,12 0 0 0,23 12 0 0,11-2 1 0,12 3-2 0,11-2 0 0,11 0 0 0,12-11-1 0,12 0 0 0,-1 0 0 0,11 0 0 0,0 0 1 0,0 0-1 0,24-11 2 0,11 11-2 0,-1 0 0 0,1 0 0 0,11 0 0 0,0 0 1 0,0 34 3 0,-12 11 0 0,12 70-1 0,0-2-2 0,0 12 0 0,-11 11-1 0,0-11 1 0,11-22-1 0,0-23 1 0,11-47 1 0,12 25 1 0,0-24 4 0,33-34 1 0,24 11-3 0,23-22-3 0,22-1-6 0,-22 2-42 0,-81 10-29 0</inkml:trace>
  <inkml:trace contextRef="#ctx0" brushRef="#br0">16611 2867 29 0,'0'12'6'0,"0"-12"-3"0,10 0 8 0,-10 0-2 0,0 0-6 0,23 0 5 0,-11-12 0 0,11-11 0 0,-1 13 1 0,1-13-2 0,10-11 1 0,2-1 0 0,-12 1-4 0,11-11-2 0,-11-12-1 0,12-11 0 0,-13 0 0 0,1-2 1 0,-12 25 3 0,-11 12 0 0,0 10-1 0,0 11-1 0,-11-11-2 0,-1 23 0 0,1 0-1 0,-1 0 0 0,-10 0 0 0,-1 11 0 0,11 25 0 0,-11-3-1 0,13 13 2 0,-13 11-2 0,11-1 2 0,12 1 1 0,0 1-1 0,12-1 0 0,-1-13-2 0,11-9 2 0,-10-12 1 0,11 11 0 0,0-23 2 0,-11-11 0 0,10 0-1 0,1 0 0 0,-12 0-1 0,11-11 0 0,-10-1-2 0,23-10 1 0,-24 9 0 0,22-9-1 0,-21 11 0 0,-12-1-2 0,11 12-12 0,-11 0-29 0,-11 0-44 0</inkml:trace>
  <inkml:trace contextRef="#ctx0" brushRef="#br0">6895 3345 51 0,'0'-12'11'0,"-12"12"2"0,12-10 3 0,0 10-1 0,0 0-8 0,-11 22 1 0,11 13-1 0,0-2-1 0,0 13-1 0,0 11-2 0,0-12 0 0,0 2-2 0,11-14 1 0,-11-10 0 0,12 0-1 0,-12-13-1 0,0-10 0 0,0 0-9 0,-12 0-81 0</inkml:trace>
  <inkml:trace contextRef="#ctx0" brushRef="#br0">5098 2400 65 0,'0'0'7'0,"-12"-10"4"0,12-2 0 0,-11 12 6 0,-1-11-3 0,12 11-5 0,-12 0-4 0,0 23-2 0,1 11-1 0,1 34 1 0,-2 0-1 0,1 11 0 0,11-10 0 0,0-13-1 0,0 2 2 0,11 11 3 0,1-58-3 0,-12 1 2 0,0-2 1 0,10-10-1 0,13 0 0 0,12-10-2 0,-2-2 1 0,12 12-1 0,13-11-1 0,-13-1 2 0,12 12-2 0,-11-12 0 0,-1 12-2 0,-21-11 1 0,-13 11-1 0,1 0 0 0,-24 11-39 0,-23-11-89 0</inkml:trace>
  <inkml:trace contextRef="#ctx0" brushRef="#br0">6861 3539 14 0,'0'0'22'0,"0"-11"-4"0,0 11-4 0,-12-12-1 0,12 1 1 0,0-13 0 0,12-9-1 0,-1 10-2 0,0 11-2 0,12-21-3 0,0 9-2 0,-1 13-1 0,2-1-1 0,9 2-2 0,1 10 0 0,1 0 1 0,-13 22-1 0,1 1-1 0,0 12 1 0,-1-13 1 0,-22 24-1 0,12-1 1 0,-12 12 0 0,-12-11 0 0,-10-1 0 0,-1-12 0 0,-12 3 2 0,-10-14 0 0,-35-10 13 0,35-24-8 0,11-23-3 0,0 2-3 0,11-13-1 0,23 0-5 0,0-21-34 0,23 20-73 0</inkml:trace>
  <inkml:trace contextRef="#ctx0" brushRef="#br0">29853 8056 4 0,'0'0'0'0,"0"0"7"0,0 10 12 0,-12-10-4 0,12 0-4 0,0 0 9 0,12 0-3 0,-12 0-11 0,23-21 5 0,-13-3-7 0,14 12-1 0,-13-21 0 0,24-1 0 0,-13-12-1 0,1-10-3 0,0 10 2 0,-11-11 0 0,-2 23 0 0,2 0 4 0,-12-12 1 0,0 12-3 0,0 12-2 0,-12 22-3 0,2 0 3 0,-14 22 0 0,1 1 0 0,12 10 0 0,-11 2-1 0,10 10 0 0,1 1 0 0,-1 11 1 0,1-12-1 0,11 2 0 0,0-2 1 0,11-12 0 0,1-10 2 0,11 1-1 0,-1-24 0 0,1 11-3 0,0-11 2 0,-11-11-1 0,21 11-13 0,-21-24-16 0,11 24-3 0,-13-23-32 0</inkml:trace>
  <inkml:trace contextRef="#ctx0" brushRef="#br0">30250 7896 98 0,'0'0'7'0,"0"0"-6"0,12 0 7 0,0-12 1 0,11 12 0 0,10 0-2 0,13 0-3 0,-12 0-3 0,12 0 0 0,-13 0 0 0,3 0-2 0,-13 0-1 0,-13 0-6 0,1-11-13 0,-11 11-12 0,0-11-30 0</inkml:trace>
  <inkml:trace contextRef="#ctx0" brushRef="#br0">30456 7703 56 0,'0'0'8'0,"0"0"0"0,0 0 1 0,0 0 0 0,-11 22 5 0,11 1-7 0,-12 11-2 0,12 1-1 0,-11-2-2 0,11 13 0 0,0-12-1 0,0-11-1 0,11 0 1 0,-11-1-1 0,12-11-1 0,-12 1-5 0,0 0-4 0,11-12-12 0</inkml:trace>
  <inkml:trace contextRef="#ctx0" brushRef="#br0">30774 7725 79 0,'0'0'0'0,"0"12"26"0,0-1-17 0,0 12 0 0,0 11 0 0,0 11-4 0,0-11-2 0,0 12-2 0,0-11 0 0,12-2-1 0,-12 2 0 0,0-12-7 0,0-13-20 0,0 2-64 0</inkml:trace>
  <inkml:trace contextRef="#ctx0" brushRef="#br0">30149 6861 58 0,'0'0'8'0,"0"0"-2"0,0-12-3 0,0-10 5 0,12-13 2 0,-1 2-3 0,1-2-2 0,9-10-2 0,-9 0 0 0,-1-2 2 0,-11 2 1 0,0 1-1 0,0 21 0 0,0-1-3 0,0 13-2 0,-11 11 1 0,-1 0 0 0,1 35 0 0,1-2 0 0,10 13-1 0,-12 22 1 0,12 0 0 0,0 1 0 0,12-1-1 0,-12-11 1 0,21 11-1 0,-9-23 1 0,-1 1-1 0,1-12 0 0,-2-22 2 0,2-1 0 0,-12 0-1 0,0-22-1 0,0-12-1 0,12-11 0 0,-12 0-1 0,0-11 1 0,0-2 1 0,-12 14 0 0,0-12 0 0,2 21 0 0,-2 13 0 0,-11-1 0 0,12 12 0 0,1 0 0 0,-2 0 0 0,24 0 0 0,-2 0 1 0,24-11-1 0,-12 11 0 0,2 0-1 0,22-11 1 0,-13 11 1 0,-10 0-1 0,1 0 2 0,-24 11-1 0,10 12 0 0,-10-12 0 0,0 13 0 0,0-14-1 0,0 2 3 0,0-12 1 0,0 0-4 0,12-12 1 0,-12 2-2 0,23-2 1 0,0-11-1 0,-2 11 1 0,3 1 0 0,-1 0-1 0,-1 11 1 0,-11 0 0 0,1 0 0 0,-12 11 0 0,11 12 0 0,1 0 0 0,-12-11 0 0,24-2-1 0,-14-10 2 0,24 0 1 0,-22-10-2 0,21 10 0 0,-21-12 0 0,-1-11 1 0,1 23-1 0,-12-12 1 0,0 1 0 0,-23 0 0 0,11 0-4 0,-11-1 4 0,1 12 0 0,-1 0-1 0,12 0 0 0,1 0-1 0,10 0 1 0,0 0-2 0,21-11 5 0,2 11-3 0,11 0-1 0,0-12 1 0,-10 12 0 0,-2 0 0 0,12 0 0 0,-12 12-1 0,-11-1 2 0,13 23 1 0,-24-11-1 0,0 0 0 0,0-11 0 0,0 10 0 0,0-11 1 0,0-11 0 0,12 0 0 0,-12 0-1 0,11-11-1 0,-11-1 0 0,12 2 1 0,9-14-1 0,-9 1 0 0,11 1 1 0,-13 11-1 0,14-12-1 0,-13 23 1 0,1-12-1 0,-12 12 0 0,11 12 1 0,-11 11 0 0,12-1 0 0,-12 12 1 0,10-10-1 0,2-2 0 0,-12 1 0 0,11-12 1 0,-11-11 0 0,12 0 0 0,0 0-1 0,11-11 0 0,-13-12 0 0,2 1 0 0,11-2 0 0,-12 1 1 0,1 1-2 0,-12 11 0 0,10-1 1 0,1 12-2 0,-11 0 2 0,13 23 0 0,10 22 0 0,-12-21 1 0,22 9-1 0,-10-21 1 0,23-1-1 0,-12-11 0 0,11 0-5 0,2-23-17 0,-14 0-63 0,-21 23 37 0</inkml:trace>
  <inkml:trace contextRef="#ctx0" brushRef="#br0">16611 5621 28 0,'0'0'0'0,"-23"-12"22"0,11 1-9 0,12-12-4 0,0 13 1 0,0-25-2 0,12 0 2 0,-1 2-2 0,23-12-1 0,-11-13-3 0,12 13 1 0,-2-2-1 0,0 14-1 0,-9 21 0 0,-13 1-2 0,1 11-1 0,-1 11 0 0,1 24-1 0,10-1 3 0,-22 12-2 0,0 10 1 0,0-10-1 0,11-12 1 0,-11 12-1 0,0-12 0 0,12-12 1 0,-12 1-1 0,-12 0-1 0,12-13-5 0,-11 3-15 0,-1-2-24 0,-10-11-13 0</inkml:trace>
  <inkml:trace contextRef="#ctx0" brushRef="#br0">16611 5506 60 0,'0'-11'15'0,"10"-11"-6"0,13 22-7 0,24-11 2 0,-3-1-1 0,13 12-2 0,0-11 0 0,1 22-13 0,-25 1-41 0,-21-1 28 0</inkml:trace>
  <inkml:trace contextRef="#ctx0" brushRef="#br0">17065 5631 44 0,'0'-22'9'0,"-10"11"1"0,10-12-2 0,0-10 0 0,0-14 5 0,0 2-3 0,0 12-3 0,0 9-3 0,10-10 0 0,1 0 1 0,1 23-4 0,-12-1-1 0,11 12 0 0,11 12 0 0,-22 11 0 0,24 10 0 0,-1-10 0 0,-12 11 0 0,11 1 0 0,-10-2 0 0,11-9 0 0,-11 10 0 0,-1-12 0 0,1-11 0 0,-2 1 1 0,-10-12 1 0,0-12 1 0,12-9 2 0,-12-14 2 0,0-10-1 0,-12-1-2 0,12 0-2 0,0 0 0 0,-10 1-1 0,10 10 0 0,0 2 0 0,0 21 0 0,0 1-1 0,0 34-27 0,10 0-1 0,2 22-25 0,-12-33 17 0</inkml:trace>
  <inkml:trace contextRef="#ctx0" brushRef="#br0">17499 5621 48 0,'0'0'0'0,"-12"-12"20"0,12 12-9 0,0-23 0 0,0 12-2 0,0-22-3 0,-12-3 0 0,12 3 1 0,0-13 0 0,0 12-1 0,0-12-2 0,0 1-1 0,0 22 0 0,0 11-2 0,12 12 0 0,-12 0-1 0,12 12-1 0,-2 23 2 0,13-2-1 0,0 2 0 0,-13 10-1 0,25 1 1 0,-12-13 0 0,11 3 0 0,0-13 0 0,-12-13 1 0,2-10-1 0,-1 0 1 0,-12-10 0 0,1-13 3 0,9-24 1 0,-21 2 0 0,12-12 0 0,-24 1-2 0,12-2-2 0,-11 1 1 0,11 13 1 0,-10 20-3 0,10 24-3 0,0 0-20 0,0 24-86 0</inkml:trace>
  <inkml:trace contextRef="#ctx0" brushRef="#br0">16679 3141 38 0,'-11'0'5'0,"11"-12"6"0,0 12-3 0,0 0 25 0,11 0-20 0,23-11-3 0,0-1-1 0,34-10-3 0,12-12 1 0,22 0 0 0,-23 0-1 0,13-1 1 0,21 2-2 0,13-14-1 0,-13 14-2 0,-21 10 0 0,-1 0-2 0,-81 23-2 0,-20 0-9 0,-13 23-25 0,-34 0-77 0</inkml:trace>
  <inkml:trace contextRef="#ctx0" brushRef="#br0">30114 8476 33 0,'11'0'12'0,"-11"0"-10"0,24-11 2 0,-1 11 3 0,22-12 3 0,0 1 4 0,1 0-5 0,-12 0-5 0,57 0 6 0,24-25 2 0,-2 15-4 0,23-2-4 0,-21 0-3 0,-2 1-1 0,-22 10 1 0,-23 0 0 0,-22 1 0 0,-35 11-3 0,-11 0-10 0,0 0 12 0,-11 11-2 0</inkml:trace>
  <inkml:trace contextRef="#ctx0" brushRef="#br0">30433 7942 36 0,'0'0'6'0,"0"0"0"0,12 0 2 0,-12 11 6 0,0-11 1 0,0 23 2 0,-23-13-8 0,11 2 0 0,2-1 0 0,-14-11-1 0,13 0-3 0,-1-11-1 0,1-1 0 0,11-9-3 0,0-2-1 0,11 1 1 0,1-2-1 0,33 1 0 0,1 12-1 0,-1-1 0 0,12 2 0 0,-11-2 1 0,-1 12 1 0,-10 12 0 0,-13-2-1 0,-11 13-1 0,-11 0 1 0,-11 1 2 0,-11-14 0 0,-1 2 0 0,-24-1 2 0,14-11-2 0,-12 0 0 0,-2 0 1 0,14-11-1 0,-1-1 0 0,12 2-1 0,10-14 0 0,0 1-1 0,12 0 0 0,12 1 0 0,22-1 0 0,0 0-1 0,23 12 0 0,-1 11 1 0,13 0 1 0,-13 0-1 0,-21 23-1 0,0 0 1 0,-13 0 0 0,-22 10 1 0,0-10-1 0,-12 1-2 0,-22-2 2 0,11-11 1 0,0-11 0 0,-57 12 3 0,-45-12-1 0,69-23-2 0,23 11 0 0,-2-10 0 0,12-24-1 0,34 12 0 0,36 0 0 0,-2 22-2 0,11-10 1 0,-9 10 2 0,54 12 0 0,-33 0-1 0,-11 23-1 0,1-12 1 0,-37 24 0 0,-8-24 0 0,-2 11 1 0,-35 12-1 0,3-22 0 0,-25 12-1 0,-11-2 2 0,0-22 2 0,-1 11-1 0,2-11-1 0,11-11 1 0,10-1-1 0,2 2-1 0,33-2 1 0,0-12-2 0,23 2 1 0,10 10-2 0,24-10 2 0,-1 11 1 0,-9 11 0 0,32 0-1 0,-22 0-1 0,-22 23 1 0,-25-1 0 0,1 12 0 0,-22 0 1 0,-22-11-2 0,-12 0 0 0,-2-1 3 0,-9-11 1 0,9-11-1 0,2 12-1 0,12-24 0 0,10 1 1 0,-1-1-2 0,24-9 0 0,12-2 0 0,23 1-2 0,-2 10 2 0,26 0 1 0,-15 0 0 0,13 1 0 0,-22 11-1 0,-13 11 0 0,-11 1 1 0,1 12 1 0,-24-2 0 0,1 1-2 0,-23-12-1 0,11-1 2 0,11 2-1 0,-11-12 1 0,1 0-3 0,22 0-6 0,0 0-13 0,12-12-38 0,-2 12-7 0</inkml:trace>
  <inkml:trace contextRef="#ctx0" brushRef="#br0">20808 6917 26 0,'0'-10'14'0,"0"-25"-2"0,0 2-3 0,0-2 5 0,-12 1-3 0,12 0-4 0,-33 11-3 0,10 0 1 0,-11 23-1 0,0 0-1 0,12 12-2 0,10-12 0 0,-22 34 0 0,10 11 0 0,14 1 0 0,-2-1-1 0,12 0 0 0,22-22 0 0,2 1 1 0,10-13-1 0,11-11 2 0,2 0-1 0,-3-23-1 0,1-1 1 0,-21 3 0 0,-13-14 0 0,11-22 1 0,-22 34-1 0,0 12 2 0,0-11 2 0,-10 22-2 0,10 0-1 0,-12 22-1 0,1 1 0 0,-1 22 2 0,0-10-1 0,1 45 4 0,-1-13-5 0,12-9 0 0,0 56-1 0,0-46 0 0,0-11 0 0,12-24 1 0,-1-10-2 0,1-11 2 0,-12-12 0 0,0 0 1 0,0-23 0 0,0-11-1 0,0-12 0 0,0-11-1 0,-12 12 3 0,-11-1 2 0,13 24-1 0,10-1-1 0,0 23-2 0,0-11 1 0,10-1-2 0,13 12 0 0,1 0 0 0,21 0-8 0,1 0-24 0,-1 0-85 0</inkml:trace>
  <inkml:trace contextRef="#ctx0" brushRef="#br0">16224 3869 9 0,'0'0'7'0,"0"-23"13"0,0 12 0 0,0-1-2 0,0 12-5 0,0 0 2 0,0 23-9 0,0 0 0 0,-12 22-3 0,12 1 0 0,0 11 0 0,12-1-1 0,-12-9 0 0,0-3-1 0,11 2 0 0,-11-12 0 0,12-12 0 0,-12-10 0 0,0-1 0 0,0 1 0 0,0-12-1 0,-12 0 1 0,12 0-4 0,-11-12-10 0,11 1-13 0,-12-11-20 0,12 10 2 0</inkml:trace>
  <inkml:trace contextRef="#ctx0" brushRef="#br0">16383 3972 44 0,'0'0'9'0,"10"-12"-2"0,2 0-2 0,0 12 9 0,0-11-2 0,-12 11 0 0,0 11 13 0,-12-11-23 0,0 12-1 0,-22 11-1 0,12-1 1 0,0-10-1 0,-13 22 1 0,12-24-1 0,1 14-1 0,10-12 2 0,1-1-1 0,11 1 2 0,11-2 1 0,-11 2 0 0,34-1 2 0,-23-11-4 0,24 11 2 0,10 1-1 0,0-12 1 0,13 11-1 0,-25-11 1 0,14 0 1 0,-25 11-2 0,-11-11 2 0,1 0-2 0,-12 0 0 0,0 0 0 0,-12 12-1 0,12-12-1 0,-23 0-14 0,-11 12-37 0,34-12-20 0</inkml:trace>
  <inkml:trace contextRef="#ctx0" brushRef="#br0">20138 3220 29 0,'0'-23'21'0,"-23"1"6"0,23 11-12 0,-12-1-7 0,24 12 3 0,-1 23-2 0,1-1-1 0,21 24-2 0,-21-1-3 0,21 0-1 0,-9-10-1 0,-1 10 0 0,-12-22 0 0,1 12-1 0,-2-25 1 0,2 2-1 0,-12 0 0 0,0-12 0 0,0-12-24 0,0 0-14 0,-12-21-36 0</inkml:trace>
  <inkml:trace contextRef="#ctx0" brushRef="#br0">20580 3061 76 0,'0'-11'13'0,"-10"11"-4"0,10 34-4 0,-23 0 7 0,0 12-3 0,-22 21-2 0,-2 2-1 0,14-1-2 0,-12 0-1 0,21-11 0 0,2-34-2 0,22 0 1 0,-12-11 0 0,12-12-2 0,0 0-27 0,12-12-64 0</inkml:trace>
  <inkml:trace contextRef="#ctx0" brushRef="#br0">24130 7896 69 0,'-11'-46'12'0,"-1"36"-3"0,12-2-2 0,0 12 2 0,0 0-3 0,12 34-1 0,11 0-1 0,0 0-2 0,11 12-1 0,0-1 0 0,0-10-1 0,-12-2 1 0,2 2-1 0,-13-13 0 0,0 1-2 0,-11-23-5 0,12 12-6 0,-12-24-83 0</inkml:trace>
  <inkml:trace contextRef="#ctx0" brushRef="#br0">24494 7782 71 0,'0'0'7'0,"-11"23"-3"0,-11 22-2 0,-1 13 2 0,-12-13 5 0,1 11 1 0,0 1-4 0,1 1-3 0,9-13-2 0,1 0-1 0,12-22-3 0,0 0-20 0,22-11-36 0</inkml:trace>
  <inkml:trace contextRef="#ctx0" brushRef="#br0">25143 8284 32 0,'0'0'3'0,"0"0"2"0,0 0 1 0,23 0 2 0,-12 10 4 0,23 2-3 0,0 11-2 0,23-12-3 0,23 1-1 0,11-2 0 0,22 1 0 0,2-11 0 0,9 13-2 0,126-13 0 0,-136-13-1 0,11-8 0 0,-10 9 0 0,9-11 1 0,-10-10-1 0,0-2 0 0,-12-10 1 0,-32 10-1 0,-26-10 2 0,-22 10 5 0,-10 12 2 0,0-10 1 0,-12-2-2 0,-12 13-2 0,0-12-1 0,2 12-1 0,-13-2 0 0,11 1-1 0,1 0 0 0,1 23-1 0,-2-22 1 0,12 22-1 0,0 0-2 0,0 0 1 0,12 0-1 0,-12 0 0 0,0 0 0 0,0 12 1 0,0-24 7 0,0 1-7 0,10-24 0 0,-10 13-1 0,11 10 0 0,1-11 1 0,-12 23-1 0,11 0 1 0,-22 0 0 0,11 12 1 0,-12-1 0 0,1 12-1 0,11-12 0 0,-10 1 0 0,20-1-1 0,13-11-3 0,10 0-15 0,-9-11-42 0,-13 11-11 0</inkml:trace>
  <inkml:trace contextRef="#ctx0" brushRef="#br0">22571 8181 1 0,'0'0'0'0,"0"23"10"0,-11 10 5 0,11-21 1 0,0 11 1 0,-10-11-1 0,10-12 1 0,0 0 9 0,0-12-21 0,10-23 1 0,-10-10 1 0,0-1-2 0,0-11 1 0,0 1-1 0,-10-12-1 0,-13-13-1 0,11-9 0 0,-12 21 0 0,24 13 2 0,-11 32 1 0,11 24-1 0,0-10-3 0,0 20-1 0,35 14 1 0,0 10 0 0,9 11-1 0,13 1 0 0,-12-12-1 0,2 11 1 0,9 2-1 0,-33-25 0 0,10 22 0 0,-20-32-2 0,10 11-9 0,-12-11-14 0,-11 0-11 0,0-12-22 0,0 0 14 0</inkml:trace>
  <inkml:trace contextRef="#ctx0" brushRef="#br0">22550 8033 106 0,'-12'-12'4'0,"1"12"-4"0,11-23-1 0,11 1 2 0,11-12 0 0,24 0-1 0,-12 10 0 0,22-10-9 0,2 12-19 0,-1-12-8 0,0 0 5 0</inkml:trace>
  <inkml:trace contextRef="#ctx0" brushRef="#br0">22970 7680 7 0,'12'-23'20'0,"10"1"7"0,-22-1-4 0,11-12-4 0,-11 25-4 0,0-1 0 0,-11-2-2 0,11 2-2 0,-12-1-2 0,-10 12-3 0,10 12-2 0,-22 12-1 0,12 20 0 0,-12 1 0 0,10 2-1 0,2-2 0 0,22-11-2 0,0-11 0 0,12-12 0 0,9 1 0 0,15-12-1 0,-3-23 2 0,13-11-1 0,-12-1-1 0,-11-10 0 0,0-12 1 0,-23 1-1 0,0-14 0 0,-23-10 0 0,-22-9-1 0,-2-3 2 0,-9 12 1 0,11 24-1 0,22 33 2 0,11 11 1 0,1 0 0 0,-1 24-2 0,12 12 0 0,12 32 0 0,11 2-1 0,0 10 1 0,22 0-2 0,0 0 1 0,1-11 0 0,11-12-7 0,-12-11-12 0,1-10-15 0,-1-14-8 0,0-10-34 0</inkml:trace>
  <inkml:trace contextRef="#ctx0" brushRef="#br0">23266 7248 67 0,'-34'-12'17'0,"0"-11"0"0,22 23-1 0,-11 0 1 0,0 35-6 0,1-2-3 0,-1 25-4 0,23-13-2 0,-12 12-1 0,36-11-1 0,-1-24-1 0,-1-11 1 0,-11-11 1 0,34-33 0 0,-21 10-1 0,-1-34 2 0,-12-22-1 0,-11 32 0 0,0 2 0 0,-11 22 0 0,11 1 3 0,-12 10-2 0,1 1 4 0,11 11-4 0,0 0-2 0,0 23 0 0,0-11 0 0,23 10 1 0,-12-11-2 0,11 1 1 0,-11-12 0 0,24 0-1 0,-13 0 1 0,1 0 0 0,12 0-3 0,-2 0-4 0,-9-12-10 0,-1 12-5 0,-1-23-1 0,1 13-6 0,-12-14-2 0,-11 1 1 0,0-10 21 0,-11-1 15 0,-1 10 10 0,-11-10 6 0,1 12 1 0,-1 0-1 0,11 10-1 0,-10 1-4 0,22 11-8 0,0-12 2 0,0 12-8 0,11 23 3 0,0-1 0 0,13 12-3 0,9 12 0 0,2 10-2 0,10 2 0 0,-10-1 0 0,9-12-2 0,-8-10 1 0,-25-12 0 0,-11-1-2 0,0-11-1 0,0 1-4 0,-11-12-4 0,-13-23 0 0,-10-11 5 0,-11-1 2 0,10-10-2 0,-22-11 2 0,12-14 1 0,0 2 3 0,22 0 0 0,23 11 1 0,11 24 1 0,12-2 2 0,11 24 3 0,1-1 3 0,-2 12 0 0,-10 23-5 0,0 0-1 0,-12 22-1 0,-11-10-1 0,-11-1-1 0,-12 0 0 0,12-12-2 0,-12-10-9 0,1-12-18 0,10 0-21 0,12-24-22 0</inkml:trace>
  <inkml:trace contextRef="#ctx0" brushRef="#br0">23561 6508 81 0,'0'0'0'0,"-22"-22"26"0,-1 11-22 0,23-2 1 0,0 13 5 0,0 0 2 0,23 24-3 0,-1-2-4 0,13 34 0 0,-12-33-3 0,21 46 1 0,-21-23-2 0,1-12 0 0,-2-11-2 0,1 22 1 0,0-22-2 0,-12-1-7 0,-11-10-11 0,0-1-1 0,0-11-7 0,-23 0-20 0,12 0 20 0</inkml:trace>
  <inkml:trace contextRef="#ctx0" brushRef="#br0">23607 6804 32 0,'0'0'17'0,"-23"-12"-1"0,12 12-4 0,11 0 2 0,11 0 4 0,1-11-8 0,11 11-2 0,-12-11-3 0,22 0-3 0,-10-1 2 0,1-11-2 0,-2 1 1 0,12-13-1 0,0 2 0 0,1-1-1 0,-24-2 1 0,12 3 1 0,-23 10 2 0,11 1 1 0,-22-2 0 0,11 13 0 0,-23 0-2 0,23 11-2 0,-23 11-1 0,0 13 0 0,12 9-1 0,11 1 0 0,0 0 0 0,11 1 0 0,12-24 0 0,-11 1 0 0,22-2 0 0,-12-10 0 0,1-10 0 0,-12-13 1 0,12-1 0 0,-23-21-1 0,12 11 0 0,-1 12 0 0,1-13 0 0,-1 24 0 0,0-1 0 0,-11 12-1 0,12 0 1 0,10 12 0 0,-22-1 0 0,11 0 0 0,2 2 0 0,-13-13 1 0,0 0 4 0,0-24-4 0,11 1-1 0,-11 1 1 0,0-12-2 0,11 10-15 0,-11 14-4 0,22 10-44 0,-10 10-11 0</inkml:trace>
  <inkml:trace contextRef="#ctx0" brushRef="#br0">24096 6940 61 0,'0'-12'5'0,"11"-9"5"0,24-2 6 0,-24-12 6 0,23 25-2 0,-22-14-3 0,-12 36 8 0,-23 10-18 0,-11 36-3 0,-34 22-1 0,-35 44 1 0,23-32-2 0,-101 112-1 0,21-44 1 0,-22-2 1 0,12-10 4 0,22-23 2 0,12-22-2 0,21-12-1 0,35-34-2 0,24-22-1 0,44-25-3 0,12-10-1 0,0 0-1 0,23 0-8 0,-1 0-22 0,13-22-137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  <inkml:timestamp xml:id="ts0" timeString="2024-03-22T19:49:4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21505 9906 18 0,'0'0'5'0,"0"0"1"0,12 0 4 0,-24 0 4 0,12 0-1 0,0 0 33 0,0-12-37 0,12 0 0 0,-12-25 1 0,13-11 0 0,11 0 0 0,-12-37-2 0,37-23 1 0,-1-14 2 0,0-11-4 0,12 1-1 0,-11 35-3 0,-1 24-1 0,-12 25-1 0,-11 24 0 0,-13-1-1 0,0 25-3 0,-12 0-64 0,0 12-49 0</inkml:trace>
  <inkml:trace contextRef="#ctx0" brushRef="#br0">21469 8333 50 0,'0'-11'18'0,"-12"11"-8"0,12 0 7 0,0 0 2 0,-12-13-6 0,0 2-6 0,-12 11-4 0,-1-13-2 0,-11 13 0 0,-12 13-2 0,-2 11 1 0,15 12 0 0,11 13-1 0,12-13 0 0,0 12-1 0,36-24 0 0,0 1-1 0,11-25 3 0,15-12 0 0,-2-25 1 0,0 13 0 0,-24-12 0 0,-11-1 2 0,-1 1 0 0,-12 0 2 0,-12-1 1 0,-1 13 3 0,2 24-2 0,11 0 0 0,0 0-7 0,-13 37 1 0,13-2 1 0,13 14-1 0,-2 12 1 0,2-2-1 0,-13 15 0 0,12-2-1 0,0-11 1 0,-12-1-1 0,12-24 1 0,-12-12-1 0,0 1 0 0,0-13 0 0,-12-12-9 0,12 0-20 0,0-12-40 0,0 0-2 0</inkml:trace>
  <inkml:trace contextRef="#ctx0" brushRef="#br0">21637 8358 58 0,'0'0'0'0,"0"-12"13"0,0 12 0 0,0 0 16 0,0 12-17 0,0 37-4 0,13-13-4 0,-13 12-1 0,13 1-2 0,0-25-1 0,22 0 1 0,-24-12 0 0,26-12 1 0,-25 0 0 0,24-12 2 0,-11-24-2 0,-1 12 0 0,-12-25-1 0,0 13 1 0,-12 0-1 0,0-1-1 0,0 25 2 0,0 0 3 0,0 12 0 0,0 24-3 0,0 0-2 0,0 0 0 0,37 49 0 0,-13-49 0 0,0 1 0 0,13-1 0 0,-1-24 0 0,11 12 1 0,-10-24-1 0,-1 12 0 0,0-24 1 0,-11-1-1 0,-1-11 1 0,0 12 0 0,-11-61 1 0,-13 48-2 0,-13 13 0 0,1 13 0 0,-12 11 0 0,0 0 1 0,-25 24 0 0,13-13 1 0,12 26-1 0,24 0 0 0,0-1-1 0,0 0 0 0,36 0 1 0,0-11-1 0,13 11-1 0,-1-24-3 0,1-12-15 0,-13 12-22 0,12-24-24 0,-37 12 23 0</inkml:trace>
  <inkml:trace contextRef="#ctx0" brushRef="#br0">22509 8370 64 0,'-13'0'14'0,"13"-12"-9"0,0 24 2 0,0 0 5 0,13 13-7 0,-13 11-3 0,12 0 0 0,0 0 0 0,1-11 0 0,-13-1 2 0,11-12 3 0,-11-12 2 0,0-12 27 0,0-12-32 0,0-14-1 0,13-9-1 0,-1 23-2 0,0-13-1 0,-12 25-2 0,24-12-17 0,25 24-24 0,-37 0 25 0,0 12 8 0,12 0 7 0,-12 13 2 0,-12-14 2 0,25 2 4 0,-25-13 8 0,0 12 2 0,0 0-2 0,11 0-4 0,0 0-1 0,2-12-2 0,0 0 1 0,11-12-1 0,0 0 0 0,12-12 1 0,-12 0 0 0,12-1 2 0,1-11-1 0,-13 12 1 0,-12 0 2 0,-12-13-2 0,0 24-2 0,-12 13-1 0,12 0-3 0,-12 0-1 0,12 13-1 0,-12 24 0 0,12 47 0 0,0-35 0 0,12 22 0 0,0 15 0 0,-12-1-1 0,-12-1-1 0,0 1 2 0,0-25 0 0,-13-23 0 0,1-1 1 0,0-36 2 0,-13 0 0 0,26-24-1 0,-25-13-1 0,24-11 0 0,12-13-1 0,0 0 1 0,72-72-1 0,-24 74 0 0,37 9-1 0,0 15-6 0,-14 23-33 0,-8 0-108 0</inkml:trace>
  <inkml:trace contextRef="#ctx0" brushRef="#br0">25497 9592 43 0,'0'0'9'0,"-12"-12"4"0,12-12-8 0,24-14 8 0,0 3 4 0,97-99 21 0,-36 49-18 0,24-10-4 0,-26 10-6 0,2 12-3 0,-24 25-3 0,-24 12 0 0,-13 23-1 0,-24 1-1 0,12 12 0 0,-12-12-47 0,-12 12-46 0</inkml:trace>
  <inkml:trace contextRef="#ctx0" brushRef="#br0">26247 8139 49 0,'0'-24'11'0,"0"-11"4"0,0 11 7 0,0 12 4 0,0 12-7 0,0 0-14 0,0 24-4 0,0 23 2 0,0 14 0 0,0 11 0 0,0 13-2 0,0 0 0 0,0-24 0 0,0-12-2 0,0-13 2 0,0-24 0 0,12-12 4 0,-12 0 15 0,0-24-16 0,24-13-4 0,-11 1 1 0,9-12-1 0,17 11 0 0,-4 1 0 0,-11 11 0 0,0-10 1 0,0 22-2 0,-24 13 2 0,0 0-1 0,-24 13 0 0,0 11 1 0,0-13-2 0,13 26 1 0,-2-13 0 0,2 0 0 0,11 13-1 0,24-25 1 0,-2 23 0 0,15-22 0 0,11-13 0 0,13 13-2 0,12-26 2 0,-12 0 1 0,11-10 0 0,-12-1 0 0,-11-13-1 0,-25 1 1 0,-12 0 0 0,-12-1 1 0,-24 13-1 0,-1 0 1 0,-23 0-1 0,11 24 1 0,1 0-1 0,11 24-1 0,14 13 0 0,0-13 0 0,11 12 0 0,35 0 0 0,-9 1 0 0,20-13 0 0,15-12 0 0,0 0 1 0,-1-12-1 0,1-12 0 0,-13 0 0 0,-24-12 1 0,2-13-1 0,-15 1 2 0,-11 11-1 0,0 1 0 0,0 13 0 0,-11 11-1 0,11 0 0 0,0 0-1 0,22 24 1 0,3-13-1 0,-1 14 1 0,12-13 1 0,1-12-2 0,-1 12 1 0,-12-12 0 0,0 0 1 0,1-12-1 0,-25 0 2 0,24-13 0 0,-24 1-1 0,0 0 0 0,0 13 1 0,-12-2-1 0,12 0 1 0,0 13-2 0,0 0 0 0,0 0-1 0,0 37 1 0,0 0 1 0,0 11-2 0,12 13 1 0,0 23 0 0,-12 1 0 0,0 11-1 0,0-11-1 0,0-12 2 0,-12 0 0 0,0-25 1 0,-12-24-1 0,-13-12 3 0,1-1-1 0,-12-11 0 0,11-23-1 0,1-13 1 0,11-13-1 0,3-11-1 0,33-13 0 0,13-12 1 0,36 13 0 0,25 12-2 0,12 11 0 0,13 1-5 0,-15 36-25 0,2 0-129 0</inkml:trace>
  <inkml:trace contextRef="#ctx0" brushRef="#br0">24989 10886 24 0,'0'0'23'0,"0"-12"-1"0,0 12 5 0,0-13-8 0,0 13 8 0,0 0-18 0,12 13-2 0,12-13-1 0,1 0 1 0,11 0-2 0,24 0-2 0,0 0-2 0,1 0 0 0,24 12 1 0,0 0-1 0,22-12 0 0,-9 12 0 0,11-12 0 0,-12 0 0 0,-14 0 1 0,-9 0 0 0,-14 0 1 0,-24-12-2 0,-23 12 1 0,-1 0 1 0,-12 0 10 0,0 0-12 0,0 0-1 0,-12 0-2 0,-13 0-2 0,-23 0 1 0,-12 0 0 0,-12 0 1 0,-2 0 0 0,-22 0 2 0,-1 0 0 0,-12 0 1 0,0 0 0 0,0 0 1 0,0 12 0 0,25-12 1 0,12 0 0 0,11 0-1 0,24 0 1 0,25 0-2 0,12 0-1 0,0 12-1 0,25-12 0 0,-13 0 1 0,36 12 0 0,-12-12 0 0,13 0 1 0,23-12 0 0,1 12-1 0,12 0 0 0,-1-12 0 0,25 12 0 0,0 0 0 0,0 0 0 0,0-12 0 0,-13 12 0 0,-23 0-1 0,-1 0 1 0,-72 0 1 0,0 0 1 0,-24-12-2 0,-12 12-1 0,-24 0 1 0,-12 0 0 0,-2 0-2 0,-10 0 2 0,-98 12 0 0,98 0 0 0,-1-12 1 0,12 0-1 0,13 0 0 0,-1 0 0 0,37 12 0 0,-1-12 0 0,25 0 0 0,0 0-2 0,13 0 2 0,11 0 0 0,24 0 0 0,13 12 0 0,0-12 0 0,23 0 1 0,1 0-2 0,0 0 1 0,-13 0 0 0,-11 0-1 0,-25 0 1 0,-24 0 0 0,-24 0-6 0,0-12-15 0,-12 12-42 0,0 0-36 0</inkml:trace>
  <inkml:trace contextRef="#ctx0" brushRef="#br0">26464 10752 58 0,'0'0'19'0,"-12"-11"0"0,24-2-3 0,25-10 10 0,23-26-5 0,25 1-6 0,24-26-2 0,12 15-3 0,-12 10-6 0,-48 13-2 0,-2 0-2 0,-46 23 1 0,-13 13 0 0,0 0-3 0,0 0-9 0,-13 0-20 0,0 0-26 0,13 24-25 0</inkml:trace>
  <inkml:trace contextRef="#ctx0" brushRef="#br0">27505 10100 99 0,'-13'-36'17'0,"13"36"-13"0,0 0 9 0,-12 36 0 0,12 11-5 0,0 3-6 0,0-2 1 0,0 0-3 0,0-11-1 0,0-26-16 0,-12 2-94 0</inkml:trace>
  <inkml:trace contextRef="#ctx0" brushRef="#br0">27518 9736 50 0,'0'0'0'0,"-13"-24"5"0,13 24-8 0,24 13 0 0,-13 11-1 0,14 12-34 0</inkml:trace>
  <inkml:trace contextRef="#ctx0" brushRef="#br0">27710 10197 38 0,'0'11'13'0,"-12"26"2"0,12-13 4 0,-12 0 1 0,12-11-7 0,0-13-4 0,12 0 17 0,0-13-18 0,0-48-4 0,1 26-1 0,-2-15-2 0,26 26-1 0,-25 1 0 0,24-13-1 0,-12 36 1 0,1 0 1 0,0 12-1 0,-3 12 1 0,-9 12 0 0,-1-1 0 0,0 2-2 0,-12 0 0 0,12-2-7 0,0-9-22 0,-12-2-26 0,12-24-8 0</inkml:trace>
  <inkml:trace contextRef="#ctx0" brushRef="#br0">28351 9918 68 0,'0'-12'10'0,"-12"-36"19"0,0 11-4 0,12 26 0 0,-13 11-9 0,13 0-11 0,0 11-5 0,0 26 1 0,0 23 1 0,0 13-1 0,13 157-1 0,-13-171 0 0,0-22 1 0,0-13-1 0,0-24 0 0,0 13 3 0,-13-13-2 0,13-13 3 0,0-11-5 0,-11 0 0 0,0 0-1 0,-2-24-2 0,-12 24 2 0,-11-2 1 0,12 15 0 0,0 11 1 0,0 0 1 0,12 25-1 0,12-2 0 0,0 14-1 0,24-2 0 0,12-9 1 0,-1-2 0 0,3-13 0 0,9 2 0 0,2-13 0 0,0-13 2 0,-1 2-1 0,13-13-1 0,-12-13 0 0,-14 24 1 0,-11-22 0 0,-11 22-1 0,-13-10 1 0,-13 9-1 0,-11 3 0 0,-24 11-1 0,0 37 2 0,23-26-1 0,13 37 0 0,36-24 0 0,1-11 0 0,24 0 0 0,-14-2 1 0,26-11-1 0,23-11 0 0,-48-2-1 0,-23 0 1 0,11-11 0 0,-12 13 0 0,-12-2 1 0,12 2-2 0,24 11 1 0,-23 24-1 0,11 0 2 0,-12 0-1 0,-12 0 0 0,0 24 0 0,0-35 1 0,-12-13 2 0,0 12-1 0,0-12 0 0,12-12 0 0,12-12-2 0,12 0 1 0,12 0-1 0,12-13-1 0,0 13 0 0,-11-13 0 0,-1 14 0 0,-36 23 2 0,-12 0 0 0,-12 0-1 0,-24 23 1 0,-13 25 2 0,50-11-3 0,46 0 0 0,62-13-2 0,36-37 1 0,0-11-4 0,-48 0 3 0,-61 11 3 0,-48 2 0 0,-11 11 1 0,10 0-1 0,11 11-1 0,40 15 0 0,58 9-1 0,37-11-1 0,11-24 0 0,-22-11 0 0,-74-26 4 0,-48 0 4 0,-59 2-1 0,-14 35 1 0,36 35-6 0,25 15-1 0,60-2 0 0,48-36 1 0,13-48 1 0,-24-49 2 0,-37-37 0 0,-48-22-2 0,-37 11-1 0,13 84 0 0,-13 73 3 0,38 74 4 0,11 23 1 0,72 23-5 0,1-35-1 0,-25-72-2 0,-35-26-1 0,-1-11-3 0</inkml:trace>
  <inkml:trace contextRef="#ctx0" brushRef="#br0">20961 10971 15 0,'0'0'9'0,"-13"0"1"0,2 0 3 0,0 0 2 0,11 0-1 0,-13 0-7 0,13 0 2 0,13 0-1 0,-2 12 3 0,0-12 0 0,2 0-3 0,-1 0-2 0,12 0-1 0,-24 0-1 0,25 0-1 0,-1 0 0 0,12 0-1 0,0 12 0 0,13 0-1 0,-1-12 1 0,13 12-1 0,11-12 0 0,13 0-1 0,-13 12 1 0,1-12 0 0,12 0-1 0,-13 0 0 0,13 0 1 0,-13-12 0 0,14 12 0 0,-1 0-1 0,-14 0 1 0,2 0-1 0,12 12 0 0,-12-12 0 0,12 0 0 0,11 12 0 0,0-12-1 0,14 0 1 0,10 11 0 0,-11-11 0 0,12 0 0 0,1-11 0 0,-15 11 0 0,-10-12 1 0,1 0 0 0,-2 12-1 0,-22 0 1 0,-3 0-1 0,2 0 1 0,0 0-1 0,-12 0 0 0,10 0 0 0,2 0 0 0,-1 0 0 0,1 0 1 0,12 0 1 0,-26 0 0 0,2 0 0 0,-24 0 1 0,-13 0 0 0,-12 0 1 0,-12 0 2 0,0 0 5 0,0-12-10 0,-12 12-1 0,0 0 0 0,12 0 0 0,-12 0-6 0,-1 0-22 0,-22 0-121 0</inkml:trace>
  <inkml:trace contextRef="#ctx0" brushRef="#br0">22109 11092 9 0,'0'0'5'0,"0"0"18"0,0 0-9 0,0 0 7 0,13 0-1 0,-13 0-4 0,0 12 1 0,0-12-9 0,12 0-3 0,0 0-3 0,12 0 1 0,-11-12 0 0,-2 0 1 0,2 12 1 0,-13-12-2 0,0-2-1 0,-13 3-1 0,2-1 0 0,-2 0-1 0,1 0 1 0,12 0-1 0,0 12 0 0,0 0 0 0,0-12 1 0,0 12 0 0,12 0 1 0,-12-12 0 0,0 12 0 0,24 0 0 0,-11 0-2 0,11 0 0 0,12 0 1 0,1 0-1 0,-1 0 0 0,11 0 0 0,3 0 1 0,9 0-1 0,2 0 0 0,12 0-1 0,-12 0 1 0,11 0 1 0,2 0 0 0,22 0 0 0,-48-12 0 0,25 12-1 0,-1 0 2 0,1-13-2 0,-13 13 0 0,12 0 1 0,-11-12-1 0,0 12 1 0,-1 0-1 0,13 0 1 0,-13 0-1 0,1 0 1 0,-1 0-1 0,1 0 0 0,-1 0 0 0,1 0 0 0,-12 0 0 0,-2-12 0 0,2 12 0 0,-1 0 0 0,0 0 0 0,1 0 1 0,-1 0-1 0,1 0 1 0,-13 0-1 0,12 0 0 0,-24 0 0 0,0 0 1 0,-11 0 0 0,-13 0 0 0,0 0 2 0,11 0-2 0,-11 0 0 0,0 0-1 0,13 0 1 0,-13 0-1 0,0 0 0 0,0 0 0 0,0 24 0 0,0-11 1 0,0-1-1 0,-13 0 1 0,2 0-1 0,-2 0 1 0,-11 0-1 0,0 0 1 0,-24-12-1 0,0 12 0 0,-13-1 0 0,-12 3 0 0,-23-14 1 0,0 12-2 0,-2 0 2 0,-23-12-2 0,0 12 1 0,0-12 0 0,0 0 0 0,0 0 0 0,13 0-1 0,23 0 2 0,-12-12-1 0,12 12 0 0,24 0 0 0,2 0 0 0,-2 0 0 0,13 0 0 0,-1 0 0 0,13 0 1 0,12 0 0 0,-1 0-1 0,1 0 0 0,24 0 0 0,-12 0 0 0,0 12 0 0,-1-12 0 0,2 0 0 0,-2 0 0 0,2 0 1 0,0 0-2 0,-2 0 2 0,13-12 0 0,0 12-1 0,-12-12 0 0,-2 12 0 0,3 0 1 0,-2 0-2 0,-9 0 1 0,-3 0 0 0,25 0 0 0,-12 0 0 0,12 0 1 0,12 0 0 0,0-12-8 0,-12 12-41 0,13 0-66 0</inkml:trace>
  <inkml:trace contextRef="#ctx0" brushRef="#br0">21626 8443 11 0,'0'0'11'0,"0"-12"0"0,0-1 0 0,11 2 6 0,-11 11 6 0,0-13-5 0,0 13 3 0,0 24-16 0,-11 1 0 0,11 11 0 0,-11 25 0 0,-2-13-2 0,1 12-1 0,-24-12-2 0,24-11 1 0,-13-1-1 0,13-24 1 0,0 12-3 0,0-11-26 0,12-13-65 0</inkml:trace>
  <inkml:trace contextRef="#ctx0" brushRef="#br0">7789 12362 29 0,'0'0'0'0,"-12"-24"23"0,-1 11-12 0,13 0 2 0,0 2-7 0,13 22 4 0,-1-11-5 0,0 13 2 0,25-13 1 0,-1 0-1 0,73 0 4 0,-37 0-8 0,13-13 0 0,24 2-1 0,12 11 0 0,23-13 0 0,2 13-1 0,24-11 2 0,-1-2 2 0,13 2-3 0,23 11 0 0,13-13-1 0,11 13 0 0,0 0 1 0,38 0-1 0,12-11 3 0,10 11-1 0,2-12 0 0,0 12 1 0,11-14-1 0,-12 14 1 0,-12 0 1 0,0 0-3 0,-24 0 0 0,-25 0 1 0,-22 0-1 0,-49-11 0 0,-26-2-1 0,-59 2-1 0,-25 11-3 0,-36 11-23 0,-12 13-103 0</inkml:trace>
  <inkml:trace contextRef="#ctx0" brushRef="#br0">12494 9906 26 0,'-12'0'4'0,"0"12"0"0,0-12 4 0,-1 0 6 0,2 0 1 0,11-12-3 0,0 0-4 0,0 0-1 0,0-25 2 0,11 13 1 0,-11-12-3 0,25 11-1 0,-13 1-1 0,0-11-1 0,24 11-1 0,-11-13 0 0,11 13 0 0,0 0-1 0,1 12-2 0,11-12 2 0,0 24-2 0,0 0 1 0,1 0-1 0,-13 0 1 0,1 12-1 0,72 36 2 0,-85-24-2 0,12 0 0 0,-1 13 0 0,4-26 0 0,-4 13 0 0,13-11 1 0,-11-2-1 0,11 2 0 0,-12-13 2 0,1-13-1 0,11 13 0 0,0-11-1 0,2-13 1 0,-15 11-1 0,13-10 1 0,-11 11-1 0,-1-1 1 0,-12-11 0 0,0 24 0 0,-11-13 0 0,-1 13 0 0,0 0-1 0,-12 13 0 0,12-2 0 0,0 15 0 0,12-2 0 0,-11 0 0 0,9 0 0 0,4 0 0 0,11 0 0 0,-15-11 0 0,15-13 0 0,11 0 1 0,1 0 0 0,-1 0-1 0,-11-13 1 0,11 1-1 0,0-13 0 0,2 14 0 0,-3-13 0 0,13 11 0 0,1-22 1 0,0 22 0 0,12-11-1 0,-12 11 0 0,10 2 1 0,2-1-2 0,-1 12 1 0,-11 0 0 0,10 0 0 0,-10 0 0 0,0 12 0 0,0-1-1 0,-1 2 1 0,-11-2 1 0,0 2 0 0,-1 12 1 0,0-2 0 0,0 1 1 0,-24 13 0 0,13 11-1 0,-25 61 1 0,-48-36-11 0,-25 12-132 0</inkml:trace>
  <inkml:trace contextRef="#ctx0" brushRef="#br0">13764 9556 22 0,'0'0'8'0,"0"0"16"0,0 0-3 0,0 0 3 0,0 0 0 0,-12 0-6 0,12-12-3 0,-12-14-1 0,12-9-4 0,0-1-2 0,0-1-3 0,0 1-2 0,0-13-1 0,12 14 0 0,0 22 0 0,-12 0 0 0,0 13-2 0,0 0-8 0,0 50-31 0,0-15-77 0</inkml:trace>
  <inkml:trace contextRef="#ctx0" brushRef="#br0">25061 1016 31 0,'0'0'31'0,"0"-13"-12"0,11-11 3 0,3 1 0 0,-2 11-7 0,-12 0-3 0,0-12-6 0,0 24-2 0,-26 0 1 0,4 0-4 0,-15 12 2 0,1 12-3 0,-1 11 2 0,1 13-2 0,-13 61 1 0,38-59-3 0,11 10 4 0,24-11-3 0,0-25 2 0,12 0-1 0,13-12 0 0,-1-12 1 0,13-12-2 0,-25 0 2 0,12-13-2 0,-24 1 2 0,2-12-3 0,-15 24 4 0,0-12-3 0,-11 11 2 0,-11 13-1 0,11 0 0 0,-11 13 2 0,11 11-2 0,0 0 1 0,11 0-3 0,13 0 3 0,12 1 0 0,13-13-1 0,-25-12 2 0,36-12-1 0,-25-13 5 0,3 1 0 0,-26-12-2 0,1 11 0 0,-13-10-3 0,-25 11 0 0,1-2-3 0,-25 2-2 0,1 24-16 0,12 0-33 0,-1 0-39 0</inkml:trace>
  <inkml:trace contextRef="#ctx0" brushRef="#br0">25594 1210 68 0,'0'0'0'0,"0"0"28"0,0-13-26 0,0 2 2 0,0-2 6 0,0 2-2 0,0 11-2 0,13 0-2 0,-2 24-2 0,0-13 0 0,14 26 2 0,-13-1-1 0,-12-11 4 0,12-1 2 0,0-12 9 0,-12 0-5 0,0-12-7 0,0-12-2 0,0 0-3 0,0-12 1 0,0-1-4 0,0-11-1 0,37-12-30 0,-25 24 2 0,24 11-11 0,0 13 9 0,1 0 14 0,-13 0 14 0,0 13 4 0,11 11 6 0,-22-13 18 0,-1-11 7 0,0 0-4 0,-12 0-4 0,0-11-2 0,0-2-4 0,-12 2-2 0,12-2-9 0,0 0-4 0,0 26 3 0,12 0-1 0,1 22-3 0,0 14 1 0,9 24-1 0,3 60 1 0,-13-36-3 0,0-38-3 0,-12-10-5 0,12-13-17 0,-12-23-19 0,-12-2-44 0</inkml:trace>
  <inkml:trace contextRef="#ctx0" brushRef="#br0">26005 1173 38 0,'0'0'6'0,"0"-11"8"0,24-15 4 0,-12 2 5 0,24 13-1 0,25-13 0 0,-25 24-12 0,1 24-4 0,-13 0-2 0,0 13-1 0,-24-2-2 0,0 14 1 0,-37-13-5 0,-11 1-12 0,12-25-17 0,-25 12-13 0,25-24-17 0</inkml:trace>
  <inkml:trace contextRef="#ctx0" brushRef="#br0">26416 1149 38 0,'0'0'20'0,"12"-13"8"0,0 13-6 0,0-11 6 0,0-2-8 0,0 2-11 0,-24 22-3 0,12 13-4 0,-12 2-2 0,12 9 2 0,0 2-3 0,12-1 3 0,12-11-2 0,1-1 0 0,-1-12 2 0,13-12-1 0,-13 0 1 0,0-25-4 0,0 1 4 0,0 0-2 0,-11 0 1 0,22-37-1 0,-23 50 1 0,-12-2-2 0,14 13 3 0,-14 13-2 0,11-2 2 0,-11 13-1 0,11 0-2 0,-11 1 1 0,13 11-8 0,11-12-7 0,0-11-14 0,0-1-4 0,25-12 3 0,-13 0 17 0,13-36 10 0,-1 11 4 0,-13-11 11 0,2-1 7 0,0-11 6 0,-37 11-1 0,11 13-6 0,-11 0-7 0,-11 24-4 0,-39 0 1 0,15 13-6 0,11 11-3 0,0 0 1 0,24 0 1 0,0 13-2 0,24-13 3 0,-11 12-3 0,22-24 2 0,-11 12 1 0,-11-11 4 0,-13 11-2 0,0-24-3 0,-37 12-2 0,2 0-10 0,-2-12-22 0,13 0-43 0,11 0 30 0</inkml:trace>
  <inkml:trace contextRef="#ctx0" brushRef="#br0">27455 1258 91 0,'0'0'32'0,"25"0"-3"0,35-12 16 0,-11 12-20 0,12-12-16 0,-1-1-7 0,1 2-1 0,-37-2-5 0,-12 13-29 0</inkml:trace>
  <inkml:trace contextRef="#ctx0" brushRef="#br0">31436 15023 255 0</inkml:trace>
  <inkml:trace contextRef="#ctx0" brushRef="#br0">28218 1088 64 0,'0'0'19'0,"0"-11"-12"0,24-2-2 0,1 13 4 0,0 0-2 0,10 13 0 0,-23 11-3 0,12 24-1 0,-12-11 0 0,-12 11-1 0,13-12 10 0,-13 0 9 0,-25-11 8 0,25-25-21 0,-12-25-5 0,12 1 0 0,12-12-1 0,-12 0-3 0,25 12-1 0,-1 0-13 0,24-13-18 0,-12 24-10 0,1 13-2 0,-13 0 23 0,13 24 2 0,-2 2 18 0,2-2 2 0,-2 0 6 0,-22 0 13 0,23-12 13 0,-24-12-3 0,12 0-7 0,1-25-5 0,-13 14-9 0,0-13-3 0,0-26-2 0,-12 26-2 0,0 13 0 0,-24-2 1 0,12 2-2 0,-49 35 3 0,37 11-3 0,-1-9 1 0,25 58 0 0,13-48-2 0,23-12 2 0,13 1-4 0,11-13-7 0,-11-12-26 0,11 0-15 0,1-24-11 0</inkml:trace>
  <inkml:trace contextRef="#ctx0" brushRef="#br0">29198 908 22 0,'0'0'11'0,"0"-14"9"0,-12-9 9 0,12-1 3 0,0 12-7 0,-12 0-14 0,12 0 1 0,0 36 6 0,0 0-11 0,0 25-5 0,0-1 2 0,12 12-4 0,0 1 0 0,-12 11-3 0,24-11-5 0,-12-13-5 0,0-11-18 0,1 11-96 0</inkml:trace>
  <inkml:trace contextRef="#ctx0" brushRef="#br0">29064 1173 44 0,'0'0'0'0,"0"0"31"0,-11 0-26 0,11 0 6 0,11 0 7 0,2 0 1 0,11 0-6 0,24 0-7 0,1 0 1 0,-1-11-1 0,13 11 0 0,-2 0-3 0,4 0-1 0,-28 0 4 0,-11 0-4 0,-12 0 5 0,0 0-4 0,-12 11 0 0,0 2-2 0,0 11-1 0,0 0 1 0,0 0-2 0,12 13 1 0,-12-13 2 0,12-12 2 0,-12-24-1 0,0 12-3 0,0-24 0 0,0-1 0 0,25-35 0 0,-13 47-2 0,24-22 3 0,-24 22-4 0,25 0 4 0,-13 13-9 0,12 0-9 0,-23 0-16 0,22 13-31 0,-23 0-5 0</inkml:trace>
  <inkml:trace contextRef="#ctx0" brushRef="#br0">29984 1210 40 0,'0'0'0'0,"0"0"27"0,0-13-3 0,0 13 8 0,0 0-9 0,0 0-15 0,0-11-4 0,0 11-1 0,0 0 9 0,0 11-8 0,12 2 1 0,-12 11-3 0,0-12 2 0,0 12-4 0,12 1 2 0,-12-1-3 0,12-12 1 0,-12 0 1 0,13 0-4 0,-1-12-15 0,0 0-47 0,0-12-18 0</inkml:trace>
  <inkml:trace contextRef="#ctx0" brushRef="#br0">30045 811 102 0,'0'0'0'0,"-12"-12"21"0,-1 12-18 0,1-13-3 0,-12 13 0 0,24 0 0 0,0 13-8 0,12 11-32 0,25 12-30 0</inkml:trace>
  <inkml:trace contextRef="#ctx0" brushRef="#br0">30238 1295 45 0,'0'0'39'0,"0"0"-32"0,12-13 11 0,12 13 4 0,12-12-4 0,1-12-6 0,11-1-9 0,-11 1 0 0,-1-11-3 0,-12 9 1 0,-24 2 0 0,0 13-1 0,-12-2 3 0,-12 13-3 0,-25 0 3 0,1 24-1 0,12 0-3 0,12 26 3 0,11-15-4 0,13 2 3 0,13 0-1 0,23-1 0 0,0 0 0 0,25-24-1 0,-1-1 2 0,73-11-1 0,-61-23-1 0,-23-1 3 0,-1-13 2 0,-23 1 6 0,-13 0-1 0,0-1-5 0,-12 2 0 0,0 22-5 0,0 0 2 0,0 13-2 0,-12 0 2 0,24 37-3 0,-12-13 4 0,24 13-4 0,-12-1 4 0,12-11-4 0,26 35 3 0,-26-48-1 0,-2-12 1 0,-9 0-2 0,-1 0 3 0,12-12-4 0,1-24 2 0,-14 23-1 0,26-23 0 0,-13 24 1 0,13-12 0 0,-1 11-1 0,-12 2 0 0,13 11 2 0,-15 0-2 0,4 0 1 0,-2 11 1 0,0-11-2 0,-13 13 2 0,-11-1-1 0,0-12 1 0,0 12-1 0,-24 0 1 0,-11 0-1 0,9 12 1 0,-9-11 0 0,11-1-3 0,12 0 4 0,0 0-4 0,12-12 3 0,0 0-2 0,37 12 0 0,-2-12 1 0,2 0-1 0,-2-12 2 0,-11 12-3 0,1-12 3 0,-13 12-3 0,1 0 3 0,-2 0-1 0,-11 12-1 0,13-12 2 0,-2 12-4 0,2-12 5 0,11 0-6 0,0-12 7 0,1 0-3 0,-1-12 2 0,0-13-1 0,-12 1-3 0,0-13 3 0,1-12-3 0,-2-22 2 0,-11 46 0 0,11-23 1 0,-11-2-1 0,0 39-2 0,0-1 4 0,0 12-2 0,0 24 1 0,0 0 0 0,0 37-2 0,0-1 3 0,0 12-4 0,0 12 3 0,13 2-5 0,12-15 5 0,0 2-1 0,10-24-2 0,-11-13 4 0,13-12-4 0,-13-12-13 0,-12 0-139 0</inkml:trace>
  <inkml:trace contextRef="#ctx0" brushRef="#br0">27263 1936 66 0,'12'-12'16'0,"0"-13"-2"0,-12 1-1 0,0-12 1 0,-12-1 1 0,-25 13 1 0,-11 0-2 0,0 24-5 0,-2 0-4 0,4 12-2 0,9 37 0 0,13 11 0 0,11 13-1 0,13 11 0 0,13 1 0 0,11 11 2 0,13 2-1 0,-26-38-3 0,0-12 1 0,-11-11-1 0,0-13-1 0,0-12-5 0,-11-12-9 0,11 0-29 0,0-24-34 0,0 12 34 0</inkml:trace>
  <inkml:trace contextRef="#ctx0" brushRef="#br0">26766 2213 66 0,'0'0'12'0,"13"0"-8"0,-2-11 9 0,26-2 11 0,0 2-5 0,-1 11-3 0,12-13-5 0,1 13-3 0,0 0 1 0,10 0-3 0,-11 0-1 0,-11 0 0 0,-13 0-1 0,0 13-1 0,-11-13-1 0,-13 11 0 0,0-11-1 0,0 24 1 0,0 13-1 0,0-1 0 0,12-24 0 0,12 12-1 0,0-11 0 0,13-13 1 0,-1 0-1 0,-24-13 1 0,0 2 2 0,-12-14-1 0,0 13 0 0,-24 0-3 0,12 0 1 0,-25-12-2 0,-11 0 2 0,36 11 1 0,12 2-3 0,12 11 1 0,24 0 0 0,0 11 0 0,25 2 2 0,11 22 1 0,-11 14-3 0,-25-13 0 0,-24-11 0 0,0-13 1 0,-12-12 0 0,0-12 3 0,-12-13 0 0,0 1-1 0,0 0-1 0,0-13 0 0,12 13-1 0,12-11-1 0,0 9-5 0,24 15-18 0,13 11-51 0,-13 0-23 0</inkml:trace>
  <inkml:trace contextRef="#ctx0" brushRef="#br0">28605 1984 99 0,'0'-12'8'0,"0"-12"12"0,11 0 2 0,2 10 2 0,-13 3-9 0,0 22-6 0,-24 15-3 0,13 10-2 0,-13 24-1 0,11 1-2 0,1 24 0 0,12 11 1 0,0-35-1 0,25-25-1 0,-1-12 3 0,11-24-1 0,15 11 0 0,-3-22-1 0,26 11-10 0,-13-24-19 0,1 12-44 0,-13 12-11 0</inkml:trace>
  <inkml:trace contextRef="#ctx0" brushRef="#br0">29125 2395 101 0,'0'0'0'0,"-24"0"20"0,24 0-13 0,12 0 13 0,-12 0 11 0,24-24-10 0,-12 0-13 0,13-12-3 0,-1-1-1 0,-12 0 0 0,12-11-1 0,12-37-2 0,-11 24-1 0,-13 2 0 0,25 11-1 0,-26 22 1 0,0 15 0 0,-11 11 0 0,13 61-1 0,-13-13 3 0,0 24-2 0,0 13-1 0,25 24 0 0,0-72 1 0,-14-13 0 0,13-12 1 0,-12-24 0 0,36-25 0 0,-23 1-1 0,-1-13 0 0,12-12 0 0,1 2-1 0,-1-15 1 0,35-35-2 0,-46 86 3 0,0 23-2 0,-25 0 2 0,13 37 0 0,-13 23 0 0,0 13 1 0,0-2-3 0,-13 63 1 0,26-49 0 0,9-26-2 0,3-21-14 0,-1-2-91 0,-12-24 34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0000" max="10000" units="dev"/>
          <inkml:channel name="Y" type="integer" min="-10000" max="10000" units="dev"/>
          <inkml:channel name="F" type="integer" max="255" units="dev"/>
          <inkml:channel name="T" type="integer" units="dev"/>
        </inkml:traceFormat>
        <inkml:channelProperties>
          <inkml:channelProperty channel="X" name="resolution" value="1" units="1/dev"/>
          <inkml:channelProperty channel="Y" name="resolution" value="1" units="1/dev"/>
          <inkml:channelProperty channel="F" name="resolution" value="1" units="1/dev"/>
          <inkml:channelProperty channel="T" name="resolution" value="0" units="1/dev"/>
        </inkml:channelProperties>
      </inkml:inkSource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antiAliased" value="0"/>
    </inkml:brush>
  </inkml:definitions>
  <inkml:trace contextRef="#ctx0" brushRef="#br0">2105 15832 14 0,'0'0'0'0,"0"0"15"0,0-11-5 0,0 11 0 0,-13-13 1 0,13 2-7 0,0 11 2 0,-12 11 2 0,12 2 0 0,0 22-1 0,0 2-2 0,0 11 0 0,0 1 0 0,0-13-4 0,0-11 0 0,0 23 1 0,0 13-1 0,0-25 1 0,-12 35-2 0,12-34 0 0,-12-24-3 0,12-2-17 0,0-11-37 0,0 0 28 0</inkml:trace>
  <inkml:trace contextRef="#ctx0" brushRef="#br0">1996 15712 34 0,'0'0'3'0,"0"-12"0"0,0 0-1 0,0 0 5 0,11-12 3 0,2 12-3 0,23-1-1 0,0 13-2 0,13 0-1 0,-1 13 0 0,1 11 1 0,0 0-1 0,-14 11 0 0,-11 2 2 0,-11 0 3 0,-13-13-1 0,0 11-3 0,-37-22-1 0,13 11-1 0,-24 0-2 0,0-11 1 0,11-2-1 0,25-11-1 0,-36 25-3 0,-1-13-16 0,25 0-26 0,12-12 13 0</inkml:trace>
  <inkml:trace contextRef="#ctx0" brushRef="#br0">2661 16063 25 0,'-12'-12'4'0,"0"-13"0"0,0 1 3 0,-13 0 9 0,1 12-1 0,0 0-4 0,-12 12-2 0,-1 0-2 0,13 36 0 0,0-24-3 0,12 12-3 0,-13 37 1 0,14-25-2 0,0 13 0 0,11 22 1 0,35-33 0 0,1-38 1 0,0-14-1 0,1-21 1 0,-1-1-1 0,-24 0-1 0,13-1 1 0,-1-11 0 0,-24 12-2 0,12 11 1 0,-12 13 0 0,0 12-1 0,0 0 1 0,0 12 2 0,0 13-2 0,0 11 0 0,0 0 0 0,0 1 1 0,24-1-1 0,1-12 0 0,-3 11-1 0,17-22-3 0,-4 12-12 0,1-13-9 0,0-12-6 0,-12 0-9 0</inkml:trace>
  <inkml:trace contextRef="#ctx0" brushRef="#br0">3229 16014 19 0,'-12'-12'22'0,"-24"-12"-13"0,1 12 0 0,-3 12 3 0,2 0-3 0,-12 12-1 0,-13 12-2 0,25 13-1 0,-12 11-5 0,35-1 1 0,1-9-1 0,12-2 0 0,37-25 0 0,-1 2 1 0,13-26 0 0,12 2-1 0,-15-25 2 0,-7-2 0 0,-15-9 1 0,-2 11-1 0,-9-1 1 0,-13 1 2 0,-13 12 0 0,2 11 0 0,0 2-2 0,11 11-3 0,-13 11 0 0,13 14 0 0,0 11 1 0,0 25-1 0,0-1-1 0,13-11 1 0,9 11 0 0,3 60-1 0,-1-22 0 0,-24-50 0 0,0-11 1 0,0-13 0 0,0 0 0 0,0-24 2 0,-12 0 5 0,0 0-5 0,-24-12-1 0,1 0-1 0,-4-12 1 0,4 11-5 0,-13-11-21 0,24 12-70 0</inkml:trace>
  <inkml:trace contextRef="#ctx0" brushRef="#br0">2007 16099 46 0,'-11'0'7'0,"0"-12"3"0,-15 12-5 0,14-12 4 0,0 12 0 0,-1 0-5 0,13-12 1 0,13 12 1 0,37 12-2 0,-3-12 0 0,38 12-3 0,107 24 2 0,15-25 3 0,-27-11 2 0,3 0-2 0,-14-23-2 0,49 11 0 0,-134 12-3 0,-35 0-1 0,-37 0-5 0,1 0-18 0,-13 0-41 0,-13 0 24 0</inkml:trace>
  <inkml:trace contextRef="#ctx0" brushRef="#br0">4632 15785 112 0,'-25'-38'9'0,"-10"27"-8"0,23 22-2 0,12 27 0 0,0 9 2 0,-12 14 2 0,12 12 0 0,0 12-1 0,0-13-1 0,24 1-2 0,0-26 1 0,-24-9-5 0,0-2-9 0,0-25-9 0,-11 2-12 0,-2-13-10 0</inkml:trace>
  <inkml:trace contextRef="#ctx0" brushRef="#br0">4366 15688 25 0,'0'0'0'0,"12"-97"19"0,0 36-7 0,25 37-5 0,11 12 2 0,13 12 3 0,10 12 0 0,3 25-6 0,-14 11-2 0,-11 25-1 0,-25-14-2 0,-24 15-1 0,-12-2 1 0,-24-24-1 0,-25-11-1 0,1-13 1 0,0 0-2 0,11-12-8 0,13-12-16 0,23 12-35 0</inkml:trace>
  <inkml:trace contextRef="#ctx0" brushRef="#br0">5079 15930 48 0,'0'-24'21'0,"-35"11"-4"0,-2 1-6 0,2 12 3 0,-26 25-3 0,12-1-4 0,-11 12-2 0,11 12-3 0,37-11 0 0,12-1-2 0,12-12 1 0,12-1 0 0,13-9 0 0,-1-14-1 0,25-14 1 0,-13-9 0 0,-13-13 0 0,-9 0-1 0,-2-13-1 0,-11 25 1 0,-2 12 1 0,-11-1 0 0,0 13 0 0,0 25-1 0,0 11 0 0,0 1 1 0,11 11-1 0,14-12-5 0,-1-11-12 0,25-1-24 0,-37-12-27 0</inkml:trace>
  <inkml:trace contextRef="#ctx0" brushRef="#br0">5588 15845 48 0,'-12'-13'41'0,"-24"2"-32"0,11 11-2 0,-11 11 3 0,1 2-4 0,11 11-3 0,-2-12-1 0,13 24 0 0,26 1-2 0,13-13 0 0,20 12 1 0,3-11 0 0,12-1-1 0,-25 12 0 0,-12-24 0 0,1 11 0 0,-25-9 0 0,0-14 2 0,-37 12-1 0,-11-12 1 0,-1 0-1 0,-12-12 0 0,2 12-1 0,11 0-3 0,11 0-13 0,37 0-37 0</inkml:trace>
  <inkml:trace contextRef="#ctx0" brushRef="#br0">6024 15881 89 0,'0'0'0'0,"-73"-36"7"0,12 36-4 0,13 0 1 0,13 0-1 0,10 11-1 0,0 14-2 0,14 0 0 0,33-1 1 0,17 12-1 0,7 0 1 0,3 1 1 0,12-1-2 0,-13 0 0 0,-11-13 0 0,-25 3 0 0,-12-14 5 0,-24-12 8 0,-1 0-4 0,-23 0-4 0,-13 0-3 0,1-12-1 0,0 0-1 0,11 12 0 0,1-14-1 0,36 14-13 0,12 0-21 0,12 14-49 0</inkml:trace>
  <inkml:trace contextRef="#ctx0" brushRef="#br0">6581 15966 61 0,'-13'-12'7'0,"1"-1"-1"0,-26 2 1 0,3-2 5 0,-1 2-1 0,-13 11-3 0,13 24-2 0,0-13-1 0,0 26-2 0,11-1-1 0,13-11 0 0,-1 11-2 0,26 0 0 0,11-24 1 0,13-1 0 0,-1-11-1 0,12-11 2 0,1-13-2 0,-13-12 1 0,-1-1-2 0,-9-11 0 0,-14 11 1 0,-12 13 0 0,0 13 1 0,0 11-1 0,0 0-1 0,-12 11 2 0,12 13-1 0,-13 13 0 0,13-1 0 0,25 1 2 0,0-1-3 0,10-12-4 0,13-1-9 0,1 3-11 0,11-14-10 0,1-12-18 0</inkml:trace>
  <inkml:trace contextRef="#ctx0" brushRef="#br0">7064 16063 19 0,'0'0'0'0,"24"-37"29"0,-24 1-5 0,0 0 0 0,-35 36-6 0,-15-13-8 0,2 13-3 0,-2 0-2 0,3 13-2 0,11 11-2 0,24-12 0 0,0 0-1 0,12 0 2 0,12 0-2 0,24 1 1 0,12-13-1 0,13 0 1 0,-13 12-1 0,2 12 0 0,-28 12 0 0,-9 13 0 0,-1 10 1 0,-12 3 0 0,0-2 0 0,0 12 0 0,-12-24 1 0,-12-11 2 0,-1-13 3 0,-11-24-1 0,1 13-2 0,-2-26-2 0,0-11-1 0,1-13 0 0,24 2 1 0,0-2-2 0,24 0-1 0,25-11-1 0,11 11-2 0,24-11-1 0,13 25 0 0,-1-13 2 0,1-1 1 0,-12 1 2 0,-13 0 0 0,-24-1 0 0,-22 1 0 0,-14-1 1 0,-26 13 0 0,-11 13 1 0,-10 11 0 0,-13 24 2 0,23 0-3 0,1 24 1 0,24-11 1 0,12-13-2 0,36 24-1 0,24 13 1 0,25-25 0 0,0-12-1 0,-1-13-2 0,1-11-12 0,-12 0-25 0,-13-24-60 0</inkml:trace>
  <inkml:trace contextRef="#ctx0" brushRef="#br0">7910 16087 72 0,'12'0'5'0,"13"0"3"0,23 0 2 0,25 0 1 0,-14 0-3 0,2 0-3 0,-13 0-5 0,-11 0-49 0,-25-12-2 0</inkml:trace>
  <inkml:trace contextRef="#ctx0" brushRef="#br0">8588 15832 72 0,'0'0'0'0,"0"-47"18"0,11 35-9 0,2-1 0 0,-13 13-2 0,0 0 0 0,0 37 2 0,-13 11-2 0,13 13-3 0,-11 11-1 0,11-24-2 0,-11 37 1 0,11-36-2 0,11-25 1 0,-11-24 0 0,0 0 5 0,0-12-2 0,-11-26-3 0,-3-21 0 0,2-2-1 0,-12-12 0 0,11 1 0 0,2-24 1 0,11 23-1 0,11 13 0 0,26 11 0 0,-11 37-1 0,21 12 0 0,1 24 1 0,1 13-1 0,-1 11 1 0,-23 11-1 0,-3 2 2 0,-8 0-1 0,-28-13 0 0,3-11 1 0,-25-13-1 0,0-24 2 0,-1 0 0 0,-11-12 1 0,12 0 0 0,-13-1 0 0,37 13-2 0,-12 0 0 0,24 13-1 0,0 11 1 0,24 0-2 0,13 0 3 0,11 1-2 0,25-13 0 0,-25 12-1 0,0-24 2 0,-11 24-2 0,-25-12-1 0,13-1-1 0,-25 15-1 0,11-2 0 0,-11-12 0 0,0 0 0 0,11-1 2 0,-11-11 2 0,13 0 0 0,-13 0 0 0,12-11 1 0,-12-13 0 0,0 12 0 0,12-12 1 0,14 10-1 0,-15-21 1 0,13-1 0 0,0-13 0 0,-12 1 0 0,12-12 0 0,1-14-1 0,-1 2 0 0,12 12 0 0,-12 0 0 0,-11 47 0 0,-2 0 0 0,14 13-1 0,-13 13 0 0,0 12 0 0,0 11 0 0,1 12 0 0,-2 1 1 0,13-2-2 0,0 14 1 0,-11-13-1 0,0-11-6 0,-2 11-14 0,-11-23-21 0,-24-13-23 0</inkml:trace>
  <inkml:trace contextRef="#ctx0" brushRef="#br0">8890 16014 64 0,'-11'-12'19'0,"-2"-12"-8"0,26 24-9 0,34 0 0 0,13-12 0 0,1 12-1 0,24 0 0 0,12 12-2 0,-13 0-19 0,-24-12-46 0</inkml:trace>
  <inkml:trace contextRef="#ctx0" brushRef="#br0">9785 15627 53 0,'0'-13'7'0,"0"-10"0"0,0 23 5 0,-12 0 3 0,-1 0-4 0,-22 23-1 0,-15 3-2 0,15 22-2 0,-13 0 1 0,11 1-1 0,13 11-2 0,0-12 0 0,12 0-3 0,24-11 1 0,0-13-1 0,24 0 0 0,1-11 0 0,24-13 2 0,-2 0-3 0,2-13 0 0,-13 1-2 0,-11-12 0 0,-25-12 2 0,-12-1-1 0,-12 13 1 0,-25 0 0 0,1 11 0 0,-11 2 1 0,21 11 0 0,14 0 0 0,12 11-1 0,12 14 1 0,14 0-1 0,9 10 1 0,1 2-1 0,0-13 0 0,-11 13 2 0,-1-13-5 0,-24 0-30 0,0 0-55 0</inkml:trace>
  <inkml:trace contextRef="#ctx0" brushRef="#br0">7547 15288 53 0,'13'-23'11'0,"11"9"7"0,-12 14-9 0,0 0 1 0,0 14-2 0,-12 9-1 0,0 14-2 0,-24 11-3 0,12-11-1 0,0-2-1 0,0 2-1 0,12 0-30 0,0-26-43 0</inkml:trace>
  <inkml:trace contextRef="#ctx0" brushRef="#br0">7814 15265 66 0,'0'0'23'0,"-25"12"-14"0,0 36-4 0,3 0 0 0,-2 13-3 0,11-1 0 0,-13 1-11 0,15-13-55 0</inkml:trace>
  <inkml:trace contextRef="#ctx0" brushRef="#br0">3857 15301 83 0,'-11'-13'13'0,"11"13"-4"0,-13 24-6 0,26 0 2 0,11 13-1 0,2 11-2 0,9-11-1 0,1-1-1 0,0-11 1 0,-23-1-3 0,23 0-11 0,-24-24-27 0</inkml:trace>
  <inkml:trace contextRef="#ctx0" brushRef="#br0">4064 15265 79 0,'0'0'0'0,"0"0"19"0,12 47-13 0,0 1-3 0,13 2 3 0,-1-2-2 0,0 13-3 0,-12 11-11 0,13-36-69 0</inkml:trace>
  <inkml:trace contextRef="#ctx0" brushRef="#br0">3822 16510 27 0,'0'0'0'0,"0"-12"15"0,0 12-10 0,-11 0-1 0,-14 0 5 0,-48 48 11 0,37 1-13 0,0 12-1 0,-13 11-2 0,25 24 1 0,0-48-2 0,11 37-2 0,2 0 0 0,22 97-1 0,13-109-1 0,13-13 1 0,-13 1 0 0,13-26 0 0,-13 2 0 0,0-25 1 0,12 0-1 0,-11 0 1 0,-25 0 0 0,12-12 1 0,-12-12 0 0,0 0-1 0,0-12 1 0,0 11-2 0,0-11 1 0,0 13 0 0,0-2-1 0,-12 2 1 0,12 11-1 0,0-13 0 0,0 13 1 0,-12 0 0 0,12 0-1 0,-13 13 0 0,13-2 1 0,-11 13-1 0,11-11 0 0,0 11 0 0,11-12-1 0,-11 12 2 0,0-12 0 0,0 1 0 0,0-2 2 0,0 2 3 0,-24-1-1 0,0 0 0 0,0-12 0 0,0 0 0 0,-13-12-2 0,25 12 0 0,-12 0-2 0,24-12 0 0,-13 12-2 0,26 0-21 0,11 12-44 0,-12-12 13 0</inkml:trace>
  <inkml:trace contextRef="#ctx0" brushRef="#br0">4585 17405 4 0,'0'0'0'0,"0"-13"10"0,11 2 1 0,-11-2 3 0,0 13-2 0,-24-11 9 0,12 11-12 0,0 0-2 0,-24 0 1 0,24 11-5 0,-61 63 4 0,36-26-5 0,1 13-1 0,12 11 0 0,12-36-1 0,12 1 0 0,-13 11 0 0,13 0 0 0,25-11 0 0,-1-2 0 0,12-11 0 0,1-11 0 0,23-13 0 0,1 0 0 0,-2-13 1 0,-9-11-1 0,-2 0 0 0,-24 1 0 0,0-15 0 0,-24-9 1 0,-36 11-1 0,0 24 0 0,0 12 0 0,-2 0 1 0,3 12-1 0,23-12 0 0,0 12 1 0,12 0-1 0,0 0 0 0,12 0 0 0,0 12 1 0,12-13-1 0,12 2-1 0,-23 0 0 0</inkml:trace>
  <inkml:trace contextRef="#ctx0" brushRef="#br0">4947 17587 43 0,'0'0'6'0,"-12"0"-3"0,12 0 0 0,0 0 7 0,0 36-2 0,0-13-4 0,0 3-3 0,0 10-1 0,0 0 0 0,12-1 0 0,-12-9 0 0,12 9 1 0,1-22-1 0,-2-2 1 0,0-11 0 0,2 0-1 0,0-24 1 0,-13 1 1 0,12-26-1 0,0-11 0 0,-12 11 0 0,13 25 0 0,-2 0 0 0,13 12 0 0,0 0 0 0,13 12 0 0,-1 12-22 0,-12 12-37 0</inkml:trace>
  <inkml:trace contextRef="#ctx0" brushRef="#br0">5612 17659 57 0,'0'-13'6'0,"0"2"2"0,0-1-1 0,-12 12 10 0,0-12 0 0,-25 12-7 0,1 12-2 0,-13 24-1 0,14-23-3 0,-2 23-4 0,13 0 0 0,-12-1 0 0,24-9 0 0,12-2 0 0,0 0 0 0,12-24 0 0,24 0 0 0,1-13 0 0,0 2 1 0,22-50-1 0,-11 13 0 0,-23 0 1 0,-25 35-1 0,12 0 0 0,-12 13 1 0,0 26-1 0,0-14 0 0,0 0 1 0,0 12-1 0,0 0 0 0,12 0 0 0,0 0 1 0,0 1-1 0,0-2-1 0,0-10-1 0,-12-2 1 0</inkml:trace>
  <inkml:trace contextRef="#ctx0" brushRef="#br0">5768 17659 40 0,'0'-13'20'0,"0"2"-4"0,0-1-5 0,0 0 0 0,0 24 3 0,0-12-1 0,0 36-4 0,0-11-4 0,14-1-5 0,-14 12 0 0,12 12 0 0,-12 13 0 0,13-1 1 0,-13 13-1 0,11-13 0 0,-11-11 0 0,0-1 0 0,0-25 0 0,0-9 0 0,-11-2 0 0,11-12 0 0,-13-12-1 0,13-13 0 0,-12 1 0 0,-2-24 0 0,14-1-1 0,0-12 0 0,-11 1 0 0,22-36 0 0,28-1 1 0,7 49-1 0,-9 48 1 0,0 0 0 0,-1 12 0 0,-24 0 0 0,0 0 1 0,0 12 0 0,-12-1 0 0,0 1 0 0,-12 2 0 0,-12-2 1 0,-25-13-1 0,13-11 0 0,0 13 1 0,1-13-1 0,10 0-1 0,11 0 0 0</inkml:trace>
  <inkml:trace contextRef="#ctx0" brushRef="#br0">6144 17297 84 0,'0'-14'9'0,"0"3"0"0,-13 11-7 0,13 0 5 0,0 37 3 0,-11-2-3 0,11 26-2 0,0 0-2 0,0 11-3 0,11 1 2 0,-11-25-1 0,13-23-1 0,-2 11 0 0,3-24 0 0,-14 11 0 0,12-10 1 0,-12-13-1 0,13 0 0 0,-13 0 1 0,22-48-1 0,2 12 1 0,1-2-1 0,-13 15 0 0,1 11 1 0,-2 0-1 0,2 12 0 0,-13 0 1 0,0 24-1 0,0 12 0 0,0-23 1 0,0 23-1 0,0-12 0 0,0-1 1 0,0 1-1 0,12 2 0 0,0-14 0 0,0 0-1 0,-12-12 0 0</inkml:trace>
  <inkml:trace contextRef="#ctx0" brushRef="#br0">6616 17684 75 0,'0'0'9'0,"0"0"-6"0,24 0 7 0,0-12 12 0,25 12-4 0,-1-13-5 0,1 0-5 0,-1 2-6 0,-23 11-1 0,-14 0-7 0,-11-12-31 0</inkml:trace>
  <inkml:trace contextRef="#ctx0" brushRef="#br0">7245 17392 88 0,'0'0'5'0,"0"-24"4"0,0 13-6 0,12 22 13 0,-12 13-6 0,13 26-5 0,-13-2-1 0,11 13-1 0,-11-1-1 0,11-36-1 0,-11 13-1 0,0-13 0 0,0 12 0 0,0-13 0 0,0 1 0 0,-11-11-1 0,0 0-1 0</inkml:trace>
  <inkml:trace contextRef="#ctx0" brushRef="#br0">7330 17320 81 0,'0'0'8'0,"0"-11"-4"0,12 11-2 0,1-12 0 0,22 12 5 0,-23 0 1 0,26 12-4 0,-38 12 0 0,22 0-2 0,-9 11-1 0,-13-9 1 0,-13-2 1 0,2 0-1 0,-26-13 0 0,0 2 0 0,2-1 1 0,-1-12 1 0,11 12-1 0,14 0-1 0,11 0 0 0,0 12 1 0,11 1 0 0,14 11 0 0,-1-24 0 0,1 12-1 0,-3-11-2 0,3-1 0 0,-1 0 0 0,1 0 0 0,-1 0 0 0,-12 0 0 0,0 0-3 0,0-12 2 0</inkml:trace>
  <inkml:trace contextRef="#ctx0" brushRef="#br0">7729 17817 78 0,'0'0'13'0,"0"-12"-8"0,0 12-1 0,0-26 8 0,0 2-1 0,13-35-5 0,-2-2-2 0,13 13 0 0,0-13-2 0,13 1 0 0,11-25 0 0,-12 37 2 0,-24 24-2 0,13-2 3 0,-1 15-2 0,-24 11 0 0,12 0-1 0,-12 25 1 0,12-2 0 0,1 14-2 0,-2 11 0 0,13 0 0 0,13 37 0 0,-24-48-1 0,-2-1 0 0,0-12-1 0,2-13 1 0,-13 2-6 0,0 0-16 0,-13-13-26 0,13 12-28 0</inkml:trace>
  <inkml:trace contextRef="#ctx0" brushRef="#br0">7742 17646 97 0,'0'-11'4'0,"0"11"3"0,0-12-5 0,11-12 8 0,25 12-1 0,2 0-5 0,-3 12-3 0,1 0-2 0,0 0-6 0,1 0-40 0,-37 12-7 0</inkml:trace>
  <inkml:trace contextRef="#ctx0" brushRef="#br0">8577 17320 55 0,'0'0'0'0,"0"-11"20"0,0-15-10 0,0 15 2 0,-14-2 2 0,14 2-2 0,-12 11-6 0,-1 0 0 0,-11 24 0 0,-11 1 2 0,11 22 0 0,-13 1-1 0,1 2-1 0,12 10-3 0,0-11-1 0,24-1-1 0,0-12 0 0,0-12 1 0,24-11-1 0,-12-1 0 0,25 12-1 0,-2-12 0 0,15-12 0 0,-4 12 0 0,4-24 1 0,22-12-2 0,-23-13 1 0,-37 1 1 0,-12 0-1 0,-25 11 1 0,-11-11 0 0,0 24-1 0,0 0 1 0,-1 12-1 0,24 0 0 0,13 0-1 0,0 0 1 0,39 0 0 0,-4 0 0 0,13 0-1 0,1 0 1 0,-13 0-1 0,-12 12 1 0,-12-12 0 0,-12 24 1 0,0 0 3 0,-12 13 2 0,0-13 1 0,0 12-3 0,12-11-1 0,-12-1-2 0,12 12 0 0,0-12 0 0,0 13-1 0,12-25 0 0,-12 0-1 0,12-1-17 0,0 2-61 0,-12-13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solution?</a:t>
            </a:r>
          </a:p>
          <a:p>
            <a:r>
              <a:rPr lang="en-US" dirty="0"/>
              <a:t>Before we design the solution, let us look at how LLMs work </a:t>
            </a:r>
          </a:p>
          <a:p>
            <a:r>
              <a:rPr lang="en-US" dirty="0"/>
              <a:t>When u ask an </a:t>
            </a:r>
            <a:r>
              <a:rPr lang="en-US" dirty="0" err="1"/>
              <a:t>llm</a:t>
            </a:r>
            <a:r>
              <a:rPr lang="en-US" dirty="0"/>
              <a:t> a question,  it answers from its parametric memory –How?  e.g. when u ask “The capital city of Ontario is ……… “ , it assigns a probability distribution over all the tokens in the vocabulary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picks the one with highest probability - … in this case “Toronto..”..</a:t>
            </a:r>
          </a:p>
          <a:p>
            <a:r>
              <a:rPr lang="en-US" dirty="0"/>
              <a:t>And why Toronto has the highest prob.?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24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25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26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F11A3-5556-448D-B4AF-A186AE24052A}" type="slidenum">
              <a:rPr lang="en-IN" smtClean="0"/>
              <a:t>32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35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large number of KGQA benchmarks are available. Some of the popular ones are listed here, in three major blocks.</a:t>
            </a:r>
          </a:p>
          <a:p>
            <a:endParaRPr lang="en-US" dirty="0"/>
          </a:p>
          <a:p>
            <a:r>
              <a:rPr lang="en-US" dirty="0"/>
              <a:t>In the first block are the earliest data sets, where, informally speaking, the query has a single “clause” which needs the traversal of a single KG edge to answer the question.</a:t>
            </a:r>
          </a:p>
          <a:p>
            <a:endParaRPr lang="en-US" dirty="0"/>
          </a:p>
          <a:p>
            <a:r>
              <a:rPr lang="en-US" dirty="0"/>
              <a:t>In the middle are more complex benchmarks that involve multiple hops over KG edges, counting and aggregations, set operations, comparison and logic.</a:t>
            </a:r>
          </a:p>
          <a:p>
            <a:endParaRPr lang="en-US" dirty="0"/>
          </a:p>
          <a:p>
            <a:r>
              <a:rPr lang="en-US" dirty="0"/>
              <a:t>At the bottom are QA benchmarks involving time constraints, temporal ordering and joins.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610A94-E363-45F2-BDB2-3B2DA585C48A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155A8-219A-514F-8027-FD05D0061139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155A8-219A-514F-8027-FD05D0061139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956435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835" y="84455"/>
            <a:ext cx="12024995" cy="805815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200" y="890270"/>
            <a:ext cx="6095365" cy="586232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889635"/>
            <a:ext cx="5929630" cy="5863590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3200"/>
            </a:lvl4pPr>
            <a:lvl5pPr>
              <a:defRPr sz="2400"/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ctrTitle"/>
          </p:nvPr>
        </p:nvSpPr>
        <p:spPr>
          <a:xfrm>
            <a:off x="471805" y="1322705"/>
            <a:ext cx="11255375" cy="218694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6" y="0"/>
            <a:ext cx="11649808" cy="835268"/>
          </a:xfrm>
        </p:spPr>
        <p:txBody>
          <a:bodyPr>
            <a:normAutofit/>
          </a:bodyPr>
          <a:lstStyle>
            <a:lvl1pPr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1096" y="835268"/>
            <a:ext cx="5824904" cy="5646248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835268"/>
            <a:ext cx="5824904" cy="5646248"/>
          </a:xfrm>
        </p:spPr>
        <p:txBody>
          <a:bodyPr>
            <a:normAutofit/>
          </a:bodyPr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81518"/>
            <a:ext cx="2743200" cy="365125"/>
          </a:xfrm>
        </p:spPr>
        <p:txBody>
          <a:bodyPr/>
          <a:lstStyle/>
          <a:p>
            <a:fld id="{B445F0B9-4A54-4145-BFB9-CB2825B9F68A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8151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48800" y="6481517"/>
            <a:ext cx="2743200" cy="365125"/>
          </a:xfrm>
        </p:spPr>
        <p:txBody>
          <a:bodyPr/>
          <a:lstStyle/>
          <a:p>
            <a:fld id="{97B21723-1ED5-43B9-B1B2-DDDB0AA285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95" y="58420"/>
            <a:ext cx="1205611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58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n-ea"/>
          <a:ea typeface="+mj-ea"/>
          <a:cs typeface="+mn-ea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C0000"/>
        </a:buClr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B9BD5"/>
        </a:buClr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0AD47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customXml" Target="../ink/ink1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3.08774" TargetMode="External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drive.google.com/file/d/1YUpp7L1SCK6jgdfFObsqHKXrq6HC-TLp/view" TargetMode="Externa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5.png" /><Relationship Id="rId4" Type="http://schemas.openxmlformats.org/officeDocument/2006/relationships/image" Target="../media/image1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8.png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drive.google.com/file/d/1YUpp7L1SCK6jgdfFObsqHKXrq6HC-TLp/view" TargetMode="External" /><Relationship Id="rId4" Type="http://schemas.openxmlformats.org/officeDocument/2006/relationships/image" Target="../media/image20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23.pn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drive.google.com/file/d/1YUpp7L1SCK6jgdfFObsqHKXrq6HC-TLp/view" TargetMode="Externa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drive.google.com/file/d/1YUpp7L1SCK6jgdfFObsqHKXrq6HC-TLp/view" TargetMode="External" /><Relationship Id="rId4" Type="http://schemas.openxmlformats.org/officeDocument/2006/relationships/image" Target="../media/image29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4.xml" /><Relationship Id="rId5" Type="http://schemas.openxmlformats.org/officeDocument/2006/relationships/hyperlink" Target="https://drive.google.com/file/d/1YUpp7L1SCK6jgdfFObsqHKXrq6HC-TLp/view" TargetMode="External" /><Relationship Id="rId4" Type="http://schemas.openxmlformats.org/officeDocument/2006/relationships/image" Target="../media/image29.pn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2403.10131" TargetMode="External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0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://arxiv.org/abs/2403.10131" TargetMode="Externa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://arxiv.org/abs/2403.10131" TargetMode="External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YUpp7L1SCK6jgdfFObsqHKXrq6HC-TLp/view" TargetMode="External" /><Relationship Id="rId3" Type="http://schemas.openxmlformats.org/officeDocument/2006/relationships/image" Target="../media/image31.png" /><Relationship Id="rId7" Type="http://schemas.openxmlformats.org/officeDocument/2006/relationships/image" Target="../media/image3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4.png" /><Relationship Id="rId5" Type="http://schemas.openxmlformats.org/officeDocument/2006/relationships/image" Target="../media/image33.jpeg" /><Relationship Id="rId4" Type="http://schemas.openxmlformats.org/officeDocument/2006/relationships/image" Target="../media/image32.png" 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 /><Relationship Id="rId3" Type="http://schemas.openxmlformats.org/officeDocument/2006/relationships/image" Target="../media/image32.png" /><Relationship Id="rId7" Type="http://schemas.openxmlformats.org/officeDocument/2006/relationships/hyperlink" Target="https://drive.google.com/file/d/1YUpp7L1SCK6jgdfFObsqHKXrq6HC-TLp/view" TargetMode="External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5.png" /><Relationship Id="rId5" Type="http://schemas.openxmlformats.org/officeDocument/2006/relationships/image" Target="../media/image34.png" /><Relationship Id="rId4" Type="http://schemas.openxmlformats.org/officeDocument/2006/relationships/image" Target="../media/image33.jpeg" /><Relationship Id="rId9" Type="http://schemas.openxmlformats.org/officeDocument/2006/relationships/image" Target="../media/image36.pn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7" Type="http://schemas.openxmlformats.org/officeDocument/2006/relationships/hyperlink" Target="https://drive.google.com/file/d/1YUpp7L1SCK6jgdfFObsqHKXrq6HC-TLp/view" TargetMode="External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5.png" /><Relationship Id="rId5" Type="http://schemas.openxmlformats.org/officeDocument/2006/relationships/image" Target="../media/image34.png" /><Relationship Id="rId4" Type="http://schemas.openxmlformats.org/officeDocument/2006/relationships/image" Target="../media/image33.jpe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7" Type="http://schemas.openxmlformats.org/officeDocument/2006/relationships/hyperlink" Target="https://drive.google.com/file/d/1YUpp7L1SCK6jgdfFObsqHKXrq6HC-TLp/view" TargetMode="External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5.png" /><Relationship Id="rId5" Type="http://schemas.openxmlformats.org/officeDocument/2006/relationships/image" Target="../media/image34.png" /><Relationship Id="rId4" Type="http://schemas.openxmlformats.org/officeDocument/2006/relationships/image" Target="../media/image33.jpe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7" Type="http://schemas.openxmlformats.org/officeDocument/2006/relationships/hyperlink" Target="https://drive.google.com/file/d/1YUpp7L1SCK6jgdfFObsqHKXrq6HC-TLp/view" TargetMode="External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5.png" /><Relationship Id="rId5" Type="http://schemas.openxmlformats.org/officeDocument/2006/relationships/image" Target="../media/image34.png" /><Relationship Id="rId4" Type="http://schemas.openxmlformats.org/officeDocument/2006/relationships/image" Target="../media/image33.jpeg" 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YUpp7L1SCK6jgdfFObsqHKXrq6HC-TLp/view" TargetMode="External" /><Relationship Id="rId3" Type="http://schemas.openxmlformats.org/officeDocument/2006/relationships/image" Target="../media/image31.png" /><Relationship Id="rId7" Type="http://schemas.openxmlformats.org/officeDocument/2006/relationships/image" Target="../media/image3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34.png" /><Relationship Id="rId5" Type="http://schemas.openxmlformats.org/officeDocument/2006/relationships/image" Target="../media/image33.jpeg" /><Relationship Id="rId4" Type="http://schemas.openxmlformats.org/officeDocument/2006/relationships/image" Target="../media/image32.png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acl2023-retrieval-lm.github.io/" TargetMode="Externa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7.png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2.14822" TargetMode="External" /><Relationship Id="rId2" Type="http://schemas.openxmlformats.org/officeDocument/2006/relationships/hyperlink" Target="https://arxiv.org/abs/2211.14876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arxiv.org/abs/2010.06467" TargetMode="External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sheets.codalab.org/bundles/0x8bf592beb7804a49bdca7eecc3fa82ef" TargetMode="External" /><Relationship Id="rId2" Type="http://schemas.openxmlformats.org/officeDocument/2006/relationships/hyperlink" Target="https://medium.com/data-science/the-quick-guide-to-squad-cae08047ebee" TargetMode="Externa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arxiv.org/abs/2308.08973" TargetMode="External" /><Relationship Id="rId4" Type="http://schemas.openxmlformats.org/officeDocument/2006/relationships/hyperlink" Target="https://hotpotqa.github.io/" TargetMode="Externa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.com/research/NaturalQuestions/visualization" TargetMode="External" /><Relationship Id="rId2" Type="http://schemas.openxmlformats.org/officeDocument/2006/relationships/hyperlink" Target="https://github.com/google-research-datasets/natural-questions" TargetMode="External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amritasaha1812.github.io/CSQA/" TargetMode="External" /><Relationship Id="rId3" Type="http://schemas.openxmlformats.org/officeDocument/2006/relationships/hyperlink" Target="https://nlp.stanford.edu/software/sempre/" TargetMode="External" /><Relationship Id="rId7" Type="http://schemas.openxmlformats.org/officeDocument/2006/relationships/hyperlink" Target="https://github.com/AskNowQA/LC-QuAD" TargetMode="External" /><Relationship Id="rId12" Type="http://schemas.openxmlformats.org/officeDocument/2006/relationships/image" Target="../media/image38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github.com/yuyuz/MetaQA" TargetMode="External" /><Relationship Id="rId11" Type="http://schemas.openxmlformats.org/officeDocument/2006/relationships/customXml" Target="../ink/ink4.xml" /><Relationship Id="rId5" Type="http://schemas.openxmlformats.org/officeDocument/2006/relationships/hyperlink" Target="https://huggingface.co/datasets/wiki_movies" TargetMode="External" /><Relationship Id="rId10" Type="http://schemas.openxmlformats.org/officeDocument/2006/relationships/hyperlink" Target="https://exaqt.mpi-inf.mpg.de/" TargetMode="External" /><Relationship Id="rId4" Type="http://schemas.openxmlformats.org/officeDocument/2006/relationships/hyperlink" Target="https://www.microsoft.com/en-us/download/details.aspx?id=52763" TargetMode="External" /><Relationship Id="rId9" Type="http://schemas.openxmlformats.org/officeDocument/2006/relationships/hyperlink" Target="https://github.com/apoorvumang/CronKGQA" TargetMode="Externa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12.10997.pdf" TargetMode="External" /><Relationship Id="rId7" Type="http://schemas.openxmlformats.org/officeDocument/2006/relationships/image" Target="../media/image41.png" /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5.xml" /><Relationship Id="rId6" Type="http://schemas.openxmlformats.org/officeDocument/2006/relationships/customXml" Target="../ink/ink6.xml" /><Relationship Id="rId5" Type="http://schemas.openxmlformats.org/officeDocument/2006/relationships/image" Target="../media/image40.png" /><Relationship Id="rId4" Type="http://schemas.openxmlformats.org/officeDocument/2006/relationships/customXml" Target="../ink/ink5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www.freeiconspng.com%2Fimages%2Fdocument-icon&amp;psig=AOvVaw1Csb8vUAkHQGYmBqVknuYq&amp;ust=1670288259064000&amp;source=images&amp;cd=vfe&amp;ved=0CBAQjRxqFwoTCPjJ0OSi4fsCFQAAAAAdAAAAABAe" TargetMode="External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43.png" /><Relationship Id="rId5" Type="http://schemas.openxmlformats.org/officeDocument/2006/relationships/customXml" Target="../ink/ink7.xml" /><Relationship Id="rId4" Type="http://schemas.openxmlformats.org/officeDocument/2006/relationships/image" Target="../media/image42.png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 /><Relationship Id="rId2" Type="http://schemas.openxmlformats.org/officeDocument/2006/relationships/image" Target="../media/image44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5.png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rajpurkar.github.io/SQuAD-explorer/" TargetMode="External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 /><Relationship Id="rId2" Type="http://schemas.openxmlformats.org/officeDocument/2006/relationships/image" Target="../media/image46.pn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 /><Relationship Id="rId3" Type="http://schemas.openxmlformats.org/officeDocument/2006/relationships/hyperlink" Target="https://www.google.com/url?sa=i&amp;url=https%3A%2F%2Fwww.freeiconspng.com%2Fimages%2Fdocument-icon&amp;psig=AOvVaw1Csb8vUAkHQGYmBqVknuYq&amp;ust=1670288259064000&amp;source=images&amp;cd=vfe&amp;ved=0CBAQjRxqFwoTCPjJ0OSi4fsCFQAAAAAdAAAAABAe" TargetMode="External" /><Relationship Id="rId7" Type="http://schemas.openxmlformats.org/officeDocument/2006/relationships/image" Target="../media/image49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48.png" /><Relationship Id="rId5" Type="http://schemas.openxmlformats.org/officeDocument/2006/relationships/hyperlink" Target="https://www.google.com/url?sa=i&amp;url=https%3A%2F%2Fwww.flaticon.com%2Ffree-icon%2Fchatbot_4616655&amp;psig=AOvVaw01o2ZhkZBGg9ho5j9FDeCq&amp;ust=1670289142428000&amp;source=images&amp;cd=vfe&amp;ved=0CBAQjRxqFwoTCOih4Imm4fsCFQAAAAAdAAAAABAI" TargetMode="External" /><Relationship Id="rId10" Type="http://schemas.openxmlformats.org/officeDocument/2006/relationships/image" Target="../media/image51.png" /><Relationship Id="rId4" Type="http://schemas.openxmlformats.org/officeDocument/2006/relationships/image" Target="../media/image42.png" /><Relationship Id="rId9" Type="http://schemas.openxmlformats.org/officeDocument/2006/relationships/customXml" Target="../ink/ink9.xml" 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 /><Relationship Id="rId3" Type="http://schemas.openxmlformats.org/officeDocument/2006/relationships/image" Target="../media/image50.png" /><Relationship Id="rId7" Type="http://schemas.openxmlformats.org/officeDocument/2006/relationships/customXml" Target="../ink/ink10.xml" /><Relationship Id="rId2" Type="http://schemas.openxmlformats.org/officeDocument/2006/relationships/hyperlink" Target="https://dl.acm.org/doi/10.1145/1835449.1835563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3.png" /><Relationship Id="rId5" Type="http://schemas.openxmlformats.org/officeDocument/2006/relationships/image" Target="../media/image52.png" /><Relationship Id="rId4" Type="http://schemas.openxmlformats.org/officeDocument/2006/relationships/image" Target="../media/image510.png" 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2.08909" TargetMode="External" /><Relationship Id="rId2" Type="http://schemas.openxmlformats.org/officeDocument/2006/relationships/image" Target="../media/image55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6.png" /><Relationship Id="rId5" Type="http://schemas.openxmlformats.org/officeDocument/2006/relationships/customXml" Target="../ink/ink11.xml" /><Relationship Id="rId4" Type="http://schemas.openxmlformats.org/officeDocument/2006/relationships/image" Target="../media/image550.png" 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4.xml" 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 /><Relationship Id="rId2" Type="http://schemas.openxmlformats.org/officeDocument/2006/relationships/image" Target="../media/image57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8.png" 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 /><Relationship Id="rId7" Type="http://schemas.openxmlformats.org/officeDocument/2006/relationships/hyperlink" Target="https://drive.google.com/file/d/1YUpp7L1SCK6jgdfFObsqHKXrq6HC-TLp/view" TargetMode="External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3.png" /><Relationship Id="rId5" Type="http://schemas.openxmlformats.org/officeDocument/2006/relationships/image" Target="../media/image62.png" /><Relationship Id="rId4" Type="http://schemas.openxmlformats.org/officeDocument/2006/relationships/image" Target="../media/image61.png" 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 /><Relationship Id="rId3" Type="http://schemas.openxmlformats.org/officeDocument/2006/relationships/image" Target="../media/image61.png" /><Relationship Id="rId7" Type="http://schemas.openxmlformats.org/officeDocument/2006/relationships/image" Target="../media/image65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0.png" /><Relationship Id="rId5" Type="http://schemas.openxmlformats.org/officeDocument/2006/relationships/image" Target="../media/image64.png" /><Relationship Id="rId4" Type="http://schemas.openxmlformats.org/officeDocument/2006/relationships/image" Target="../media/image62.png" /><Relationship Id="rId9" Type="http://schemas.openxmlformats.org/officeDocument/2006/relationships/image" Target="../media/image66.png" 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 /><Relationship Id="rId3" Type="http://schemas.openxmlformats.org/officeDocument/2006/relationships/image" Target="../media/image67.png" /><Relationship Id="rId7" Type="http://schemas.openxmlformats.org/officeDocument/2006/relationships/image" Target="../media/image71.png" /><Relationship Id="rId2" Type="http://schemas.openxmlformats.org/officeDocument/2006/relationships/image" Target="../media/image650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0.png" /><Relationship Id="rId11" Type="http://schemas.openxmlformats.org/officeDocument/2006/relationships/image" Target="../media/image74.png" /><Relationship Id="rId5" Type="http://schemas.openxmlformats.org/officeDocument/2006/relationships/image" Target="../media/image69.png" /><Relationship Id="rId10" Type="http://schemas.openxmlformats.org/officeDocument/2006/relationships/customXml" Target="../ink/ink14.xml" /><Relationship Id="rId4" Type="http://schemas.openxmlformats.org/officeDocument/2006/relationships/image" Target="../media/image68.png" /><Relationship Id="rId9" Type="http://schemas.openxmlformats.org/officeDocument/2006/relationships/image" Target="../media/image73.png" 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 /><Relationship Id="rId2" Type="http://schemas.openxmlformats.org/officeDocument/2006/relationships/customXml" Target="../ink/ink15.xml" /><Relationship Id="rId1" Type="http://schemas.openxmlformats.org/officeDocument/2006/relationships/slideLayout" Target="../slideLayouts/slideLayout2.xml" 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 /><Relationship Id="rId3" Type="http://schemas.openxmlformats.org/officeDocument/2006/relationships/image" Target="../media/image61.png" /><Relationship Id="rId7" Type="http://schemas.openxmlformats.org/officeDocument/2006/relationships/image" Target="../media/image750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740.png" /><Relationship Id="rId5" Type="http://schemas.openxmlformats.org/officeDocument/2006/relationships/image" Target="../media/image76.png" /><Relationship Id="rId4" Type="http://schemas.openxmlformats.org/officeDocument/2006/relationships/image" Target="../media/image62.png" /><Relationship Id="rId9" Type="http://schemas.openxmlformats.org/officeDocument/2006/relationships/image" Target="../media/image77.png" 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 /><Relationship Id="rId3" Type="http://schemas.openxmlformats.org/officeDocument/2006/relationships/image" Target="../media/image61.png" /><Relationship Id="rId7" Type="http://schemas.openxmlformats.org/officeDocument/2006/relationships/image" Target="../media/image750.png" /><Relationship Id="rId2" Type="http://schemas.openxmlformats.org/officeDocument/2006/relationships/image" Target="../media/image59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740.png" /><Relationship Id="rId5" Type="http://schemas.openxmlformats.org/officeDocument/2006/relationships/image" Target="../media/image76.png" /><Relationship Id="rId4" Type="http://schemas.openxmlformats.org/officeDocument/2006/relationships/image" Target="../media/image62.png" /><Relationship Id="rId9" Type="http://schemas.openxmlformats.org/officeDocument/2006/relationships/image" Target="../media/image78.png" 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 /><Relationship Id="rId3" Type="http://schemas.openxmlformats.org/officeDocument/2006/relationships/image" Target="../media/image59.png" /><Relationship Id="rId7" Type="http://schemas.openxmlformats.org/officeDocument/2006/relationships/image" Target="../media/image770.png" /><Relationship Id="rId2" Type="http://schemas.openxmlformats.org/officeDocument/2006/relationships/image" Target="../media/image760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740.png" /><Relationship Id="rId5" Type="http://schemas.openxmlformats.org/officeDocument/2006/relationships/image" Target="../media/image62.png" /><Relationship Id="rId4" Type="http://schemas.openxmlformats.org/officeDocument/2006/relationships/image" Target="../media/image61.png" /><Relationship Id="rId9" Type="http://schemas.openxmlformats.org/officeDocument/2006/relationships/image" Target="../media/image79.png" 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 /><Relationship Id="rId2" Type="http://schemas.openxmlformats.org/officeDocument/2006/relationships/image" Target="../media/image80.png" /><Relationship Id="rId1" Type="http://schemas.openxmlformats.org/officeDocument/2006/relationships/slideLayout" Target="../slideLayouts/slideLayout2.xml" 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 /><Relationship Id="rId2" Type="http://schemas.openxmlformats.org/officeDocument/2006/relationships/customXml" Target="../ink/ink19.xml" /><Relationship Id="rId1" Type="http://schemas.openxmlformats.org/officeDocument/2006/relationships/slideLayout" Target="../slideLayouts/slideLayout2.xml" 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 /><Relationship Id="rId2" Type="http://schemas.openxmlformats.org/officeDocument/2006/relationships/image" Target="../media/image790.png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83.png" /><Relationship Id="rId5" Type="http://schemas.openxmlformats.org/officeDocument/2006/relationships/customXml" Target="../ink/ink20.xml" /><Relationship Id="rId4" Type="http://schemas.openxmlformats.org/officeDocument/2006/relationships/image" Target="../media/image76.png" 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 /><Relationship Id="rId2" Type="http://schemas.openxmlformats.org/officeDocument/2006/relationships/image" Target="../media/image810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4.png" 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 /><Relationship Id="rId2" Type="http://schemas.openxmlformats.org/officeDocument/2006/relationships/hyperlink" Target="https://arxiv.org/pdf/2007.01282.pdf" TargetMode="External" /><Relationship Id="rId1" Type="http://schemas.openxmlformats.org/officeDocument/2006/relationships/slideLayout" Target="../slideLayouts/slideLayout2.xml" 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 /><Relationship Id="rId3" Type="http://schemas.openxmlformats.org/officeDocument/2006/relationships/hyperlink" Target="https://arxiv.org/abs/2005.11401" TargetMode="External" /><Relationship Id="rId7" Type="http://schemas.openxmlformats.org/officeDocument/2006/relationships/customXml" Target="../ink/ink22.xml" /><Relationship Id="rId2" Type="http://schemas.openxmlformats.org/officeDocument/2006/relationships/image" Target="../media/image86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40.png" /><Relationship Id="rId5" Type="http://schemas.openxmlformats.org/officeDocument/2006/relationships/hyperlink" Target="https://www.jeopardy.com/" TargetMode="External" /><Relationship Id="rId10" Type="http://schemas.openxmlformats.org/officeDocument/2006/relationships/image" Target="../media/image860.png" /><Relationship Id="rId4" Type="http://schemas.openxmlformats.org/officeDocument/2006/relationships/hyperlink" Target="https://fever.ai/" TargetMode="External" /><Relationship Id="rId9" Type="http://schemas.openxmlformats.org/officeDocument/2006/relationships/customXml" Target="../ink/ink23.xml" 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 /><Relationship Id="rId2" Type="http://schemas.openxmlformats.org/officeDocument/2006/relationships/image" Target="../media/image8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89.png" /><Relationship Id="rId5" Type="http://schemas.openxmlformats.org/officeDocument/2006/relationships/customXml" Target="../ink/ink25.xml" /><Relationship Id="rId4" Type="http://schemas.openxmlformats.org/officeDocument/2006/relationships/image" Target="../media/image88.png" 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 /><Relationship Id="rId3" Type="http://schemas.openxmlformats.org/officeDocument/2006/relationships/hyperlink" Target="https://github.com/huggingface/transformers/blob/00c1d87a7d5c8dfb4554370983b5a3f7c069edd7/src/transformers/models/rag/modeling_rag.py#L1387" TargetMode="External" /><Relationship Id="rId7" Type="http://schemas.openxmlformats.org/officeDocument/2006/relationships/customXml" Target="../ink/ink26.xml" /><Relationship Id="rId2" Type="http://schemas.openxmlformats.org/officeDocument/2006/relationships/hyperlink" Target="https://github.com/huggingface/transformers/blob/main/src/transformers/models/rag/modeling_rag.py#L1130" TargetMode="Externa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0.png" /><Relationship Id="rId5" Type="http://schemas.openxmlformats.org/officeDocument/2006/relationships/image" Target="../media/image890.png" /><Relationship Id="rId4" Type="http://schemas.openxmlformats.org/officeDocument/2006/relationships/hyperlink" Target="https://github.com/huggingface/transformers/blob/main/src/transformers/models/rag/modeling_rag.py" TargetMode="External" 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 /><Relationship Id="rId2" Type="http://schemas.openxmlformats.org/officeDocument/2006/relationships/image" Target="../media/image92.png" /><Relationship Id="rId1" Type="http://schemas.openxmlformats.org/officeDocument/2006/relationships/slideLayout" Target="../slideLayouts/slideLayout2.xml" 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 /><Relationship Id="rId7" Type="http://schemas.openxmlformats.org/officeDocument/2006/relationships/image" Target="../media/image95.png" /><Relationship Id="rId2" Type="http://schemas.openxmlformats.org/officeDocument/2006/relationships/hyperlink" Target="https://arxiv.org/abs/2305.01625" TargetMode="External" /><Relationship Id="rId1" Type="http://schemas.openxmlformats.org/officeDocument/2006/relationships/slideLayout" Target="../slideLayouts/slideLayout4.xml" /><Relationship Id="rId6" Type="http://schemas.openxmlformats.org/officeDocument/2006/relationships/customXml" Target="../ink/ink28.xml" /><Relationship Id="rId5" Type="http://schemas.openxmlformats.org/officeDocument/2006/relationships/image" Target="../media/image94.png" /><Relationship Id="rId4" Type="http://schemas.openxmlformats.org/officeDocument/2006/relationships/customXml" Target="../ink/ink27.xml" 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 /><Relationship Id="rId2" Type="http://schemas.openxmlformats.org/officeDocument/2006/relationships/image" Target="../media/image950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7.png" /><Relationship Id="rId5" Type="http://schemas.openxmlformats.org/officeDocument/2006/relationships/customXml" Target="../ink/ink30.xml" /><Relationship Id="rId4" Type="http://schemas.openxmlformats.org/officeDocument/2006/relationships/image" Target="../media/image9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Retrieval Augmented</a:t>
            </a:r>
            <a:br>
              <a:rPr lang="en-US"/>
            </a:br>
            <a:r>
              <a:rPr lang="en-US"/>
              <a:t>Language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71265"/>
            <a:ext cx="9144000" cy="2333625"/>
          </a:xfrm>
        </p:spPr>
        <p:txBody>
          <a:bodyPr/>
          <a:lstStyle/>
          <a:p>
            <a:r>
              <a:rPr lang="en-US"/>
              <a:t>CS728</a:t>
            </a:r>
          </a:p>
          <a:p>
            <a:r>
              <a:rPr lang="en-US"/>
              <a:t>Soumen Chakrabarti</a:t>
            </a:r>
          </a:p>
          <a:p>
            <a:r>
              <a:rPr lang="en-US"/>
              <a:t>Yatin Nandwani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Motivation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Drawbacks of Parametric LLMs – </a:t>
            </a:r>
            <a:r>
              <a:rPr lang="en-US" i="1" dirty="0">
                <a:solidFill>
                  <a:schemeClr val="accent1"/>
                </a:solidFill>
              </a:rPr>
              <a:t>hallucination, verification …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Motivating Retrieval-based LLMs </a:t>
            </a:r>
            <a:r>
              <a:rPr lang="en-US" i="1" dirty="0">
                <a:solidFill>
                  <a:schemeClr val="accent1"/>
                </a:solidFill>
              </a:rPr>
              <a:t>– close book vs open book</a:t>
            </a:r>
          </a:p>
          <a:p>
            <a:pPr>
              <a:lnSpc>
                <a:spcPct val="150000"/>
              </a:lnSpc>
            </a:pPr>
            <a:r>
              <a:rPr lang="en-US" dirty="0"/>
              <a:t>Major components of Retrieval-based LLMs  – </a:t>
            </a:r>
            <a:r>
              <a:rPr lang="en-US" i="1" dirty="0">
                <a:solidFill>
                  <a:schemeClr val="accent1"/>
                </a:solidFill>
              </a:rPr>
              <a:t>index, retrieve, read …</a:t>
            </a:r>
          </a:p>
          <a:p>
            <a:pPr>
              <a:lnSpc>
                <a:spcPct val="150000"/>
              </a:lnSpc>
            </a:pPr>
            <a:r>
              <a:rPr lang="en-US" dirty="0"/>
              <a:t>Retrieval Methods – </a:t>
            </a:r>
            <a:r>
              <a:rPr lang="en-US" i="1" dirty="0">
                <a:solidFill>
                  <a:schemeClr val="accent1"/>
                </a:solidFill>
              </a:rPr>
              <a:t>sparse, dense, reranking, black-box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kNN</a:t>
            </a:r>
            <a:r>
              <a:rPr lang="en-US" dirty="0"/>
              <a:t>, RETRO, REALM, RAG – </a:t>
            </a:r>
            <a:r>
              <a:rPr lang="en-US" i="1" dirty="0">
                <a:solidFill>
                  <a:schemeClr val="accent1"/>
                </a:solidFill>
              </a:rPr>
              <a:t>seminal works</a:t>
            </a:r>
          </a:p>
          <a:p>
            <a:pPr>
              <a:lnSpc>
                <a:spcPct val="150000"/>
              </a:lnSpc>
            </a:pPr>
            <a:r>
              <a:rPr lang="en-US" dirty="0"/>
              <a:t>Overview of Training Techniques – </a:t>
            </a:r>
            <a:r>
              <a:rPr lang="en-US" i="1" dirty="0">
                <a:solidFill>
                  <a:schemeClr val="accent1"/>
                </a:solidFill>
              </a:rPr>
              <a:t>independent, sequential, joint training ...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Limitations – </a:t>
            </a:r>
            <a:r>
              <a:rPr lang="en-US" i="1" dirty="0">
                <a:solidFill>
                  <a:schemeClr val="accent1"/>
                </a:solidFill>
              </a:rPr>
              <a:t>lost in the middle, still hallucinating, retriever failures ...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</a:t>
            </a:fld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61160" y="3209040"/>
              <a:ext cx="10725120" cy="14547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3"/>
            </p:blipFill>
            <p:spPr>
              <a:xfrm>
                <a:off x="461160" y="3209040"/>
                <a:ext cx="10725120" cy="14547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Motivation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Drawbacks of Parametric LLMs – </a:t>
            </a:r>
            <a:r>
              <a:rPr lang="en-US" i="1" dirty="0">
                <a:solidFill>
                  <a:schemeClr val="accent1"/>
                </a:solidFill>
              </a:rPr>
              <a:t>hallucination, verification …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Motivating Retrieval-based LLMs </a:t>
            </a:r>
            <a:r>
              <a:rPr lang="en-US" i="1" dirty="0">
                <a:solidFill>
                  <a:schemeClr val="accent1"/>
                </a:solidFill>
              </a:rPr>
              <a:t>– close book vs open book</a:t>
            </a:r>
          </a:p>
          <a:p>
            <a:pPr>
              <a:lnSpc>
                <a:spcPct val="150000"/>
              </a:lnSpc>
            </a:pPr>
            <a:r>
              <a:rPr lang="en-US" dirty="0"/>
              <a:t>Major components of Retrieval-based LLMs  – </a:t>
            </a:r>
            <a:r>
              <a:rPr lang="en-US" i="1" dirty="0">
                <a:solidFill>
                  <a:schemeClr val="accent1"/>
                </a:solidFill>
              </a:rPr>
              <a:t>index, retrieve, read …</a:t>
            </a:r>
          </a:p>
          <a:p>
            <a:pPr>
              <a:lnSpc>
                <a:spcPct val="150000"/>
              </a:lnSpc>
            </a:pPr>
            <a:r>
              <a:rPr lang="en-US" dirty="0"/>
              <a:t>Retrieval Methods – </a:t>
            </a:r>
            <a:r>
              <a:rPr lang="en-US" i="1" dirty="0">
                <a:solidFill>
                  <a:schemeClr val="accent1"/>
                </a:solidFill>
              </a:rPr>
              <a:t>sparse, dense, reranking, black-box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kNN</a:t>
            </a:r>
            <a:r>
              <a:rPr lang="en-US" dirty="0"/>
              <a:t>, RETRO, REALM, RAG – </a:t>
            </a:r>
            <a:r>
              <a:rPr lang="en-US" i="1" dirty="0">
                <a:solidFill>
                  <a:schemeClr val="accent1"/>
                </a:solidFill>
              </a:rPr>
              <a:t>seminal works</a:t>
            </a:r>
          </a:p>
          <a:p>
            <a:pPr>
              <a:lnSpc>
                <a:spcPct val="150000"/>
              </a:lnSpc>
            </a:pPr>
            <a:r>
              <a:rPr lang="en-US" dirty="0"/>
              <a:t>Overview of Training Techniques – </a:t>
            </a:r>
            <a:r>
              <a:rPr lang="en-US" i="1" dirty="0">
                <a:solidFill>
                  <a:schemeClr val="accent1"/>
                </a:solidFill>
              </a:rPr>
              <a:t>independent, sequential, joint training ...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Limitations – </a:t>
            </a:r>
            <a:r>
              <a:rPr lang="en-US" i="1" dirty="0">
                <a:solidFill>
                  <a:schemeClr val="accent1"/>
                </a:solidFill>
              </a:rPr>
              <a:t>lost in the middle, still hallucinating, retriever failures ...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</a:t>
            </a:fld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279572" y="1569576"/>
            <a:ext cx="11314321" cy="600352"/>
          </a:xfrm>
          <a:prstGeom prst="rect">
            <a:avLst/>
          </a:prstGeom>
          <a:solidFill>
            <a:schemeClr val="bg1">
              <a:alpha val="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LLMs – amazing creative writers!</a:t>
            </a: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" y="912495"/>
            <a:ext cx="10530840" cy="58032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4</a:t>
            </a:fld>
            <a:endParaRPr lang="cs-CZ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Parametric LLMs: stellar exam performance!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36" y="1143249"/>
            <a:ext cx="5628350" cy="44913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63476" y="4411668"/>
            <a:ext cx="3857694" cy="56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40" dirty="0" err="1"/>
              <a:t>OpenAI</a:t>
            </a:r>
            <a:r>
              <a:rPr lang="en-US" sz="1540" dirty="0"/>
              <a:t> – GPT-4 Technical Report</a:t>
            </a:r>
          </a:p>
          <a:p>
            <a:r>
              <a:rPr lang="en-US" sz="1540" dirty="0">
                <a:hlinkClick r:id="rId3"/>
              </a:rPr>
              <a:t>https://arxiv.org/abs/2303.08774</a:t>
            </a:r>
            <a:endParaRPr lang="en-US" sz="154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020519"/>
            <a:ext cx="609587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4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</a:t>
            </a:fld>
            <a:endParaRPr lang="cs-CZ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" y="912495"/>
            <a:ext cx="11404600" cy="539051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6</a:t>
            </a:fld>
            <a:endParaRPr lang="cs-CZ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912495"/>
            <a:ext cx="9030335" cy="585470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7</a:t>
            </a:fld>
            <a:endParaRPr lang="cs-CZ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503" y="2038425"/>
            <a:ext cx="7041277" cy="4678370"/>
            <a:chOff x="646653" y="1296631"/>
            <a:chExt cx="8174020" cy="529878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653" y="1296631"/>
              <a:ext cx="8174020" cy="529878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909518" y="4675884"/>
              <a:ext cx="4756633" cy="2699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155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8</a:t>
            </a:fld>
            <a:endParaRPr lang="cs-CZ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524" y="912651"/>
            <a:ext cx="6558668" cy="384862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9</a:t>
            </a:fld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434" y="2119911"/>
            <a:ext cx="6642227" cy="4635795"/>
            <a:chOff x="646653" y="1296631"/>
            <a:chExt cx="8174020" cy="529878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653" y="1296631"/>
              <a:ext cx="8174020" cy="529878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955699" y="5271581"/>
              <a:ext cx="4848995" cy="2699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155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751" y="912603"/>
            <a:ext cx="7295151" cy="42611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26" y="1748409"/>
            <a:ext cx="4679549" cy="2344502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611802"/>
            <a:ext cx="6524956" cy="13676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09" y="3207086"/>
            <a:ext cx="6452659" cy="20391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545" y="4175525"/>
            <a:ext cx="5342790" cy="2039112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cxnSp>
        <p:nvCxnSpPr>
          <p:cNvPr id="12" name="Straight Connector 11"/>
          <p:cNvCxnSpPr/>
          <p:nvPr/>
        </p:nvCxnSpPr>
        <p:spPr>
          <a:xfrm>
            <a:off x="11210544" y="4175760"/>
            <a:ext cx="84734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14032" y="4407408"/>
            <a:ext cx="306019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9" y="153270"/>
            <a:ext cx="6452659" cy="203911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490" y="225825"/>
            <a:ext cx="5342790" cy="2039112"/>
          </a:xfrm>
          <a:prstGeom prst="rect">
            <a:avLst/>
          </a:prstGeom>
          <a:ln w="25400">
            <a:solidFill>
              <a:srgbClr val="0070C0"/>
            </a:solidFill>
          </a:ln>
        </p:spPr>
      </p:pic>
      <p:cxnSp>
        <p:nvCxnSpPr>
          <p:cNvPr id="3" name="Straight Connector 2"/>
          <p:cNvCxnSpPr/>
          <p:nvPr/>
        </p:nvCxnSpPr>
        <p:spPr>
          <a:xfrm>
            <a:off x="11210544" y="1798320"/>
            <a:ext cx="84734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7114032" y="2029968"/>
            <a:ext cx="306019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07" y="2133757"/>
            <a:ext cx="6504786" cy="259048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6791298" y="2380164"/>
            <a:ext cx="5342790" cy="2431357"/>
            <a:chOff x="6791298" y="2380164"/>
            <a:chExt cx="5342790" cy="2431357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91298" y="2380164"/>
              <a:ext cx="5342790" cy="2431357"/>
            </a:xfrm>
            <a:prstGeom prst="rect">
              <a:avLst/>
            </a:prstGeom>
            <a:ln w="12700">
              <a:solidFill>
                <a:srgbClr val="FF0000"/>
              </a:solidFill>
            </a:ln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7290816" y="3395472"/>
              <a:ext cx="466344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290816" y="3151632"/>
              <a:ext cx="4108704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" y="3303079"/>
            <a:ext cx="6449922" cy="34652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in parametric LLMs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1" y="712997"/>
            <a:ext cx="6504786" cy="25904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b="6091"/>
          <a:stretch>
            <a:fillRect/>
          </a:stretch>
        </p:blipFill>
        <p:spPr>
          <a:xfrm>
            <a:off x="6729449" y="1027113"/>
            <a:ext cx="5342790" cy="2283269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cxnSp>
        <p:nvCxnSpPr>
          <p:cNvPr id="11" name="Straight Connector 10"/>
          <p:cNvCxnSpPr/>
          <p:nvPr/>
        </p:nvCxnSpPr>
        <p:spPr>
          <a:xfrm>
            <a:off x="7290816" y="1292352"/>
            <a:ext cx="466344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290816" y="1030224"/>
            <a:ext cx="410870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449" y="3386264"/>
            <a:ext cx="5342790" cy="2207185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394" y="130746"/>
            <a:ext cx="5342790" cy="2207185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b="70172"/>
          <a:stretch>
            <a:fillRect/>
          </a:stretch>
        </p:blipFill>
        <p:spPr>
          <a:xfrm>
            <a:off x="50229" y="130746"/>
            <a:ext cx="6449922" cy="10335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t="72485"/>
          <a:stretch>
            <a:fillRect/>
          </a:stretch>
        </p:blipFill>
        <p:spPr>
          <a:xfrm>
            <a:off x="249936" y="1902412"/>
            <a:ext cx="6449922" cy="9534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38096" b="44488"/>
          <a:stretch>
            <a:fillRect/>
          </a:stretch>
        </p:blipFill>
        <p:spPr>
          <a:xfrm>
            <a:off x="249936" y="1231622"/>
            <a:ext cx="6449922" cy="6035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rcRect l="29395" r="1865"/>
          <a:stretch>
            <a:fillRect/>
          </a:stretch>
        </p:blipFill>
        <p:spPr>
          <a:xfrm>
            <a:off x="1248396" y="2855859"/>
            <a:ext cx="5342790" cy="12379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36" y="4118289"/>
            <a:ext cx="6271146" cy="85720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36" y="4858576"/>
            <a:ext cx="6271146" cy="1535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14" y="106878"/>
            <a:ext cx="6095879" cy="59306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874" y="369971"/>
            <a:ext cx="6319912" cy="45230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963544"/>
            <a:ext cx="609587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5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14</a:t>
            </a:fld>
            <a:endParaRPr lang="cs-CZ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Retrieval in the age of generative AI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" y="1270000"/>
            <a:ext cx="6511925" cy="2422525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b="12822"/>
          <a:stretch>
            <a:fillRect/>
          </a:stretch>
        </p:blipFill>
        <p:spPr>
          <a:xfrm>
            <a:off x="169545" y="4063365"/>
            <a:ext cx="6511925" cy="2560320"/>
          </a:xfrm>
          <a:prstGeom prst="rect">
            <a:avLst/>
          </a:prstGeo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700" y="1282065"/>
            <a:ext cx="4540885" cy="344932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8" name="Text Box 7"/>
          <p:cNvSpPr txBox="1"/>
          <p:nvPr/>
        </p:nvSpPr>
        <p:spPr>
          <a:xfrm>
            <a:off x="7049770" y="4928235"/>
            <a:ext cx="4965065" cy="18148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/>
              <a:t>Retrieval from trusted sources remains a cornerstone of hallucination mitigation strategies</a:t>
            </a:r>
          </a:p>
        </p:txBody>
      </p:sp>
      <p:sp>
        <p:nvSpPr>
          <p:cNvPr id="2" name="Text Box 1"/>
          <p:cNvSpPr txBox="1"/>
          <p:nvPr/>
        </p:nvSpPr>
        <p:spPr>
          <a:xfrm rot="16200000">
            <a:off x="10887075" y="2616200"/>
            <a:ext cx="2149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(h/t Rudra Murthy)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Limitations of Parametric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Hallucinations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Verifiability issues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Copyright issues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Knowledge cut-offs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Learning failures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73" y="2089754"/>
            <a:ext cx="8109966" cy="1835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33839" y="3589783"/>
            <a:ext cx="5680251" cy="26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155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4518" y="2069251"/>
            <a:ext cx="6657914" cy="4657602"/>
            <a:chOff x="646653" y="1296631"/>
            <a:chExt cx="8174020" cy="529878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653" y="1296631"/>
              <a:ext cx="8174020" cy="529878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140422" y="4983155"/>
              <a:ext cx="4110100" cy="2699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155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645" y="912488"/>
            <a:ext cx="7289711" cy="342319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17</a:t>
            </a:fld>
            <a:endParaRPr lang="cs-CZ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74518" y="2079411"/>
            <a:ext cx="6657914" cy="4657602"/>
            <a:chOff x="646653" y="1296631"/>
            <a:chExt cx="8174020" cy="529878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653" y="1296631"/>
              <a:ext cx="8174020" cy="529878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3140422" y="4983155"/>
              <a:ext cx="4110100" cy="26994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155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645" y="912488"/>
            <a:ext cx="7289711" cy="342319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18</a:t>
            </a:fld>
            <a:endParaRPr lang="cs-CZ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Verifiability</a:t>
            </a:r>
          </a:p>
        </p:txBody>
      </p:sp>
      <p:sp>
        <p:nvSpPr>
          <p:cNvPr id="4" name="Oval 3"/>
          <p:cNvSpPr/>
          <p:nvPr/>
        </p:nvSpPr>
        <p:spPr>
          <a:xfrm>
            <a:off x="6232789" y="1466683"/>
            <a:ext cx="5310804" cy="553188"/>
          </a:xfrm>
          <a:prstGeom prst="ellipse">
            <a:avLst/>
          </a:prstGeom>
          <a:solidFill>
            <a:srgbClr val="FF0000">
              <a:alpha val="1670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9" name="Oval 8"/>
          <p:cNvSpPr/>
          <p:nvPr/>
        </p:nvSpPr>
        <p:spPr>
          <a:xfrm>
            <a:off x="1591119" y="4925322"/>
            <a:ext cx="4901283" cy="553188"/>
          </a:xfrm>
          <a:prstGeom prst="ellipse">
            <a:avLst/>
          </a:prstGeom>
          <a:solidFill>
            <a:srgbClr val="FF0000">
              <a:alpha val="990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Limitations of Parametric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Hallucinations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Verifiability issues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Knowledge cut-offs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Learning failures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633" y="913182"/>
            <a:ext cx="7632913" cy="32987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6733" y="2504901"/>
            <a:ext cx="2724673" cy="2699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sz="1155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19</a:t>
            </a:fld>
            <a:endParaRPr lang="cs-CZ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info is “baked into” LLM weights?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9584055" cy="5859780"/>
          </a:xfrm>
        </p:spPr>
        <p:txBody>
          <a:bodyPr/>
          <a:lstStyle/>
          <a:p>
            <a:r>
              <a:rPr lang="en-US"/>
              <a:t>Language syntax</a:t>
            </a:r>
          </a:p>
          <a:p>
            <a:r>
              <a:rPr lang="en-US"/>
              <a:t>Conversation, “think step by step”</a:t>
            </a:r>
          </a:p>
          <a:p>
            <a:r>
              <a:rPr lang="en-US"/>
              <a:t>Some math and logic skills</a:t>
            </a:r>
          </a:p>
          <a:p>
            <a:r>
              <a:rPr lang="en-US"/>
              <a:t>Factual knowledge from corpus and KG</a:t>
            </a:r>
          </a:p>
          <a:p>
            <a:pPr lvl="1"/>
            <a:r>
              <a:rPr lang="en-US"/>
              <a:t>Facts change with time</a:t>
            </a:r>
          </a:p>
          <a:p>
            <a:pPr lvl="1"/>
            <a:r>
              <a:rPr lang="en-US"/>
              <a:t>Or across regions (e.g., law, tax)</a:t>
            </a:r>
          </a:p>
          <a:p>
            <a:pPr lvl="1"/>
            <a:r>
              <a:rPr lang="en-US"/>
              <a:t>Baking into LLM not a good idea</a:t>
            </a:r>
          </a:p>
          <a:p>
            <a:pPr lvl="1"/>
            <a:r>
              <a:rPr lang="en-US"/>
              <a:t>(Next round of baking costs time and CO</a:t>
            </a:r>
            <a:r>
              <a:rPr lang="en-US" baseline="-25000"/>
              <a:t>2</a:t>
            </a:r>
            <a:r>
              <a:rPr lang="en-US"/>
              <a:t>)</a:t>
            </a:r>
          </a:p>
          <a:p>
            <a:pPr lvl="0"/>
            <a:r>
              <a:rPr lang="en-US"/>
              <a:t>“Closed book” vs “open book” </a:t>
            </a:r>
            <a:r>
              <a:rPr lang="en-US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7184" r="-17184"/>
          <a:stretch>
            <a:fillRect/>
          </a:stretch>
        </p:blipFill>
        <p:spPr>
          <a:xfrm>
            <a:off x="9881235" y="4112895"/>
            <a:ext cx="2660015" cy="266001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LLMs – Training vs 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6" y="1523358"/>
            <a:ext cx="9079688" cy="4366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" y="6562090"/>
            <a:ext cx="640207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4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21</a:t>
            </a:fld>
            <a:endParaRPr lang="cs-CZ"/>
          </a:p>
        </p:txBody>
      </p:sp>
      <p:sp>
        <p:nvSpPr>
          <p:cNvPr id="3" name="Rectangle 2"/>
          <p:cNvSpPr/>
          <p:nvPr/>
        </p:nvSpPr>
        <p:spPr>
          <a:xfrm>
            <a:off x="214313" y="1584325"/>
            <a:ext cx="4764881" cy="4305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LLMs – Training vs Test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22</a:t>
            </a:fld>
            <a:endParaRPr lang="cs-CZ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6" y="1523358"/>
            <a:ext cx="9079688" cy="43666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426" y="1689936"/>
            <a:ext cx="4153400" cy="16919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4313" y="1584325"/>
            <a:ext cx="4764881" cy="4305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5"/>
          <p:cNvSpPr txBox="1"/>
          <p:nvPr/>
        </p:nvSpPr>
        <p:spPr>
          <a:xfrm>
            <a:off x="74295" y="6562090"/>
            <a:ext cx="640207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5"/>
              </a:rPr>
              <a:t>https://drive.google.com/file/d/1YUpp7L1SCK6jgdfFObsqHKXrq6HC-TLp/view</a:t>
            </a:r>
            <a:endParaRPr lang="en-US" sz="115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LLMs – Training vs Test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23</a:t>
            </a:fld>
            <a:endParaRPr lang="cs-CZ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26" y="1523358"/>
            <a:ext cx="9079688" cy="43666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426" y="1689936"/>
            <a:ext cx="4153400" cy="169194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4295" y="6562090"/>
            <a:ext cx="640207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5"/>
              </a:rPr>
              <a:t>https://drive.google.com/file/d/1YUpp7L1SCK6jgdfFObsqHKXrq6HC-TLp/view</a:t>
            </a:r>
            <a:endParaRPr lang="en-US" sz="115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Book vs Open Book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385" y="6588145"/>
            <a:ext cx="609587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Image source: </a:t>
            </a:r>
            <a:r>
              <a:rPr lang="en-US" sz="1155" dirty="0">
                <a:hlinkClick r:id="rId3"/>
              </a:rPr>
              <a:t>http://arxiv.org/abs/2403.10131</a:t>
            </a:r>
            <a:endParaRPr lang="en-US" sz="115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96" y="2830728"/>
            <a:ext cx="10660917" cy="29534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9191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Parametric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480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Retrieval-based LLMs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3990" y="1791362"/>
            <a:ext cx="4618090" cy="852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13" name="Rectangle 12"/>
          <p:cNvSpPr/>
          <p:nvPr/>
        </p:nvSpPr>
        <p:spPr>
          <a:xfrm>
            <a:off x="6096000" y="2849674"/>
            <a:ext cx="5785395" cy="3121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24</a:t>
            </a:fld>
            <a:endParaRPr lang="cs-CZ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Book vs Open Book Exams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6" y="2830728"/>
            <a:ext cx="10660917" cy="29534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9191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Parametric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480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Retrieval-based LLMs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03990" y="1791362"/>
            <a:ext cx="4618090" cy="852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25</a:t>
            </a:fld>
            <a:endParaRPr lang="cs-CZ"/>
          </a:p>
        </p:txBody>
      </p:sp>
      <p:sp>
        <p:nvSpPr>
          <p:cNvPr id="3" name="TextBox 4"/>
          <p:cNvSpPr txBox="1"/>
          <p:nvPr/>
        </p:nvSpPr>
        <p:spPr>
          <a:xfrm>
            <a:off x="74385" y="6588145"/>
            <a:ext cx="609587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Image source: </a:t>
            </a:r>
            <a:r>
              <a:rPr lang="en-US" sz="1155" dirty="0">
                <a:hlinkClick r:id="rId4"/>
              </a:rPr>
              <a:t>http://arxiv.org/abs/2403.10131</a:t>
            </a:r>
            <a:endParaRPr lang="en-US" sz="115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6" y="2830728"/>
            <a:ext cx="10660917" cy="29534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Book vs Open Book Exams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191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Parametric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480" y="1774770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Retrieval-based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26</a:t>
            </a:fld>
            <a:endParaRPr lang="cs-CZ"/>
          </a:p>
        </p:txBody>
      </p:sp>
      <p:sp>
        <p:nvSpPr>
          <p:cNvPr id="3" name="TextBox 2"/>
          <p:cNvSpPr txBox="1"/>
          <p:nvPr/>
        </p:nvSpPr>
        <p:spPr>
          <a:xfrm>
            <a:off x="6741868" y="2302749"/>
            <a:ext cx="4756633" cy="5858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5" dirty="0">
                <a:solidFill>
                  <a:schemeClr val="accent1"/>
                </a:solidFill>
              </a:rPr>
              <a:t>(Semi-parametric LLMs)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74385" y="6588145"/>
            <a:ext cx="6095879" cy="26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Image source: </a:t>
            </a:r>
            <a:r>
              <a:rPr lang="en-US" sz="1155" dirty="0">
                <a:hlinkClick r:id="rId4"/>
              </a:rPr>
              <a:t>http://arxiv.org/abs/2403.10131</a:t>
            </a:r>
            <a:endParaRPr lang="en-US" sz="115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27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9073068" y="4146889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728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40088" y="1535583"/>
            <a:ext cx="1329210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kNN</a:t>
            </a:r>
            <a:r>
              <a:rPr lang="en-US" sz="2400" dirty="0"/>
              <a:t> 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8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22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28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8327200" y="3544909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728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7"/>
              </a:rPr>
              <a:t>https://drive.google.com/file/d/1YUpp7L1SCK6jgdfFObsqHKXrq6HC-TLp/view</a:t>
            </a:r>
            <a:endParaRPr lang="en-US" sz="115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4380480" y="4249800"/>
              <a:ext cx="2369160" cy="370440"/>
            </p14:xfrm>
          </p:contentPart>
        </mc:Choice>
        <mc:Fallback xmlns="">
          <p:pic>
            <p:nvPicPr>
              <p:cNvPr id="3" name="Ink 2"/>
            </p:nvPicPr>
            <p:blipFill>
              <a:blip r:embed="rId9"/>
            </p:blipFill>
            <p:spPr>
              <a:xfrm>
                <a:off x="4380480" y="4249800"/>
                <a:ext cx="2369160" cy="370440"/>
              </a:xfrm>
              <a:prstGeom prst="rect"/>
            </p:spPr>
          </p:pic>
        </mc:Fallback>
      </mc:AlternateContent>
      <p:sp>
        <p:nvSpPr>
          <p:cNvPr id="16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29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8327200" y="3544909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728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80534" y="2836836"/>
            <a:ext cx="132921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RETRO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7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16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30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8702980" y="2881031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728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7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16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31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529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8702980" y="2881031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728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74784" y="4078134"/>
            <a:ext cx="132921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RAG, REALM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7"/>
              </a:rPr>
              <a:t>https://drive.google.com/file/d/1YUpp7L1SCK6jgdfFObsqHKXrq6HC-TLp/view</a:t>
            </a:r>
            <a:endParaRPr lang="en-US" sz="1155" dirty="0"/>
          </a:p>
        </p:txBody>
      </p:sp>
      <p:sp>
        <p:nvSpPr>
          <p:cNvPr id="18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Book?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32</a:t>
            </a:fld>
            <a:endParaRPr lang="cs-CZ"/>
          </a:p>
        </p:txBody>
      </p:sp>
      <p:sp>
        <p:nvSpPr>
          <p:cNvPr id="5" name="object 3"/>
          <p:cNvSpPr/>
          <p:nvPr/>
        </p:nvSpPr>
        <p:spPr>
          <a:xfrm>
            <a:off x="9679481" y="3429001"/>
            <a:ext cx="1673105" cy="572590"/>
          </a:xfrm>
          <a:custGeom>
            <a:avLst/>
            <a:gdLst/>
            <a:ahLst/>
            <a:cxnLst/>
            <a:rect l="l" t="t" r="r" b="b"/>
            <a:pathLst>
              <a:path w="2759075" h="944245">
                <a:moveTo>
                  <a:pt x="2758607" y="0"/>
                </a:moveTo>
                <a:lnTo>
                  <a:pt x="0" y="0"/>
                </a:lnTo>
                <a:lnTo>
                  <a:pt x="0" y="943866"/>
                </a:lnTo>
                <a:lnTo>
                  <a:pt x="2758607" y="943866"/>
                </a:lnTo>
                <a:lnTo>
                  <a:pt x="2758607" y="0"/>
                </a:lnTo>
                <a:close/>
              </a:path>
            </a:pathLst>
          </a:custGeom>
          <a:solidFill>
            <a:srgbClr val="00A2FF"/>
          </a:solidFill>
        </p:spPr>
        <p:txBody>
          <a:bodyPr wrap="square" lIns="0" tIns="0" rIns="0" bIns="0" rtlCol="0"/>
          <a:lstStyle/>
          <a:p>
            <a:endParaRPr sz="1090" dirty="0"/>
          </a:p>
        </p:txBody>
      </p:sp>
      <p:pic>
        <p:nvPicPr>
          <p:cNvPr id="6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6967" y="4046285"/>
            <a:ext cx="177718" cy="611834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10233126" y="2392763"/>
            <a:ext cx="565660" cy="31432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21" dirty="0">
                <a:latin typeface="Arial" panose="020B0604020202020204"/>
                <a:cs typeface="Arial" panose="020B0604020202020204"/>
              </a:rPr>
              <a:t>Input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17"/>
          <p:cNvSpPr txBox="1"/>
          <p:nvPr/>
        </p:nvSpPr>
        <p:spPr>
          <a:xfrm>
            <a:off x="10129629" y="4709799"/>
            <a:ext cx="772825" cy="31432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620">
              <a:spcBef>
                <a:spcPts val="60"/>
              </a:spcBef>
            </a:pPr>
            <a:r>
              <a:rPr sz="2000" spc="-6" dirty="0">
                <a:latin typeface="Arial" panose="020B0604020202020204"/>
                <a:cs typeface="Arial" panose="020B0604020202020204"/>
              </a:rPr>
              <a:t>Output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9" name="object 18"/>
          <p:cNvGrpSpPr/>
          <p:nvPr/>
        </p:nvGrpSpPr>
        <p:grpSpPr>
          <a:xfrm>
            <a:off x="8702980" y="2881031"/>
            <a:ext cx="1279184" cy="448985"/>
            <a:chOff x="7203392" y="7522643"/>
            <a:chExt cx="2109470" cy="740410"/>
          </a:xfrm>
        </p:grpSpPr>
        <p:pic>
          <p:nvPicPr>
            <p:cNvPr id="10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03392" y="7522643"/>
              <a:ext cx="1401135" cy="739833"/>
            </a:xfrm>
            <a:prstGeom prst="rect">
              <a:avLst/>
            </a:prstGeom>
          </p:spPr>
        </p:pic>
        <p:pic>
          <p:nvPicPr>
            <p:cNvPr id="11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39513" y="7606411"/>
              <a:ext cx="1128946" cy="467472"/>
            </a:xfrm>
            <a:prstGeom prst="rect">
              <a:avLst/>
            </a:prstGeom>
          </p:spPr>
        </p:pic>
        <p:pic>
          <p:nvPicPr>
            <p:cNvPr id="12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06733" y="7574013"/>
              <a:ext cx="1191603" cy="532130"/>
            </a:xfrm>
            <a:prstGeom prst="rect">
              <a:avLst/>
            </a:prstGeom>
          </p:spPr>
        </p:pic>
        <p:pic>
          <p:nvPicPr>
            <p:cNvPr id="13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74932" y="7674730"/>
              <a:ext cx="737609" cy="381000"/>
            </a:xfrm>
            <a:prstGeom prst="rect">
              <a:avLst/>
            </a:prstGeom>
          </p:spPr>
        </p:pic>
      </p:grpSp>
      <p:pic>
        <p:nvPicPr>
          <p:cNvPr id="19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8055" y="2783247"/>
            <a:ext cx="177718" cy="611834"/>
          </a:xfrm>
          <a:prstGeom prst="rect">
            <a:avLst/>
          </a:prstGeom>
        </p:spPr>
      </p:pic>
      <p:sp>
        <p:nvSpPr>
          <p:cNvPr id="20" name="object 4"/>
          <p:cNvSpPr txBox="1"/>
          <p:nvPr/>
        </p:nvSpPr>
        <p:spPr>
          <a:xfrm>
            <a:off x="10331705" y="3526903"/>
            <a:ext cx="461308" cy="376555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6429375" cy="5271770"/>
          </a:xfrm>
        </p:spPr>
        <p:txBody>
          <a:bodyPr>
            <a:normAutofit lnSpcReduction="20000"/>
          </a:bodyPr>
          <a:lstStyle/>
          <a:p>
            <a:r>
              <a:rPr lang="en-IN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Output interpolations</a:t>
            </a:r>
            <a:r>
              <a:rPr lang="en-IN"/>
              <a:t> - </a:t>
            </a:r>
            <a:r>
              <a:rPr lang="en-US"/>
              <a:t>After solving the question yourself?  </a:t>
            </a:r>
          </a:p>
          <a:p>
            <a:pPr marL="0" indent="0">
              <a:buNone/>
            </a:pPr>
            <a:endParaRPr lang="en-US"/>
          </a:p>
          <a:p>
            <a:r>
              <a:rPr lang="en-IN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Intermediate fusion</a:t>
            </a:r>
            <a:r>
              <a:rPr lang="en-IN"/>
              <a:t> – modify the LM architecture to be aware of the book?</a:t>
            </a:r>
          </a:p>
          <a:p>
            <a:pPr marL="0" indent="0">
              <a:buNone/>
            </a:pPr>
            <a:endParaRPr lang="en-IN"/>
          </a:p>
          <a:p>
            <a:r>
              <a:rPr lang="en-IN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Input augmentation (RAG)</a:t>
            </a:r>
            <a:r>
              <a:rPr lang="en-IN"/>
              <a:t> - </a:t>
            </a:r>
            <a:r>
              <a:rPr lang="en-US"/>
              <a:t>Before you start solving?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4784" y="4078134"/>
            <a:ext cx="1329210" cy="82994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RAG, REALM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0534" y="2836836"/>
            <a:ext cx="132921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3075" y="1525743"/>
            <a:ext cx="1436370" cy="4603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 dirty="0" err="1"/>
              <a:t>kNN</a:t>
            </a:r>
            <a:r>
              <a:rPr lang="en-US" sz="2400" dirty="0"/>
              <a:t> LMs</a:t>
            </a:r>
          </a:p>
        </p:txBody>
      </p:sp>
      <p:sp>
        <p:nvSpPr>
          <p:cNvPr id="17" name="TextBox 13"/>
          <p:cNvSpPr txBox="1"/>
          <p:nvPr/>
        </p:nvSpPr>
        <p:spPr>
          <a:xfrm>
            <a:off x="74295" y="6588760"/>
            <a:ext cx="6889115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Content credit: </a:t>
            </a:r>
            <a:r>
              <a:rPr lang="en-US" sz="1155" dirty="0">
                <a:hlinkClick r:id="rId8"/>
              </a:rPr>
              <a:t>https://drive.google.com/file/d/1YUpp7L1SCK6jgdfFObsqHKXrq6HC-TLp/view</a:t>
            </a:r>
            <a:endParaRPr lang="en-US" sz="115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  <a:hlinkClick r:id="rId2" action="ppaction://hlinkfile"/>
              </a:rPr>
              <a:t>Approaches to “open book” interaction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en-US"/>
              <a:t>Keep corpus around even after training LM</a:t>
            </a:r>
          </a:p>
          <a:p>
            <a:pPr lvl="1"/>
            <a:r>
              <a:rPr lang="en-US"/>
              <a:t>Say, flat set of passages/sentences = ‘item’</a:t>
            </a:r>
          </a:p>
          <a:p>
            <a:r>
              <a:rPr lang="en-US"/>
              <a:t>Input = question = query = ‘prompt’ arrives</a:t>
            </a:r>
          </a:p>
          <a:p>
            <a:pPr lvl="1"/>
            <a:r>
              <a:rPr lang="en-US"/>
              <a:t>Encode it using the LM</a:t>
            </a:r>
          </a:p>
          <a:p>
            <a:r>
              <a:rPr lang="en-US"/>
              <a:t>In decoder mode</a:t>
            </a:r>
          </a:p>
          <a:p>
            <a:pPr lvl="1"/>
            <a:r>
              <a:rPr lang="en-US"/>
              <a:t>Consult the corpus one or more times (when? how often?)</a:t>
            </a:r>
          </a:p>
          <a:p>
            <a:pPr lvl="1"/>
            <a:r>
              <a:rPr lang="en-US"/>
              <a:t>Incorporate info from top-responding corpus items</a:t>
            </a:r>
          </a:p>
          <a:p>
            <a:pPr lvl="1"/>
            <a:r>
              <a:rPr lang="en-US"/>
              <a:t>Make generation sensitive to this info</a:t>
            </a:r>
          </a:p>
          <a:p>
            <a:r>
              <a:rPr lang="en-US"/>
              <a:t>Potential benefits</a:t>
            </a:r>
          </a:p>
          <a:p>
            <a:pPr lvl="1"/>
            <a:r>
              <a:rPr lang="en-US"/>
              <a:t>Smaller LM may suffice</a:t>
            </a:r>
          </a:p>
          <a:p>
            <a:pPr lvl="1"/>
            <a:r>
              <a:rPr lang="en-US"/>
              <a:t>Reduce hallucination by biasing output distribution</a:t>
            </a:r>
          </a:p>
          <a:p>
            <a:pPr lvl="1"/>
            <a:r>
              <a:rPr lang="en-US"/>
              <a:t>Quote ‘sources’ to ‘explain’ generation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930" y="1397041"/>
            <a:ext cx="11545226" cy="4779923"/>
          </a:xfrm>
        </p:spPr>
        <p:txBody>
          <a:bodyPr>
            <a:normAutofit fontScale="5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Motivation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Drawbacks of Parametric LLMs – </a:t>
            </a:r>
            <a:r>
              <a:rPr lang="en-US" i="1" dirty="0">
                <a:solidFill>
                  <a:schemeClr val="accent1"/>
                </a:solidFill>
              </a:rPr>
              <a:t>hallucination, verification …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Motivating Retrieval-based LLMs </a:t>
            </a:r>
            <a:r>
              <a:rPr lang="en-US" i="1" dirty="0">
                <a:solidFill>
                  <a:schemeClr val="accent1"/>
                </a:solidFill>
              </a:rPr>
              <a:t>– close book vs open book</a:t>
            </a:r>
          </a:p>
          <a:p>
            <a:pPr>
              <a:lnSpc>
                <a:spcPct val="150000"/>
              </a:lnSpc>
            </a:pPr>
            <a:r>
              <a:rPr lang="en-US" dirty="0"/>
              <a:t>Major components of Retrieval-based LLMs  – </a:t>
            </a:r>
            <a:r>
              <a:rPr lang="en-US" i="1" dirty="0">
                <a:solidFill>
                  <a:schemeClr val="accent1"/>
                </a:solidFill>
              </a:rPr>
              <a:t>index, retrieve, read …</a:t>
            </a:r>
          </a:p>
          <a:p>
            <a:pPr>
              <a:lnSpc>
                <a:spcPct val="150000"/>
              </a:lnSpc>
            </a:pPr>
            <a:r>
              <a:rPr lang="en-US" dirty="0"/>
              <a:t>Retrieval Methods – </a:t>
            </a:r>
            <a:r>
              <a:rPr lang="en-US" i="1" dirty="0">
                <a:solidFill>
                  <a:schemeClr val="accent1"/>
                </a:solidFill>
              </a:rPr>
              <a:t>sparse, dense, reranking, black-box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kNN</a:t>
            </a:r>
            <a:r>
              <a:rPr lang="en-US" dirty="0"/>
              <a:t>, RETRO, REALM, RAG – </a:t>
            </a:r>
            <a:r>
              <a:rPr lang="en-US" i="1" dirty="0">
                <a:solidFill>
                  <a:schemeClr val="accent1"/>
                </a:solidFill>
              </a:rPr>
              <a:t>seminal works</a:t>
            </a:r>
          </a:p>
          <a:p>
            <a:pPr>
              <a:lnSpc>
                <a:spcPct val="150000"/>
              </a:lnSpc>
            </a:pPr>
            <a:r>
              <a:rPr lang="en-US" dirty="0"/>
              <a:t>Overview of Training Techniques – </a:t>
            </a:r>
            <a:r>
              <a:rPr lang="en-US" i="1" dirty="0">
                <a:solidFill>
                  <a:schemeClr val="accent1"/>
                </a:solidFill>
              </a:rPr>
              <a:t>independent, sequential, joint training ...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Limitations – </a:t>
            </a:r>
            <a:r>
              <a:rPr lang="en-US" i="1" dirty="0">
                <a:solidFill>
                  <a:schemeClr val="accent1"/>
                </a:solidFill>
              </a:rPr>
              <a:t>lost in the middle, still hallucinating, retriever failures ...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34</a:t>
            </a:fld>
            <a:endParaRPr lang="cs-CZ"/>
          </a:p>
        </p:txBody>
      </p:sp>
      <p:sp>
        <p:nvSpPr>
          <p:cNvPr id="5" name="Rectangle 4"/>
          <p:cNvSpPr/>
          <p:nvPr/>
        </p:nvSpPr>
        <p:spPr>
          <a:xfrm>
            <a:off x="231140" y="2927985"/>
            <a:ext cx="11314430" cy="1198245"/>
          </a:xfrm>
          <a:prstGeom prst="rect">
            <a:avLst/>
          </a:prstGeom>
          <a:solidFill>
            <a:schemeClr val="bg1">
              <a:alpha val="0"/>
            </a:schemeClr>
          </a:solidFill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 methods (CS635 / CS6101)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Sparse retrieval</a:t>
            </a:r>
            <a:r>
              <a:rPr lang="en-US" altLang="en-IN" dirty="0">
                <a:solidFill>
                  <a:srgbClr val="000000"/>
                </a:solidFill>
                <a:effectLst/>
                <a:latin typeface="Helvetica" pitchFamily="2" charset="0"/>
              </a:rPr>
              <a:t> (Lucene, Pyserini, Lemur)</a:t>
            </a:r>
            <a:endParaRPr lang="en-IN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Document-level dense retrieval</a:t>
            </a:r>
            <a:r>
              <a:rPr lang="en-US" altLang="en-IN" dirty="0">
                <a:solidFill>
                  <a:srgbClr val="000000"/>
                </a:solidFill>
                <a:effectLst/>
                <a:latin typeface="Helvetica" pitchFamily="2" charset="0"/>
              </a:rPr>
              <a:t> (DiskANN, FAISS)</a:t>
            </a:r>
            <a:endParaRPr lang="en-IN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Token-level dense retrieval</a:t>
            </a:r>
            <a:r>
              <a:rPr lang="en-US" altLang="en-IN" dirty="0">
                <a:solidFill>
                  <a:srgbClr val="000000"/>
                </a:solidFill>
                <a:effectLst/>
                <a:latin typeface="Helvetica" pitchFamily="2" charset="0"/>
              </a:rPr>
              <a:t> (ColBERT)</a:t>
            </a:r>
            <a:endParaRPr lang="en-IN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Cross-encoder reranking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latin typeface="Helvetica" pitchFamily="2" charset="0"/>
              </a:rPr>
              <a:t>Differentiable search index (DSI)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0000"/>
                </a:solidFill>
                <a:effectLst/>
                <a:latin typeface="Helvetica" pitchFamily="2" charset="0"/>
              </a:rPr>
              <a:t>Black-box retrieval</a:t>
            </a:r>
            <a:r>
              <a:rPr lang="en-IN" dirty="0">
                <a:solidFill>
                  <a:srgbClr val="000000"/>
                </a:solidFill>
                <a:effectLst/>
                <a:latin typeface="Helvetica Light" panose="020B0403020202020204" pitchFamily="34" charset="0"/>
              </a:rPr>
              <a:t> (just ask Google/Bing)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35</a:t>
            </a:fld>
            <a:endParaRPr lang="cs-CZ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352800" y="2055240"/>
              <a:ext cx="11025360" cy="412416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352800" y="2055240"/>
                <a:ext cx="11025360" cy="41241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Dense retrieval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 action="ppaction://hlinkfile"/>
              </a:rPr>
              <a:t>Dense Text Retrieval based on Pretrained Language Models: A Survey</a:t>
            </a:r>
          </a:p>
          <a:p>
            <a:r>
              <a:rPr lang="en-US">
                <a:hlinkClick r:id="rId3" action="ppaction://hlinkfile"/>
              </a:rPr>
              <a:t>A Survey of Model Architectures in Information Retrieval</a:t>
            </a:r>
          </a:p>
          <a:p>
            <a:r>
              <a:rPr lang="en-US">
                <a:hlinkClick r:id="rId4" action="ppaction://hlinkfile"/>
              </a:rPr>
              <a:t>Pretrained Transformers for Text Ranking: BERT and Beyond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Popular corpus QA benchmarks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0000"/>
          </a:bodyPr>
          <a:lstStyle/>
          <a:p>
            <a:r>
              <a:rPr lang="en-US"/>
              <a:t>SQuAD</a:t>
            </a:r>
          </a:p>
          <a:p>
            <a:pPr lvl="1"/>
            <a:r>
              <a:rPr lang="en-US" sz="360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hlinkClick r:id="rId2" action="ppaction://hlinkfile"/>
              </a:rPr>
              <a:t>Single</a:t>
            </a:r>
            <a:r>
              <a:rPr lang="en-US" sz="3600">
                <a:hlinkClick r:id="rId2" action="ppaction://hlinkfile"/>
              </a:rPr>
              <a:t> passage + few questions</a:t>
            </a:r>
            <a:endParaRPr lang="en-US" sz="3600"/>
          </a:p>
          <a:p>
            <a:pPr lvl="1"/>
            <a:r>
              <a:rPr lang="en-US" sz="3600"/>
              <a:t>Human performance F1 89% (2018)</a:t>
            </a:r>
          </a:p>
          <a:p>
            <a:pPr lvl="1"/>
            <a:r>
              <a:rPr lang="en-US" sz="3600">
                <a:hlinkClick r:id="rId3" action="ppaction://hlinkfile"/>
              </a:rPr>
              <a:t>IE-Net</a:t>
            </a:r>
            <a:r>
              <a:rPr lang="en-US" sz="3600"/>
              <a:t> </a:t>
            </a:r>
            <a:r>
              <a:rPr lang="en-US"/>
              <a:t>F1 93% (2021)</a:t>
            </a:r>
          </a:p>
          <a:p>
            <a:pPr lvl="0"/>
            <a:r>
              <a:rPr lang="en-US">
                <a:hlinkClick r:id="rId4" action="ppaction://hlinkfile"/>
              </a:rPr>
              <a:t>HotpotQA</a:t>
            </a:r>
            <a:endParaRPr lang="en-US"/>
          </a:p>
          <a:p>
            <a:pPr lvl="1"/>
            <a:r>
              <a:rPr lang="en-US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Several</a:t>
            </a:r>
            <a:r>
              <a:rPr lang="en-US"/>
              <a:t> passages + question</a:t>
            </a:r>
          </a:p>
          <a:p>
            <a:pPr lvl="1"/>
            <a:r>
              <a:rPr lang="en-US"/>
              <a:t>Need info from ~3 of 10 passages to answer question</a:t>
            </a:r>
          </a:p>
          <a:p>
            <a:pPr lvl="1"/>
            <a:r>
              <a:rPr lang="en-US">
                <a:hlinkClick r:id="rId5" action="ppaction://hlinkfile"/>
              </a:rPr>
              <a:t>Zhang+2023</a:t>
            </a:r>
            <a:r>
              <a:rPr lang="en-US"/>
              <a:t> answer exact match 73%</a:t>
            </a:r>
          </a:p>
          <a:p>
            <a:pPr lvl="1"/>
            <a:r>
              <a:rPr lang="en-US"/>
              <a:t>May also demand supporting evidence </a:t>
            </a:r>
            <a:r>
              <a:rPr lang="en-US">
                <a:latin typeface="Symbola" panose="02020503060805020204" charset="0"/>
                <a:ea typeface="Symbola" panose="02020503060805020204" charset="0"/>
              </a:rPr>
              <a:t>➝</a:t>
            </a:r>
            <a:r>
              <a:rPr lang="en-US"/>
              <a:t> 66%</a:t>
            </a:r>
          </a:p>
          <a:p>
            <a:r>
              <a:rPr lang="en-US"/>
              <a:t>MuSiQue (Multi-Sentence Questions)</a:t>
            </a:r>
          </a:p>
          <a:p>
            <a:pPr lvl="1"/>
            <a:r>
              <a:rPr lang="en-US"/>
              <a:t>Compositional reasoning across non-adjacent paragraphs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Corpus QA benchmarks (continued)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2WikiMultiHopQA</a:t>
            </a:r>
            <a:endParaRPr lang="en-US"/>
          </a:p>
          <a:p>
            <a:r>
              <a:rPr lang="en-US"/>
              <a:t>ComplexWebQuestions</a:t>
            </a:r>
          </a:p>
          <a:p>
            <a:r>
              <a:rPr lang="en-US">
                <a:sym typeface="+mn-ea"/>
              </a:rPr>
              <a:t>QAngaroo (WikiHop &amp; MedHop)</a:t>
            </a:r>
          </a:p>
          <a:p>
            <a:r>
              <a:rPr lang="en-US">
                <a:sym typeface="+mn-ea"/>
                <a:hlinkClick r:id="rId2" action="ppaction://hlinkfile"/>
              </a:rPr>
              <a:t>NaturalQuestions</a:t>
            </a:r>
            <a:r>
              <a:rPr lang="en-US">
                <a:sym typeface="+mn-ea"/>
              </a:rPr>
              <a:t> (</a:t>
            </a:r>
            <a:r>
              <a:rPr lang="en-US">
                <a:sym typeface="+mn-ea"/>
                <a:hlinkClick r:id="rId3" action="ppaction://hlinkfile"/>
              </a:rPr>
              <a:t>blog</a:t>
            </a:r>
            <a:r>
              <a:rPr lang="en-US">
                <a:sym typeface="+mn-ea"/>
              </a:rPr>
              <a:t>)</a:t>
            </a:r>
          </a:p>
          <a:p>
            <a:r>
              <a:rPr lang="en-US"/>
              <a:t>DROP (Discrete Reasoning Over Paragraphs)</a:t>
            </a:r>
          </a:p>
          <a:p>
            <a:pPr lvl="1"/>
            <a:r>
              <a:rPr lang="en-US"/>
              <a:t>arithmetic and logical reasoning (counting, date comparisons)</a:t>
            </a:r>
          </a:p>
          <a:p>
            <a:pPr lvl="0"/>
            <a:r>
              <a:rPr lang="en-US"/>
              <a:t>TRIVIAQA, StrategyQA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KGQA benchmarks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10661" y="844062"/>
            <a:ext cx="8862215" cy="1866482"/>
          </a:xfrm>
          <a:solidFill>
            <a:srgbClr val="DEEBF7"/>
          </a:solidFill>
        </p:spPr>
        <p:txBody>
          <a:bodyPr>
            <a:normAutofit fontScale="47500" lnSpcReduction="20000"/>
          </a:bodyPr>
          <a:lstStyle/>
          <a:p>
            <a:r>
              <a:rPr lang="en-US" dirty="0">
                <a:hlinkClick r:id="rId3"/>
              </a:rPr>
              <a:t>WebQuestions+Free917</a:t>
            </a:r>
            <a:endParaRPr lang="en-US" dirty="0"/>
          </a:p>
          <a:p>
            <a:pPr lvl="1"/>
            <a:r>
              <a:rPr lang="en-US" dirty="0"/>
              <a:t>KG=Freebase, single-triple, 3778+641 train, 2032+276 test</a:t>
            </a:r>
          </a:p>
          <a:p>
            <a:r>
              <a:rPr lang="en-US" dirty="0" err="1">
                <a:hlinkClick r:id="rId4"/>
              </a:rPr>
              <a:t>WebQuestions</a:t>
            </a:r>
            <a:r>
              <a:rPr lang="en-US" dirty="0">
                <a:hlinkClick r:id="rId4"/>
              </a:rPr>
              <a:t>-SP</a:t>
            </a:r>
            <a:endParaRPr lang="en-US" dirty="0"/>
          </a:p>
          <a:p>
            <a:pPr lvl="1"/>
            <a:r>
              <a:rPr lang="en-US" dirty="0"/>
              <a:t>Full SPARQL queries for 4737 questions, partial annotations for 1073 questions</a:t>
            </a:r>
          </a:p>
          <a:p>
            <a:r>
              <a:rPr lang="en-US" dirty="0" err="1">
                <a:hlinkClick r:id="rId5"/>
              </a:rPr>
              <a:t>WikiMovies</a:t>
            </a:r>
            <a:endParaRPr lang="en-US" dirty="0"/>
          </a:p>
          <a:p>
            <a:pPr lvl="1"/>
            <a:r>
              <a:rPr lang="en-US" dirty="0"/>
              <a:t>100k (templated) questions over 75k entities related to movies</a:t>
            </a:r>
          </a:p>
        </p:txBody>
      </p:sp>
      <p:sp>
        <p:nvSpPr>
          <p:cNvPr id="7" name="Content Placeholder 5"/>
          <p:cNvSpPr txBox="1"/>
          <p:nvPr/>
        </p:nvSpPr>
        <p:spPr>
          <a:xfrm>
            <a:off x="310661" y="2710544"/>
            <a:ext cx="8862215" cy="2242455"/>
          </a:xfrm>
          <a:prstGeom prst="rect">
            <a:avLst/>
          </a:prstGeom>
          <a:solidFill>
            <a:srgbClr val="FFCCFF">
              <a:alpha val="40000"/>
            </a:srgbClr>
          </a:solidFill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hlinkClick r:id="rId6"/>
              </a:rPr>
              <a:t>MetaQA</a:t>
            </a:r>
            <a:endParaRPr lang="en-US" dirty="0"/>
          </a:p>
          <a:p>
            <a:pPr lvl="1"/>
            <a:r>
              <a:rPr lang="en-US" dirty="0"/>
              <a:t>1-hop 2-hop and 3-hop queries, some over </a:t>
            </a:r>
            <a:r>
              <a:rPr lang="en-US" dirty="0" err="1"/>
              <a:t>WikiMovies</a:t>
            </a:r>
            <a:r>
              <a:rPr lang="en-US" dirty="0"/>
              <a:t> KG</a:t>
            </a:r>
            <a:endParaRPr lang="en-US" dirty="0">
              <a:hlinkClick r:id="rId7"/>
            </a:endParaRPr>
          </a:p>
          <a:p>
            <a:r>
              <a:rPr lang="en-US" dirty="0">
                <a:hlinkClick r:id="rId7"/>
              </a:rPr>
              <a:t>LC-</a:t>
            </a:r>
            <a:r>
              <a:rPr lang="en-US" dirty="0" err="1">
                <a:hlinkClick r:id="rId7"/>
              </a:rPr>
              <a:t>QuAD</a:t>
            </a:r>
            <a:endParaRPr lang="en-US" dirty="0"/>
          </a:p>
          <a:p>
            <a:pPr lvl="1"/>
            <a:r>
              <a:rPr lang="en-US" dirty="0"/>
              <a:t>Larger, complex: 30000 questions and corresponding SPARQL queries</a:t>
            </a:r>
          </a:p>
          <a:p>
            <a:r>
              <a:rPr lang="en-US" dirty="0">
                <a:hlinkClick r:id="rId8"/>
              </a:rPr>
              <a:t>CSQA</a:t>
            </a:r>
            <a:endParaRPr lang="en-US" dirty="0"/>
          </a:p>
          <a:p>
            <a:pPr lvl="1"/>
            <a:r>
              <a:rPr lang="en-US" dirty="0"/>
              <a:t>Complex, multi-hop/clause, aggregates, comparisons, logic</a:t>
            </a:r>
          </a:p>
          <a:p>
            <a:pPr lvl="1"/>
            <a:r>
              <a:rPr lang="en-US" dirty="0"/>
              <a:t>200K dialogs with a total of 1.6M turns</a:t>
            </a:r>
          </a:p>
        </p:txBody>
      </p:sp>
      <p:sp>
        <p:nvSpPr>
          <p:cNvPr id="8" name="Content Placeholder 5"/>
          <p:cNvSpPr txBox="1"/>
          <p:nvPr/>
        </p:nvSpPr>
        <p:spPr>
          <a:xfrm>
            <a:off x="310660" y="4952999"/>
            <a:ext cx="8862215" cy="1567543"/>
          </a:xfrm>
          <a:prstGeom prst="rect">
            <a:avLst/>
          </a:prstGeom>
          <a:solidFill>
            <a:srgbClr val="CCFFFF"/>
          </a:solidFill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>
                  <a:lumMod val="75000"/>
                </a:schemeClr>
              </a:buClr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hlinkClick r:id="rId9"/>
              </a:rPr>
              <a:t>CronQuestions</a:t>
            </a:r>
            <a:endParaRPr lang="en-US" dirty="0"/>
          </a:p>
          <a:p>
            <a:pPr lvl="1"/>
            <a:r>
              <a:rPr lang="en-US" dirty="0"/>
              <a:t>350000 train, 30000 dev, 30000 test Q+A on temporal KGs</a:t>
            </a:r>
          </a:p>
          <a:p>
            <a:pPr lvl="1"/>
            <a:r>
              <a:rPr lang="en-US" dirty="0"/>
              <a:t>Simple entity, simple time, before/after, first/last, time join buckets</a:t>
            </a:r>
          </a:p>
          <a:p>
            <a:r>
              <a:rPr lang="en-US" dirty="0" err="1">
                <a:hlinkClick r:id="rId10"/>
              </a:rPr>
              <a:t>TimeQuestions</a:t>
            </a:r>
            <a:endParaRPr lang="en-US" dirty="0"/>
          </a:p>
          <a:p>
            <a:pPr lvl="1"/>
            <a:r>
              <a:rPr lang="en-US" dirty="0"/>
              <a:t>9708 train, 3236 dev,  3237 test Q+A with temporal intent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69128" y="844061"/>
            <a:ext cx="2612210" cy="1866482"/>
          </a:xfrm>
          <a:prstGeom prst="rect">
            <a:avLst/>
          </a:prstGeom>
          <a:solidFill>
            <a:srgbClr val="DEEBF7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Single-clause, single KG edge traversal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69128" y="2710543"/>
            <a:ext cx="2612210" cy="2242455"/>
          </a:xfrm>
          <a:prstGeom prst="rect">
            <a:avLst/>
          </a:prstGeom>
          <a:solidFill>
            <a:srgbClr val="FFEBFF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Multi-hop or more than one KG edge traversal, aggregation, set operations, comparisons and logic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69128" y="4952998"/>
            <a:ext cx="2612210" cy="1567543"/>
          </a:xfrm>
          <a:prstGeom prst="rect">
            <a:avLst/>
          </a:prstGeom>
          <a:solidFill>
            <a:srgbClr val="CCFFFF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Time constraints and joins, ordinal constraints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" name="Ink 1"/>
              <p14:cNvContentPartPr/>
              <p14:nvPr/>
            </p14:nvContentPartPr>
            <p14:xfrm>
              <a:off x="883681" y="4071314"/>
              <a:ext cx="9524" cy="9524"/>
            </p14:xfrm>
          </p:contentPart>
        </mc:Choice>
        <mc:Fallback xmlns="">
          <p:pic>
            <p:nvPicPr>
              <p:cNvPr id="2" name="Ink 1"/>
            </p:nvPicPr>
            <p:blipFill>
              <a:blip r:embed="rId12"/>
            </p:blipFill>
            <p:spPr>
              <a:xfrm>
                <a:off x="883681" y="4071314"/>
                <a:ext cx="9524" cy="9524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052" y="0"/>
            <a:ext cx="9093896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10010775" y="4676775"/>
            <a:ext cx="399351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2312.10997.pdf (arxiv.org)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256920" y="1328040"/>
              <a:ext cx="6684120" cy="3775680"/>
            </p14:xfrm>
          </p:contentPart>
        </mc:Choice>
        <mc:Fallback xmlns="">
          <p:pic>
            <p:nvPicPr>
              <p:cNvPr id="2" name="Ink 1"/>
            </p:nvPicPr>
            <p:blipFill>
              <a:blip r:embed="rId5"/>
            </p:blipFill>
            <p:spPr>
              <a:xfrm>
                <a:off x="3256920" y="1328040"/>
                <a:ext cx="6684120" cy="3775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5046480" y="1441440"/>
              <a:ext cx="1908000" cy="1202040"/>
            </p14:xfrm>
          </p:contentPart>
        </mc:Choice>
        <mc:Fallback xmlns="">
          <p:pic>
            <p:nvPicPr>
              <p:cNvPr id="3" name="Ink 2"/>
            </p:nvPicPr>
            <p:blipFill>
              <a:blip r:embed="rId7"/>
            </p:blipFill>
            <p:spPr>
              <a:xfrm>
                <a:off x="5046480" y="1441440"/>
                <a:ext cx="1908000" cy="12020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01" y="1293010"/>
            <a:ext cx="795716" cy="795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2357758" y="3167665"/>
            <a:ext cx="31482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0006" y="2487883"/>
            <a:ext cx="2123075" cy="12823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Document 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Pre-processing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9196682" y="3765274"/>
            <a:ext cx="0" cy="635034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10800000" flipV="1">
            <a:off x="8657843" y="4570488"/>
            <a:ext cx="1077678" cy="183942"/>
            <a:chOff x="3846334" y="4036722"/>
            <a:chExt cx="1077828" cy="242722"/>
          </a:xfrm>
          <a:solidFill>
            <a:srgbClr val="D4BBFF"/>
          </a:solidFill>
        </p:grpSpPr>
        <p:sp>
          <p:nvSpPr>
            <p:cNvPr id="23" name="Snip Single Corner of Rectangle 22"/>
            <p:cNvSpPr/>
            <p:nvPr/>
          </p:nvSpPr>
          <p:spPr>
            <a:xfrm>
              <a:off x="3846334" y="4039964"/>
              <a:ext cx="271963" cy="239480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24" name="Snip Single Corner of Rectangle 23"/>
            <p:cNvSpPr/>
            <p:nvPr/>
          </p:nvSpPr>
          <p:spPr>
            <a:xfrm>
              <a:off x="4259812" y="4039962"/>
              <a:ext cx="271963" cy="239480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25" name="Snip Single Corner of Rectangle 24"/>
            <p:cNvSpPr/>
            <p:nvPr/>
          </p:nvSpPr>
          <p:spPr>
            <a:xfrm>
              <a:off x="4654548" y="4036722"/>
              <a:ext cx="269614" cy="239481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0521794" y="1370794"/>
            <a:ext cx="1278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Query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Retriever Pipeline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41</a:t>
            </a:fld>
            <a:endParaRPr lang="cs-CZ"/>
          </a:p>
        </p:txBody>
      </p:sp>
      <p:sp>
        <p:nvSpPr>
          <p:cNvPr id="38" name="Rounded Rectangle 37"/>
          <p:cNvSpPr/>
          <p:nvPr/>
        </p:nvSpPr>
        <p:spPr>
          <a:xfrm>
            <a:off x="2672584" y="2482928"/>
            <a:ext cx="2123075" cy="128234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Doc. / chunks 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Representation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55389" y="2478671"/>
            <a:ext cx="1392272" cy="1286603"/>
          </a:xfrm>
          <a:prstGeom prst="roundRect">
            <a:avLst/>
          </a:prstGeom>
          <a:solidFill>
            <a:srgbClr val="A7F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Indexing</a:t>
            </a:r>
          </a:p>
        </p:txBody>
      </p:sp>
      <p:sp>
        <p:nvSpPr>
          <p:cNvPr id="40" name="Can 39"/>
          <p:cNvSpPr/>
          <p:nvPr/>
        </p:nvSpPr>
        <p:spPr>
          <a:xfrm>
            <a:off x="6907391" y="2593785"/>
            <a:ext cx="1124169" cy="101301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Index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62639" y="2437083"/>
            <a:ext cx="1397041" cy="128234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Query 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Rep.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9129" y="3279624"/>
            <a:ext cx="160700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🔡→🔢</a:t>
            </a:r>
            <a:endParaRPr lang="en-IN" sz="3600" b="1" dirty="0">
              <a:solidFill>
                <a:schemeClr val="accent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8696" y="3271930"/>
            <a:ext cx="67945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✂️</a:t>
            </a:r>
            <a:endParaRPr lang="en-US" sz="3600" dirty="0"/>
          </a:p>
        </p:txBody>
      </p:sp>
      <p:sp>
        <p:nvSpPr>
          <p:cNvPr id="45" name="TextBox 44"/>
          <p:cNvSpPr txBox="1"/>
          <p:nvPr/>
        </p:nvSpPr>
        <p:spPr>
          <a:xfrm>
            <a:off x="5553392" y="3232015"/>
            <a:ext cx="80425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📚</a:t>
            </a:r>
            <a:endParaRPr lang="en-US" sz="3600" dirty="0"/>
          </a:p>
        </p:txBody>
      </p:sp>
      <p:sp>
        <p:nvSpPr>
          <p:cNvPr id="46" name="Rounded Rectangle 45"/>
          <p:cNvSpPr/>
          <p:nvPr/>
        </p:nvSpPr>
        <p:spPr>
          <a:xfrm>
            <a:off x="8453863" y="2582079"/>
            <a:ext cx="1485639" cy="1013015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Matching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5782" y="3271929"/>
            <a:ext cx="1607003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🔡→🔢</a:t>
            </a:r>
            <a:endParaRPr lang="en-IN" sz="2800" b="1" dirty="0">
              <a:solidFill>
                <a:schemeClr val="accent1"/>
              </a:solidFill>
            </a:endParaRPr>
          </a:p>
        </p:txBody>
      </p:sp>
      <p:cxnSp>
        <p:nvCxnSpPr>
          <p:cNvPr id="49" name="Straight Arrow Connector 48"/>
          <p:cNvCxnSpPr>
            <a:endCxn id="10" idx="0"/>
          </p:cNvCxnSpPr>
          <p:nvPr/>
        </p:nvCxnSpPr>
        <p:spPr>
          <a:xfrm flipH="1">
            <a:off x="1201544" y="2117279"/>
            <a:ext cx="7763" cy="370604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840563" y="3121972"/>
            <a:ext cx="31482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6592565" y="3121972"/>
            <a:ext cx="31482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8088237" y="3100292"/>
            <a:ext cx="31482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9967914" y="3080502"/>
            <a:ext cx="473556" cy="1492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11179283" y="1840149"/>
            <a:ext cx="1882" cy="500532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444865" y="4926330"/>
            <a:ext cx="14814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Search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601" y="1370793"/>
            <a:ext cx="61418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❓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46021" y="1570849"/>
            <a:ext cx="128385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Corpus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421920" y="1994400"/>
              <a:ext cx="11635560" cy="4716000"/>
            </p14:xfrm>
          </p:contentPart>
        </mc:Choice>
        <mc:Fallback xmlns="">
          <p:pic>
            <p:nvPicPr>
              <p:cNvPr id="8" name="Ink 7"/>
            </p:nvPicPr>
            <p:blipFill>
              <a:blip r:embed="rId6"/>
            </p:blipFill>
            <p:spPr>
              <a:xfrm>
                <a:off x="421920" y="1994400"/>
                <a:ext cx="11635560" cy="47160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35" grpId="0"/>
      <p:bldP spid="35" grpId="1"/>
      <p:bldP spid="38" grpId="0" bldLvl="0" animBg="1"/>
      <p:bldP spid="38" grpId="1" animBg="1"/>
      <p:bldP spid="39" grpId="0" bldLvl="0" animBg="1"/>
      <p:bldP spid="39" grpId="1" animBg="1"/>
      <p:bldP spid="40" grpId="0" bldLvl="0" animBg="1"/>
      <p:bldP spid="40" grpId="1" animBg="1"/>
      <p:bldP spid="41" grpId="0" bldLvl="0" animBg="1"/>
      <p:bldP spid="41" grpId="1" animBg="1"/>
      <p:bldP spid="7" grpId="0"/>
      <p:bldP spid="7" grpId="1"/>
      <p:bldP spid="43" grpId="0"/>
      <p:bldP spid="43" grpId="1"/>
      <p:bldP spid="45" grpId="0"/>
      <p:bldP spid="45" grpId="1"/>
      <p:bldP spid="46" grpId="0" bldLvl="0" animBg="1"/>
      <p:bldP spid="46" grpId="1" animBg="1"/>
      <p:bldP spid="47" grpId="0"/>
      <p:bldP spid="47" grpId="1"/>
      <p:bldP spid="61" grpId="0"/>
      <p:bldP spid="61" grpId="1"/>
      <p:bldP spid="6" grpId="0"/>
      <p:bldP spid="6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Preview of retrieval augmentation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/>
                  <a:t>Suppose we have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</m:oMath>
                </a14:m>
                <a:r>
                  <a:rPr lang="en-US"/>
                  <a:t>100 million passages</a:t>
                </a:r>
              </a:p>
              <a:p>
                <a:r>
                  <a:rPr lang="en-US"/>
                  <a:t>Question answering as a generic task</a:t>
                </a:r>
              </a:p>
              <a:p>
                <a:pPr lvl="1"/>
                <a:r>
                  <a:rPr lang="en-US"/>
                  <a:t>Wide variety of questions and expected answers</a:t>
                </a:r>
              </a:p>
              <a:p>
                <a:pPr lvl="0"/>
                <a:r>
                  <a:rPr lang="en-US"/>
                  <a:t>Beyond passage-level retrieval, what do we want?</a:t>
                </a:r>
              </a:p>
              <a:p>
                <a:pPr lvl="1"/>
                <a:r>
                  <a:rPr lang="en-US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Extraction of single-span answer from single passage</a:t>
                </a:r>
                <a:endParaRPr lang="en-US"/>
              </a:p>
              <a:p>
                <a:pPr lvl="2"/>
                <a:r>
                  <a:rPr lang="en-US"/>
                  <a:t>Who was Barack Obama’s mother?</a:t>
                </a:r>
              </a:p>
              <a:p>
                <a:pPr lvl="1"/>
                <a:r>
                  <a:rPr lang="en-US"/>
                  <a:t>Collection of multiple single-span answers</a:t>
                </a:r>
              </a:p>
              <a:p>
                <a:pPr lvl="2"/>
                <a:r>
                  <a:rPr lang="en-US"/>
                  <a:t>Scientists who played musical instruments</a:t>
                </a:r>
              </a:p>
              <a:p>
                <a:pPr lvl="1"/>
                <a:r>
                  <a:rPr lang="en-US"/>
                  <a:t>Synthesis of answer from multiple passages</a:t>
                </a:r>
              </a:p>
              <a:p>
                <a:pPr lvl="2"/>
                <a:r>
                  <a:rPr lang="en-US"/>
                  <a:t>Which high school did Obama’s mother attend?</a:t>
                </a:r>
              </a:p>
            </p:txBody>
          </p:sp>
        </mc:Choice>
        <mc:Fallback xmlns="">
          <p:sp>
            <p:nvSpPr>
              <p:cNvPr id="3" name="Tex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0071360" y="5730120"/>
              <a:ext cx="1376280" cy="75384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10071360" y="5730120"/>
                <a:ext cx="1376280" cy="75384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answer from single passage (</a:t>
            </a:r>
            <a:r>
              <a:rPr lang="en-US" dirty="0" err="1">
                <a:sym typeface="+mn-ea"/>
                <a:hlinkClick r:id="rId2"/>
              </a:rPr>
              <a:t>SQuAD</a:t>
            </a:r>
            <a:r>
              <a:rPr lang="en-US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30" y="913130"/>
            <a:ext cx="12055475" cy="3945890"/>
          </a:xfrm>
        </p:spPr>
        <p:txBody>
          <a:bodyPr>
            <a:normAutofit lnSpcReduction="10000"/>
          </a:bodyPr>
          <a:lstStyle/>
          <a:p>
            <a:r>
              <a:rPr lang="en-US"/>
              <a:t>If the LLM can support long enough contexts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…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can we feed it the whole corpus plus question?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As an approximation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Encode question into dense representation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Probe dense index, fetch top 20 passages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Concat 20 passages, question into prompt</a:t>
            </a:r>
          </a:p>
          <a:p>
            <a:pPr lvl="1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Let LLM generate answer</a:t>
            </a:r>
          </a:p>
        </p:txBody>
      </p:sp>
      <p:sp>
        <p:nvSpPr>
          <p:cNvPr id="4" name="Rectangles 3"/>
          <p:cNvSpPr/>
          <p:nvPr/>
        </p:nvSpPr>
        <p:spPr>
          <a:xfrm>
            <a:off x="74295" y="5288280"/>
            <a:ext cx="9526270" cy="711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Encoder</a:t>
            </a:r>
          </a:p>
        </p:txBody>
      </p:sp>
      <p:sp>
        <p:nvSpPr>
          <p:cNvPr id="5" name="Rectangles 4"/>
          <p:cNvSpPr/>
          <p:nvPr/>
        </p:nvSpPr>
        <p:spPr>
          <a:xfrm>
            <a:off x="9712960" y="5288280"/>
            <a:ext cx="2417445" cy="711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Decoder</a:t>
            </a:r>
          </a:p>
        </p:txBody>
      </p:sp>
      <p:sp>
        <p:nvSpPr>
          <p:cNvPr id="6" name="Left Brace 5"/>
          <p:cNvSpPr/>
          <p:nvPr/>
        </p:nvSpPr>
        <p:spPr>
          <a:xfrm rot="16200000">
            <a:off x="598805" y="5563870"/>
            <a:ext cx="302260" cy="134874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75565" y="6389370"/>
            <a:ext cx="1348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Passage 1</a:t>
            </a:r>
          </a:p>
        </p:txBody>
      </p:sp>
      <p:sp>
        <p:nvSpPr>
          <p:cNvPr id="8" name="Rectangles 7"/>
          <p:cNvSpPr/>
          <p:nvPr/>
        </p:nvSpPr>
        <p:spPr>
          <a:xfrm>
            <a:off x="1424305" y="5288280"/>
            <a:ext cx="116205" cy="1469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/>
          <p:cNvSpPr/>
          <p:nvPr/>
        </p:nvSpPr>
        <p:spPr>
          <a:xfrm rot="16200000">
            <a:off x="2077085" y="5563870"/>
            <a:ext cx="302260" cy="134874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553845" y="6389370"/>
            <a:ext cx="1348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Passage 2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2902585" y="5288280"/>
            <a:ext cx="116205" cy="1469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16200000">
            <a:off x="3555365" y="5563870"/>
            <a:ext cx="302260" cy="134874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3032125" y="6389370"/>
            <a:ext cx="1348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4" name="Rectangles 13"/>
          <p:cNvSpPr/>
          <p:nvPr/>
        </p:nvSpPr>
        <p:spPr>
          <a:xfrm>
            <a:off x="4380865" y="5288280"/>
            <a:ext cx="116205" cy="1469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/>
          <p:cNvSpPr/>
          <p:nvPr/>
        </p:nvSpPr>
        <p:spPr>
          <a:xfrm rot="16200000">
            <a:off x="5149215" y="5448300"/>
            <a:ext cx="302260" cy="157988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4510405" y="638937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Passage 19</a:t>
            </a:r>
          </a:p>
        </p:txBody>
      </p:sp>
      <p:sp>
        <p:nvSpPr>
          <p:cNvPr id="17" name="Rectangles 16"/>
          <p:cNvSpPr/>
          <p:nvPr/>
        </p:nvSpPr>
        <p:spPr>
          <a:xfrm>
            <a:off x="6103620" y="5288280"/>
            <a:ext cx="116205" cy="1469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/>
          <p:cNvSpPr/>
          <p:nvPr/>
        </p:nvSpPr>
        <p:spPr>
          <a:xfrm rot="16200000">
            <a:off x="6897370" y="5448300"/>
            <a:ext cx="302260" cy="157988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258560" y="638937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Passage 20</a:t>
            </a:r>
          </a:p>
        </p:txBody>
      </p:sp>
      <p:sp>
        <p:nvSpPr>
          <p:cNvPr id="20" name="Rectangles 19"/>
          <p:cNvSpPr/>
          <p:nvPr/>
        </p:nvSpPr>
        <p:spPr>
          <a:xfrm>
            <a:off x="7851775" y="5288280"/>
            <a:ext cx="116205" cy="146939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/>
          <p:cNvSpPr/>
          <p:nvPr/>
        </p:nvSpPr>
        <p:spPr>
          <a:xfrm rot="16200000">
            <a:off x="8645525" y="5448300"/>
            <a:ext cx="302260" cy="157988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006715" y="638937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Question</a:t>
            </a:r>
          </a:p>
        </p:txBody>
      </p:sp>
      <p:sp>
        <p:nvSpPr>
          <p:cNvPr id="23" name="Rectangles 22"/>
          <p:cNvSpPr/>
          <p:nvPr/>
        </p:nvSpPr>
        <p:spPr>
          <a:xfrm>
            <a:off x="9599930" y="5288280"/>
            <a:ext cx="116205" cy="146939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/>
          <p:cNvSpPr/>
          <p:nvPr/>
        </p:nvSpPr>
        <p:spPr>
          <a:xfrm rot="5400000">
            <a:off x="10784205" y="3834765"/>
            <a:ext cx="302260" cy="2391410"/>
          </a:xfrm>
          <a:prstGeom prst="leftBrace">
            <a:avLst>
              <a:gd name="adj1" fmla="val 43697"/>
              <a:gd name="adj2" fmla="val 50000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0175240" y="4404360"/>
            <a:ext cx="149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Answer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74930" y="2350135"/>
            <a:ext cx="6623050" cy="4422775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00000"/>
              </a:lnSpc>
            </a:pPr>
            <a:r>
              <a:rPr lang="en-US"/>
              <a:t>Just because an LLM can </a:t>
            </a:r>
            <a:r>
              <a:rPr lang="en-US" i="1"/>
              <a:t>accommodate</a:t>
            </a:r>
            <a:r>
              <a:rPr lang="en-US"/>
              <a:t> a long context does not ensure it can </a:t>
            </a:r>
            <a:r>
              <a:rPr lang="en-US" i="1"/>
              <a:t>exploit</a:t>
            </a:r>
            <a:r>
              <a:rPr lang="en-US"/>
              <a:t> all that is presented</a:t>
            </a:r>
          </a:p>
          <a:p>
            <a:pPr>
              <a:lnSpc>
                <a:spcPct val="100000"/>
              </a:lnSpc>
            </a:pPr>
            <a:r>
              <a:rPr lang="en-US"/>
              <a:t>May focus on the wrong places in the context</a:t>
            </a:r>
          </a:p>
          <a:p>
            <a:pPr>
              <a:lnSpc>
                <a:spcPct val="100000"/>
              </a:lnSpc>
            </a:pPr>
            <a:r>
              <a:rPr lang="en-US"/>
              <a:t>Excessive retrieval can be worse than closed-book!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" y="118745"/>
            <a:ext cx="9364345" cy="1958975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620" y="1831975"/>
            <a:ext cx="5252720" cy="493522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7" grpI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architecture (single round)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5234" y="3968834"/>
            <a:ext cx="5439705" cy="2296537"/>
          </a:xfrm>
          <a:prstGeom prst="rect">
            <a:avLst/>
          </a:prstGeom>
          <a:solidFill>
            <a:schemeClr val="accent5">
              <a:lumMod val="40000"/>
              <a:lumOff val="60000"/>
              <a:alpha val="782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11" name="Rectangle 10"/>
          <p:cNvSpPr/>
          <p:nvPr/>
        </p:nvSpPr>
        <p:spPr>
          <a:xfrm>
            <a:off x="3346832" y="1206405"/>
            <a:ext cx="5527952" cy="3145728"/>
          </a:xfrm>
          <a:prstGeom prst="rect">
            <a:avLst/>
          </a:prstGeom>
          <a:solidFill>
            <a:schemeClr val="accent1">
              <a:lumMod val="20000"/>
              <a:lumOff val="80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pic>
        <p:nvPicPr>
          <p:cNvPr id="4" name="Picture 8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03" y="1978220"/>
            <a:ext cx="1619026" cy="161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>
            <a:endCxn id="10" idx="1"/>
          </p:cNvCxnSpPr>
          <p:nvPr/>
        </p:nvCxnSpPr>
        <p:spPr>
          <a:xfrm>
            <a:off x="3220429" y="2779010"/>
            <a:ext cx="1792253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9" idx="3"/>
          </p:cNvCxnSpPr>
          <p:nvPr/>
        </p:nvCxnSpPr>
        <p:spPr>
          <a:xfrm flipV="1">
            <a:off x="7194408" y="5067196"/>
            <a:ext cx="161433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68074" y="3683244"/>
            <a:ext cx="20185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7772" y="4417206"/>
            <a:ext cx="2166636" cy="129998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GPT-x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2682" y="2129019"/>
            <a:ext cx="2166636" cy="1299981"/>
          </a:xfrm>
          <a:prstGeom prst="roundRect">
            <a:avLst/>
          </a:prstGeom>
          <a:solidFill>
            <a:srgbClr val="A7F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Off-shelf Index:</a:t>
            </a:r>
          </a:p>
          <a:p>
            <a:pPr algn="ctr"/>
            <a:r>
              <a:rPr lang="en-US" sz="2200" b="1" dirty="0">
                <a:solidFill>
                  <a:schemeClr val="tx1"/>
                </a:solidFill>
              </a:rPr>
              <a:t>Google, BM25, </a:t>
            </a:r>
            <a:r>
              <a:rPr lang="en-US" sz="2200" b="1" dirty="0" err="1">
                <a:solidFill>
                  <a:schemeClr val="tx1"/>
                </a:solidFill>
              </a:rPr>
              <a:t>Elser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4" name="Straight Arrow Connector 13"/>
          <p:cNvCxnSpPr>
            <a:endCxn id="10" idx="3"/>
          </p:cNvCxnSpPr>
          <p:nvPr/>
        </p:nvCxnSpPr>
        <p:spPr>
          <a:xfrm flipH="1">
            <a:off x="7179318" y="2779010"/>
            <a:ext cx="1905908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  <a:endCxn id="9" idx="0"/>
          </p:cNvCxnSpPr>
          <p:nvPr/>
        </p:nvCxnSpPr>
        <p:spPr>
          <a:xfrm>
            <a:off x="6096000" y="3429000"/>
            <a:ext cx="15090" cy="9882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4819964" y="4042162"/>
            <a:ext cx="1077678" cy="242688"/>
            <a:chOff x="3846334" y="4036722"/>
            <a:chExt cx="1077828" cy="242722"/>
          </a:xfrm>
          <a:solidFill>
            <a:srgbClr val="D4BBFF"/>
          </a:solidFill>
        </p:grpSpPr>
        <p:sp>
          <p:nvSpPr>
            <p:cNvPr id="23" name="Snip Single Corner of Rectangle 22"/>
            <p:cNvSpPr/>
            <p:nvPr/>
          </p:nvSpPr>
          <p:spPr>
            <a:xfrm>
              <a:off x="3846334" y="4039964"/>
              <a:ext cx="271963" cy="239480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24" name="Snip Single Corner of Rectangle 23"/>
            <p:cNvSpPr/>
            <p:nvPr/>
          </p:nvSpPr>
          <p:spPr>
            <a:xfrm>
              <a:off x="4259812" y="4039962"/>
              <a:ext cx="271963" cy="239480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  <p:sp>
          <p:nvSpPr>
            <p:cNvPr id="25" name="Snip Single Corner of Rectangle 24"/>
            <p:cNvSpPr/>
            <p:nvPr/>
          </p:nvSpPr>
          <p:spPr>
            <a:xfrm>
              <a:off x="4654548" y="4036722"/>
              <a:ext cx="269614" cy="239481"/>
            </a:xfrm>
            <a:prstGeom prst="snip1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484318" y="3624912"/>
            <a:ext cx="1607003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Passages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3428" y="2344151"/>
            <a:ext cx="15828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Query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3531" y="3766284"/>
            <a:ext cx="1893417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8590" y="5041302"/>
            <a:ext cx="2166636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System Response</a:t>
            </a:r>
          </a:p>
        </p:txBody>
      </p:sp>
      <p:pic>
        <p:nvPicPr>
          <p:cNvPr id="3" name="Picture 10" descr="Chatbot - Free communications icons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6228" y="4185036"/>
            <a:ext cx="1325379" cy="1325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 descr="Ui Ux with solid fill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52348" y="2048574"/>
            <a:ext cx="1299981" cy="12999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95305" y="1273526"/>
            <a:ext cx="224737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1"/>
                </a:solidFill>
              </a:rPr>
              <a:t>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742" y="5717180"/>
            <a:ext cx="2166636" cy="535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85" b="1" dirty="0">
                <a:solidFill>
                  <a:srgbClr val="0070C0"/>
                </a:solidFill>
              </a:rPr>
              <a:t>Generation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45</a:t>
            </a:fld>
            <a:endParaRPr lang="cs-CZ"/>
          </a:p>
        </p:txBody>
      </p:sp>
      <p:sp>
        <p:nvSpPr>
          <p:cNvPr id="15" name="TextBox 14"/>
          <p:cNvSpPr txBox="1"/>
          <p:nvPr/>
        </p:nvSpPr>
        <p:spPr>
          <a:xfrm>
            <a:off x="167490" y="4222314"/>
            <a:ext cx="3052939" cy="15995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/>
              </a:rPr>
              <a:t>Simply combine existing models available off the shelf!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800" dirty="0">
              <a:cs typeface="Arial" panose="020B06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cs typeface="Arial" panose="020B0604020202020204"/>
              </a:rPr>
              <a:t>Tools: </a:t>
            </a:r>
            <a:r>
              <a:rPr lang="en-IN" dirty="0" err="1">
                <a:cs typeface="Arial" panose="020B0604020202020204"/>
              </a:rPr>
              <a:t>LangChain</a:t>
            </a:r>
            <a:r>
              <a:rPr lang="en-IN" dirty="0">
                <a:cs typeface="Arial" panose="020B0604020202020204"/>
              </a:rPr>
              <a:t>; </a:t>
            </a:r>
            <a:r>
              <a:rPr lang="en-IN" dirty="0" err="1">
                <a:cs typeface="Arial" panose="020B0604020202020204"/>
              </a:rPr>
              <a:t>LlamaIndex</a:t>
            </a:r>
            <a:endParaRPr lang="en-IN" dirty="0">
              <a:cs typeface="Arial" panose="020B060402020202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2247BE0-85E8-618A-39C0-1199786E7384}"/>
                  </a:ext>
                </a:extLst>
              </p14:cNvPr>
              <p14:cNvContentPartPr/>
              <p14:nvPr/>
            </p14:nvContentPartPr>
            <p14:xfrm>
              <a:off x="374760" y="1019160"/>
              <a:ext cx="8573400" cy="36316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2247BE0-85E8-618A-39C0-1199786E73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5400" y="1009800"/>
                <a:ext cx="8592120" cy="3650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Entity search paper from 2010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with Corners Rounded 5"/>
              <p:cNvSpPr/>
              <p:nvPr/>
            </p:nvSpPr>
            <p:spPr>
              <a:xfrm>
                <a:off x="0" y="5401310"/>
                <a:ext cx="2372360" cy="1456690"/>
              </a:xfrm>
              <a:prstGeom prst="wedgeRoundRectCallout">
                <a:avLst>
                  <a:gd name="adj1" fmla="val 73902"/>
                  <a:gd name="adj2" fmla="val -237140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Prior 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800" dirty="0" err="1"/>
                  <a:t>th</a:t>
                </a:r>
                <a:r>
                  <a:rPr lang="en-IN" sz="2800" dirty="0"/>
                  <a:t> document</a:t>
                </a:r>
              </a:p>
            </p:txBody>
          </p:sp>
        </mc:Choice>
        <mc:Fallback xmlns="">
          <p:sp>
            <p:nvSpPr>
              <p:cNvPr id="6" name="Speech Bubble: Rectangle with Corners Rounded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401310"/>
                <a:ext cx="2372360" cy="1456690"/>
              </a:xfrm>
              <a:prstGeom prst="wedgeRoundRectCallout">
                <a:avLst>
                  <a:gd name="adj1" fmla="val 73902"/>
                  <a:gd name="adj2" fmla="val -237140"/>
                  <a:gd name="adj3" fmla="val 16667"/>
                </a:avLst>
              </a:prstGeom>
              <a:blipFill rotWithShape="1">
                <a:blip r:embed="rId3"/>
                <a:stretch>
                  <a:fillRect l="-268" t="-190366" r="-24839" b="-436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peech Bubble: Rectangle with Corners Rounded 6"/>
              <p:cNvSpPr/>
              <p:nvPr/>
            </p:nvSpPr>
            <p:spPr>
              <a:xfrm>
                <a:off x="2818803" y="5401480"/>
                <a:ext cx="4558389" cy="1456566"/>
              </a:xfrm>
              <a:prstGeom prst="wedgeRoundRectCallout">
                <a:avLst>
                  <a:gd name="adj1" fmla="val -13670"/>
                  <a:gd name="adj2" fmla="val -223348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0" dirty="0"/>
                  <a:t>Probability of relevance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800" dirty="0" err="1"/>
                  <a:t>th</a:t>
                </a:r>
                <a:r>
                  <a:rPr lang="en-IN" sz="2800" dirty="0"/>
                  <a:t> document given </a:t>
                </a:r>
                <a:r>
                  <a:rPr lang="en-IN" sz="2800" dirty="0" err="1"/>
                  <a:t>query</a:t>
                </a:r>
                <a:endParaRPr lang="en-IN" sz="2800" dirty="0"/>
              </a:p>
            </p:txBody>
          </p:sp>
        </mc:Choice>
        <mc:Fallback xmlns="">
          <p:sp>
            <p:nvSpPr>
              <p:cNvPr id="7" name="Speech Bubble: Rectangle with Corners Rounded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803" y="5401480"/>
                <a:ext cx="4558389" cy="1456566"/>
              </a:xfrm>
              <a:prstGeom prst="wedgeRoundRectCallout">
                <a:avLst>
                  <a:gd name="adj1" fmla="val -13670"/>
                  <a:gd name="adj2" fmla="val -223348"/>
                  <a:gd name="adj3" fmla="val 16667"/>
                </a:avLst>
              </a:prstGeom>
              <a:blipFill rotWithShape="1">
                <a:blip r:embed="rId4"/>
                <a:stretch>
                  <a:fillRect l="-140" t="-175354" r="-131" b="-433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peech Bubble: Rectangle with Corners Rounded 7"/>
              <p:cNvSpPr/>
              <p:nvPr/>
            </p:nvSpPr>
            <p:spPr>
              <a:xfrm>
                <a:off x="7633331" y="5401480"/>
                <a:ext cx="4558389" cy="1456566"/>
              </a:xfrm>
              <a:prstGeom prst="wedgeRoundRectCallout">
                <a:avLst>
                  <a:gd name="adj1" fmla="val -40847"/>
                  <a:gd name="adj2" fmla="val -224350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0" dirty="0"/>
                  <a:t>Probability of relevance of entity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800" b="0" dirty="0"/>
                  <a:t> in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sz="2800" dirty="0" err="1"/>
                  <a:t>th</a:t>
                </a:r>
                <a:r>
                  <a:rPr lang="en-IN" sz="2800" dirty="0"/>
                  <a:t> document</a:t>
                </a:r>
              </a:p>
            </p:txBody>
          </p:sp>
        </mc:Choice>
        <mc:Fallback xmlns="">
          <p:sp>
            <p:nvSpPr>
              <p:cNvPr id="8" name="Speech Bubble: Rectangle with Corners Rounded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3331" y="5401480"/>
                <a:ext cx="4558389" cy="1456566"/>
              </a:xfrm>
              <a:prstGeom prst="wedgeRoundRectCallout">
                <a:avLst>
                  <a:gd name="adj1" fmla="val -40847"/>
                  <a:gd name="adj2" fmla="val -224350"/>
                  <a:gd name="adj3" fmla="val 16667"/>
                </a:avLst>
              </a:prstGeom>
              <a:blipFill rotWithShape="1">
                <a:blip r:embed="rId5"/>
                <a:stretch>
                  <a:fillRect l="-153" t="-176487" r="-132" b="-433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10515" y="843915"/>
                <a:ext cx="11570970" cy="4558030"/>
              </a:xfrm>
            </p:spPr>
            <p:txBody>
              <a:bodyPr>
                <a:normAutofit fontScale="90000" lnSpcReduction="10000"/>
              </a:bodyPr>
              <a:lstStyle/>
              <a:p>
                <a:r>
                  <a:rPr lang="en-US" dirty="0"/>
                  <a:t>Entity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dirty="0"/>
                  <a:t>,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,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IN" dirty="0"/>
                  <a:t>, relevance label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IN" dirty="0"/>
              </a:p>
              <a:p>
                <a:pPr/>
                <a:r>
                  <a:rPr lang="en-IN" dirty="0"/>
                  <a:t>Equation (6):</a:t>
                </a:r>
                <a:br>
                  <a:rPr lang="en-IN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b="0" i="1" smtClean="0">
                                <a:effectLst>
                                  <a:glow rad="228600">
                                    <a:schemeClr val="accent6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effectLst>
                                  <a:glow rad="228600">
                                    <a:schemeClr val="accent6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6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6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func>
                          <m:funcPr>
                            <m:ctrlPr>
                              <a:rPr lang="en-US" b="0" i="1" smtClean="0">
                                <a:effectLst>
                                  <a:glow rad="228600">
                                    <a:schemeClr val="accent5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effectLst>
                                  <a:glow rad="228600">
                                    <a:schemeClr val="accent5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effectLst>
                                      <a:glow rad="228600">
                                        <a:schemeClr val="accent5">
                                          <a:satMod val="175000"/>
                                          <a:alpha val="40000"/>
                                        </a:schemeClr>
                                      </a:glow>
                                    </a:effectLst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effectLst>
                                          <a:glow rad="228600">
                                            <a:schemeClr val="accent5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b="0" i="1">
                  <a:effectLst>
                    <a:glow rad="228600">
                      <a:schemeClr val="accent5">
                        <a:satMod val="175000"/>
                        <a:alpha val="40000"/>
                      </a:schemeClr>
                    </a:glow>
                  </a:effectLst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IN" dirty="0"/>
                  <a:t> is a static score independent of query</a:t>
                </a:r>
              </a:p>
              <a:p>
                <a:r>
                  <a:rPr lang="en-US" altLang="en-IN" dirty="0"/>
                  <a:t>Two probabilities estimated using logistic regression</a:t>
                </a:r>
              </a:p>
              <a:p>
                <a:r>
                  <a:rPr lang="en-US" altLang="en-IN" dirty="0"/>
                  <a:t>Distant supervision via triplets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en-IN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altLang="en-IN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𝑞</m:t>
                        </m:r>
                        <m:r>
                          <a:rPr lang="en-US" altLang="en-IN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⊕</m:t>
                            </m:r>
                          </m:sub>
                        </m:sSub>
                        <m:r>
                          <a:rPr lang="en-US" altLang="en-IN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en-IN" i="1" dirty="0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⊖</m:t>
                            </m:r>
                          </m:sub>
                        </m:sSub>
                      </m:e>
                    </m:d>
                  </m:oMath>
                </a14:m>
                <a:endParaRPr lang="en-US" altLang="en-IN" i="1" dirty="0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endParaRPr lang="en-US" altLang="en-IN" dirty="0"/>
              </a:p>
              <a:p>
                <a:endParaRPr lang="en-US" altLang="en-IN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515" y="843915"/>
                <a:ext cx="11570970" cy="4558030"/>
              </a:xfrm>
              <a:blipFill rotWithShape="1">
                <a:blip r:embed="rId6"/>
                <a:stretch>
                  <a:fillRect t="-571" b="-1597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4634CD-B945-51B2-8DDE-5A8F9DB3CEE3}"/>
                  </a:ext>
                </a:extLst>
              </p14:cNvPr>
              <p14:cNvContentPartPr/>
              <p14:nvPr/>
            </p14:nvContentPartPr>
            <p14:xfrm>
              <a:off x="326520" y="1349640"/>
              <a:ext cx="11526120" cy="546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4634CD-B945-51B2-8DDE-5A8F9DB3CE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7160" y="1340280"/>
                <a:ext cx="11544840" cy="548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817" y="985732"/>
            <a:ext cx="5613184" cy="53095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REALM</a:t>
            </a:r>
            <a:r>
              <a:rPr lang="en-US" dirty="0"/>
              <a:t> (2020)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310661" y="985731"/>
                <a:ext cx="6477000" cy="554167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query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answer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doc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join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CLS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SEP</m:t>
                        </m:r>
                      </m:e>
                    </m:d>
                  </m:oMath>
                </a14:m>
                <a:endParaRPr lang="en-US" sz="2400" b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Embed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BER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CLS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join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Embed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doc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doc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BER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CLS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join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Embed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Embed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doc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(Asymmetric late interaction)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softmax</a:t>
                </a:r>
                <a:r>
                  <a:rPr lang="en-US" sz="2400" dirty="0"/>
                  <a:t>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000" dirty="0"/>
                  <a:t>Conceptually, documents compete; they don’t “team up” to answer the question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r>
                          <a:rPr lang="en-US" sz="240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sz="2400" i="1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i="1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24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sz="2400"/>
                  <a:t>Assumption: one doc is enough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1" y="985731"/>
                <a:ext cx="6477000" cy="5541677"/>
              </a:xfrm>
              <a:blipFill rotWithShape="1">
                <a:blip r:embed="rId4"/>
                <a:stretch>
                  <a:fillRect l="-2" t="-4" r="2" b="-1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266FC9-21EF-62C9-04B7-1EDEDEE7E96E}"/>
                  </a:ext>
                </a:extLst>
              </p14:cNvPr>
              <p14:cNvContentPartPr/>
              <p14:nvPr/>
            </p14:nvContentPartPr>
            <p14:xfrm>
              <a:off x="87120" y="365400"/>
              <a:ext cx="10676880" cy="5905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266FC9-21EF-62C9-04B7-1EDEDEE7E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60" y="356400"/>
                <a:ext cx="10695600" cy="592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and fine-tuning protocols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7982"/>
            <a:ext cx="12192000" cy="4502036"/>
          </a:xfrm>
          <a:prstGeom prst="rect">
            <a:avLst/>
          </a:prstGeom>
        </p:spPr>
      </p:pic>
      <p:sp>
        <p:nvSpPr>
          <p:cNvPr id="2" name="Rectangles 1"/>
          <p:cNvSpPr/>
          <p:nvPr/>
        </p:nvSpPr>
        <p:spPr>
          <a:xfrm>
            <a:off x="93980" y="5681345"/>
            <a:ext cx="5001895" cy="109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Mask reconstruction</a:t>
            </a:r>
          </a:p>
        </p:txBody>
      </p:sp>
      <p:sp>
        <p:nvSpPr>
          <p:cNvPr id="3" name="Rectangles 2"/>
          <p:cNvSpPr/>
          <p:nvPr/>
        </p:nvSpPr>
        <p:spPr>
          <a:xfrm>
            <a:off x="5340985" y="5681345"/>
            <a:ext cx="6788785" cy="109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Answer span extraction (reading comprehension style)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Filling masked positions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b="0" dirty="0"/>
                  <a:t>Independent mask-filling in query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is the number of masked positions in the query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During training…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)∝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BER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MASK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join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 err="1"/>
                  <a:t>Concat</a:t>
                </a:r>
                <a:r>
                  <a:rPr lang="en-US" dirty="0"/>
                  <a:t> question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document /passage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Keep position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question masked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Pass through BERT and read off embedding of masked position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is a trained (base?) embedding of candidate word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Implementation details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How do they prune the space of docs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As encoders change, dense index is lazily updated (</a:t>
                </a:r>
                <a:r>
                  <a:rPr lang="en-US" dirty="0">
                    <a:latin typeface="Tahoma" charset="0"/>
                  </a:rPr>
                  <a:t>§</a:t>
                </a:r>
                <a:r>
                  <a:rPr lang="en-US" dirty="0"/>
                  <a:t>3.3)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379" b="-11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04D6D4-BE5D-7F2D-08C3-A713D4A8A310}"/>
                  </a:ext>
                </a:extLst>
              </p14:cNvPr>
              <p14:cNvContentPartPr/>
              <p14:nvPr/>
            </p14:nvContentPartPr>
            <p14:xfrm>
              <a:off x="1981080" y="1920240"/>
              <a:ext cx="9322920" cy="941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04D6D4-BE5D-7F2D-08C3-A713D4A8A3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71720" y="1910880"/>
                <a:ext cx="9341640" cy="95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47388" y="3168829"/>
            <a:ext cx="1673105" cy="464213"/>
          </a:xfrm>
          <a:prstGeom prst="rect">
            <a:avLst/>
          </a:prstGeom>
          <a:solidFill>
            <a:srgbClr val="1DB100"/>
          </a:solidFill>
        </p:spPr>
        <p:txBody>
          <a:bodyPr vert="horz" wrap="square" lIns="0" tIns="94726" rIns="0" bIns="0" rtlCol="0">
            <a:spAutoFit/>
          </a:bodyPr>
          <a:lstStyle/>
          <a:p>
            <a:pPr marL="217805">
              <a:spcBef>
                <a:spcPts val="745"/>
              </a:spcBef>
            </a:pPr>
            <a:r>
              <a:rPr sz="2395" spc="2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Retrieval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183" y="2626260"/>
            <a:ext cx="231114" cy="4705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32499" y="1240261"/>
            <a:ext cx="10004747" cy="33288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7620">
              <a:spcBef>
                <a:spcPts val="75"/>
              </a:spcBef>
            </a:pPr>
            <a:r>
              <a:rPr sz="2100" b="1" i="1" spc="-72" dirty="0">
                <a:latin typeface="Arial" panose="020B0604020202020204"/>
                <a:cs typeface="Arial" panose="020B0604020202020204"/>
              </a:rPr>
              <a:t>x</a:t>
            </a:r>
            <a:r>
              <a:rPr sz="2100" b="1" i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37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11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9" dirty="0">
                <a:latin typeface="Arial" panose="020B0604020202020204"/>
                <a:cs typeface="Arial" panose="020B0604020202020204"/>
              </a:rPr>
              <a:t>World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33" dirty="0">
                <a:latin typeface="Arial" panose="020B0604020202020204"/>
                <a:cs typeface="Arial" panose="020B0604020202020204"/>
              </a:rPr>
              <a:t>Cup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28" dirty="0">
                <a:latin typeface="Arial" panose="020B0604020202020204"/>
                <a:cs typeface="Arial" panose="020B0604020202020204"/>
              </a:rPr>
              <a:t>2022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55" dirty="0">
                <a:latin typeface="Arial" panose="020B0604020202020204"/>
                <a:cs typeface="Arial" panose="020B0604020202020204"/>
              </a:rPr>
              <a:t>was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42" dirty="0">
                <a:latin typeface="Arial" panose="020B0604020202020204"/>
                <a:cs typeface="Arial" panose="020B0604020202020204"/>
              </a:rPr>
              <a:t>the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9" dirty="0">
                <a:latin typeface="Arial" panose="020B0604020202020204"/>
                <a:cs typeface="Arial" panose="020B0604020202020204"/>
              </a:rPr>
              <a:t>last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37" dirty="0">
                <a:latin typeface="Arial" panose="020B0604020202020204"/>
                <a:cs typeface="Arial" panose="020B0604020202020204"/>
              </a:rPr>
              <a:t>with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32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61" dirty="0">
                <a:latin typeface="Arial" panose="020B0604020202020204"/>
                <a:cs typeface="Arial" panose="020B0604020202020204"/>
              </a:rPr>
              <a:t>teams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6" dirty="0">
                <a:latin typeface="Arial" panose="020B0604020202020204"/>
                <a:cs typeface="Arial" panose="020B0604020202020204"/>
              </a:rPr>
              <a:t>before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42" dirty="0">
                <a:latin typeface="Arial" panose="020B0604020202020204"/>
                <a:cs typeface="Arial" panose="020B0604020202020204"/>
              </a:rPr>
              <a:t>the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97" dirty="0">
                <a:latin typeface="Arial" panose="020B0604020202020204"/>
                <a:cs typeface="Arial" panose="020B0604020202020204"/>
              </a:rPr>
              <a:t>increase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to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103" dirty="0">
                <a:latin typeface="Arial" panose="020B0604020202020204"/>
                <a:cs typeface="Arial" panose="020B0604020202020204"/>
              </a:rPr>
              <a:t>[MASK]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in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6" dirty="0">
                <a:latin typeface="Arial" panose="020B0604020202020204"/>
                <a:cs typeface="Arial" panose="020B0604020202020204"/>
              </a:rPr>
              <a:t>2026.</a:t>
            </a:r>
            <a:endParaRPr sz="21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32119" y="3572982"/>
            <a:ext cx="1673105" cy="464213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52914" y="3004882"/>
            <a:ext cx="231111" cy="47058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222187" y="4352962"/>
            <a:ext cx="2923410" cy="1381226"/>
            <a:chOff x="3663845" y="7178356"/>
            <a:chExt cx="4820920" cy="22777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6684" y="7571216"/>
              <a:ext cx="4397771" cy="18847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91393" y="7623571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6044" y="7398385"/>
              <a:ext cx="4397771" cy="18847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60753" y="7450739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3845" y="7178356"/>
              <a:ext cx="4397771" cy="18847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68554" y="7230710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347599" y="4605038"/>
            <a:ext cx="2416280" cy="826854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7620" marR="3175" indent="141605">
              <a:lnSpc>
                <a:spcPct val="102000"/>
              </a:lnSpc>
              <a:spcBef>
                <a:spcPts val="20"/>
              </a:spcBef>
            </a:pPr>
            <a:r>
              <a:rPr sz="1790" spc="-1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FIFA</a:t>
            </a:r>
            <a:r>
              <a:rPr sz="1790" spc="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790" spc="-7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Cup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2026 will</a:t>
            </a:r>
            <a:r>
              <a:rPr sz="1790" spc="-4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expand</a:t>
            </a:r>
            <a:r>
              <a:rPr sz="1790" spc="-4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90" spc="-4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48</a:t>
            </a:r>
            <a:r>
              <a:rPr sz="1790" spc="-4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8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teams.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68183" y="3842139"/>
            <a:ext cx="231114" cy="47058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51368" y="4637848"/>
            <a:ext cx="1594553" cy="550103"/>
          </a:xfrm>
          <a:prstGeom prst="rect">
            <a:avLst/>
          </a:prstGeom>
        </p:spPr>
        <p:txBody>
          <a:bodyPr vert="horz" wrap="square" lIns="0" tIns="1540" rIns="0" bIns="0" rtlCol="0">
            <a:spAutoFit/>
          </a:bodyPr>
          <a:lstStyle/>
          <a:p>
            <a:pPr marL="269875" marR="3175" indent="-262890">
              <a:lnSpc>
                <a:spcPct val="103000"/>
              </a:lnSpc>
              <a:spcBef>
                <a:spcPts val="10"/>
              </a:spcBef>
            </a:pPr>
            <a:r>
              <a:rPr sz="1790" b="1" i="1" dirty="0">
                <a:latin typeface="Arial" panose="020B0604020202020204"/>
                <a:cs typeface="Arial" panose="020B0604020202020204"/>
              </a:rPr>
              <a:t>k</a:t>
            </a:r>
            <a:r>
              <a:rPr sz="1790" b="1" i="1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chunks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of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latin typeface="Arial" panose="020B0604020202020204"/>
                <a:cs typeface="Arial" panose="020B0604020202020204"/>
              </a:rPr>
              <a:t>text </a:t>
            </a:r>
            <a:r>
              <a:rPr sz="1790" spc="-6" dirty="0">
                <a:latin typeface="Arial" panose="020B0604020202020204"/>
                <a:cs typeface="Arial" panose="020B0604020202020204"/>
              </a:rPr>
              <a:t>(passages)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50</a:t>
            </a:fld>
            <a:endParaRPr lang="cs-CZ"/>
          </a:p>
        </p:txBody>
      </p:sp>
      <p:sp>
        <p:nvSpPr>
          <p:cNvPr id="20" name="object 26"/>
          <p:cNvSpPr txBox="1"/>
          <p:nvPr/>
        </p:nvSpPr>
        <p:spPr>
          <a:xfrm>
            <a:off x="2711384" y="5705100"/>
            <a:ext cx="2049313" cy="34749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Retrieve 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0494" y="2123502"/>
            <a:ext cx="1007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i="1" dirty="0">
                <a:latin typeface="Arial" panose="020B0604020202020204"/>
                <a:cs typeface="Arial" panose="020B0604020202020204"/>
              </a:rPr>
              <a:t>q </a:t>
            </a:r>
            <a:r>
              <a:rPr lang="en-IN" sz="2400" b="1" i="1" spc="-12" dirty="0">
                <a:latin typeface="Arial" panose="020B0604020202020204"/>
                <a:cs typeface="Arial" panose="020B0604020202020204"/>
              </a:rPr>
              <a:t>(=x)</a:t>
            </a:r>
            <a:endParaRPr lang="en-IN"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17"/>
          <p:cNvSpPr txBox="1"/>
          <p:nvPr/>
        </p:nvSpPr>
        <p:spPr>
          <a:xfrm>
            <a:off x="5384217" y="2534373"/>
            <a:ext cx="5664299" cy="284274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2" dirty="0">
                <a:latin typeface="Arial" panose="020B0604020202020204"/>
                <a:cs typeface="Arial" panose="020B0604020202020204"/>
              </a:rPr>
              <a:t>World</a:t>
            </a:r>
            <a:r>
              <a:rPr sz="1790" spc="-49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Cup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2022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was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…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the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33" dirty="0">
                <a:latin typeface="Arial" panose="020B0604020202020204"/>
                <a:cs typeface="Arial" panose="020B0604020202020204"/>
              </a:rPr>
              <a:t>increase</a:t>
            </a:r>
            <a:r>
              <a:rPr sz="1790" spc="-49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to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[MASK]</a:t>
            </a:r>
            <a:r>
              <a:rPr lang="en-IN" sz="1790" spc="-3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in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latin typeface="Arial" panose="020B0604020202020204"/>
                <a:cs typeface="Arial" panose="020B0604020202020204"/>
              </a:rPr>
              <a:t>2026.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 detailed steps</a:t>
            </a:r>
          </a:p>
        </p:txBody>
      </p:sp>
      <p:sp>
        <p:nvSpPr>
          <p:cNvPr id="2" name="TextBox 9"/>
          <p:cNvSpPr txBox="1"/>
          <p:nvPr/>
        </p:nvSpPr>
        <p:spPr>
          <a:xfrm>
            <a:off x="0" y="6588760"/>
            <a:ext cx="7044690" cy="26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5" dirty="0"/>
              <a:t>Slide source: </a:t>
            </a:r>
            <a:r>
              <a:rPr lang="en-US" sz="1155" dirty="0">
                <a:hlinkClick r:id="rId7"/>
              </a:rPr>
              <a:t>https://drive.google.com/file/d/1YUpp7L1SCK6jgdfFObsqHKXrq6HC-TLp/view</a:t>
            </a:r>
            <a:endParaRPr lang="en-US" sz="1155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5" grpId="0"/>
      <p:bldP spid="15" grpId="1"/>
      <p:bldP spid="17" grpId="0"/>
      <p:bldP spid="17" grpId="1"/>
      <p:bldP spid="20" grpId="0"/>
      <p:bldP spid="20" grpId="1"/>
      <p:bldP spid="23" grpId="0"/>
      <p:bldP spid="23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847388" y="3168829"/>
            <a:ext cx="1673105" cy="464213"/>
          </a:xfrm>
          <a:prstGeom prst="rect">
            <a:avLst/>
          </a:prstGeom>
          <a:solidFill>
            <a:srgbClr val="1DB100"/>
          </a:solidFill>
        </p:spPr>
        <p:txBody>
          <a:bodyPr vert="horz" wrap="square" lIns="0" tIns="94726" rIns="0" bIns="0" rtlCol="0">
            <a:spAutoFit/>
          </a:bodyPr>
          <a:lstStyle/>
          <a:p>
            <a:pPr marL="217805">
              <a:spcBef>
                <a:spcPts val="745"/>
              </a:spcBef>
            </a:pPr>
            <a:r>
              <a:rPr sz="2395" spc="24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Retrieval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183" y="2626260"/>
            <a:ext cx="231114" cy="4705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22187" y="4352962"/>
            <a:ext cx="2923410" cy="1381226"/>
            <a:chOff x="3663845" y="7178356"/>
            <a:chExt cx="4820920" cy="22777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6684" y="7571216"/>
              <a:ext cx="4397771" cy="18847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91393" y="7623571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6044" y="7398385"/>
              <a:ext cx="4397771" cy="188475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960753" y="7450739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845" y="7178356"/>
              <a:ext cx="4397771" cy="18847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68554" y="7230710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47599" y="4605038"/>
            <a:ext cx="2416280" cy="826854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7620" marR="3175" indent="141605">
              <a:lnSpc>
                <a:spcPct val="102000"/>
              </a:lnSpc>
              <a:spcBef>
                <a:spcPts val="20"/>
              </a:spcBef>
            </a:pPr>
            <a:r>
              <a:rPr sz="1790" spc="-1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FIFA</a:t>
            </a:r>
            <a:r>
              <a:rPr sz="1790" spc="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790" spc="-7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Cup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2026 will</a:t>
            </a:r>
            <a:r>
              <a:rPr sz="1790" spc="-4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expand</a:t>
            </a:r>
            <a:r>
              <a:rPr sz="1790" spc="-4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90" spc="-4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48</a:t>
            </a:r>
            <a:r>
              <a:rPr sz="1790" spc="-4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8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teams.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8183" y="3842139"/>
            <a:ext cx="231114" cy="47058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32119" y="3572982"/>
            <a:ext cx="1673105" cy="464213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0073" y="1975613"/>
            <a:ext cx="4597286" cy="57243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algn="ctr">
              <a:spcBef>
                <a:spcPts val="70"/>
              </a:spcBef>
            </a:pPr>
            <a:r>
              <a:rPr sz="1790" spc="-1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FIFA</a:t>
            </a:r>
            <a:r>
              <a:rPr sz="1790" spc="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World</a:t>
            </a:r>
            <a:r>
              <a:rPr sz="1790" spc="-7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Cup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2026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will</a:t>
            </a:r>
            <a:r>
              <a:rPr sz="1790" spc="-3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expand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790" spc="-3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48</a:t>
            </a:r>
            <a:r>
              <a:rPr sz="1790" spc="-37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teams.</a:t>
            </a:r>
            <a:endParaRPr sz="1790">
              <a:latin typeface="Arial" panose="020B0604020202020204"/>
              <a:cs typeface="Arial" panose="020B0604020202020204"/>
            </a:endParaRPr>
          </a:p>
          <a:p>
            <a:pPr algn="ctr">
              <a:spcBef>
                <a:spcPts val="55"/>
              </a:spcBef>
            </a:pPr>
            <a:r>
              <a:rPr sz="1790" spc="-3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052914" y="3004882"/>
            <a:ext cx="231111" cy="47058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52914" y="4271822"/>
            <a:ext cx="231111" cy="4705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033732" y="4903582"/>
            <a:ext cx="269929" cy="284274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5" dirty="0">
                <a:latin typeface="Arial" panose="020B0604020202020204"/>
                <a:cs typeface="Arial" panose="020B0604020202020204"/>
              </a:rPr>
              <a:t>48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140392" y="2067030"/>
            <a:ext cx="619184" cy="2914939"/>
            <a:chOff x="8476181" y="3408686"/>
            <a:chExt cx="1021080" cy="4806950"/>
          </a:xfrm>
        </p:grpSpPr>
        <p:sp>
          <p:nvSpPr>
            <p:cNvPr id="22" name="object 22"/>
            <p:cNvSpPr/>
            <p:nvPr/>
          </p:nvSpPr>
          <p:spPr>
            <a:xfrm>
              <a:off x="8868855" y="3477688"/>
              <a:ext cx="506095" cy="3810"/>
            </a:xfrm>
            <a:custGeom>
              <a:avLst/>
              <a:gdLst/>
              <a:ahLst/>
              <a:cxnLst/>
              <a:rect l="l" t="t" r="r" b="b"/>
              <a:pathLst>
                <a:path w="506095" h="3810">
                  <a:moveTo>
                    <a:pt x="505570" y="0"/>
                  </a:moveTo>
                  <a:lnTo>
                    <a:pt x="489864" y="105"/>
                  </a:lnTo>
                  <a:lnTo>
                    <a:pt x="0" y="3381"/>
                  </a:lnTo>
                </a:path>
              </a:pathLst>
            </a:custGeom>
            <a:ln w="31412">
              <a:solidFill>
                <a:srgbClr val="CB297B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23" name="object 23"/>
            <p:cNvSpPr/>
            <p:nvPr/>
          </p:nvSpPr>
          <p:spPr>
            <a:xfrm>
              <a:off x="9358257" y="3408686"/>
              <a:ext cx="139065" cy="138430"/>
            </a:xfrm>
            <a:custGeom>
              <a:avLst/>
              <a:gdLst/>
              <a:ahLst/>
              <a:cxnLst/>
              <a:rect l="l" t="t" r="r" b="b"/>
              <a:pathLst>
                <a:path w="139065" h="138429">
                  <a:moveTo>
                    <a:pt x="0" y="0"/>
                  </a:moveTo>
                  <a:lnTo>
                    <a:pt x="924" y="138212"/>
                  </a:lnTo>
                  <a:lnTo>
                    <a:pt x="138675" y="68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297B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491888" y="8176366"/>
              <a:ext cx="387985" cy="3175"/>
            </a:xfrm>
            <a:custGeom>
              <a:avLst/>
              <a:gdLst/>
              <a:ahLst/>
              <a:cxnLst/>
              <a:rect l="l" t="t" r="r" b="b"/>
              <a:pathLst>
                <a:path w="387984" h="3175">
                  <a:moveTo>
                    <a:pt x="387422" y="2916"/>
                  </a:moveTo>
                  <a:lnTo>
                    <a:pt x="0" y="0"/>
                  </a:lnTo>
                </a:path>
              </a:pathLst>
            </a:custGeom>
            <a:ln w="31412">
              <a:solidFill>
                <a:srgbClr val="CB297B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866024" y="3476971"/>
              <a:ext cx="4445" cy="4722495"/>
            </a:xfrm>
            <a:custGeom>
              <a:avLst/>
              <a:gdLst/>
              <a:ahLst/>
              <a:cxnLst/>
              <a:rect l="l" t="t" r="r" b="b"/>
              <a:pathLst>
                <a:path w="4445" h="4722495">
                  <a:moveTo>
                    <a:pt x="0" y="0"/>
                  </a:moveTo>
                  <a:lnTo>
                    <a:pt x="3912" y="4722369"/>
                  </a:lnTo>
                </a:path>
              </a:pathLst>
            </a:custGeom>
            <a:ln w="31412">
              <a:solidFill>
                <a:srgbClr val="CB297B"/>
              </a:solidFill>
            </a:ln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11384" y="5705100"/>
            <a:ext cx="2049313" cy="34749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Retrieve stage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416835" y="5678596"/>
            <a:ext cx="1561822" cy="347497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2200" dirty="0">
                <a:latin typeface="Arial" panose="020B0604020202020204"/>
                <a:cs typeface="Arial" panose="020B0604020202020204"/>
              </a:rPr>
              <a:t>Read stage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51368" y="4637848"/>
            <a:ext cx="1594553" cy="550103"/>
          </a:xfrm>
          <a:prstGeom prst="rect">
            <a:avLst/>
          </a:prstGeom>
        </p:spPr>
        <p:txBody>
          <a:bodyPr vert="horz" wrap="square" lIns="0" tIns="1540" rIns="0" bIns="0" rtlCol="0">
            <a:spAutoFit/>
          </a:bodyPr>
          <a:lstStyle/>
          <a:p>
            <a:pPr marL="269875" marR="3175" indent="-262890">
              <a:lnSpc>
                <a:spcPct val="103000"/>
              </a:lnSpc>
              <a:spcBef>
                <a:spcPts val="10"/>
              </a:spcBef>
            </a:pPr>
            <a:r>
              <a:rPr sz="1790" b="1" i="1" dirty="0">
                <a:latin typeface="Arial" panose="020B0604020202020204"/>
                <a:cs typeface="Arial" panose="020B0604020202020204"/>
              </a:rPr>
              <a:t>k</a:t>
            </a:r>
            <a:r>
              <a:rPr sz="1790" b="1" i="1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chunks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of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12" dirty="0">
                <a:latin typeface="Arial" panose="020B0604020202020204"/>
                <a:cs typeface="Arial" panose="020B0604020202020204"/>
              </a:rPr>
              <a:t>text </a:t>
            </a:r>
            <a:r>
              <a:rPr sz="1790" spc="-6" dirty="0">
                <a:latin typeface="Arial" panose="020B0604020202020204"/>
                <a:cs typeface="Arial" panose="020B0604020202020204"/>
              </a:rPr>
              <a:t>(passages)</a:t>
            </a:r>
            <a:endParaRPr sz="179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51</a:t>
            </a:fld>
            <a:endParaRPr lang="cs-CZ"/>
          </a:p>
        </p:txBody>
      </p:sp>
      <p:sp>
        <p:nvSpPr>
          <p:cNvPr id="30" name="TextBox 29"/>
          <p:cNvSpPr txBox="1"/>
          <p:nvPr/>
        </p:nvSpPr>
        <p:spPr>
          <a:xfrm>
            <a:off x="3230494" y="2123502"/>
            <a:ext cx="1007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i="1" dirty="0">
                <a:latin typeface="Arial" panose="020B0604020202020204"/>
                <a:cs typeface="Arial" panose="020B0604020202020204"/>
              </a:rPr>
              <a:t>q </a:t>
            </a:r>
            <a:r>
              <a:rPr lang="en-IN" sz="2400" b="1" i="1" spc="-12" dirty="0">
                <a:latin typeface="Arial" panose="020B0604020202020204"/>
                <a:cs typeface="Arial" panose="020B0604020202020204"/>
              </a:rPr>
              <a:t>(=x)</a:t>
            </a:r>
            <a:endParaRPr lang="en-IN" sz="24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5"/>
          <p:cNvSpPr txBox="1"/>
          <p:nvPr/>
        </p:nvSpPr>
        <p:spPr>
          <a:xfrm>
            <a:off x="1232499" y="1240261"/>
            <a:ext cx="10004747" cy="33288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7620">
              <a:spcBef>
                <a:spcPts val="75"/>
              </a:spcBef>
            </a:pPr>
            <a:r>
              <a:rPr sz="2100" b="1" i="1" spc="-72" dirty="0">
                <a:latin typeface="Arial" panose="020B0604020202020204"/>
                <a:cs typeface="Arial" panose="020B0604020202020204"/>
              </a:rPr>
              <a:t>x</a:t>
            </a:r>
            <a:r>
              <a:rPr sz="2100" b="1" i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37" dirty="0">
                <a:latin typeface="Arial" panose="020B0604020202020204"/>
                <a:cs typeface="Arial" panose="020B0604020202020204"/>
              </a:rPr>
              <a:t>=</a:t>
            </a:r>
            <a:r>
              <a:rPr sz="2100" spc="-11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9" dirty="0">
                <a:latin typeface="Arial" panose="020B0604020202020204"/>
                <a:cs typeface="Arial" panose="020B0604020202020204"/>
              </a:rPr>
              <a:t>World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33" dirty="0">
                <a:latin typeface="Arial" panose="020B0604020202020204"/>
                <a:cs typeface="Arial" panose="020B0604020202020204"/>
              </a:rPr>
              <a:t>Cup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28" dirty="0">
                <a:latin typeface="Arial" panose="020B0604020202020204"/>
                <a:cs typeface="Arial" panose="020B0604020202020204"/>
              </a:rPr>
              <a:t>2022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55" dirty="0">
                <a:latin typeface="Arial" panose="020B0604020202020204"/>
                <a:cs typeface="Arial" panose="020B0604020202020204"/>
              </a:rPr>
              <a:t>was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42" dirty="0">
                <a:latin typeface="Arial" panose="020B0604020202020204"/>
                <a:cs typeface="Arial" panose="020B0604020202020204"/>
              </a:rPr>
              <a:t>the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9" dirty="0">
                <a:latin typeface="Arial" panose="020B0604020202020204"/>
                <a:cs typeface="Arial" panose="020B0604020202020204"/>
              </a:rPr>
              <a:t>last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37" dirty="0">
                <a:latin typeface="Arial" panose="020B0604020202020204"/>
                <a:cs typeface="Arial" panose="020B0604020202020204"/>
              </a:rPr>
              <a:t>with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32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61" dirty="0">
                <a:latin typeface="Arial" panose="020B0604020202020204"/>
                <a:cs typeface="Arial" panose="020B0604020202020204"/>
              </a:rPr>
              <a:t>teams</a:t>
            </a:r>
            <a:r>
              <a:rPr sz="2100" spc="-91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76" dirty="0">
                <a:latin typeface="Arial" panose="020B0604020202020204"/>
                <a:cs typeface="Arial" panose="020B0604020202020204"/>
              </a:rPr>
              <a:t>before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42" dirty="0">
                <a:latin typeface="Arial" panose="020B0604020202020204"/>
                <a:cs typeface="Arial" panose="020B0604020202020204"/>
              </a:rPr>
              <a:t>the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97" dirty="0">
                <a:latin typeface="Arial" panose="020B0604020202020204"/>
                <a:cs typeface="Arial" panose="020B0604020202020204"/>
              </a:rPr>
              <a:t>increase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dirty="0">
                <a:latin typeface="Arial" panose="020B0604020202020204"/>
                <a:cs typeface="Arial" panose="020B0604020202020204"/>
              </a:rPr>
              <a:t>to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103" dirty="0">
                <a:latin typeface="Arial" panose="020B0604020202020204"/>
                <a:cs typeface="Arial" panose="020B0604020202020204"/>
              </a:rPr>
              <a:t>[MASK]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88" dirty="0">
                <a:latin typeface="Arial" panose="020B0604020202020204"/>
                <a:cs typeface="Arial" panose="020B0604020202020204"/>
              </a:rPr>
              <a:t>in</a:t>
            </a:r>
            <a:r>
              <a:rPr sz="2100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100" spc="-6" dirty="0">
                <a:latin typeface="Arial" panose="020B0604020202020204"/>
                <a:cs typeface="Arial" panose="020B0604020202020204"/>
              </a:rPr>
              <a:t>2026.</a:t>
            </a:r>
            <a:endParaRPr sz="21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17"/>
          <p:cNvSpPr txBox="1"/>
          <p:nvPr/>
        </p:nvSpPr>
        <p:spPr>
          <a:xfrm>
            <a:off x="5384217" y="2534373"/>
            <a:ext cx="5664299" cy="284274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2" dirty="0">
                <a:latin typeface="Arial" panose="020B0604020202020204"/>
                <a:cs typeface="Arial" panose="020B0604020202020204"/>
              </a:rPr>
              <a:t>World</a:t>
            </a:r>
            <a:r>
              <a:rPr sz="1790" spc="-49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Cup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2022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was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…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the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33" dirty="0">
                <a:latin typeface="Arial" panose="020B0604020202020204"/>
                <a:cs typeface="Arial" panose="020B0604020202020204"/>
              </a:rPr>
              <a:t>increase</a:t>
            </a:r>
            <a:r>
              <a:rPr sz="1790" spc="-49" dirty="0"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to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lang="en-IN" sz="1790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[MASK]</a:t>
            </a:r>
            <a:r>
              <a:rPr lang="en-IN" sz="1790" spc="-33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latin typeface="Arial" panose="020B0604020202020204"/>
                <a:cs typeface="Arial" panose="020B0604020202020204"/>
              </a:rPr>
              <a:t>in</a:t>
            </a:r>
            <a:r>
              <a:rPr sz="1790" spc="-46" dirty="0"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latin typeface="Arial" panose="020B0604020202020204"/>
                <a:cs typeface="Arial" panose="020B0604020202020204"/>
              </a:rPr>
              <a:t>2026.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 detailed steps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EB5713-3A0E-3B54-59B7-9BCCF60E4D60}"/>
                  </a:ext>
                </a:extLst>
              </p14:cNvPr>
              <p14:cNvContentPartPr/>
              <p14:nvPr/>
            </p14:nvContentPartPr>
            <p14:xfrm>
              <a:off x="5033520" y="1854720"/>
              <a:ext cx="6644520" cy="458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EB5713-3A0E-3B54-59B7-9BCCF60E4D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24160" y="1845360"/>
                <a:ext cx="6663240" cy="460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 doc aggregation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26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7945" y="4530725"/>
                <a:ext cx="12055475" cy="221234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𝐷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|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DejaVu Math TeX Gyre" panose="02000503000000000000" charset="0"/>
                              </a:rPr>
                              <m:t>𝑧</m:t>
                            </m:r>
                          </m:e>
                        </m:d>
                      </m:e>
                    </m:nary>
                  </m:oMath>
                </a14:m>
                <a:endParaRPr lang="en-US" i="1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/>
                  <a:t> is the retriever score (0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𝑧</m:t>
                    </m:r>
                  </m:oMath>
                </a14:m>
                <a:r>
                  <a:rPr lang="en-US"/>
                  <a:t> not in top-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𝑘</m:t>
                    </m:r>
                  </m:oMath>
                </a14:m>
                <a:r>
                  <a:rPr lang="en-US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/>
                  <a:t> is the probability of generating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𝑦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27" name="Text Placeholder 2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7945" y="4530725"/>
                <a:ext cx="12055475" cy="2212340"/>
              </a:xfrm>
              <a:blipFill rotWithShape="1">
                <a:blip r:embed="rId2"/>
                <a:stretch>
                  <a:fillRect t="-4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6"/>
          <p:cNvSpPr txBox="1"/>
          <p:nvPr/>
        </p:nvSpPr>
        <p:spPr>
          <a:xfrm>
            <a:off x="4826002" y="2109585"/>
            <a:ext cx="1601484" cy="4000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31190" rIns="0" bIns="0" rtlCol="0">
            <a:spAutoFit/>
          </a:bodyPr>
          <a:lstStyle/>
          <a:p>
            <a:pPr algn="ctr">
              <a:spcBef>
                <a:spcPts val="2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18827" y="2224345"/>
            <a:ext cx="453464" cy="23103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09873" y="2182231"/>
            <a:ext cx="453461" cy="2310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976154" y="3766425"/>
            <a:ext cx="2323993" cy="382905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2860">
              <a:spcBef>
                <a:spcPts val="80"/>
              </a:spcBef>
            </a:pPr>
            <a:r>
              <a:rPr sz="2000" spc="-58" dirty="0">
                <a:latin typeface="Arial" panose="020B0604020202020204"/>
                <a:cs typeface="Arial" panose="020B0604020202020204"/>
              </a:rPr>
              <a:t>[</a:t>
            </a:r>
            <a:r>
              <a:rPr lang="en-US" sz="2000" spc="-58" dirty="0">
                <a:latin typeface="Arial" panose="020B0604020202020204"/>
                <a:cs typeface="Arial" panose="020B0604020202020204"/>
              </a:rPr>
              <a:t>CLS</a:t>
            </a:r>
            <a:r>
              <a:rPr sz="2000" spc="-58" dirty="0">
                <a:latin typeface="Arial" panose="020B0604020202020204"/>
                <a:cs typeface="Arial" panose="020B0604020202020204"/>
              </a:rPr>
              <a:t>]</a:t>
            </a:r>
            <a:r>
              <a:rPr sz="2000" spc="-82" dirty="0">
                <a:latin typeface="Arial" panose="020B0604020202020204"/>
                <a:cs typeface="Arial" panose="020B0604020202020204"/>
              </a:rPr>
              <a:t> </a:t>
            </a:r>
            <a:r>
              <a:rPr sz="2425" i="1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i="1" baseline="-19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590" i="1" spc="72" baseline="-19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49" dirty="0">
                <a:latin typeface="Arial" panose="020B0604020202020204"/>
                <a:cs typeface="Arial" panose="020B0604020202020204"/>
              </a:rPr>
              <a:t>[SEP]</a:t>
            </a:r>
            <a:r>
              <a:rPr lang="en-US" sz="2000" spc="-49" dirty="0">
                <a:latin typeface="Arial" panose="020B0604020202020204"/>
                <a:cs typeface="Arial" panose="020B0604020202020204"/>
              </a:rPr>
              <a:t> x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1" y="3788624"/>
            <a:ext cx="1601484" cy="4000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31190" rIns="0" bIns="0" rtlCol="0">
            <a:spAutoFit/>
          </a:bodyPr>
          <a:lstStyle/>
          <a:p>
            <a:pPr algn="ctr">
              <a:spcBef>
                <a:spcPts val="2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18826" y="3903384"/>
            <a:ext cx="453465" cy="23103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132394" y="3766425"/>
            <a:ext cx="1229511" cy="382905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22860">
              <a:spcBef>
                <a:spcPts val="80"/>
              </a:spcBef>
            </a:pP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25" spc="-28" dirty="0">
                <a:latin typeface="Cambria"/>
                <a:cs typeface="Cambria"/>
              </a:rPr>
              <a:t>(</a:t>
            </a: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5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5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i="1" spc="-22" baseline="-1900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>
              <a:latin typeface="Cambria"/>
              <a:cs typeface="Cambri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09870" y="3861271"/>
            <a:ext cx="453464" cy="23103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826001" y="2815359"/>
            <a:ext cx="1601484" cy="4000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31190" rIns="0" bIns="0" rtlCol="0">
            <a:spAutoFit/>
          </a:bodyPr>
          <a:lstStyle/>
          <a:p>
            <a:pPr algn="ctr">
              <a:spcBef>
                <a:spcPts val="2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18826" y="2930119"/>
            <a:ext cx="453465" cy="2310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954581" y="2088598"/>
            <a:ext cx="6428268" cy="1102995"/>
          </a:xfrm>
          <a:prstGeom prst="rect">
            <a:avLst/>
          </a:prstGeom>
        </p:spPr>
        <p:txBody>
          <a:bodyPr vert="horz" wrap="square" lIns="0" tIns="10012" rIns="0" bIns="0" rtlCol="0">
            <a:spAutoFit/>
          </a:bodyPr>
          <a:lstStyle/>
          <a:p>
            <a:pPr marL="38735">
              <a:spcBef>
                <a:spcPts val="80"/>
              </a:spcBef>
              <a:tabLst>
                <a:tab pos="5194300" algn="l"/>
              </a:tabLst>
            </a:pPr>
            <a:r>
              <a:rPr sz="2000" spc="-58" dirty="0">
                <a:latin typeface="Arial" panose="020B0604020202020204"/>
                <a:cs typeface="Arial" panose="020B0604020202020204"/>
              </a:rPr>
              <a:t>[</a:t>
            </a:r>
            <a:r>
              <a:rPr lang="en-US" sz="2000" spc="-58" dirty="0">
                <a:latin typeface="Arial" panose="020B0604020202020204"/>
                <a:cs typeface="Arial" panose="020B0604020202020204"/>
              </a:rPr>
              <a:t>CLS</a:t>
            </a:r>
            <a:r>
              <a:rPr sz="2000" spc="-58" dirty="0">
                <a:latin typeface="Arial" panose="020B0604020202020204"/>
                <a:cs typeface="Arial" panose="020B0604020202020204"/>
              </a:rPr>
              <a:t>]</a:t>
            </a:r>
            <a:r>
              <a:rPr sz="2000" spc="-82" dirty="0">
                <a:latin typeface="Arial" panose="020B0604020202020204"/>
                <a:cs typeface="Arial" panose="020B0604020202020204"/>
              </a:rPr>
              <a:t> </a:t>
            </a:r>
            <a:r>
              <a:rPr sz="2425" i="1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baseline="-19000" dirty="0">
                <a:latin typeface="Cambria"/>
                <a:cs typeface="Cambria"/>
              </a:rPr>
              <a:t>1</a:t>
            </a:r>
            <a:r>
              <a:rPr sz="2590" spc="13" baseline="-19000" dirty="0">
                <a:latin typeface="Cambria"/>
                <a:cs typeface="Cambria"/>
              </a:rPr>
              <a:t> </a:t>
            </a:r>
            <a:r>
              <a:rPr sz="2000" spc="-6" dirty="0">
                <a:latin typeface="Arial" panose="020B0604020202020204"/>
                <a:cs typeface="Arial" panose="020B0604020202020204"/>
              </a:rPr>
              <a:t>[SEP]</a:t>
            </a:r>
            <a:r>
              <a:rPr lang="en-US" sz="2000" spc="-6" dirty="0">
                <a:latin typeface="Arial" panose="020B0604020202020204"/>
                <a:cs typeface="Arial" panose="020B0604020202020204"/>
              </a:rPr>
              <a:t> x</a:t>
            </a:r>
            <a:r>
              <a:rPr sz="2000" dirty="0">
                <a:latin typeface="Arial" panose="020B0604020202020204"/>
                <a:cs typeface="Arial" panose="020B0604020202020204"/>
              </a:rPr>
              <a:t>	</a:t>
            </a: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25" spc="-28" dirty="0">
                <a:latin typeface="Cambria"/>
                <a:cs typeface="Cambria"/>
              </a:rPr>
              <a:t>(</a:t>
            </a: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5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5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spc="-22" baseline="-19000" dirty="0">
                <a:latin typeface="Cambria"/>
                <a:cs typeface="Cambria"/>
              </a:rPr>
              <a:t>1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 dirty="0">
              <a:latin typeface="Cambria"/>
              <a:cs typeface="Cambria"/>
            </a:endParaRPr>
          </a:p>
          <a:p>
            <a:pPr>
              <a:spcBef>
                <a:spcPts val="300"/>
              </a:spcBef>
            </a:pPr>
            <a:endParaRPr sz="2000" dirty="0">
              <a:latin typeface="Cambria"/>
              <a:cs typeface="Cambria"/>
            </a:endParaRPr>
          </a:p>
          <a:p>
            <a:pPr marL="38735">
              <a:tabLst>
                <a:tab pos="5194300" algn="l"/>
              </a:tabLst>
            </a:pPr>
            <a:r>
              <a:rPr sz="2000" spc="-58" dirty="0">
                <a:latin typeface="Arial" panose="020B0604020202020204"/>
                <a:cs typeface="Arial" panose="020B0604020202020204"/>
              </a:rPr>
              <a:t>[</a:t>
            </a:r>
            <a:r>
              <a:rPr lang="en-US" sz="2000" spc="-58" dirty="0">
                <a:latin typeface="Arial" panose="020B0604020202020204"/>
                <a:cs typeface="Arial" panose="020B0604020202020204"/>
              </a:rPr>
              <a:t>CLS</a:t>
            </a:r>
            <a:r>
              <a:rPr sz="2000" spc="-58" dirty="0">
                <a:latin typeface="Arial" panose="020B0604020202020204"/>
                <a:cs typeface="Arial" panose="020B0604020202020204"/>
              </a:rPr>
              <a:t>]</a:t>
            </a:r>
            <a:r>
              <a:rPr sz="2000" spc="-82" dirty="0">
                <a:latin typeface="Arial" panose="020B0604020202020204"/>
                <a:cs typeface="Arial" panose="020B0604020202020204"/>
              </a:rPr>
              <a:t> </a:t>
            </a:r>
            <a:r>
              <a:rPr sz="2425" i="1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baseline="-19000" dirty="0">
                <a:latin typeface="Cambria"/>
                <a:cs typeface="Cambria"/>
              </a:rPr>
              <a:t>2</a:t>
            </a:r>
            <a:r>
              <a:rPr sz="2590" spc="13" baseline="-19000" dirty="0">
                <a:latin typeface="Cambria"/>
                <a:cs typeface="Cambria"/>
              </a:rPr>
              <a:t> </a:t>
            </a:r>
            <a:r>
              <a:rPr sz="2000" spc="-6" dirty="0">
                <a:latin typeface="Arial" panose="020B0604020202020204"/>
                <a:cs typeface="Arial" panose="020B0604020202020204"/>
              </a:rPr>
              <a:t>[SEP]</a:t>
            </a:r>
            <a:r>
              <a:rPr lang="en-US" sz="2000" spc="-6" dirty="0">
                <a:latin typeface="Arial" panose="020B0604020202020204"/>
                <a:cs typeface="Arial" panose="020B0604020202020204"/>
              </a:rPr>
              <a:t> x</a:t>
            </a:r>
            <a:r>
              <a:rPr sz="2000" dirty="0">
                <a:latin typeface="Arial" panose="020B0604020202020204"/>
                <a:cs typeface="Arial" panose="020B0604020202020204"/>
              </a:rPr>
              <a:t>	</a:t>
            </a: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425" spc="-28" dirty="0">
                <a:latin typeface="Cambria"/>
                <a:cs typeface="Cambria"/>
              </a:rPr>
              <a:t>(</a:t>
            </a:r>
            <a:r>
              <a:rPr sz="2425" i="1" spc="-28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5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5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590" spc="-22" baseline="-19000" dirty="0">
                <a:latin typeface="Cambria"/>
                <a:cs typeface="Cambria"/>
              </a:rPr>
              <a:t>2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 dirty="0">
              <a:latin typeface="Cambria"/>
              <a:cs typeface="Cambri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09870" y="2888005"/>
            <a:ext cx="453464" cy="23103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337917" y="3334754"/>
            <a:ext cx="368935" cy="320374"/>
          </a:xfrm>
          <a:prstGeom prst="rect">
            <a:avLst/>
          </a:prstGeom>
        </p:spPr>
        <p:txBody>
          <a:bodyPr vert="vert270" wrap="square" lIns="0" tIns="385" rIns="0" bIns="0" rtlCol="0">
            <a:spAutoFit/>
          </a:bodyPr>
          <a:lstStyle/>
          <a:p>
            <a:pPr marL="7620">
              <a:spcBef>
                <a:spcPts val="5"/>
              </a:spcBef>
            </a:pPr>
            <a:r>
              <a:rPr sz="2395" b="1" spc="-30" dirty="0">
                <a:latin typeface="Arial" panose="020B0604020202020204"/>
                <a:cs typeface="Arial" panose="020B0604020202020204"/>
              </a:rPr>
              <a:t>…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4948" y="2293405"/>
            <a:ext cx="306435" cy="17789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861350" y="2993289"/>
            <a:ext cx="2184471" cy="68262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7620">
              <a:spcBef>
                <a:spcPts val="75"/>
              </a:spcBef>
            </a:pPr>
            <a:r>
              <a:rPr sz="2185" spc="-28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Weighted</a:t>
            </a:r>
            <a:r>
              <a:rPr sz="2185" spc="-118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85" spc="-42" dirty="0">
                <a:solidFill>
                  <a:srgbClr val="CB297B"/>
                </a:solidFill>
                <a:latin typeface="Arial" panose="020B0604020202020204"/>
                <a:cs typeface="Arial" panose="020B0604020202020204"/>
              </a:rPr>
              <a:t>average</a:t>
            </a:r>
            <a:endParaRPr sz="2185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52</a:t>
            </a:fld>
            <a:endParaRPr lang="cs-CZ"/>
          </a:p>
        </p:txBody>
      </p:sp>
      <p:sp>
        <p:nvSpPr>
          <p:cNvPr id="28" name="Rounded Rectangular Callout 27"/>
          <p:cNvSpPr/>
          <p:nvPr/>
        </p:nvSpPr>
        <p:spPr>
          <a:xfrm>
            <a:off x="8361906" y="1026879"/>
            <a:ext cx="3034100" cy="979102"/>
          </a:xfrm>
          <a:prstGeom prst="wedgeRoundRectCallout">
            <a:avLst>
              <a:gd name="adj1" fmla="val -74158"/>
              <a:gd name="adj2" fmla="val 5912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MLM task: </a:t>
            </a:r>
            <a:r>
              <a:rPr lang="en-US" dirty="0"/>
              <a:t>obtained from the embedding of the MASK token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EFB076-6C10-32BB-FF5C-5CA4C5C6C488}"/>
                  </a:ext>
                </a:extLst>
              </p14:cNvPr>
              <p14:cNvContentPartPr/>
              <p14:nvPr/>
            </p14:nvContentPartPr>
            <p14:xfrm>
              <a:off x="3652920" y="1245600"/>
              <a:ext cx="4402800" cy="338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EFB076-6C10-32BB-FF5C-5CA4C5C6C4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43560" y="1236240"/>
                <a:ext cx="4421520" cy="340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REALM: Joint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Trainable components are</a:t>
            </a:r>
            <a:br>
              <a:rPr lang="en-US"/>
            </a:br>
            <a:endParaRPr lang="en-US"/>
          </a:p>
          <a:p>
            <a:r>
              <a:rPr lang="en-US"/>
              <a:t>Retriever</a:t>
            </a:r>
          </a:p>
          <a:p>
            <a:pPr lvl="1"/>
            <a:r>
              <a:rPr lang="en-US"/>
              <a:t>Document Encoder</a:t>
            </a:r>
          </a:p>
          <a:p>
            <a:pPr lvl="1"/>
            <a:r>
              <a:rPr lang="en-US"/>
              <a:t>Query Encoder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/>
              <a:t>Response generator: 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53</a:t>
            </a:fld>
            <a:endParaRPr lang="cs-CZ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0AD1040-B3EE-FD00-148B-E30FFE1FB7B5}"/>
                  </a:ext>
                </a:extLst>
              </p14:cNvPr>
              <p14:cNvContentPartPr/>
              <p14:nvPr/>
            </p14:nvContentPartPr>
            <p14:xfrm>
              <a:off x="2995920" y="2233800"/>
              <a:ext cx="3875400" cy="2621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0AD1040-B3EE-FD00-148B-E30FFE1FB7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6560" y="2224440"/>
                <a:ext cx="3894120" cy="264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295" y="143193"/>
            <a:ext cx="12056110" cy="684530"/>
          </a:xfrm>
          <a:prstGeom prst="rect">
            <a:avLst/>
          </a:prstGeom>
        </p:spPr>
        <p:txBody>
          <a:bodyPr vert="horz" wrap="square" lIns="0" tIns="7701" rIns="0" bIns="0" numCol="1" rtlCol="0" anchor="ctr" anchorCtr="0" compatLnSpc="1">
            <a:spAutoFit/>
          </a:bodyPr>
          <a:lstStyle/>
          <a:p>
            <a:pPr marL="2890520" algn="l">
              <a:lnSpc>
                <a:spcPct val="100000"/>
              </a:lnSpc>
              <a:spcBef>
                <a:spcPts val="60"/>
              </a:spcBef>
            </a:pPr>
            <a:r>
              <a:t>REALM:</a:t>
            </a:r>
            <a:r>
              <a:rPr lang="en-US"/>
              <a:t> Pre-</a:t>
            </a:r>
            <a:r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7388" y="3009804"/>
            <a:ext cx="1673105" cy="463550"/>
          </a:xfrm>
          <a:prstGeom prst="rect">
            <a:avLst/>
          </a:prstGeom>
          <a:solidFill>
            <a:srgbClr val="1DB100"/>
          </a:solidFill>
        </p:spPr>
        <p:txBody>
          <a:bodyPr vert="horz" wrap="square" lIns="0" tIns="94726" rIns="0" bIns="0" rtlCol="0">
            <a:spAutoFit/>
          </a:bodyPr>
          <a:lstStyle/>
          <a:p>
            <a:pPr marL="446405">
              <a:spcBef>
                <a:spcPts val="745"/>
              </a:spcBef>
            </a:pPr>
            <a:r>
              <a:rPr sz="2395" spc="3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Index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2119" y="3549061"/>
            <a:ext cx="1673105" cy="4635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183" y="2560000"/>
            <a:ext cx="231113" cy="36641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22187" y="4034911"/>
            <a:ext cx="2923410" cy="1381226"/>
            <a:chOff x="3663845" y="7178356"/>
            <a:chExt cx="4820920" cy="22777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6684" y="7571216"/>
              <a:ext cx="4397771" cy="18847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91393" y="7623571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6044" y="7398385"/>
              <a:ext cx="4397771" cy="18847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60753" y="7450739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845" y="7178356"/>
              <a:ext cx="4397771" cy="18847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68554" y="7230710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38574" y="4160548"/>
            <a:ext cx="2234145" cy="753745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9525" marR="3175" indent="-2540" algn="just">
              <a:lnSpc>
                <a:spcPct val="102000"/>
              </a:lnSpc>
              <a:spcBef>
                <a:spcPts val="2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The pyramidion on top allows for less material higher up the pyramid.</a:t>
            </a:r>
          </a:p>
        </p:txBody>
      </p:sp>
      <p:sp>
        <p:nvSpPr>
          <p:cNvPr id="16" name="object 16"/>
          <p:cNvSpPr/>
          <p:nvPr/>
        </p:nvSpPr>
        <p:spPr>
          <a:xfrm>
            <a:off x="2026811" y="3939930"/>
            <a:ext cx="3204893" cy="1594167"/>
          </a:xfrm>
          <a:custGeom>
            <a:avLst/>
            <a:gdLst/>
            <a:ahLst/>
            <a:cxnLst/>
            <a:rect l="l" t="t" r="r" b="b"/>
            <a:pathLst>
              <a:path w="5285105" h="2628900">
                <a:moveTo>
                  <a:pt x="0" y="0"/>
                </a:moveTo>
                <a:lnTo>
                  <a:pt x="5284541" y="0"/>
                </a:lnTo>
                <a:lnTo>
                  <a:pt x="5284541" y="2628272"/>
                </a:lnTo>
                <a:lnTo>
                  <a:pt x="0" y="2628272"/>
                </a:lnTo>
                <a:lnTo>
                  <a:pt x="0" y="0"/>
                </a:lnTo>
                <a:close/>
              </a:path>
            </a:pathLst>
          </a:custGeom>
          <a:ln w="41883">
            <a:solidFill>
              <a:srgbClr val="EE220C"/>
            </a:solidFill>
          </a:ln>
        </p:spPr>
        <p:txBody>
          <a:bodyPr wrap="square" lIns="0" tIns="0" rIns="0" bIns="0" rtlCol="0"/>
          <a:lstStyle/>
          <a:p>
            <a:endParaRPr sz="1090"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2914" y="2980961"/>
            <a:ext cx="231111" cy="4705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2914" y="4049119"/>
            <a:ext cx="231111" cy="47058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623516" y="4550931"/>
            <a:ext cx="1240192" cy="28321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8" dirty="0">
                <a:latin typeface="Arial" panose="020B0604020202020204"/>
                <a:cs typeface="Arial" panose="020B0604020202020204"/>
              </a:rPr>
              <a:t>pyramid</a:t>
            </a:r>
            <a:r>
              <a:rPr lang="en-US" sz="1790" spc="-18" dirty="0">
                <a:latin typeface="Arial" panose="020B0604020202020204"/>
                <a:cs typeface="Arial" panose="020B0604020202020204"/>
              </a:rPr>
              <a:t>ion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2154" y="4862215"/>
            <a:ext cx="1205637" cy="389890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620">
              <a:spcBef>
                <a:spcPts val="135"/>
              </a:spcBef>
            </a:pP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590" i="1" spc="-108" baseline="-19000" dirty="0">
                <a:latin typeface="Arial" panose="020B0604020202020204"/>
                <a:cs typeface="Arial" panose="020B0604020202020204"/>
              </a:rPr>
              <a:t>θ</a:t>
            </a:r>
            <a:r>
              <a:rPr sz="2425" spc="-72" dirty="0">
                <a:latin typeface="Cambria"/>
                <a:cs typeface="Cambria"/>
              </a:rPr>
              <a:t>(</a:t>
            </a: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1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2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557" y="3500157"/>
            <a:ext cx="2832150" cy="31686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22860">
              <a:spcBef>
                <a:spcPts val="75"/>
              </a:spcBef>
            </a:pPr>
            <a:r>
              <a:rPr sz="2000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top-K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3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retrieved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6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chunks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17"/>
          <p:cNvSpPr txBox="1"/>
          <p:nvPr/>
        </p:nvSpPr>
        <p:spPr>
          <a:xfrm>
            <a:off x="6259809" y="2239766"/>
            <a:ext cx="4368433" cy="83312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lang="en-US" sz="1790" b="1" spc="-30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[CLS] 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790" spc="-1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pyramidion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</a:t>
            </a:r>
            <a:r>
              <a:rPr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en-US"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[SEP]</a:t>
            </a:r>
            <a:r>
              <a:rPr lang="en-US" sz="1790" b="1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3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[MASK]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pyramid.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5"/>
          <p:cNvSpPr txBox="1"/>
          <p:nvPr/>
        </p:nvSpPr>
        <p:spPr>
          <a:xfrm>
            <a:off x="3298884" y="2150736"/>
            <a:ext cx="807866" cy="376555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b="1" i="1" dirty="0">
                <a:latin typeface="Arial" panose="020B0604020202020204"/>
                <a:cs typeface="Arial" panose="020B0604020202020204"/>
              </a:rPr>
              <a:t>q </a:t>
            </a:r>
            <a:r>
              <a:rPr sz="2395" b="1" i="1" spc="-51" dirty="0">
                <a:latin typeface="Arial" panose="020B0604020202020204"/>
                <a:cs typeface="Arial" panose="020B0604020202020204"/>
              </a:rPr>
              <a:t>(=x)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54</a:t>
            </a:fld>
            <a:endParaRPr lang="cs-CZ"/>
          </a:p>
        </p:txBody>
      </p:sp>
      <p:sp>
        <p:nvSpPr>
          <p:cNvPr id="25" name="TextBox 24"/>
          <p:cNvSpPr txBox="1"/>
          <p:nvPr/>
        </p:nvSpPr>
        <p:spPr>
          <a:xfrm>
            <a:off x="2285683" y="1261103"/>
            <a:ext cx="1645605" cy="48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5" dirty="0"/>
              <a:t>Maximize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5548" y="1689926"/>
            <a:ext cx="3278477" cy="36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33" name="TextBox 32"/>
          <p:cNvSpPr txBox="1"/>
          <p:nvPr/>
        </p:nvSpPr>
        <p:spPr>
          <a:xfrm>
            <a:off x="6499242" y="1725663"/>
            <a:ext cx="2248549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FF"/>
                </a:highlight>
              </a:rPr>
              <a:t>Reader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3"/>
              <p:cNvSpPr txBox="1"/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</p:spPr>
            <p:txBody>
              <a:bodyPr vert="horz" wrap="square" lIns="0" tIns="16943" rIns="0" bIns="0" rtlCol="0">
                <a:spAutoFit/>
              </a:bodyPr>
              <a:lstStyle/>
              <a:p>
                <a:pPr marL="7620">
                  <a:spcBef>
                    <a:spcPts val="135"/>
                  </a:spcBef>
                </a:pP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P</a:t>
                </a:r>
                <a14:m>
                  <m:oMath xmlns:m="http://schemas.openxmlformats.org/officeDocument/2006/math"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425" spc="-82" dirty="0">
                    <a:latin typeface="Cambria"/>
                    <a:cs typeface="Cambria"/>
                  </a:rPr>
                  <a:t>(</a:t>
                </a: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z</a:t>
                </a:r>
                <a:r>
                  <a:rPr sz="2425" i="1" spc="-318" dirty="0">
                    <a:latin typeface="Times New Roman" panose="02020603050405020304"/>
                    <a:cs typeface="Times New Roman" panose="02020603050405020304"/>
                  </a:rPr>
                  <a:t> </a:t>
                </a:r>
                <a:r>
                  <a:rPr sz="2425" dirty="0">
                    <a:latin typeface="Cambria"/>
                    <a:cs typeface="Cambria"/>
                  </a:rPr>
                  <a:t>|</a:t>
                </a:r>
                <a:r>
                  <a:rPr sz="2425" spc="-246" dirty="0">
                    <a:latin typeface="Cambria"/>
                    <a:cs typeface="Cambria"/>
                  </a:rPr>
                  <a:t> </a:t>
                </a:r>
                <a:r>
                  <a:rPr sz="2425" i="1" spc="-24" dirty="0">
                    <a:latin typeface="Times New Roman" panose="02020603050405020304"/>
                    <a:cs typeface="Times New Roman" panose="02020603050405020304"/>
                  </a:rPr>
                  <a:t>x</a:t>
                </a:r>
                <a:r>
                  <a:rPr sz="2425" spc="-24" dirty="0">
                    <a:latin typeface="Cambria"/>
                    <a:cs typeface="Cambria"/>
                  </a:rPr>
                  <a:t>)</a:t>
                </a:r>
                <a:endParaRPr sz="2425" dirty="0">
                  <a:latin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3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  <a:blipFill rotWithShape="1">
                <a:blip r:embed="rId6"/>
                <a:stretch>
                  <a:fillRect l="-19" t="-13" r="17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5423" y="3547375"/>
            <a:ext cx="231113" cy="36641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18053" y="2186905"/>
            <a:ext cx="9705288" cy="38149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251356" y="2106591"/>
            <a:ext cx="2148872" cy="928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35" name="Rectangle 34"/>
          <p:cNvSpPr/>
          <p:nvPr/>
        </p:nvSpPr>
        <p:spPr>
          <a:xfrm>
            <a:off x="4998924" y="1749562"/>
            <a:ext cx="3278477" cy="36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∈ 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topk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𝑀𝐴𝑆𝐾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blipFill rotWithShape="1">
                <a:blip r:embed="rId7"/>
                <a:stretch>
                  <a:fillRect l="-3" t="-56" r="3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AC4981B-7187-5460-1885-3297DE49BB58}"/>
                  </a:ext>
                </a:extLst>
              </p14:cNvPr>
              <p14:cNvContentPartPr/>
              <p14:nvPr/>
            </p14:nvContentPartPr>
            <p14:xfrm>
              <a:off x="5678280" y="1733040"/>
              <a:ext cx="3178800" cy="997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AC4981B-7187-5460-1885-3297DE49BB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68920" y="1723680"/>
                <a:ext cx="3197520" cy="101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 pre-training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7388" y="3009804"/>
            <a:ext cx="1673105" cy="463550"/>
          </a:xfrm>
          <a:prstGeom prst="rect">
            <a:avLst/>
          </a:prstGeom>
          <a:solidFill>
            <a:srgbClr val="1DB100"/>
          </a:solidFill>
        </p:spPr>
        <p:txBody>
          <a:bodyPr vert="horz" wrap="square" lIns="0" tIns="94726" rIns="0" bIns="0" rtlCol="0">
            <a:spAutoFit/>
          </a:bodyPr>
          <a:lstStyle/>
          <a:p>
            <a:pPr marL="446405">
              <a:spcBef>
                <a:spcPts val="745"/>
              </a:spcBef>
            </a:pPr>
            <a:r>
              <a:rPr sz="2395" spc="3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Index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2119" y="3549061"/>
            <a:ext cx="1673105" cy="4635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183" y="2560000"/>
            <a:ext cx="231113" cy="36641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22187" y="4034911"/>
            <a:ext cx="2923410" cy="1381226"/>
            <a:chOff x="3663845" y="7178356"/>
            <a:chExt cx="4820920" cy="22777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6684" y="7571216"/>
              <a:ext cx="4397771" cy="18847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91393" y="7623571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6044" y="7398385"/>
              <a:ext cx="4397771" cy="18847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60753" y="7450739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845" y="7178356"/>
              <a:ext cx="4397771" cy="18847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68554" y="7230710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38574" y="4160548"/>
            <a:ext cx="2234145" cy="753745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9525" marR="3175" indent="-2540" algn="just">
              <a:lnSpc>
                <a:spcPct val="102000"/>
              </a:lnSpc>
              <a:spcBef>
                <a:spcPts val="2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The pyramidion on top allows for less material higher up the pyramid.</a:t>
            </a:r>
          </a:p>
        </p:txBody>
      </p:sp>
      <p:sp>
        <p:nvSpPr>
          <p:cNvPr id="16" name="object 16"/>
          <p:cNvSpPr/>
          <p:nvPr/>
        </p:nvSpPr>
        <p:spPr>
          <a:xfrm>
            <a:off x="2026811" y="3939930"/>
            <a:ext cx="3204893" cy="1594167"/>
          </a:xfrm>
          <a:custGeom>
            <a:avLst/>
            <a:gdLst/>
            <a:ahLst/>
            <a:cxnLst/>
            <a:rect l="l" t="t" r="r" b="b"/>
            <a:pathLst>
              <a:path w="5285105" h="2628900">
                <a:moveTo>
                  <a:pt x="0" y="0"/>
                </a:moveTo>
                <a:lnTo>
                  <a:pt x="5284541" y="0"/>
                </a:lnTo>
                <a:lnTo>
                  <a:pt x="5284541" y="2628272"/>
                </a:lnTo>
                <a:lnTo>
                  <a:pt x="0" y="2628272"/>
                </a:lnTo>
                <a:lnTo>
                  <a:pt x="0" y="0"/>
                </a:lnTo>
                <a:close/>
              </a:path>
            </a:pathLst>
          </a:custGeom>
          <a:ln w="41883">
            <a:solidFill>
              <a:srgbClr val="EE220C"/>
            </a:solidFill>
          </a:ln>
        </p:spPr>
        <p:txBody>
          <a:bodyPr wrap="square" lIns="0" tIns="0" rIns="0" bIns="0" rtlCol="0"/>
          <a:lstStyle/>
          <a:p>
            <a:endParaRPr sz="1090"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2914" y="2980961"/>
            <a:ext cx="231111" cy="4705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52914" y="4049119"/>
            <a:ext cx="231111" cy="47058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623516" y="4550931"/>
            <a:ext cx="1240192" cy="28321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8" dirty="0">
                <a:latin typeface="Arial" panose="020B0604020202020204"/>
                <a:cs typeface="Arial" panose="020B0604020202020204"/>
              </a:rPr>
              <a:t>pyramid</a:t>
            </a:r>
            <a:r>
              <a:rPr lang="en-US" sz="1790" spc="-18" dirty="0">
                <a:latin typeface="Arial" panose="020B0604020202020204"/>
                <a:cs typeface="Arial" panose="020B0604020202020204"/>
              </a:rPr>
              <a:t>ion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2154" y="4862215"/>
            <a:ext cx="1205637" cy="389890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620">
              <a:spcBef>
                <a:spcPts val="135"/>
              </a:spcBef>
            </a:pP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590" i="1" spc="-108" baseline="-19000" dirty="0">
                <a:latin typeface="Arial" panose="020B0604020202020204"/>
                <a:cs typeface="Arial" panose="020B0604020202020204"/>
              </a:rPr>
              <a:t>θ</a:t>
            </a:r>
            <a:r>
              <a:rPr sz="2425" spc="-72" dirty="0">
                <a:latin typeface="Cambria"/>
                <a:cs typeface="Cambria"/>
              </a:rPr>
              <a:t>(</a:t>
            </a: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1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2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557" y="3500157"/>
            <a:ext cx="2832150" cy="31686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22860">
              <a:spcBef>
                <a:spcPts val="75"/>
              </a:spcBef>
            </a:pPr>
            <a:r>
              <a:rPr sz="2000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top-K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3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retrieved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6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chunks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17"/>
          <p:cNvSpPr txBox="1"/>
          <p:nvPr/>
        </p:nvSpPr>
        <p:spPr>
          <a:xfrm>
            <a:off x="6259809" y="2239766"/>
            <a:ext cx="4368433" cy="83312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lang="en-US" sz="1790" b="1" spc="-30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[CLS] 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790" spc="-1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pyramidion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</a:t>
            </a:r>
            <a:r>
              <a:rPr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en-US"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[SEP]</a:t>
            </a:r>
            <a:r>
              <a:rPr lang="en-US" sz="1790" b="1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3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[MASK]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pyramid.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5"/>
          <p:cNvSpPr txBox="1"/>
          <p:nvPr/>
        </p:nvSpPr>
        <p:spPr>
          <a:xfrm>
            <a:off x="3298884" y="2150736"/>
            <a:ext cx="807866" cy="376555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b="1" i="1" dirty="0">
                <a:latin typeface="Arial" panose="020B0604020202020204"/>
                <a:cs typeface="Arial" panose="020B0604020202020204"/>
              </a:rPr>
              <a:t>q </a:t>
            </a:r>
            <a:r>
              <a:rPr sz="2395" b="1" i="1" spc="-51" dirty="0">
                <a:latin typeface="Arial" panose="020B0604020202020204"/>
                <a:cs typeface="Arial" panose="020B0604020202020204"/>
              </a:rPr>
              <a:t>(=x)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55</a:t>
            </a:fld>
            <a:endParaRPr lang="cs-CZ"/>
          </a:p>
        </p:txBody>
      </p:sp>
      <p:sp>
        <p:nvSpPr>
          <p:cNvPr id="25" name="TextBox 24"/>
          <p:cNvSpPr txBox="1"/>
          <p:nvPr/>
        </p:nvSpPr>
        <p:spPr>
          <a:xfrm>
            <a:off x="2285683" y="1261103"/>
            <a:ext cx="1645605" cy="48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5" dirty="0"/>
              <a:t>Maximize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5548" y="1689926"/>
            <a:ext cx="3278477" cy="36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32" name="TextBox 31"/>
          <p:cNvSpPr txBox="1"/>
          <p:nvPr/>
        </p:nvSpPr>
        <p:spPr>
          <a:xfrm>
            <a:off x="4926965" y="1720850"/>
            <a:ext cx="1333500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00"/>
                </a:highlight>
              </a:rPr>
              <a:t>Retriever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9242" y="1725663"/>
            <a:ext cx="2248549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FF"/>
                </a:highlight>
              </a:rPr>
              <a:t>Reader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3"/>
              <p:cNvSpPr txBox="1"/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</p:spPr>
            <p:txBody>
              <a:bodyPr vert="horz" wrap="square" lIns="0" tIns="16943" rIns="0" bIns="0" rtlCol="0">
                <a:spAutoFit/>
              </a:bodyPr>
              <a:lstStyle/>
              <a:p>
                <a:pPr marL="7620">
                  <a:spcBef>
                    <a:spcPts val="135"/>
                  </a:spcBef>
                </a:pP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P</a:t>
                </a:r>
                <a14:m>
                  <m:oMath xmlns:m="http://schemas.openxmlformats.org/officeDocument/2006/math"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425" spc="-82" dirty="0">
                    <a:latin typeface="Cambria"/>
                    <a:cs typeface="Cambria"/>
                  </a:rPr>
                  <a:t>(</a:t>
                </a: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z</a:t>
                </a:r>
                <a:r>
                  <a:rPr sz="2425" i="1" spc="-318" dirty="0">
                    <a:latin typeface="Times New Roman" panose="02020603050405020304"/>
                    <a:cs typeface="Times New Roman" panose="02020603050405020304"/>
                  </a:rPr>
                  <a:t> </a:t>
                </a:r>
                <a:r>
                  <a:rPr sz="2425" dirty="0">
                    <a:latin typeface="Cambria"/>
                    <a:cs typeface="Cambria"/>
                  </a:rPr>
                  <a:t>|</a:t>
                </a:r>
                <a:r>
                  <a:rPr sz="2425" spc="-246" dirty="0">
                    <a:latin typeface="Cambria"/>
                    <a:cs typeface="Cambria"/>
                  </a:rPr>
                  <a:t> </a:t>
                </a:r>
                <a:r>
                  <a:rPr sz="2425" i="1" spc="-24" dirty="0">
                    <a:latin typeface="Times New Roman" panose="02020603050405020304"/>
                    <a:cs typeface="Times New Roman" panose="02020603050405020304"/>
                  </a:rPr>
                  <a:t>x</a:t>
                </a:r>
                <a:r>
                  <a:rPr sz="2425" spc="-24" dirty="0">
                    <a:latin typeface="Cambria"/>
                    <a:cs typeface="Cambria"/>
                  </a:rPr>
                  <a:t>)</a:t>
                </a:r>
                <a:endParaRPr sz="2425" dirty="0">
                  <a:latin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3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  <a:blipFill rotWithShape="1">
                <a:blip r:embed="rId6"/>
                <a:stretch>
                  <a:fillRect l="-19" t="-13" r="17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5423" y="3547375"/>
            <a:ext cx="231113" cy="36641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200841" y="1703875"/>
            <a:ext cx="3822500" cy="3907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29" name="Rectangle 28"/>
          <p:cNvSpPr/>
          <p:nvPr/>
        </p:nvSpPr>
        <p:spPr>
          <a:xfrm>
            <a:off x="9251356" y="2106591"/>
            <a:ext cx="2148872" cy="9287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∈ 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topk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𝑀𝐴𝑆𝐾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blipFill rotWithShape="1">
                <a:blip r:embed="rId7"/>
                <a:stretch>
                  <a:fillRect l="-3" t="-56" r="3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4"/>
          <p:cNvSpPr txBox="1"/>
          <p:nvPr/>
        </p:nvSpPr>
        <p:spPr>
          <a:xfrm>
            <a:off x="918845" y="2016760"/>
            <a:ext cx="2203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r>
              <a:rPr lang="en-US"/>
              <a:t>the [MASK] at the top of a pyramid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…</a:t>
            </a:r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417830" y="5872480"/>
            <a:ext cx="2465070" cy="8185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Want this large for relevant docs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E5CA59F-C1D4-5946-CF33-0C83D19FAAFA}"/>
                  </a:ext>
                </a:extLst>
              </p14:cNvPr>
              <p14:cNvContentPartPr/>
              <p14:nvPr/>
            </p14:nvContentPartPr>
            <p14:xfrm>
              <a:off x="1341360" y="5425560"/>
              <a:ext cx="5678280" cy="9018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5CA59F-C1D4-5946-CF33-0C83D19FAA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2000" y="5416200"/>
                <a:ext cx="5697000" cy="920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 pre-training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∈ 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topk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MASK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blipFill rotWithShape="1">
                <a:blip r:embed="rId2"/>
                <a:stretch>
                  <a:fillRect l="-3" t="-56" r="3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 txBox="1"/>
          <p:nvPr/>
        </p:nvSpPr>
        <p:spPr>
          <a:xfrm>
            <a:off x="2847388" y="3009804"/>
            <a:ext cx="1673105" cy="463550"/>
          </a:xfrm>
          <a:prstGeom prst="rect">
            <a:avLst/>
          </a:prstGeom>
          <a:solidFill>
            <a:srgbClr val="1DB100"/>
          </a:solidFill>
        </p:spPr>
        <p:txBody>
          <a:bodyPr vert="horz" wrap="square" lIns="0" tIns="94726" rIns="0" bIns="0" rtlCol="0">
            <a:spAutoFit/>
          </a:bodyPr>
          <a:lstStyle/>
          <a:p>
            <a:pPr marL="446405">
              <a:spcBef>
                <a:spcPts val="745"/>
              </a:spcBef>
            </a:pPr>
            <a:r>
              <a:rPr sz="2395" spc="39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Index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2119" y="3549061"/>
            <a:ext cx="1673105" cy="4635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LM</a:t>
            </a:r>
            <a:endParaRPr sz="239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183" y="2560000"/>
            <a:ext cx="231113" cy="36641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22187" y="4034911"/>
            <a:ext cx="2923410" cy="1381226"/>
            <a:chOff x="3663845" y="7178356"/>
            <a:chExt cx="4820920" cy="227774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86684" y="7571216"/>
              <a:ext cx="4397771" cy="18847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91393" y="7623571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6044" y="7398385"/>
              <a:ext cx="4397771" cy="188475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960753" y="7450739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3845" y="7178356"/>
              <a:ext cx="4397771" cy="18847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68554" y="7230710"/>
              <a:ext cx="4188460" cy="1675764"/>
            </a:xfrm>
            <a:custGeom>
              <a:avLst/>
              <a:gdLst/>
              <a:ahLst/>
              <a:cxnLst/>
              <a:rect l="l" t="t" r="r" b="b"/>
              <a:pathLst>
                <a:path w="4188459" h="1675765">
                  <a:moveTo>
                    <a:pt x="4188354" y="0"/>
                  </a:moveTo>
                  <a:lnTo>
                    <a:pt x="0" y="0"/>
                  </a:lnTo>
                  <a:lnTo>
                    <a:pt x="0" y="1675341"/>
                  </a:lnTo>
                  <a:lnTo>
                    <a:pt x="4188354" y="1675341"/>
                  </a:lnTo>
                  <a:lnTo>
                    <a:pt x="4188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38574" y="4160548"/>
            <a:ext cx="2234145" cy="753745"/>
          </a:xfrm>
          <a:prstGeom prst="rect">
            <a:avLst/>
          </a:prstGeom>
        </p:spPr>
        <p:txBody>
          <a:bodyPr vert="horz" wrap="square" lIns="0" tIns="2310" rIns="0" bIns="0" rtlCol="0">
            <a:spAutoFit/>
          </a:bodyPr>
          <a:lstStyle/>
          <a:p>
            <a:pPr marL="9525" marR="3175" indent="-2540" algn="just">
              <a:lnSpc>
                <a:spcPct val="102000"/>
              </a:lnSpc>
              <a:spcBef>
                <a:spcPts val="20"/>
              </a:spcBef>
            </a:pPr>
            <a:r>
              <a:rPr sz="1600" dirty="0">
                <a:latin typeface="Arial" panose="020B0604020202020204"/>
                <a:cs typeface="Arial" panose="020B0604020202020204"/>
              </a:rPr>
              <a:t>The pyramidion on top allows for less material higher up the pyramid.</a:t>
            </a:r>
          </a:p>
        </p:txBody>
      </p:sp>
      <p:sp>
        <p:nvSpPr>
          <p:cNvPr id="16" name="object 16"/>
          <p:cNvSpPr/>
          <p:nvPr/>
        </p:nvSpPr>
        <p:spPr>
          <a:xfrm>
            <a:off x="2026811" y="3939930"/>
            <a:ext cx="3204893" cy="1594167"/>
          </a:xfrm>
          <a:custGeom>
            <a:avLst/>
            <a:gdLst/>
            <a:ahLst/>
            <a:cxnLst/>
            <a:rect l="l" t="t" r="r" b="b"/>
            <a:pathLst>
              <a:path w="5285105" h="2628900">
                <a:moveTo>
                  <a:pt x="0" y="0"/>
                </a:moveTo>
                <a:lnTo>
                  <a:pt x="5284541" y="0"/>
                </a:lnTo>
                <a:lnTo>
                  <a:pt x="5284541" y="2628272"/>
                </a:lnTo>
                <a:lnTo>
                  <a:pt x="0" y="2628272"/>
                </a:lnTo>
                <a:lnTo>
                  <a:pt x="0" y="0"/>
                </a:lnTo>
                <a:close/>
              </a:path>
            </a:pathLst>
          </a:custGeom>
          <a:ln w="41883">
            <a:solidFill>
              <a:srgbClr val="EE220C"/>
            </a:solidFill>
          </a:ln>
        </p:spPr>
        <p:txBody>
          <a:bodyPr wrap="square" lIns="0" tIns="0" rIns="0" bIns="0" rtlCol="0"/>
          <a:lstStyle/>
          <a:p>
            <a:endParaRPr sz="1090"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2914" y="2980961"/>
            <a:ext cx="231111" cy="47058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2914" y="4049119"/>
            <a:ext cx="231111" cy="47058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623516" y="4550931"/>
            <a:ext cx="1240192" cy="28321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 marL="7620">
              <a:spcBef>
                <a:spcPts val="70"/>
              </a:spcBef>
            </a:pPr>
            <a:r>
              <a:rPr sz="1790" spc="-18" dirty="0">
                <a:latin typeface="Arial" panose="020B0604020202020204"/>
                <a:cs typeface="Arial" panose="020B0604020202020204"/>
              </a:rPr>
              <a:t>pyramid</a:t>
            </a:r>
            <a:r>
              <a:rPr lang="en-US" sz="1790" spc="-18" dirty="0">
                <a:latin typeface="Arial" panose="020B0604020202020204"/>
                <a:cs typeface="Arial" panose="020B0604020202020204"/>
              </a:rPr>
              <a:t>ion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42154" y="4862215"/>
            <a:ext cx="1205637" cy="389890"/>
          </a:xfrm>
          <a:prstGeom prst="rect">
            <a:avLst/>
          </a:prstGeom>
        </p:spPr>
        <p:txBody>
          <a:bodyPr vert="horz" wrap="square" lIns="0" tIns="16943" rIns="0" bIns="0" rtlCol="0">
            <a:spAutoFit/>
          </a:bodyPr>
          <a:lstStyle/>
          <a:p>
            <a:pPr marL="7620">
              <a:spcBef>
                <a:spcPts val="135"/>
              </a:spcBef>
            </a:pP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590" i="1" spc="-108" baseline="-19000" dirty="0">
                <a:latin typeface="Arial" panose="020B0604020202020204"/>
                <a:cs typeface="Arial" panose="020B0604020202020204"/>
              </a:rPr>
              <a:t>θ</a:t>
            </a:r>
            <a:r>
              <a:rPr sz="2425" spc="-72" dirty="0">
                <a:latin typeface="Cambria"/>
                <a:cs typeface="Cambria"/>
              </a:rPr>
              <a:t>(</a:t>
            </a:r>
            <a:r>
              <a:rPr sz="2425" i="1" spc="-72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425" i="1" spc="-328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25" dirty="0">
                <a:latin typeface="Cambria"/>
                <a:cs typeface="Cambria"/>
              </a:rPr>
              <a:t>|</a:t>
            </a:r>
            <a:r>
              <a:rPr sz="2425" spc="-251" dirty="0">
                <a:latin typeface="Cambria"/>
                <a:cs typeface="Cambria"/>
              </a:rPr>
              <a:t> </a:t>
            </a:r>
            <a:r>
              <a:rPr sz="2425" i="1" spc="5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25" spc="55" dirty="0">
                <a:latin typeface="Cambria"/>
                <a:cs typeface="Cambria"/>
              </a:rPr>
              <a:t>,</a:t>
            </a:r>
            <a:r>
              <a:rPr sz="2425" spc="-112" dirty="0">
                <a:latin typeface="Cambria"/>
                <a:cs typeface="Cambria"/>
              </a:rPr>
              <a:t> </a:t>
            </a:r>
            <a:r>
              <a:rPr sz="2425" i="1" spc="-15" dirty="0">
                <a:latin typeface="Times New Roman" panose="02020603050405020304"/>
                <a:cs typeface="Times New Roman" panose="02020603050405020304"/>
              </a:rPr>
              <a:t>z</a:t>
            </a:r>
            <a:r>
              <a:rPr sz="2425" spc="-15" dirty="0">
                <a:latin typeface="Cambria"/>
                <a:cs typeface="Cambria"/>
              </a:rPr>
              <a:t>)</a:t>
            </a:r>
            <a:endParaRPr sz="2425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557" y="3500157"/>
            <a:ext cx="2832150" cy="316865"/>
          </a:xfrm>
          <a:prstGeom prst="rect">
            <a:avLst/>
          </a:prstGeom>
        </p:spPr>
        <p:txBody>
          <a:bodyPr vert="horz" wrap="square" lIns="0" tIns="9626" rIns="0" bIns="0" rtlCol="0">
            <a:spAutoFit/>
          </a:bodyPr>
          <a:lstStyle/>
          <a:p>
            <a:pPr marL="22860">
              <a:spcBef>
                <a:spcPts val="75"/>
              </a:spcBef>
            </a:pPr>
            <a:r>
              <a:rPr sz="2000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top-K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3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retrieved</a:t>
            </a:r>
            <a:r>
              <a:rPr sz="2000" spc="3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6" dirty="0">
                <a:solidFill>
                  <a:srgbClr val="EE220C"/>
                </a:solidFill>
                <a:latin typeface="Arial" panose="020B0604020202020204"/>
                <a:cs typeface="Arial" panose="020B0604020202020204"/>
              </a:rPr>
              <a:t>chunks</a:t>
            </a:r>
            <a:endParaRPr sz="2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17"/>
          <p:cNvSpPr txBox="1"/>
          <p:nvPr/>
        </p:nvSpPr>
        <p:spPr>
          <a:xfrm>
            <a:off x="6259809" y="2239766"/>
            <a:ext cx="4368433" cy="83312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lang="en-US" sz="1790" b="1" spc="-30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[CLS] 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 </a:t>
            </a:r>
            <a:r>
              <a:rPr sz="1790" spc="-1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pyramidion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28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pyramid</a:t>
            </a:r>
            <a:r>
              <a:rPr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lang="en-US"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[SEP]</a:t>
            </a:r>
            <a:r>
              <a:rPr lang="en-US" sz="1790" b="1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3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[MASK]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at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top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790" spc="-39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90" spc="-6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pyramid.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15"/>
          <p:cNvSpPr txBox="1"/>
          <p:nvPr/>
        </p:nvSpPr>
        <p:spPr>
          <a:xfrm>
            <a:off x="3298884" y="2150736"/>
            <a:ext cx="807866" cy="376555"/>
          </a:xfrm>
          <a:prstGeom prst="rect">
            <a:avLst/>
          </a:prstGeom>
        </p:spPr>
        <p:txBody>
          <a:bodyPr vert="horz" wrap="square" lIns="0" tIns="8087" rIns="0" bIns="0" rtlCol="0">
            <a:spAutoFit/>
          </a:bodyPr>
          <a:lstStyle/>
          <a:p>
            <a:pPr marL="7620">
              <a:spcBef>
                <a:spcPts val="65"/>
              </a:spcBef>
            </a:pPr>
            <a:r>
              <a:rPr sz="2395" b="1" i="1" dirty="0">
                <a:latin typeface="Arial" panose="020B0604020202020204"/>
                <a:cs typeface="Arial" panose="020B0604020202020204"/>
              </a:rPr>
              <a:t>q </a:t>
            </a:r>
            <a:r>
              <a:rPr sz="2395" b="1" i="1" spc="-51" dirty="0">
                <a:latin typeface="Arial" panose="020B0604020202020204"/>
                <a:cs typeface="Arial" panose="020B0604020202020204"/>
              </a:rPr>
              <a:t>(=x)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56</a:t>
            </a:fld>
            <a:endParaRPr lang="cs-CZ"/>
          </a:p>
        </p:txBody>
      </p:sp>
      <p:sp>
        <p:nvSpPr>
          <p:cNvPr id="25" name="TextBox 24"/>
          <p:cNvSpPr txBox="1"/>
          <p:nvPr/>
        </p:nvSpPr>
        <p:spPr>
          <a:xfrm>
            <a:off x="2285683" y="1261103"/>
            <a:ext cx="1645605" cy="48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5" dirty="0"/>
              <a:t>Maximize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0500" y="1725930"/>
            <a:ext cx="1228725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00"/>
                </a:highlight>
              </a:rPr>
              <a:t>Retriever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9242" y="1725663"/>
            <a:ext cx="2248549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FF"/>
                </a:highlight>
              </a:rPr>
              <a:t>Reader/Generator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3"/>
              <p:cNvSpPr txBox="1"/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</p:spPr>
            <p:txBody>
              <a:bodyPr vert="horz" wrap="square" lIns="0" tIns="16943" rIns="0" bIns="0" rtlCol="0">
                <a:spAutoFit/>
              </a:bodyPr>
              <a:lstStyle/>
              <a:p>
                <a:pPr marL="7620">
                  <a:spcBef>
                    <a:spcPts val="135"/>
                  </a:spcBef>
                </a:pP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P</a:t>
                </a:r>
                <a14:m>
                  <m:oMath xmlns:m="http://schemas.openxmlformats.org/officeDocument/2006/math"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1795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425" spc="-82" dirty="0">
                    <a:latin typeface="Cambria"/>
                    <a:cs typeface="Cambria"/>
                  </a:rPr>
                  <a:t>(</a:t>
                </a:r>
                <a:r>
                  <a:rPr sz="2425" i="1" spc="-82" dirty="0">
                    <a:latin typeface="Times New Roman" panose="02020603050405020304"/>
                    <a:cs typeface="Times New Roman" panose="02020603050405020304"/>
                  </a:rPr>
                  <a:t>z</a:t>
                </a:r>
                <a:r>
                  <a:rPr sz="2425" i="1" spc="-318" dirty="0">
                    <a:latin typeface="Times New Roman" panose="02020603050405020304"/>
                    <a:cs typeface="Times New Roman" panose="02020603050405020304"/>
                  </a:rPr>
                  <a:t> </a:t>
                </a:r>
                <a:r>
                  <a:rPr sz="2425" dirty="0">
                    <a:latin typeface="Cambria"/>
                    <a:cs typeface="Cambria"/>
                  </a:rPr>
                  <a:t>|</a:t>
                </a:r>
                <a:r>
                  <a:rPr sz="2425" spc="-246" dirty="0">
                    <a:latin typeface="Cambria"/>
                    <a:cs typeface="Cambria"/>
                  </a:rPr>
                  <a:t> </a:t>
                </a:r>
                <a:r>
                  <a:rPr sz="2425" i="1" spc="-24" dirty="0">
                    <a:latin typeface="Times New Roman" panose="02020603050405020304"/>
                    <a:cs typeface="Times New Roman" panose="02020603050405020304"/>
                  </a:rPr>
                  <a:t>x</a:t>
                </a:r>
                <a:r>
                  <a:rPr sz="2425" spc="-24" dirty="0">
                    <a:latin typeface="Cambria"/>
                    <a:cs typeface="Cambria"/>
                  </a:rPr>
                  <a:t>)</a:t>
                </a:r>
                <a:endParaRPr sz="2425" dirty="0">
                  <a:latin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34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351" y="5611545"/>
                <a:ext cx="1315051" cy="389890"/>
              </a:xfrm>
              <a:prstGeom prst="rect">
                <a:avLst/>
              </a:prstGeom>
              <a:blipFill rotWithShape="1">
                <a:blip r:embed="rId6"/>
                <a:stretch>
                  <a:fillRect l="-19" t="-13" r="17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5423" y="3547375"/>
            <a:ext cx="231113" cy="366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s 17"/>
              <p:cNvSpPr/>
              <p:nvPr/>
            </p:nvSpPr>
            <p:spPr>
              <a:xfrm>
                <a:off x="9191625" y="4435475"/>
                <a:ext cx="2688590" cy="81851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Want this large for the masked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MASK</m:t>
                        </m:r>
                        <m:r>
                          <a:rPr lang="en-US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</m:sSub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18" name="Rectangles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625" y="4435475"/>
                <a:ext cx="2688590" cy="818515"/>
              </a:xfrm>
              <a:prstGeom prst="rect">
                <a:avLst/>
              </a:prstGeom>
              <a:blipFill rotWithShape="1">
                <a:blip r:embed="rId7"/>
                <a:stretch>
                  <a:fillRect l="-189" t="-621" r="-165" b="-543"/>
                </a:stretch>
              </a:blip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EF8089-6F2E-BF99-F9B1-8830FC11E428}"/>
                  </a:ext>
                </a:extLst>
              </p14:cNvPr>
              <p14:cNvContentPartPr/>
              <p14:nvPr/>
            </p14:nvContentPartPr>
            <p14:xfrm>
              <a:off x="10245600" y="4093200"/>
              <a:ext cx="427320" cy="2829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EF8089-6F2E-BF99-F9B1-8830FC11E4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36240" y="4083840"/>
                <a:ext cx="446040" cy="30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REALM: training the retriever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4930" y="4180840"/>
            <a:ext cx="12055475" cy="2592070"/>
          </a:xfrm>
        </p:spPr>
        <p:txBody>
          <a:bodyPr/>
          <a:lstStyle/>
          <a:p>
            <a:r>
              <a:rPr lang="en-US"/>
              <a:t>Above formula is for a single-vector retriever</a:t>
            </a:r>
          </a:p>
          <a:p>
            <a:r>
              <a:rPr lang="en-US"/>
              <a:t>Can use more elaborate dense retrievers if they allow training by backprop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57</a:t>
            </a:fld>
            <a:endParaRPr lang="cs-CZ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252" y="3102399"/>
            <a:ext cx="8028394" cy="8267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988782" y="2150708"/>
            <a:ext cx="3413400" cy="36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sp>
        <p:nvSpPr>
          <p:cNvPr id="9" name="Rectangular Callout 8"/>
          <p:cNvSpPr/>
          <p:nvPr/>
        </p:nvSpPr>
        <p:spPr>
          <a:xfrm>
            <a:off x="1961387" y="2803068"/>
            <a:ext cx="8774371" cy="1163337"/>
          </a:xfrm>
          <a:prstGeom prst="wedgeRectCallout">
            <a:avLst>
              <a:gd name="adj1" fmla="val -10090"/>
              <a:gd name="adj2" fmla="val -97819"/>
            </a:avLst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 dirty="0"/>
          </a:p>
        </p:txBody>
      </p:sp>
      <p:sp>
        <p:nvSpPr>
          <p:cNvPr id="3" name="TextBox 2"/>
          <p:cNvSpPr txBox="1"/>
          <p:nvPr/>
        </p:nvSpPr>
        <p:spPr>
          <a:xfrm>
            <a:off x="2285683" y="1261103"/>
            <a:ext cx="1645605" cy="48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5" dirty="0"/>
              <a:t>Maximize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∈  </m:t>
                          </m:r>
                          <m:r>
                            <m:rPr>
                              <m:sty m:val="p"/>
                            </m:rPr>
                            <a:rPr lang="en-US" sz="2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topk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𝑀𝐴𝑆𝐾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56" y="1087584"/>
                <a:ext cx="6505575" cy="826770"/>
              </a:xfrm>
              <a:prstGeom prst="rect">
                <a:avLst/>
              </a:prstGeom>
              <a:blipFill rotWithShape="1">
                <a:blip r:embed="rId3"/>
                <a:stretch>
                  <a:fillRect l="-3" t="-56" r="3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4926965" y="1720850"/>
            <a:ext cx="1278255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00"/>
                </a:highlight>
              </a:rPr>
              <a:t>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9242" y="1725663"/>
            <a:ext cx="2248549" cy="38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25" dirty="0">
                <a:highlight>
                  <a:srgbClr val="00FFFF"/>
                </a:highlight>
              </a:rPr>
              <a:t>Reader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REALM: Training Approximations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Freeze top-k documents throughout training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Cheapest but least accurate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Freeze index (document embeddings), but search top-k documents</a:t>
            </a:r>
          </a:p>
          <a:p>
            <a:pPr lvl="1">
              <a:lnSpc>
                <a:spcPct val="100000"/>
              </a:lnSpc>
            </a:pPr>
            <a:r>
              <a:rPr lang="en-US" sz="3600" dirty="0"/>
              <a:t>At least the query representation can evolve with training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Update index every T steps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Slower but more accurate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Updating index among costliest parts of RAG 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58</a:t>
            </a:fld>
            <a:endParaRPr lang="cs-CZ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D72D3D-934A-53A4-99F3-931B1BE3BE26}"/>
                  </a:ext>
                </a:extLst>
              </p14:cNvPr>
              <p14:cNvContentPartPr/>
              <p14:nvPr/>
            </p14:nvContentPartPr>
            <p14:xfrm>
              <a:off x="6688080" y="1593720"/>
              <a:ext cx="5038200" cy="47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D72D3D-934A-53A4-99F3-931B1BE3BE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8720" y="1584360"/>
                <a:ext cx="5056920" cy="48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PEFT of the generator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25656" y="1087584"/>
                <a:ext cx="6417310" cy="826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∈ 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𝑡𝑜𝑝𝑘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e>
                            <m:e>
                              <m:r>
                                <m:rPr>
                                  <m:brk m:alnAt="23"/>
                                </m:r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brk m:alnAt="23"/>
                            </m:rP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endChr m:val="|"/>
                              <m:ctrlP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𝑀𝐴𝑆𝐾</m:t>
                                  </m:r>
                                  <m:r>
                                    <a:rPr lang="en-US" sz="2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656" y="1087584"/>
                <a:ext cx="6417310" cy="826770"/>
              </a:xfrm>
              <a:prstGeom prst="rect">
                <a:avLst/>
              </a:prstGeom>
              <a:blipFill rotWithShape="1">
                <a:blip r:embed="rId2"/>
                <a:stretch>
                  <a:fillRect l="-3" t="-56" r="3" b="5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lide Number Placeholder 30"/>
          <p:cNvSpPr>
            <a:spLocks noGrp="1"/>
          </p:cNvSpPr>
          <p:nvPr>
            <p:ph type="sldNum" sz="quarter" idx="4294967295"/>
          </p:nvPr>
        </p:nvSpPr>
        <p:spPr>
          <a:xfrm>
            <a:off x="7914640" y="9911080"/>
            <a:ext cx="4277360" cy="5695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7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cs-CZ" smtClean="0"/>
              <a:t>59</a:t>
            </a:fld>
            <a:endParaRPr lang="cs-CZ"/>
          </a:p>
        </p:txBody>
      </p:sp>
      <p:sp>
        <p:nvSpPr>
          <p:cNvPr id="25" name="TextBox 24"/>
          <p:cNvSpPr txBox="1"/>
          <p:nvPr/>
        </p:nvSpPr>
        <p:spPr>
          <a:xfrm>
            <a:off x="2285683" y="1261103"/>
            <a:ext cx="1645605" cy="48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65" dirty="0"/>
              <a:t>Maximize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5548" y="1689926"/>
            <a:ext cx="3278477" cy="3693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5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33" y="3067453"/>
            <a:ext cx="7721600" cy="2273300"/>
          </a:xfrm>
          <a:prstGeom prst="rect">
            <a:avLst/>
          </a:prstGeom>
          <a:ln w="25400">
            <a:solidFill>
              <a:schemeClr val="accent5">
                <a:lumMod val="7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12118" y="2430743"/>
            <a:ext cx="7723015" cy="460375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S(z, y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US" sz="2400" dirty="0"/>
              <a:t>  = set of spans matching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sz="2400" dirty="0"/>
              <a:t>   in  </a:t>
            </a:r>
            <a:r>
              <a:rPr lang="en-US" sz="24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400" dirty="0"/>
              <a:t>.</a:t>
            </a:r>
          </a:p>
        </p:txBody>
      </p:sp>
      <p:sp>
        <p:nvSpPr>
          <p:cNvPr id="5" name="object 4"/>
          <p:cNvSpPr txBox="1"/>
          <p:nvPr/>
        </p:nvSpPr>
        <p:spPr>
          <a:xfrm>
            <a:off x="9187968" y="3496053"/>
            <a:ext cx="1673105" cy="463550"/>
          </a:xfrm>
          <a:prstGeom prst="rect">
            <a:avLst/>
          </a:prstGeom>
          <a:solidFill>
            <a:srgbClr val="00A2FF"/>
          </a:solidFill>
        </p:spPr>
        <p:txBody>
          <a:bodyPr vert="horz" wrap="square" lIns="0" tIns="94726" rIns="0" bIns="0" rtlCol="0">
            <a:spAutoFit/>
          </a:bodyPr>
          <a:lstStyle/>
          <a:p>
            <a:pPr algn="ctr">
              <a:spcBef>
                <a:spcPts val="745"/>
              </a:spcBef>
            </a:pPr>
            <a:r>
              <a:rPr lang="en-US" sz="2395" spc="67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BERT</a:t>
            </a:r>
            <a:endParaRPr sz="2395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8965" y="2927953"/>
            <a:ext cx="231111" cy="470583"/>
          </a:xfrm>
          <a:prstGeom prst="rect">
            <a:avLst/>
          </a:prstGeom>
        </p:spPr>
      </p:pic>
      <p:sp>
        <p:nvSpPr>
          <p:cNvPr id="7" name="object 17"/>
          <p:cNvSpPr txBox="1"/>
          <p:nvPr/>
        </p:nvSpPr>
        <p:spPr>
          <a:xfrm>
            <a:off x="8070574" y="1828949"/>
            <a:ext cx="3907893" cy="1109980"/>
          </a:xfrm>
          <a:prstGeom prst="rect">
            <a:avLst/>
          </a:prstGeom>
        </p:spPr>
        <p:txBody>
          <a:bodyPr vert="horz" wrap="square" lIns="0" tIns="8856" rIns="0" bIns="0" rtlCol="0">
            <a:spAutoFit/>
          </a:bodyPr>
          <a:lstStyle/>
          <a:p>
            <a:pPr>
              <a:spcBef>
                <a:spcPts val="70"/>
              </a:spcBef>
            </a:pPr>
            <a:r>
              <a:rPr lang="en-US" sz="1790" b="1" spc="-30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[CLS] </a:t>
            </a:r>
            <a:r>
              <a:rPr lang="en-IN" sz="1790" spc="-30" dirty="0">
                <a:solidFill>
                  <a:srgbClr val="EF5FA7"/>
                </a:solidFill>
                <a:latin typeface="Arial" panose="020B0604020202020204"/>
                <a:cs typeface="Arial" panose="020B0604020202020204"/>
              </a:rPr>
              <a:t>The internal angle of an equilateral triangle are equal, 60 degrees</a:t>
            </a:r>
            <a:r>
              <a:rPr lang="en-IN" sz="1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sz="1790" b="1" spc="-6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[SEP]</a:t>
            </a:r>
            <a:r>
              <a:rPr lang="en-US" sz="1790" b="1" dirty="0">
                <a:solidFill>
                  <a:srgbClr val="F1210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790" spc="-30" dirty="0">
                <a:solidFill>
                  <a:srgbClr val="0076BA"/>
                </a:solidFill>
                <a:latin typeface="Arial" panose="020B0604020202020204"/>
                <a:cs typeface="Arial" panose="020B0604020202020204"/>
              </a:rPr>
              <a:t>What’s the angle of an equilateral triangle?</a:t>
            </a:r>
            <a:endParaRPr sz="1790" dirty="0">
              <a:latin typeface="Arial" panose="020B0604020202020204"/>
              <a:cs typeface="Arial" panose="020B060402020202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CEB498-A983-E3B7-B5AB-46C917F9B3A8}"/>
                  </a:ext>
                </a:extLst>
              </p14:cNvPr>
              <p14:cNvContentPartPr/>
              <p14:nvPr/>
            </p14:nvContentPartPr>
            <p14:xfrm>
              <a:off x="6557400" y="1741680"/>
              <a:ext cx="1829160" cy="109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CEB498-A983-E3B7-B5AB-46C917F9B3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8040" y="1732320"/>
                <a:ext cx="1847880" cy="12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choices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REALM retrieves exactly once</a:t>
                </a:r>
              </a:p>
              <a:p>
                <a:pPr lvl="1"/>
                <a:r>
                  <a:rPr lang="en-US" dirty="0"/>
                  <a:t>In general, want to retrieve multiple times or multiple pieces of evidence</a:t>
                </a:r>
              </a:p>
              <a:p>
                <a:pPr lvl="1"/>
                <a:r>
                  <a:rPr lang="en-US" dirty="0"/>
                  <a:t>Can try to generalize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DejaVu Math TeX Gyre" panose="02000503000000000000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|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i="1" dirty="0">
                            <a:effectLst>
                              <a:glow rad="228600">
                                <a:schemeClr val="accent2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  <a:cs typeface="DejaVu Math TeX Gyre" panose="02000503000000000000" charset="0"/>
                          </a:rPr>
                          <m:t>𝑍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How early do evidence items interact with each other (and possibly with input)</a:t>
                </a:r>
              </a:p>
              <a:p>
                <a:r>
                  <a:rPr lang="en-US" dirty="0"/>
                  <a:t>Retrieval granularity and sequencing</a:t>
                </a:r>
              </a:p>
              <a:p>
                <a:pPr lvl="1"/>
                <a:r>
                  <a:rPr lang="en-US" dirty="0"/>
                  <a:t>While decoding every sentence, word, …?</a:t>
                </a:r>
              </a:p>
              <a:p>
                <a:r>
                  <a:rPr lang="en-IN" dirty="0"/>
                  <a:t>What is practical to train and fine-tune</a:t>
                </a:r>
              </a:p>
              <a:p>
                <a:pPr lvl="1"/>
                <a:r>
                  <a:rPr lang="en-IN" dirty="0"/>
                  <a:t>Retriever vs. planner / generator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D45918-990A-5D8E-BC48-FE1CE2E628E1}"/>
                  </a:ext>
                </a:extLst>
              </p14:cNvPr>
              <p14:cNvContentPartPr/>
              <p14:nvPr/>
            </p14:nvContentPartPr>
            <p14:xfrm>
              <a:off x="2046600" y="5173200"/>
              <a:ext cx="5517000" cy="29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D45918-990A-5D8E-BC48-FE1CE2E628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37240" y="5163840"/>
                <a:ext cx="5535720" cy="31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Fusion-in-Decoder (</a:t>
            </a:r>
            <a:r>
              <a:rPr lang="en-US" dirty="0" err="1">
                <a:hlinkClick r:id="rId2"/>
              </a:rPr>
              <a:t>FiD</a:t>
            </a:r>
            <a:r>
              <a:rPr lang="en-US" dirty="0">
                <a:hlinkClick r:id="rId2"/>
              </a:rPr>
              <a:t>)</a:t>
            </a: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0515" y="2609215"/>
            <a:ext cx="11570970" cy="38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Multiple passages retrieved, but in single retrieval round</a:t>
            </a:r>
          </a:p>
          <a:p>
            <a:pPr lvl="1">
              <a:lnSpc>
                <a:spcPct val="100000"/>
              </a:lnSpc>
            </a:pPr>
            <a:r>
              <a:rPr lang="en-IN" sz="2400" dirty="0"/>
              <a:t>All in response to question? May not have enough info about later hops</a:t>
            </a:r>
          </a:p>
          <a:p>
            <a:pPr lvl="0">
              <a:lnSpc>
                <a:spcPct val="100000"/>
              </a:lnSpc>
            </a:pPr>
            <a:r>
              <a:rPr lang="en-US" altLang="en-IN" sz="2665" dirty="0"/>
              <a:t>Each passage can interact with question during encoding</a:t>
            </a:r>
            <a:endParaRPr lang="en-IN" sz="2665" dirty="0"/>
          </a:p>
          <a:p>
            <a:pPr>
              <a:lnSpc>
                <a:spcPct val="100000"/>
              </a:lnSpc>
            </a:pPr>
            <a:r>
              <a:rPr lang="en-IN" sz="2800" dirty="0"/>
              <a:t>Passages do not interact with each other until encoding is completed</a:t>
            </a:r>
          </a:p>
          <a:p>
            <a:pPr lvl="1">
              <a:lnSpc>
                <a:spcPct val="100000"/>
              </a:lnSpc>
            </a:pPr>
            <a:r>
              <a:rPr lang="en-IN" sz="2400" dirty="0"/>
              <a:t>All inter-passage interaction (‘fusion’) is limited to decoder</a:t>
            </a:r>
          </a:p>
          <a:p>
            <a:pPr>
              <a:lnSpc>
                <a:spcPct val="100000"/>
              </a:lnSpc>
            </a:pPr>
            <a:r>
              <a:rPr lang="en-IN" sz="2800" dirty="0"/>
              <a:t>Simple, yet effective for some tasks (NQ, </a:t>
            </a:r>
            <a:r>
              <a:rPr lang="en-IN" sz="2800" dirty="0" err="1"/>
              <a:t>TriviaQA</a:t>
            </a:r>
            <a:r>
              <a:rPr lang="en-IN" sz="2800" dirty="0"/>
              <a:t>, </a:t>
            </a:r>
            <a:r>
              <a:rPr lang="en-IN" sz="2800" dirty="0" err="1"/>
              <a:t>SQuAD</a:t>
            </a:r>
            <a:r>
              <a:rPr lang="en-IN" sz="2800" dirty="0"/>
              <a:t>)</a:t>
            </a:r>
          </a:p>
          <a:p>
            <a:pPr lvl="1">
              <a:lnSpc>
                <a:spcPct val="100000"/>
              </a:lnSpc>
            </a:pPr>
            <a:r>
              <a:rPr lang="en-IN" sz="2400" dirty="0"/>
              <a:t>Better than GPT3, T5, DPR, not surprising</a:t>
            </a:r>
          </a:p>
          <a:p>
            <a:pPr lvl="1">
              <a:lnSpc>
                <a:spcPct val="100000"/>
              </a:lnSpc>
            </a:pPr>
            <a:r>
              <a:rPr lang="en-IN" sz="2400" dirty="0"/>
              <a:t>Also better than REALM and RAG (coming up next)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38" y="978068"/>
            <a:ext cx="10889924" cy="163082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2150"/>
            <a:ext cx="12192000" cy="35534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Retrieval-Augmented Generation (RAG)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0661" y="4499812"/>
                <a:ext cx="11570677" cy="1992574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Diversifies fine-tuning from only QA to include fact verification (</a:t>
                </a:r>
                <a:r>
                  <a:rPr lang="en-US" dirty="0">
                    <a:hlinkClick r:id="rId4"/>
                  </a:rPr>
                  <a:t>FEVER</a:t>
                </a:r>
                <a:r>
                  <a:rPr lang="en-US" dirty="0"/>
                  <a:t>) and question generation (QG, or reverse QA, e.g. </a:t>
                </a:r>
                <a:r>
                  <a:rPr lang="en-US" dirty="0">
                    <a:hlinkClick r:id="rId5"/>
                  </a:rPr>
                  <a:t>Jeopardy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Given query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retriever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US" b="0" i="0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BERT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BERT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fetches top-K truncated multinomial distribution over docs/passages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1" y="4499812"/>
                <a:ext cx="11570677" cy="1992574"/>
              </a:xfrm>
              <a:blipFill rotWithShape="1">
                <a:blip r:embed="rId6"/>
                <a:stretch>
                  <a:fillRect l="-1" t="-2337" r="4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3034440" y="2309706"/>
              <a:ext cx="8357040" cy="2038320"/>
            </p14:xfrm>
          </p:contentPart>
        </mc:Choice>
        <mc:Fallback xmlns="">
          <p:pic>
            <p:nvPicPr>
              <p:cNvPr id="4" name="Ink 3"/>
            </p:nvPicPr>
            <p:blipFill>
              <a:blip r:embed="rId8"/>
            </p:blipFill>
            <p:spPr>
              <a:xfrm>
                <a:off x="3034440" y="2309706"/>
                <a:ext cx="8357040" cy="20383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/>
              <p14:cNvContentPartPr/>
              <p14:nvPr/>
            </p14:nvContentPartPr>
            <p14:xfrm>
              <a:off x="69840" y="1410840"/>
              <a:ext cx="10023840" cy="5321520"/>
            </p14:xfrm>
          </p:contentPart>
        </mc:Choice>
        <mc:Fallback xmlns="">
          <p:pic>
            <p:nvPicPr>
              <p:cNvPr id="6" name="Ink 5"/>
            </p:nvPicPr>
            <p:blipFill>
              <a:blip r:embed="rId10"/>
            </p:blipFill>
            <p:spPr>
              <a:xfrm>
                <a:off x="69840" y="1410840"/>
                <a:ext cx="10023840" cy="53215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Retriever followed by generator/decoder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 with REALM,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Generator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Expressed autoregressively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effectLst>
                                  <a:glow rad="228600">
                                    <a:schemeClr val="accent4">
                                      <a:satMod val="175000"/>
                                      <a:alpha val="40000"/>
                                    </a:schemeClr>
                                  </a:glow>
                                </a:effectLst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effectLst>
                          <a:glow rad="228600">
                            <a:schemeClr val="accent4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Note that exactly one doc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is involved</a:t>
                </a:r>
              </a:p>
              <a:p>
                <a:pPr lvl="1"/>
                <a:r>
                  <a:rPr lang="en-US" dirty="0"/>
                  <a:t>No good reason; </a:t>
                </a:r>
                <a:r>
                  <a:rPr lang="en-US" dirty="0" err="1"/>
                  <a:t>FiD</a:t>
                </a:r>
                <a:r>
                  <a:rPr lang="en-US" dirty="0"/>
                  <a:t> used all retrieved docs</a:t>
                </a:r>
              </a:p>
              <a:p>
                <a:pPr lvl="1"/>
                <a:r>
                  <a:rPr lang="en-IN" dirty="0"/>
                  <a:t>Could just have faith in transformer wisdom:</a:t>
                </a:r>
                <a:br>
                  <a:rPr lang="en-IN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effectLst>
                              <a:glow rad="228600">
                                <a:schemeClr val="accent6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effectLst>
                              <a:glow rad="228600">
                                <a:schemeClr val="accent6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effectLst>
                              <a:glow rad="228600">
                                <a:schemeClr val="accent6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b="0" i="1" smtClean="0">
                            <a:effectLst>
                              <a:glow rad="228600">
                                <a:schemeClr val="accent6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22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249200" y="666360"/>
              <a:ext cx="10176840" cy="6009120"/>
            </p14:xfrm>
          </p:contentPart>
        </mc:Choice>
        <mc:Fallback xmlns="">
          <p:pic>
            <p:nvPicPr>
              <p:cNvPr id="2" name="Ink 1"/>
            </p:nvPicPr>
            <p:blipFill>
              <a:blip r:embed="rId4"/>
            </p:blipFill>
            <p:spPr>
              <a:xfrm>
                <a:off x="1249200" y="666360"/>
                <a:ext cx="10176840" cy="60091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EB357B-7C53-E797-EDC5-224B1909E331}"/>
                  </a:ext>
                </a:extLst>
              </p14:cNvPr>
              <p14:cNvContentPartPr/>
              <p14:nvPr/>
            </p14:nvContentPartPr>
            <p14:xfrm>
              <a:off x="8016120" y="2791080"/>
              <a:ext cx="875520" cy="152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EB357B-7C53-E797-EDC5-224B1909E3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06760" y="2781720"/>
                <a:ext cx="894240" cy="17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RAG-token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10661" y="2157720"/>
                <a:ext cx="11570677" cy="433466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>
                    <a:hlinkClick r:id="rId2"/>
                  </a:rPr>
                  <a:t>RagTokenGeneration</a:t>
                </a:r>
                <a:r>
                  <a:rPr lang="en-US" dirty="0" err="1"/>
                  <a:t>.</a:t>
                </a:r>
                <a:r>
                  <a:rPr lang="en-US" dirty="0" err="1">
                    <a:hlinkClick r:id="rId3"/>
                  </a:rPr>
                  <a:t>generate</a:t>
                </a:r>
                <a:endParaRPr lang="en-US" dirty="0"/>
              </a:p>
              <a:p>
                <a:r>
                  <a:rPr lang="en-US" dirty="0"/>
                  <a:t>Can ‘activate’ one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passages to sample each token</a:t>
                </a:r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initialize separate encoder-decoder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hlinkClick r:id="rId4"/>
                </a:endParaRPr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Each enc-dec outputs 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∘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Multiply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sum 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place on beam with score</a:t>
                </a:r>
              </a:p>
              <a:p>
                <a:pPr lvl="1"/>
                <a:r>
                  <a:rPr lang="en-US" dirty="0"/>
                  <a:t>Append sampled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to all enc-decs</a:t>
                </a:r>
              </a:p>
              <a:p>
                <a:r>
                  <a:rPr lang="en-US" dirty="0"/>
                  <a:t>Can this scheme simulate KG chain traversal?</a:t>
                </a:r>
                <a:endParaRPr lang="en-US" dirty="0">
                  <a:hlinkClick r:id="rId4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1" y="2157720"/>
                <a:ext cx="11570677" cy="4334665"/>
              </a:xfrm>
              <a:blipFill rotWithShape="1">
                <a:blip r:embed="rId5"/>
                <a:stretch>
                  <a:fillRect l="-1" t="-1304" r="4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099" y="858895"/>
            <a:ext cx="9679799" cy="12988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239C5F-08D3-27E2-E78A-DF43B92DA604}"/>
                  </a:ext>
                </a:extLst>
              </p14:cNvPr>
              <p14:cNvContentPartPr/>
              <p14:nvPr/>
            </p14:nvContentPartPr>
            <p14:xfrm>
              <a:off x="722520" y="348480"/>
              <a:ext cx="10520640" cy="633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239C5F-08D3-27E2-E78A-DF43B92DA6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3160" y="339120"/>
                <a:ext cx="10539360" cy="635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61" y="647268"/>
            <a:ext cx="11440181" cy="12249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RAG-sequence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0661" y="1872176"/>
                <a:ext cx="11570677" cy="462021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Choose one document, condition whole sequence generated on it</a:t>
                </a:r>
              </a:p>
              <a:p>
                <a:pPr lvl="1"/>
                <a:r>
                  <a:rPr lang="en-US" dirty="0"/>
                  <a:t>Seems even further removed from multi-hop QA</a:t>
                </a:r>
              </a:p>
              <a:p>
                <a:pPr lvl="1"/>
                <a:r>
                  <a:rPr lang="en-US" dirty="0"/>
                  <a:t>Also more complicated to manage autoregression</a:t>
                </a:r>
              </a:p>
              <a:p>
                <a:r>
                  <a:rPr lang="en-US" dirty="0"/>
                  <a:t>First run beam search for each document</a:t>
                </a:r>
              </a:p>
              <a:p>
                <a:r>
                  <a:rPr lang="en-US" dirty="0"/>
                  <a:t>Gives a ‘union’ space of candidate sequences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Possible that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not on beam of doc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Additional forward pass to ‘force’ calc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661" y="1872176"/>
                <a:ext cx="11570677" cy="4620210"/>
              </a:xfrm>
              <a:blipFill rotWithShape="1">
                <a:blip r:embed="rId3"/>
                <a:stretch>
                  <a:fillRect l="-1" t="-1640" r="4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 layers as multi-round retrievers?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Suppose entire corpus fits in context</a:t>
            </a:r>
          </a:p>
          <a:p>
            <a:r>
              <a:rPr lang="en-US"/>
              <a:t>Followed by question</a:t>
            </a:r>
          </a:p>
          <a:p>
            <a:r>
              <a:rPr lang="en-US"/>
              <a:t>Question tokens can attend to any part of corpus</a:t>
            </a:r>
          </a:p>
          <a:p>
            <a:r>
              <a:rPr lang="en-US"/>
              <a:t>If solving multi-hop question, each layer can focus on different parts of the corpus</a:t>
            </a:r>
          </a:p>
          <a:p>
            <a:r>
              <a:rPr lang="en-US"/>
              <a:t>Most practical (or least impractical) embodiment of this idea?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Unlimiformer</a:t>
            </a:r>
            <a:r>
              <a:rPr lang="en-US" dirty="0"/>
              <a:t> (retrieve from all dec layers)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26" y="868218"/>
            <a:ext cx="11600873" cy="59218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82880" y="1375920"/>
              <a:ext cx="10929600" cy="3788280"/>
            </p14:xfrm>
          </p:contentPart>
        </mc:Choice>
        <mc:Fallback xmlns="">
          <p:pic>
            <p:nvPicPr>
              <p:cNvPr id="3" name="Ink 2"/>
            </p:nvPicPr>
            <p:blipFill>
              <a:blip r:embed="rId5"/>
            </p:blipFill>
            <p:spPr>
              <a:xfrm>
                <a:off x="182880" y="1375920"/>
                <a:ext cx="10929600" cy="378828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DC879F-8210-88DD-22E8-91E11CC74DC3}"/>
                  </a:ext>
                </a:extLst>
              </p14:cNvPr>
              <p14:cNvContentPartPr/>
              <p14:nvPr/>
            </p14:nvContentPartPr>
            <p14:xfrm>
              <a:off x="1585080" y="815040"/>
              <a:ext cx="9768600" cy="4329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DC879F-8210-88DD-22E8-91E11CC74D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5720" y="805680"/>
                <a:ext cx="9787320" cy="43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Unlimiformer</a:t>
            </a:r>
            <a:r>
              <a:rPr lang="en-US" dirty="0"/>
              <a:t> details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Encoder ingests arbitrarily long context</a:t>
                </a:r>
              </a:p>
              <a:p>
                <a:pPr lvl="1"/>
                <a:r>
                  <a:rPr lang="en-US" dirty="0"/>
                  <a:t>Chunks, encodes, indexes into </a:t>
                </a:r>
                <a:r>
                  <a:rPr lang="en-US" dirty="0" err="1"/>
                  <a:t>kNN</a:t>
                </a:r>
                <a:r>
                  <a:rPr lang="en-US" dirty="0"/>
                  <a:t> structure</a:t>
                </a:r>
              </a:p>
              <a:p>
                <a:r>
                  <a:rPr lang="en-US" dirty="0"/>
                  <a:t>(Confusion about whether encoder states of all layers or only last layer attended by decoder)</a:t>
                </a:r>
              </a:p>
              <a:p>
                <a:r>
                  <a:rPr lang="en-IN" dirty="0"/>
                  <a:t>All layers of decoder attend encoder last layer states</a:t>
                </a:r>
              </a:p>
              <a:p>
                <a:r>
                  <a:rPr lang="en-IN" dirty="0"/>
                  <a:t>Recall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IN" dirty="0"/>
                  <a:t>Attention involves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endParaRPr lang="en-IN" dirty="0"/>
              </a:p>
              <a:p>
                <a:r>
                  <a:rPr lang="en-IN" dirty="0"/>
                  <a:t>Can index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IN" dirty="0"/>
                  <a:t> into </a:t>
                </a:r>
                <a:r>
                  <a:rPr lang="en-IN" dirty="0" err="1"/>
                  <a:t>kNN</a:t>
                </a:r>
                <a:r>
                  <a:rPr lang="en-IN" dirty="0"/>
                  <a:t> structure, and transform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N" dirty="0"/>
                  <a:t> on the fly before probing</a:t>
                </a:r>
              </a:p>
              <a:p>
                <a:pPr lvl="1"/>
                <a:r>
                  <a:rPr lang="en-IN" dirty="0"/>
                  <a:t>Can handle all attention heads with a single index</a:t>
                </a:r>
              </a:p>
              <a:p>
                <a:r>
                  <a:rPr lang="en-IN" dirty="0"/>
                  <a:t>Evaluate beyond long document summarization tasks?</a:t>
                </a:r>
              </a:p>
              <a:p>
                <a:r>
                  <a:rPr lang="en-IN" dirty="0"/>
                  <a:t>Sufficient to access last-layer encoder embeddings?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61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2795040" y="282960"/>
              <a:ext cx="8674560" cy="5125680"/>
            </p14:xfrm>
          </p:contentPart>
        </mc:Choice>
        <mc:Fallback xmlns="">
          <p:pic>
            <p:nvPicPr>
              <p:cNvPr id="4" name="Ink 3"/>
            </p:nvPicPr>
            <p:blipFill>
              <a:blip r:embed="rId4"/>
            </p:blipFill>
            <p:spPr>
              <a:xfrm>
                <a:off x="2795040" y="282960"/>
                <a:ext cx="8674560" cy="512568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822E3C-CBF7-8380-F044-A99B27A570D8}"/>
                  </a:ext>
                </a:extLst>
              </p14:cNvPr>
              <p14:cNvContentPartPr/>
              <p14:nvPr/>
            </p14:nvContentPartPr>
            <p14:xfrm>
              <a:off x="691920" y="5490360"/>
              <a:ext cx="2870280" cy="1059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822E3C-CBF7-8380-F044-A99B27A570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2560" y="5481000"/>
                <a:ext cx="2889000" cy="107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17005</Words>
  <Application>Microsoft Office PowerPoint</Application>
  <PresentationFormat>Widescreen</PresentationFormat>
  <Paragraphs>851</Paragraphs>
  <Slides>68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Office Theme</vt:lpstr>
      <vt:lpstr>Retrieval Augmented Language Models</vt:lpstr>
      <vt:lpstr>Outline</vt:lpstr>
      <vt:lpstr>Outline</vt:lpstr>
      <vt:lpstr>Parametric LLMs – amazing creative writers!</vt:lpstr>
      <vt:lpstr>Parametric LLMs: stellar exam performance!</vt:lpstr>
      <vt:lpstr>Hallucinations in parametric LLMs</vt:lpstr>
      <vt:lpstr>Hallucinations in Parametric LLMs</vt:lpstr>
      <vt:lpstr>Hallucinations in Parametric LLMs</vt:lpstr>
      <vt:lpstr>Hallucinations in parametric LLMs</vt:lpstr>
      <vt:lpstr>Hallucinations in parametric LLMs</vt:lpstr>
      <vt:lpstr>PowerPoint Presentation</vt:lpstr>
      <vt:lpstr>Hallucinations in parametric LLMs</vt:lpstr>
      <vt:lpstr>PowerPoint Presentation</vt:lpstr>
      <vt:lpstr>PowerPoint Presentation</vt:lpstr>
      <vt:lpstr>Retrieval in the age of generative AI</vt:lpstr>
      <vt:lpstr>Core Limitations of Parametric LLMs</vt:lpstr>
      <vt:lpstr>Verifiability</vt:lpstr>
      <vt:lpstr>Verifiability</vt:lpstr>
      <vt:lpstr>Core Limitations of Parametric LLMs</vt:lpstr>
      <vt:lpstr>What info is “baked into” LLM weights?</vt:lpstr>
      <vt:lpstr>Parametric LLMs – Training vs Test</vt:lpstr>
      <vt:lpstr>Parametric LLMs – Training vs Test</vt:lpstr>
      <vt:lpstr>Parametric LLMs – Training vs Test</vt:lpstr>
      <vt:lpstr>Closed Book vs Open Book Exams</vt:lpstr>
      <vt:lpstr>Closed Book vs Open Book Exams</vt:lpstr>
      <vt:lpstr>Closed Book vs Open Book Exams</vt:lpstr>
      <vt:lpstr>How to use the Book?</vt:lpstr>
      <vt:lpstr>How to use the Book?</vt:lpstr>
      <vt:lpstr>How to use the Book?</vt:lpstr>
      <vt:lpstr>How to use the Book?</vt:lpstr>
      <vt:lpstr>How to use the Book?</vt:lpstr>
      <vt:lpstr>How to use the Book?</vt:lpstr>
      <vt:lpstr>Approaches to “open book” interaction</vt:lpstr>
      <vt:lpstr>Outline</vt:lpstr>
      <vt:lpstr>Retrieval methods (CS635 / CS6101)</vt:lpstr>
      <vt:lpstr>Dense retrieval references</vt:lpstr>
      <vt:lpstr>Popular corpus QA benchmarks</vt:lpstr>
      <vt:lpstr>Corpus QA benchmarks (continued)</vt:lpstr>
      <vt:lpstr>Popular KGQA benchmarks</vt:lpstr>
      <vt:lpstr>PowerPoint Presentation</vt:lpstr>
      <vt:lpstr>Retriever Pipeline</vt:lpstr>
      <vt:lpstr>Preview of retrieval augmentation</vt:lpstr>
      <vt:lpstr>Single answer from single passage (SQuAD)</vt:lpstr>
      <vt:lpstr>PowerPoint Presentation</vt:lpstr>
      <vt:lpstr>RAG architecture (single round)</vt:lpstr>
      <vt:lpstr>Entity search paper from 2010</vt:lpstr>
      <vt:lpstr>REALM (2020)</vt:lpstr>
      <vt:lpstr>Pre-training and fine-tuning protocols</vt:lpstr>
      <vt:lpstr>Filling masked positions</vt:lpstr>
      <vt:lpstr>REALM detailed steps</vt:lpstr>
      <vt:lpstr>REALM detailed steps</vt:lpstr>
      <vt:lpstr>REALM doc aggregation</vt:lpstr>
      <vt:lpstr>REALM: Joint training</vt:lpstr>
      <vt:lpstr>REALM: Pre-Training</vt:lpstr>
      <vt:lpstr>REALM pre-training</vt:lpstr>
      <vt:lpstr>REALM pre-training</vt:lpstr>
      <vt:lpstr>REALM: training the retriever</vt:lpstr>
      <vt:lpstr>REALM: Training Approximations</vt:lpstr>
      <vt:lpstr>PEFT of the generator</vt:lpstr>
      <vt:lpstr>Design choices</vt:lpstr>
      <vt:lpstr>Fusion-in-Decoder (FiD)</vt:lpstr>
      <vt:lpstr>Retrieval-Augmented Generation (RAG)</vt:lpstr>
      <vt:lpstr>Retriever followed by generator/decoder</vt:lpstr>
      <vt:lpstr>RAG-token</vt:lpstr>
      <vt:lpstr>RAG-sequence</vt:lpstr>
      <vt:lpstr>Decoder layers as multi-round retrievers?</vt:lpstr>
      <vt:lpstr>Unlimiformer (retrieve from all dec layers)</vt:lpstr>
      <vt:lpstr>Unlimiformer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 Augmented Language Models</dc:title>
  <dc:creator>soumen</dc:creator>
  <cp:lastModifiedBy>Soumen Chakrabarti</cp:lastModifiedBy>
  <cp:revision>55</cp:revision>
  <dcterms:created xsi:type="dcterms:W3CDTF">2026-03-20T07:57:34Z</dcterms:created>
  <dcterms:modified xsi:type="dcterms:W3CDTF">2026-03-20T09:55:10Z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