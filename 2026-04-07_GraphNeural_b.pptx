
<file path=[Content_Types].xml><?xml version="1.0" encoding="utf-8"?>
<Types xmlns="http://schemas.openxmlformats.org/package/2006/content-types">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263C4CE-2663-4BB9-A450-3FE16BFC7139}">
  <a:tblStyle styleId="{E263C4CE-2663-4BB9-A450-3FE16BFC7139}"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9A3ABA21-5AC3-4DE7-9323-ADC79FA4EFC9}" styleName="Table_1">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20574f8d531_0_0:notes"/>
          <p:cNvSpPr/>
          <p:nvPr>
            <p:ph idx="2" type="sldImg"/>
          </p:nvPr>
        </p:nvSpPr>
        <p:spPr>
          <a:xfrm>
            <a:off x="430114" y="695476"/>
            <a:ext cx="5996400" cy="3427500"/>
          </a:xfrm>
          <a:custGeom>
            <a:rect b="b" l="l" r="r" t="t"/>
            <a:pathLst>
              <a:path extrusionOk="0" h="120000" w="120000">
                <a:moveTo>
                  <a:pt x="0" y="0"/>
                </a:moveTo>
                <a:lnTo>
                  <a:pt x="120000" y="0"/>
                </a:lnTo>
                <a:lnTo>
                  <a:pt x="120000" y="120000"/>
                </a:lnTo>
                <a:lnTo>
                  <a:pt x="0" y="120000"/>
                </a:lnTo>
                <a:close/>
              </a:path>
            </a:pathLst>
          </a:custGeom>
          <a:solidFill>
            <a:schemeClr val="accent1"/>
          </a:solidFill>
          <a:ln cap="flat" cmpd="sng" w="25400">
            <a:solidFill>
              <a:srgbClr val="395E89"/>
            </a:solidFill>
            <a:prstDash val="solid"/>
            <a:round/>
            <a:headEnd len="sm" w="sm" type="none"/>
            <a:tailEnd len="sm" w="sm" type="none"/>
          </a:ln>
        </p:spPr>
      </p:sp>
      <p:sp>
        <p:nvSpPr>
          <p:cNvPr id="127" name="Google Shape;127;g20574f8d531_0_0:notes"/>
          <p:cNvSpPr txBox="1"/>
          <p:nvPr>
            <p:ph idx="1" type="body"/>
          </p:nvPr>
        </p:nvSpPr>
        <p:spPr>
          <a:xfrm>
            <a:off x="686098" y="4343703"/>
            <a:ext cx="5485800" cy="290400"/>
          </a:xfrm>
          <a:prstGeom prst="rect">
            <a:avLst/>
          </a:prstGeom>
          <a:noFill/>
          <a:ln>
            <a:noFill/>
          </a:ln>
        </p:spPr>
        <p:txBody>
          <a:bodyPr anchorCtr="0" anchor="t" bIns="0" lIns="0" spcFirstLastPara="1" rIns="0" wrap="square" tIns="0">
            <a:noAutofit/>
          </a:bodyPr>
          <a:lstStyle/>
          <a:p>
            <a:pPr indent="-165100" lvl="0" marL="165100" rtl="0" algn="l">
              <a:spcBef>
                <a:spcPts val="0"/>
              </a:spcBef>
              <a:spcAft>
                <a:spcPts val="0"/>
              </a:spcAft>
              <a:buNone/>
            </a:pPr>
            <a:r>
              <a:t/>
            </a:r>
            <a:endParaRPr>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0574f8d531_0_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20574f8d531_0_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graphs as a strict generalization of images if you have any image data set you can treat the image as a grid graph where every node corresponds to a pixel and its four or eight immediate neighbors specify the adjacency matrix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20574f8d531_0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20574f8d531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20574f8d531_1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20574f8d531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what we actually want   is something that sort of generalizes a convolutional layer because</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convolutional neural networks leverage the convolution operator to exploit this strong spatial regularity in images and it would be highly appropriate if we could somehow generalize this to operate over arbitrary graphs so just as a quick reminder how convolutions work on images is we're able to exploit the spatial regularity to define a comparably very small matrix of parameters k which is then slid across the different positions in the image and at each step we just take local pairwise position product sums which allows us to specify an output image that detects patterns in the original image and because this is just one operator that's applied everywhere in the same way it's going to capture very important invariances such as translation and variance so an object of interest is interesting no matter where it appears in the image and also it exploits locality so a pixel is far more likely to be related to the pixels right near it rather than pixels in opposite corners so what we really want when we try to define a graph convolution is something that's quite similar something that considers the immediate local neighborhood of a particular node and uses that information to further update the notes features so if i have features in a central vertex b in this case and i have features of its immediate neighbors my graph convolution layer needs to predict the next step features of this node hb prime which is some function of the entire set of neighbors of node b </a:t>
            </a:r>
            <a:endParaRPr/>
          </a:p>
          <a:p>
            <a:pPr indent="0" lvl="0" marL="0" rtl="0" algn="l">
              <a:spcBef>
                <a:spcPts val="0"/>
              </a:spcBef>
              <a:spcAft>
                <a:spcPts val="0"/>
              </a:spcAft>
              <a:buClr>
                <a:schemeClr val="dk1"/>
              </a:buClr>
              <a:buSzPts val="1100"/>
              <a:buFont typeface="Arial"/>
              <a:buNone/>
            </a:pPr>
            <a:r>
              <a:rPr lang="en"/>
              <a:t>so we basically need an operator that looks at over sets of neighbors to derive next step features.</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20574f8d531_1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20574f8d531_1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typical way in which we give this data to the machine learning model we typically stack those features together into what we call a node feature matrix so this capital x is a matrix that has a node rows equal to the number of nodes and the i throw this matrix will tell you the features of the ith node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is the standard way in which you feed node feature data for both set and graph neural networks  very act of you doing this is bad because you've specified an ordering of the nodes</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set is unordered there should be no ordering in this set whatsoever i'm not assuming any ordering between my nodes so whenever we apply a neural network over this data we need to make sure it doesn't perpetuate this ordering to the output.  want the output of any neural network</a:t>
            </a:r>
            <a:endParaRPr/>
          </a:p>
          <a:p>
            <a:pPr indent="0" lvl="0" marL="0" rtl="0" algn="l">
              <a:spcBef>
                <a:spcPts val="0"/>
              </a:spcBef>
              <a:spcAft>
                <a:spcPts val="0"/>
              </a:spcAft>
              <a:buNone/>
            </a:pPr>
            <a:r>
              <a:rPr lang="en"/>
              <a:t>over this input to not depend on the exact way you chose to stack the features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operations that change the order of the nodes   is the permutation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20574f8d531_1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20574f8d531_1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we're not going to start with graphs we are going to start with sets so graphs with no edges between them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permutation invariance so we want as we said functions neural networks f x that work over these node feature matrices and don't depend on the order of the rows so what does this mean mathematically if i apply a permutation matrix to the input that shouldn't change the outputs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you don't have to use sum right this was the originally proposed model but you can use anything which is what we call permutation invariant aggregator so  something that will combine all the rows  of this matrix in a way that doesn't depend how you do it and that means you could have used max you could have used average all of those functions have that same property and for that reason we should e thinking about something that will aggregate stuff without caring for the order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now the second important concept we will need is permutation equivariance and why do we need it well  in the previous steps we predicted one label for the entire set and by summing all the set elements together right and that's great if your label is on the level of the entire set but what if you need to predict something in the nodes so you need a you need to do segmentation or something like this right so every node now is associated with a label well in this case the summing is actually a pretty bad operation because it destroys everything about the individual nodes right you might be able to recover it depending on the setting but it still puts a lot of pressure right so we actually don't want something that will give us in this case we actually don't want something that will give us a single vector we want something that will give us an output for every single node and what does this mean well when i permute the input i should now actually expect a different answer but i should expect an answer that's different in a  very predictable way which allows me to still identify which row corresponds to</a:t>
            </a:r>
            <a:endParaRPr/>
          </a:p>
          <a:p>
            <a:pPr indent="0" lvl="0" marL="0" rtl="0" algn="l">
              <a:spcBef>
                <a:spcPts val="0"/>
              </a:spcBef>
              <a:spcAft>
                <a:spcPts val="0"/>
              </a:spcAft>
              <a:buClr>
                <a:schemeClr val="dk1"/>
              </a:buClr>
              <a:buSzPts val="1100"/>
              <a:buFont typeface="Arial"/>
              <a:buNone/>
            </a:pPr>
            <a:r>
              <a:rPr lang="en"/>
              <a:t>which node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cool result - no matter what well behave set function you give me, we must be able to express it using this deepset formulation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20574f8d531_1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20574f8d531_1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20574f8d531_1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20574f8d531_1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update node features to be mindful of the entire graph. Assume undirected unweighted. </a:t>
            </a:r>
            <a:endParaRPr/>
          </a:p>
          <a:p>
            <a:pPr indent="0" lvl="0" marL="0" rtl="0" algn="l">
              <a:spcBef>
                <a:spcPts val="0"/>
              </a:spcBef>
              <a:spcAft>
                <a:spcPts val="0"/>
              </a:spcAft>
              <a:buNone/>
            </a:pPr>
            <a:r>
              <a:rPr lang="en"/>
              <a:t> multiplying your node feature matrix h by the adjacency matrix this effectively recombines the information in the neighborhood into just one vector </a:t>
            </a:r>
            <a:endParaRPr/>
          </a:p>
          <a:p>
            <a:pPr indent="0" lvl="0" marL="0" rtl="0" algn="l">
              <a:spcBef>
                <a:spcPts val="0"/>
              </a:spcBef>
              <a:spcAft>
                <a:spcPts val="0"/>
              </a:spcAft>
              <a:buNone/>
            </a:pPr>
            <a:r>
              <a:rPr lang="en"/>
              <a:t>giving some layered processing of the features so besides multiplying by the adjacency matrix we will also multiply by some learnable linear transformation w </a:t>
            </a:r>
            <a:endParaRPr/>
          </a:p>
          <a:p>
            <a:pPr indent="0" lvl="0" marL="0" rtl="0" algn="l">
              <a:spcBef>
                <a:spcPts val="0"/>
              </a:spcBef>
              <a:spcAft>
                <a:spcPts val="0"/>
              </a:spcAft>
              <a:buNone/>
            </a:pPr>
            <a:r>
              <a:rPr lang="en"/>
              <a:t>if it's not explicitly enforced this update rule may discard the central node and therefore your predictions for a particular vertex would drop the context about that vertex itself so you can make a very simple correction here by adding the identity matrix to your adjacency matrix and this enforces that node i is always connected to itself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nodewise update is the sum over all the neighbors of the features of that neighbor multiplied by the linear transformation w and finally you can apply a non-linearity this is called sum pooling , pooling  all of your neighbors with the summation aggregation function </a:t>
            </a:r>
            <a:endParaRPr/>
          </a:p>
          <a:p>
            <a:pPr indent="0" lvl="0" marL="0" rtl="0" algn="l">
              <a:spcBef>
                <a:spcPts val="0"/>
              </a:spcBef>
              <a:spcAft>
                <a:spcPts val="0"/>
              </a:spcAft>
              <a:buNone/>
            </a:pPr>
            <a:r>
              <a:rPr lang="en"/>
              <a:t>might come with a few problems because multiplying by the adjacency matrix may increase the scale of the output features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normalize the adjacency matrix  by multiplying by the inverse of the degree matrix where the degree matrix tells you the overall degree of each vertex along the main diagonal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node wise it is mean pooling original sum pulling rule and further dividing by the degree of the receiver node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
              <a:t>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20574f8d531_1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20574f8d531_1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a:t>
            </a:r>
            <a:r>
              <a:rPr lang="en"/>
              <a:t>ne very popular approach performs this idea of symmetric normalization where instead you multiply by the inverse square root of the degree matrix from both sides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cannot model complex features to the edges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20574f8d531_1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20574f8d531_1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coefficient alpha i j which said how much are nodejs features  important for node i what the gcn did when they defined the 1 over square root of neighborhood i neighborhood j was they defined this coefficient explicitly so they explicitly said based on the graph structure this is exactly how much node j is important to node i but there are many possible factors other than graph structure that influence the importance of a neighbor to another  vertex so it might be quite useful if we  can compute this coefficient in a  slightly different way and in the graph attention network model</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a particular edge take the features of the sender the receiver and the edge features and we pipe them through this attention function a which gives us coefficients along pairs of nodes i j which we can then normalize using a soft max function across the neighborhood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20574f8d531_1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20574f8d531_1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can compute messages that is arbitrary vectors that get sent across edges of the graph and you can condition these messages using any edge features that you might have and then we can think of the aggregation function as just aggregating all the messages sent to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takes into account the features of the sender vertex i the features of the receiver vertex j and any edge features you might have along that path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message passing network is the most potent craft neural network layer at least in terms of layers that look at only first order neighbors however it requires us to store and manipulate these edge messages which can get costly both from memory and representation point of view like it could overfit if the data is sparse and it could end up using a lot of memory if the graphs are big so in practice these mpn models are often only applied to small graphs or graph data sets where it is assumed that there's some pretty complex manipulation going on over the edges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20574f8d531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20574f8d531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there's been quite some research on how you might be able to run these graph neural networks on very large graphs and one of the first approaches graph sage showed that you can basically sub-sample some neighbors and sub-sample some neighbors neighbors and only run your graph neural network over this reduced graph of sub-sample neighbors and if you let this model train for long enough you will end up with performance that is quite competitive to having the whole graph in there in the first place.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20574f8d531_1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20574f8d531_1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It is important because many interesting tasks on a graph such as various combinatorial optimization tasks are np complete and what we've discussed till now is still polynomial time  so very evident that there exists some problems that GNNs  cannot solve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one canonical example that people like to use in graph representation learning  to measure this power of GNNs is the task of deciding graph isomorphism </a:t>
            </a:r>
            <a:endParaRPr/>
          </a:p>
          <a:p>
            <a:pPr indent="0" lvl="0" marL="0" rtl="0" algn="l">
              <a:spcBef>
                <a:spcPts val="0"/>
              </a:spcBef>
              <a:spcAft>
                <a:spcPts val="0"/>
              </a:spcAft>
              <a:buNone/>
            </a:pPr>
            <a:r>
              <a:rPr lang="en"/>
              <a:t>In the context of gnns we ask ourselves can this gnn distinguish two non-isomorphic graphs</a:t>
            </a:r>
            <a:endParaRPr/>
          </a:p>
          <a:p>
            <a:pPr indent="0" lvl="0" marL="0" rtl="0" algn="l">
              <a:spcBef>
                <a:spcPts val="0"/>
              </a:spcBef>
              <a:spcAft>
                <a:spcPts val="0"/>
              </a:spcAft>
              <a:buNone/>
            </a:pPr>
            <a:r>
              <a:rPr lang="en"/>
              <a:t>if you cannot give them different embeddings any task that has to discriminate them is hopeless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Can we even tell 2 graphs apart ?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will talk about the expressive power of graph neural networks and we will discuss this in the context of weisfeiler lehman tests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at the start every node has the same color . compute random hashes in every node you pass them along the edges and you sum them up and you iterate until these hashes stop changing . if their histograms are the same you say they're possibly isomorphic otherwise you stop and say they're not isomorphic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basically tracking all the possible neighborhoods and assign different colors to different situations a</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
              <a:t>this feels a lot like a graph neural network right because you're passing neighborhood information along the edges of the graph and using that to update your representations so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20574f8d531_1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20574f8d531_1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however, it does fail in some painfully simple scenarios </a:t>
            </a:r>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20574f8d531_1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20574f8d531_1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when our features are discrete you can prove that a gnn can never be more powerful than this test if you want a gnn that performs exactly as powerful as one wise father test you need to be </a:t>
            </a:r>
            <a:endParaRPr/>
          </a:p>
          <a:p>
            <a:pPr indent="0" lvl="0" marL="0" rtl="0" algn="l">
              <a:spcBef>
                <a:spcPts val="0"/>
              </a:spcBef>
              <a:spcAft>
                <a:spcPts val="0"/>
              </a:spcAft>
              <a:buNone/>
            </a:pPr>
            <a:r>
              <a:rPr lang="en"/>
              <a:t>careful on the hyper parameters of the model specifically if you want to get maximal power you need to have an injective permutation invariant aggregator one example of this in the discrete  feature case is sum so if i have a neighborhood like this of blue and red neighbors summing them up like their one hot features will capture the multiplicities of every single one of them so i've captured the whole neighborhood the moment i take the average i'm already just capturing the distribution like what's the ratio of blues to reds and if i take something like max that's even worse i'm reducing all the multiplicities in this set so i hope this gives you kind of a visual representation of how in this case summation captures more information about the neighborhood than the other ones okay and in fact the way in which you prove this is very similar to the proof you do  to show that deep sets are universal the main difference is that now inputs are no longer set they're multi-sets so  a feature can repeat itself so you must be careful about which aggregator to use okay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in real world scenarios features might be continuous and maybe this situation doesn't happen that often</a:t>
            </a: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20574f8d531_1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20574f8d531_1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the authors of the paper that showed this built then a model called the graph</a:t>
            </a:r>
            <a:endParaRPr/>
          </a:p>
          <a:p>
            <a:pPr indent="0" lvl="0" marL="0" rtl="0" algn="l">
              <a:spcBef>
                <a:spcPts val="0"/>
              </a:spcBef>
              <a:spcAft>
                <a:spcPts val="0"/>
              </a:spcAft>
              <a:buClr>
                <a:schemeClr val="dk1"/>
              </a:buClr>
              <a:buSzPts val="1100"/>
              <a:buFont typeface="Arial"/>
              <a:buNone/>
            </a:pPr>
            <a:r>
              <a:rPr lang="en"/>
              <a:t>isomorphism network kind of to align with that algorithm.  it's like a simple GNN that follows this principle that you should use the sum aggregation and it's as simple as possible but satisfies this constraint of being as powerful as 1WL.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 it tells apart the central node from all the other nodes specifically it has to add this epsilon to make it theoretically distinguishable in the original paper epsilon is an irrational number because all of these guys are countable features and this one wouldn't have to be somehow non-countable to tell it apart in reality computers cannot represent the rational numbers so this epsilon is just a learnable weight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20574f8d531_1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20574f8d531_1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there's a random number in every single node well now a node can see itself a certain number of</a:t>
            </a:r>
            <a:endParaRPr/>
          </a:p>
          <a:p>
            <a:pPr indent="0" lvl="0" marL="0" rtl="0" algn="l">
              <a:spcBef>
                <a:spcPts val="0"/>
              </a:spcBef>
              <a:spcAft>
                <a:spcPts val="0"/>
              </a:spcAft>
              <a:buClr>
                <a:schemeClr val="dk1"/>
              </a:buClr>
              <a:buSzPts val="1100"/>
              <a:buFont typeface="Arial"/>
              <a:buNone/>
            </a:pPr>
            <a:r>
              <a:rPr lang="en"/>
              <a:t>hubs away and therefore you know you've closed a certain kind of a cycle right </a:t>
            </a:r>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20574f8d531_1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20574f8d531_1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Going beyond discrete features. GIN injectivity of sum doesn’t hold.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COuple of interesting proofs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what if the features are not discrete it's very common in the real world that the features might be continuous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Evidently it turns out that when you put continuous features in the nodes all of those previous proofs that you should use the sum aggregation fall apart and here's a few concrete examples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20574f8d531_1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20574f8d531_1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20574f8d531_1_255:notes"/>
          <p:cNvSpPr txBox="1"/>
          <p:nvPr>
            <p:ph idx="1" type="body"/>
          </p:nvPr>
        </p:nvSpPr>
        <p:spPr>
          <a:xfrm>
            <a:off x="686098" y="4343703"/>
            <a:ext cx="5485800" cy="411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g20574f8d531_1_255:notes"/>
          <p:cNvSpPr/>
          <p:nvPr>
            <p:ph idx="2" type="sldImg"/>
          </p:nvPr>
        </p:nvSpPr>
        <p:spPr>
          <a:xfrm>
            <a:off x="430114" y="695476"/>
            <a:ext cx="59964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20574f8d531_1_347:notes"/>
          <p:cNvSpPr txBox="1"/>
          <p:nvPr>
            <p:ph idx="1" type="body"/>
          </p:nvPr>
        </p:nvSpPr>
        <p:spPr>
          <a:xfrm>
            <a:off x="686098" y="4343703"/>
            <a:ext cx="5485800" cy="411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g20574f8d531_1_347:notes"/>
          <p:cNvSpPr/>
          <p:nvPr>
            <p:ph idx="2" type="sldImg"/>
          </p:nvPr>
        </p:nvSpPr>
        <p:spPr>
          <a:xfrm>
            <a:off x="430114" y="695476"/>
            <a:ext cx="59964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20574f8d531_1_354:notes"/>
          <p:cNvSpPr txBox="1"/>
          <p:nvPr>
            <p:ph idx="1" type="body"/>
          </p:nvPr>
        </p:nvSpPr>
        <p:spPr>
          <a:xfrm>
            <a:off x="686098" y="4343703"/>
            <a:ext cx="5485800" cy="411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g20574f8d531_1_354:notes"/>
          <p:cNvSpPr/>
          <p:nvPr>
            <p:ph idx="2" type="sldImg"/>
          </p:nvPr>
        </p:nvSpPr>
        <p:spPr>
          <a:xfrm>
            <a:off x="430114" y="695476"/>
            <a:ext cx="59964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20574f8d531_1_3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20574f8d531_1_3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20574f8d531_1_3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20574f8d531_1_3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20574f8d531_1_4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20574f8d531_1_4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20574f8d531_1_4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20574f8d531_1_4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20574f8d531_1_4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20574f8d531_1_4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20574f8d531_1_4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20574f8d531_1_4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20574f8d531_1_4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20574f8d531_1_4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20574f8d531_1_8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20574f8d531_1_8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20574f8d531_1_6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20574f8d531_1_6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20574f8d531_1_1020:notes"/>
          <p:cNvSpPr/>
          <p:nvPr>
            <p:ph idx="2" type="sldImg"/>
          </p:nvPr>
        </p:nvSpPr>
        <p:spPr>
          <a:xfrm>
            <a:off x="430114" y="695476"/>
            <a:ext cx="5996400" cy="34275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20574f8d531_1_1020:notes"/>
          <p:cNvSpPr txBox="1"/>
          <p:nvPr>
            <p:ph idx="1" type="body"/>
          </p:nvPr>
        </p:nvSpPr>
        <p:spPr>
          <a:xfrm>
            <a:off x="686098" y="4343703"/>
            <a:ext cx="5485800" cy="411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b="1" lang="en" sz="1400"/>
              <a:t>Choice of interaction modelling</a:t>
            </a:r>
            <a:endParaRPr b="1" sz="1400"/>
          </a:p>
          <a:p>
            <a:pPr indent="0" lvl="0" marL="0" rtl="0" algn="l">
              <a:spcBef>
                <a:spcPts val="0"/>
              </a:spcBef>
              <a:spcAft>
                <a:spcPts val="0"/>
              </a:spcAft>
              <a:buClr>
                <a:schemeClr val="dk1"/>
              </a:buClr>
              <a:buFont typeface="Arial"/>
              <a:buNone/>
            </a:pPr>
            <a:r>
              <a:rPr b="1" lang="en" sz="2800">
                <a:solidFill>
                  <a:schemeClr val="lt1"/>
                </a:solidFill>
              </a:rPr>
              <a:t>Choice of interaction modelling</a:t>
            </a:r>
            <a:endParaRPr b="1" sz="2800">
              <a:solidFill>
                <a:schemeClr val="lt1"/>
              </a:solidFill>
            </a:endParaRPr>
          </a:p>
          <a:p>
            <a:pPr indent="0" lvl="0" marL="0" rtl="0" algn="l">
              <a:spcBef>
                <a:spcPts val="0"/>
              </a:spcBef>
              <a:spcAft>
                <a:spcPts val="0"/>
              </a:spcAft>
              <a:buNone/>
            </a:pPr>
            <a:r>
              <a:t/>
            </a:r>
            <a:endParaRPr/>
          </a:p>
        </p:txBody>
      </p:sp>
      <p:sp>
        <p:nvSpPr>
          <p:cNvPr id="436" name="Google Shape;436;g20574f8d531_1_1020:notes"/>
          <p:cNvSpPr txBox="1"/>
          <p:nvPr>
            <p:ph idx="12" type="sldNum"/>
          </p:nvPr>
        </p:nvSpPr>
        <p:spPr>
          <a:xfrm>
            <a:off x="3882926" y="8685893"/>
            <a:ext cx="2975100" cy="458100"/>
          </a:xfrm>
          <a:prstGeom prst="rect">
            <a:avLst/>
          </a:prstGeom>
          <a:noFill/>
          <a:ln>
            <a:noFill/>
          </a:ln>
        </p:spPr>
        <p:txBody>
          <a:bodyPr anchorCtr="0" anchor="ctr" bIns="86175" lIns="86175" spcFirstLastPara="1" rIns="86175" wrap="square" tIns="86175">
            <a:noAutofit/>
          </a:bodyPr>
          <a:lstStyle/>
          <a:p>
            <a:pPr indent="0" lvl="0" marL="0" rtl="0" algn="l">
              <a:spcBef>
                <a:spcPts val="0"/>
              </a:spcBef>
              <a:spcAft>
                <a:spcPts val="0"/>
              </a:spcAft>
              <a:buNone/>
            </a:pPr>
            <a:fld id="{00000000-1234-1234-1234-123412341234}" type="slidenum">
              <a:rPr lang="en" sz="1300"/>
              <a:t>‹#›</a:t>
            </a:fld>
            <a:endParaRPr sz="1300"/>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20574f8d531_1_907:notes"/>
          <p:cNvSpPr/>
          <p:nvPr>
            <p:ph idx="2" type="sldImg"/>
          </p:nvPr>
        </p:nvSpPr>
        <p:spPr>
          <a:xfrm>
            <a:off x="430114" y="695476"/>
            <a:ext cx="5996400" cy="34275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4" name="Google Shape;444;g20574f8d531_1_907:notes"/>
          <p:cNvSpPr txBox="1"/>
          <p:nvPr>
            <p:ph idx="1" type="body"/>
          </p:nvPr>
        </p:nvSpPr>
        <p:spPr>
          <a:xfrm>
            <a:off x="686098" y="4343703"/>
            <a:ext cx="5485800" cy="4115400"/>
          </a:xfrm>
          <a:prstGeom prst="rect">
            <a:avLst/>
          </a:prstGeom>
          <a:noFill/>
          <a:ln>
            <a:noFill/>
          </a:ln>
        </p:spPr>
        <p:txBody>
          <a:bodyPr anchorCtr="0" anchor="t" bIns="0" lIns="0" spcFirstLastPara="1" rIns="0" wrap="square" tIns="0">
            <a:noAutofit/>
          </a:bodyPr>
          <a:lstStyle/>
          <a:p>
            <a:pPr indent="-165100" lvl="0" marL="165100" rtl="0" algn="l">
              <a:spcBef>
                <a:spcPts val="0"/>
              </a:spcBef>
              <a:spcAft>
                <a:spcPts val="0"/>
              </a:spcAft>
              <a:buNone/>
            </a:pPr>
            <a:r>
              <a:t/>
            </a:r>
            <a:endParaRPr/>
          </a:p>
        </p:txBody>
      </p:sp>
      <p:sp>
        <p:nvSpPr>
          <p:cNvPr id="445" name="Google Shape;445;g20574f8d531_1_907:notes"/>
          <p:cNvSpPr txBox="1"/>
          <p:nvPr>
            <p:ph idx="12" type="sldNum"/>
          </p:nvPr>
        </p:nvSpPr>
        <p:spPr>
          <a:xfrm>
            <a:off x="3882926" y="8685893"/>
            <a:ext cx="2975100" cy="458100"/>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 sz="1300"/>
              <a:t>‹#›</a:t>
            </a:fld>
            <a:endParaRPr sz="1300"/>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20574f8d531_1_479:notes"/>
          <p:cNvSpPr txBox="1"/>
          <p:nvPr>
            <p:ph idx="1" type="body"/>
          </p:nvPr>
        </p:nvSpPr>
        <p:spPr>
          <a:xfrm>
            <a:off x="686098" y="4343703"/>
            <a:ext cx="5485800" cy="411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g20574f8d531_1_479:notes"/>
          <p:cNvSpPr/>
          <p:nvPr>
            <p:ph idx="2" type="sldImg"/>
          </p:nvPr>
        </p:nvSpPr>
        <p:spPr>
          <a:xfrm>
            <a:off x="430114" y="695476"/>
            <a:ext cx="59964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20574f8d531_1_5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6" name="Google Shape;556;g20574f8d531_1_5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20574f8d531_1_5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4" name="Google Shape;564;g20574f8d531_1_5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20574f8d531_1_5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2" name="Google Shape;572;g20574f8d531_1_5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g20574f8d531_1_15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9" name="Google Shape;579;g20574f8d531_1_15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g20574f8d531_1_5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8" name="Google Shape;588;g20574f8d531_1_5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Cost matrix itself is estimated by NN so not completely reliable. </a:t>
            </a:r>
            <a:endParaRPr/>
          </a:p>
          <a:p>
            <a:pPr indent="0" lvl="0" marL="0" rtl="0" algn="l">
              <a:spcBef>
                <a:spcPts val="0"/>
              </a:spcBef>
              <a:spcAft>
                <a:spcPts val="0"/>
              </a:spcAft>
              <a:buNone/>
            </a:pPr>
            <a:r>
              <a:rPr lang="en"/>
              <a:t>So we are fine with an approx solution if it is much faster, and is differentiable and backpropagable.</a:t>
            </a:r>
            <a:endParaRPr/>
          </a:p>
          <a:p>
            <a:pPr indent="0" lvl="0" marL="0" rtl="0" algn="l">
              <a:spcBef>
                <a:spcPts val="0"/>
              </a:spcBef>
              <a:spcAft>
                <a:spcPts val="0"/>
              </a:spcAft>
              <a:buClr>
                <a:schemeClr val="dk1"/>
              </a:buClr>
              <a:buSzPts val="1100"/>
              <a:buFont typeface="Arial"/>
              <a:buNone/>
            </a:pPr>
            <a:r>
              <a:rPr lang="en"/>
              <a:t>One sensible way to approximate a discrete category by con tinuous values is by using a temperature-dependent softmax function, component-wise defined as softmaxτ (x)i =</a:t>
            </a:r>
            <a:endParaRPr/>
          </a:p>
          <a:p>
            <a:pPr indent="0" lvl="0" marL="0" rtl="0" algn="l">
              <a:spcBef>
                <a:spcPts val="0"/>
              </a:spcBef>
              <a:spcAft>
                <a:spcPts val="0"/>
              </a:spcAft>
              <a:buClr>
                <a:schemeClr val="dk1"/>
              </a:buClr>
              <a:buSzPts val="1100"/>
              <a:buFont typeface="Arial"/>
              <a:buNone/>
            </a:pPr>
            <a:r>
              <a:rPr lang="en"/>
              <a:t>exp(xi/τ )/</a:t>
            </a:r>
            <a:endParaRPr/>
          </a:p>
          <a:p>
            <a:pPr indent="0" lvl="0" marL="0" rtl="0" algn="l">
              <a:spcBef>
                <a:spcPts val="0"/>
              </a:spcBef>
              <a:spcAft>
                <a:spcPts val="0"/>
              </a:spcAft>
              <a:buClr>
                <a:schemeClr val="dk1"/>
              </a:buClr>
              <a:buSzPts val="1100"/>
              <a:buFont typeface="Arial"/>
              <a:buNone/>
            </a:pPr>
            <a:r>
              <a:rPr lang="en"/>
              <a:t>P</a:t>
            </a:r>
            <a:endParaRPr/>
          </a:p>
          <a:p>
            <a:pPr indent="0" lvl="0" marL="0" rtl="0" algn="l">
              <a:spcBef>
                <a:spcPts val="0"/>
              </a:spcBef>
              <a:spcAft>
                <a:spcPts val="0"/>
              </a:spcAft>
              <a:buClr>
                <a:schemeClr val="dk1"/>
              </a:buClr>
              <a:buSzPts val="1100"/>
              <a:buFont typeface="Arial"/>
              <a:buNone/>
            </a:pPr>
            <a:r>
              <a:rPr lang="en"/>
              <a:t>j=1 exp(xj/τ ). For positive values of τ , softmaxτ (x)i</a:t>
            </a:r>
            <a:endParaRPr/>
          </a:p>
          <a:p>
            <a:pPr indent="0" lvl="0" marL="0" rtl="0" algn="l">
              <a:spcBef>
                <a:spcPts val="0"/>
              </a:spcBef>
              <a:spcAft>
                <a:spcPts val="0"/>
              </a:spcAft>
              <a:buClr>
                <a:schemeClr val="dk1"/>
              </a:buClr>
              <a:buSzPts val="1100"/>
              <a:buFont typeface="Arial"/>
              <a:buNone/>
            </a:pPr>
            <a:r>
              <a:rPr lang="en"/>
              <a:t>is a point in the probability simplex. Also, in the limit τ → 0, softmaxτ (x)i converges to a vertex of the simplex, a one-hot</a:t>
            </a:r>
            <a:endParaRPr/>
          </a:p>
          <a:p>
            <a:pPr indent="0" lvl="0" marL="0" rtl="0" algn="l">
              <a:spcBef>
                <a:spcPts val="0"/>
              </a:spcBef>
              <a:spcAft>
                <a:spcPts val="0"/>
              </a:spcAft>
              <a:buNone/>
            </a:pPr>
            <a:r>
              <a:rPr lang="en"/>
              <a:t>vector corresponding to the largest xi</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Cuturi’13 brought attention to it in the context of OT. </a:t>
            </a:r>
            <a:endParaRPr/>
          </a:p>
          <a:p>
            <a:pPr indent="0" lvl="0" marL="0" rtl="0" algn="l">
              <a:spcBef>
                <a:spcPts val="0"/>
              </a:spcBef>
              <a:spcAft>
                <a:spcPts val="0"/>
              </a:spcAft>
              <a:buNone/>
            </a:pPr>
            <a:r>
              <a:rPr lang="en"/>
              <a:t>Add some amt of negative entropy as a regularizer, - adding p log(p) term to original linear objective, gives mized objective. Optimal value no longer lies on a corner of th epolytope.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g20574f8d531_1_1105:notes"/>
          <p:cNvSpPr txBox="1"/>
          <p:nvPr>
            <p:ph idx="1" type="body"/>
          </p:nvPr>
        </p:nvSpPr>
        <p:spPr>
          <a:xfrm>
            <a:off x="686098" y="4343703"/>
            <a:ext cx="5485800" cy="411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g20574f8d531_1_1105:notes"/>
          <p:cNvSpPr/>
          <p:nvPr>
            <p:ph idx="2" type="sldImg"/>
          </p:nvPr>
        </p:nvSpPr>
        <p:spPr>
          <a:xfrm>
            <a:off x="430114" y="695476"/>
            <a:ext cx="59964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g206e864f7b1_1_0:notes"/>
          <p:cNvSpPr txBox="1"/>
          <p:nvPr>
            <p:ph idx="1" type="body"/>
          </p:nvPr>
        </p:nvSpPr>
        <p:spPr>
          <a:xfrm>
            <a:off x="686098" y="4343703"/>
            <a:ext cx="5485800" cy="411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g206e864f7b1_1_0:notes"/>
          <p:cNvSpPr/>
          <p:nvPr>
            <p:ph idx="2" type="sldImg"/>
          </p:nvPr>
        </p:nvSpPr>
        <p:spPr>
          <a:xfrm>
            <a:off x="430114" y="695476"/>
            <a:ext cx="59964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g20574f8d531_1_1284:notes"/>
          <p:cNvSpPr txBox="1"/>
          <p:nvPr>
            <p:ph idx="1" type="body"/>
          </p:nvPr>
        </p:nvSpPr>
        <p:spPr>
          <a:xfrm>
            <a:off x="686098" y="4343703"/>
            <a:ext cx="5485800" cy="411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g20574f8d531_1_1284:notes"/>
          <p:cNvSpPr/>
          <p:nvPr>
            <p:ph idx="2" type="sldImg"/>
          </p:nvPr>
        </p:nvSpPr>
        <p:spPr>
          <a:xfrm>
            <a:off x="430114" y="695476"/>
            <a:ext cx="59964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g20574f8d531_1_1410:notes"/>
          <p:cNvSpPr txBox="1"/>
          <p:nvPr>
            <p:ph idx="1" type="body"/>
          </p:nvPr>
        </p:nvSpPr>
        <p:spPr>
          <a:xfrm>
            <a:off x="686098" y="4343703"/>
            <a:ext cx="5485800" cy="411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g20574f8d531_1_1410:notes"/>
          <p:cNvSpPr/>
          <p:nvPr>
            <p:ph idx="2" type="sldImg"/>
          </p:nvPr>
        </p:nvSpPr>
        <p:spPr>
          <a:xfrm>
            <a:off x="430114" y="695476"/>
            <a:ext cx="59964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g20574f8d531_1_1492:notes"/>
          <p:cNvSpPr txBox="1"/>
          <p:nvPr>
            <p:ph idx="1" type="body"/>
          </p:nvPr>
        </p:nvSpPr>
        <p:spPr>
          <a:xfrm>
            <a:off x="686098" y="4343703"/>
            <a:ext cx="5485800" cy="411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g20574f8d531_1_1492:notes"/>
          <p:cNvSpPr/>
          <p:nvPr>
            <p:ph idx="2" type="sldImg"/>
          </p:nvPr>
        </p:nvSpPr>
        <p:spPr>
          <a:xfrm>
            <a:off x="430114" y="695476"/>
            <a:ext cx="5996400" cy="3427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4"/>
          <p:cNvSpPr txBox="1"/>
          <p:nvPr>
            <p:ph idx="10" type="dt"/>
          </p:nvPr>
        </p:nvSpPr>
        <p:spPr>
          <a:xfrm>
            <a:off x="456480" y="4685532"/>
            <a:ext cx="2131200" cy="355500"/>
          </a:xfrm>
          <a:prstGeom prst="rect">
            <a:avLst/>
          </a:prstGeom>
          <a:noFill/>
          <a:ln>
            <a:noFill/>
          </a:ln>
        </p:spPr>
        <p:txBody>
          <a:bodyPr anchorCtr="0" anchor="t" bIns="0" lIns="0" spcFirstLastPara="1" rIns="0" wrap="square" tIns="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58" name="Google Shape;58;p14"/>
          <p:cNvSpPr txBox="1"/>
          <p:nvPr>
            <p:ph idx="11" type="ftr"/>
          </p:nvPr>
        </p:nvSpPr>
        <p:spPr>
          <a:xfrm>
            <a:off x="3127680" y="4685532"/>
            <a:ext cx="2897400" cy="355500"/>
          </a:xfrm>
          <a:prstGeom prst="rect">
            <a:avLst/>
          </a:prstGeom>
          <a:noFill/>
          <a:ln>
            <a:noFill/>
          </a:ln>
        </p:spPr>
        <p:txBody>
          <a:bodyPr anchorCtr="0" anchor="t" bIns="0" lIns="0" spcFirstLastPara="1" rIns="0" wrap="square" tIns="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59" name="Google Shape;59;p14"/>
          <p:cNvSpPr txBox="1"/>
          <p:nvPr>
            <p:ph idx="12" type="sldNum"/>
          </p:nvPr>
        </p:nvSpPr>
        <p:spPr>
          <a:xfrm>
            <a:off x="6554880" y="4685532"/>
            <a:ext cx="2131200" cy="355500"/>
          </a:xfrm>
          <a:prstGeom prst="rect">
            <a:avLst/>
          </a:prstGeom>
          <a:noFill/>
          <a:ln>
            <a:noFill/>
          </a:ln>
        </p:spPr>
        <p:txBody>
          <a:bodyPr anchorCtr="0" anchor="t" bIns="0" lIns="0" spcFirstLastPara="1" rIns="0" wrap="square" tIns="0">
            <a:noAutofit/>
          </a:bodyPr>
          <a:lstStyle>
            <a:lvl1pPr indent="0" lvl="0"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1pPr>
            <a:lvl2pPr indent="0" lvl="1"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2pPr>
            <a:lvl3pPr indent="0" lvl="2"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3pPr>
            <a:lvl4pPr indent="0" lvl="3"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4pPr>
            <a:lvl5pPr indent="0" lvl="4"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5pPr>
            <a:lvl6pPr indent="0" lvl="5"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6pPr>
            <a:lvl7pPr indent="0" lvl="6"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7pPr>
            <a:lvl8pPr indent="0" lvl="7"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8pPr>
            <a:lvl9pPr indent="0" lvl="8"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15"/>
          <p:cNvSpPr txBox="1"/>
          <p:nvPr>
            <p:ph type="ctrTitle"/>
          </p:nvPr>
        </p:nvSpPr>
        <p:spPr>
          <a:xfrm>
            <a:off x="685440" y="1597489"/>
            <a:ext cx="7773000" cy="1102800"/>
          </a:xfrm>
          <a:prstGeom prst="rect">
            <a:avLst/>
          </a:prstGeom>
          <a:noFill/>
          <a:ln>
            <a:noFill/>
          </a:ln>
        </p:spPr>
        <p:txBody>
          <a:bodyPr anchorCtr="0" anchor="ctr" bIns="0" lIns="0" spcFirstLastPara="1" rIns="0" wrap="square" tIns="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62" name="Google Shape;62;p15"/>
          <p:cNvSpPr txBox="1"/>
          <p:nvPr>
            <p:ph idx="1" type="subTitle"/>
          </p:nvPr>
        </p:nvSpPr>
        <p:spPr>
          <a:xfrm>
            <a:off x="1372321" y="2914146"/>
            <a:ext cx="6400800" cy="1314600"/>
          </a:xfrm>
          <a:prstGeom prst="rect">
            <a:avLst/>
          </a:prstGeom>
          <a:noFill/>
          <a:ln>
            <a:noFill/>
          </a:ln>
        </p:spPr>
        <p:txBody>
          <a:bodyPr anchorCtr="0" anchor="t" bIns="0" lIns="0" spcFirstLastPara="1" rIns="0" wrap="square" tIns="0">
            <a:noAutofit/>
          </a:bodyPr>
          <a:lstStyle>
            <a:lvl1pPr lvl="0" rtl="0" algn="ctr">
              <a:spcBef>
                <a:spcPts val="435"/>
              </a:spcBef>
              <a:spcAft>
                <a:spcPts val="0"/>
              </a:spcAft>
              <a:buSzPts val="980"/>
              <a:buNone/>
              <a:defRPr/>
            </a:lvl1pPr>
            <a:lvl2pPr lvl="1" rtl="0" algn="ctr">
              <a:spcBef>
                <a:spcPts val="381"/>
              </a:spcBef>
              <a:spcAft>
                <a:spcPts val="0"/>
              </a:spcAft>
              <a:buSzPts val="857"/>
              <a:buNone/>
              <a:defRPr/>
            </a:lvl2pPr>
            <a:lvl3pPr lvl="2" rtl="0" algn="ctr">
              <a:spcBef>
                <a:spcPts val="327"/>
              </a:spcBef>
              <a:spcAft>
                <a:spcPts val="0"/>
              </a:spcAft>
              <a:buSzPts val="735"/>
              <a:buNone/>
              <a:defRPr/>
            </a:lvl3pPr>
            <a:lvl4pPr lvl="3" rtl="0" algn="ctr">
              <a:spcBef>
                <a:spcPts val="272"/>
              </a:spcBef>
              <a:spcAft>
                <a:spcPts val="0"/>
              </a:spcAft>
              <a:buSzPts val="612"/>
              <a:buNone/>
              <a:defRPr/>
            </a:lvl4pPr>
            <a:lvl5pPr lvl="4" rtl="0" algn="ctr">
              <a:spcBef>
                <a:spcPts val="272"/>
              </a:spcBef>
              <a:spcAft>
                <a:spcPts val="0"/>
              </a:spcAft>
              <a:buSzPts val="612"/>
              <a:buNone/>
              <a:defRPr/>
            </a:lvl5pPr>
            <a:lvl6pPr lvl="5" rtl="0" algn="ctr">
              <a:spcBef>
                <a:spcPts val="360"/>
              </a:spcBef>
              <a:spcAft>
                <a:spcPts val="0"/>
              </a:spcAft>
              <a:buSzPts val="810"/>
              <a:buNone/>
              <a:defRPr/>
            </a:lvl6pPr>
            <a:lvl7pPr lvl="6" rtl="0" algn="ctr">
              <a:spcBef>
                <a:spcPts val="360"/>
              </a:spcBef>
              <a:spcAft>
                <a:spcPts val="0"/>
              </a:spcAft>
              <a:buSzPts val="810"/>
              <a:buNone/>
              <a:defRPr/>
            </a:lvl7pPr>
            <a:lvl8pPr lvl="7" rtl="0" algn="ctr">
              <a:spcBef>
                <a:spcPts val="360"/>
              </a:spcBef>
              <a:spcAft>
                <a:spcPts val="0"/>
              </a:spcAft>
              <a:buSzPts val="810"/>
              <a:buNone/>
              <a:defRPr/>
            </a:lvl8pPr>
            <a:lvl9pPr lvl="8" rtl="0" algn="ctr">
              <a:spcBef>
                <a:spcPts val="360"/>
              </a:spcBef>
              <a:spcAft>
                <a:spcPts val="0"/>
              </a:spcAft>
              <a:buSzPts val="810"/>
              <a:buNone/>
              <a:defRPr/>
            </a:lvl9pPr>
          </a:lstStyle>
          <a:p/>
        </p:txBody>
      </p:sp>
      <p:sp>
        <p:nvSpPr>
          <p:cNvPr id="63" name="Google Shape;63;p15"/>
          <p:cNvSpPr txBox="1"/>
          <p:nvPr>
            <p:ph idx="10" type="dt"/>
          </p:nvPr>
        </p:nvSpPr>
        <p:spPr>
          <a:xfrm>
            <a:off x="456480" y="4685532"/>
            <a:ext cx="2131200" cy="355500"/>
          </a:xfrm>
          <a:prstGeom prst="rect">
            <a:avLst/>
          </a:prstGeom>
          <a:noFill/>
          <a:ln>
            <a:noFill/>
          </a:ln>
        </p:spPr>
        <p:txBody>
          <a:bodyPr anchorCtr="0" anchor="t" bIns="0" lIns="0" spcFirstLastPara="1" rIns="0" wrap="square" tIns="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64" name="Google Shape;64;p15"/>
          <p:cNvSpPr txBox="1"/>
          <p:nvPr>
            <p:ph idx="11" type="ftr"/>
          </p:nvPr>
        </p:nvSpPr>
        <p:spPr>
          <a:xfrm>
            <a:off x="3127680" y="4685532"/>
            <a:ext cx="2897400" cy="355500"/>
          </a:xfrm>
          <a:prstGeom prst="rect">
            <a:avLst/>
          </a:prstGeom>
          <a:noFill/>
          <a:ln>
            <a:noFill/>
          </a:ln>
        </p:spPr>
        <p:txBody>
          <a:bodyPr anchorCtr="0" anchor="t" bIns="0" lIns="0" spcFirstLastPara="1" rIns="0" wrap="square" tIns="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65" name="Google Shape;65;p15"/>
          <p:cNvSpPr txBox="1"/>
          <p:nvPr>
            <p:ph idx="12" type="sldNum"/>
          </p:nvPr>
        </p:nvSpPr>
        <p:spPr>
          <a:xfrm>
            <a:off x="6554880" y="4685532"/>
            <a:ext cx="2131200" cy="355500"/>
          </a:xfrm>
          <a:prstGeom prst="rect">
            <a:avLst/>
          </a:prstGeom>
          <a:noFill/>
          <a:ln>
            <a:noFill/>
          </a:ln>
        </p:spPr>
        <p:txBody>
          <a:bodyPr anchorCtr="0" anchor="t" bIns="0" lIns="0" spcFirstLastPara="1" rIns="0" wrap="square" tIns="0">
            <a:noAutofit/>
          </a:bodyPr>
          <a:lstStyle>
            <a:lvl1pPr indent="0" lvl="0"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1pPr>
            <a:lvl2pPr indent="0" lvl="1"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2pPr>
            <a:lvl3pPr indent="0" lvl="2"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3pPr>
            <a:lvl4pPr indent="0" lvl="3"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4pPr>
            <a:lvl5pPr indent="0" lvl="4"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5pPr>
            <a:lvl6pPr indent="0" lvl="5"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6pPr>
            <a:lvl7pPr indent="0" lvl="6"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7pPr>
            <a:lvl8pPr indent="0" lvl="7"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8pPr>
            <a:lvl9pPr indent="0" lvl="8"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p16"/>
          <p:cNvSpPr txBox="1"/>
          <p:nvPr>
            <p:ph type="title"/>
          </p:nvPr>
        </p:nvSpPr>
        <p:spPr>
          <a:xfrm>
            <a:off x="424802" y="1"/>
            <a:ext cx="8228100" cy="858600"/>
          </a:xfrm>
          <a:prstGeom prst="rect">
            <a:avLst/>
          </a:prstGeom>
          <a:noFill/>
          <a:ln>
            <a:noFill/>
          </a:ln>
        </p:spPr>
        <p:txBody>
          <a:bodyPr anchorCtr="0" anchor="ctr" bIns="0" lIns="0" spcFirstLastPara="1" rIns="0" wrap="square" tIns="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68" name="Google Shape;68;p16"/>
          <p:cNvSpPr txBox="1"/>
          <p:nvPr>
            <p:ph idx="1" type="body"/>
          </p:nvPr>
        </p:nvSpPr>
        <p:spPr>
          <a:xfrm>
            <a:off x="456480" y="1203248"/>
            <a:ext cx="8229600" cy="3394800"/>
          </a:xfrm>
          <a:prstGeom prst="rect">
            <a:avLst/>
          </a:prstGeom>
          <a:noFill/>
          <a:ln>
            <a:noFill/>
          </a:ln>
        </p:spPr>
        <p:txBody>
          <a:bodyPr anchorCtr="0" anchor="t" bIns="0" lIns="0" spcFirstLastPara="1" rIns="0" wrap="square" tIns="0">
            <a:noAutofit/>
          </a:bodyPr>
          <a:lstStyle>
            <a:lvl1pPr indent="-280035" lvl="0" marL="457200" rtl="0" algn="l">
              <a:spcBef>
                <a:spcPts val="360"/>
              </a:spcBef>
              <a:spcAft>
                <a:spcPts val="0"/>
              </a:spcAft>
              <a:buSzPts val="810"/>
              <a:buChar char=""/>
              <a:defRPr/>
            </a:lvl1pPr>
            <a:lvl2pPr indent="-280035" lvl="1" marL="914400" rtl="0" algn="l">
              <a:spcBef>
                <a:spcPts val="360"/>
              </a:spcBef>
              <a:spcAft>
                <a:spcPts val="0"/>
              </a:spcAft>
              <a:buSzPts val="810"/>
              <a:buChar char=""/>
              <a:defRPr/>
            </a:lvl2pPr>
            <a:lvl3pPr indent="-280035" lvl="2" marL="1371600" rtl="0" algn="l">
              <a:spcBef>
                <a:spcPts val="360"/>
              </a:spcBef>
              <a:spcAft>
                <a:spcPts val="0"/>
              </a:spcAft>
              <a:buSzPts val="810"/>
              <a:buChar char=""/>
              <a:defRPr/>
            </a:lvl3pPr>
            <a:lvl4pPr indent="-280035" lvl="3" marL="1828800" rtl="0" algn="l">
              <a:spcBef>
                <a:spcPts val="360"/>
              </a:spcBef>
              <a:spcAft>
                <a:spcPts val="0"/>
              </a:spcAft>
              <a:buSzPts val="810"/>
              <a:buChar char=""/>
              <a:defRPr/>
            </a:lvl4pPr>
            <a:lvl5pPr indent="-280035" lvl="4" marL="2286000" rtl="0" algn="l">
              <a:spcBef>
                <a:spcPts val="360"/>
              </a:spcBef>
              <a:spcAft>
                <a:spcPts val="0"/>
              </a:spcAft>
              <a:buSzPts val="810"/>
              <a:buChar char=""/>
              <a:defRPr/>
            </a:lvl5pPr>
            <a:lvl6pPr indent="-280035" lvl="5" marL="2743200" rtl="0" algn="l">
              <a:spcBef>
                <a:spcPts val="360"/>
              </a:spcBef>
              <a:spcAft>
                <a:spcPts val="0"/>
              </a:spcAft>
              <a:buSzPts val="810"/>
              <a:buChar char=""/>
              <a:defRPr/>
            </a:lvl6pPr>
            <a:lvl7pPr indent="-280035" lvl="6" marL="3200400" rtl="0" algn="l">
              <a:spcBef>
                <a:spcPts val="360"/>
              </a:spcBef>
              <a:spcAft>
                <a:spcPts val="0"/>
              </a:spcAft>
              <a:buSzPts val="810"/>
              <a:buChar char=""/>
              <a:defRPr/>
            </a:lvl7pPr>
            <a:lvl8pPr indent="-280034" lvl="7" marL="3657600" rtl="0" algn="l">
              <a:spcBef>
                <a:spcPts val="360"/>
              </a:spcBef>
              <a:spcAft>
                <a:spcPts val="0"/>
              </a:spcAft>
              <a:buSzPts val="810"/>
              <a:buChar char=""/>
              <a:defRPr/>
            </a:lvl8pPr>
            <a:lvl9pPr indent="-280034" lvl="8" marL="4114800" rtl="0" algn="l">
              <a:spcBef>
                <a:spcPts val="360"/>
              </a:spcBef>
              <a:spcAft>
                <a:spcPts val="0"/>
              </a:spcAft>
              <a:buSzPts val="810"/>
              <a:buChar char=""/>
              <a:defRPr/>
            </a:lvl9pPr>
          </a:lstStyle>
          <a:p/>
        </p:txBody>
      </p:sp>
      <p:sp>
        <p:nvSpPr>
          <p:cNvPr id="69" name="Google Shape;69;p16"/>
          <p:cNvSpPr txBox="1"/>
          <p:nvPr>
            <p:ph idx="10" type="dt"/>
          </p:nvPr>
        </p:nvSpPr>
        <p:spPr>
          <a:xfrm>
            <a:off x="456480" y="4685532"/>
            <a:ext cx="2131200" cy="355500"/>
          </a:xfrm>
          <a:prstGeom prst="rect">
            <a:avLst/>
          </a:prstGeom>
          <a:noFill/>
          <a:ln>
            <a:noFill/>
          </a:ln>
        </p:spPr>
        <p:txBody>
          <a:bodyPr anchorCtr="0" anchor="t" bIns="0" lIns="0" spcFirstLastPara="1" rIns="0" wrap="square" tIns="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70" name="Google Shape;70;p16"/>
          <p:cNvSpPr txBox="1"/>
          <p:nvPr>
            <p:ph idx="11" type="ftr"/>
          </p:nvPr>
        </p:nvSpPr>
        <p:spPr>
          <a:xfrm>
            <a:off x="3127680" y="4685532"/>
            <a:ext cx="2897400" cy="355500"/>
          </a:xfrm>
          <a:prstGeom prst="rect">
            <a:avLst/>
          </a:prstGeom>
          <a:noFill/>
          <a:ln>
            <a:noFill/>
          </a:ln>
        </p:spPr>
        <p:txBody>
          <a:bodyPr anchorCtr="0" anchor="t" bIns="0" lIns="0" spcFirstLastPara="1" rIns="0" wrap="square" tIns="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71" name="Google Shape;71;p16"/>
          <p:cNvSpPr txBox="1"/>
          <p:nvPr>
            <p:ph idx="12" type="sldNum"/>
          </p:nvPr>
        </p:nvSpPr>
        <p:spPr>
          <a:xfrm>
            <a:off x="6554880" y="4685532"/>
            <a:ext cx="2131200" cy="355500"/>
          </a:xfrm>
          <a:prstGeom prst="rect">
            <a:avLst/>
          </a:prstGeom>
          <a:noFill/>
          <a:ln>
            <a:noFill/>
          </a:ln>
        </p:spPr>
        <p:txBody>
          <a:bodyPr anchorCtr="0" anchor="t" bIns="0" lIns="0" spcFirstLastPara="1" rIns="0" wrap="square" tIns="0">
            <a:noAutofit/>
          </a:bodyPr>
          <a:lstStyle>
            <a:lvl1pPr indent="0" lvl="0"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1pPr>
            <a:lvl2pPr indent="0" lvl="1"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2pPr>
            <a:lvl3pPr indent="0" lvl="2"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3pPr>
            <a:lvl4pPr indent="0" lvl="3"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4pPr>
            <a:lvl5pPr indent="0" lvl="4"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5pPr>
            <a:lvl6pPr indent="0" lvl="5"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6pPr>
            <a:lvl7pPr indent="0" lvl="6"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7pPr>
            <a:lvl8pPr indent="0" lvl="7"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8pPr>
            <a:lvl9pPr indent="0" lvl="8"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722880" y="3305148"/>
            <a:ext cx="7771800" cy="1021800"/>
          </a:xfrm>
          <a:prstGeom prst="rect">
            <a:avLst/>
          </a:prstGeom>
          <a:noFill/>
          <a:ln>
            <a:noFill/>
          </a:ln>
        </p:spPr>
        <p:txBody>
          <a:bodyPr anchorCtr="0" anchor="t" bIns="0" lIns="0" spcFirstLastPara="1" rIns="0" wrap="square" tIns="0">
            <a:noAutofit/>
          </a:bodyPr>
          <a:lstStyle>
            <a:lvl1pPr lvl="0" rtl="0" algn="l">
              <a:spcBef>
                <a:spcPts val="0"/>
              </a:spcBef>
              <a:spcAft>
                <a:spcPts val="0"/>
              </a:spcAft>
              <a:buSzPts val="1400"/>
              <a:buNone/>
              <a:defRPr b="1" sz="2722" cap="none"/>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74" name="Google Shape;74;p17"/>
          <p:cNvSpPr txBox="1"/>
          <p:nvPr>
            <p:ph idx="1" type="body"/>
          </p:nvPr>
        </p:nvSpPr>
        <p:spPr>
          <a:xfrm>
            <a:off x="722880" y="2179669"/>
            <a:ext cx="7771800" cy="1125600"/>
          </a:xfrm>
          <a:prstGeom prst="rect">
            <a:avLst/>
          </a:prstGeom>
          <a:noFill/>
          <a:ln>
            <a:noFill/>
          </a:ln>
        </p:spPr>
        <p:txBody>
          <a:bodyPr anchorCtr="0" anchor="b" bIns="0" lIns="0" spcFirstLastPara="1" rIns="0" wrap="square" tIns="0">
            <a:noAutofit/>
          </a:bodyPr>
          <a:lstStyle>
            <a:lvl1pPr indent="-228600" lvl="0" marL="457200" rtl="0" algn="l">
              <a:spcBef>
                <a:spcPts val="272"/>
              </a:spcBef>
              <a:spcAft>
                <a:spcPts val="0"/>
              </a:spcAft>
              <a:buSzPts val="612"/>
              <a:buNone/>
              <a:defRPr sz="1361"/>
            </a:lvl1pPr>
            <a:lvl2pPr indent="-228600" lvl="1" marL="914400" rtl="0" algn="l">
              <a:spcBef>
                <a:spcPts val="245"/>
              </a:spcBef>
              <a:spcAft>
                <a:spcPts val="0"/>
              </a:spcAft>
              <a:buSzPts val="551"/>
              <a:buNone/>
              <a:defRPr sz="1225"/>
            </a:lvl2pPr>
            <a:lvl3pPr indent="-228600" lvl="2" marL="1371600" rtl="0" algn="l">
              <a:spcBef>
                <a:spcPts val="218"/>
              </a:spcBef>
              <a:spcAft>
                <a:spcPts val="0"/>
              </a:spcAft>
              <a:buSzPts val="490"/>
              <a:buNone/>
              <a:defRPr sz="1089"/>
            </a:lvl3pPr>
            <a:lvl4pPr indent="-228600" lvl="3" marL="1828800" rtl="0" algn="l">
              <a:spcBef>
                <a:spcPts val="191"/>
              </a:spcBef>
              <a:spcAft>
                <a:spcPts val="0"/>
              </a:spcAft>
              <a:buSzPts val="429"/>
              <a:buNone/>
              <a:defRPr sz="953"/>
            </a:lvl4pPr>
            <a:lvl5pPr indent="-228600" lvl="4" marL="2286000" rtl="0" algn="l">
              <a:spcBef>
                <a:spcPts val="191"/>
              </a:spcBef>
              <a:spcAft>
                <a:spcPts val="0"/>
              </a:spcAft>
              <a:buSzPts val="429"/>
              <a:buNone/>
              <a:defRPr sz="953"/>
            </a:lvl5pPr>
            <a:lvl6pPr indent="-228600" lvl="5" marL="2743200" rtl="0" algn="l">
              <a:spcBef>
                <a:spcPts val="191"/>
              </a:spcBef>
              <a:spcAft>
                <a:spcPts val="0"/>
              </a:spcAft>
              <a:buSzPts val="429"/>
              <a:buNone/>
              <a:defRPr sz="953"/>
            </a:lvl6pPr>
            <a:lvl7pPr indent="-228600" lvl="6" marL="3200400" rtl="0" algn="l">
              <a:spcBef>
                <a:spcPts val="191"/>
              </a:spcBef>
              <a:spcAft>
                <a:spcPts val="0"/>
              </a:spcAft>
              <a:buSzPts val="429"/>
              <a:buNone/>
              <a:defRPr sz="953"/>
            </a:lvl7pPr>
            <a:lvl8pPr indent="-228600" lvl="7" marL="3657600" rtl="0" algn="l">
              <a:spcBef>
                <a:spcPts val="191"/>
              </a:spcBef>
              <a:spcAft>
                <a:spcPts val="0"/>
              </a:spcAft>
              <a:buSzPts val="429"/>
              <a:buNone/>
              <a:defRPr sz="953"/>
            </a:lvl8pPr>
            <a:lvl9pPr indent="-228600" lvl="8" marL="4114800" rtl="0" algn="l">
              <a:spcBef>
                <a:spcPts val="191"/>
              </a:spcBef>
              <a:spcAft>
                <a:spcPts val="0"/>
              </a:spcAft>
              <a:buSzPts val="429"/>
              <a:buNone/>
              <a:defRPr sz="953"/>
            </a:lvl9pPr>
          </a:lstStyle>
          <a:p/>
        </p:txBody>
      </p:sp>
      <p:sp>
        <p:nvSpPr>
          <p:cNvPr id="75" name="Google Shape;75;p17"/>
          <p:cNvSpPr txBox="1"/>
          <p:nvPr>
            <p:ph idx="10" type="dt"/>
          </p:nvPr>
        </p:nvSpPr>
        <p:spPr>
          <a:xfrm>
            <a:off x="456480" y="4685532"/>
            <a:ext cx="2131200" cy="355500"/>
          </a:xfrm>
          <a:prstGeom prst="rect">
            <a:avLst/>
          </a:prstGeom>
          <a:noFill/>
          <a:ln>
            <a:noFill/>
          </a:ln>
        </p:spPr>
        <p:txBody>
          <a:bodyPr anchorCtr="0" anchor="t" bIns="0" lIns="0" spcFirstLastPara="1" rIns="0" wrap="square" tIns="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76" name="Google Shape;76;p17"/>
          <p:cNvSpPr txBox="1"/>
          <p:nvPr>
            <p:ph idx="11" type="ftr"/>
          </p:nvPr>
        </p:nvSpPr>
        <p:spPr>
          <a:xfrm>
            <a:off x="3127680" y="4685532"/>
            <a:ext cx="2897400" cy="355500"/>
          </a:xfrm>
          <a:prstGeom prst="rect">
            <a:avLst/>
          </a:prstGeom>
          <a:noFill/>
          <a:ln>
            <a:noFill/>
          </a:ln>
        </p:spPr>
        <p:txBody>
          <a:bodyPr anchorCtr="0" anchor="t" bIns="0" lIns="0" spcFirstLastPara="1" rIns="0" wrap="square" tIns="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77" name="Google Shape;77;p17"/>
          <p:cNvSpPr txBox="1"/>
          <p:nvPr>
            <p:ph idx="12" type="sldNum"/>
          </p:nvPr>
        </p:nvSpPr>
        <p:spPr>
          <a:xfrm>
            <a:off x="6554880" y="4685532"/>
            <a:ext cx="2131200" cy="355500"/>
          </a:xfrm>
          <a:prstGeom prst="rect">
            <a:avLst/>
          </a:prstGeom>
          <a:noFill/>
          <a:ln>
            <a:noFill/>
          </a:ln>
        </p:spPr>
        <p:txBody>
          <a:bodyPr anchorCtr="0" anchor="t" bIns="0" lIns="0" spcFirstLastPara="1" rIns="0" wrap="square" tIns="0">
            <a:noAutofit/>
          </a:bodyPr>
          <a:lstStyle>
            <a:lvl1pPr indent="0" lvl="0"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1pPr>
            <a:lvl2pPr indent="0" lvl="1"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2pPr>
            <a:lvl3pPr indent="0" lvl="2"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3pPr>
            <a:lvl4pPr indent="0" lvl="3"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4pPr>
            <a:lvl5pPr indent="0" lvl="4"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5pPr>
            <a:lvl6pPr indent="0" lvl="5"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6pPr>
            <a:lvl7pPr indent="0" lvl="6"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7pPr>
            <a:lvl8pPr indent="0" lvl="7"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8pPr>
            <a:lvl9pPr indent="0" lvl="8"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8" name="Shape 78"/>
        <p:cNvGrpSpPr/>
        <p:nvPr/>
      </p:nvGrpSpPr>
      <p:grpSpPr>
        <a:xfrm>
          <a:off x="0" y="0"/>
          <a:ext cx="0" cy="0"/>
          <a:chOff x="0" y="0"/>
          <a:chExt cx="0" cy="0"/>
        </a:xfrm>
      </p:grpSpPr>
      <p:sp>
        <p:nvSpPr>
          <p:cNvPr id="79" name="Google Shape;79;p18"/>
          <p:cNvSpPr txBox="1"/>
          <p:nvPr>
            <p:ph type="title"/>
          </p:nvPr>
        </p:nvSpPr>
        <p:spPr>
          <a:xfrm>
            <a:off x="424802" y="1"/>
            <a:ext cx="8228100" cy="858600"/>
          </a:xfrm>
          <a:prstGeom prst="rect">
            <a:avLst/>
          </a:prstGeom>
          <a:noFill/>
          <a:ln>
            <a:noFill/>
          </a:ln>
        </p:spPr>
        <p:txBody>
          <a:bodyPr anchorCtr="0" anchor="ctr" bIns="0" lIns="0" spcFirstLastPara="1" rIns="0" wrap="square" tIns="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80" name="Google Shape;80;p18"/>
          <p:cNvSpPr txBox="1"/>
          <p:nvPr>
            <p:ph idx="1" type="body"/>
          </p:nvPr>
        </p:nvSpPr>
        <p:spPr>
          <a:xfrm>
            <a:off x="456481" y="1203248"/>
            <a:ext cx="4044900" cy="3394800"/>
          </a:xfrm>
          <a:prstGeom prst="rect">
            <a:avLst/>
          </a:prstGeom>
          <a:noFill/>
          <a:ln>
            <a:noFill/>
          </a:ln>
        </p:spPr>
        <p:txBody>
          <a:bodyPr anchorCtr="0" anchor="t" bIns="0" lIns="0" spcFirstLastPara="1" rIns="0" wrap="square" tIns="0">
            <a:noAutofit/>
          </a:bodyPr>
          <a:lstStyle>
            <a:lvl1pPr indent="-283035" lvl="0" marL="457200" rtl="0" algn="l">
              <a:spcBef>
                <a:spcPts val="381"/>
              </a:spcBef>
              <a:spcAft>
                <a:spcPts val="0"/>
              </a:spcAft>
              <a:buSzPts val="857"/>
              <a:buChar char=""/>
              <a:defRPr sz="1904"/>
            </a:lvl1pPr>
            <a:lvl2pPr indent="-275263" lvl="1" marL="914400" rtl="0" algn="l">
              <a:spcBef>
                <a:spcPts val="327"/>
              </a:spcBef>
              <a:spcAft>
                <a:spcPts val="0"/>
              </a:spcAft>
              <a:buSzPts val="735"/>
              <a:buChar char=""/>
              <a:defRPr sz="1633"/>
            </a:lvl2pPr>
            <a:lvl3pPr indent="-267490" lvl="2" marL="1371600" rtl="0" algn="l">
              <a:spcBef>
                <a:spcPts val="272"/>
              </a:spcBef>
              <a:spcAft>
                <a:spcPts val="0"/>
              </a:spcAft>
              <a:buSzPts val="612"/>
              <a:buChar char=""/>
              <a:defRPr sz="1361"/>
            </a:lvl3pPr>
            <a:lvl4pPr indent="-263604" lvl="3" marL="1828800" rtl="0" algn="l">
              <a:spcBef>
                <a:spcPts val="245"/>
              </a:spcBef>
              <a:spcAft>
                <a:spcPts val="0"/>
              </a:spcAft>
              <a:buSzPts val="551"/>
              <a:buChar char=""/>
              <a:defRPr sz="1225"/>
            </a:lvl4pPr>
            <a:lvl5pPr indent="-263604" lvl="4" marL="2286000" rtl="0" algn="l">
              <a:spcBef>
                <a:spcPts val="245"/>
              </a:spcBef>
              <a:spcAft>
                <a:spcPts val="0"/>
              </a:spcAft>
              <a:buSzPts val="551"/>
              <a:buChar char=""/>
              <a:defRPr sz="1225"/>
            </a:lvl5pPr>
            <a:lvl6pPr indent="-263604" lvl="5" marL="2743200" rtl="0" algn="l">
              <a:spcBef>
                <a:spcPts val="245"/>
              </a:spcBef>
              <a:spcAft>
                <a:spcPts val="0"/>
              </a:spcAft>
              <a:buSzPts val="551"/>
              <a:buChar char=""/>
              <a:defRPr sz="1225"/>
            </a:lvl6pPr>
            <a:lvl7pPr indent="-263604" lvl="6" marL="3200400" rtl="0" algn="l">
              <a:spcBef>
                <a:spcPts val="245"/>
              </a:spcBef>
              <a:spcAft>
                <a:spcPts val="0"/>
              </a:spcAft>
              <a:buSzPts val="551"/>
              <a:buChar char=""/>
              <a:defRPr sz="1225"/>
            </a:lvl7pPr>
            <a:lvl8pPr indent="-263604" lvl="7" marL="3657600" rtl="0" algn="l">
              <a:spcBef>
                <a:spcPts val="245"/>
              </a:spcBef>
              <a:spcAft>
                <a:spcPts val="0"/>
              </a:spcAft>
              <a:buSzPts val="551"/>
              <a:buChar char=""/>
              <a:defRPr sz="1225"/>
            </a:lvl8pPr>
            <a:lvl9pPr indent="-263604" lvl="8" marL="4114800" rtl="0" algn="l">
              <a:spcBef>
                <a:spcPts val="245"/>
              </a:spcBef>
              <a:spcAft>
                <a:spcPts val="0"/>
              </a:spcAft>
              <a:buSzPts val="551"/>
              <a:buChar char=""/>
              <a:defRPr sz="1225"/>
            </a:lvl9pPr>
          </a:lstStyle>
          <a:p/>
        </p:txBody>
      </p:sp>
      <p:sp>
        <p:nvSpPr>
          <p:cNvPr id="81" name="Google Shape;81;p18"/>
          <p:cNvSpPr txBox="1"/>
          <p:nvPr>
            <p:ph idx="2" type="body"/>
          </p:nvPr>
        </p:nvSpPr>
        <p:spPr>
          <a:xfrm>
            <a:off x="4639680" y="1203248"/>
            <a:ext cx="4046400" cy="3394800"/>
          </a:xfrm>
          <a:prstGeom prst="rect">
            <a:avLst/>
          </a:prstGeom>
          <a:noFill/>
          <a:ln>
            <a:noFill/>
          </a:ln>
        </p:spPr>
        <p:txBody>
          <a:bodyPr anchorCtr="0" anchor="t" bIns="0" lIns="0" spcFirstLastPara="1" rIns="0" wrap="square" tIns="0">
            <a:noAutofit/>
          </a:bodyPr>
          <a:lstStyle>
            <a:lvl1pPr indent="-283035" lvl="0" marL="457200" rtl="0" algn="l">
              <a:spcBef>
                <a:spcPts val="381"/>
              </a:spcBef>
              <a:spcAft>
                <a:spcPts val="0"/>
              </a:spcAft>
              <a:buSzPts val="857"/>
              <a:buChar char=""/>
              <a:defRPr sz="1904"/>
            </a:lvl1pPr>
            <a:lvl2pPr indent="-275263" lvl="1" marL="914400" rtl="0" algn="l">
              <a:spcBef>
                <a:spcPts val="327"/>
              </a:spcBef>
              <a:spcAft>
                <a:spcPts val="0"/>
              </a:spcAft>
              <a:buSzPts val="735"/>
              <a:buChar char=""/>
              <a:defRPr sz="1633"/>
            </a:lvl2pPr>
            <a:lvl3pPr indent="-267490" lvl="2" marL="1371600" rtl="0" algn="l">
              <a:spcBef>
                <a:spcPts val="272"/>
              </a:spcBef>
              <a:spcAft>
                <a:spcPts val="0"/>
              </a:spcAft>
              <a:buSzPts val="612"/>
              <a:buChar char=""/>
              <a:defRPr sz="1361"/>
            </a:lvl3pPr>
            <a:lvl4pPr indent="-263604" lvl="3" marL="1828800" rtl="0" algn="l">
              <a:spcBef>
                <a:spcPts val="245"/>
              </a:spcBef>
              <a:spcAft>
                <a:spcPts val="0"/>
              </a:spcAft>
              <a:buSzPts val="551"/>
              <a:buChar char=""/>
              <a:defRPr sz="1225"/>
            </a:lvl4pPr>
            <a:lvl5pPr indent="-263604" lvl="4" marL="2286000" rtl="0" algn="l">
              <a:spcBef>
                <a:spcPts val="245"/>
              </a:spcBef>
              <a:spcAft>
                <a:spcPts val="0"/>
              </a:spcAft>
              <a:buSzPts val="551"/>
              <a:buChar char=""/>
              <a:defRPr sz="1225"/>
            </a:lvl5pPr>
            <a:lvl6pPr indent="-263604" lvl="5" marL="2743200" rtl="0" algn="l">
              <a:spcBef>
                <a:spcPts val="245"/>
              </a:spcBef>
              <a:spcAft>
                <a:spcPts val="0"/>
              </a:spcAft>
              <a:buSzPts val="551"/>
              <a:buChar char=""/>
              <a:defRPr sz="1225"/>
            </a:lvl6pPr>
            <a:lvl7pPr indent="-263604" lvl="6" marL="3200400" rtl="0" algn="l">
              <a:spcBef>
                <a:spcPts val="245"/>
              </a:spcBef>
              <a:spcAft>
                <a:spcPts val="0"/>
              </a:spcAft>
              <a:buSzPts val="551"/>
              <a:buChar char=""/>
              <a:defRPr sz="1225"/>
            </a:lvl7pPr>
            <a:lvl8pPr indent="-263604" lvl="7" marL="3657600" rtl="0" algn="l">
              <a:spcBef>
                <a:spcPts val="245"/>
              </a:spcBef>
              <a:spcAft>
                <a:spcPts val="0"/>
              </a:spcAft>
              <a:buSzPts val="551"/>
              <a:buChar char=""/>
              <a:defRPr sz="1225"/>
            </a:lvl8pPr>
            <a:lvl9pPr indent="-263604" lvl="8" marL="4114800" rtl="0" algn="l">
              <a:spcBef>
                <a:spcPts val="245"/>
              </a:spcBef>
              <a:spcAft>
                <a:spcPts val="0"/>
              </a:spcAft>
              <a:buSzPts val="551"/>
              <a:buChar char=""/>
              <a:defRPr sz="1225"/>
            </a:lvl9pPr>
          </a:lstStyle>
          <a:p/>
        </p:txBody>
      </p:sp>
      <p:sp>
        <p:nvSpPr>
          <p:cNvPr id="82" name="Google Shape;82;p18"/>
          <p:cNvSpPr txBox="1"/>
          <p:nvPr>
            <p:ph idx="10" type="dt"/>
          </p:nvPr>
        </p:nvSpPr>
        <p:spPr>
          <a:xfrm>
            <a:off x="456480" y="4685532"/>
            <a:ext cx="2131200" cy="355500"/>
          </a:xfrm>
          <a:prstGeom prst="rect">
            <a:avLst/>
          </a:prstGeom>
          <a:noFill/>
          <a:ln>
            <a:noFill/>
          </a:ln>
        </p:spPr>
        <p:txBody>
          <a:bodyPr anchorCtr="0" anchor="t" bIns="0" lIns="0" spcFirstLastPara="1" rIns="0" wrap="square" tIns="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83" name="Google Shape;83;p18"/>
          <p:cNvSpPr txBox="1"/>
          <p:nvPr>
            <p:ph idx="11" type="ftr"/>
          </p:nvPr>
        </p:nvSpPr>
        <p:spPr>
          <a:xfrm>
            <a:off x="3127680" y="4685532"/>
            <a:ext cx="2897400" cy="355500"/>
          </a:xfrm>
          <a:prstGeom prst="rect">
            <a:avLst/>
          </a:prstGeom>
          <a:noFill/>
          <a:ln>
            <a:noFill/>
          </a:ln>
        </p:spPr>
        <p:txBody>
          <a:bodyPr anchorCtr="0" anchor="t" bIns="0" lIns="0" spcFirstLastPara="1" rIns="0" wrap="square" tIns="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84" name="Google Shape;84;p18"/>
          <p:cNvSpPr txBox="1"/>
          <p:nvPr>
            <p:ph idx="12" type="sldNum"/>
          </p:nvPr>
        </p:nvSpPr>
        <p:spPr>
          <a:xfrm>
            <a:off x="6554880" y="4685532"/>
            <a:ext cx="2131200" cy="355500"/>
          </a:xfrm>
          <a:prstGeom prst="rect">
            <a:avLst/>
          </a:prstGeom>
          <a:noFill/>
          <a:ln>
            <a:noFill/>
          </a:ln>
        </p:spPr>
        <p:txBody>
          <a:bodyPr anchorCtr="0" anchor="t" bIns="0" lIns="0" spcFirstLastPara="1" rIns="0" wrap="square" tIns="0">
            <a:noAutofit/>
          </a:bodyPr>
          <a:lstStyle>
            <a:lvl1pPr indent="0" lvl="0"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1pPr>
            <a:lvl2pPr indent="0" lvl="1"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2pPr>
            <a:lvl3pPr indent="0" lvl="2"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3pPr>
            <a:lvl4pPr indent="0" lvl="3"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4pPr>
            <a:lvl5pPr indent="0" lvl="4"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5pPr>
            <a:lvl6pPr indent="0" lvl="5"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6pPr>
            <a:lvl7pPr indent="0" lvl="6"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7pPr>
            <a:lvl8pPr indent="0" lvl="7"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8pPr>
            <a:lvl9pPr indent="0" lvl="8"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p19"/>
          <p:cNvSpPr txBox="1"/>
          <p:nvPr>
            <p:ph type="title"/>
          </p:nvPr>
        </p:nvSpPr>
        <p:spPr>
          <a:xfrm>
            <a:off x="457922" y="206302"/>
            <a:ext cx="8229600" cy="856500"/>
          </a:xfrm>
          <a:prstGeom prst="rect">
            <a:avLst/>
          </a:prstGeom>
          <a:noFill/>
          <a:ln>
            <a:noFill/>
          </a:ln>
        </p:spPr>
        <p:txBody>
          <a:bodyPr anchorCtr="0" anchor="ctr" bIns="0" lIns="0" spcFirstLastPara="1" rIns="0" wrap="square" tIns="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87" name="Google Shape;87;p19"/>
          <p:cNvSpPr txBox="1"/>
          <p:nvPr>
            <p:ph idx="1" type="body"/>
          </p:nvPr>
        </p:nvSpPr>
        <p:spPr>
          <a:xfrm>
            <a:off x="457920" y="1151401"/>
            <a:ext cx="4039200" cy="479700"/>
          </a:xfrm>
          <a:prstGeom prst="rect">
            <a:avLst/>
          </a:prstGeom>
          <a:noFill/>
          <a:ln>
            <a:noFill/>
          </a:ln>
        </p:spPr>
        <p:txBody>
          <a:bodyPr anchorCtr="0" anchor="b" bIns="0" lIns="0" spcFirstLastPara="1" rIns="0" wrap="square" tIns="0">
            <a:noAutofit/>
          </a:bodyPr>
          <a:lstStyle>
            <a:lvl1pPr indent="-228600" lvl="0" marL="457200" rtl="0" algn="l">
              <a:spcBef>
                <a:spcPts val="327"/>
              </a:spcBef>
              <a:spcAft>
                <a:spcPts val="0"/>
              </a:spcAft>
              <a:buSzPts val="735"/>
              <a:buNone/>
              <a:defRPr b="1" sz="1633"/>
            </a:lvl1pPr>
            <a:lvl2pPr indent="-228600" lvl="1" marL="914400" rtl="0" algn="l">
              <a:spcBef>
                <a:spcPts val="272"/>
              </a:spcBef>
              <a:spcAft>
                <a:spcPts val="0"/>
              </a:spcAft>
              <a:buSzPts val="612"/>
              <a:buNone/>
              <a:defRPr b="1" sz="1361"/>
            </a:lvl2pPr>
            <a:lvl3pPr indent="-228600" lvl="2" marL="1371600" rtl="0" algn="l">
              <a:spcBef>
                <a:spcPts val="245"/>
              </a:spcBef>
              <a:spcAft>
                <a:spcPts val="0"/>
              </a:spcAft>
              <a:buSzPts val="551"/>
              <a:buNone/>
              <a:defRPr b="1" sz="1225"/>
            </a:lvl3pPr>
            <a:lvl4pPr indent="-228600" lvl="3" marL="1828800" rtl="0" algn="l">
              <a:spcBef>
                <a:spcPts val="218"/>
              </a:spcBef>
              <a:spcAft>
                <a:spcPts val="0"/>
              </a:spcAft>
              <a:buSzPts val="490"/>
              <a:buNone/>
              <a:defRPr b="1" sz="1089"/>
            </a:lvl4pPr>
            <a:lvl5pPr indent="-228600" lvl="4" marL="2286000" rtl="0" algn="l">
              <a:spcBef>
                <a:spcPts val="218"/>
              </a:spcBef>
              <a:spcAft>
                <a:spcPts val="0"/>
              </a:spcAft>
              <a:buSzPts val="490"/>
              <a:buNone/>
              <a:defRPr b="1" sz="1089"/>
            </a:lvl5pPr>
            <a:lvl6pPr indent="-228600" lvl="5" marL="2743200" rtl="0" algn="l">
              <a:spcBef>
                <a:spcPts val="218"/>
              </a:spcBef>
              <a:spcAft>
                <a:spcPts val="0"/>
              </a:spcAft>
              <a:buSzPts val="490"/>
              <a:buNone/>
              <a:defRPr b="1" sz="1089"/>
            </a:lvl6pPr>
            <a:lvl7pPr indent="-228600" lvl="6" marL="3200400" rtl="0" algn="l">
              <a:spcBef>
                <a:spcPts val="218"/>
              </a:spcBef>
              <a:spcAft>
                <a:spcPts val="0"/>
              </a:spcAft>
              <a:buSzPts val="490"/>
              <a:buNone/>
              <a:defRPr b="1" sz="1089"/>
            </a:lvl7pPr>
            <a:lvl8pPr indent="-228600" lvl="7" marL="3657600" rtl="0" algn="l">
              <a:spcBef>
                <a:spcPts val="218"/>
              </a:spcBef>
              <a:spcAft>
                <a:spcPts val="0"/>
              </a:spcAft>
              <a:buSzPts val="490"/>
              <a:buNone/>
              <a:defRPr b="1" sz="1089"/>
            </a:lvl8pPr>
            <a:lvl9pPr indent="-228600" lvl="8" marL="4114800" rtl="0" algn="l">
              <a:spcBef>
                <a:spcPts val="218"/>
              </a:spcBef>
              <a:spcAft>
                <a:spcPts val="0"/>
              </a:spcAft>
              <a:buSzPts val="490"/>
              <a:buNone/>
              <a:defRPr b="1" sz="1089"/>
            </a:lvl9pPr>
          </a:lstStyle>
          <a:p/>
        </p:txBody>
      </p:sp>
      <p:sp>
        <p:nvSpPr>
          <p:cNvPr id="88" name="Google Shape;88;p19"/>
          <p:cNvSpPr txBox="1"/>
          <p:nvPr>
            <p:ph idx="2" type="body"/>
          </p:nvPr>
        </p:nvSpPr>
        <p:spPr>
          <a:xfrm>
            <a:off x="457920" y="1630971"/>
            <a:ext cx="4039200" cy="2963700"/>
          </a:xfrm>
          <a:prstGeom prst="rect">
            <a:avLst/>
          </a:prstGeom>
          <a:noFill/>
          <a:ln>
            <a:noFill/>
          </a:ln>
        </p:spPr>
        <p:txBody>
          <a:bodyPr anchorCtr="0" anchor="t" bIns="0" lIns="0" spcFirstLastPara="1" rIns="0" wrap="square" tIns="0">
            <a:noAutofit/>
          </a:bodyPr>
          <a:lstStyle>
            <a:lvl1pPr indent="-275262" lvl="0" marL="457200" rtl="0" algn="l">
              <a:spcBef>
                <a:spcPts val="327"/>
              </a:spcBef>
              <a:spcAft>
                <a:spcPts val="0"/>
              </a:spcAft>
              <a:buSzPts val="735"/>
              <a:buChar char=""/>
              <a:defRPr sz="1633"/>
            </a:lvl1pPr>
            <a:lvl2pPr indent="-267490" lvl="1" marL="914400" rtl="0" algn="l">
              <a:spcBef>
                <a:spcPts val="272"/>
              </a:spcBef>
              <a:spcAft>
                <a:spcPts val="0"/>
              </a:spcAft>
              <a:buSzPts val="612"/>
              <a:buChar char=""/>
              <a:defRPr sz="1361"/>
            </a:lvl2pPr>
            <a:lvl3pPr indent="-263604" lvl="2" marL="1371600" rtl="0" algn="l">
              <a:spcBef>
                <a:spcPts val="245"/>
              </a:spcBef>
              <a:spcAft>
                <a:spcPts val="0"/>
              </a:spcAft>
              <a:buSzPts val="551"/>
              <a:buChar char=""/>
              <a:defRPr sz="1225"/>
            </a:lvl3pPr>
            <a:lvl4pPr indent="-259718" lvl="3" marL="1828800" rtl="0" algn="l">
              <a:spcBef>
                <a:spcPts val="218"/>
              </a:spcBef>
              <a:spcAft>
                <a:spcPts val="0"/>
              </a:spcAft>
              <a:buSzPts val="490"/>
              <a:buChar char=""/>
              <a:defRPr sz="1089"/>
            </a:lvl4pPr>
            <a:lvl5pPr indent="-259718" lvl="4" marL="2286000" rtl="0" algn="l">
              <a:spcBef>
                <a:spcPts val="218"/>
              </a:spcBef>
              <a:spcAft>
                <a:spcPts val="0"/>
              </a:spcAft>
              <a:buSzPts val="490"/>
              <a:buChar char=""/>
              <a:defRPr sz="1089"/>
            </a:lvl5pPr>
            <a:lvl6pPr indent="-259718" lvl="5" marL="2743200" rtl="0" algn="l">
              <a:spcBef>
                <a:spcPts val="218"/>
              </a:spcBef>
              <a:spcAft>
                <a:spcPts val="0"/>
              </a:spcAft>
              <a:buSzPts val="490"/>
              <a:buChar char=""/>
              <a:defRPr sz="1089"/>
            </a:lvl6pPr>
            <a:lvl7pPr indent="-259718" lvl="6" marL="3200400" rtl="0" algn="l">
              <a:spcBef>
                <a:spcPts val="218"/>
              </a:spcBef>
              <a:spcAft>
                <a:spcPts val="0"/>
              </a:spcAft>
              <a:buSzPts val="490"/>
              <a:buChar char=""/>
              <a:defRPr sz="1089"/>
            </a:lvl7pPr>
            <a:lvl8pPr indent="-259718" lvl="7" marL="3657600" rtl="0" algn="l">
              <a:spcBef>
                <a:spcPts val="218"/>
              </a:spcBef>
              <a:spcAft>
                <a:spcPts val="0"/>
              </a:spcAft>
              <a:buSzPts val="490"/>
              <a:buChar char=""/>
              <a:defRPr sz="1089"/>
            </a:lvl8pPr>
            <a:lvl9pPr indent="-259718" lvl="8" marL="4114800" rtl="0" algn="l">
              <a:spcBef>
                <a:spcPts val="218"/>
              </a:spcBef>
              <a:spcAft>
                <a:spcPts val="0"/>
              </a:spcAft>
              <a:buSzPts val="490"/>
              <a:buChar char=""/>
              <a:defRPr sz="1089"/>
            </a:lvl9pPr>
          </a:lstStyle>
          <a:p/>
        </p:txBody>
      </p:sp>
      <p:sp>
        <p:nvSpPr>
          <p:cNvPr id="89" name="Google Shape;89;p19"/>
          <p:cNvSpPr txBox="1"/>
          <p:nvPr>
            <p:ph idx="3" type="body"/>
          </p:nvPr>
        </p:nvSpPr>
        <p:spPr>
          <a:xfrm>
            <a:off x="4645442" y="1151401"/>
            <a:ext cx="4042200" cy="479700"/>
          </a:xfrm>
          <a:prstGeom prst="rect">
            <a:avLst/>
          </a:prstGeom>
          <a:noFill/>
          <a:ln>
            <a:noFill/>
          </a:ln>
        </p:spPr>
        <p:txBody>
          <a:bodyPr anchorCtr="0" anchor="b" bIns="0" lIns="0" spcFirstLastPara="1" rIns="0" wrap="square" tIns="0">
            <a:noAutofit/>
          </a:bodyPr>
          <a:lstStyle>
            <a:lvl1pPr indent="-228600" lvl="0" marL="457200" rtl="0" algn="l">
              <a:spcBef>
                <a:spcPts val="327"/>
              </a:spcBef>
              <a:spcAft>
                <a:spcPts val="0"/>
              </a:spcAft>
              <a:buSzPts val="735"/>
              <a:buNone/>
              <a:defRPr b="1" sz="1633"/>
            </a:lvl1pPr>
            <a:lvl2pPr indent="-228600" lvl="1" marL="914400" rtl="0" algn="l">
              <a:spcBef>
                <a:spcPts val="272"/>
              </a:spcBef>
              <a:spcAft>
                <a:spcPts val="0"/>
              </a:spcAft>
              <a:buSzPts val="612"/>
              <a:buNone/>
              <a:defRPr b="1" sz="1361"/>
            </a:lvl2pPr>
            <a:lvl3pPr indent="-228600" lvl="2" marL="1371600" rtl="0" algn="l">
              <a:spcBef>
                <a:spcPts val="245"/>
              </a:spcBef>
              <a:spcAft>
                <a:spcPts val="0"/>
              </a:spcAft>
              <a:buSzPts val="551"/>
              <a:buNone/>
              <a:defRPr b="1" sz="1225"/>
            </a:lvl3pPr>
            <a:lvl4pPr indent="-228600" lvl="3" marL="1828800" rtl="0" algn="l">
              <a:spcBef>
                <a:spcPts val="218"/>
              </a:spcBef>
              <a:spcAft>
                <a:spcPts val="0"/>
              </a:spcAft>
              <a:buSzPts val="490"/>
              <a:buNone/>
              <a:defRPr b="1" sz="1089"/>
            </a:lvl4pPr>
            <a:lvl5pPr indent="-228600" lvl="4" marL="2286000" rtl="0" algn="l">
              <a:spcBef>
                <a:spcPts val="218"/>
              </a:spcBef>
              <a:spcAft>
                <a:spcPts val="0"/>
              </a:spcAft>
              <a:buSzPts val="490"/>
              <a:buNone/>
              <a:defRPr b="1" sz="1089"/>
            </a:lvl5pPr>
            <a:lvl6pPr indent="-228600" lvl="5" marL="2743200" rtl="0" algn="l">
              <a:spcBef>
                <a:spcPts val="218"/>
              </a:spcBef>
              <a:spcAft>
                <a:spcPts val="0"/>
              </a:spcAft>
              <a:buSzPts val="490"/>
              <a:buNone/>
              <a:defRPr b="1" sz="1089"/>
            </a:lvl6pPr>
            <a:lvl7pPr indent="-228600" lvl="6" marL="3200400" rtl="0" algn="l">
              <a:spcBef>
                <a:spcPts val="218"/>
              </a:spcBef>
              <a:spcAft>
                <a:spcPts val="0"/>
              </a:spcAft>
              <a:buSzPts val="490"/>
              <a:buNone/>
              <a:defRPr b="1" sz="1089"/>
            </a:lvl7pPr>
            <a:lvl8pPr indent="-228600" lvl="7" marL="3657600" rtl="0" algn="l">
              <a:spcBef>
                <a:spcPts val="218"/>
              </a:spcBef>
              <a:spcAft>
                <a:spcPts val="0"/>
              </a:spcAft>
              <a:buSzPts val="490"/>
              <a:buNone/>
              <a:defRPr b="1" sz="1089"/>
            </a:lvl8pPr>
            <a:lvl9pPr indent="-228600" lvl="8" marL="4114800" rtl="0" algn="l">
              <a:spcBef>
                <a:spcPts val="218"/>
              </a:spcBef>
              <a:spcAft>
                <a:spcPts val="0"/>
              </a:spcAft>
              <a:buSzPts val="490"/>
              <a:buNone/>
              <a:defRPr b="1" sz="1089"/>
            </a:lvl9pPr>
          </a:lstStyle>
          <a:p/>
        </p:txBody>
      </p:sp>
      <p:sp>
        <p:nvSpPr>
          <p:cNvPr id="90" name="Google Shape;90;p19"/>
          <p:cNvSpPr txBox="1"/>
          <p:nvPr>
            <p:ph idx="4" type="body"/>
          </p:nvPr>
        </p:nvSpPr>
        <p:spPr>
          <a:xfrm>
            <a:off x="4645442" y="1630971"/>
            <a:ext cx="4042200" cy="2963700"/>
          </a:xfrm>
          <a:prstGeom prst="rect">
            <a:avLst/>
          </a:prstGeom>
          <a:noFill/>
          <a:ln>
            <a:noFill/>
          </a:ln>
        </p:spPr>
        <p:txBody>
          <a:bodyPr anchorCtr="0" anchor="t" bIns="0" lIns="0" spcFirstLastPara="1" rIns="0" wrap="square" tIns="0">
            <a:noAutofit/>
          </a:bodyPr>
          <a:lstStyle>
            <a:lvl1pPr indent="-275262" lvl="0" marL="457200" rtl="0" algn="l">
              <a:spcBef>
                <a:spcPts val="327"/>
              </a:spcBef>
              <a:spcAft>
                <a:spcPts val="0"/>
              </a:spcAft>
              <a:buSzPts val="735"/>
              <a:buChar char=""/>
              <a:defRPr sz="1633"/>
            </a:lvl1pPr>
            <a:lvl2pPr indent="-267490" lvl="1" marL="914400" rtl="0" algn="l">
              <a:spcBef>
                <a:spcPts val="272"/>
              </a:spcBef>
              <a:spcAft>
                <a:spcPts val="0"/>
              </a:spcAft>
              <a:buSzPts val="612"/>
              <a:buChar char=""/>
              <a:defRPr sz="1361"/>
            </a:lvl2pPr>
            <a:lvl3pPr indent="-263604" lvl="2" marL="1371600" rtl="0" algn="l">
              <a:spcBef>
                <a:spcPts val="245"/>
              </a:spcBef>
              <a:spcAft>
                <a:spcPts val="0"/>
              </a:spcAft>
              <a:buSzPts val="551"/>
              <a:buChar char=""/>
              <a:defRPr sz="1225"/>
            </a:lvl3pPr>
            <a:lvl4pPr indent="-259718" lvl="3" marL="1828800" rtl="0" algn="l">
              <a:spcBef>
                <a:spcPts val="218"/>
              </a:spcBef>
              <a:spcAft>
                <a:spcPts val="0"/>
              </a:spcAft>
              <a:buSzPts val="490"/>
              <a:buChar char=""/>
              <a:defRPr sz="1089"/>
            </a:lvl4pPr>
            <a:lvl5pPr indent="-259718" lvl="4" marL="2286000" rtl="0" algn="l">
              <a:spcBef>
                <a:spcPts val="218"/>
              </a:spcBef>
              <a:spcAft>
                <a:spcPts val="0"/>
              </a:spcAft>
              <a:buSzPts val="490"/>
              <a:buChar char=""/>
              <a:defRPr sz="1089"/>
            </a:lvl5pPr>
            <a:lvl6pPr indent="-259718" lvl="5" marL="2743200" rtl="0" algn="l">
              <a:spcBef>
                <a:spcPts val="218"/>
              </a:spcBef>
              <a:spcAft>
                <a:spcPts val="0"/>
              </a:spcAft>
              <a:buSzPts val="490"/>
              <a:buChar char=""/>
              <a:defRPr sz="1089"/>
            </a:lvl6pPr>
            <a:lvl7pPr indent="-259718" lvl="6" marL="3200400" rtl="0" algn="l">
              <a:spcBef>
                <a:spcPts val="218"/>
              </a:spcBef>
              <a:spcAft>
                <a:spcPts val="0"/>
              </a:spcAft>
              <a:buSzPts val="490"/>
              <a:buChar char=""/>
              <a:defRPr sz="1089"/>
            </a:lvl7pPr>
            <a:lvl8pPr indent="-259718" lvl="7" marL="3657600" rtl="0" algn="l">
              <a:spcBef>
                <a:spcPts val="218"/>
              </a:spcBef>
              <a:spcAft>
                <a:spcPts val="0"/>
              </a:spcAft>
              <a:buSzPts val="490"/>
              <a:buChar char=""/>
              <a:defRPr sz="1089"/>
            </a:lvl8pPr>
            <a:lvl9pPr indent="-259718" lvl="8" marL="4114800" rtl="0" algn="l">
              <a:spcBef>
                <a:spcPts val="218"/>
              </a:spcBef>
              <a:spcAft>
                <a:spcPts val="0"/>
              </a:spcAft>
              <a:buSzPts val="490"/>
              <a:buChar char=""/>
              <a:defRPr sz="1089"/>
            </a:lvl9pPr>
          </a:lstStyle>
          <a:p/>
        </p:txBody>
      </p:sp>
      <p:sp>
        <p:nvSpPr>
          <p:cNvPr id="91" name="Google Shape;91;p19"/>
          <p:cNvSpPr txBox="1"/>
          <p:nvPr>
            <p:ph idx="10" type="dt"/>
          </p:nvPr>
        </p:nvSpPr>
        <p:spPr>
          <a:xfrm>
            <a:off x="456480" y="4685532"/>
            <a:ext cx="2131200" cy="355500"/>
          </a:xfrm>
          <a:prstGeom prst="rect">
            <a:avLst/>
          </a:prstGeom>
          <a:noFill/>
          <a:ln>
            <a:noFill/>
          </a:ln>
        </p:spPr>
        <p:txBody>
          <a:bodyPr anchorCtr="0" anchor="t" bIns="0" lIns="0" spcFirstLastPara="1" rIns="0" wrap="square" tIns="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92" name="Google Shape;92;p19"/>
          <p:cNvSpPr txBox="1"/>
          <p:nvPr>
            <p:ph idx="11" type="ftr"/>
          </p:nvPr>
        </p:nvSpPr>
        <p:spPr>
          <a:xfrm>
            <a:off x="3127680" y="4685532"/>
            <a:ext cx="2897400" cy="355500"/>
          </a:xfrm>
          <a:prstGeom prst="rect">
            <a:avLst/>
          </a:prstGeom>
          <a:noFill/>
          <a:ln>
            <a:noFill/>
          </a:ln>
        </p:spPr>
        <p:txBody>
          <a:bodyPr anchorCtr="0" anchor="t" bIns="0" lIns="0" spcFirstLastPara="1" rIns="0" wrap="square" tIns="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93" name="Google Shape;93;p19"/>
          <p:cNvSpPr txBox="1"/>
          <p:nvPr>
            <p:ph idx="12" type="sldNum"/>
          </p:nvPr>
        </p:nvSpPr>
        <p:spPr>
          <a:xfrm>
            <a:off x="6554880" y="4685532"/>
            <a:ext cx="2131200" cy="355500"/>
          </a:xfrm>
          <a:prstGeom prst="rect">
            <a:avLst/>
          </a:prstGeom>
          <a:noFill/>
          <a:ln>
            <a:noFill/>
          </a:ln>
        </p:spPr>
        <p:txBody>
          <a:bodyPr anchorCtr="0" anchor="t" bIns="0" lIns="0" spcFirstLastPara="1" rIns="0" wrap="square" tIns="0">
            <a:noAutofit/>
          </a:bodyPr>
          <a:lstStyle>
            <a:lvl1pPr indent="0" lvl="0"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1pPr>
            <a:lvl2pPr indent="0" lvl="1"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2pPr>
            <a:lvl3pPr indent="0" lvl="2"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3pPr>
            <a:lvl4pPr indent="0" lvl="3"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4pPr>
            <a:lvl5pPr indent="0" lvl="4"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5pPr>
            <a:lvl6pPr indent="0" lvl="5"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6pPr>
            <a:lvl7pPr indent="0" lvl="6"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7pPr>
            <a:lvl8pPr indent="0" lvl="7"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8pPr>
            <a:lvl9pPr indent="0" lvl="8"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424802" y="1"/>
            <a:ext cx="8228100" cy="858600"/>
          </a:xfrm>
          <a:prstGeom prst="rect">
            <a:avLst/>
          </a:prstGeom>
          <a:noFill/>
          <a:ln>
            <a:noFill/>
          </a:ln>
        </p:spPr>
        <p:txBody>
          <a:bodyPr anchorCtr="0" anchor="ctr" bIns="0" lIns="0" spcFirstLastPara="1" rIns="0" wrap="square" tIns="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96" name="Google Shape;96;p20"/>
          <p:cNvSpPr txBox="1"/>
          <p:nvPr>
            <p:ph idx="10" type="dt"/>
          </p:nvPr>
        </p:nvSpPr>
        <p:spPr>
          <a:xfrm>
            <a:off x="456480" y="4685532"/>
            <a:ext cx="2131200" cy="355500"/>
          </a:xfrm>
          <a:prstGeom prst="rect">
            <a:avLst/>
          </a:prstGeom>
          <a:noFill/>
          <a:ln>
            <a:noFill/>
          </a:ln>
        </p:spPr>
        <p:txBody>
          <a:bodyPr anchorCtr="0" anchor="t" bIns="0" lIns="0" spcFirstLastPara="1" rIns="0" wrap="square" tIns="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97" name="Google Shape;97;p20"/>
          <p:cNvSpPr txBox="1"/>
          <p:nvPr>
            <p:ph idx="11" type="ftr"/>
          </p:nvPr>
        </p:nvSpPr>
        <p:spPr>
          <a:xfrm>
            <a:off x="3127680" y="4685532"/>
            <a:ext cx="2897400" cy="355500"/>
          </a:xfrm>
          <a:prstGeom prst="rect">
            <a:avLst/>
          </a:prstGeom>
          <a:noFill/>
          <a:ln>
            <a:noFill/>
          </a:ln>
        </p:spPr>
        <p:txBody>
          <a:bodyPr anchorCtr="0" anchor="t" bIns="0" lIns="0" spcFirstLastPara="1" rIns="0" wrap="square" tIns="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98" name="Google Shape;98;p20"/>
          <p:cNvSpPr txBox="1"/>
          <p:nvPr>
            <p:ph idx="12" type="sldNum"/>
          </p:nvPr>
        </p:nvSpPr>
        <p:spPr>
          <a:xfrm>
            <a:off x="6554880" y="4685532"/>
            <a:ext cx="2131200" cy="355500"/>
          </a:xfrm>
          <a:prstGeom prst="rect">
            <a:avLst/>
          </a:prstGeom>
          <a:noFill/>
          <a:ln>
            <a:noFill/>
          </a:ln>
        </p:spPr>
        <p:txBody>
          <a:bodyPr anchorCtr="0" anchor="t" bIns="0" lIns="0" spcFirstLastPara="1" rIns="0" wrap="square" tIns="0">
            <a:noAutofit/>
          </a:bodyPr>
          <a:lstStyle>
            <a:lvl1pPr indent="0" lvl="0"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1pPr>
            <a:lvl2pPr indent="0" lvl="1"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2pPr>
            <a:lvl3pPr indent="0" lvl="2"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3pPr>
            <a:lvl4pPr indent="0" lvl="3"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4pPr>
            <a:lvl5pPr indent="0" lvl="4"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5pPr>
            <a:lvl6pPr indent="0" lvl="5"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6pPr>
            <a:lvl7pPr indent="0" lvl="6"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7pPr>
            <a:lvl8pPr indent="0" lvl="7"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8pPr>
            <a:lvl9pPr indent="0" lvl="8"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457920" y="205223"/>
            <a:ext cx="3008100" cy="870600"/>
          </a:xfrm>
          <a:prstGeom prst="rect">
            <a:avLst/>
          </a:prstGeom>
          <a:noFill/>
          <a:ln>
            <a:noFill/>
          </a:ln>
        </p:spPr>
        <p:txBody>
          <a:bodyPr anchorCtr="0" anchor="b" bIns="0" lIns="0" spcFirstLastPara="1" rIns="0" wrap="square" tIns="0">
            <a:noAutofit/>
          </a:bodyPr>
          <a:lstStyle>
            <a:lvl1pPr lvl="0" rtl="0" algn="l">
              <a:spcBef>
                <a:spcPts val="0"/>
              </a:spcBef>
              <a:spcAft>
                <a:spcPts val="0"/>
              </a:spcAft>
              <a:buSzPts val="1400"/>
              <a:buNone/>
              <a:defRPr b="1" sz="1361"/>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01" name="Google Shape;101;p21"/>
          <p:cNvSpPr txBox="1"/>
          <p:nvPr>
            <p:ph idx="1" type="body"/>
          </p:nvPr>
        </p:nvSpPr>
        <p:spPr>
          <a:xfrm>
            <a:off x="3575522" y="205221"/>
            <a:ext cx="5112000" cy="4389600"/>
          </a:xfrm>
          <a:prstGeom prst="rect">
            <a:avLst/>
          </a:prstGeom>
          <a:noFill/>
          <a:ln>
            <a:noFill/>
          </a:ln>
        </p:spPr>
        <p:txBody>
          <a:bodyPr anchorCtr="0" anchor="t" bIns="0" lIns="0" spcFirstLastPara="1" rIns="0" wrap="square" tIns="0">
            <a:noAutofit/>
          </a:bodyPr>
          <a:lstStyle>
            <a:lvl1pPr indent="-290807" lvl="0" marL="457200" rtl="0" algn="l">
              <a:spcBef>
                <a:spcPts val="435"/>
              </a:spcBef>
              <a:spcAft>
                <a:spcPts val="0"/>
              </a:spcAft>
              <a:buSzPts val="980"/>
              <a:buChar char=""/>
              <a:defRPr sz="2177"/>
            </a:lvl1pPr>
            <a:lvl2pPr indent="-283035" lvl="1" marL="914400" rtl="0" algn="l">
              <a:spcBef>
                <a:spcPts val="381"/>
              </a:spcBef>
              <a:spcAft>
                <a:spcPts val="0"/>
              </a:spcAft>
              <a:buSzPts val="857"/>
              <a:buChar char=""/>
              <a:defRPr sz="1904"/>
            </a:lvl2pPr>
            <a:lvl3pPr indent="-275262" lvl="2" marL="1371600" rtl="0" algn="l">
              <a:spcBef>
                <a:spcPts val="327"/>
              </a:spcBef>
              <a:spcAft>
                <a:spcPts val="0"/>
              </a:spcAft>
              <a:buSzPts val="735"/>
              <a:buChar char=""/>
              <a:defRPr sz="1633"/>
            </a:lvl3pPr>
            <a:lvl4pPr indent="-267490" lvl="3" marL="1828800" rtl="0" algn="l">
              <a:spcBef>
                <a:spcPts val="272"/>
              </a:spcBef>
              <a:spcAft>
                <a:spcPts val="0"/>
              </a:spcAft>
              <a:buSzPts val="612"/>
              <a:buChar char=""/>
              <a:defRPr sz="1361"/>
            </a:lvl4pPr>
            <a:lvl5pPr indent="-267490" lvl="4" marL="2286000" rtl="0" algn="l">
              <a:spcBef>
                <a:spcPts val="272"/>
              </a:spcBef>
              <a:spcAft>
                <a:spcPts val="0"/>
              </a:spcAft>
              <a:buSzPts val="612"/>
              <a:buChar char=""/>
              <a:defRPr sz="1361"/>
            </a:lvl5pPr>
            <a:lvl6pPr indent="-267490" lvl="5" marL="2743200" rtl="0" algn="l">
              <a:spcBef>
                <a:spcPts val="272"/>
              </a:spcBef>
              <a:spcAft>
                <a:spcPts val="0"/>
              </a:spcAft>
              <a:buSzPts val="612"/>
              <a:buChar char=""/>
              <a:defRPr sz="1361"/>
            </a:lvl6pPr>
            <a:lvl7pPr indent="-267490" lvl="6" marL="3200400" rtl="0" algn="l">
              <a:spcBef>
                <a:spcPts val="272"/>
              </a:spcBef>
              <a:spcAft>
                <a:spcPts val="0"/>
              </a:spcAft>
              <a:buSzPts val="612"/>
              <a:buChar char=""/>
              <a:defRPr sz="1361"/>
            </a:lvl7pPr>
            <a:lvl8pPr indent="-267490" lvl="7" marL="3657600" rtl="0" algn="l">
              <a:spcBef>
                <a:spcPts val="272"/>
              </a:spcBef>
              <a:spcAft>
                <a:spcPts val="0"/>
              </a:spcAft>
              <a:buSzPts val="612"/>
              <a:buChar char=""/>
              <a:defRPr sz="1361"/>
            </a:lvl8pPr>
            <a:lvl9pPr indent="-267490" lvl="8" marL="4114800" rtl="0" algn="l">
              <a:spcBef>
                <a:spcPts val="272"/>
              </a:spcBef>
              <a:spcAft>
                <a:spcPts val="0"/>
              </a:spcAft>
              <a:buSzPts val="612"/>
              <a:buChar char=""/>
              <a:defRPr sz="1361"/>
            </a:lvl9pPr>
          </a:lstStyle>
          <a:p/>
        </p:txBody>
      </p:sp>
      <p:sp>
        <p:nvSpPr>
          <p:cNvPr id="102" name="Google Shape;102;p21"/>
          <p:cNvSpPr txBox="1"/>
          <p:nvPr>
            <p:ph idx="2" type="body"/>
          </p:nvPr>
        </p:nvSpPr>
        <p:spPr>
          <a:xfrm>
            <a:off x="457920" y="1075794"/>
            <a:ext cx="3008100" cy="3519000"/>
          </a:xfrm>
          <a:prstGeom prst="rect">
            <a:avLst/>
          </a:prstGeom>
          <a:noFill/>
          <a:ln>
            <a:noFill/>
          </a:ln>
        </p:spPr>
        <p:txBody>
          <a:bodyPr anchorCtr="0" anchor="t" bIns="0" lIns="0" spcFirstLastPara="1" rIns="0" wrap="square" tIns="0">
            <a:noAutofit/>
          </a:bodyPr>
          <a:lstStyle>
            <a:lvl1pPr indent="-228600" lvl="0" marL="457200" rtl="0" algn="l">
              <a:spcBef>
                <a:spcPts val="191"/>
              </a:spcBef>
              <a:spcAft>
                <a:spcPts val="0"/>
              </a:spcAft>
              <a:buSzPts val="429"/>
              <a:buNone/>
              <a:defRPr sz="953"/>
            </a:lvl1pPr>
            <a:lvl2pPr indent="-228600" lvl="1" marL="914400" rtl="0" algn="l">
              <a:spcBef>
                <a:spcPts val="163"/>
              </a:spcBef>
              <a:spcAft>
                <a:spcPts val="0"/>
              </a:spcAft>
              <a:buSzPts val="367"/>
              <a:buNone/>
              <a:defRPr sz="816"/>
            </a:lvl2pPr>
            <a:lvl3pPr indent="-228600" lvl="2" marL="1371600" rtl="0" algn="l">
              <a:spcBef>
                <a:spcPts val="136"/>
              </a:spcBef>
              <a:spcAft>
                <a:spcPts val="0"/>
              </a:spcAft>
              <a:buSzPts val="306"/>
              <a:buNone/>
              <a:defRPr sz="680"/>
            </a:lvl3pPr>
            <a:lvl4pPr indent="-228600" lvl="3" marL="1828800" rtl="0" algn="l">
              <a:spcBef>
                <a:spcPts val="122"/>
              </a:spcBef>
              <a:spcAft>
                <a:spcPts val="0"/>
              </a:spcAft>
              <a:buSzPts val="275"/>
              <a:buNone/>
              <a:defRPr sz="612"/>
            </a:lvl4pPr>
            <a:lvl5pPr indent="-228600" lvl="4" marL="2286000" rtl="0" algn="l">
              <a:spcBef>
                <a:spcPts val="122"/>
              </a:spcBef>
              <a:spcAft>
                <a:spcPts val="0"/>
              </a:spcAft>
              <a:buSzPts val="275"/>
              <a:buNone/>
              <a:defRPr sz="612"/>
            </a:lvl5pPr>
            <a:lvl6pPr indent="-228600" lvl="5" marL="2743200" rtl="0" algn="l">
              <a:spcBef>
                <a:spcPts val="122"/>
              </a:spcBef>
              <a:spcAft>
                <a:spcPts val="0"/>
              </a:spcAft>
              <a:buSzPts val="275"/>
              <a:buNone/>
              <a:defRPr sz="612"/>
            </a:lvl6pPr>
            <a:lvl7pPr indent="-228600" lvl="6" marL="3200400" rtl="0" algn="l">
              <a:spcBef>
                <a:spcPts val="122"/>
              </a:spcBef>
              <a:spcAft>
                <a:spcPts val="0"/>
              </a:spcAft>
              <a:buSzPts val="275"/>
              <a:buNone/>
              <a:defRPr sz="612"/>
            </a:lvl7pPr>
            <a:lvl8pPr indent="-228600" lvl="7" marL="3657600" rtl="0" algn="l">
              <a:spcBef>
                <a:spcPts val="122"/>
              </a:spcBef>
              <a:spcAft>
                <a:spcPts val="0"/>
              </a:spcAft>
              <a:buSzPts val="275"/>
              <a:buNone/>
              <a:defRPr sz="612"/>
            </a:lvl8pPr>
            <a:lvl9pPr indent="-228600" lvl="8" marL="4114800" rtl="0" algn="l">
              <a:spcBef>
                <a:spcPts val="122"/>
              </a:spcBef>
              <a:spcAft>
                <a:spcPts val="0"/>
              </a:spcAft>
              <a:buSzPts val="275"/>
              <a:buNone/>
              <a:defRPr sz="612"/>
            </a:lvl9pPr>
          </a:lstStyle>
          <a:p/>
        </p:txBody>
      </p:sp>
      <p:sp>
        <p:nvSpPr>
          <p:cNvPr id="103" name="Google Shape;103;p21"/>
          <p:cNvSpPr txBox="1"/>
          <p:nvPr>
            <p:ph idx="10" type="dt"/>
          </p:nvPr>
        </p:nvSpPr>
        <p:spPr>
          <a:xfrm>
            <a:off x="456480" y="4685532"/>
            <a:ext cx="2131200" cy="355500"/>
          </a:xfrm>
          <a:prstGeom prst="rect">
            <a:avLst/>
          </a:prstGeom>
          <a:noFill/>
          <a:ln>
            <a:noFill/>
          </a:ln>
        </p:spPr>
        <p:txBody>
          <a:bodyPr anchorCtr="0" anchor="t" bIns="0" lIns="0" spcFirstLastPara="1" rIns="0" wrap="square" tIns="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04" name="Google Shape;104;p21"/>
          <p:cNvSpPr txBox="1"/>
          <p:nvPr>
            <p:ph idx="11" type="ftr"/>
          </p:nvPr>
        </p:nvSpPr>
        <p:spPr>
          <a:xfrm>
            <a:off x="3127680" y="4685532"/>
            <a:ext cx="2897400" cy="355500"/>
          </a:xfrm>
          <a:prstGeom prst="rect">
            <a:avLst/>
          </a:prstGeom>
          <a:noFill/>
          <a:ln>
            <a:noFill/>
          </a:ln>
        </p:spPr>
        <p:txBody>
          <a:bodyPr anchorCtr="0" anchor="t" bIns="0" lIns="0" spcFirstLastPara="1" rIns="0" wrap="square" tIns="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05" name="Google Shape;105;p21"/>
          <p:cNvSpPr txBox="1"/>
          <p:nvPr>
            <p:ph idx="12" type="sldNum"/>
          </p:nvPr>
        </p:nvSpPr>
        <p:spPr>
          <a:xfrm>
            <a:off x="6554880" y="4685532"/>
            <a:ext cx="2131200" cy="355500"/>
          </a:xfrm>
          <a:prstGeom prst="rect">
            <a:avLst/>
          </a:prstGeom>
          <a:noFill/>
          <a:ln>
            <a:noFill/>
          </a:ln>
        </p:spPr>
        <p:txBody>
          <a:bodyPr anchorCtr="0" anchor="t" bIns="0" lIns="0" spcFirstLastPara="1" rIns="0" wrap="square" tIns="0">
            <a:noAutofit/>
          </a:bodyPr>
          <a:lstStyle>
            <a:lvl1pPr indent="0" lvl="0"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1pPr>
            <a:lvl2pPr indent="0" lvl="1"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2pPr>
            <a:lvl3pPr indent="0" lvl="2"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3pPr>
            <a:lvl4pPr indent="0" lvl="3"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4pPr>
            <a:lvl5pPr indent="0" lvl="4"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5pPr>
            <a:lvl6pPr indent="0" lvl="5"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6pPr>
            <a:lvl7pPr indent="0" lvl="6"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7pPr>
            <a:lvl8pPr indent="0" lvl="7"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8pPr>
            <a:lvl9pPr indent="0" lvl="8"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1792802" y="3600019"/>
            <a:ext cx="5486400" cy="425700"/>
          </a:xfrm>
          <a:prstGeom prst="rect">
            <a:avLst/>
          </a:prstGeom>
          <a:noFill/>
          <a:ln>
            <a:noFill/>
          </a:ln>
        </p:spPr>
        <p:txBody>
          <a:bodyPr anchorCtr="0" anchor="b" bIns="0" lIns="0" spcFirstLastPara="1" rIns="0" wrap="square" tIns="0">
            <a:noAutofit/>
          </a:bodyPr>
          <a:lstStyle>
            <a:lvl1pPr lvl="0" rtl="0" algn="l">
              <a:spcBef>
                <a:spcPts val="0"/>
              </a:spcBef>
              <a:spcAft>
                <a:spcPts val="0"/>
              </a:spcAft>
              <a:buSzPts val="1400"/>
              <a:buNone/>
              <a:defRPr b="1" sz="1361"/>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08" name="Google Shape;108;p22"/>
          <p:cNvSpPr/>
          <p:nvPr>
            <p:ph idx="2" type="pic"/>
          </p:nvPr>
        </p:nvSpPr>
        <p:spPr>
          <a:xfrm>
            <a:off x="1792802" y="459050"/>
            <a:ext cx="5486400" cy="3087000"/>
          </a:xfrm>
          <a:prstGeom prst="rect">
            <a:avLst/>
          </a:prstGeom>
          <a:noFill/>
          <a:ln>
            <a:noFill/>
          </a:ln>
        </p:spPr>
      </p:sp>
      <p:sp>
        <p:nvSpPr>
          <p:cNvPr id="109" name="Google Shape;109;p22"/>
          <p:cNvSpPr txBox="1"/>
          <p:nvPr>
            <p:ph idx="1" type="body"/>
          </p:nvPr>
        </p:nvSpPr>
        <p:spPr>
          <a:xfrm>
            <a:off x="1792802" y="4025584"/>
            <a:ext cx="5486400" cy="603900"/>
          </a:xfrm>
          <a:prstGeom prst="rect">
            <a:avLst/>
          </a:prstGeom>
          <a:noFill/>
          <a:ln>
            <a:noFill/>
          </a:ln>
        </p:spPr>
        <p:txBody>
          <a:bodyPr anchorCtr="0" anchor="t" bIns="0" lIns="0" spcFirstLastPara="1" rIns="0" wrap="square" tIns="0">
            <a:noAutofit/>
          </a:bodyPr>
          <a:lstStyle>
            <a:lvl1pPr indent="-228600" lvl="0" marL="457200" rtl="0" algn="l">
              <a:spcBef>
                <a:spcPts val="191"/>
              </a:spcBef>
              <a:spcAft>
                <a:spcPts val="0"/>
              </a:spcAft>
              <a:buSzPts val="429"/>
              <a:buNone/>
              <a:defRPr sz="953"/>
            </a:lvl1pPr>
            <a:lvl2pPr indent="-228600" lvl="1" marL="914400" rtl="0" algn="l">
              <a:spcBef>
                <a:spcPts val="163"/>
              </a:spcBef>
              <a:spcAft>
                <a:spcPts val="0"/>
              </a:spcAft>
              <a:buSzPts val="367"/>
              <a:buNone/>
              <a:defRPr sz="816"/>
            </a:lvl2pPr>
            <a:lvl3pPr indent="-228600" lvl="2" marL="1371600" rtl="0" algn="l">
              <a:spcBef>
                <a:spcPts val="136"/>
              </a:spcBef>
              <a:spcAft>
                <a:spcPts val="0"/>
              </a:spcAft>
              <a:buSzPts val="306"/>
              <a:buNone/>
              <a:defRPr sz="680"/>
            </a:lvl3pPr>
            <a:lvl4pPr indent="-228600" lvl="3" marL="1828800" rtl="0" algn="l">
              <a:spcBef>
                <a:spcPts val="122"/>
              </a:spcBef>
              <a:spcAft>
                <a:spcPts val="0"/>
              </a:spcAft>
              <a:buSzPts val="275"/>
              <a:buNone/>
              <a:defRPr sz="612"/>
            </a:lvl4pPr>
            <a:lvl5pPr indent="-228600" lvl="4" marL="2286000" rtl="0" algn="l">
              <a:spcBef>
                <a:spcPts val="122"/>
              </a:spcBef>
              <a:spcAft>
                <a:spcPts val="0"/>
              </a:spcAft>
              <a:buSzPts val="275"/>
              <a:buNone/>
              <a:defRPr sz="612"/>
            </a:lvl5pPr>
            <a:lvl6pPr indent="-228600" lvl="5" marL="2743200" rtl="0" algn="l">
              <a:spcBef>
                <a:spcPts val="122"/>
              </a:spcBef>
              <a:spcAft>
                <a:spcPts val="0"/>
              </a:spcAft>
              <a:buSzPts val="275"/>
              <a:buNone/>
              <a:defRPr sz="612"/>
            </a:lvl6pPr>
            <a:lvl7pPr indent="-228600" lvl="6" marL="3200400" rtl="0" algn="l">
              <a:spcBef>
                <a:spcPts val="122"/>
              </a:spcBef>
              <a:spcAft>
                <a:spcPts val="0"/>
              </a:spcAft>
              <a:buSzPts val="275"/>
              <a:buNone/>
              <a:defRPr sz="612"/>
            </a:lvl7pPr>
            <a:lvl8pPr indent="-228600" lvl="7" marL="3657600" rtl="0" algn="l">
              <a:spcBef>
                <a:spcPts val="122"/>
              </a:spcBef>
              <a:spcAft>
                <a:spcPts val="0"/>
              </a:spcAft>
              <a:buSzPts val="275"/>
              <a:buNone/>
              <a:defRPr sz="612"/>
            </a:lvl8pPr>
            <a:lvl9pPr indent="-228600" lvl="8" marL="4114800" rtl="0" algn="l">
              <a:spcBef>
                <a:spcPts val="122"/>
              </a:spcBef>
              <a:spcAft>
                <a:spcPts val="0"/>
              </a:spcAft>
              <a:buSzPts val="275"/>
              <a:buNone/>
              <a:defRPr sz="612"/>
            </a:lvl9pPr>
          </a:lstStyle>
          <a:p/>
        </p:txBody>
      </p:sp>
      <p:sp>
        <p:nvSpPr>
          <p:cNvPr id="110" name="Google Shape;110;p22"/>
          <p:cNvSpPr txBox="1"/>
          <p:nvPr>
            <p:ph idx="10" type="dt"/>
          </p:nvPr>
        </p:nvSpPr>
        <p:spPr>
          <a:xfrm>
            <a:off x="456480" y="4685532"/>
            <a:ext cx="2131200" cy="355500"/>
          </a:xfrm>
          <a:prstGeom prst="rect">
            <a:avLst/>
          </a:prstGeom>
          <a:noFill/>
          <a:ln>
            <a:noFill/>
          </a:ln>
        </p:spPr>
        <p:txBody>
          <a:bodyPr anchorCtr="0" anchor="t" bIns="0" lIns="0" spcFirstLastPara="1" rIns="0" wrap="square" tIns="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11" name="Google Shape;111;p22"/>
          <p:cNvSpPr txBox="1"/>
          <p:nvPr>
            <p:ph idx="11" type="ftr"/>
          </p:nvPr>
        </p:nvSpPr>
        <p:spPr>
          <a:xfrm>
            <a:off x="3127680" y="4685532"/>
            <a:ext cx="2897400" cy="355500"/>
          </a:xfrm>
          <a:prstGeom prst="rect">
            <a:avLst/>
          </a:prstGeom>
          <a:noFill/>
          <a:ln>
            <a:noFill/>
          </a:ln>
        </p:spPr>
        <p:txBody>
          <a:bodyPr anchorCtr="0" anchor="t" bIns="0" lIns="0" spcFirstLastPara="1" rIns="0" wrap="square" tIns="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12" name="Google Shape;112;p22"/>
          <p:cNvSpPr txBox="1"/>
          <p:nvPr>
            <p:ph idx="12" type="sldNum"/>
          </p:nvPr>
        </p:nvSpPr>
        <p:spPr>
          <a:xfrm>
            <a:off x="6554880" y="4685532"/>
            <a:ext cx="2131200" cy="355500"/>
          </a:xfrm>
          <a:prstGeom prst="rect">
            <a:avLst/>
          </a:prstGeom>
          <a:noFill/>
          <a:ln>
            <a:noFill/>
          </a:ln>
        </p:spPr>
        <p:txBody>
          <a:bodyPr anchorCtr="0" anchor="t" bIns="0" lIns="0" spcFirstLastPara="1" rIns="0" wrap="square" tIns="0">
            <a:noAutofit/>
          </a:bodyPr>
          <a:lstStyle>
            <a:lvl1pPr indent="0" lvl="0"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1pPr>
            <a:lvl2pPr indent="0" lvl="1"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2pPr>
            <a:lvl3pPr indent="0" lvl="2"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3pPr>
            <a:lvl4pPr indent="0" lvl="3"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4pPr>
            <a:lvl5pPr indent="0" lvl="4"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5pPr>
            <a:lvl6pPr indent="0" lvl="5"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6pPr>
            <a:lvl7pPr indent="0" lvl="6"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7pPr>
            <a:lvl8pPr indent="0" lvl="7"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8pPr>
            <a:lvl9pPr indent="0" lvl="8"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424802" y="1"/>
            <a:ext cx="8228100" cy="858600"/>
          </a:xfrm>
          <a:prstGeom prst="rect">
            <a:avLst/>
          </a:prstGeom>
          <a:noFill/>
          <a:ln>
            <a:noFill/>
          </a:ln>
        </p:spPr>
        <p:txBody>
          <a:bodyPr anchorCtr="0" anchor="ctr" bIns="0" lIns="0" spcFirstLastPara="1" rIns="0" wrap="square" tIns="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15" name="Google Shape;115;p23"/>
          <p:cNvSpPr txBox="1"/>
          <p:nvPr>
            <p:ph idx="1" type="body"/>
          </p:nvPr>
        </p:nvSpPr>
        <p:spPr>
          <a:xfrm rot="5400000">
            <a:off x="2873880" y="-1214152"/>
            <a:ext cx="3394800" cy="8229600"/>
          </a:xfrm>
          <a:prstGeom prst="rect">
            <a:avLst/>
          </a:prstGeom>
          <a:noFill/>
          <a:ln>
            <a:noFill/>
          </a:ln>
        </p:spPr>
        <p:txBody>
          <a:bodyPr anchorCtr="0" anchor="t" bIns="0" lIns="0" spcFirstLastPara="1" rIns="0" wrap="square" tIns="0">
            <a:noAutofit/>
          </a:bodyPr>
          <a:lstStyle>
            <a:lvl1pPr indent="-280035" lvl="0" marL="457200" rtl="0" algn="l">
              <a:spcBef>
                <a:spcPts val="360"/>
              </a:spcBef>
              <a:spcAft>
                <a:spcPts val="0"/>
              </a:spcAft>
              <a:buSzPts val="810"/>
              <a:buChar char=""/>
              <a:defRPr/>
            </a:lvl1pPr>
            <a:lvl2pPr indent="-280035" lvl="1" marL="914400" rtl="0" algn="l">
              <a:spcBef>
                <a:spcPts val="360"/>
              </a:spcBef>
              <a:spcAft>
                <a:spcPts val="0"/>
              </a:spcAft>
              <a:buSzPts val="810"/>
              <a:buChar char=""/>
              <a:defRPr/>
            </a:lvl2pPr>
            <a:lvl3pPr indent="-280035" lvl="2" marL="1371600" rtl="0" algn="l">
              <a:spcBef>
                <a:spcPts val="360"/>
              </a:spcBef>
              <a:spcAft>
                <a:spcPts val="0"/>
              </a:spcAft>
              <a:buSzPts val="810"/>
              <a:buChar char=""/>
              <a:defRPr/>
            </a:lvl3pPr>
            <a:lvl4pPr indent="-280035" lvl="3" marL="1828800" rtl="0" algn="l">
              <a:spcBef>
                <a:spcPts val="360"/>
              </a:spcBef>
              <a:spcAft>
                <a:spcPts val="0"/>
              </a:spcAft>
              <a:buSzPts val="810"/>
              <a:buChar char=""/>
              <a:defRPr/>
            </a:lvl4pPr>
            <a:lvl5pPr indent="-280035" lvl="4" marL="2286000" rtl="0" algn="l">
              <a:spcBef>
                <a:spcPts val="360"/>
              </a:spcBef>
              <a:spcAft>
                <a:spcPts val="0"/>
              </a:spcAft>
              <a:buSzPts val="810"/>
              <a:buChar char=""/>
              <a:defRPr/>
            </a:lvl5pPr>
            <a:lvl6pPr indent="-280035" lvl="5" marL="2743200" rtl="0" algn="l">
              <a:spcBef>
                <a:spcPts val="360"/>
              </a:spcBef>
              <a:spcAft>
                <a:spcPts val="0"/>
              </a:spcAft>
              <a:buSzPts val="810"/>
              <a:buChar char=""/>
              <a:defRPr/>
            </a:lvl6pPr>
            <a:lvl7pPr indent="-280035" lvl="6" marL="3200400" rtl="0" algn="l">
              <a:spcBef>
                <a:spcPts val="360"/>
              </a:spcBef>
              <a:spcAft>
                <a:spcPts val="0"/>
              </a:spcAft>
              <a:buSzPts val="810"/>
              <a:buChar char=""/>
              <a:defRPr/>
            </a:lvl7pPr>
            <a:lvl8pPr indent="-280034" lvl="7" marL="3657600" rtl="0" algn="l">
              <a:spcBef>
                <a:spcPts val="360"/>
              </a:spcBef>
              <a:spcAft>
                <a:spcPts val="0"/>
              </a:spcAft>
              <a:buSzPts val="810"/>
              <a:buChar char=""/>
              <a:defRPr/>
            </a:lvl8pPr>
            <a:lvl9pPr indent="-280034" lvl="8" marL="4114800" rtl="0" algn="l">
              <a:spcBef>
                <a:spcPts val="360"/>
              </a:spcBef>
              <a:spcAft>
                <a:spcPts val="0"/>
              </a:spcAft>
              <a:buSzPts val="810"/>
              <a:buChar char=""/>
              <a:defRPr/>
            </a:lvl9pPr>
          </a:lstStyle>
          <a:p/>
        </p:txBody>
      </p:sp>
      <p:sp>
        <p:nvSpPr>
          <p:cNvPr id="116" name="Google Shape;116;p23"/>
          <p:cNvSpPr txBox="1"/>
          <p:nvPr>
            <p:ph idx="10" type="dt"/>
          </p:nvPr>
        </p:nvSpPr>
        <p:spPr>
          <a:xfrm>
            <a:off x="456480" y="4685532"/>
            <a:ext cx="2131200" cy="355500"/>
          </a:xfrm>
          <a:prstGeom prst="rect">
            <a:avLst/>
          </a:prstGeom>
          <a:noFill/>
          <a:ln>
            <a:noFill/>
          </a:ln>
        </p:spPr>
        <p:txBody>
          <a:bodyPr anchorCtr="0" anchor="t" bIns="0" lIns="0" spcFirstLastPara="1" rIns="0" wrap="square" tIns="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17" name="Google Shape;117;p23"/>
          <p:cNvSpPr txBox="1"/>
          <p:nvPr>
            <p:ph idx="11" type="ftr"/>
          </p:nvPr>
        </p:nvSpPr>
        <p:spPr>
          <a:xfrm>
            <a:off x="3127680" y="4685532"/>
            <a:ext cx="2897400" cy="355500"/>
          </a:xfrm>
          <a:prstGeom prst="rect">
            <a:avLst/>
          </a:prstGeom>
          <a:noFill/>
          <a:ln>
            <a:noFill/>
          </a:ln>
        </p:spPr>
        <p:txBody>
          <a:bodyPr anchorCtr="0" anchor="t" bIns="0" lIns="0" spcFirstLastPara="1" rIns="0" wrap="square" tIns="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18" name="Google Shape;118;p23"/>
          <p:cNvSpPr txBox="1"/>
          <p:nvPr>
            <p:ph idx="12" type="sldNum"/>
          </p:nvPr>
        </p:nvSpPr>
        <p:spPr>
          <a:xfrm>
            <a:off x="6554880" y="4685532"/>
            <a:ext cx="2131200" cy="355500"/>
          </a:xfrm>
          <a:prstGeom prst="rect">
            <a:avLst/>
          </a:prstGeom>
          <a:noFill/>
          <a:ln>
            <a:noFill/>
          </a:ln>
        </p:spPr>
        <p:txBody>
          <a:bodyPr anchorCtr="0" anchor="t" bIns="0" lIns="0" spcFirstLastPara="1" rIns="0" wrap="square" tIns="0">
            <a:noAutofit/>
          </a:bodyPr>
          <a:lstStyle>
            <a:lvl1pPr indent="0" lvl="0"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1pPr>
            <a:lvl2pPr indent="0" lvl="1"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2pPr>
            <a:lvl3pPr indent="0" lvl="2"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3pPr>
            <a:lvl4pPr indent="0" lvl="3"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4pPr>
            <a:lvl5pPr indent="0" lvl="4"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5pPr>
            <a:lvl6pPr indent="0" lvl="5"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6pPr>
            <a:lvl7pPr indent="0" lvl="6"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7pPr>
            <a:lvl8pPr indent="0" lvl="7"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8pPr>
            <a:lvl9pPr indent="0" lvl="8"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5354580" y="1266601"/>
            <a:ext cx="4598100" cy="2064900"/>
          </a:xfrm>
          <a:prstGeom prst="rect">
            <a:avLst/>
          </a:prstGeom>
          <a:noFill/>
          <a:ln>
            <a:noFill/>
          </a:ln>
        </p:spPr>
        <p:txBody>
          <a:bodyPr anchorCtr="0" anchor="ctr" bIns="0" lIns="0" spcFirstLastPara="1" rIns="0" wrap="square" tIns="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21" name="Google Shape;121;p24"/>
          <p:cNvSpPr txBox="1"/>
          <p:nvPr>
            <p:ph idx="1" type="body"/>
          </p:nvPr>
        </p:nvSpPr>
        <p:spPr>
          <a:xfrm rot="5400000">
            <a:off x="1154730" y="-730049"/>
            <a:ext cx="4598100" cy="6058200"/>
          </a:xfrm>
          <a:prstGeom prst="rect">
            <a:avLst/>
          </a:prstGeom>
          <a:noFill/>
          <a:ln>
            <a:noFill/>
          </a:ln>
        </p:spPr>
        <p:txBody>
          <a:bodyPr anchorCtr="0" anchor="t" bIns="0" lIns="0" spcFirstLastPara="1" rIns="0" wrap="square" tIns="0">
            <a:noAutofit/>
          </a:bodyPr>
          <a:lstStyle>
            <a:lvl1pPr indent="-280035" lvl="0" marL="457200" rtl="0" algn="l">
              <a:spcBef>
                <a:spcPts val="360"/>
              </a:spcBef>
              <a:spcAft>
                <a:spcPts val="0"/>
              </a:spcAft>
              <a:buSzPts val="810"/>
              <a:buChar char=""/>
              <a:defRPr/>
            </a:lvl1pPr>
            <a:lvl2pPr indent="-280035" lvl="1" marL="914400" rtl="0" algn="l">
              <a:spcBef>
                <a:spcPts val="360"/>
              </a:spcBef>
              <a:spcAft>
                <a:spcPts val="0"/>
              </a:spcAft>
              <a:buSzPts val="810"/>
              <a:buChar char=""/>
              <a:defRPr/>
            </a:lvl2pPr>
            <a:lvl3pPr indent="-280035" lvl="2" marL="1371600" rtl="0" algn="l">
              <a:spcBef>
                <a:spcPts val="360"/>
              </a:spcBef>
              <a:spcAft>
                <a:spcPts val="0"/>
              </a:spcAft>
              <a:buSzPts val="810"/>
              <a:buChar char=""/>
              <a:defRPr/>
            </a:lvl3pPr>
            <a:lvl4pPr indent="-280035" lvl="3" marL="1828800" rtl="0" algn="l">
              <a:spcBef>
                <a:spcPts val="360"/>
              </a:spcBef>
              <a:spcAft>
                <a:spcPts val="0"/>
              </a:spcAft>
              <a:buSzPts val="810"/>
              <a:buChar char=""/>
              <a:defRPr/>
            </a:lvl4pPr>
            <a:lvl5pPr indent="-280035" lvl="4" marL="2286000" rtl="0" algn="l">
              <a:spcBef>
                <a:spcPts val="360"/>
              </a:spcBef>
              <a:spcAft>
                <a:spcPts val="0"/>
              </a:spcAft>
              <a:buSzPts val="810"/>
              <a:buChar char=""/>
              <a:defRPr/>
            </a:lvl5pPr>
            <a:lvl6pPr indent="-280035" lvl="5" marL="2743200" rtl="0" algn="l">
              <a:spcBef>
                <a:spcPts val="360"/>
              </a:spcBef>
              <a:spcAft>
                <a:spcPts val="0"/>
              </a:spcAft>
              <a:buSzPts val="810"/>
              <a:buChar char=""/>
              <a:defRPr/>
            </a:lvl6pPr>
            <a:lvl7pPr indent="-280035" lvl="6" marL="3200400" rtl="0" algn="l">
              <a:spcBef>
                <a:spcPts val="360"/>
              </a:spcBef>
              <a:spcAft>
                <a:spcPts val="0"/>
              </a:spcAft>
              <a:buSzPts val="810"/>
              <a:buChar char=""/>
              <a:defRPr/>
            </a:lvl7pPr>
            <a:lvl8pPr indent="-280034" lvl="7" marL="3657600" rtl="0" algn="l">
              <a:spcBef>
                <a:spcPts val="360"/>
              </a:spcBef>
              <a:spcAft>
                <a:spcPts val="0"/>
              </a:spcAft>
              <a:buSzPts val="810"/>
              <a:buChar char=""/>
              <a:defRPr/>
            </a:lvl8pPr>
            <a:lvl9pPr indent="-280034" lvl="8" marL="4114800" rtl="0" algn="l">
              <a:spcBef>
                <a:spcPts val="360"/>
              </a:spcBef>
              <a:spcAft>
                <a:spcPts val="0"/>
              </a:spcAft>
              <a:buSzPts val="810"/>
              <a:buChar char=""/>
              <a:defRPr/>
            </a:lvl9pPr>
          </a:lstStyle>
          <a:p/>
        </p:txBody>
      </p:sp>
      <p:sp>
        <p:nvSpPr>
          <p:cNvPr id="122" name="Google Shape;122;p24"/>
          <p:cNvSpPr txBox="1"/>
          <p:nvPr>
            <p:ph idx="10" type="dt"/>
          </p:nvPr>
        </p:nvSpPr>
        <p:spPr>
          <a:xfrm>
            <a:off x="456480" y="4685532"/>
            <a:ext cx="2131200" cy="355500"/>
          </a:xfrm>
          <a:prstGeom prst="rect">
            <a:avLst/>
          </a:prstGeom>
          <a:noFill/>
          <a:ln>
            <a:noFill/>
          </a:ln>
        </p:spPr>
        <p:txBody>
          <a:bodyPr anchorCtr="0" anchor="t" bIns="0" lIns="0" spcFirstLastPara="1" rIns="0" wrap="square" tIns="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23" name="Google Shape;123;p24"/>
          <p:cNvSpPr txBox="1"/>
          <p:nvPr>
            <p:ph idx="11" type="ftr"/>
          </p:nvPr>
        </p:nvSpPr>
        <p:spPr>
          <a:xfrm>
            <a:off x="3127680" y="4685532"/>
            <a:ext cx="2897400" cy="355500"/>
          </a:xfrm>
          <a:prstGeom prst="rect">
            <a:avLst/>
          </a:prstGeom>
          <a:noFill/>
          <a:ln>
            <a:noFill/>
          </a:ln>
        </p:spPr>
        <p:txBody>
          <a:bodyPr anchorCtr="0" anchor="t" bIns="0" lIns="0" spcFirstLastPara="1" rIns="0" wrap="square" tIns="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24" name="Google Shape;124;p24"/>
          <p:cNvSpPr txBox="1"/>
          <p:nvPr>
            <p:ph idx="12" type="sldNum"/>
          </p:nvPr>
        </p:nvSpPr>
        <p:spPr>
          <a:xfrm>
            <a:off x="6554880" y="4685532"/>
            <a:ext cx="2131200" cy="355500"/>
          </a:xfrm>
          <a:prstGeom prst="rect">
            <a:avLst/>
          </a:prstGeom>
          <a:noFill/>
          <a:ln>
            <a:noFill/>
          </a:ln>
        </p:spPr>
        <p:txBody>
          <a:bodyPr anchorCtr="0" anchor="t" bIns="0" lIns="0" spcFirstLastPara="1" rIns="0" wrap="square" tIns="0">
            <a:noAutofit/>
          </a:bodyPr>
          <a:lstStyle>
            <a:lvl1pPr indent="0" lvl="0"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1pPr>
            <a:lvl2pPr indent="0" lvl="1"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2pPr>
            <a:lvl3pPr indent="0" lvl="2"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3pPr>
            <a:lvl4pPr indent="0" lvl="3"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4pPr>
            <a:lvl5pPr indent="0" lvl="4"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5pPr>
            <a:lvl6pPr indent="0" lvl="5"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6pPr>
            <a:lvl7pPr indent="0" lvl="6"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7pPr>
            <a:lvl8pPr indent="0" lvl="7"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8pPr>
            <a:lvl9pPr indent="0" lvl="8"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theme" Target="../theme/theme3.xml"/><Relationship Id="rId12" Type="http://schemas.openxmlformats.org/officeDocument/2006/relationships/slideLayout" Target="../slideLayouts/slideLayout22.xml"/><Relationship Id="rId1" Type="http://schemas.openxmlformats.org/officeDocument/2006/relationships/image" Target="../media/image5.pn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424802" y="1"/>
            <a:ext cx="8228100" cy="85860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1" i="0" sz="2994"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1" i="0" sz="2994" u="none" cap="none" strike="noStrike">
                <a:solidFill>
                  <a:srgbClr val="FFFFFF"/>
                </a:solidFill>
                <a:latin typeface="Arial"/>
                <a:ea typeface="Arial"/>
                <a:cs typeface="Arial"/>
                <a:sym typeface="Arial"/>
              </a:defRPr>
            </a:lvl2pPr>
            <a:lvl3pPr lvl="2" marR="0" rtl="0" algn="l">
              <a:spcBef>
                <a:spcPts val="0"/>
              </a:spcBef>
              <a:spcAft>
                <a:spcPts val="0"/>
              </a:spcAft>
              <a:buSzPts val="1400"/>
              <a:buNone/>
              <a:defRPr b="1" i="0" sz="2994" u="none" cap="none" strike="noStrike">
                <a:solidFill>
                  <a:srgbClr val="FFFFFF"/>
                </a:solidFill>
                <a:latin typeface="Arial"/>
                <a:ea typeface="Arial"/>
                <a:cs typeface="Arial"/>
                <a:sym typeface="Arial"/>
              </a:defRPr>
            </a:lvl3pPr>
            <a:lvl4pPr lvl="3" marR="0" rtl="0" algn="l">
              <a:spcBef>
                <a:spcPts val="0"/>
              </a:spcBef>
              <a:spcAft>
                <a:spcPts val="0"/>
              </a:spcAft>
              <a:buSzPts val="1400"/>
              <a:buNone/>
              <a:defRPr b="1" i="0" sz="2994" u="none" cap="none" strike="noStrike">
                <a:solidFill>
                  <a:srgbClr val="FFFFFF"/>
                </a:solidFill>
                <a:latin typeface="Arial"/>
                <a:ea typeface="Arial"/>
                <a:cs typeface="Arial"/>
                <a:sym typeface="Arial"/>
              </a:defRPr>
            </a:lvl4pPr>
            <a:lvl5pPr lvl="4" marR="0" rtl="0" algn="l">
              <a:spcBef>
                <a:spcPts val="0"/>
              </a:spcBef>
              <a:spcAft>
                <a:spcPts val="0"/>
              </a:spcAft>
              <a:buSzPts val="1400"/>
              <a:buNone/>
              <a:defRPr b="1" i="0" sz="2994" u="none" cap="none" strike="noStrike">
                <a:solidFill>
                  <a:srgbClr val="FFFFFF"/>
                </a:solidFill>
                <a:latin typeface="Arial"/>
                <a:ea typeface="Arial"/>
                <a:cs typeface="Arial"/>
                <a:sym typeface="Arial"/>
              </a:defRPr>
            </a:lvl5pPr>
            <a:lvl6pPr lvl="5" marR="0" rtl="0" algn="l">
              <a:spcBef>
                <a:spcPts val="0"/>
              </a:spcBef>
              <a:spcAft>
                <a:spcPts val="0"/>
              </a:spcAft>
              <a:buSzPts val="1400"/>
              <a:buNone/>
              <a:defRPr b="1" i="0" sz="2994" u="none" cap="none" strike="noStrike">
                <a:solidFill>
                  <a:srgbClr val="FFFFFF"/>
                </a:solidFill>
                <a:latin typeface="Arial"/>
                <a:ea typeface="Arial"/>
                <a:cs typeface="Arial"/>
                <a:sym typeface="Arial"/>
              </a:defRPr>
            </a:lvl6pPr>
            <a:lvl7pPr lvl="6" marR="0" rtl="0" algn="l">
              <a:spcBef>
                <a:spcPts val="0"/>
              </a:spcBef>
              <a:spcAft>
                <a:spcPts val="0"/>
              </a:spcAft>
              <a:buSzPts val="1400"/>
              <a:buNone/>
              <a:defRPr b="1" i="0" sz="2994" u="none" cap="none" strike="noStrike">
                <a:solidFill>
                  <a:srgbClr val="FFFFFF"/>
                </a:solidFill>
                <a:latin typeface="Arial"/>
                <a:ea typeface="Arial"/>
                <a:cs typeface="Arial"/>
                <a:sym typeface="Arial"/>
              </a:defRPr>
            </a:lvl7pPr>
            <a:lvl8pPr lvl="7" marR="0" rtl="0" algn="l">
              <a:spcBef>
                <a:spcPts val="0"/>
              </a:spcBef>
              <a:spcAft>
                <a:spcPts val="0"/>
              </a:spcAft>
              <a:buSzPts val="1400"/>
              <a:buNone/>
              <a:defRPr b="1" i="0" sz="2994" u="none" cap="none" strike="noStrike">
                <a:solidFill>
                  <a:srgbClr val="FFFFFF"/>
                </a:solidFill>
                <a:latin typeface="Arial"/>
                <a:ea typeface="Arial"/>
                <a:cs typeface="Arial"/>
                <a:sym typeface="Arial"/>
              </a:defRPr>
            </a:lvl8pPr>
            <a:lvl9pPr lvl="8" marR="0" rtl="0" algn="l">
              <a:spcBef>
                <a:spcPts val="0"/>
              </a:spcBef>
              <a:spcAft>
                <a:spcPts val="0"/>
              </a:spcAft>
              <a:buSzPts val="1400"/>
              <a:buNone/>
              <a:defRPr b="1" i="0" sz="2994" u="none" cap="none" strike="noStrike">
                <a:solidFill>
                  <a:srgbClr val="FFFFFF"/>
                </a:solidFill>
                <a:latin typeface="Arial"/>
                <a:ea typeface="Arial"/>
                <a:cs typeface="Arial"/>
                <a:sym typeface="Arial"/>
              </a:defRPr>
            </a:lvl9pPr>
          </a:lstStyle>
          <a:p/>
        </p:txBody>
      </p:sp>
      <p:sp>
        <p:nvSpPr>
          <p:cNvPr id="52" name="Google Shape;52;p13"/>
          <p:cNvSpPr txBox="1"/>
          <p:nvPr>
            <p:ph idx="1" type="body"/>
          </p:nvPr>
        </p:nvSpPr>
        <p:spPr>
          <a:xfrm>
            <a:off x="456480" y="1203248"/>
            <a:ext cx="8229600" cy="3394800"/>
          </a:xfrm>
          <a:prstGeom prst="rect">
            <a:avLst/>
          </a:prstGeom>
          <a:noFill/>
          <a:ln>
            <a:noFill/>
          </a:ln>
        </p:spPr>
        <p:txBody>
          <a:bodyPr anchorCtr="0" anchor="t" bIns="0" lIns="0" spcFirstLastPara="1" rIns="0" wrap="square" tIns="0">
            <a:noAutofit/>
          </a:bodyPr>
          <a:lstStyle>
            <a:lvl1pPr indent="-290807" lvl="0" marL="457200" marR="0" rtl="0" algn="l">
              <a:spcBef>
                <a:spcPts val="435"/>
              </a:spcBef>
              <a:spcAft>
                <a:spcPts val="0"/>
              </a:spcAft>
              <a:buClr>
                <a:srgbClr val="FF6309"/>
              </a:buClr>
              <a:buSzPts val="980"/>
              <a:buFont typeface="Noto Sans Symbols"/>
              <a:buChar char=""/>
              <a:defRPr b="0" i="0" sz="2177" u="none" cap="none" strike="noStrike">
                <a:solidFill>
                  <a:schemeClr val="dk1"/>
                </a:solidFill>
                <a:latin typeface="Arial"/>
                <a:ea typeface="Arial"/>
                <a:cs typeface="Arial"/>
                <a:sym typeface="Arial"/>
              </a:defRPr>
            </a:lvl1pPr>
            <a:lvl2pPr indent="-283035" lvl="1" marL="914400" marR="0" rtl="0" algn="l">
              <a:spcBef>
                <a:spcPts val="381"/>
              </a:spcBef>
              <a:spcAft>
                <a:spcPts val="0"/>
              </a:spcAft>
              <a:buClr>
                <a:srgbClr val="FF6309"/>
              </a:buClr>
              <a:buSzPts val="857"/>
              <a:buFont typeface="Noto Sans Symbols"/>
              <a:buChar char=""/>
              <a:defRPr b="0" i="0" sz="1904" u="none" cap="none" strike="noStrike">
                <a:solidFill>
                  <a:schemeClr val="dk1"/>
                </a:solidFill>
                <a:latin typeface="Arial"/>
                <a:ea typeface="Arial"/>
                <a:cs typeface="Arial"/>
                <a:sym typeface="Arial"/>
              </a:defRPr>
            </a:lvl2pPr>
            <a:lvl3pPr indent="-275262" lvl="2" marL="1371600" marR="0" rtl="0" algn="l">
              <a:spcBef>
                <a:spcPts val="327"/>
              </a:spcBef>
              <a:spcAft>
                <a:spcPts val="0"/>
              </a:spcAft>
              <a:buClr>
                <a:srgbClr val="FF6309"/>
              </a:buClr>
              <a:buSzPts val="735"/>
              <a:buFont typeface="Noto Sans Symbols"/>
              <a:buChar char=""/>
              <a:defRPr b="0" i="0" sz="1633" u="none" cap="none" strike="noStrike">
                <a:solidFill>
                  <a:schemeClr val="dk1"/>
                </a:solidFill>
                <a:latin typeface="Arial"/>
                <a:ea typeface="Arial"/>
                <a:cs typeface="Arial"/>
                <a:sym typeface="Arial"/>
              </a:defRPr>
            </a:lvl3pPr>
            <a:lvl4pPr indent="-267490" lvl="3" marL="1828800" marR="0" rtl="0" algn="l">
              <a:spcBef>
                <a:spcPts val="272"/>
              </a:spcBef>
              <a:spcAft>
                <a:spcPts val="0"/>
              </a:spcAft>
              <a:buClr>
                <a:srgbClr val="FF6309"/>
              </a:buClr>
              <a:buSzPts val="612"/>
              <a:buFont typeface="Noto Sans Symbols"/>
              <a:buChar char=""/>
              <a:defRPr b="0" i="0" sz="1361" u="none" cap="none" strike="noStrike">
                <a:solidFill>
                  <a:schemeClr val="dk1"/>
                </a:solidFill>
                <a:latin typeface="Arial"/>
                <a:ea typeface="Arial"/>
                <a:cs typeface="Arial"/>
                <a:sym typeface="Arial"/>
              </a:defRPr>
            </a:lvl4pPr>
            <a:lvl5pPr indent="-267490" lvl="4" marL="2286000" marR="0" rtl="0" algn="l">
              <a:spcBef>
                <a:spcPts val="272"/>
              </a:spcBef>
              <a:spcAft>
                <a:spcPts val="0"/>
              </a:spcAft>
              <a:buClr>
                <a:srgbClr val="FF6309"/>
              </a:buClr>
              <a:buSzPts val="612"/>
              <a:buFont typeface="Noto Sans Symbols"/>
              <a:buChar char=""/>
              <a:defRPr b="0" i="0" sz="1361" u="none" cap="none" strike="noStrike">
                <a:solidFill>
                  <a:schemeClr val="dk1"/>
                </a:solidFill>
                <a:latin typeface="Arial"/>
                <a:ea typeface="Arial"/>
                <a:cs typeface="Arial"/>
                <a:sym typeface="Arial"/>
              </a:defRPr>
            </a:lvl5pPr>
            <a:lvl6pPr indent="-280035" lvl="5" marL="2743200" marR="0" rtl="0" algn="l">
              <a:spcBef>
                <a:spcPts val="360"/>
              </a:spcBef>
              <a:spcAft>
                <a:spcPts val="0"/>
              </a:spcAft>
              <a:buClr>
                <a:srgbClr val="FF6309"/>
              </a:buClr>
              <a:buSzPts val="810"/>
              <a:buFont typeface="Noto Sans Symbols"/>
              <a:buChar char=""/>
              <a:defRPr b="0" i="0" sz="1800" u="none" cap="none" strike="noStrike">
                <a:solidFill>
                  <a:schemeClr val="dk1"/>
                </a:solidFill>
                <a:latin typeface="Arial"/>
                <a:ea typeface="Arial"/>
                <a:cs typeface="Arial"/>
                <a:sym typeface="Arial"/>
              </a:defRPr>
            </a:lvl6pPr>
            <a:lvl7pPr indent="-280035" lvl="6" marL="3200400" marR="0" rtl="0" algn="l">
              <a:spcBef>
                <a:spcPts val="360"/>
              </a:spcBef>
              <a:spcAft>
                <a:spcPts val="0"/>
              </a:spcAft>
              <a:buClr>
                <a:srgbClr val="FF6309"/>
              </a:buClr>
              <a:buSzPts val="810"/>
              <a:buFont typeface="Noto Sans Symbols"/>
              <a:buChar char=""/>
              <a:defRPr b="0" i="0" sz="1800" u="none" cap="none" strike="noStrike">
                <a:solidFill>
                  <a:schemeClr val="dk1"/>
                </a:solidFill>
                <a:latin typeface="Arial"/>
                <a:ea typeface="Arial"/>
                <a:cs typeface="Arial"/>
                <a:sym typeface="Arial"/>
              </a:defRPr>
            </a:lvl7pPr>
            <a:lvl8pPr indent="-280034" lvl="7" marL="3657600" marR="0" rtl="0" algn="l">
              <a:spcBef>
                <a:spcPts val="360"/>
              </a:spcBef>
              <a:spcAft>
                <a:spcPts val="0"/>
              </a:spcAft>
              <a:buClr>
                <a:srgbClr val="FF6309"/>
              </a:buClr>
              <a:buSzPts val="810"/>
              <a:buFont typeface="Noto Sans Symbols"/>
              <a:buChar char=""/>
              <a:defRPr b="0" i="0" sz="1800" u="none" cap="none" strike="noStrike">
                <a:solidFill>
                  <a:schemeClr val="dk1"/>
                </a:solidFill>
                <a:latin typeface="Arial"/>
                <a:ea typeface="Arial"/>
                <a:cs typeface="Arial"/>
                <a:sym typeface="Arial"/>
              </a:defRPr>
            </a:lvl8pPr>
            <a:lvl9pPr indent="-280034" lvl="8" marL="4114800" marR="0" rtl="0" algn="l">
              <a:spcBef>
                <a:spcPts val="360"/>
              </a:spcBef>
              <a:spcAft>
                <a:spcPts val="0"/>
              </a:spcAft>
              <a:buClr>
                <a:srgbClr val="FF6309"/>
              </a:buClr>
              <a:buSzPts val="810"/>
              <a:buFont typeface="Noto Sans Symbols"/>
              <a:buChar char=""/>
              <a:defRPr b="0" i="0" sz="1800" u="none" cap="none" strike="noStrike">
                <a:solidFill>
                  <a:schemeClr val="dk1"/>
                </a:solidFill>
                <a:latin typeface="Arial"/>
                <a:ea typeface="Arial"/>
                <a:cs typeface="Arial"/>
                <a:sym typeface="Arial"/>
              </a:defRPr>
            </a:lvl9pPr>
          </a:lstStyle>
          <a:p/>
        </p:txBody>
      </p:sp>
      <p:sp>
        <p:nvSpPr>
          <p:cNvPr id="53" name="Google Shape;53;p13"/>
          <p:cNvSpPr txBox="1"/>
          <p:nvPr>
            <p:ph idx="10" type="dt"/>
          </p:nvPr>
        </p:nvSpPr>
        <p:spPr>
          <a:xfrm>
            <a:off x="456480" y="4685532"/>
            <a:ext cx="2131200" cy="35550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953"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4" name="Google Shape;54;p13"/>
          <p:cNvSpPr txBox="1"/>
          <p:nvPr>
            <p:ph idx="11" type="ftr"/>
          </p:nvPr>
        </p:nvSpPr>
        <p:spPr>
          <a:xfrm>
            <a:off x="3127680" y="4685532"/>
            <a:ext cx="2897400" cy="355500"/>
          </a:xfrm>
          <a:prstGeom prst="rect">
            <a:avLst/>
          </a:prstGeom>
          <a:noFill/>
          <a:ln>
            <a:noFill/>
          </a:ln>
        </p:spPr>
        <p:txBody>
          <a:bodyPr anchorCtr="0" anchor="t" bIns="0" lIns="0" spcFirstLastPara="1" rIns="0" wrap="square" tIns="0">
            <a:noAutofit/>
          </a:bodyPr>
          <a:lstStyle>
            <a:lvl1pPr lvl="0" marR="0" rtl="0" algn="ctr">
              <a:spcBef>
                <a:spcPts val="0"/>
              </a:spcBef>
              <a:spcAft>
                <a:spcPts val="0"/>
              </a:spcAft>
              <a:buSzPts val="1400"/>
              <a:buNone/>
              <a:defRPr b="0" i="0" sz="953"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5" name="Google Shape;55;p13"/>
          <p:cNvSpPr txBox="1"/>
          <p:nvPr>
            <p:ph idx="12" type="sldNum"/>
          </p:nvPr>
        </p:nvSpPr>
        <p:spPr>
          <a:xfrm>
            <a:off x="6554880" y="4685532"/>
            <a:ext cx="2131200" cy="355500"/>
          </a:xfrm>
          <a:prstGeom prst="rect">
            <a:avLst/>
          </a:prstGeom>
          <a:noFill/>
          <a:ln>
            <a:noFill/>
          </a:ln>
        </p:spPr>
        <p:txBody>
          <a:bodyPr anchorCtr="0" anchor="t" bIns="0" lIns="0" spcFirstLastPara="1" rIns="0" wrap="square" tIns="0">
            <a:noAutofit/>
          </a:bodyPr>
          <a:lstStyle>
            <a:lvl1pPr indent="0" lvl="0"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1pPr>
            <a:lvl2pPr indent="0" lvl="1"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2pPr>
            <a:lvl3pPr indent="0" lvl="2"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3pPr>
            <a:lvl4pPr indent="0" lvl="3"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4pPr>
            <a:lvl5pPr indent="0" lvl="4"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5pPr>
            <a:lvl6pPr indent="0" lvl="5"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6pPr>
            <a:lvl7pPr indent="0" lvl="6"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7pPr>
            <a:lvl8pPr indent="0" lvl="7"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8pPr>
            <a:lvl9pPr indent="0" lvl="8" marL="0" marR="0" rtl="0" algn="r">
              <a:spcBef>
                <a:spcPts val="0"/>
              </a:spcBef>
              <a:spcAft>
                <a:spcPts val="0"/>
              </a:spcAft>
              <a:buNone/>
              <a:defRPr b="0" i="0" sz="953"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hyperlink" Target="https://indradyumna.github.io/" TargetMode="Externa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hyperlink" Target="https://jonathan-hui.medium.com/applications-of-graph-neural-networks-gnn-d487fd5ed17d" TargetMode="External"/><Relationship Id="rId4" Type="http://schemas.openxmlformats.org/officeDocument/2006/relationships/hyperlink" Target="https://medium.com/criteo-engineering/top-applications-of-graph-neural-networks-2021-c06ec82bfc18" TargetMode="External"/><Relationship Id="rId5" Type="http://schemas.openxmlformats.org/officeDocument/2006/relationships/hyperlink" Target="https://mgalkin.medium.com/" TargetMode="External"/><Relationship Id="rId6" Type="http://schemas.openxmlformats.org/officeDocument/2006/relationships/hyperlink" Target="https://gml4vc.github.io/" TargetMode="External"/><Relationship Id="rId7" Type="http://schemas.openxmlformats.org/officeDocument/2006/relationships/hyperlink" Target="https://neptune.ai/blog/graph-neural-network-and-some-of-gnn-applications" TargetMode="External"/><Relationship Id="rId8"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hyperlink" Target="https://medium.com/data-from-the-trenches/graph-neural-networks-graph-classification-part-iii-4fa0409eb9e1"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9.gif"/><Relationship Id="rId4" Type="http://schemas.openxmlformats.org/officeDocument/2006/relationships/hyperlink" Target="https://towardsdatascience.com/graph-convolutional-networks-for-geometric-deep-learning-1faf17dee008"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4.png"/><Relationship Id="rId4" Type="http://schemas.openxmlformats.org/officeDocument/2006/relationships/image" Target="../media/image2.png"/><Relationship Id="rId5" Type="http://schemas.openxmlformats.org/officeDocument/2006/relationships/image" Target="../media/image23.png"/><Relationship Id="rId6" Type="http://schemas.openxmlformats.org/officeDocument/2006/relationships/image" Target="../media/image16.png"/><Relationship Id="rId7" Type="http://schemas.openxmlformats.org/officeDocument/2006/relationships/hyperlink" Target="https://math.stackexchange.com/questions/2804589/abstract-algebra-and-matrix-theory-row-switching-by-permutation-matrices" TargetMode="External"/><Relationship Id="rId8"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hyperlink" Target="https://proceedings.neurips.cc/paper/2017/file/f22e4747da1aa27e363d86d40ff442fe-Paper.pdf" TargetMode="External"/><Relationship Id="rId4" Type="http://schemas.openxmlformats.org/officeDocument/2006/relationships/hyperlink" Target="https://arxiv.org/pdf/1811.01900.pdf" TargetMode="External"/><Relationship Id="rId5" Type="http://schemas.openxmlformats.org/officeDocument/2006/relationships/hyperlink" Target="https://arxiv.org/pdf/1907.05638.pdf" TargetMode="External"/><Relationship Id="rId6"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hyperlink" Target="https://arxiv.org/pdf/1609.02907.pdf" TargetMode="External"/><Relationship Id="rId4" Type="http://schemas.openxmlformats.org/officeDocument/2006/relationships/hyperlink" Target="https://tkipf.github.io/graph-convolutional-networks/" TargetMode="External"/><Relationship Id="rId5" Type="http://schemas.openxmlformats.org/officeDocument/2006/relationships/image" Target="../media/image13.png"/><Relationship Id="rId6" Type="http://schemas.openxmlformats.org/officeDocument/2006/relationships/image" Target="../media/image12.png"/><Relationship Id="rId7" Type="http://schemas.openxmlformats.org/officeDocument/2006/relationships/hyperlink" Target="https://arxiv.org/pdf/2104.13478.pdf"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hyperlink" Target="https://arxiv.org/pdf/1710.10903.pdf" TargetMode="External"/><Relationship Id="rId4" Type="http://schemas.openxmlformats.org/officeDocument/2006/relationships/hyperlink" Target="https://arxiv.org/pdf/2104.13478.pdf" TargetMode="External"/><Relationship Id="rId9" Type="http://schemas.openxmlformats.org/officeDocument/2006/relationships/image" Target="../media/image19.png"/><Relationship Id="rId5" Type="http://schemas.openxmlformats.org/officeDocument/2006/relationships/image" Target="../media/image22.png"/><Relationship Id="rId6" Type="http://schemas.openxmlformats.org/officeDocument/2006/relationships/image" Target="../media/image21.png"/><Relationship Id="rId7" Type="http://schemas.openxmlformats.org/officeDocument/2006/relationships/image" Target="../media/image11.png"/><Relationship Id="rId8"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hyperlink" Target="https://arxiv.org/pdf/1704.01212.pdf" TargetMode="External"/><Relationship Id="rId4" Type="http://schemas.openxmlformats.org/officeDocument/2006/relationships/hyperlink" Target="https://arxiv.org/pdf/2104.13478.pdf" TargetMode="External"/><Relationship Id="rId5" Type="http://schemas.openxmlformats.org/officeDocument/2006/relationships/image" Target="../media/image18.png"/><Relationship Id="rId6" Type="http://schemas.openxmlformats.org/officeDocument/2006/relationships/image" Target="../media/image24.png"/><Relationship Id="rId7" Type="http://schemas.openxmlformats.org/officeDocument/2006/relationships/image" Target="../media/image2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hyperlink" Target="https://proceedings.neurips.cc/paper/2017/file/5dd9db5e033da9c6fb5ba83c7a7ebea9-Paper.pdf" TargetMode="External"/><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hyperlink" Target="https://towardsdatascience.com/expressive-power-of-graph-neural-networks-and-the-weisefeiler-lehman-test-b883db3c7c49" TargetMode="Externa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31.png"/><Relationship Id="rId4" Type="http://schemas.openxmlformats.org/officeDocument/2006/relationships/hyperlink" Target="https://towardsdatascience.com/using-subgraphs-for-more-expressive-gnns-8d06418d5ab" TargetMode="External"/><Relationship Id="rId5" Type="http://schemas.openxmlformats.org/officeDocument/2006/relationships/image" Target="../media/image2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hyperlink" Target="https://arxiv.org/pdf/1810.00826.pdf" TargetMode="External"/><Relationship Id="rId4" Type="http://schemas.openxmlformats.org/officeDocument/2006/relationships/image" Target="../media/image26.png"/><Relationship Id="rId5" Type="http://schemas.openxmlformats.org/officeDocument/2006/relationships/image" Target="../media/image3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hyperlink" Target="https://arxiv.org/pdf/1810.00826.pdf" TargetMode="External"/><Relationship Id="rId4" Type="http://schemas.openxmlformats.org/officeDocument/2006/relationships/image" Target="../media/image30.png"/><Relationship Id="rId5" Type="http://schemas.openxmlformats.org/officeDocument/2006/relationships/image" Target="../media/image3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hyperlink" Target="https://arxiv.org/pdf/2002.03155.pdf" TargetMode="External"/><Relationship Id="rId4" Type="http://schemas.openxmlformats.org/officeDocument/2006/relationships/image" Target="../media/image3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hyperlink" Target="https://arxiv.org/pdf/2004.05718.pdf" TargetMode="External"/><Relationship Id="rId4" Type="http://schemas.openxmlformats.org/officeDocument/2006/relationships/image" Target="../media/image4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36.png"/><Relationship Id="rId4" Type="http://schemas.openxmlformats.org/officeDocument/2006/relationships/image" Target="../media/image24.png"/><Relationship Id="rId5" Type="http://schemas.openxmlformats.org/officeDocument/2006/relationships/hyperlink" Target="https://arxiv.org/pdf/1511.05493.pdf" TargetMode="External"/><Relationship Id="rId6" Type="http://schemas.openxmlformats.org/officeDocument/2006/relationships/hyperlink" Target="https://arxiv.org/pdf/1904.12787.pdf" TargetMode="External"/><Relationship Id="rId7" Type="http://schemas.openxmlformats.org/officeDocument/2006/relationships/image" Target="../media/image4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43.png"/><Relationship Id="rId4" Type="http://schemas.openxmlformats.org/officeDocument/2006/relationships/image" Target="../media/image38.png"/><Relationship Id="rId5" Type="http://schemas.openxmlformats.org/officeDocument/2006/relationships/image" Target="../media/image37.png"/><Relationship Id="rId6" Type="http://schemas.openxmlformats.org/officeDocument/2006/relationships/image" Target="../media/image4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49.png"/><Relationship Id="rId4" Type="http://schemas.openxmlformats.org/officeDocument/2006/relationships/hyperlink" Target="https://arxiv.org/pdf/1706.02216.pdf"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34.png"/><Relationship Id="rId4" Type="http://schemas.openxmlformats.org/officeDocument/2006/relationships/image" Target="../media/image4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35.png"/><Relationship Id="rId4" Type="http://schemas.openxmlformats.org/officeDocument/2006/relationships/hyperlink" Target="https://arxiv.org/pdf/1511.05493.pdf" TargetMode="External"/><Relationship Id="rId5" Type="http://schemas.openxmlformats.org/officeDocument/2006/relationships/hyperlink" Target="https://arxiv.org/pdf/1904.12787.pdf" TargetMode="External"/><Relationship Id="rId6" Type="http://schemas.openxmlformats.org/officeDocument/2006/relationships/image" Target="../media/image4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hyperlink" Target="https://arxiv.org/pdf/1808.05689.pdf" TargetMode="External"/><Relationship Id="rId4" Type="http://schemas.openxmlformats.org/officeDocument/2006/relationships/image" Target="../media/image6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hyperlink" Target="https://arxiv.org/pdf/1904.12787.pdf" TargetMode="External"/><Relationship Id="rId4" Type="http://schemas.openxmlformats.org/officeDocument/2006/relationships/image" Target="../media/image4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 Id="rId3" Type="http://schemas.openxmlformats.org/officeDocument/2006/relationships/hyperlink" Target="https://arxiv.org/pdf/1808.05689.pdf" TargetMode="External"/><Relationship Id="rId4" Type="http://schemas.openxmlformats.org/officeDocument/2006/relationships/image" Target="../media/image5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hyperlink" Target="https://arxiv.org/pdf/1808.05689.pdf" TargetMode="External"/><Relationship Id="rId4" Type="http://schemas.openxmlformats.org/officeDocument/2006/relationships/image" Target="../media/image4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 Id="rId3" Type="http://schemas.openxmlformats.org/officeDocument/2006/relationships/hyperlink" Target="https://arxiv.org/pdf/1904.12787.pdf" TargetMode="External"/><Relationship Id="rId4" Type="http://schemas.openxmlformats.org/officeDocument/2006/relationships/image" Target="../media/image46.png"/><Relationship Id="rId5" Type="http://schemas.openxmlformats.org/officeDocument/2006/relationships/image" Target="../media/image5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 Id="rId3" Type="http://schemas.openxmlformats.org/officeDocument/2006/relationships/image" Target="../media/image76.png"/><Relationship Id="rId4" Type="http://schemas.openxmlformats.org/officeDocument/2006/relationships/image" Target="../media/image48.png"/><Relationship Id="rId5" Type="http://schemas.openxmlformats.org/officeDocument/2006/relationships/image" Target="../media/image55.png"/><Relationship Id="rId6" Type="http://schemas.openxmlformats.org/officeDocument/2006/relationships/image" Target="../media/image6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 Id="rId3" Type="http://schemas.openxmlformats.org/officeDocument/2006/relationships/image" Target="../media/image37.png"/><Relationship Id="rId4" Type="http://schemas.openxmlformats.org/officeDocument/2006/relationships/image" Target="../media/image56.png"/><Relationship Id="rId5" Type="http://schemas.openxmlformats.org/officeDocument/2006/relationships/image" Target="../media/image51.png"/><Relationship Id="rId6" Type="http://schemas.openxmlformats.org/officeDocument/2006/relationships/image" Target="../media/image65.png"/><Relationship Id="rId7" Type="http://schemas.openxmlformats.org/officeDocument/2006/relationships/image" Target="../media/image5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 Id="rId3" Type="http://schemas.openxmlformats.org/officeDocument/2006/relationships/image" Target="../media/image65.png"/><Relationship Id="rId4" Type="http://schemas.openxmlformats.org/officeDocument/2006/relationships/image" Target="../media/image59.png"/><Relationship Id="rId5" Type="http://schemas.openxmlformats.org/officeDocument/2006/relationships/image" Target="../media/image54.png"/><Relationship Id="rId6" Type="http://schemas.openxmlformats.org/officeDocument/2006/relationships/image" Target="../media/image62.png"/><Relationship Id="rId7" Type="http://schemas.openxmlformats.org/officeDocument/2006/relationships/image" Target="../media/image58.png"/><Relationship Id="rId8" Type="http://schemas.openxmlformats.org/officeDocument/2006/relationships/image" Target="../media/image6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 Id="rId3" Type="http://schemas.openxmlformats.org/officeDocument/2006/relationships/image" Target="../media/image73.png"/><Relationship Id="rId4" Type="http://schemas.openxmlformats.org/officeDocument/2006/relationships/hyperlink" Target="https://people.cs.vt.edu/~reddy/papers/SIGIR21.pdf"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 Id="rId3" Type="http://schemas.openxmlformats.org/officeDocument/2006/relationships/image" Target="../media/image66.png"/><Relationship Id="rId4" Type="http://schemas.openxmlformats.org/officeDocument/2006/relationships/hyperlink" Target="https://people.cs.vt.edu/~reddy/papers/SIGIR21.pdf"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 Id="rId3" Type="http://schemas.openxmlformats.org/officeDocument/2006/relationships/image" Target="../media/image6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 Id="rId3" Type="http://schemas.openxmlformats.org/officeDocument/2006/relationships/image" Target="../media/image68.png"/><Relationship Id="rId4" Type="http://schemas.openxmlformats.org/officeDocument/2006/relationships/image" Target="../media/image6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 Id="rId3" Type="http://schemas.openxmlformats.org/officeDocument/2006/relationships/image" Target="../media/image68.png"/><Relationship Id="rId4" Type="http://schemas.openxmlformats.org/officeDocument/2006/relationships/image" Target="../media/image71.png"/><Relationship Id="rId5" Type="http://schemas.openxmlformats.org/officeDocument/2006/relationships/image" Target="../media/image44.png"/><Relationship Id="rId6" Type="http://schemas.openxmlformats.org/officeDocument/2006/relationships/hyperlink" Target="https://arxiv.org/pdf/1802.08665.pdf" TargetMode="External"/><Relationship Id="rId7" Type="http://schemas.openxmlformats.org/officeDocument/2006/relationships/image" Target="../media/image67.png"/></Relationships>
</file>

<file path=ppt/slides/_rels/slide40.xml.rels><?xml version="1.0" encoding="UTF-8" standalone="yes"?><Relationships xmlns="http://schemas.openxmlformats.org/package/2006/relationships"><Relationship Id="rId11" Type="http://schemas.openxmlformats.org/officeDocument/2006/relationships/image" Target="../media/image86.png"/><Relationship Id="rId10" Type="http://schemas.openxmlformats.org/officeDocument/2006/relationships/image" Target="../media/image78.png"/><Relationship Id="rId13" Type="http://schemas.openxmlformats.org/officeDocument/2006/relationships/image" Target="../media/image83.png"/><Relationship Id="rId12" Type="http://schemas.openxmlformats.org/officeDocument/2006/relationships/image" Target="../media/image84.png"/><Relationship Id="rId1" Type="http://schemas.openxmlformats.org/officeDocument/2006/relationships/slideLayout" Target="../slideLayouts/slideLayout12.xml"/><Relationship Id="rId2" Type="http://schemas.openxmlformats.org/officeDocument/2006/relationships/notesSlide" Target="../notesSlides/notesSlide40.xml"/><Relationship Id="rId3" Type="http://schemas.openxmlformats.org/officeDocument/2006/relationships/hyperlink" Target="https://indradyumna.github.io/pdfs/IsoNet_main.pdf" TargetMode="External"/><Relationship Id="rId4" Type="http://schemas.openxmlformats.org/officeDocument/2006/relationships/image" Target="../media/image74.png"/><Relationship Id="rId9" Type="http://schemas.openxmlformats.org/officeDocument/2006/relationships/image" Target="../media/image75.png"/><Relationship Id="rId15" Type="http://schemas.openxmlformats.org/officeDocument/2006/relationships/image" Target="../media/image87.png"/><Relationship Id="rId14" Type="http://schemas.openxmlformats.org/officeDocument/2006/relationships/image" Target="../media/image94.png"/><Relationship Id="rId17" Type="http://schemas.openxmlformats.org/officeDocument/2006/relationships/image" Target="../media/image79.png"/><Relationship Id="rId16" Type="http://schemas.openxmlformats.org/officeDocument/2006/relationships/image" Target="../media/image85.png"/><Relationship Id="rId5" Type="http://schemas.openxmlformats.org/officeDocument/2006/relationships/image" Target="../media/image80.png"/><Relationship Id="rId6" Type="http://schemas.openxmlformats.org/officeDocument/2006/relationships/image" Target="../media/image70.png"/><Relationship Id="rId18" Type="http://schemas.openxmlformats.org/officeDocument/2006/relationships/hyperlink" Target="https://indradyumna.github.io/pdfs/IsoNet_main.pdf" TargetMode="External"/><Relationship Id="rId7" Type="http://schemas.openxmlformats.org/officeDocument/2006/relationships/image" Target="../media/image72.png"/><Relationship Id="rId8" Type="http://schemas.openxmlformats.org/officeDocument/2006/relationships/image" Target="../media/image77.png"/></Relationships>
</file>

<file path=ppt/slides/_rels/slide41.xml.rels><?xml version="1.0" encoding="UTF-8" standalone="yes"?><Relationships xmlns="http://schemas.openxmlformats.org/package/2006/relationships"><Relationship Id="rId11" Type="http://schemas.openxmlformats.org/officeDocument/2006/relationships/image" Target="../media/image91.png"/><Relationship Id="rId10" Type="http://schemas.openxmlformats.org/officeDocument/2006/relationships/image" Target="../media/image92.png"/><Relationship Id="rId13" Type="http://schemas.openxmlformats.org/officeDocument/2006/relationships/image" Target="../media/image54.png"/><Relationship Id="rId12" Type="http://schemas.openxmlformats.org/officeDocument/2006/relationships/image" Target="../media/image95.png"/><Relationship Id="rId1" Type="http://schemas.openxmlformats.org/officeDocument/2006/relationships/slideLayout" Target="../slideLayouts/slideLayout12.xml"/><Relationship Id="rId2" Type="http://schemas.openxmlformats.org/officeDocument/2006/relationships/notesSlide" Target="../notesSlides/notesSlide41.xml"/><Relationship Id="rId3" Type="http://schemas.openxmlformats.org/officeDocument/2006/relationships/hyperlink" Target="https://indradyumna.github.io/pdfs/IsoNet_main.pdf" TargetMode="External"/><Relationship Id="rId4" Type="http://schemas.openxmlformats.org/officeDocument/2006/relationships/image" Target="../media/image70.png"/><Relationship Id="rId9" Type="http://schemas.openxmlformats.org/officeDocument/2006/relationships/image" Target="../media/image85.png"/><Relationship Id="rId14" Type="http://schemas.openxmlformats.org/officeDocument/2006/relationships/image" Target="../media/image62.png"/><Relationship Id="rId5" Type="http://schemas.openxmlformats.org/officeDocument/2006/relationships/image" Target="../media/image75.png"/><Relationship Id="rId6" Type="http://schemas.openxmlformats.org/officeDocument/2006/relationships/image" Target="../media/image78.png"/><Relationship Id="rId7" Type="http://schemas.openxmlformats.org/officeDocument/2006/relationships/image" Target="../media/image86.png"/><Relationship Id="rId8" Type="http://schemas.openxmlformats.org/officeDocument/2006/relationships/image" Target="../media/image87.png"/></Relationships>
</file>

<file path=ppt/slides/_rels/slide42.xml.rels><?xml version="1.0" encoding="UTF-8" standalone="yes"?><Relationships xmlns="http://schemas.openxmlformats.org/package/2006/relationships"><Relationship Id="rId10" Type="http://schemas.openxmlformats.org/officeDocument/2006/relationships/image" Target="../media/image95.png"/><Relationship Id="rId1" Type="http://schemas.openxmlformats.org/officeDocument/2006/relationships/slideLayout" Target="../slideLayouts/slideLayout12.xml"/><Relationship Id="rId2" Type="http://schemas.openxmlformats.org/officeDocument/2006/relationships/notesSlide" Target="../notesSlides/notesSlide42.xml"/><Relationship Id="rId3" Type="http://schemas.openxmlformats.org/officeDocument/2006/relationships/hyperlink" Target="https://indradyumna.github.io/pdfs/IsoNet_main.pdf" TargetMode="External"/><Relationship Id="rId4" Type="http://schemas.openxmlformats.org/officeDocument/2006/relationships/image" Target="../media/image65.png"/><Relationship Id="rId9" Type="http://schemas.openxmlformats.org/officeDocument/2006/relationships/image" Target="../media/image91.png"/><Relationship Id="rId5" Type="http://schemas.openxmlformats.org/officeDocument/2006/relationships/image" Target="../media/image59.png"/><Relationship Id="rId6" Type="http://schemas.openxmlformats.org/officeDocument/2006/relationships/image" Target="../media/image85.png"/><Relationship Id="rId7" Type="http://schemas.openxmlformats.org/officeDocument/2006/relationships/image" Target="../media/image79.png"/><Relationship Id="rId8" Type="http://schemas.openxmlformats.org/officeDocument/2006/relationships/image" Target="../media/image9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3.xml"/><Relationship Id="rId3" Type="http://schemas.openxmlformats.org/officeDocument/2006/relationships/image" Target="../media/image88.png"/><Relationship Id="rId4" Type="http://schemas.openxmlformats.org/officeDocument/2006/relationships/image" Target="../media/image9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4.xml"/><Relationship Id="rId3" Type="http://schemas.openxmlformats.org/officeDocument/2006/relationships/image" Target="../media/image90.png"/><Relationship Id="rId4" Type="http://schemas.openxmlformats.org/officeDocument/2006/relationships/image" Target="../media/image89.png"/><Relationship Id="rId5" Type="http://schemas.openxmlformats.org/officeDocument/2006/relationships/hyperlink" Target="https://indradyumna.github.io/pdfs/2022_NeuralMcs.pdf"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28" name="Shape 128"/>
        <p:cNvGrpSpPr/>
        <p:nvPr/>
      </p:nvGrpSpPr>
      <p:grpSpPr>
        <a:xfrm>
          <a:off x="0" y="0"/>
          <a:ext cx="0" cy="0"/>
          <a:chOff x="0" y="0"/>
          <a:chExt cx="0" cy="0"/>
        </a:xfrm>
      </p:grpSpPr>
      <p:sp>
        <p:nvSpPr>
          <p:cNvPr id="129" name="Google Shape;129;p25"/>
          <p:cNvSpPr/>
          <p:nvPr/>
        </p:nvSpPr>
        <p:spPr>
          <a:xfrm>
            <a:off x="368800" y="1138751"/>
            <a:ext cx="8019600" cy="7863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 sz="4000">
                <a:solidFill>
                  <a:srgbClr val="4F81BD"/>
                </a:solidFill>
                <a:latin typeface="Calibri"/>
                <a:ea typeface="Calibri"/>
                <a:cs typeface="Calibri"/>
                <a:sym typeface="Calibri"/>
              </a:rPr>
              <a:t>Graph NNs, Scoring and Retrieval</a:t>
            </a:r>
            <a:endParaRPr b="1" i="0" sz="1800" u="none" cap="none" strike="noStrike">
              <a:solidFill>
                <a:srgbClr val="4F81BD"/>
              </a:solidFill>
              <a:latin typeface="Arial"/>
              <a:ea typeface="Arial"/>
              <a:cs typeface="Arial"/>
              <a:sym typeface="Arial"/>
            </a:endParaRPr>
          </a:p>
        </p:txBody>
      </p:sp>
      <p:sp>
        <p:nvSpPr>
          <p:cNvPr id="130" name="Google Shape;130;p25"/>
          <p:cNvSpPr txBox="1"/>
          <p:nvPr/>
        </p:nvSpPr>
        <p:spPr>
          <a:xfrm>
            <a:off x="468490" y="3298399"/>
            <a:ext cx="7403100" cy="400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 sz="2000" u="sng">
                <a:solidFill>
                  <a:schemeClr val="hlink"/>
                </a:solidFill>
                <a:hlinkClick r:id="rId3"/>
              </a:rPr>
              <a:t>Indradyumna Roy</a:t>
            </a:r>
            <a:endParaRPr sz="2000"/>
          </a:p>
        </p:txBody>
      </p:sp>
      <p:sp>
        <p:nvSpPr>
          <p:cNvPr id="131" name="Google Shape;131;p25"/>
          <p:cNvSpPr txBox="1"/>
          <p:nvPr/>
        </p:nvSpPr>
        <p:spPr>
          <a:xfrm>
            <a:off x="1183432" y="4246544"/>
            <a:ext cx="5925000" cy="523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 sz="2800" u="none" cap="none" strike="noStrike">
                <a:solidFill>
                  <a:srgbClr val="7F7F7F"/>
                </a:solidFill>
                <a:latin typeface="Calibri"/>
                <a:ea typeface="Calibri"/>
                <a:cs typeface="Calibri"/>
                <a:sym typeface="Calibri"/>
              </a:rPr>
              <a:t>IIT Bombay</a:t>
            </a:r>
            <a:endParaRPr/>
          </a:p>
        </p:txBody>
      </p:sp>
      <p:pic>
        <p:nvPicPr>
          <p:cNvPr descr="IIT Bombay | IIT Bombay" id="132" name="Google Shape;132;p25"/>
          <p:cNvPicPr preferRelativeResize="0"/>
          <p:nvPr/>
        </p:nvPicPr>
        <p:blipFill rotWithShape="1">
          <a:blip r:embed="rId4">
            <a:alphaModFix/>
          </a:blip>
          <a:srcRect b="0" l="0" r="0" t="0"/>
          <a:stretch/>
        </p:blipFill>
        <p:spPr>
          <a:xfrm>
            <a:off x="7653673" y="3699346"/>
            <a:ext cx="1124332" cy="1099567"/>
          </a:xfrm>
          <a:prstGeom prst="rect">
            <a:avLst/>
          </a:prstGeom>
          <a:noFill/>
          <a:ln>
            <a:noFill/>
          </a:ln>
        </p:spPr>
      </p:pic>
      <p:sp>
        <p:nvSpPr>
          <p:cNvPr id="133" name="Google Shape;133;p25"/>
          <p:cNvSpPr txBox="1"/>
          <p:nvPr/>
        </p:nvSpPr>
        <p:spPr>
          <a:xfrm>
            <a:off x="1740700" y="2171550"/>
            <a:ext cx="49710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200"/>
              <a:t>2024-CS 728</a:t>
            </a:r>
            <a:endParaRPr sz="2200"/>
          </a:p>
        </p:txBody>
      </p:sp>
      <p:sp>
        <p:nvSpPr>
          <p:cNvPr id="134" name="Google Shape;134;p25"/>
          <p:cNvSpPr txBox="1"/>
          <p:nvPr/>
        </p:nvSpPr>
        <p:spPr>
          <a:xfrm>
            <a:off x="1969300" y="3699350"/>
            <a:ext cx="46305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t/>
            </a:r>
            <a:endParaRPr b="1" sz="24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6"/>
          <p:cNvSpPr txBox="1"/>
          <p:nvPr/>
        </p:nvSpPr>
        <p:spPr>
          <a:xfrm>
            <a:off x="532075" y="1398025"/>
            <a:ext cx="8033400" cy="21240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en"/>
              <a:t>Applications [</a:t>
            </a:r>
            <a:r>
              <a:rPr lang="en" u="sng">
                <a:solidFill>
                  <a:schemeClr val="hlink"/>
                </a:solidFill>
                <a:hlinkClick r:id="rId3"/>
              </a:rPr>
              <a:t>Jonathan Hui Blog</a:t>
            </a:r>
            <a:r>
              <a:rPr lang="en"/>
              <a:t>, </a:t>
            </a:r>
            <a:r>
              <a:rPr lang="en" u="sng">
                <a:solidFill>
                  <a:schemeClr val="hlink"/>
                </a:solidFill>
                <a:hlinkClick r:id="rId4"/>
              </a:rPr>
              <a:t>Sergei Ivanov Blog</a:t>
            </a:r>
            <a:r>
              <a:rPr lang="en"/>
              <a:t>]</a:t>
            </a:r>
            <a:endParaRPr/>
          </a:p>
          <a:p>
            <a:pPr indent="-317500" lvl="1" marL="914400" rtl="0" algn="l">
              <a:spcBef>
                <a:spcPts val="0"/>
              </a:spcBef>
              <a:spcAft>
                <a:spcPts val="0"/>
              </a:spcAft>
              <a:buSzPts val="1400"/>
              <a:buChar char="○"/>
            </a:pPr>
            <a:r>
              <a:rPr lang="en"/>
              <a:t>Images as scene graphs</a:t>
            </a:r>
            <a:endParaRPr/>
          </a:p>
          <a:p>
            <a:pPr indent="-317500" lvl="1" marL="914400" rtl="0" algn="l">
              <a:spcBef>
                <a:spcPts val="0"/>
              </a:spcBef>
              <a:spcAft>
                <a:spcPts val="0"/>
              </a:spcAft>
              <a:buSzPts val="1400"/>
              <a:buChar char="○"/>
            </a:pPr>
            <a:r>
              <a:rPr lang="en"/>
              <a:t>molecular graphs - chemical compounds</a:t>
            </a:r>
            <a:endParaRPr/>
          </a:p>
          <a:p>
            <a:pPr indent="-317500" lvl="1" marL="914400" rtl="0" algn="l">
              <a:spcBef>
                <a:spcPts val="0"/>
              </a:spcBef>
              <a:spcAft>
                <a:spcPts val="0"/>
              </a:spcAft>
              <a:buSzPts val="1400"/>
              <a:buChar char="○"/>
            </a:pPr>
            <a:r>
              <a:rPr lang="en"/>
              <a:t>User-Item bipartite graphs for recommender systems</a:t>
            </a:r>
            <a:endParaRPr/>
          </a:p>
          <a:p>
            <a:pPr indent="-317500" lvl="1" marL="914400" rtl="0" algn="l">
              <a:spcBef>
                <a:spcPts val="0"/>
              </a:spcBef>
              <a:spcAft>
                <a:spcPts val="0"/>
              </a:spcAft>
              <a:buSzPts val="1400"/>
              <a:buChar char="○"/>
            </a:pPr>
            <a:r>
              <a:rPr lang="en"/>
              <a:t>Social Network Graphs</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n"/>
              <a:t>Graphs in NLP [</a:t>
            </a:r>
            <a:r>
              <a:rPr lang="en" u="sng">
                <a:solidFill>
                  <a:schemeClr val="hlink"/>
                </a:solidFill>
                <a:hlinkClick r:id="rId5"/>
              </a:rPr>
              <a:t>Michael Galkin’s Blogs</a:t>
            </a:r>
            <a:r>
              <a:rPr lang="en"/>
              <a:t>]</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n"/>
              <a:t>Graph ML in Computer Vision [</a:t>
            </a:r>
            <a:r>
              <a:rPr lang="en" u="sng">
                <a:solidFill>
                  <a:schemeClr val="hlink"/>
                </a:solidFill>
                <a:hlinkClick r:id="rId6"/>
              </a:rPr>
              <a:t>LINK</a:t>
            </a:r>
            <a:r>
              <a:rPr lang="en"/>
              <a:t>]</a:t>
            </a:r>
            <a:endParaRPr/>
          </a:p>
        </p:txBody>
      </p:sp>
      <p:sp>
        <p:nvSpPr>
          <p:cNvPr id="140" name="Google Shape;140;p26"/>
          <p:cNvSpPr txBox="1"/>
          <p:nvPr/>
        </p:nvSpPr>
        <p:spPr>
          <a:xfrm>
            <a:off x="365760" y="1"/>
            <a:ext cx="8287200" cy="8586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n" sz="2800">
                <a:solidFill>
                  <a:schemeClr val="lt1"/>
                </a:solidFill>
              </a:rPr>
              <a:t>Graph ML Applications</a:t>
            </a:r>
            <a:endParaRPr sz="2800">
              <a:solidFill>
                <a:schemeClr val="lt1"/>
              </a:solidFill>
            </a:endParaRPr>
          </a:p>
          <a:p>
            <a:pPr indent="0" lvl="0" marL="0" marR="0" rtl="0" algn="l">
              <a:spcBef>
                <a:spcPts val="0"/>
              </a:spcBef>
              <a:spcAft>
                <a:spcPts val="0"/>
              </a:spcAft>
              <a:buNone/>
            </a:pPr>
            <a:r>
              <a:t/>
            </a:r>
            <a:endParaRPr b="1" sz="2950">
              <a:solidFill>
                <a:srgbClr val="FFFFFF"/>
              </a:solidFill>
            </a:endParaRPr>
          </a:p>
        </p:txBody>
      </p:sp>
      <p:sp>
        <p:nvSpPr>
          <p:cNvPr id="141" name="Google Shape;141;p26"/>
          <p:cNvSpPr txBox="1"/>
          <p:nvPr/>
        </p:nvSpPr>
        <p:spPr>
          <a:xfrm>
            <a:off x="6690375" y="4213475"/>
            <a:ext cx="1812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Source [</a:t>
            </a:r>
            <a:r>
              <a:rPr lang="en" u="sng">
                <a:solidFill>
                  <a:schemeClr val="hlink"/>
                </a:solidFill>
                <a:hlinkClick r:id="rId7"/>
              </a:rPr>
              <a:t>LINK</a:t>
            </a:r>
            <a:r>
              <a:rPr lang="en"/>
              <a:t>]</a:t>
            </a:r>
            <a:endParaRPr/>
          </a:p>
        </p:txBody>
      </p:sp>
      <p:pic>
        <p:nvPicPr>
          <p:cNvPr id="142" name="Google Shape;142;p26"/>
          <p:cNvPicPr preferRelativeResize="0"/>
          <p:nvPr/>
        </p:nvPicPr>
        <p:blipFill>
          <a:blip r:embed="rId8">
            <a:alphaModFix/>
          </a:blip>
          <a:stretch>
            <a:fillRect/>
          </a:stretch>
        </p:blipFill>
        <p:spPr>
          <a:xfrm>
            <a:off x="4282525" y="2625675"/>
            <a:ext cx="4742326" cy="14834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7"/>
          <p:cNvSpPr txBox="1"/>
          <p:nvPr/>
        </p:nvSpPr>
        <p:spPr>
          <a:xfrm>
            <a:off x="365760" y="1"/>
            <a:ext cx="8287200" cy="8586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n" sz="2800">
                <a:solidFill>
                  <a:schemeClr val="lt1"/>
                </a:solidFill>
              </a:rPr>
              <a:t>Prediction on Graphs</a:t>
            </a:r>
            <a:endParaRPr sz="2800">
              <a:solidFill>
                <a:schemeClr val="lt1"/>
              </a:solidFill>
            </a:endParaRPr>
          </a:p>
          <a:p>
            <a:pPr indent="0" lvl="0" marL="0" marR="0" rtl="0" algn="l">
              <a:spcBef>
                <a:spcPts val="0"/>
              </a:spcBef>
              <a:spcAft>
                <a:spcPts val="0"/>
              </a:spcAft>
              <a:buNone/>
            </a:pPr>
            <a:r>
              <a:t/>
            </a:r>
            <a:endParaRPr b="1" sz="2950">
              <a:solidFill>
                <a:srgbClr val="FFFFFF"/>
              </a:solidFill>
            </a:endParaRPr>
          </a:p>
        </p:txBody>
      </p:sp>
      <p:pic>
        <p:nvPicPr>
          <p:cNvPr id="148" name="Google Shape;148;p27"/>
          <p:cNvPicPr preferRelativeResize="0"/>
          <p:nvPr/>
        </p:nvPicPr>
        <p:blipFill>
          <a:blip r:embed="rId3">
            <a:alphaModFix/>
          </a:blip>
          <a:stretch>
            <a:fillRect/>
          </a:stretch>
        </p:blipFill>
        <p:spPr>
          <a:xfrm>
            <a:off x="152400" y="1011001"/>
            <a:ext cx="4860589" cy="3980100"/>
          </a:xfrm>
          <a:prstGeom prst="rect">
            <a:avLst/>
          </a:prstGeom>
          <a:noFill/>
          <a:ln>
            <a:noFill/>
          </a:ln>
        </p:spPr>
      </p:pic>
      <p:sp>
        <p:nvSpPr>
          <p:cNvPr id="149" name="Google Shape;149;p27"/>
          <p:cNvSpPr txBox="1"/>
          <p:nvPr/>
        </p:nvSpPr>
        <p:spPr>
          <a:xfrm>
            <a:off x="2796050" y="4743300"/>
            <a:ext cx="1293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Source </a:t>
            </a:r>
            <a:r>
              <a:rPr lang="en" u="sng">
                <a:solidFill>
                  <a:schemeClr val="hlink"/>
                </a:solidFill>
                <a:hlinkClick r:id="rId4"/>
              </a:rPr>
              <a:t>[LINK]</a:t>
            </a:r>
            <a:endParaRPr/>
          </a:p>
        </p:txBody>
      </p:sp>
      <p:sp>
        <p:nvSpPr>
          <p:cNvPr id="150" name="Google Shape;150;p27"/>
          <p:cNvSpPr txBox="1"/>
          <p:nvPr/>
        </p:nvSpPr>
        <p:spPr>
          <a:xfrm>
            <a:off x="5111825" y="1189825"/>
            <a:ext cx="3811800" cy="32016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en"/>
              <a:t>Graph </a:t>
            </a:r>
            <a:r>
              <a:rPr lang="en"/>
              <a:t>Classification</a:t>
            </a:r>
            <a:endParaRPr/>
          </a:p>
          <a:p>
            <a:pPr indent="-317500" lvl="1" marL="914400" rtl="0" algn="l">
              <a:spcBef>
                <a:spcPts val="0"/>
              </a:spcBef>
              <a:spcAft>
                <a:spcPts val="0"/>
              </a:spcAft>
              <a:buSzPts val="1400"/>
              <a:buChar char="○"/>
            </a:pPr>
            <a:r>
              <a:rPr lang="en"/>
              <a:t>image classification</a:t>
            </a:r>
            <a:endParaRPr/>
          </a:p>
          <a:p>
            <a:pPr indent="-317500" lvl="1" marL="914400" rtl="0" algn="l">
              <a:spcBef>
                <a:spcPts val="0"/>
              </a:spcBef>
              <a:spcAft>
                <a:spcPts val="0"/>
              </a:spcAft>
              <a:buSzPts val="1400"/>
              <a:buChar char="○"/>
            </a:pPr>
            <a:r>
              <a:rPr lang="en"/>
              <a:t>predicting toxicity of chemical compounds</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n"/>
              <a:t>Node Classification</a:t>
            </a:r>
            <a:endParaRPr/>
          </a:p>
          <a:p>
            <a:pPr indent="-317500" lvl="1" marL="914400" rtl="0" algn="l">
              <a:spcBef>
                <a:spcPts val="0"/>
              </a:spcBef>
              <a:spcAft>
                <a:spcPts val="0"/>
              </a:spcAft>
              <a:buSzPts val="1400"/>
              <a:buChar char="○"/>
            </a:pPr>
            <a:r>
              <a:rPr lang="en"/>
              <a:t>user classification</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n"/>
              <a:t>Link Prediction</a:t>
            </a:r>
            <a:endParaRPr/>
          </a:p>
          <a:p>
            <a:pPr indent="-317500" lvl="1" marL="914400" rtl="0" algn="l">
              <a:spcBef>
                <a:spcPts val="0"/>
              </a:spcBef>
              <a:spcAft>
                <a:spcPts val="0"/>
              </a:spcAft>
              <a:buSzPts val="1400"/>
              <a:buChar char="○"/>
            </a:pPr>
            <a:r>
              <a:rPr lang="en"/>
              <a:t>Recommending connections in Social Networks</a:t>
            </a:r>
            <a:endParaRPr/>
          </a:p>
          <a:p>
            <a:pPr indent="-317500" lvl="1" marL="914400" rtl="0" algn="l">
              <a:spcBef>
                <a:spcPts val="0"/>
              </a:spcBef>
              <a:spcAft>
                <a:spcPts val="0"/>
              </a:spcAft>
              <a:buSzPts val="1400"/>
              <a:buChar char="○"/>
            </a:pPr>
            <a:r>
              <a:rPr lang="en"/>
              <a:t>Recommending items for purchase  in user-item bipartite graphs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8"/>
          <p:cNvSpPr txBox="1"/>
          <p:nvPr/>
        </p:nvSpPr>
        <p:spPr>
          <a:xfrm>
            <a:off x="365760" y="1"/>
            <a:ext cx="8287200" cy="8586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n" sz="2800">
                <a:solidFill>
                  <a:schemeClr val="lt1"/>
                </a:solidFill>
              </a:rPr>
              <a:t>Convolutional Layers</a:t>
            </a:r>
            <a:endParaRPr sz="2800">
              <a:solidFill>
                <a:schemeClr val="lt1"/>
              </a:solidFill>
            </a:endParaRPr>
          </a:p>
          <a:p>
            <a:pPr indent="0" lvl="0" marL="0" marR="0" rtl="0" algn="l">
              <a:spcBef>
                <a:spcPts val="0"/>
              </a:spcBef>
              <a:spcAft>
                <a:spcPts val="0"/>
              </a:spcAft>
              <a:buNone/>
            </a:pPr>
            <a:r>
              <a:t/>
            </a:r>
            <a:endParaRPr b="1" sz="2950">
              <a:solidFill>
                <a:srgbClr val="FFFFFF"/>
              </a:solidFill>
            </a:endParaRPr>
          </a:p>
        </p:txBody>
      </p:sp>
      <p:sp>
        <p:nvSpPr>
          <p:cNvPr id="156" name="Google Shape;156;p28"/>
          <p:cNvSpPr txBox="1"/>
          <p:nvPr/>
        </p:nvSpPr>
        <p:spPr>
          <a:xfrm>
            <a:off x="256850" y="3913400"/>
            <a:ext cx="8505000" cy="12621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en"/>
              <a:t>Images</a:t>
            </a:r>
            <a:r>
              <a:rPr lang="en"/>
              <a:t> are grid graphs - regularity makes things easier</a:t>
            </a:r>
            <a:endParaRPr/>
          </a:p>
          <a:p>
            <a:pPr indent="-317500" lvl="0" marL="457200" rtl="0" algn="l">
              <a:spcBef>
                <a:spcPts val="0"/>
              </a:spcBef>
              <a:spcAft>
                <a:spcPts val="0"/>
              </a:spcAft>
              <a:buSzPts val="1400"/>
              <a:buChar char="●"/>
            </a:pPr>
            <a:r>
              <a:rPr lang="en"/>
              <a:t>Generalize to operate on arbitrary graphs</a:t>
            </a:r>
            <a:endParaRPr/>
          </a:p>
          <a:p>
            <a:pPr indent="-317500" lvl="0" marL="457200" rtl="0" algn="l">
              <a:spcBef>
                <a:spcPts val="0"/>
              </a:spcBef>
              <a:spcAft>
                <a:spcPts val="0"/>
              </a:spcAft>
              <a:buSzPts val="1400"/>
              <a:buChar char="●"/>
            </a:pPr>
            <a:r>
              <a:rPr lang="en"/>
              <a:t>Small number of parameters shared across all positions</a:t>
            </a:r>
            <a:endParaRPr/>
          </a:p>
          <a:p>
            <a:pPr indent="-317500" lvl="0" marL="457200" rtl="0" algn="l">
              <a:spcBef>
                <a:spcPts val="0"/>
              </a:spcBef>
              <a:spcAft>
                <a:spcPts val="0"/>
              </a:spcAft>
              <a:buSzPts val="1400"/>
              <a:buChar char="●"/>
            </a:pPr>
            <a:r>
              <a:rPr lang="en"/>
              <a:t>Translational Invariance</a:t>
            </a:r>
            <a:endParaRPr/>
          </a:p>
          <a:p>
            <a:pPr indent="-317500" lvl="0" marL="457200" rtl="0" algn="l">
              <a:spcBef>
                <a:spcPts val="0"/>
              </a:spcBef>
              <a:spcAft>
                <a:spcPts val="0"/>
              </a:spcAft>
              <a:buSzPts val="1400"/>
              <a:buChar char="●"/>
            </a:pPr>
            <a:r>
              <a:rPr lang="en"/>
              <a:t>Exploit locality</a:t>
            </a:r>
            <a:endParaRPr/>
          </a:p>
        </p:txBody>
      </p:sp>
      <p:pic>
        <p:nvPicPr>
          <p:cNvPr id="157" name="Google Shape;157;p28"/>
          <p:cNvPicPr preferRelativeResize="0"/>
          <p:nvPr/>
        </p:nvPicPr>
        <p:blipFill>
          <a:blip r:embed="rId3">
            <a:alphaModFix/>
          </a:blip>
          <a:stretch>
            <a:fillRect/>
          </a:stretch>
        </p:blipFill>
        <p:spPr>
          <a:xfrm>
            <a:off x="270850" y="1049100"/>
            <a:ext cx="8137150" cy="3000575"/>
          </a:xfrm>
          <a:prstGeom prst="rect">
            <a:avLst/>
          </a:prstGeom>
          <a:noFill/>
          <a:ln>
            <a:noFill/>
          </a:ln>
        </p:spPr>
      </p:pic>
      <p:sp>
        <p:nvSpPr>
          <p:cNvPr id="158" name="Google Shape;158;p28"/>
          <p:cNvSpPr txBox="1"/>
          <p:nvPr/>
        </p:nvSpPr>
        <p:spPr>
          <a:xfrm>
            <a:off x="189800" y="2856450"/>
            <a:ext cx="816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Source </a:t>
            </a:r>
            <a:r>
              <a:rPr lang="en" u="sng">
                <a:solidFill>
                  <a:schemeClr val="hlink"/>
                </a:solidFill>
                <a:hlinkClick r:id="rId4"/>
              </a:rPr>
              <a:t>[LINK]</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9"/>
          <p:cNvSpPr txBox="1"/>
          <p:nvPr/>
        </p:nvSpPr>
        <p:spPr>
          <a:xfrm>
            <a:off x="365760" y="1"/>
            <a:ext cx="8287200" cy="8586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n" sz="2800">
                <a:solidFill>
                  <a:schemeClr val="lt1"/>
                </a:solidFill>
              </a:rPr>
              <a:t>Notation</a:t>
            </a:r>
            <a:endParaRPr sz="2800">
              <a:solidFill>
                <a:schemeClr val="lt1"/>
              </a:solidFill>
            </a:endParaRPr>
          </a:p>
          <a:p>
            <a:pPr indent="0" lvl="0" marL="0" marR="0" rtl="0" algn="l">
              <a:spcBef>
                <a:spcPts val="0"/>
              </a:spcBef>
              <a:spcAft>
                <a:spcPts val="0"/>
              </a:spcAft>
              <a:buNone/>
            </a:pPr>
            <a:r>
              <a:t/>
            </a:r>
            <a:endParaRPr b="1" sz="2950">
              <a:solidFill>
                <a:srgbClr val="FFFFFF"/>
              </a:solidFill>
            </a:endParaRPr>
          </a:p>
        </p:txBody>
      </p:sp>
      <p:sp>
        <p:nvSpPr>
          <p:cNvPr id="164" name="Google Shape;164;p29"/>
          <p:cNvSpPr txBox="1"/>
          <p:nvPr/>
        </p:nvSpPr>
        <p:spPr>
          <a:xfrm>
            <a:off x="550850" y="1145750"/>
            <a:ext cx="8196600" cy="38481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en"/>
              <a:t>G= (V,E)</a:t>
            </a:r>
            <a:endParaRPr/>
          </a:p>
          <a:p>
            <a:pPr indent="-317500" lvl="0" marL="457200" rtl="0" algn="l">
              <a:spcBef>
                <a:spcPts val="0"/>
              </a:spcBef>
              <a:spcAft>
                <a:spcPts val="0"/>
              </a:spcAft>
              <a:buSzPts val="1400"/>
              <a:buChar char="●"/>
            </a:pPr>
            <a:r>
              <a:rPr lang="en"/>
              <a:t>V : </a:t>
            </a:r>
            <a:r>
              <a:rPr b="1" lang="en"/>
              <a:t>Set</a:t>
            </a:r>
            <a:r>
              <a:rPr lang="en"/>
              <a:t> of nodes</a:t>
            </a:r>
            <a:endParaRPr/>
          </a:p>
          <a:p>
            <a:pPr indent="-317500" lvl="0" marL="457200" rtl="0" algn="l">
              <a:spcBef>
                <a:spcPts val="0"/>
              </a:spcBef>
              <a:spcAft>
                <a:spcPts val="0"/>
              </a:spcAft>
              <a:buSzPts val="1400"/>
              <a:buChar char="●"/>
            </a:pPr>
            <a:r>
              <a:rPr lang="en"/>
              <a:t>  </a:t>
            </a:r>
            <a:endParaRPr/>
          </a:p>
          <a:p>
            <a:pPr indent="-317500" lvl="0" marL="457200" rtl="0" algn="l">
              <a:spcBef>
                <a:spcPts val="0"/>
              </a:spcBef>
              <a:spcAft>
                <a:spcPts val="0"/>
              </a:spcAft>
              <a:buSzPts val="1400"/>
              <a:buChar char="●"/>
            </a:pPr>
            <a:r>
              <a:rPr lang="en"/>
              <a:t>Adjacency matrix A with entries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457200" rtl="0" algn="l">
              <a:spcBef>
                <a:spcPts val="0"/>
              </a:spcBef>
              <a:spcAft>
                <a:spcPts val="0"/>
              </a:spcAft>
              <a:buNone/>
            </a:pPr>
            <a:r>
              <a:rPr lang="en"/>
              <a:t>  </a:t>
            </a:r>
            <a:endParaRPr/>
          </a:p>
          <a:p>
            <a:pPr indent="-317500" lvl="0" marL="457200" rtl="0" algn="l">
              <a:spcBef>
                <a:spcPts val="0"/>
              </a:spcBef>
              <a:spcAft>
                <a:spcPts val="0"/>
              </a:spcAft>
              <a:buSzPts val="1400"/>
              <a:buChar char="●"/>
            </a:pPr>
            <a:r>
              <a:rPr lang="en"/>
              <a:t>Node features</a:t>
            </a:r>
            <a:endParaRPr/>
          </a:p>
          <a:p>
            <a:pPr indent="-317500" lvl="0" marL="457200" rtl="0" algn="l">
              <a:spcBef>
                <a:spcPts val="0"/>
              </a:spcBef>
              <a:spcAft>
                <a:spcPts val="0"/>
              </a:spcAft>
              <a:buSzPts val="1400"/>
              <a:buChar char="●"/>
            </a:pPr>
            <a:r>
              <a:rPr lang="en"/>
              <a:t>   </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n"/>
              <a:t>Above imposes a node ordering</a:t>
            </a:r>
            <a:endParaRPr/>
          </a:p>
          <a:p>
            <a:pPr indent="-317500" lvl="0" marL="457200" rtl="0" algn="l">
              <a:spcBef>
                <a:spcPts val="0"/>
              </a:spcBef>
              <a:spcAft>
                <a:spcPts val="0"/>
              </a:spcAft>
              <a:buSzPts val="1400"/>
              <a:buChar char="●"/>
            </a:pPr>
            <a:r>
              <a:rPr lang="en"/>
              <a:t>Permute using permutation matrices P</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descr="E \subseteq (V \times V)" id="165" name="Google Shape;165;p29" title="MathEquation,#000000"/>
          <p:cNvPicPr preferRelativeResize="0"/>
          <p:nvPr/>
        </p:nvPicPr>
        <p:blipFill>
          <a:blip r:embed="rId3">
            <a:alphaModFix/>
          </a:blip>
          <a:stretch>
            <a:fillRect/>
          </a:stretch>
        </p:blipFill>
        <p:spPr>
          <a:xfrm>
            <a:off x="1083875" y="1677325"/>
            <a:ext cx="1070800" cy="223525"/>
          </a:xfrm>
          <a:prstGeom prst="rect">
            <a:avLst/>
          </a:prstGeom>
          <a:noFill/>
          <a:ln>
            <a:noFill/>
          </a:ln>
        </p:spPr>
      </p:pic>
      <p:pic>
        <p:nvPicPr>
          <p:cNvPr descr="x_i \in \mathbb{R}^k" id="166" name="Google Shape;166;p29" title="MathEquation,#000000"/>
          <p:cNvPicPr preferRelativeResize="0"/>
          <p:nvPr/>
        </p:nvPicPr>
        <p:blipFill>
          <a:blip r:embed="rId4">
            <a:alphaModFix/>
          </a:blip>
          <a:stretch>
            <a:fillRect/>
          </a:stretch>
        </p:blipFill>
        <p:spPr>
          <a:xfrm>
            <a:off x="2310575" y="2910600"/>
            <a:ext cx="686486" cy="254000"/>
          </a:xfrm>
          <a:prstGeom prst="rect">
            <a:avLst/>
          </a:prstGeom>
          <a:noFill/>
          <a:ln>
            <a:noFill/>
          </a:ln>
        </p:spPr>
      </p:pic>
      <p:pic>
        <p:nvPicPr>
          <p:cNvPr descr="X = [x_1 x_2 \dots x_n ]^T where \ n = |V|" id="167" name="Google Shape;167;p29" title="MathEquation,#000000"/>
          <p:cNvPicPr preferRelativeResize="0"/>
          <p:nvPr/>
        </p:nvPicPr>
        <p:blipFill>
          <a:blip r:embed="rId5">
            <a:alphaModFix/>
          </a:blip>
          <a:stretch>
            <a:fillRect/>
          </a:stretch>
        </p:blipFill>
        <p:spPr>
          <a:xfrm>
            <a:off x="1007675" y="3190475"/>
            <a:ext cx="2783550" cy="253999"/>
          </a:xfrm>
          <a:prstGeom prst="rect">
            <a:avLst/>
          </a:prstGeom>
          <a:noFill/>
          <a:ln>
            <a:noFill/>
          </a:ln>
        </p:spPr>
      </p:pic>
      <p:pic>
        <p:nvPicPr>
          <p:cNvPr id="168" name="Google Shape;168;p29"/>
          <p:cNvPicPr preferRelativeResize="0"/>
          <p:nvPr/>
        </p:nvPicPr>
        <p:blipFill rotWithShape="1">
          <a:blip r:embed="rId6">
            <a:alphaModFix/>
          </a:blip>
          <a:srcRect b="-8318" l="0" r="-11706" t="0"/>
          <a:stretch/>
        </p:blipFill>
        <p:spPr>
          <a:xfrm>
            <a:off x="931475" y="4026450"/>
            <a:ext cx="4919226" cy="1201800"/>
          </a:xfrm>
          <a:prstGeom prst="rect">
            <a:avLst/>
          </a:prstGeom>
          <a:noFill/>
          <a:ln>
            <a:noFill/>
          </a:ln>
        </p:spPr>
      </p:pic>
      <p:sp>
        <p:nvSpPr>
          <p:cNvPr id="169" name="Google Shape;169;p29"/>
          <p:cNvSpPr txBox="1"/>
          <p:nvPr/>
        </p:nvSpPr>
        <p:spPr>
          <a:xfrm>
            <a:off x="5600075" y="3998000"/>
            <a:ext cx="1833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Source [</a:t>
            </a:r>
            <a:r>
              <a:rPr lang="en" u="sng">
                <a:solidFill>
                  <a:schemeClr val="hlink"/>
                </a:solidFill>
                <a:hlinkClick r:id="rId7"/>
              </a:rPr>
              <a:t>LINK</a:t>
            </a:r>
            <a:r>
              <a:rPr lang="en"/>
              <a:t>]</a:t>
            </a:r>
            <a:endParaRPr/>
          </a:p>
        </p:txBody>
      </p:sp>
      <p:pic>
        <p:nvPicPr>
          <p:cNvPr descr="     a_{ij}= \begin{cases}&#10;            1  &amp;\text{if}\ (i,j) \in E, \\&#10;            0  &amp;\text{otherwise}.&#10;            \end{cases}" id="170" name="Google Shape;170;p29" title="MathEquation,#000000"/>
          <p:cNvPicPr preferRelativeResize="0"/>
          <p:nvPr/>
        </p:nvPicPr>
        <p:blipFill>
          <a:blip r:embed="rId8">
            <a:alphaModFix/>
          </a:blip>
          <a:stretch>
            <a:fillRect/>
          </a:stretch>
        </p:blipFill>
        <p:spPr>
          <a:xfrm>
            <a:off x="1045775" y="2098639"/>
            <a:ext cx="2707350" cy="69037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0"/>
          <p:cNvSpPr txBox="1"/>
          <p:nvPr/>
        </p:nvSpPr>
        <p:spPr>
          <a:xfrm>
            <a:off x="365760" y="1"/>
            <a:ext cx="8287200" cy="8586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n" sz="2800">
                <a:solidFill>
                  <a:schemeClr val="lt1"/>
                </a:solidFill>
              </a:rPr>
              <a:t>Desideratum (Sets)</a:t>
            </a:r>
            <a:endParaRPr sz="2800">
              <a:solidFill>
                <a:schemeClr val="lt1"/>
              </a:solidFill>
            </a:endParaRPr>
          </a:p>
          <a:p>
            <a:pPr indent="0" lvl="0" marL="0" marR="0" rtl="0" algn="l">
              <a:spcBef>
                <a:spcPts val="0"/>
              </a:spcBef>
              <a:spcAft>
                <a:spcPts val="0"/>
              </a:spcAft>
              <a:buNone/>
            </a:pPr>
            <a:r>
              <a:t/>
            </a:r>
            <a:endParaRPr b="1" sz="2950">
              <a:solidFill>
                <a:srgbClr val="FFFFFF"/>
              </a:solidFill>
            </a:endParaRPr>
          </a:p>
        </p:txBody>
      </p:sp>
      <p:sp>
        <p:nvSpPr>
          <p:cNvPr id="176" name="Google Shape;176;p30"/>
          <p:cNvSpPr txBox="1"/>
          <p:nvPr/>
        </p:nvSpPr>
        <p:spPr>
          <a:xfrm>
            <a:off x="550850" y="1145750"/>
            <a:ext cx="8196600" cy="38481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en"/>
              <a:t>Consider Sets (only nodes V, no edges)</a:t>
            </a:r>
            <a:endParaRPr/>
          </a:p>
          <a:p>
            <a:pPr indent="-317500" lvl="0" marL="457200" rtl="0" algn="l">
              <a:spcBef>
                <a:spcPts val="0"/>
              </a:spcBef>
              <a:spcAft>
                <a:spcPts val="0"/>
              </a:spcAft>
              <a:buSzPts val="1400"/>
              <a:buChar char="●"/>
            </a:pPr>
            <a:r>
              <a:rPr lang="en"/>
              <a:t>Designing functions on sets:  f(X)</a:t>
            </a:r>
            <a:endParaRPr/>
          </a:p>
          <a:p>
            <a:pPr indent="-317500" lvl="0" marL="457200" rtl="0" algn="l">
              <a:spcBef>
                <a:spcPts val="0"/>
              </a:spcBef>
              <a:spcAft>
                <a:spcPts val="0"/>
              </a:spcAft>
              <a:buSzPts val="1400"/>
              <a:buChar char="●"/>
            </a:pPr>
            <a:r>
              <a:rPr lang="en"/>
              <a:t> Permutation Invariance: f(PX) = f(X)</a:t>
            </a:r>
            <a:endParaRPr/>
          </a:p>
          <a:p>
            <a:pPr indent="-317500" lvl="0" marL="457200" rtl="0" algn="l">
              <a:spcBef>
                <a:spcPts val="0"/>
              </a:spcBef>
              <a:spcAft>
                <a:spcPts val="0"/>
              </a:spcAft>
              <a:buSzPts val="1400"/>
              <a:buChar char="●"/>
            </a:pPr>
            <a:r>
              <a:rPr lang="en"/>
              <a:t>Permutation equivariance: f(PX) = Pf(X)</a:t>
            </a:r>
            <a:endParaRPr/>
          </a:p>
          <a:p>
            <a:pPr indent="-317500" lvl="0" marL="457200" rtl="0" algn="l">
              <a:spcBef>
                <a:spcPts val="0"/>
              </a:spcBef>
              <a:spcAft>
                <a:spcPts val="0"/>
              </a:spcAft>
              <a:buSzPts val="1400"/>
              <a:buChar char="●"/>
            </a:pPr>
            <a:r>
              <a:rPr lang="en"/>
              <a:t>DeepSets (</a:t>
            </a:r>
            <a:r>
              <a:rPr lang="en" u="sng">
                <a:solidFill>
                  <a:schemeClr val="hlink"/>
                </a:solidFill>
                <a:hlinkClick r:id="rId3"/>
              </a:rPr>
              <a:t>Zaheer, et al., NeurIPS’17</a:t>
            </a:r>
            <a:r>
              <a:rPr lang="en"/>
              <a: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n"/>
              <a:t>Recipe</a:t>
            </a:r>
            <a:endParaRPr/>
          </a:p>
          <a:p>
            <a:pPr indent="-317500" lvl="1" marL="914400" rtl="0" algn="l">
              <a:spcBef>
                <a:spcPts val="0"/>
              </a:spcBef>
              <a:spcAft>
                <a:spcPts val="0"/>
              </a:spcAft>
              <a:buSzPts val="1400"/>
              <a:buChar char="○"/>
            </a:pPr>
            <a:r>
              <a:rPr lang="en"/>
              <a:t>Stack equivariant functions inside. Enforced by </a:t>
            </a:r>
            <a:r>
              <a:rPr lang="en"/>
              <a:t>applying</a:t>
            </a:r>
            <a:r>
              <a:rPr lang="en"/>
              <a:t> function on set elements in isolation </a:t>
            </a:r>
            <a:endParaRPr/>
          </a:p>
          <a:p>
            <a:pPr indent="-317500" lvl="1" marL="914400" rtl="0" algn="l">
              <a:spcBef>
                <a:spcPts val="0"/>
              </a:spcBef>
              <a:spcAft>
                <a:spcPts val="0"/>
              </a:spcAft>
              <a:buSzPts val="1400"/>
              <a:buChar char="○"/>
            </a:pPr>
            <a:r>
              <a:rPr lang="en"/>
              <a:t>Additional invariant function outside if required.</a:t>
            </a:r>
            <a:endParaRPr/>
          </a:p>
          <a:p>
            <a:pPr indent="-317500" lvl="0" marL="457200" rtl="0" algn="l">
              <a:spcBef>
                <a:spcPts val="0"/>
              </a:spcBef>
              <a:spcAft>
                <a:spcPts val="0"/>
              </a:spcAft>
              <a:buSzPts val="1400"/>
              <a:buChar char="●"/>
            </a:pPr>
            <a:r>
              <a:rPr lang="en"/>
              <a:t>Follow up: </a:t>
            </a:r>
            <a:r>
              <a:rPr lang="en" u="sng">
                <a:solidFill>
                  <a:schemeClr val="hlink"/>
                </a:solidFill>
                <a:hlinkClick r:id="rId4"/>
              </a:rPr>
              <a:t>Murphy, et al., ICLR’19</a:t>
            </a:r>
            <a:r>
              <a:rPr lang="en"/>
              <a:t>, </a:t>
            </a:r>
            <a:r>
              <a:rPr lang="en" u="sng">
                <a:solidFill>
                  <a:schemeClr val="hlink"/>
                </a:solidFill>
                <a:hlinkClick r:id="rId5"/>
              </a:rPr>
              <a:t>Pabbaraju and Jain 2020</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p:txBody>
      </p:sp>
      <p:pic>
        <p:nvPicPr>
          <p:cNvPr id="177" name="Google Shape;177;p30"/>
          <p:cNvPicPr preferRelativeResize="0"/>
          <p:nvPr/>
        </p:nvPicPr>
        <p:blipFill>
          <a:blip r:embed="rId6">
            <a:alphaModFix/>
          </a:blip>
          <a:stretch>
            <a:fillRect/>
          </a:stretch>
        </p:blipFill>
        <p:spPr>
          <a:xfrm>
            <a:off x="768850" y="2376875"/>
            <a:ext cx="7978611" cy="7067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1"/>
          <p:cNvSpPr txBox="1"/>
          <p:nvPr/>
        </p:nvSpPr>
        <p:spPr>
          <a:xfrm>
            <a:off x="365760" y="1"/>
            <a:ext cx="8287200" cy="8586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n" sz="2800">
                <a:solidFill>
                  <a:schemeClr val="lt1"/>
                </a:solidFill>
              </a:rPr>
              <a:t>Desideratum (Graphs)</a:t>
            </a:r>
            <a:endParaRPr sz="2800">
              <a:solidFill>
                <a:schemeClr val="lt1"/>
              </a:solidFill>
            </a:endParaRPr>
          </a:p>
          <a:p>
            <a:pPr indent="0" lvl="0" marL="0" marR="0" rtl="0" algn="l">
              <a:spcBef>
                <a:spcPts val="0"/>
              </a:spcBef>
              <a:spcAft>
                <a:spcPts val="0"/>
              </a:spcAft>
              <a:buNone/>
            </a:pPr>
            <a:r>
              <a:t/>
            </a:r>
            <a:endParaRPr b="1" sz="2950">
              <a:solidFill>
                <a:srgbClr val="FFFFFF"/>
              </a:solidFill>
            </a:endParaRPr>
          </a:p>
        </p:txBody>
      </p:sp>
      <p:sp>
        <p:nvSpPr>
          <p:cNvPr id="183" name="Google Shape;183;p31"/>
          <p:cNvSpPr txBox="1"/>
          <p:nvPr/>
        </p:nvSpPr>
        <p:spPr>
          <a:xfrm>
            <a:off x="550850" y="1145750"/>
            <a:ext cx="8196600" cy="32016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en"/>
              <a:t>Functions no node features X,edge information  A</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n"/>
              <a:t>Permutation Invariance: f(PX, PAP^T) = f(X,A)</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n"/>
              <a:t>Permutation equivariance: f(PX, PAP^T) = Pf(X,A)</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n"/>
              <a:t>Like sets, apply operators on nodes in isolation to ensure equivariance </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n"/>
              <a:t>Each node now influenced by its local neighborhood</a:t>
            </a:r>
            <a:endParaRPr/>
          </a:p>
          <a:p>
            <a:pPr indent="-317500" lvl="1" marL="914400" rtl="0" algn="l">
              <a:spcBef>
                <a:spcPts val="0"/>
              </a:spcBef>
              <a:spcAft>
                <a:spcPts val="0"/>
              </a:spcAft>
              <a:buSzPts val="1400"/>
              <a:buChar char="○"/>
            </a:pPr>
            <a:r>
              <a:rPr lang="en"/>
              <a:t>Neighborhood entails multiset of features </a:t>
            </a:r>
            <a:endParaRPr/>
          </a:p>
          <a:p>
            <a:pPr indent="-317500" lvl="1" marL="914400" rtl="0" algn="l">
              <a:spcBef>
                <a:spcPts val="0"/>
              </a:spcBef>
              <a:spcAft>
                <a:spcPts val="0"/>
              </a:spcAft>
              <a:buSzPts val="1400"/>
              <a:buChar char="○"/>
            </a:pPr>
            <a:r>
              <a:rPr lang="en"/>
              <a:t>Influence must be permutation invariant</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n"/>
              <a:t>Graph level function (optional) ensures invariance </a:t>
            </a:r>
            <a:endParaRPr/>
          </a:p>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2"/>
          <p:cNvSpPr txBox="1"/>
          <p:nvPr/>
        </p:nvSpPr>
        <p:spPr>
          <a:xfrm>
            <a:off x="365760" y="1"/>
            <a:ext cx="8287200" cy="85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 sz="2950">
                <a:solidFill>
                  <a:srgbClr val="FFFFFF"/>
                </a:solidFill>
              </a:rPr>
              <a:t>Defining a graph convolution layer</a:t>
            </a:r>
            <a:endParaRPr b="1" sz="2950">
              <a:solidFill>
                <a:srgbClr val="FFFFFF"/>
              </a:solidFill>
            </a:endParaRPr>
          </a:p>
        </p:txBody>
      </p:sp>
      <p:sp>
        <p:nvSpPr>
          <p:cNvPr id="189" name="Google Shape;189;p32"/>
          <p:cNvSpPr txBox="1"/>
          <p:nvPr/>
        </p:nvSpPr>
        <p:spPr>
          <a:xfrm>
            <a:off x="550850" y="1145750"/>
            <a:ext cx="8196600" cy="38481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en"/>
              <a:t>X’ = σ (AXW)</a:t>
            </a:r>
            <a:endParaRPr/>
          </a:p>
          <a:p>
            <a:pPr indent="-317500" lvl="1" marL="914400" rtl="0" algn="l">
              <a:spcBef>
                <a:spcPts val="0"/>
              </a:spcBef>
              <a:spcAft>
                <a:spcPts val="0"/>
              </a:spcAft>
              <a:buSzPts val="1400"/>
              <a:buChar char="○"/>
            </a:pPr>
            <a:r>
              <a:rPr lang="en"/>
              <a:t>Initial node feature matrix X</a:t>
            </a:r>
            <a:endParaRPr/>
          </a:p>
          <a:p>
            <a:pPr indent="-317500" lvl="1" marL="914400" rtl="0" algn="l">
              <a:spcBef>
                <a:spcPts val="0"/>
              </a:spcBef>
              <a:spcAft>
                <a:spcPts val="0"/>
              </a:spcAft>
              <a:buSzPts val="1400"/>
              <a:buChar char="○"/>
            </a:pPr>
            <a:r>
              <a:rPr lang="en"/>
              <a:t>Adjacency matrix A</a:t>
            </a:r>
            <a:endParaRPr/>
          </a:p>
          <a:p>
            <a:pPr indent="-317500" lvl="1" marL="914400" rtl="0" algn="l">
              <a:spcBef>
                <a:spcPts val="0"/>
              </a:spcBef>
              <a:spcAft>
                <a:spcPts val="0"/>
              </a:spcAft>
              <a:buSzPts val="1400"/>
              <a:buChar char="○"/>
            </a:pPr>
            <a:r>
              <a:rPr lang="en"/>
              <a:t>Learnable weights W</a:t>
            </a:r>
            <a:endParaRPr/>
          </a:p>
          <a:p>
            <a:pPr indent="-317500" lvl="1" marL="914400" rtl="0" algn="l">
              <a:spcBef>
                <a:spcPts val="0"/>
              </a:spcBef>
              <a:spcAft>
                <a:spcPts val="0"/>
              </a:spcAft>
              <a:buSzPts val="1400"/>
              <a:buChar char="○"/>
            </a:pPr>
            <a:r>
              <a:rPr lang="en"/>
              <a:t>nonlinearlity </a:t>
            </a:r>
            <a:r>
              <a:rPr lang="en">
                <a:solidFill>
                  <a:schemeClr val="dk1"/>
                </a:solidFill>
              </a:rPr>
              <a:t>σ</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Ensure central node is always factored in during update</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A’ = A + I</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Node-wise </a:t>
            </a:r>
            <a:r>
              <a:rPr lang="en">
                <a:solidFill>
                  <a:schemeClr val="dk1"/>
                </a:solidFill>
              </a:rPr>
              <a:t>update</a:t>
            </a:r>
            <a:r>
              <a:rPr lang="en">
                <a:solidFill>
                  <a:schemeClr val="dk1"/>
                </a:solidFill>
              </a:rPr>
              <a:t> rule: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Normalize appropriately</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X’ = </a:t>
            </a:r>
            <a:r>
              <a:rPr lang="en">
                <a:solidFill>
                  <a:schemeClr val="dk1"/>
                </a:solidFill>
              </a:rPr>
              <a:t> σ (D^-1 A’XW)</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D is degree matrix (diagonal)</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Mean pooling update rule: </a:t>
            </a:r>
            <a:endParaRPr>
              <a:solidFill>
                <a:schemeClr val="dk1"/>
              </a:solidFill>
            </a:endParaRPr>
          </a:p>
          <a:p>
            <a:pPr indent="-317500" lvl="1" marL="914400" rtl="0" algn="l">
              <a:spcBef>
                <a:spcPts val="0"/>
              </a:spcBef>
              <a:spcAft>
                <a:spcPts val="0"/>
              </a:spcAft>
              <a:buClr>
                <a:schemeClr val="dk1"/>
              </a:buClr>
              <a:buSzPts val="1400"/>
              <a:buChar char="○"/>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p>
        </p:txBody>
      </p:sp>
      <p:pic>
        <p:nvPicPr>
          <p:cNvPr descr="x'_i = \sigma(\sum_{j \in N_i} W x_i)" id="190" name="Google Shape;190;p32" title="MathEquation,#000000"/>
          <p:cNvPicPr preferRelativeResize="0"/>
          <p:nvPr/>
        </p:nvPicPr>
        <p:blipFill>
          <a:blip r:embed="rId3">
            <a:alphaModFix/>
          </a:blip>
          <a:stretch>
            <a:fillRect/>
          </a:stretch>
        </p:blipFill>
        <p:spPr>
          <a:xfrm>
            <a:off x="1425725" y="2981250"/>
            <a:ext cx="1587500" cy="254000"/>
          </a:xfrm>
          <a:prstGeom prst="rect">
            <a:avLst/>
          </a:prstGeom>
          <a:noFill/>
          <a:ln>
            <a:noFill/>
          </a:ln>
        </p:spPr>
      </p:pic>
      <p:pic>
        <p:nvPicPr>
          <p:cNvPr descr="x'_i = \sigma(\sum_{j \in N_i}  \frac{1}{|N_i|} Wx_i )" id="191" name="Google Shape;191;p32" title="MathEquation,#000000"/>
          <p:cNvPicPr preferRelativeResize="0"/>
          <p:nvPr/>
        </p:nvPicPr>
        <p:blipFill>
          <a:blip r:embed="rId4">
            <a:alphaModFix/>
          </a:blip>
          <a:stretch>
            <a:fillRect/>
          </a:stretch>
        </p:blipFill>
        <p:spPr>
          <a:xfrm>
            <a:off x="3971375" y="4246675"/>
            <a:ext cx="1494118" cy="254000"/>
          </a:xfrm>
          <a:prstGeom prst="rect">
            <a:avLst/>
          </a:prstGeom>
          <a:noFill/>
          <a:ln>
            <a:noFill/>
          </a:ln>
        </p:spPr>
      </p:pic>
      <p:pic>
        <p:nvPicPr>
          <p:cNvPr descr="x'_i = \sigma(\sum_{j \in N_i}  \frac{1}{|N_i|} Wx_i )" id="192" name="Google Shape;192;p32" title="MathEquation,#000000"/>
          <p:cNvPicPr preferRelativeResize="0"/>
          <p:nvPr/>
        </p:nvPicPr>
        <p:blipFill>
          <a:blip r:embed="rId4">
            <a:alphaModFix/>
          </a:blip>
          <a:stretch>
            <a:fillRect/>
          </a:stretch>
        </p:blipFill>
        <p:spPr>
          <a:xfrm>
            <a:off x="1472427" y="4223600"/>
            <a:ext cx="1765576" cy="3001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3"/>
          <p:cNvSpPr txBox="1"/>
          <p:nvPr/>
        </p:nvSpPr>
        <p:spPr>
          <a:xfrm>
            <a:off x="365760" y="1"/>
            <a:ext cx="8287200" cy="85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 sz="2950">
                <a:solidFill>
                  <a:srgbClr val="FFFFFF"/>
                </a:solidFill>
              </a:rPr>
              <a:t>GCN (</a:t>
            </a:r>
            <a:r>
              <a:rPr b="1" lang="en" sz="2950" u="sng">
                <a:solidFill>
                  <a:schemeClr val="hlink"/>
                </a:solidFill>
                <a:hlinkClick r:id="rId3"/>
              </a:rPr>
              <a:t>Kipf and Welling, ICLR’17</a:t>
            </a:r>
            <a:r>
              <a:rPr b="1" lang="en" sz="2950">
                <a:solidFill>
                  <a:srgbClr val="FFFFFF"/>
                </a:solidFill>
              </a:rPr>
              <a:t>)</a:t>
            </a:r>
            <a:endParaRPr b="1" sz="2950">
              <a:solidFill>
                <a:srgbClr val="FFFFFF"/>
              </a:solidFill>
            </a:endParaRPr>
          </a:p>
        </p:txBody>
      </p:sp>
      <p:sp>
        <p:nvSpPr>
          <p:cNvPr id="198" name="Google Shape;198;p33"/>
          <p:cNvSpPr txBox="1"/>
          <p:nvPr/>
        </p:nvSpPr>
        <p:spPr>
          <a:xfrm>
            <a:off x="550850" y="1145750"/>
            <a:ext cx="4156200" cy="363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Symmetric Normalization</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X’ =  σ (D^-½  A’ D^½ XW)</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Node wise update rule: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Edge features not explicitly modeled</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Thomas Kipf’s </a:t>
            </a:r>
            <a:r>
              <a:rPr lang="en" u="sng">
                <a:solidFill>
                  <a:schemeClr val="hlink"/>
                </a:solidFill>
                <a:hlinkClick r:id="rId4"/>
              </a:rPr>
              <a:t>Blog</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Homophily v/s Heterophily</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Transductive: training algo sees all nodes during training. Propagate labels from training nodes to rest of the graph. </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Inductive: Generalize to unseen test graphs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p>
        </p:txBody>
      </p:sp>
      <p:pic>
        <p:nvPicPr>
          <p:cNvPr descr="x'_i = \sigma(\sum_{j \in N_i}  \frac{1}{\sqrt{|N_i||N_j|}} Wx_i )" id="199" name="Google Shape;199;p33" title="MathEquation,#000000"/>
          <p:cNvPicPr preferRelativeResize="0"/>
          <p:nvPr/>
        </p:nvPicPr>
        <p:blipFill>
          <a:blip r:embed="rId5">
            <a:alphaModFix/>
          </a:blip>
          <a:stretch>
            <a:fillRect/>
          </a:stretch>
        </p:blipFill>
        <p:spPr>
          <a:xfrm>
            <a:off x="1393575" y="2317750"/>
            <a:ext cx="1845600" cy="362200"/>
          </a:xfrm>
          <a:prstGeom prst="rect">
            <a:avLst/>
          </a:prstGeom>
          <a:noFill/>
          <a:ln>
            <a:noFill/>
          </a:ln>
        </p:spPr>
      </p:pic>
      <p:pic>
        <p:nvPicPr>
          <p:cNvPr id="200" name="Google Shape;200;p33"/>
          <p:cNvPicPr preferRelativeResize="0"/>
          <p:nvPr/>
        </p:nvPicPr>
        <p:blipFill>
          <a:blip r:embed="rId6">
            <a:alphaModFix/>
          </a:blip>
          <a:stretch>
            <a:fillRect/>
          </a:stretch>
        </p:blipFill>
        <p:spPr>
          <a:xfrm>
            <a:off x="5162475" y="994550"/>
            <a:ext cx="3878299" cy="2394000"/>
          </a:xfrm>
          <a:prstGeom prst="rect">
            <a:avLst/>
          </a:prstGeom>
          <a:noFill/>
          <a:ln>
            <a:noFill/>
          </a:ln>
        </p:spPr>
      </p:pic>
      <p:sp>
        <p:nvSpPr>
          <p:cNvPr id="201" name="Google Shape;201;p33"/>
          <p:cNvSpPr txBox="1"/>
          <p:nvPr/>
        </p:nvSpPr>
        <p:spPr>
          <a:xfrm>
            <a:off x="5627475" y="3587175"/>
            <a:ext cx="2173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Source: [</a:t>
            </a:r>
            <a:r>
              <a:rPr lang="en" u="sng">
                <a:solidFill>
                  <a:schemeClr val="hlink"/>
                </a:solidFill>
                <a:hlinkClick r:id="rId7"/>
              </a:rPr>
              <a:t>LINK, page 82</a:t>
            </a:r>
            <a:r>
              <a:rPr lang="en"/>
              <a: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4"/>
          <p:cNvSpPr txBox="1"/>
          <p:nvPr/>
        </p:nvSpPr>
        <p:spPr>
          <a:xfrm>
            <a:off x="365760" y="1"/>
            <a:ext cx="8287200" cy="85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 sz="2950">
                <a:solidFill>
                  <a:srgbClr val="FFFFFF"/>
                </a:solidFill>
              </a:rPr>
              <a:t>GAT (</a:t>
            </a:r>
            <a:r>
              <a:rPr b="1" lang="en" sz="2950" u="sng">
                <a:solidFill>
                  <a:schemeClr val="hlink"/>
                </a:solidFill>
                <a:hlinkClick r:id="rId3"/>
              </a:rPr>
              <a:t>Velickovic et al., ICLR’18</a:t>
            </a:r>
            <a:r>
              <a:rPr b="1" lang="en" sz="2950">
                <a:solidFill>
                  <a:srgbClr val="FFFFFF"/>
                </a:solidFill>
              </a:rPr>
              <a:t>)</a:t>
            </a:r>
            <a:endParaRPr b="1" sz="2950">
              <a:solidFill>
                <a:srgbClr val="FFFFFF"/>
              </a:solidFill>
            </a:endParaRPr>
          </a:p>
        </p:txBody>
      </p:sp>
      <p:sp>
        <p:nvSpPr>
          <p:cNvPr id="207" name="Google Shape;207;p34"/>
          <p:cNvSpPr txBox="1"/>
          <p:nvPr/>
        </p:nvSpPr>
        <p:spPr>
          <a:xfrm>
            <a:off x="550850" y="1145750"/>
            <a:ext cx="41562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General node update rule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GCNs define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n"/>
              <a:t>GAT uses attention to compute importance of neighbors</a:t>
            </a:r>
            <a:endParaRPr/>
          </a:p>
          <a:p>
            <a:pPr indent="0" lvl="0" marL="0" rtl="0" algn="l">
              <a:spcBef>
                <a:spcPts val="0"/>
              </a:spcBef>
              <a:spcAft>
                <a:spcPts val="0"/>
              </a:spcAft>
              <a:buNone/>
            </a:pPr>
            <a:r>
              <a:t/>
            </a:r>
            <a:endParaRPr/>
          </a:p>
        </p:txBody>
      </p:sp>
      <p:sp>
        <p:nvSpPr>
          <p:cNvPr id="208" name="Google Shape;208;p34"/>
          <p:cNvSpPr txBox="1"/>
          <p:nvPr/>
        </p:nvSpPr>
        <p:spPr>
          <a:xfrm>
            <a:off x="5627475" y="3587175"/>
            <a:ext cx="2173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Source: [</a:t>
            </a:r>
            <a:r>
              <a:rPr lang="en" u="sng">
                <a:solidFill>
                  <a:schemeClr val="hlink"/>
                </a:solidFill>
                <a:hlinkClick r:id="rId4"/>
              </a:rPr>
              <a:t>LINK, page 82</a:t>
            </a:r>
            <a:r>
              <a:rPr lang="en"/>
              <a:t>]</a:t>
            </a:r>
            <a:endParaRPr/>
          </a:p>
        </p:txBody>
      </p:sp>
      <p:pic>
        <p:nvPicPr>
          <p:cNvPr descr="x'_i = \sigma(\sum_{j \in N_i} a_{ij} W x_i)" id="209" name="Google Shape;209;p34" title="MathEquation,#000000"/>
          <p:cNvPicPr preferRelativeResize="0"/>
          <p:nvPr/>
        </p:nvPicPr>
        <p:blipFill>
          <a:blip r:embed="rId5">
            <a:alphaModFix/>
          </a:blip>
          <a:stretch>
            <a:fillRect/>
          </a:stretch>
        </p:blipFill>
        <p:spPr>
          <a:xfrm>
            <a:off x="1211350" y="1648550"/>
            <a:ext cx="1814286" cy="254000"/>
          </a:xfrm>
          <a:prstGeom prst="rect">
            <a:avLst/>
          </a:prstGeom>
          <a:noFill/>
          <a:ln>
            <a:noFill/>
          </a:ln>
        </p:spPr>
      </p:pic>
      <p:pic>
        <p:nvPicPr>
          <p:cNvPr descr=" a_{ij} =\frac{1}{\sqrt{|N_i||N_j|}}" id="210" name="Google Shape;210;p34" title="MathEquation,#000000"/>
          <p:cNvPicPr preferRelativeResize="0"/>
          <p:nvPr/>
        </p:nvPicPr>
        <p:blipFill>
          <a:blip r:embed="rId6">
            <a:alphaModFix/>
          </a:blip>
          <a:stretch>
            <a:fillRect/>
          </a:stretch>
        </p:blipFill>
        <p:spPr>
          <a:xfrm>
            <a:off x="2303333" y="2054950"/>
            <a:ext cx="1026142" cy="400200"/>
          </a:xfrm>
          <a:prstGeom prst="rect">
            <a:avLst/>
          </a:prstGeom>
          <a:noFill/>
          <a:ln>
            <a:noFill/>
          </a:ln>
        </p:spPr>
      </p:pic>
      <p:pic>
        <p:nvPicPr>
          <p:cNvPr id="211" name="Google Shape;211;p34"/>
          <p:cNvPicPr preferRelativeResize="0"/>
          <p:nvPr/>
        </p:nvPicPr>
        <p:blipFill>
          <a:blip r:embed="rId7">
            <a:alphaModFix/>
          </a:blip>
          <a:stretch>
            <a:fillRect/>
          </a:stretch>
        </p:blipFill>
        <p:spPr>
          <a:xfrm>
            <a:off x="4859450" y="1011001"/>
            <a:ext cx="3807645" cy="2423774"/>
          </a:xfrm>
          <a:prstGeom prst="rect">
            <a:avLst/>
          </a:prstGeom>
          <a:noFill/>
          <a:ln>
            <a:noFill/>
          </a:ln>
        </p:spPr>
      </p:pic>
      <p:pic>
        <p:nvPicPr>
          <p:cNvPr id="212" name="Google Shape;212;p34"/>
          <p:cNvPicPr preferRelativeResize="0"/>
          <p:nvPr/>
        </p:nvPicPr>
        <p:blipFill>
          <a:blip r:embed="rId8">
            <a:alphaModFix/>
          </a:blip>
          <a:stretch>
            <a:fillRect/>
          </a:stretch>
        </p:blipFill>
        <p:spPr>
          <a:xfrm>
            <a:off x="929421" y="3389400"/>
            <a:ext cx="3221650" cy="501900"/>
          </a:xfrm>
          <a:prstGeom prst="rect">
            <a:avLst/>
          </a:prstGeom>
          <a:noFill/>
          <a:ln>
            <a:noFill/>
          </a:ln>
        </p:spPr>
      </p:pic>
      <p:pic>
        <p:nvPicPr>
          <p:cNvPr descr="e_{ij} = a(W x_i, W x_j)" id="213" name="Google Shape;213;p34" title="MathEquation,#000000"/>
          <p:cNvPicPr preferRelativeResize="0"/>
          <p:nvPr/>
        </p:nvPicPr>
        <p:blipFill>
          <a:blip r:embed="rId9">
            <a:alphaModFix/>
          </a:blip>
          <a:stretch>
            <a:fillRect/>
          </a:stretch>
        </p:blipFill>
        <p:spPr>
          <a:xfrm>
            <a:off x="1278813" y="4052075"/>
            <a:ext cx="1679338" cy="254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5"/>
          <p:cNvSpPr txBox="1"/>
          <p:nvPr/>
        </p:nvSpPr>
        <p:spPr>
          <a:xfrm>
            <a:off x="365760" y="1"/>
            <a:ext cx="8287200" cy="85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 sz="2950">
                <a:solidFill>
                  <a:srgbClr val="FFFFFF"/>
                </a:solidFill>
              </a:rPr>
              <a:t>MPNN</a:t>
            </a:r>
            <a:r>
              <a:rPr b="1" lang="en" sz="2950">
                <a:solidFill>
                  <a:srgbClr val="FFFFFF"/>
                </a:solidFill>
              </a:rPr>
              <a:t> (</a:t>
            </a:r>
            <a:r>
              <a:rPr b="1" lang="en" sz="2950" u="sng">
                <a:solidFill>
                  <a:schemeClr val="hlink"/>
                </a:solidFill>
                <a:hlinkClick r:id="rId3"/>
              </a:rPr>
              <a:t>Gilmer et al., ICLR’17</a:t>
            </a:r>
            <a:r>
              <a:rPr b="1" lang="en" sz="2950">
                <a:solidFill>
                  <a:srgbClr val="FFFFFF"/>
                </a:solidFill>
              </a:rPr>
              <a:t>)</a:t>
            </a:r>
            <a:endParaRPr b="1" sz="2950">
              <a:solidFill>
                <a:srgbClr val="FFFFFF"/>
              </a:solidFill>
            </a:endParaRPr>
          </a:p>
        </p:txBody>
      </p:sp>
      <p:sp>
        <p:nvSpPr>
          <p:cNvPr id="219" name="Google Shape;219;p35"/>
          <p:cNvSpPr txBox="1"/>
          <p:nvPr/>
        </p:nvSpPr>
        <p:spPr>
          <a:xfrm>
            <a:off x="550850" y="1145750"/>
            <a:ext cx="4156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220" name="Google Shape;220;p35"/>
          <p:cNvSpPr txBox="1"/>
          <p:nvPr/>
        </p:nvSpPr>
        <p:spPr>
          <a:xfrm>
            <a:off x="5627475" y="3587175"/>
            <a:ext cx="2173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Source: [</a:t>
            </a:r>
            <a:r>
              <a:rPr lang="en" u="sng">
                <a:solidFill>
                  <a:schemeClr val="hlink"/>
                </a:solidFill>
                <a:hlinkClick r:id="rId4"/>
              </a:rPr>
              <a:t>LINK, page 82</a:t>
            </a:r>
            <a:r>
              <a:rPr lang="en"/>
              <a:t>]</a:t>
            </a:r>
            <a:endParaRPr/>
          </a:p>
        </p:txBody>
      </p:sp>
      <p:pic>
        <p:nvPicPr>
          <p:cNvPr id="221" name="Google Shape;221;p35"/>
          <p:cNvPicPr preferRelativeResize="0"/>
          <p:nvPr/>
        </p:nvPicPr>
        <p:blipFill>
          <a:blip r:embed="rId5">
            <a:alphaModFix/>
          </a:blip>
          <a:stretch>
            <a:fillRect/>
          </a:stretch>
        </p:blipFill>
        <p:spPr>
          <a:xfrm>
            <a:off x="4859450" y="1011001"/>
            <a:ext cx="3850477" cy="2423774"/>
          </a:xfrm>
          <a:prstGeom prst="rect">
            <a:avLst/>
          </a:prstGeom>
          <a:noFill/>
          <a:ln>
            <a:noFill/>
          </a:ln>
        </p:spPr>
      </p:pic>
      <p:pic>
        <p:nvPicPr>
          <p:cNvPr id="222" name="Google Shape;222;p35"/>
          <p:cNvPicPr preferRelativeResize="0"/>
          <p:nvPr/>
        </p:nvPicPr>
        <p:blipFill>
          <a:blip r:embed="rId6">
            <a:alphaModFix/>
          </a:blip>
          <a:stretch>
            <a:fillRect/>
          </a:stretch>
        </p:blipFill>
        <p:spPr>
          <a:xfrm>
            <a:off x="1090575" y="1395863"/>
            <a:ext cx="2057400" cy="371475"/>
          </a:xfrm>
          <a:prstGeom prst="rect">
            <a:avLst/>
          </a:prstGeom>
          <a:noFill/>
          <a:ln>
            <a:noFill/>
          </a:ln>
        </p:spPr>
      </p:pic>
      <p:pic>
        <p:nvPicPr>
          <p:cNvPr id="223" name="Google Shape;223;p35"/>
          <p:cNvPicPr preferRelativeResize="0"/>
          <p:nvPr/>
        </p:nvPicPr>
        <p:blipFill>
          <a:blip r:embed="rId7">
            <a:alphaModFix/>
          </a:blip>
          <a:stretch>
            <a:fillRect/>
          </a:stretch>
        </p:blipFill>
        <p:spPr>
          <a:xfrm>
            <a:off x="304800" y="1941188"/>
            <a:ext cx="4554650" cy="977992"/>
          </a:xfrm>
          <a:prstGeom prst="rect">
            <a:avLst/>
          </a:prstGeom>
          <a:noFill/>
          <a:ln>
            <a:noFill/>
          </a:ln>
        </p:spPr>
      </p:pic>
      <p:sp>
        <p:nvSpPr>
          <p:cNvPr id="224" name="Google Shape;224;p35"/>
          <p:cNvSpPr txBox="1"/>
          <p:nvPr/>
        </p:nvSpPr>
        <p:spPr>
          <a:xfrm>
            <a:off x="568150" y="3451775"/>
            <a:ext cx="3794700" cy="6156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en"/>
              <a:t>Most general and powerful framework</a:t>
            </a:r>
            <a:endParaRPr/>
          </a:p>
          <a:p>
            <a:pPr indent="-317500" lvl="0" marL="457200" rtl="0" algn="l">
              <a:spcBef>
                <a:spcPts val="0"/>
              </a:spcBef>
              <a:spcAft>
                <a:spcPts val="0"/>
              </a:spcAft>
              <a:buSzPts val="1400"/>
              <a:buChar char="●"/>
            </a:pPr>
            <a:r>
              <a:rPr lang="en"/>
              <a:t>May have scalability issues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6"/>
          <p:cNvSpPr txBox="1"/>
          <p:nvPr/>
        </p:nvSpPr>
        <p:spPr>
          <a:xfrm>
            <a:off x="365760" y="1"/>
            <a:ext cx="8287200" cy="8586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n" sz="2800">
                <a:solidFill>
                  <a:schemeClr val="lt1"/>
                </a:solidFill>
              </a:rPr>
              <a:t>GraphSAGE (</a:t>
            </a:r>
            <a:r>
              <a:rPr lang="en" sz="2800" u="sng">
                <a:solidFill>
                  <a:schemeClr val="hlink"/>
                </a:solidFill>
                <a:hlinkClick r:id="rId3"/>
              </a:rPr>
              <a:t>Hamilton et al., NeurIPS’17</a:t>
            </a:r>
            <a:r>
              <a:rPr lang="en" sz="2800">
                <a:solidFill>
                  <a:schemeClr val="lt1"/>
                </a:solidFill>
              </a:rPr>
              <a:t>)</a:t>
            </a:r>
            <a:endParaRPr sz="2800">
              <a:solidFill>
                <a:schemeClr val="lt1"/>
              </a:solidFill>
            </a:endParaRPr>
          </a:p>
          <a:p>
            <a:pPr indent="0" lvl="0" marL="0" marR="0" rtl="0" algn="l">
              <a:spcBef>
                <a:spcPts val="0"/>
              </a:spcBef>
              <a:spcAft>
                <a:spcPts val="0"/>
              </a:spcAft>
              <a:buNone/>
            </a:pPr>
            <a:r>
              <a:t/>
            </a:r>
            <a:endParaRPr b="1" sz="2950">
              <a:solidFill>
                <a:srgbClr val="FFFFFF"/>
              </a:solidFill>
            </a:endParaRPr>
          </a:p>
        </p:txBody>
      </p:sp>
      <p:pic>
        <p:nvPicPr>
          <p:cNvPr id="230" name="Google Shape;230;p36"/>
          <p:cNvPicPr preferRelativeResize="0"/>
          <p:nvPr/>
        </p:nvPicPr>
        <p:blipFill>
          <a:blip r:embed="rId4">
            <a:alphaModFix/>
          </a:blip>
          <a:stretch>
            <a:fillRect/>
          </a:stretch>
        </p:blipFill>
        <p:spPr>
          <a:xfrm>
            <a:off x="152400" y="1011001"/>
            <a:ext cx="8839199" cy="388280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7"/>
          <p:cNvSpPr txBox="1"/>
          <p:nvPr/>
        </p:nvSpPr>
        <p:spPr>
          <a:xfrm>
            <a:off x="365760" y="1"/>
            <a:ext cx="8287200" cy="85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 sz="2950">
                <a:solidFill>
                  <a:srgbClr val="FFFFFF"/>
                </a:solidFill>
              </a:rPr>
              <a:t>Representational Power of GNNs</a:t>
            </a:r>
            <a:endParaRPr b="1" sz="2950">
              <a:solidFill>
                <a:srgbClr val="FFFFFF"/>
              </a:solidFill>
            </a:endParaRPr>
          </a:p>
        </p:txBody>
      </p:sp>
      <p:sp>
        <p:nvSpPr>
          <p:cNvPr id="236" name="Google Shape;236;p37"/>
          <p:cNvSpPr txBox="1"/>
          <p:nvPr/>
        </p:nvSpPr>
        <p:spPr>
          <a:xfrm>
            <a:off x="256150" y="1322025"/>
            <a:ext cx="3757200" cy="29862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en"/>
              <a:t>Graph Isomorphism test</a:t>
            </a:r>
            <a:endParaRPr/>
          </a:p>
          <a:p>
            <a:pPr indent="-317500" lvl="1" marL="914400" rtl="0" algn="l">
              <a:spcBef>
                <a:spcPts val="0"/>
              </a:spcBef>
              <a:spcAft>
                <a:spcPts val="0"/>
              </a:spcAft>
              <a:buSzPts val="1400"/>
              <a:buChar char="○"/>
            </a:pPr>
            <a:r>
              <a:rPr lang="en"/>
              <a:t>Define GNNs’ power by the graphs they can distinguish</a:t>
            </a:r>
            <a:endParaRPr/>
          </a:p>
          <a:p>
            <a:pPr indent="-317500" lvl="0" marL="457200" rtl="0" algn="l">
              <a:spcBef>
                <a:spcPts val="0"/>
              </a:spcBef>
              <a:spcAft>
                <a:spcPts val="0"/>
              </a:spcAft>
              <a:buSzPts val="1400"/>
              <a:buChar char="●"/>
            </a:pPr>
            <a:r>
              <a:rPr lang="en"/>
              <a:t>Weisfeiler-Lehman test (1-WL)</a:t>
            </a:r>
            <a:endParaRPr/>
          </a:p>
          <a:p>
            <a:pPr indent="-317500" lvl="1" marL="914400" rtl="0" algn="l">
              <a:spcBef>
                <a:spcPts val="0"/>
              </a:spcBef>
              <a:spcAft>
                <a:spcPts val="0"/>
              </a:spcAft>
              <a:buSzPts val="1400"/>
              <a:buChar char="○"/>
            </a:pPr>
            <a:r>
              <a:rPr lang="en"/>
              <a:t>(approximately) decide graph isomorphism</a:t>
            </a:r>
            <a:endParaRPr/>
          </a:p>
          <a:p>
            <a:pPr indent="-317500" lvl="1" marL="914400" rtl="0" algn="l">
              <a:spcBef>
                <a:spcPts val="0"/>
              </a:spcBef>
              <a:spcAft>
                <a:spcPts val="0"/>
              </a:spcAft>
              <a:buSzPts val="1400"/>
              <a:buChar char="○"/>
            </a:pPr>
            <a:r>
              <a:rPr lang="en"/>
              <a:t>Propagate random hashes of sums along edges</a:t>
            </a:r>
            <a:endParaRPr/>
          </a:p>
          <a:p>
            <a:pPr indent="-317500" lvl="1" marL="914400" rtl="0" algn="l">
              <a:spcBef>
                <a:spcPts val="0"/>
              </a:spcBef>
              <a:spcAft>
                <a:spcPts val="0"/>
              </a:spcAft>
              <a:buSzPts val="1400"/>
              <a:buChar char="○"/>
            </a:pPr>
            <a:r>
              <a:rPr lang="en"/>
              <a:t>Iterate until hashes do not change</a:t>
            </a:r>
            <a:endParaRPr/>
          </a:p>
          <a:p>
            <a:pPr indent="-317500" lvl="1" marL="914400" rtl="0" algn="l">
              <a:spcBef>
                <a:spcPts val="0"/>
              </a:spcBef>
              <a:spcAft>
                <a:spcPts val="0"/>
              </a:spcAft>
              <a:buSzPts val="1400"/>
              <a:buChar char="○"/>
            </a:pPr>
            <a:r>
              <a:rPr lang="en"/>
              <a:t>If histograms are same, then graphs are possibly isomorphic</a:t>
            </a:r>
            <a:endParaRPr/>
          </a:p>
          <a:p>
            <a:pPr indent="-317500" lvl="0" marL="457200" rtl="0" algn="l">
              <a:spcBef>
                <a:spcPts val="0"/>
              </a:spcBef>
              <a:spcAft>
                <a:spcPts val="0"/>
              </a:spcAft>
              <a:buSzPts val="1400"/>
              <a:buChar char="●"/>
            </a:pPr>
            <a:r>
              <a:rPr lang="en" u="sng">
                <a:solidFill>
                  <a:schemeClr val="hlink"/>
                </a:solidFill>
                <a:hlinkClick r:id="rId3"/>
              </a:rPr>
              <a:t>Michael Bronstein’s Blog</a:t>
            </a:r>
            <a:endParaRPr/>
          </a:p>
        </p:txBody>
      </p:sp>
      <p:pic>
        <p:nvPicPr>
          <p:cNvPr id="237" name="Google Shape;237;p37"/>
          <p:cNvPicPr preferRelativeResize="0"/>
          <p:nvPr/>
        </p:nvPicPr>
        <p:blipFill>
          <a:blip r:embed="rId4">
            <a:alphaModFix/>
          </a:blip>
          <a:stretch>
            <a:fillRect/>
          </a:stretch>
        </p:blipFill>
        <p:spPr>
          <a:xfrm>
            <a:off x="3694494" y="1011000"/>
            <a:ext cx="5212256" cy="36689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8"/>
          <p:cNvSpPr txBox="1"/>
          <p:nvPr/>
        </p:nvSpPr>
        <p:spPr>
          <a:xfrm>
            <a:off x="365760" y="1"/>
            <a:ext cx="8287200" cy="85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2800">
                <a:solidFill>
                  <a:schemeClr val="lt1"/>
                </a:solidFill>
              </a:rPr>
              <a:t>1-WL failure cases</a:t>
            </a:r>
            <a:endParaRPr b="1" sz="2950">
              <a:solidFill>
                <a:srgbClr val="FFFFFF"/>
              </a:solidFill>
            </a:endParaRPr>
          </a:p>
        </p:txBody>
      </p:sp>
      <p:pic>
        <p:nvPicPr>
          <p:cNvPr id="243" name="Google Shape;243;p38"/>
          <p:cNvPicPr preferRelativeResize="0"/>
          <p:nvPr/>
        </p:nvPicPr>
        <p:blipFill>
          <a:blip r:embed="rId3">
            <a:alphaModFix/>
          </a:blip>
          <a:stretch>
            <a:fillRect/>
          </a:stretch>
        </p:blipFill>
        <p:spPr>
          <a:xfrm>
            <a:off x="4516900" y="1132875"/>
            <a:ext cx="4200525" cy="1743075"/>
          </a:xfrm>
          <a:prstGeom prst="rect">
            <a:avLst/>
          </a:prstGeom>
          <a:noFill/>
          <a:ln>
            <a:noFill/>
          </a:ln>
        </p:spPr>
      </p:pic>
      <p:sp>
        <p:nvSpPr>
          <p:cNvPr id="244" name="Google Shape;244;p38"/>
          <p:cNvSpPr txBox="1"/>
          <p:nvPr/>
        </p:nvSpPr>
        <p:spPr>
          <a:xfrm>
            <a:off x="7003500" y="2922300"/>
            <a:ext cx="1649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Source [</a:t>
            </a:r>
            <a:r>
              <a:rPr lang="en" u="sng">
                <a:solidFill>
                  <a:schemeClr val="hlink"/>
                </a:solidFill>
                <a:hlinkClick r:id="rId4"/>
              </a:rPr>
              <a:t>LINK</a:t>
            </a:r>
            <a:r>
              <a:rPr lang="en"/>
              <a:t>]</a:t>
            </a:r>
            <a:endParaRPr/>
          </a:p>
        </p:txBody>
      </p:sp>
      <p:sp>
        <p:nvSpPr>
          <p:cNvPr id="245" name="Google Shape;245;p38"/>
          <p:cNvSpPr txBox="1"/>
          <p:nvPr/>
        </p:nvSpPr>
        <p:spPr>
          <a:xfrm>
            <a:off x="483975" y="1224200"/>
            <a:ext cx="4032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Determine Isomorphism over graphs with discrete features</a:t>
            </a:r>
            <a:endParaRPr/>
          </a:p>
        </p:txBody>
      </p:sp>
      <p:pic>
        <p:nvPicPr>
          <p:cNvPr id="246" name="Google Shape;246;p38"/>
          <p:cNvPicPr preferRelativeResize="0"/>
          <p:nvPr/>
        </p:nvPicPr>
        <p:blipFill rotWithShape="1">
          <a:blip r:embed="rId5">
            <a:alphaModFix/>
          </a:blip>
          <a:srcRect b="0" l="0" r="0" t="0"/>
          <a:stretch/>
        </p:blipFill>
        <p:spPr>
          <a:xfrm>
            <a:off x="204575" y="1944775"/>
            <a:ext cx="4212099" cy="278343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9"/>
          <p:cNvSpPr txBox="1"/>
          <p:nvPr/>
        </p:nvSpPr>
        <p:spPr>
          <a:xfrm>
            <a:off x="365760" y="1"/>
            <a:ext cx="8287200" cy="858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2800" u="sng">
                <a:solidFill>
                  <a:schemeClr val="hlink"/>
                </a:solidFill>
                <a:hlinkClick r:id="rId3"/>
              </a:rPr>
              <a:t>How Powerful are GNNs</a:t>
            </a:r>
            <a:r>
              <a:rPr lang="en" sz="2800">
                <a:solidFill>
                  <a:schemeClr val="lt1"/>
                </a:solidFill>
              </a:rPr>
              <a:t> ?</a:t>
            </a:r>
            <a:endParaRPr sz="2800">
              <a:solidFill>
                <a:schemeClr val="lt1"/>
              </a:solidFill>
            </a:endParaRPr>
          </a:p>
        </p:txBody>
      </p:sp>
      <p:sp>
        <p:nvSpPr>
          <p:cNvPr id="252" name="Google Shape;252;p39"/>
          <p:cNvSpPr txBox="1"/>
          <p:nvPr/>
        </p:nvSpPr>
        <p:spPr>
          <a:xfrm>
            <a:off x="275150" y="1294200"/>
            <a:ext cx="6794700" cy="10467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en"/>
              <a:t>GNNs are no more powerful than 1-WL</a:t>
            </a:r>
            <a:endParaRPr/>
          </a:p>
          <a:p>
            <a:pPr indent="-317500" lvl="0" marL="457200" rtl="0" algn="l">
              <a:spcBef>
                <a:spcPts val="0"/>
              </a:spcBef>
              <a:spcAft>
                <a:spcPts val="0"/>
              </a:spcAft>
              <a:buSzPts val="1400"/>
              <a:buChar char="●"/>
            </a:pPr>
            <a:r>
              <a:rPr lang="en"/>
              <a:t>Permutation invariant aggregator must be injective for </a:t>
            </a:r>
            <a:r>
              <a:rPr lang="en"/>
              <a:t>maximal</a:t>
            </a:r>
            <a:r>
              <a:rPr lang="en"/>
              <a:t> power</a:t>
            </a:r>
            <a:endParaRPr/>
          </a:p>
          <a:p>
            <a:pPr indent="-317500" lvl="0" marL="457200" rtl="0" algn="l">
              <a:spcBef>
                <a:spcPts val="0"/>
              </a:spcBef>
              <a:spcAft>
                <a:spcPts val="0"/>
              </a:spcAft>
              <a:buSzPts val="1400"/>
              <a:buChar char="●"/>
            </a:pPr>
            <a:r>
              <a:rPr lang="en"/>
              <a:t>Over </a:t>
            </a:r>
            <a:r>
              <a:rPr lang="en">
                <a:solidFill>
                  <a:schemeClr val="dk1"/>
                </a:solidFill>
              </a:rPr>
              <a:t>discrete features, sum is optimal way to capture diversity of neighborhood</a:t>
            </a:r>
            <a:endParaRPr/>
          </a:p>
        </p:txBody>
      </p:sp>
      <p:pic>
        <p:nvPicPr>
          <p:cNvPr id="253" name="Google Shape;253;p39"/>
          <p:cNvPicPr preferRelativeResize="0"/>
          <p:nvPr/>
        </p:nvPicPr>
        <p:blipFill>
          <a:blip r:embed="rId4">
            <a:alphaModFix/>
          </a:blip>
          <a:stretch>
            <a:fillRect/>
          </a:stretch>
        </p:blipFill>
        <p:spPr>
          <a:xfrm>
            <a:off x="1129875" y="2230450"/>
            <a:ext cx="6015700" cy="1603450"/>
          </a:xfrm>
          <a:prstGeom prst="rect">
            <a:avLst/>
          </a:prstGeom>
          <a:noFill/>
          <a:ln>
            <a:noFill/>
          </a:ln>
        </p:spPr>
      </p:pic>
      <p:pic>
        <p:nvPicPr>
          <p:cNvPr id="254" name="Google Shape;254;p39"/>
          <p:cNvPicPr preferRelativeResize="0"/>
          <p:nvPr/>
        </p:nvPicPr>
        <p:blipFill>
          <a:blip r:embed="rId5">
            <a:alphaModFix/>
          </a:blip>
          <a:stretch>
            <a:fillRect/>
          </a:stretch>
        </p:blipFill>
        <p:spPr>
          <a:xfrm>
            <a:off x="1707925" y="3948350"/>
            <a:ext cx="5057775" cy="10001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0"/>
          <p:cNvSpPr txBox="1"/>
          <p:nvPr/>
        </p:nvSpPr>
        <p:spPr>
          <a:xfrm>
            <a:off x="365760" y="1"/>
            <a:ext cx="8287200" cy="858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2800" u="sng">
                <a:solidFill>
                  <a:schemeClr val="hlink"/>
                </a:solidFill>
                <a:hlinkClick r:id="rId3"/>
              </a:rPr>
              <a:t>GIN (Xu et al., ICLR’19)</a:t>
            </a:r>
            <a:endParaRPr sz="2800">
              <a:solidFill>
                <a:schemeClr val="lt1"/>
              </a:solidFill>
            </a:endParaRPr>
          </a:p>
        </p:txBody>
      </p:sp>
      <p:sp>
        <p:nvSpPr>
          <p:cNvPr id="260" name="Google Shape;260;p40"/>
          <p:cNvSpPr txBox="1"/>
          <p:nvPr/>
        </p:nvSpPr>
        <p:spPr>
          <a:xfrm>
            <a:off x="275150" y="1294200"/>
            <a:ext cx="6794700" cy="4002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t/>
            </a:r>
            <a:endParaRPr/>
          </a:p>
        </p:txBody>
      </p:sp>
      <p:pic>
        <p:nvPicPr>
          <p:cNvPr id="261" name="Google Shape;261;p40"/>
          <p:cNvPicPr preferRelativeResize="0"/>
          <p:nvPr/>
        </p:nvPicPr>
        <p:blipFill>
          <a:blip r:embed="rId4">
            <a:alphaModFix/>
          </a:blip>
          <a:stretch>
            <a:fillRect/>
          </a:stretch>
        </p:blipFill>
        <p:spPr>
          <a:xfrm>
            <a:off x="209350" y="1225075"/>
            <a:ext cx="8839201" cy="1346674"/>
          </a:xfrm>
          <a:prstGeom prst="rect">
            <a:avLst/>
          </a:prstGeom>
          <a:noFill/>
          <a:ln>
            <a:noFill/>
          </a:ln>
        </p:spPr>
      </p:pic>
      <p:pic>
        <p:nvPicPr>
          <p:cNvPr id="262" name="Google Shape;262;p40"/>
          <p:cNvPicPr preferRelativeResize="0"/>
          <p:nvPr/>
        </p:nvPicPr>
        <p:blipFill>
          <a:blip r:embed="rId5">
            <a:alphaModFix/>
          </a:blip>
          <a:stretch>
            <a:fillRect/>
          </a:stretch>
        </p:blipFill>
        <p:spPr>
          <a:xfrm>
            <a:off x="618375" y="3137499"/>
            <a:ext cx="7781925" cy="857250"/>
          </a:xfrm>
          <a:prstGeom prst="rect">
            <a:avLst/>
          </a:prstGeom>
          <a:noFill/>
          <a:ln>
            <a:noFill/>
          </a:ln>
        </p:spPr>
      </p:pic>
      <p:sp>
        <p:nvSpPr>
          <p:cNvPr id="263" name="Google Shape;263;p40"/>
          <p:cNvSpPr txBox="1"/>
          <p:nvPr/>
        </p:nvSpPr>
        <p:spPr>
          <a:xfrm>
            <a:off x="835100" y="4327375"/>
            <a:ext cx="7174200" cy="6156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en"/>
              <a:t>MLP must be some sort of an universal approximator</a:t>
            </a:r>
            <a:endParaRPr/>
          </a:p>
          <a:p>
            <a:pPr indent="-317500" lvl="0" marL="457200" rtl="0" algn="l">
              <a:spcBef>
                <a:spcPts val="0"/>
              </a:spcBef>
              <a:spcAft>
                <a:spcPts val="0"/>
              </a:spcAft>
              <a:buSzPts val="1400"/>
              <a:buChar char="●"/>
            </a:pPr>
            <a:r>
              <a:rPr lang="en"/>
              <a:t>epsilon required to distinguish the central node apart from the rest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1"/>
          <p:cNvSpPr txBox="1"/>
          <p:nvPr/>
        </p:nvSpPr>
        <p:spPr>
          <a:xfrm>
            <a:off x="365760" y="1"/>
            <a:ext cx="8287200" cy="858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2800">
                <a:solidFill>
                  <a:schemeClr val="lt1"/>
                </a:solidFill>
              </a:rPr>
              <a:t>Beyond 1-WL (</a:t>
            </a:r>
            <a:r>
              <a:rPr lang="en" sz="2800" u="sng">
                <a:solidFill>
                  <a:schemeClr val="hlink"/>
                </a:solidFill>
                <a:hlinkClick r:id="rId3"/>
              </a:rPr>
              <a:t>Sato et al., SDM’21</a:t>
            </a:r>
            <a:r>
              <a:rPr lang="en" sz="2800">
                <a:solidFill>
                  <a:schemeClr val="lt1"/>
                </a:solidFill>
              </a:rPr>
              <a:t>)</a:t>
            </a:r>
            <a:endParaRPr sz="2800">
              <a:solidFill>
                <a:schemeClr val="lt1"/>
              </a:solidFill>
            </a:endParaRPr>
          </a:p>
        </p:txBody>
      </p:sp>
      <p:sp>
        <p:nvSpPr>
          <p:cNvPr id="269" name="Google Shape;269;p41"/>
          <p:cNvSpPr txBox="1"/>
          <p:nvPr/>
        </p:nvSpPr>
        <p:spPr>
          <a:xfrm>
            <a:off x="275150" y="1294200"/>
            <a:ext cx="6794700" cy="4002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t/>
            </a:r>
            <a:endParaRPr/>
          </a:p>
        </p:txBody>
      </p:sp>
      <p:pic>
        <p:nvPicPr>
          <p:cNvPr id="270" name="Google Shape;270;p41"/>
          <p:cNvPicPr preferRelativeResize="0"/>
          <p:nvPr/>
        </p:nvPicPr>
        <p:blipFill>
          <a:blip r:embed="rId4">
            <a:alphaModFix/>
          </a:blip>
          <a:stretch>
            <a:fillRect/>
          </a:stretch>
        </p:blipFill>
        <p:spPr>
          <a:xfrm>
            <a:off x="313750" y="1353325"/>
            <a:ext cx="8287200" cy="265137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42"/>
          <p:cNvSpPr txBox="1"/>
          <p:nvPr/>
        </p:nvSpPr>
        <p:spPr>
          <a:xfrm>
            <a:off x="365760" y="1"/>
            <a:ext cx="8287200" cy="858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2800">
                <a:solidFill>
                  <a:schemeClr val="lt1"/>
                </a:solidFill>
              </a:rPr>
              <a:t>PNA (</a:t>
            </a:r>
            <a:r>
              <a:rPr lang="en" sz="2800" u="sng">
                <a:solidFill>
                  <a:schemeClr val="hlink"/>
                </a:solidFill>
                <a:hlinkClick r:id="rId3"/>
              </a:rPr>
              <a:t>Corso et al., NeurIPS’20</a:t>
            </a:r>
            <a:r>
              <a:rPr lang="en" sz="2800">
                <a:solidFill>
                  <a:schemeClr val="lt1"/>
                </a:solidFill>
              </a:rPr>
              <a:t>)</a:t>
            </a:r>
            <a:endParaRPr sz="2800">
              <a:solidFill>
                <a:schemeClr val="lt1"/>
              </a:solidFill>
            </a:endParaRPr>
          </a:p>
        </p:txBody>
      </p:sp>
      <p:pic>
        <p:nvPicPr>
          <p:cNvPr id="276" name="Google Shape;276;p42"/>
          <p:cNvPicPr preferRelativeResize="0"/>
          <p:nvPr/>
        </p:nvPicPr>
        <p:blipFill>
          <a:blip r:embed="rId4">
            <a:alphaModFix/>
          </a:blip>
          <a:stretch>
            <a:fillRect/>
          </a:stretch>
        </p:blipFill>
        <p:spPr>
          <a:xfrm>
            <a:off x="152400" y="1011001"/>
            <a:ext cx="8839198" cy="397883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3"/>
          <p:cNvSpPr txBox="1"/>
          <p:nvPr/>
        </p:nvSpPr>
        <p:spPr>
          <a:xfrm>
            <a:off x="365760" y="1"/>
            <a:ext cx="8287200" cy="858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lang="en" sz="2800">
                <a:solidFill>
                  <a:schemeClr val="lt1"/>
                </a:solidFill>
              </a:rPr>
              <a:t>GMN Node Encoder</a:t>
            </a:r>
            <a:endParaRPr sz="2800">
              <a:solidFill>
                <a:schemeClr val="lt1"/>
              </a:solidFill>
            </a:endParaRPr>
          </a:p>
          <a:p>
            <a:pPr indent="0" lvl="0" marL="0" rtl="0" algn="ctr">
              <a:spcBef>
                <a:spcPts val="0"/>
              </a:spcBef>
              <a:spcAft>
                <a:spcPts val="0"/>
              </a:spcAft>
              <a:buSzPts val="1100"/>
              <a:buNone/>
            </a:pPr>
            <a:r>
              <a:t/>
            </a:r>
            <a:endParaRPr sz="2800">
              <a:solidFill>
                <a:schemeClr val="lt1"/>
              </a:solidFill>
            </a:endParaRPr>
          </a:p>
          <a:p>
            <a:pPr indent="0" lvl="0" marL="0" marR="0" rtl="0" algn="l">
              <a:spcBef>
                <a:spcPts val="0"/>
              </a:spcBef>
              <a:spcAft>
                <a:spcPts val="0"/>
              </a:spcAft>
              <a:buNone/>
            </a:pPr>
            <a:r>
              <a:t/>
            </a:r>
            <a:endParaRPr b="1" sz="2950">
              <a:solidFill>
                <a:srgbClr val="FFFFFF"/>
              </a:solidFill>
            </a:endParaRPr>
          </a:p>
        </p:txBody>
      </p:sp>
      <p:pic>
        <p:nvPicPr>
          <p:cNvPr id="282" name="Google Shape;282;p43"/>
          <p:cNvPicPr preferRelativeResize="0"/>
          <p:nvPr/>
        </p:nvPicPr>
        <p:blipFill>
          <a:blip r:embed="rId3">
            <a:alphaModFix/>
          </a:blip>
          <a:stretch>
            <a:fillRect/>
          </a:stretch>
        </p:blipFill>
        <p:spPr>
          <a:xfrm>
            <a:off x="4061900" y="3591038"/>
            <a:ext cx="4591050" cy="1019175"/>
          </a:xfrm>
          <a:prstGeom prst="rect">
            <a:avLst/>
          </a:prstGeom>
          <a:noFill/>
          <a:ln>
            <a:noFill/>
          </a:ln>
        </p:spPr>
      </p:pic>
      <p:pic>
        <p:nvPicPr>
          <p:cNvPr id="283" name="Google Shape;283;p43"/>
          <p:cNvPicPr preferRelativeResize="0"/>
          <p:nvPr/>
        </p:nvPicPr>
        <p:blipFill>
          <a:blip r:embed="rId4">
            <a:alphaModFix/>
          </a:blip>
          <a:stretch>
            <a:fillRect/>
          </a:stretch>
        </p:blipFill>
        <p:spPr>
          <a:xfrm>
            <a:off x="1033600" y="3710988"/>
            <a:ext cx="2057400" cy="371475"/>
          </a:xfrm>
          <a:prstGeom prst="rect">
            <a:avLst/>
          </a:prstGeom>
          <a:noFill/>
          <a:ln>
            <a:noFill/>
          </a:ln>
        </p:spPr>
      </p:pic>
      <p:sp>
        <p:nvSpPr>
          <p:cNvPr id="284" name="Google Shape;284;p43"/>
          <p:cNvSpPr txBox="1"/>
          <p:nvPr/>
        </p:nvSpPr>
        <p:spPr>
          <a:xfrm>
            <a:off x="363000" y="4610225"/>
            <a:ext cx="4516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Proposed in : [</a:t>
            </a:r>
            <a:r>
              <a:rPr lang="en" u="sng">
                <a:solidFill>
                  <a:schemeClr val="hlink"/>
                </a:solidFill>
                <a:hlinkClick r:id="rId5"/>
              </a:rPr>
              <a:t>GGSNN</a:t>
            </a:r>
            <a:r>
              <a:rPr lang="en"/>
              <a:t>, </a:t>
            </a:r>
            <a:r>
              <a:rPr lang="en" u="sng">
                <a:solidFill>
                  <a:schemeClr val="hlink"/>
                </a:solidFill>
                <a:hlinkClick r:id="rId6"/>
              </a:rPr>
              <a:t>GMN</a:t>
            </a:r>
            <a:r>
              <a:rPr lang="en"/>
              <a:t>]</a:t>
            </a:r>
            <a:endParaRPr/>
          </a:p>
        </p:txBody>
      </p:sp>
      <p:pic>
        <p:nvPicPr>
          <p:cNvPr id="285" name="Google Shape;285;p43"/>
          <p:cNvPicPr preferRelativeResize="0"/>
          <p:nvPr/>
        </p:nvPicPr>
        <p:blipFill>
          <a:blip r:embed="rId7">
            <a:alphaModFix/>
          </a:blip>
          <a:stretch>
            <a:fillRect/>
          </a:stretch>
        </p:blipFill>
        <p:spPr>
          <a:xfrm>
            <a:off x="0" y="918708"/>
            <a:ext cx="9144000" cy="2579783"/>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44"/>
          <p:cNvSpPr txBox="1"/>
          <p:nvPr>
            <p:ph idx="12" type="sldNum"/>
          </p:nvPr>
        </p:nvSpPr>
        <p:spPr>
          <a:xfrm>
            <a:off x="6554880" y="4685532"/>
            <a:ext cx="2131200" cy="355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291" name="Google Shape;291;p44"/>
          <p:cNvSpPr txBox="1"/>
          <p:nvPr/>
        </p:nvSpPr>
        <p:spPr>
          <a:xfrm>
            <a:off x="407324" y="1"/>
            <a:ext cx="8245500" cy="85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 sz="2950">
                <a:solidFill>
                  <a:srgbClr val="FFFFFF"/>
                </a:solidFill>
              </a:rPr>
              <a:t>Setup: </a:t>
            </a:r>
            <a:r>
              <a:rPr b="1" i="0" lang="en" sz="2950" u="none" cap="none" strike="noStrike">
                <a:solidFill>
                  <a:srgbClr val="FFFFFF"/>
                </a:solidFill>
                <a:latin typeface="Arial"/>
                <a:ea typeface="Arial"/>
                <a:cs typeface="Arial"/>
                <a:sym typeface="Arial"/>
              </a:rPr>
              <a:t>TOP-K Graph Retrieval</a:t>
            </a:r>
            <a:endParaRPr b="1" i="0" sz="2994" u="none" cap="none" strike="noStrike">
              <a:solidFill>
                <a:srgbClr val="FFFFFF"/>
              </a:solidFill>
              <a:latin typeface="Arial"/>
              <a:ea typeface="Arial"/>
              <a:cs typeface="Arial"/>
              <a:sym typeface="Arial"/>
            </a:endParaRPr>
          </a:p>
        </p:txBody>
      </p:sp>
      <p:pic>
        <p:nvPicPr>
          <p:cNvPr descr="Shape&#10;&#10;Description automatically generated with low confidence" id="292" name="Google Shape;292;p44"/>
          <p:cNvPicPr preferRelativeResize="0"/>
          <p:nvPr/>
        </p:nvPicPr>
        <p:blipFill rotWithShape="1">
          <a:blip r:embed="rId3">
            <a:alphaModFix/>
          </a:blip>
          <a:srcRect b="0" l="0" r="0" t="0"/>
          <a:stretch/>
        </p:blipFill>
        <p:spPr>
          <a:xfrm>
            <a:off x="424802" y="776203"/>
            <a:ext cx="1183641" cy="3667756"/>
          </a:xfrm>
          <a:prstGeom prst="rect">
            <a:avLst/>
          </a:prstGeom>
          <a:noFill/>
          <a:ln>
            <a:noFill/>
          </a:ln>
        </p:spPr>
      </p:pic>
      <p:pic>
        <p:nvPicPr>
          <p:cNvPr descr="Shape&#10;&#10;Description automatically generated with low confidence" id="293" name="Google Shape;293;p44"/>
          <p:cNvPicPr preferRelativeResize="0"/>
          <p:nvPr/>
        </p:nvPicPr>
        <p:blipFill rotWithShape="1">
          <a:blip r:embed="rId4">
            <a:alphaModFix/>
          </a:blip>
          <a:srcRect b="0" l="0" r="0" t="0"/>
          <a:stretch/>
        </p:blipFill>
        <p:spPr>
          <a:xfrm>
            <a:off x="5908639" y="802692"/>
            <a:ext cx="1183641" cy="3641266"/>
          </a:xfrm>
          <a:prstGeom prst="rect">
            <a:avLst/>
          </a:prstGeom>
          <a:noFill/>
          <a:ln>
            <a:noFill/>
          </a:ln>
        </p:spPr>
      </p:pic>
      <p:pic>
        <p:nvPicPr>
          <p:cNvPr descr="Shape&#10;&#10;Description automatically generated with medium confidence" id="294" name="Google Shape;294;p44"/>
          <p:cNvPicPr preferRelativeResize="0"/>
          <p:nvPr/>
        </p:nvPicPr>
        <p:blipFill rotWithShape="1">
          <a:blip r:embed="rId5">
            <a:alphaModFix/>
          </a:blip>
          <a:srcRect b="0" l="0" r="0" t="0"/>
          <a:stretch/>
        </p:blipFill>
        <p:spPr>
          <a:xfrm>
            <a:off x="2864526" y="3329257"/>
            <a:ext cx="1183641" cy="801821"/>
          </a:xfrm>
          <a:prstGeom prst="rect">
            <a:avLst/>
          </a:prstGeom>
          <a:noFill/>
          <a:ln>
            <a:noFill/>
          </a:ln>
        </p:spPr>
      </p:pic>
      <p:pic>
        <p:nvPicPr>
          <p:cNvPr id="295" name="Google Shape;295;p44"/>
          <p:cNvPicPr preferRelativeResize="0"/>
          <p:nvPr/>
        </p:nvPicPr>
        <p:blipFill rotWithShape="1">
          <a:blip r:embed="rId6">
            <a:alphaModFix/>
          </a:blip>
          <a:srcRect b="0" l="0" r="0" t="0"/>
          <a:stretch/>
        </p:blipFill>
        <p:spPr>
          <a:xfrm>
            <a:off x="6804248" y="886594"/>
            <a:ext cx="419100" cy="1181100"/>
          </a:xfrm>
          <a:prstGeom prst="rect">
            <a:avLst/>
          </a:prstGeom>
          <a:noFill/>
          <a:ln>
            <a:noFill/>
          </a:ln>
        </p:spPr>
      </p:pic>
      <p:sp>
        <p:nvSpPr>
          <p:cNvPr id="296" name="Google Shape;296;p44"/>
          <p:cNvSpPr txBox="1"/>
          <p:nvPr/>
        </p:nvSpPr>
        <p:spPr>
          <a:xfrm>
            <a:off x="179512" y="4371950"/>
            <a:ext cx="22323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 sz="1800" u="none" cap="none" strike="noStrike">
                <a:solidFill>
                  <a:schemeClr val="dk1"/>
                </a:solidFill>
                <a:latin typeface="Arial"/>
                <a:ea typeface="Arial"/>
                <a:cs typeface="Arial"/>
                <a:sym typeface="Arial"/>
              </a:rPr>
              <a:t>Database of</a:t>
            </a:r>
            <a:endParaRPr/>
          </a:p>
          <a:p>
            <a:pPr indent="0" lvl="0" marL="0" marR="0" rtl="0" algn="l">
              <a:spcBef>
                <a:spcPts val="0"/>
              </a:spcBef>
              <a:spcAft>
                <a:spcPts val="0"/>
              </a:spcAft>
              <a:buNone/>
            </a:pPr>
            <a:r>
              <a:rPr b="1" lang="en" sz="1800">
                <a:solidFill>
                  <a:schemeClr val="dk1"/>
                </a:solidFill>
                <a:latin typeface="Arial"/>
                <a:ea typeface="Arial"/>
                <a:cs typeface="Arial"/>
                <a:sym typeface="Arial"/>
              </a:rPr>
              <a:t>Corpus Graphs</a:t>
            </a:r>
            <a:endParaRPr b="1" sz="1800">
              <a:solidFill>
                <a:schemeClr val="dk1"/>
              </a:solidFill>
              <a:latin typeface="Arial"/>
              <a:ea typeface="Arial"/>
              <a:cs typeface="Arial"/>
              <a:sym typeface="Arial"/>
            </a:endParaRPr>
          </a:p>
        </p:txBody>
      </p:sp>
      <p:sp>
        <p:nvSpPr>
          <p:cNvPr id="297" name="Google Shape;297;p44"/>
          <p:cNvSpPr txBox="1"/>
          <p:nvPr/>
        </p:nvSpPr>
        <p:spPr>
          <a:xfrm>
            <a:off x="7236296" y="915566"/>
            <a:ext cx="1584300" cy="923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800">
                <a:solidFill>
                  <a:schemeClr val="dk1"/>
                </a:solidFill>
                <a:latin typeface="Arial"/>
                <a:ea typeface="Arial"/>
                <a:cs typeface="Arial"/>
                <a:sym typeface="Arial"/>
              </a:rPr>
              <a:t>Top K</a:t>
            </a:r>
            <a:endParaRPr/>
          </a:p>
          <a:p>
            <a:pPr indent="0" lvl="0" marL="0" marR="0" rtl="0" algn="l">
              <a:spcBef>
                <a:spcPts val="0"/>
              </a:spcBef>
              <a:spcAft>
                <a:spcPts val="0"/>
              </a:spcAft>
              <a:buNone/>
            </a:pPr>
            <a:r>
              <a:rPr b="1" lang="en" sz="1800">
                <a:solidFill>
                  <a:schemeClr val="dk1"/>
                </a:solidFill>
                <a:latin typeface="Arial"/>
                <a:ea typeface="Arial"/>
                <a:cs typeface="Arial"/>
                <a:sym typeface="Arial"/>
              </a:rPr>
              <a:t>similar graphs</a:t>
            </a:r>
            <a:endParaRPr b="1" sz="1800">
              <a:solidFill>
                <a:schemeClr val="dk1"/>
              </a:solidFill>
              <a:latin typeface="Arial"/>
              <a:ea typeface="Arial"/>
              <a:cs typeface="Arial"/>
              <a:sym typeface="Arial"/>
            </a:endParaRPr>
          </a:p>
        </p:txBody>
      </p:sp>
      <p:sp>
        <p:nvSpPr>
          <p:cNvPr id="298" name="Google Shape;298;p44"/>
          <p:cNvSpPr txBox="1"/>
          <p:nvPr/>
        </p:nvSpPr>
        <p:spPr>
          <a:xfrm>
            <a:off x="3040055" y="3988803"/>
            <a:ext cx="8640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800">
                <a:solidFill>
                  <a:schemeClr val="dk1"/>
                </a:solidFill>
                <a:latin typeface="Arial"/>
                <a:ea typeface="Arial"/>
                <a:cs typeface="Arial"/>
                <a:sym typeface="Arial"/>
              </a:rPr>
              <a:t>Query </a:t>
            </a:r>
            <a:endParaRPr/>
          </a:p>
          <a:p>
            <a:pPr indent="0" lvl="0" marL="0" marR="0" rtl="0" algn="l">
              <a:spcBef>
                <a:spcPts val="0"/>
              </a:spcBef>
              <a:spcAft>
                <a:spcPts val="0"/>
              </a:spcAft>
              <a:buNone/>
            </a:pPr>
            <a:r>
              <a:rPr lang="en" sz="1800">
                <a:solidFill>
                  <a:schemeClr val="dk1"/>
                </a:solidFill>
                <a:latin typeface="Arial"/>
                <a:ea typeface="Arial"/>
                <a:cs typeface="Arial"/>
                <a:sym typeface="Arial"/>
              </a:rPr>
              <a:t>Graph</a:t>
            </a:r>
            <a:endParaRPr sz="1800">
              <a:solidFill>
                <a:schemeClr val="dk1"/>
              </a:solidFill>
              <a:latin typeface="Arial"/>
              <a:ea typeface="Arial"/>
              <a:cs typeface="Arial"/>
              <a:sym typeface="Arial"/>
            </a:endParaRPr>
          </a:p>
        </p:txBody>
      </p:sp>
      <p:sp>
        <p:nvSpPr>
          <p:cNvPr id="299" name="Google Shape;299;p44"/>
          <p:cNvSpPr txBox="1"/>
          <p:nvPr/>
        </p:nvSpPr>
        <p:spPr>
          <a:xfrm>
            <a:off x="5069126" y="4371950"/>
            <a:ext cx="32328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800">
                <a:solidFill>
                  <a:schemeClr val="dk1"/>
                </a:solidFill>
                <a:latin typeface="Arial"/>
                <a:ea typeface="Arial"/>
                <a:cs typeface="Arial"/>
                <a:sym typeface="Arial"/>
              </a:rPr>
              <a:t>Corpus graphs ranked based on similarity scores</a:t>
            </a:r>
            <a:endParaRPr b="1" sz="1800">
              <a:solidFill>
                <a:schemeClr val="dk1"/>
              </a:solidFill>
              <a:latin typeface="Arial"/>
              <a:ea typeface="Arial"/>
              <a:cs typeface="Arial"/>
              <a:sym typeface="Arial"/>
            </a:endParaRPr>
          </a:p>
        </p:txBody>
      </p:sp>
      <p:sp>
        <p:nvSpPr>
          <p:cNvPr id="300" name="Google Shape;300;p44"/>
          <p:cNvSpPr/>
          <p:nvPr/>
        </p:nvSpPr>
        <p:spPr>
          <a:xfrm>
            <a:off x="2271028" y="1832368"/>
            <a:ext cx="2733000" cy="739500"/>
          </a:xfrm>
          <a:prstGeom prst="rect">
            <a:avLst/>
          </a:prstGeom>
          <a:solidFill>
            <a:srgbClr val="93B3D7">
              <a:alpha val="16860"/>
            </a:srgbClr>
          </a:solidFill>
          <a:ln cap="flat" cmpd="sng" w="12700">
            <a:solidFill>
              <a:srgbClr val="00206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1800">
                <a:solidFill>
                  <a:schemeClr val="dk1"/>
                </a:solidFill>
                <a:latin typeface="Arial"/>
                <a:ea typeface="Arial"/>
                <a:cs typeface="Arial"/>
                <a:sym typeface="Arial"/>
              </a:rPr>
              <a:t>Graph Similarity scoring and ranking model</a:t>
            </a:r>
            <a:endParaRPr sz="1800">
              <a:solidFill>
                <a:schemeClr val="dk1"/>
              </a:solidFill>
              <a:latin typeface="Arial"/>
              <a:ea typeface="Arial"/>
              <a:cs typeface="Arial"/>
              <a:sym typeface="Arial"/>
            </a:endParaRPr>
          </a:p>
        </p:txBody>
      </p:sp>
      <p:sp>
        <p:nvSpPr>
          <p:cNvPr id="301" name="Google Shape;301;p44"/>
          <p:cNvSpPr/>
          <p:nvPr/>
        </p:nvSpPr>
        <p:spPr>
          <a:xfrm>
            <a:off x="5079339" y="1905338"/>
            <a:ext cx="816300" cy="522300"/>
          </a:xfrm>
          <a:prstGeom prst="stripedRightArrow">
            <a:avLst>
              <a:gd fmla="val 50000" name="adj1"/>
              <a:gd fmla="val 50000" name="adj2"/>
            </a:avLst>
          </a:prstGeom>
          <a:solidFill>
            <a:srgbClr val="C5D8F1"/>
          </a:solidFill>
          <a:ln cap="flat" cmpd="sng" w="25400">
            <a:solidFill>
              <a:srgbClr val="4472C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02" name="Google Shape;302;p44"/>
          <p:cNvSpPr/>
          <p:nvPr/>
        </p:nvSpPr>
        <p:spPr>
          <a:xfrm>
            <a:off x="1418426" y="1905338"/>
            <a:ext cx="816300" cy="522300"/>
          </a:xfrm>
          <a:prstGeom prst="stripedRightArrow">
            <a:avLst>
              <a:gd fmla="val 50000" name="adj1"/>
              <a:gd fmla="val 50000" name="adj2"/>
            </a:avLst>
          </a:prstGeom>
          <a:solidFill>
            <a:srgbClr val="C5D8F1"/>
          </a:solidFill>
          <a:ln cap="flat" cmpd="sng" w="25400">
            <a:solidFill>
              <a:srgbClr val="4472C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03" name="Google Shape;303;p44"/>
          <p:cNvSpPr/>
          <p:nvPr/>
        </p:nvSpPr>
        <p:spPr>
          <a:xfrm rot="-5400000">
            <a:off x="3041795" y="2775086"/>
            <a:ext cx="816300" cy="522300"/>
          </a:xfrm>
          <a:prstGeom prst="stripedRightArrow">
            <a:avLst>
              <a:gd fmla="val 50000" name="adj1"/>
              <a:gd fmla="val 50000" name="adj2"/>
            </a:avLst>
          </a:prstGeom>
          <a:solidFill>
            <a:srgbClr val="C5D8F1"/>
          </a:solidFill>
          <a:ln cap="flat" cmpd="sng" w="25400">
            <a:solidFill>
              <a:srgbClr val="4472C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2" type="sldNum"/>
          </p:nvPr>
        </p:nvSpPr>
        <p:spPr>
          <a:xfrm>
            <a:off x="6554880" y="4685532"/>
            <a:ext cx="2131200" cy="355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309" name="Google Shape;309;p45"/>
          <p:cNvSpPr txBox="1"/>
          <p:nvPr/>
        </p:nvSpPr>
        <p:spPr>
          <a:xfrm>
            <a:off x="365760" y="1"/>
            <a:ext cx="8287200" cy="85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 sz="2950">
                <a:solidFill>
                  <a:srgbClr val="FFFFFF"/>
                </a:solidFill>
                <a:latin typeface="Arial"/>
                <a:ea typeface="Arial"/>
                <a:cs typeface="Arial"/>
                <a:sym typeface="Arial"/>
              </a:rPr>
              <a:t>Graph Similarity Scoring</a:t>
            </a:r>
            <a:endParaRPr b="1" sz="2994">
              <a:solidFill>
                <a:srgbClr val="FFFFFF"/>
              </a:solidFill>
              <a:latin typeface="Arial"/>
              <a:ea typeface="Arial"/>
              <a:cs typeface="Arial"/>
              <a:sym typeface="Arial"/>
            </a:endParaRPr>
          </a:p>
        </p:txBody>
      </p:sp>
      <p:sp>
        <p:nvSpPr>
          <p:cNvPr id="310" name="Google Shape;310;p45"/>
          <p:cNvSpPr txBox="1"/>
          <p:nvPr/>
        </p:nvSpPr>
        <p:spPr>
          <a:xfrm>
            <a:off x="539552" y="1275606"/>
            <a:ext cx="8146500" cy="286290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Noto Sans Symbols"/>
              <a:buChar char="▪"/>
            </a:pPr>
            <a:r>
              <a:rPr lang="en" sz="1800">
                <a:solidFill>
                  <a:schemeClr val="dk1"/>
                </a:solidFill>
                <a:latin typeface="Arial"/>
                <a:ea typeface="Arial"/>
                <a:cs typeface="Arial"/>
                <a:sym typeface="Arial"/>
              </a:rPr>
              <a:t>Application dependent choice of similarity scoring function </a:t>
            </a:r>
            <a:endParaRPr/>
          </a:p>
          <a:p>
            <a:pPr indent="-285750" lvl="1" marL="655999" marR="0" rtl="0" algn="l">
              <a:spcBef>
                <a:spcPts val="0"/>
              </a:spcBef>
              <a:spcAft>
                <a:spcPts val="0"/>
              </a:spcAft>
              <a:buClr>
                <a:schemeClr val="dk1"/>
              </a:buClr>
              <a:buSzPts val="1800"/>
              <a:buFont typeface="Noto Sans Symbols"/>
              <a:buChar char="▪"/>
            </a:pPr>
            <a:r>
              <a:rPr lang="en" sz="1800">
                <a:solidFill>
                  <a:schemeClr val="dk1"/>
                </a:solidFill>
              </a:rPr>
              <a:t>Graph Edit Distance (</a:t>
            </a:r>
            <a:r>
              <a:rPr b="0" i="0" lang="en" sz="1800" u="none" cap="none" strike="noStrike">
                <a:solidFill>
                  <a:schemeClr val="dk1"/>
                </a:solidFill>
                <a:latin typeface="Arial"/>
                <a:ea typeface="Arial"/>
                <a:cs typeface="Arial"/>
                <a:sym typeface="Arial"/>
              </a:rPr>
              <a:t>GED</a:t>
            </a:r>
            <a:r>
              <a:rPr lang="en" sz="1800">
                <a:solidFill>
                  <a:schemeClr val="dk1"/>
                </a:solidFill>
              </a:rPr>
              <a:t>)</a:t>
            </a:r>
            <a:endParaRPr sz="1800">
              <a:solidFill>
                <a:schemeClr val="dk1"/>
              </a:solidFill>
            </a:endParaRPr>
          </a:p>
          <a:p>
            <a:pPr indent="-285750" lvl="1" marL="655999" marR="0" rtl="0" algn="l">
              <a:spcBef>
                <a:spcPts val="0"/>
              </a:spcBef>
              <a:spcAft>
                <a:spcPts val="0"/>
              </a:spcAft>
              <a:buClr>
                <a:schemeClr val="dk1"/>
              </a:buClr>
              <a:buSzPts val="1800"/>
              <a:buFont typeface="Noto Sans Symbols"/>
              <a:buChar char="▪"/>
            </a:pPr>
            <a:r>
              <a:rPr lang="en" sz="1800">
                <a:solidFill>
                  <a:schemeClr val="dk1"/>
                </a:solidFill>
              </a:rPr>
              <a:t>Maximum Common Subgraph </a:t>
            </a:r>
            <a:r>
              <a:rPr b="0" i="0" lang="en" sz="1800" u="none" cap="none" strike="noStrike">
                <a:solidFill>
                  <a:schemeClr val="dk1"/>
                </a:solidFill>
                <a:latin typeface="Arial"/>
                <a:ea typeface="Arial"/>
                <a:cs typeface="Arial"/>
                <a:sym typeface="Arial"/>
              </a:rPr>
              <a:t>MCS)</a:t>
            </a:r>
            <a:endParaRPr sz="1800">
              <a:solidFill>
                <a:schemeClr val="dk1"/>
              </a:solidFill>
            </a:endParaRPr>
          </a:p>
          <a:p>
            <a:pPr indent="-285750" lvl="1" marL="655999" marR="0" rtl="0" algn="l">
              <a:spcBef>
                <a:spcPts val="0"/>
              </a:spcBef>
              <a:spcAft>
                <a:spcPts val="0"/>
              </a:spcAft>
              <a:buClr>
                <a:schemeClr val="dk1"/>
              </a:buClr>
              <a:buSzPts val="1800"/>
              <a:buFont typeface="Noto Sans Symbols"/>
              <a:buChar char="▪"/>
            </a:pPr>
            <a:r>
              <a:rPr b="0" i="0" lang="en" sz="1800" u="none" cap="none" strike="noStrike">
                <a:solidFill>
                  <a:schemeClr val="dk1"/>
                </a:solidFill>
                <a:latin typeface="Arial"/>
                <a:ea typeface="Arial"/>
                <a:cs typeface="Arial"/>
                <a:sym typeface="Arial"/>
              </a:rPr>
              <a:t>Subgraph Isomorphism</a:t>
            </a:r>
            <a:endParaRPr sz="1800">
              <a:solidFill>
                <a:schemeClr val="dk1"/>
              </a:solidFill>
              <a:latin typeface="Arial"/>
              <a:ea typeface="Arial"/>
              <a:cs typeface="Arial"/>
              <a:sym typeface="Arial"/>
            </a:endParaRPr>
          </a:p>
          <a:p>
            <a:pPr indent="-171450" lvl="0" marL="285750" marR="0" rtl="0" algn="l">
              <a:spcBef>
                <a:spcPts val="0"/>
              </a:spcBef>
              <a:spcAft>
                <a:spcPts val="0"/>
              </a:spcAft>
              <a:buClr>
                <a:schemeClr val="dk1"/>
              </a:buClr>
              <a:buSzPts val="1800"/>
              <a:buFont typeface="Noto Sans Symbols"/>
              <a:buNone/>
            </a:pPr>
            <a:r>
              <a:t/>
            </a:r>
            <a:endParaRPr sz="18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800"/>
              <a:buFont typeface="Noto Sans Symbols"/>
              <a:buChar char="▪"/>
            </a:pPr>
            <a:r>
              <a:rPr lang="en" sz="1800">
                <a:solidFill>
                  <a:schemeClr val="dk1"/>
                </a:solidFill>
                <a:latin typeface="Arial"/>
                <a:ea typeface="Arial"/>
                <a:cs typeface="Arial"/>
                <a:sym typeface="Arial"/>
              </a:rPr>
              <a:t>All similarity scores rely on finding an</a:t>
            </a:r>
            <a:r>
              <a:rPr b="1" lang="en" sz="1800">
                <a:solidFill>
                  <a:schemeClr val="dk1"/>
                </a:solidFill>
                <a:latin typeface="Arial"/>
                <a:ea typeface="Arial"/>
                <a:cs typeface="Arial"/>
                <a:sym typeface="Arial"/>
              </a:rPr>
              <a:t> </a:t>
            </a:r>
            <a:r>
              <a:rPr b="1" lang="en" sz="1800" u="sng">
                <a:solidFill>
                  <a:schemeClr val="dk1"/>
                </a:solidFill>
                <a:latin typeface="Arial"/>
                <a:ea typeface="Arial"/>
                <a:cs typeface="Arial"/>
                <a:sym typeface="Arial"/>
              </a:rPr>
              <a:t>optimal matching </a:t>
            </a:r>
            <a:r>
              <a:rPr lang="en" sz="1800">
                <a:solidFill>
                  <a:schemeClr val="dk1"/>
                </a:solidFill>
                <a:latin typeface="Arial"/>
                <a:ea typeface="Arial"/>
                <a:cs typeface="Arial"/>
                <a:sym typeface="Arial"/>
              </a:rPr>
              <a:t>between the query and corpus graphs </a:t>
            </a:r>
            <a:endParaRPr sz="1800">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endParaRPr>
          </a:p>
          <a:p>
            <a:pPr indent="-285750" lvl="0" marL="285750" marR="0" rtl="0" algn="l">
              <a:spcBef>
                <a:spcPts val="0"/>
              </a:spcBef>
              <a:spcAft>
                <a:spcPts val="0"/>
              </a:spcAft>
              <a:buClr>
                <a:schemeClr val="dk1"/>
              </a:buClr>
              <a:buSzPts val="1800"/>
              <a:buChar char="▪"/>
            </a:pPr>
            <a:r>
              <a:rPr lang="en" sz="1800">
                <a:solidFill>
                  <a:schemeClr val="dk1"/>
                </a:solidFill>
              </a:rPr>
              <a:t>Leverage recent advances in GRL for representation and scoring</a:t>
            </a:r>
            <a:endParaRPr sz="1800">
              <a:solidFill>
                <a:schemeClr val="dk1"/>
              </a:solidFill>
            </a:endParaRPr>
          </a:p>
          <a:p>
            <a:pPr indent="-342900" lvl="1" marL="914400" marR="0" rtl="0" algn="l">
              <a:spcBef>
                <a:spcPts val="0"/>
              </a:spcBef>
              <a:spcAft>
                <a:spcPts val="0"/>
              </a:spcAft>
              <a:buClr>
                <a:schemeClr val="dk1"/>
              </a:buClr>
              <a:buSzPts val="1800"/>
              <a:buChar char="▪"/>
            </a:pPr>
            <a:r>
              <a:rPr lang="en" sz="1800">
                <a:solidFill>
                  <a:schemeClr val="dk1"/>
                </a:solidFill>
              </a:rPr>
              <a:t>Message Passing Graph Neural Networks (GNNs)</a:t>
            </a:r>
            <a:endParaRPr sz="1800">
              <a:solidFill>
                <a:schemeClr val="dk1"/>
              </a:solidFill>
            </a:endParaRPr>
          </a:p>
        </p:txBody>
      </p:sp>
      <p:sp>
        <p:nvSpPr>
          <p:cNvPr id="311" name="Google Shape;311;p45"/>
          <p:cNvSpPr txBox="1"/>
          <p:nvPr/>
        </p:nvSpPr>
        <p:spPr>
          <a:xfrm>
            <a:off x="4809728" y="2211710"/>
            <a:ext cx="914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46"/>
          <p:cNvSpPr txBox="1"/>
          <p:nvPr>
            <p:ph idx="12" type="sldNum"/>
          </p:nvPr>
        </p:nvSpPr>
        <p:spPr>
          <a:xfrm>
            <a:off x="6554880" y="4685532"/>
            <a:ext cx="2131200" cy="355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317" name="Google Shape;317;p46"/>
          <p:cNvSpPr txBox="1"/>
          <p:nvPr/>
        </p:nvSpPr>
        <p:spPr>
          <a:xfrm>
            <a:off x="365760" y="1"/>
            <a:ext cx="8287200" cy="8586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100"/>
              <a:buFont typeface="Arial"/>
              <a:buNone/>
            </a:pPr>
            <a:r>
              <a:rPr lang="en" sz="2800">
                <a:solidFill>
                  <a:schemeClr val="lt1"/>
                </a:solidFill>
              </a:rPr>
              <a:t>Framework for Message Passing GNNs </a:t>
            </a:r>
            <a:endParaRPr sz="2800">
              <a:solidFill>
                <a:schemeClr val="lt1"/>
              </a:solidFill>
            </a:endParaRPr>
          </a:p>
          <a:p>
            <a:pPr indent="0" lvl="0" marL="0" marR="0" rtl="0" algn="l">
              <a:spcBef>
                <a:spcPts val="0"/>
              </a:spcBef>
              <a:spcAft>
                <a:spcPts val="0"/>
              </a:spcAft>
              <a:buNone/>
            </a:pPr>
            <a:r>
              <a:t/>
            </a:r>
            <a:endParaRPr b="1" sz="2950">
              <a:solidFill>
                <a:srgbClr val="FFFFFF"/>
              </a:solidFill>
            </a:endParaRPr>
          </a:p>
        </p:txBody>
      </p:sp>
      <p:sp>
        <p:nvSpPr>
          <p:cNvPr id="318" name="Google Shape;318;p46"/>
          <p:cNvSpPr txBox="1"/>
          <p:nvPr/>
        </p:nvSpPr>
        <p:spPr>
          <a:xfrm>
            <a:off x="4809728" y="2211710"/>
            <a:ext cx="9144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19" name="Google Shape;319;p46"/>
          <p:cNvSpPr txBox="1"/>
          <p:nvPr/>
        </p:nvSpPr>
        <p:spPr>
          <a:xfrm>
            <a:off x="311700" y="1152475"/>
            <a:ext cx="44931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Clr>
                <a:schemeClr val="dk1"/>
              </a:buClr>
              <a:buSzPts val="1800"/>
              <a:buChar char="●"/>
            </a:pPr>
            <a:r>
              <a:rPr lang="en" sz="1800">
                <a:solidFill>
                  <a:schemeClr val="dk1"/>
                </a:solidFill>
              </a:rPr>
              <a:t>Two considerations</a:t>
            </a:r>
            <a:endParaRPr sz="1800">
              <a:solidFill>
                <a:schemeClr val="dk1"/>
              </a:solidFill>
            </a:endParaRPr>
          </a:p>
          <a:p>
            <a:pPr indent="-317500" lvl="1" marL="914400" rtl="0" algn="l">
              <a:lnSpc>
                <a:spcPct val="115000"/>
              </a:lnSpc>
              <a:spcBef>
                <a:spcPts val="0"/>
              </a:spcBef>
              <a:spcAft>
                <a:spcPts val="0"/>
              </a:spcAft>
              <a:buClr>
                <a:schemeClr val="dk1"/>
              </a:buClr>
              <a:buSzPts val="1400"/>
              <a:buChar char="○"/>
            </a:pPr>
            <a:r>
              <a:rPr lang="en" sz="1800">
                <a:solidFill>
                  <a:schemeClr val="dk1"/>
                </a:solidFill>
              </a:rPr>
              <a:t> Individual node features</a:t>
            </a:r>
            <a:endParaRPr sz="1800">
              <a:solidFill>
                <a:schemeClr val="dk1"/>
              </a:solidFill>
            </a:endParaRPr>
          </a:p>
          <a:p>
            <a:pPr indent="-317500" lvl="1" marL="914400" rtl="0" algn="l">
              <a:lnSpc>
                <a:spcPct val="115000"/>
              </a:lnSpc>
              <a:spcBef>
                <a:spcPts val="0"/>
              </a:spcBef>
              <a:spcAft>
                <a:spcPts val="0"/>
              </a:spcAft>
              <a:buClr>
                <a:schemeClr val="dk1"/>
              </a:buClr>
              <a:buSzPts val="1400"/>
              <a:buChar char="○"/>
            </a:pPr>
            <a:r>
              <a:rPr lang="en" sz="1800">
                <a:solidFill>
                  <a:schemeClr val="dk1"/>
                </a:solidFill>
              </a:rPr>
              <a:t> Graph Topology</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 sz="1800">
                <a:solidFill>
                  <a:schemeClr val="dk1"/>
                </a:solidFill>
              </a:rPr>
              <a:t>Message passing framework factors in topology </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 sz="1800">
                <a:solidFill>
                  <a:schemeClr val="dk1"/>
                </a:solidFill>
              </a:rPr>
              <a:t>Each additional stack of a GC layer increases the topological radius of influence by one additional hop </a:t>
            </a:r>
            <a:endParaRPr sz="1800">
              <a:solidFill>
                <a:schemeClr val="dk1"/>
              </a:solidFill>
            </a:endParaRPr>
          </a:p>
        </p:txBody>
      </p:sp>
      <p:pic>
        <p:nvPicPr>
          <p:cNvPr id="320" name="Google Shape;320;p46"/>
          <p:cNvPicPr preferRelativeResize="0"/>
          <p:nvPr/>
        </p:nvPicPr>
        <p:blipFill>
          <a:blip r:embed="rId3">
            <a:alphaModFix/>
          </a:blip>
          <a:stretch>
            <a:fillRect/>
          </a:stretch>
        </p:blipFill>
        <p:spPr>
          <a:xfrm>
            <a:off x="4804800" y="926475"/>
            <a:ext cx="2918425" cy="3065143"/>
          </a:xfrm>
          <a:prstGeom prst="rect">
            <a:avLst/>
          </a:prstGeom>
          <a:noFill/>
          <a:ln>
            <a:noFill/>
          </a:ln>
        </p:spPr>
      </p:pic>
      <p:sp>
        <p:nvSpPr>
          <p:cNvPr id="321" name="Google Shape;321;p46"/>
          <p:cNvSpPr txBox="1"/>
          <p:nvPr/>
        </p:nvSpPr>
        <p:spPr>
          <a:xfrm>
            <a:off x="5062050" y="4138475"/>
            <a:ext cx="2187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Figure from [</a:t>
            </a:r>
            <a:r>
              <a:rPr lang="en" u="sng">
                <a:solidFill>
                  <a:schemeClr val="hlink"/>
                </a:solidFill>
                <a:hlinkClick r:id="rId4"/>
              </a:rPr>
              <a:t>GraphSage</a:t>
            </a:r>
            <a:r>
              <a:rPr lang="en"/>
              <a: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47"/>
          <p:cNvSpPr txBox="1"/>
          <p:nvPr/>
        </p:nvSpPr>
        <p:spPr>
          <a:xfrm>
            <a:off x="365760" y="1"/>
            <a:ext cx="8287200" cy="858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lang="en" sz="2800">
                <a:solidFill>
                  <a:schemeClr val="lt1"/>
                </a:solidFill>
              </a:rPr>
              <a:t>Goal: Injective mapping </a:t>
            </a:r>
            <a:endParaRPr sz="2800">
              <a:solidFill>
                <a:schemeClr val="lt1"/>
              </a:solidFill>
            </a:endParaRPr>
          </a:p>
          <a:p>
            <a:pPr indent="0" lvl="0" marL="0" rtl="0" algn="ctr">
              <a:spcBef>
                <a:spcPts val="0"/>
              </a:spcBef>
              <a:spcAft>
                <a:spcPts val="0"/>
              </a:spcAft>
              <a:buSzPts val="1100"/>
              <a:buNone/>
            </a:pPr>
            <a:r>
              <a:t/>
            </a:r>
            <a:endParaRPr sz="2800">
              <a:solidFill>
                <a:schemeClr val="lt1"/>
              </a:solidFill>
            </a:endParaRPr>
          </a:p>
          <a:p>
            <a:pPr indent="0" lvl="0" marL="0" marR="0" rtl="0" algn="l">
              <a:spcBef>
                <a:spcPts val="0"/>
              </a:spcBef>
              <a:spcAft>
                <a:spcPts val="0"/>
              </a:spcAft>
              <a:buNone/>
            </a:pPr>
            <a:r>
              <a:t/>
            </a:r>
            <a:endParaRPr b="1" sz="2950">
              <a:solidFill>
                <a:srgbClr val="FFFFFF"/>
              </a:solidFill>
            </a:endParaRPr>
          </a:p>
        </p:txBody>
      </p:sp>
      <p:pic>
        <p:nvPicPr>
          <p:cNvPr id="327" name="Google Shape;327;p47"/>
          <p:cNvPicPr preferRelativeResize="0"/>
          <p:nvPr/>
        </p:nvPicPr>
        <p:blipFill>
          <a:blip r:embed="rId3">
            <a:alphaModFix/>
          </a:blip>
          <a:stretch>
            <a:fillRect/>
          </a:stretch>
        </p:blipFill>
        <p:spPr>
          <a:xfrm>
            <a:off x="183750" y="932600"/>
            <a:ext cx="6686076" cy="3607600"/>
          </a:xfrm>
          <a:prstGeom prst="rect">
            <a:avLst/>
          </a:prstGeom>
          <a:noFill/>
          <a:ln>
            <a:noFill/>
          </a:ln>
        </p:spPr>
      </p:pic>
      <p:pic>
        <p:nvPicPr>
          <p:cNvPr id="328" name="Google Shape;328;p47"/>
          <p:cNvPicPr preferRelativeResize="0"/>
          <p:nvPr/>
        </p:nvPicPr>
        <p:blipFill rotWithShape="1">
          <a:blip r:embed="rId4">
            <a:alphaModFix/>
          </a:blip>
          <a:srcRect b="0" l="0" r="0" t="0"/>
          <a:stretch/>
        </p:blipFill>
        <p:spPr>
          <a:xfrm>
            <a:off x="6921850" y="2219504"/>
            <a:ext cx="419100" cy="1944325"/>
          </a:xfrm>
          <a:prstGeom prst="rect">
            <a:avLst/>
          </a:prstGeom>
          <a:noFill/>
          <a:ln>
            <a:noFill/>
          </a:ln>
        </p:spPr>
      </p:pic>
      <p:sp>
        <p:nvSpPr>
          <p:cNvPr id="329" name="Google Shape;329;p47"/>
          <p:cNvSpPr txBox="1"/>
          <p:nvPr/>
        </p:nvSpPr>
        <p:spPr>
          <a:xfrm>
            <a:off x="7371625" y="2400150"/>
            <a:ext cx="13743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Injective mapping between node neighborhood and embedding</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8"/>
          <p:cNvSpPr txBox="1"/>
          <p:nvPr/>
        </p:nvSpPr>
        <p:spPr>
          <a:xfrm>
            <a:off x="365760" y="1"/>
            <a:ext cx="8287200" cy="858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lang="en" sz="2800">
                <a:solidFill>
                  <a:schemeClr val="lt1"/>
                </a:solidFill>
              </a:rPr>
              <a:t>Whole Graph Representation </a:t>
            </a:r>
            <a:endParaRPr sz="2800">
              <a:solidFill>
                <a:schemeClr val="lt1"/>
              </a:solidFill>
            </a:endParaRPr>
          </a:p>
          <a:p>
            <a:pPr indent="0" lvl="0" marL="0" rtl="0" algn="ctr">
              <a:spcBef>
                <a:spcPts val="0"/>
              </a:spcBef>
              <a:spcAft>
                <a:spcPts val="0"/>
              </a:spcAft>
              <a:buSzPts val="1100"/>
              <a:buNone/>
            </a:pPr>
            <a:r>
              <a:t/>
            </a:r>
            <a:endParaRPr sz="2800">
              <a:solidFill>
                <a:schemeClr val="lt1"/>
              </a:solidFill>
            </a:endParaRPr>
          </a:p>
          <a:p>
            <a:pPr indent="0" lvl="0" marL="0" marR="0" rtl="0" algn="l">
              <a:spcBef>
                <a:spcPts val="0"/>
              </a:spcBef>
              <a:spcAft>
                <a:spcPts val="0"/>
              </a:spcAft>
              <a:buNone/>
            </a:pPr>
            <a:r>
              <a:t/>
            </a:r>
            <a:endParaRPr b="1" sz="2950">
              <a:solidFill>
                <a:srgbClr val="FFFFFF"/>
              </a:solidFill>
            </a:endParaRPr>
          </a:p>
        </p:txBody>
      </p:sp>
      <p:grpSp>
        <p:nvGrpSpPr>
          <p:cNvPr id="335" name="Google Shape;335;p48"/>
          <p:cNvGrpSpPr/>
          <p:nvPr/>
        </p:nvGrpSpPr>
        <p:grpSpPr>
          <a:xfrm>
            <a:off x="518154" y="1486881"/>
            <a:ext cx="590994" cy="892487"/>
            <a:chOff x="93199" y="3636975"/>
            <a:chExt cx="1268228" cy="1718304"/>
          </a:xfrm>
        </p:grpSpPr>
        <p:grpSp>
          <p:nvGrpSpPr>
            <p:cNvPr id="336" name="Google Shape;336;p48"/>
            <p:cNvGrpSpPr/>
            <p:nvPr/>
          </p:nvGrpSpPr>
          <p:grpSpPr>
            <a:xfrm>
              <a:off x="93199" y="3636975"/>
              <a:ext cx="1268228" cy="1718304"/>
              <a:chOff x="762280" y="3631582"/>
              <a:chExt cx="811147" cy="1099011"/>
            </a:xfrm>
          </p:grpSpPr>
          <p:cxnSp>
            <p:nvCxnSpPr>
              <p:cNvPr id="337" name="Google Shape;337;p48"/>
              <p:cNvCxnSpPr/>
              <p:nvPr/>
            </p:nvCxnSpPr>
            <p:spPr>
              <a:xfrm>
                <a:off x="1245779" y="4006723"/>
                <a:ext cx="253200" cy="534000"/>
              </a:xfrm>
              <a:prstGeom prst="straightConnector1">
                <a:avLst/>
              </a:prstGeom>
              <a:noFill/>
              <a:ln cap="flat" cmpd="sng" w="57150">
                <a:solidFill>
                  <a:schemeClr val="dk1"/>
                </a:solidFill>
                <a:prstDash val="solid"/>
                <a:round/>
                <a:headEnd len="sm" w="sm" type="none"/>
                <a:tailEnd len="sm" w="sm" type="none"/>
              </a:ln>
            </p:spPr>
          </p:cxnSp>
          <p:grpSp>
            <p:nvGrpSpPr>
              <p:cNvPr id="338" name="Google Shape;338;p48"/>
              <p:cNvGrpSpPr/>
              <p:nvPr/>
            </p:nvGrpSpPr>
            <p:grpSpPr>
              <a:xfrm>
                <a:off x="762280" y="3631582"/>
                <a:ext cx="613200" cy="535141"/>
                <a:chOff x="657922" y="646771"/>
                <a:chExt cx="613200" cy="535141"/>
              </a:xfrm>
            </p:grpSpPr>
            <p:sp>
              <p:nvSpPr>
                <p:cNvPr id="339" name="Google Shape;339;p48"/>
                <p:cNvSpPr/>
                <p:nvPr/>
              </p:nvSpPr>
              <p:spPr>
                <a:xfrm>
                  <a:off x="657922" y="646771"/>
                  <a:ext cx="156000" cy="156000"/>
                </a:xfrm>
                <a:prstGeom prst="ellipse">
                  <a:avLst/>
                </a:prstGeom>
                <a:solidFill>
                  <a:srgbClr val="0070C0"/>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40" name="Google Shape;340;p48"/>
                <p:cNvSpPr/>
                <p:nvPr/>
              </p:nvSpPr>
              <p:spPr>
                <a:xfrm>
                  <a:off x="1115122" y="646771"/>
                  <a:ext cx="156000" cy="156000"/>
                </a:xfrm>
                <a:prstGeom prst="ellipse">
                  <a:avLst/>
                </a:prstGeom>
                <a:solidFill>
                  <a:srgbClr val="FFC000"/>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41" name="Google Shape;341;p48"/>
                <p:cNvSpPr/>
                <p:nvPr/>
              </p:nvSpPr>
              <p:spPr>
                <a:xfrm>
                  <a:off x="661639" y="1025912"/>
                  <a:ext cx="156000" cy="156000"/>
                </a:xfrm>
                <a:prstGeom prst="ellipse">
                  <a:avLst/>
                </a:prstGeom>
                <a:solidFill>
                  <a:srgbClr val="00B050"/>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42" name="Google Shape;342;p48"/>
                <p:cNvSpPr/>
                <p:nvPr/>
              </p:nvSpPr>
              <p:spPr>
                <a:xfrm>
                  <a:off x="1115122" y="1025911"/>
                  <a:ext cx="156000" cy="156000"/>
                </a:xfrm>
                <a:prstGeom prst="ellipse">
                  <a:avLst/>
                </a:prstGeom>
                <a:solidFill>
                  <a:srgbClr val="C00000"/>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343" name="Google Shape;343;p48"/>
                <p:cNvCxnSpPr>
                  <a:stCxn id="339" idx="6"/>
                  <a:endCxn id="340" idx="2"/>
                </p:cNvCxnSpPr>
                <p:nvPr/>
              </p:nvCxnSpPr>
              <p:spPr>
                <a:xfrm>
                  <a:off x="813922" y="724771"/>
                  <a:ext cx="301200" cy="0"/>
                </a:xfrm>
                <a:prstGeom prst="straightConnector1">
                  <a:avLst/>
                </a:prstGeom>
                <a:noFill/>
                <a:ln cap="flat" cmpd="sng" w="57150">
                  <a:solidFill>
                    <a:schemeClr val="dk1"/>
                  </a:solidFill>
                  <a:prstDash val="solid"/>
                  <a:round/>
                  <a:headEnd len="sm" w="sm" type="none"/>
                  <a:tailEnd len="sm" w="sm" type="none"/>
                </a:ln>
              </p:spPr>
            </p:cxnSp>
            <p:cxnSp>
              <p:nvCxnSpPr>
                <p:cNvPr id="344" name="Google Shape;344;p48"/>
                <p:cNvCxnSpPr/>
                <p:nvPr/>
              </p:nvCxnSpPr>
              <p:spPr>
                <a:xfrm>
                  <a:off x="814039" y="1103969"/>
                  <a:ext cx="301200" cy="0"/>
                </a:xfrm>
                <a:prstGeom prst="straightConnector1">
                  <a:avLst/>
                </a:prstGeom>
                <a:noFill/>
                <a:ln cap="flat" cmpd="sng" w="69850">
                  <a:solidFill>
                    <a:schemeClr val="dk1"/>
                  </a:solidFill>
                  <a:prstDash val="solid"/>
                  <a:round/>
                  <a:headEnd len="sm" w="sm" type="none"/>
                  <a:tailEnd len="sm" w="sm" type="none"/>
                </a:ln>
              </p:spPr>
            </p:cxnSp>
            <p:cxnSp>
              <p:nvCxnSpPr>
                <p:cNvPr id="345" name="Google Shape;345;p48"/>
                <p:cNvCxnSpPr/>
                <p:nvPr/>
              </p:nvCxnSpPr>
              <p:spPr>
                <a:xfrm>
                  <a:off x="1185744" y="802887"/>
                  <a:ext cx="3600" cy="222900"/>
                </a:xfrm>
                <a:prstGeom prst="straightConnector1">
                  <a:avLst/>
                </a:prstGeom>
                <a:noFill/>
                <a:ln cap="flat" cmpd="sng" w="57150">
                  <a:solidFill>
                    <a:schemeClr val="dk1"/>
                  </a:solidFill>
                  <a:prstDash val="solid"/>
                  <a:round/>
                  <a:headEnd len="sm" w="sm" type="none"/>
                  <a:tailEnd len="sm" w="sm" type="none"/>
                </a:ln>
              </p:spPr>
            </p:cxnSp>
          </p:grpSp>
          <p:cxnSp>
            <p:nvCxnSpPr>
              <p:cNvPr id="346" name="Google Shape;346;p48"/>
              <p:cNvCxnSpPr>
                <a:endCxn id="342" idx="1"/>
              </p:cNvCxnSpPr>
              <p:nvPr/>
            </p:nvCxnSpPr>
            <p:spPr>
              <a:xfrm>
                <a:off x="894026" y="3771968"/>
                <a:ext cx="348300" cy="261600"/>
              </a:xfrm>
              <a:prstGeom prst="straightConnector1">
                <a:avLst/>
              </a:prstGeom>
              <a:noFill/>
              <a:ln cap="flat" cmpd="sng" w="57150">
                <a:solidFill>
                  <a:schemeClr val="dk1"/>
                </a:solidFill>
                <a:prstDash val="solid"/>
                <a:round/>
                <a:headEnd len="sm" w="sm" type="none"/>
                <a:tailEnd len="sm" w="sm" type="none"/>
              </a:ln>
            </p:spPr>
          </p:cxnSp>
          <p:sp>
            <p:nvSpPr>
              <p:cNvPr id="347" name="Google Shape;347;p48"/>
              <p:cNvSpPr/>
              <p:nvPr/>
            </p:nvSpPr>
            <p:spPr>
              <a:xfrm>
                <a:off x="1417427" y="4411604"/>
                <a:ext cx="156000" cy="156000"/>
              </a:xfrm>
              <a:prstGeom prst="ellipse">
                <a:avLst/>
              </a:prstGeom>
              <a:solidFill>
                <a:srgbClr val="7030A0"/>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48" name="Google Shape;348;p48"/>
              <p:cNvSpPr/>
              <p:nvPr/>
            </p:nvSpPr>
            <p:spPr>
              <a:xfrm>
                <a:off x="985022" y="4574593"/>
                <a:ext cx="156000" cy="156000"/>
              </a:xfrm>
              <a:prstGeom prst="ellipse">
                <a:avLst/>
              </a:prstGeom>
              <a:solidFill>
                <a:srgbClr val="EB64ED"/>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349" name="Google Shape;349;p48"/>
              <p:cNvCxnSpPr>
                <a:stCxn id="348" idx="0"/>
                <a:endCxn id="342" idx="3"/>
              </p:cNvCxnSpPr>
              <p:nvPr/>
            </p:nvCxnSpPr>
            <p:spPr>
              <a:xfrm flipH="1" rot="10800000">
                <a:off x="1063022" y="4143793"/>
                <a:ext cx="179400" cy="430800"/>
              </a:xfrm>
              <a:prstGeom prst="straightConnector1">
                <a:avLst/>
              </a:prstGeom>
              <a:noFill/>
              <a:ln cap="flat" cmpd="sng" w="57150">
                <a:solidFill>
                  <a:schemeClr val="dk1"/>
                </a:solidFill>
                <a:prstDash val="solid"/>
                <a:round/>
                <a:headEnd len="sm" w="sm" type="none"/>
                <a:tailEnd len="sm" w="sm" type="none"/>
              </a:ln>
            </p:spPr>
          </p:cxnSp>
        </p:grpSp>
        <p:cxnSp>
          <p:nvCxnSpPr>
            <p:cNvPr id="350" name="Google Shape;350;p48"/>
            <p:cNvCxnSpPr/>
            <p:nvPr/>
          </p:nvCxnSpPr>
          <p:spPr>
            <a:xfrm>
              <a:off x="208027" y="3886098"/>
              <a:ext cx="5700" cy="348900"/>
            </a:xfrm>
            <a:prstGeom prst="straightConnector1">
              <a:avLst/>
            </a:prstGeom>
            <a:noFill/>
            <a:ln cap="flat" cmpd="sng" w="57150">
              <a:solidFill>
                <a:schemeClr val="dk1"/>
              </a:solidFill>
              <a:prstDash val="solid"/>
              <a:round/>
              <a:headEnd len="sm" w="sm" type="none"/>
              <a:tailEnd len="sm" w="sm" type="none"/>
            </a:ln>
          </p:spPr>
        </p:cxnSp>
      </p:grpSp>
      <p:sp>
        <p:nvSpPr>
          <p:cNvPr id="351" name="Google Shape;351;p48"/>
          <p:cNvSpPr/>
          <p:nvPr/>
        </p:nvSpPr>
        <p:spPr>
          <a:xfrm>
            <a:off x="1231836" y="1658831"/>
            <a:ext cx="471600" cy="244200"/>
          </a:xfrm>
          <a:prstGeom prst="stripedRightArrow">
            <a:avLst>
              <a:gd fmla="val 50000" name="adj1"/>
              <a:gd fmla="val 50000" name="adj2"/>
            </a:avLst>
          </a:prstGeom>
          <a:solidFill>
            <a:schemeClr val="dk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52" name="Google Shape;352;p48"/>
          <p:cNvSpPr/>
          <p:nvPr/>
        </p:nvSpPr>
        <p:spPr>
          <a:xfrm>
            <a:off x="1774031" y="1619250"/>
            <a:ext cx="833400" cy="270900"/>
          </a:xfrm>
          <a:prstGeom prst="rect">
            <a:avLst/>
          </a:prstGeom>
          <a:solidFill>
            <a:srgbClr val="93B3D7">
              <a:alpha val="16860"/>
            </a:srgbClr>
          </a:solidFill>
          <a:ln cap="flat" cmpd="sng" w="34925">
            <a:solidFill>
              <a:srgbClr val="00206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1800">
                <a:solidFill>
                  <a:schemeClr val="dk1"/>
                </a:solidFill>
                <a:latin typeface="Arial"/>
                <a:ea typeface="Arial"/>
                <a:cs typeface="Arial"/>
                <a:sym typeface="Arial"/>
              </a:rPr>
              <a:t>GNN</a:t>
            </a:r>
            <a:endParaRPr/>
          </a:p>
        </p:txBody>
      </p:sp>
      <p:sp>
        <p:nvSpPr>
          <p:cNvPr id="353" name="Google Shape;353;p48"/>
          <p:cNvSpPr/>
          <p:nvPr/>
        </p:nvSpPr>
        <p:spPr>
          <a:xfrm>
            <a:off x="2731165" y="1615260"/>
            <a:ext cx="471600" cy="244200"/>
          </a:xfrm>
          <a:prstGeom prst="stripedRightArrow">
            <a:avLst>
              <a:gd fmla="val 50000" name="adj1"/>
              <a:gd fmla="val 50000" name="adj2"/>
            </a:avLst>
          </a:prstGeom>
          <a:solidFill>
            <a:schemeClr val="dk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54" name="Google Shape;354;p48"/>
          <p:cNvSpPr txBox="1"/>
          <p:nvPr/>
        </p:nvSpPr>
        <p:spPr>
          <a:xfrm>
            <a:off x="1242331" y="2163698"/>
            <a:ext cx="2083800" cy="954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 sz="1400">
                <a:solidFill>
                  <a:srgbClr val="0070C0"/>
                </a:solidFill>
                <a:latin typeface="Arial"/>
                <a:ea typeface="Arial"/>
                <a:cs typeface="Arial"/>
                <a:sym typeface="Arial"/>
              </a:rPr>
              <a:t>GNNs compress node neighborhood topological information </a:t>
            </a:r>
            <a:endParaRPr b="1" sz="1400">
              <a:solidFill>
                <a:srgbClr val="0070C0"/>
              </a:solidFill>
              <a:latin typeface="Arial"/>
              <a:ea typeface="Arial"/>
              <a:cs typeface="Arial"/>
              <a:sym typeface="Arial"/>
            </a:endParaRPr>
          </a:p>
        </p:txBody>
      </p:sp>
      <p:sp>
        <p:nvSpPr>
          <p:cNvPr id="355" name="Google Shape;355;p48"/>
          <p:cNvSpPr txBox="1"/>
          <p:nvPr/>
        </p:nvSpPr>
        <p:spPr>
          <a:xfrm>
            <a:off x="3405214" y="2161960"/>
            <a:ext cx="16710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400">
                <a:solidFill>
                  <a:srgbClr val="0070C0"/>
                </a:solidFill>
                <a:latin typeface="Arial"/>
                <a:ea typeface="Arial"/>
                <a:cs typeface="Arial"/>
                <a:sym typeface="Arial"/>
              </a:rPr>
              <a:t>Node embedding</a:t>
            </a:r>
            <a:endParaRPr/>
          </a:p>
          <a:p>
            <a:pPr indent="0" lvl="0" marL="0" marR="0" rtl="0" algn="ctr">
              <a:spcBef>
                <a:spcPts val="0"/>
              </a:spcBef>
              <a:spcAft>
                <a:spcPts val="0"/>
              </a:spcAft>
              <a:buNone/>
            </a:pPr>
            <a:r>
              <a:rPr b="1" lang="en" sz="1400">
                <a:solidFill>
                  <a:srgbClr val="0070C0"/>
                </a:solidFill>
                <a:latin typeface="Arial"/>
                <a:ea typeface="Arial"/>
                <a:cs typeface="Arial"/>
                <a:sym typeface="Arial"/>
              </a:rPr>
              <a:t> space</a:t>
            </a:r>
            <a:endParaRPr b="1" sz="1400">
              <a:solidFill>
                <a:schemeClr val="dk1"/>
              </a:solidFill>
              <a:latin typeface="Arial"/>
              <a:ea typeface="Arial"/>
              <a:cs typeface="Arial"/>
              <a:sym typeface="Arial"/>
            </a:endParaRPr>
          </a:p>
        </p:txBody>
      </p:sp>
      <p:grpSp>
        <p:nvGrpSpPr>
          <p:cNvPr id="356" name="Google Shape;356;p48"/>
          <p:cNvGrpSpPr/>
          <p:nvPr/>
        </p:nvGrpSpPr>
        <p:grpSpPr>
          <a:xfrm>
            <a:off x="3327779" y="1183118"/>
            <a:ext cx="1262136" cy="1049501"/>
            <a:chOff x="7235616" y="365356"/>
            <a:chExt cx="2935200" cy="2693100"/>
          </a:xfrm>
        </p:grpSpPr>
        <p:sp>
          <p:nvSpPr>
            <p:cNvPr id="357" name="Google Shape;357;p48"/>
            <p:cNvSpPr/>
            <p:nvPr/>
          </p:nvSpPr>
          <p:spPr>
            <a:xfrm rot="-2268125">
              <a:off x="7358948" y="1050468"/>
              <a:ext cx="2688536" cy="1322876"/>
            </a:xfrm>
            <a:prstGeom prst="ellipse">
              <a:avLst/>
            </a:prstGeom>
            <a:solidFill>
              <a:schemeClr val="accent1">
                <a:alpha val="2471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58" name="Google Shape;358;p48"/>
            <p:cNvSpPr/>
            <p:nvPr/>
          </p:nvSpPr>
          <p:spPr>
            <a:xfrm>
              <a:off x="7932243" y="1672937"/>
              <a:ext cx="347700" cy="356700"/>
            </a:xfrm>
            <a:prstGeom prst="ellipse">
              <a:avLst/>
            </a:prstGeom>
            <a:solidFill>
              <a:srgbClr val="0070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59" name="Google Shape;359;p48"/>
            <p:cNvSpPr/>
            <p:nvPr/>
          </p:nvSpPr>
          <p:spPr>
            <a:xfrm>
              <a:off x="8073867" y="1623208"/>
              <a:ext cx="347700" cy="356700"/>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60" name="Google Shape;360;p48"/>
            <p:cNvSpPr/>
            <p:nvPr/>
          </p:nvSpPr>
          <p:spPr>
            <a:xfrm>
              <a:off x="8703074" y="997523"/>
              <a:ext cx="347700" cy="356700"/>
            </a:xfrm>
            <a:prstGeom prst="ellipse">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61" name="Google Shape;361;p48"/>
            <p:cNvSpPr/>
            <p:nvPr/>
          </p:nvSpPr>
          <p:spPr>
            <a:xfrm>
              <a:off x="8858410" y="959084"/>
              <a:ext cx="347700" cy="356700"/>
            </a:xfrm>
            <a:prstGeom prst="ellipse">
              <a:avLst/>
            </a:prstGeom>
            <a:solidFill>
              <a:srgbClr val="FFC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62" name="Google Shape;362;p48"/>
            <p:cNvSpPr/>
            <p:nvPr/>
          </p:nvSpPr>
          <p:spPr>
            <a:xfrm>
              <a:off x="9085947" y="1516479"/>
              <a:ext cx="347700" cy="356700"/>
            </a:xfrm>
            <a:prstGeom prst="ellipse">
              <a:avLst/>
            </a:prstGeom>
            <a:solidFill>
              <a:srgbClr val="EB64ED">
                <a:alpha val="1882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63" name="Google Shape;363;p48"/>
            <p:cNvSpPr/>
            <p:nvPr/>
          </p:nvSpPr>
          <p:spPr>
            <a:xfrm>
              <a:off x="9206073" y="1409753"/>
              <a:ext cx="347700" cy="356700"/>
            </a:xfrm>
            <a:prstGeom prst="ellipse">
              <a:avLst/>
            </a:prstGeom>
            <a:solidFill>
              <a:srgbClr val="7030A0">
                <a:alpha val="1882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364" name="Google Shape;364;p48"/>
          <p:cNvSpPr txBox="1"/>
          <p:nvPr/>
        </p:nvSpPr>
        <p:spPr>
          <a:xfrm>
            <a:off x="5381025" y="1433075"/>
            <a:ext cx="24195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Option 1: </a:t>
            </a:r>
            <a:endParaRPr/>
          </a:p>
          <a:p>
            <a:pPr indent="0" lvl="0" marL="0" rtl="0" algn="l">
              <a:spcBef>
                <a:spcPts val="0"/>
              </a:spcBef>
              <a:spcAft>
                <a:spcPts val="0"/>
              </a:spcAft>
              <a:buNone/>
            </a:pPr>
            <a:r>
              <a:rPr lang="en"/>
              <a:t>Treat the graph as a set of node embedding vectors</a:t>
            </a:r>
            <a:endParaRPr/>
          </a:p>
        </p:txBody>
      </p:sp>
      <p:grpSp>
        <p:nvGrpSpPr>
          <p:cNvPr id="365" name="Google Shape;365;p48"/>
          <p:cNvGrpSpPr/>
          <p:nvPr/>
        </p:nvGrpSpPr>
        <p:grpSpPr>
          <a:xfrm>
            <a:off x="279779" y="3469118"/>
            <a:ext cx="1262136" cy="1049501"/>
            <a:chOff x="7235616" y="365356"/>
            <a:chExt cx="2935200" cy="2693100"/>
          </a:xfrm>
        </p:grpSpPr>
        <p:sp>
          <p:nvSpPr>
            <p:cNvPr id="366" name="Google Shape;366;p48"/>
            <p:cNvSpPr/>
            <p:nvPr/>
          </p:nvSpPr>
          <p:spPr>
            <a:xfrm rot="-2268125">
              <a:off x="7358948" y="1050468"/>
              <a:ext cx="2688536" cy="1322876"/>
            </a:xfrm>
            <a:prstGeom prst="ellipse">
              <a:avLst/>
            </a:prstGeom>
            <a:solidFill>
              <a:schemeClr val="accent1">
                <a:alpha val="2471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67" name="Google Shape;367;p48"/>
            <p:cNvSpPr/>
            <p:nvPr/>
          </p:nvSpPr>
          <p:spPr>
            <a:xfrm>
              <a:off x="7932243" y="1672937"/>
              <a:ext cx="347700" cy="356700"/>
            </a:xfrm>
            <a:prstGeom prst="ellipse">
              <a:avLst/>
            </a:prstGeom>
            <a:solidFill>
              <a:srgbClr val="0070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68" name="Google Shape;368;p48"/>
            <p:cNvSpPr/>
            <p:nvPr/>
          </p:nvSpPr>
          <p:spPr>
            <a:xfrm>
              <a:off x="8073867" y="1623208"/>
              <a:ext cx="347700" cy="356700"/>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69" name="Google Shape;369;p48"/>
            <p:cNvSpPr/>
            <p:nvPr/>
          </p:nvSpPr>
          <p:spPr>
            <a:xfrm>
              <a:off x="8703074" y="997523"/>
              <a:ext cx="347700" cy="356700"/>
            </a:xfrm>
            <a:prstGeom prst="ellipse">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70" name="Google Shape;370;p48"/>
            <p:cNvSpPr/>
            <p:nvPr/>
          </p:nvSpPr>
          <p:spPr>
            <a:xfrm>
              <a:off x="8858410" y="959084"/>
              <a:ext cx="347700" cy="356700"/>
            </a:xfrm>
            <a:prstGeom prst="ellipse">
              <a:avLst/>
            </a:prstGeom>
            <a:solidFill>
              <a:srgbClr val="FFC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71" name="Google Shape;371;p48"/>
            <p:cNvSpPr/>
            <p:nvPr/>
          </p:nvSpPr>
          <p:spPr>
            <a:xfrm>
              <a:off x="9085947" y="1516479"/>
              <a:ext cx="347700" cy="356700"/>
            </a:xfrm>
            <a:prstGeom prst="ellipse">
              <a:avLst/>
            </a:prstGeom>
            <a:solidFill>
              <a:srgbClr val="EB64ED">
                <a:alpha val="1882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72" name="Google Shape;372;p48"/>
            <p:cNvSpPr/>
            <p:nvPr/>
          </p:nvSpPr>
          <p:spPr>
            <a:xfrm>
              <a:off x="9206073" y="1409753"/>
              <a:ext cx="347700" cy="356700"/>
            </a:xfrm>
            <a:prstGeom prst="ellipse">
              <a:avLst/>
            </a:prstGeom>
            <a:solidFill>
              <a:srgbClr val="7030A0">
                <a:alpha val="1882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373" name="Google Shape;373;p48"/>
          <p:cNvSpPr/>
          <p:nvPr/>
        </p:nvSpPr>
        <p:spPr>
          <a:xfrm>
            <a:off x="1460436" y="3868631"/>
            <a:ext cx="471600" cy="244200"/>
          </a:xfrm>
          <a:prstGeom prst="stripedRightArrow">
            <a:avLst>
              <a:gd fmla="val 50000" name="adj1"/>
              <a:gd fmla="val 50000" name="adj2"/>
            </a:avLst>
          </a:prstGeom>
          <a:solidFill>
            <a:schemeClr val="dk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74" name="Google Shape;374;p48"/>
          <p:cNvSpPr/>
          <p:nvPr/>
        </p:nvSpPr>
        <p:spPr>
          <a:xfrm>
            <a:off x="2002625" y="3676650"/>
            <a:ext cx="1518000" cy="585600"/>
          </a:xfrm>
          <a:prstGeom prst="rect">
            <a:avLst/>
          </a:prstGeom>
          <a:solidFill>
            <a:srgbClr val="93B3D7">
              <a:alpha val="16860"/>
            </a:srgbClr>
          </a:solidFill>
          <a:ln cap="flat" cmpd="sng" w="34925">
            <a:solidFill>
              <a:srgbClr val="00206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1800">
                <a:solidFill>
                  <a:schemeClr val="dk1"/>
                </a:solidFill>
              </a:rPr>
              <a:t>Symmetric Aggregator</a:t>
            </a:r>
            <a:endParaRPr/>
          </a:p>
        </p:txBody>
      </p:sp>
      <p:sp>
        <p:nvSpPr>
          <p:cNvPr id="375" name="Google Shape;375;p48"/>
          <p:cNvSpPr/>
          <p:nvPr/>
        </p:nvSpPr>
        <p:spPr>
          <a:xfrm>
            <a:off x="3645565" y="3825060"/>
            <a:ext cx="471600" cy="244200"/>
          </a:xfrm>
          <a:prstGeom prst="stripedRightArrow">
            <a:avLst>
              <a:gd fmla="val 50000" name="adj1"/>
              <a:gd fmla="val 50000" name="adj2"/>
            </a:avLst>
          </a:prstGeom>
          <a:solidFill>
            <a:schemeClr val="dk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76" name="Google Shape;376;p48"/>
          <p:cNvSpPr txBox="1"/>
          <p:nvPr/>
        </p:nvSpPr>
        <p:spPr>
          <a:xfrm>
            <a:off x="4167225" y="3609750"/>
            <a:ext cx="1262100" cy="738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a:solidFill>
                  <a:srgbClr val="0070C0"/>
                </a:solidFill>
              </a:rPr>
              <a:t>Graph Embedding Vector</a:t>
            </a:r>
            <a:endParaRPr b="1" sz="1400">
              <a:solidFill>
                <a:schemeClr val="dk1"/>
              </a:solidFill>
              <a:latin typeface="Arial"/>
              <a:ea typeface="Arial"/>
              <a:cs typeface="Arial"/>
              <a:sym typeface="Arial"/>
            </a:endParaRPr>
          </a:p>
        </p:txBody>
      </p:sp>
      <p:sp>
        <p:nvSpPr>
          <p:cNvPr id="377" name="Google Shape;377;p48"/>
          <p:cNvSpPr txBox="1"/>
          <p:nvPr/>
        </p:nvSpPr>
        <p:spPr>
          <a:xfrm>
            <a:off x="5990625" y="3566675"/>
            <a:ext cx="24195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Option 2: Obtain coarse graph level vector</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pic>
        <p:nvPicPr>
          <p:cNvPr id="382" name="Google Shape;382;p49"/>
          <p:cNvPicPr preferRelativeResize="0"/>
          <p:nvPr/>
        </p:nvPicPr>
        <p:blipFill>
          <a:blip r:embed="rId3">
            <a:alphaModFix/>
          </a:blip>
          <a:stretch>
            <a:fillRect/>
          </a:stretch>
        </p:blipFill>
        <p:spPr>
          <a:xfrm>
            <a:off x="473900" y="1560725"/>
            <a:ext cx="5795374" cy="3010825"/>
          </a:xfrm>
          <a:prstGeom prst="rect">
            <a:avLst/>
          </a:prstGeom>
          <a:noFill/>
          <a:ln>
            <a:noFill/>
          </a:ln>
        </p:spPr>
      </p:pic>
      <p:sp>
        <p:nvSpPr>
          <p:cNvPr id="383" name="Google Shape;383;p49"/>
          <p:cNvSpPr txBox="1"/>
          <p:nvPr/>
        </p:nvSpPr>
        <p:spPr>
          <a:xfrm>
            <a:off x="365760" y="1"/>
            <a:ext cx="8287200" cy="858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lang="en" sz="2800">
                <a:solidFill>
                  <a:schemeClr val="lt1"/>
                </a:solidFill>
              </a:rPr>
              <a:t>GMN Aggregator:</a:t>
            </a:r>
            <a:endParaRPr sz="2800">
              <a:solidFill>
                <a:schemeClr val="lt1"/>
              </a:solidFill>
            </a:endParaRPr>
          </a:p>
          <a:p>
            <a:pPr indent="0" lvl="0" marL="0" marR="0" rtl="0" algn="l">
              <a:spcBef>
                <a:spcPts val="0"/>
              </a:spcBef>
              <a:spcAft>
                <a:spcPts val="0"/>
              </a:spcAft>
              <a:buNone/>
            </a:pPr>
            <a:r>
              <a:t/>
            </a:r>
            <a:endParaRPr b="1" sz="2950">
              <a:solidFill>
                <a:srgbClr val="FFFFFF"/>
              </a:solidFill>
            </a:endParaRPr>
          </a:p>
        </p:txBody>
      </p:sp>
      <p:sp>
        <p:nvSpPr>
          <p:cNvPr id="384" name="Google Shape;384;p49"/>
          <p:cNvSpPr txBox="1"/>
          <p:nvPr/>
        </p:nvSpPr>
        <p:spPr>
          <a:xfrm>
            <a:off x="6328550" y="1560725"/>
            <a:ext cx="23244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Gatednode embedding aggregator</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Proposed in : [</a:t>
            </a:r>
            <a:r>
              <a:rPr lang="en" u="sng">
                <a:solidFill>
                  <a:schemeClr val="hlink"/>
                </a:solidFill>
                <a:hlinkClick r:id="rId4"/>
              </a:rPr>
              <a:t>GGSNN</a:t>
            </a:r>
            <a:r>
              <a:rPr lang="en">
                <a:solidFill>
                  <a:schemeClr val="dk1"/>
                </a:solidFill>
              </a:rPr>
              <a:t>, </a:t>
            </a:r>
            <a:r>
              <a:rPr lang="en" u="sng">
                <a:solidFill>
                  <a:schemeClr val="hlink"/>
                </a:solidFill>
                <a:hlinkClick r:id="rId5"/>
              </a:rPr>
              <a:t>GMN</a:t>
            </a:r>
            <a:r>
              <a:rPr lang="en">
                <a:solidFill>
                  <a:schemeClr val="dk1"/>
                </a:solidFill>
              </a:rPr>
              <a:t>]</a:t>
            </a:r>
            <a:endParaRPr>
              <a:solidFill>
                <a:schemeClr val="dk1"/>
              </a:solidFill>
            </a:endParaRPr>
          </a:p>
        </p:txBody>
      </p:sp>
      <p:pic>
        <p:nvPicPr>
          <p:cNvPr id="385" name="Google Shape;385;p49"/>
          <p:cNvPicPr preferRelativeResize="0"/>
          <p:nvPr/>
        </p:nvPicPr>
        <p:blipFill>
          <a:blip r:embed="rId6">
            <a:alphaModFix/>
          </a:blip>
          <a:stretch>
            <a:fillRect/>
          </a:stretch>
        </p:blipFill>
        <p:spPr>
          <a:xfrm>
            <a:off x="450384" y="1435700"/>
            <a:ext cx="5842415" cy="30108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50"/>
          <p:cNvSpPr txBox="1"/>
          <p:nvPr/>
        </p:nvSpPr>
        <p:spPr>
          <a:xfrm>
            <a:off x="365760" y="1"/>
            <a:ext cx="8287200" cy="858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lang="en" sz="2800">
                <a:solidFill>
                  <a:schemeClr val="lt1"/>
                </a:solidFill>
              </a:rPr>
              <a:t>SimGNN Attention based Aggregator</a:t>
            </a:r>
            <a:endParaRPr sz="2800">
              <a:solidFill>
                <a:schemeClr val="lt1"/>
              </a:solidFill>
            </a:endParaRPr>
          </a:p>
          <a:p>
            <a:pPr indent="0" lvl="0" marL="0" marR="0" rtl="0" algn="l">
              <a:spcBef>
                <a:spcPts val="0"/>
              </a:spcBef>
              <a:spcAft>
                <a:spcPts val="0"/>
              </a:spcAft>
              <a:buNone/>
            </a:pPr>
            <a:r>
              <a:t/>
            </a:r>
            <a:endParaRPr b="1" sz="2950">
              <a:solidFill>
                <a:srgbClr val="FFFFFF"/>
              </a:solidFill>
            </a:endParaRPr>
          </a:p>
        </p:txBody>
      </p:sp>
      <p:sp>
        <p:nvSpPr>
          <p:cNvPr id="391" name="Google Shape;391;p50"/>
          <p:cNvSpPr txBox="1"/>
          <p:nvPr/>
        </p:nvSpPr>
        <p:spPr>
          <a:xfrm>
            <a:off x="6328550" y="1560725"/>
            <a:ext cx="23244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Attention based node embedding aggregator</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Proposed in : [</a:t>
            </a:r>
            <a:r>
              <a:rPr lang="en" u="sng">
                <a:solidFill>
                  <a:schemeClr val="hlink"/>
                </a:solidFill>
                <a:hlinkClick r:id="rId3"/>
              </a:rPr>
              <a:t>SimGNN</a:t>
            </a:r>
            <a:r>
              <a:rPr lang="en">
                <a:solidFill>
                  <a:schemeClr val="dk1"/>
                </a:solidFill>
              </a:rPr>
              <a:t>]</a:t>
            </a:r>
            <a:endParaRPr>
              <a:solidFill>
                <a:schemeClr val="dk1"/>
              </a:solidFill>
            </a:endParaRPr>
          </a:p>
        </p:txBody>
      </p:sp>
      <p:pic>
        <p:nvPicPr>
          <p:cNvPr id="392" name="Google Shape;392;p50"/>
          <p:cNvPicPr preferRelativeResize="0"/>
          <p:nvPr/>
        </p:nvPicPr>
        <p:blipFill>
          <a:blip r:embed="rId4">
            <a:alphaModFix/>
          </a:blip>
          <a:stretch>
            <a:fillRect/>
          </a:stretch>
        </p:blipFill>
        <p:spPr>
          <a:xfrm>
            <a:off x="304800" y="982551"/>
            <a:ext cx="6023749" cy="351015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51"/>
          <p:cNvSpPr txBox="1"/>
          <p:nvPr/>
        </p:nvSpPr>
        <p:spPr>
          <a:xfrm>
            <a:off x="365760" y="1"/>
            <a:ext cx="8287200" cy="858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lang="en" sz="2800">
                <a:solidFill>
                  <a:schemeClr val="lt1"/>
                </a:solidFill>
              </a:rPr>
              <a:t>GMNembed: Graph Embedding Network</a:t>
            </a:r>
            <a:endParaRPr sz="2800">
              <a:solidFill>
                <a:schemeClr val="lt1"/>
              </a:solidFill>
            </a:endParaRPr>
          </a:p>
          <a:p>
            <a:pPr indent="0" lvl="0" marL="0" marR="0" rtl="0" algn="l">
              <a:spcBef>
                <a:spcPts val="0"/>
              </a:spcBef>
              <a:spcAft>
                <a:spcPts val="0"/>
              </a:spcAft>
              <a:buNone/>
            </a:pPr>
            <a:r>
              <a:t/>
            </a:r>
            <a:endParaRPr b="1" sz="2950">
              <a:solidFill>
                <a:srgbClr val="FFFFFF"/>
              </a:solidFill>
            </a:endParaRPr>
          </a:p>
        </p:txBody>
      </p:sp>
      <p:sp>
        <p:nvSpPr>
          <p:cNvPr id="398" name="Google Shape;398;p51"/>
          <p:cNvSpPr txBox="1"/>
          <p:nvPr/>
        </p:nvSpPr>
        <p:spPr>
          <a:xfrm>
            <a:off x="6328550" y="1560725"/>
            <a:ext cx="25551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Vector similarity can be based on euclidean distance or cosine similarity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Figure from : [</a:t>
            </a:r>
            <a:r>
              <a:rPr lang="en" u="sng">
                <a:solidFill>
                  <a:schemeClr val="hlink"/>
                </a:solidFill>
                <a:hlinkClick r:id="rId3"/>
              </a:rPr>
              <a:t>GMN</a:t>
            </a:r>
            <a:r>
              <a:rPr lang="en">
                <a:solidFill>
                  <a:schemeClr val="dk1"/>
                </a:solidFill>
              </a:rPr>
              <a:t>]</a:t>
            </a:r>
            <a:endParaRPr>
              <a:solidFill>
                <a:schemeClr val="dk1"/>
              </a:solidFill>
            </a:endParaRPr>
          </a:p>
        </p:txBody>
      </p:sp>
      <p:pic>
        <p:nvPicPr>
          <p:cNvPr id="399" name="Google Shape;399;p51"/>
          <p:cNvPicPr preferRelativeResize="0"/>
          <p:nvPr/>
        </p:nvPicPr>
        <p:blipFill>
          <a:blip r:embed="rId4">
            <a:alphaModFix/>
          </a:blip>
          <a:stretch>
            <a:fillRect/>
          </a:stretch>
        </p:blipFill>
        <p:spPr>
          <a:xfrm>
            <a:off x="304800" y="1154214"/>
            <a:ext cx="6023750" cy="2835084"/>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52"/>
          <p:cNvSpPr txBox="1"/>
          <p:nvPr/>
        </p:nvSpPr>
        <p:spPr>
          <a:xfrm>
            <a:off x="365760" y="1"/>
            <a:ext cx="8287200" cy="858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lang="en" sz="2800">
                <a:solidFill>
                  <a:schemeClr val="lt1"/>
                </a:solidFill>
              </a:rPr>
              <a:t>SimGNN</a:t>
            </a:r>
            <a:endParaRPr sz="2800">
              <a:solidFill>
                <a:schemeClr val="lt1"/>
              </a:solidFill>
            </a:endParaRPr>
          </a:p>
          <a:p>
            <a:pPr indent="0" lvl="0" marL="0" rtl="0" algn="l">
              <a:spcBef>
                <a:spcPts val="0"/>
              </a:spcBef>
              <a:spcAft>
                <a:spcPts val="0"/>
              </a:spcAft>
              <a:buSzPts val="1100"/>
              <a:buNone/>
            </a:pPr>
            <a:r>
              <a:t/>
            </a:r>
            <a:endParaRPr sz="2800">
              <a:solidFill>
                <a:schemeClr val="lt1"/>
              </a:solidFill>
            </a:endParaRPr>
          </a:p>
          <a:p>
            <a:pPr indent="0" lvl="0" marL="0" marR="0" rtl="0" algn="l">
              <a:spcBef>
                <a:spcPts val="0"/>
              </a:spcBef>
              <a:spcAft>
                <a:spcPts val="0"/>
              </a:spcAft>
              <a:buNone/>
            </a:pPr>
            <a:r>
              <a:t/>
            </a:r>
            <a:endParaRPr b="1" sz="2950">
              <a:solidFill>
                <a:srgbClr val="FFFFFF"/>
              </a:solidFill>
            </a:endParaRPr>
          </a:p>
        </p:txBody>
      </p:sp>
      <p:sp>
        <p:nvSpPr>
          <p:cNvPr id="405" name="Google Shape;405;p52"/>
          <p:cNvSpPr txBox="1"/>
          <p:nvPr/>
        </p:nvSpPr>
        <p:spPr>
          <a:xfrm>
            <a:off x="7840825" y="3677675"/>
            <a:ext cx="1149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Figure from : [</a:t>
            </a:r>
            <a:r>
              <a:rPr lang="en" u="sng">
                <a:solidFill>
                  <a:schemeClr val="hlink"/>
                </a:solidFill>
                <a:hlinkClick r:id="rId3"/>
              </a:rPr>
              <a:t>SimGNN</a:t>
            </a:r>
            <a:r>
              <a:rPr lang="en">
                <a:solidFill>
                  <a:schemeClr val="dk1"/>
                </a:solidFill>
              </a:rPr>
              <a:t>]</a:t>
            </a:r>
            <a:endParaRPr>
              <a:solidFill>
                <a:schemeClr val="dk1"/>
              </a:solidFill>
            </a:endParaRPr>
          </a:p>
        </p:txBody>
      </p:sp>
      <p:pic>
        <p:nvPicPr>
          <p:cNvPr id="406" name="Google Shape;406;p52"/>
          <p:cNvPicPr preferRelativeResize="0"/>
          <p:nvPr/>
        </p:nvPicPr>
        <p:blipFill>
          <a:blip r:embed="rId4">
            <a:alphaModFix/>
          </a:blip>
          <a:stretch>
            <a:fillRect/>
          </a:stretch>
        </p:blipFill>
        <p:spPr>
          <a:xfrm>
            <a:off x="215125" y="891200"/>
            <a:ext cx="7664924" cy="42844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53"/>
          <p:cNvSpPr txBox="1"/>
          <p:nvPr/>
        </p:nvSpPr>
        <p:spPr>
          <a:xfrm>
            <a:off x="365760" y="1"/>
            <a:ext cx="8287200" cy="858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lang="en" sz="2800">
                <a:solidFill>
                  <a:schemeClr val="lt1"/>
                </a:solidFill>
              </a:rPr>
              <a:t>SimGNN : Neural Tensor Network (NTN)</a:t>
            </a:r>
            <a:endParaRPr sz="2800">
              <a:solidFill>
                <a:schemeClr val="lt1"/>
              </a:solidFill>
            </a:endParaRPr>
          </a:p>
          <a:p>
            <a:pPr indent="0" lvl="0" marL="0" marR="0" rtl="0" algn="l">
              <a:spcBef>
                <a:spcPts val="0"/>
              </a:spcBef>
              <a:spcAft>
                <a:spcPts val="0"/>
              </a:spcAft>
              <a:buNone/>
            </a:pPr>
            <a:r>
              <a:t/>
            </a:r>
            <a:endParaRPr b="1" sz="2950">
              <a:solidFill>
                <a:srgbClr val="FFFFFF"/>
              </a:solidFill>
            </a:endParaRPr>
          </a:p>
        </p:txBody>
      </p:sp>
      <p:sp>
        <p:nvSpPr>
          <p:cNvPr id="412" name="Google Shape;412;p53"/>
          <p:cNvSpPr txBox="1"/>
          <p:nvPr/>
        </p:nvSpPr>
        <p:spPr>
          <a:xfrm>
            <a:off x="1059025" y="3677675"/>
            <a:ext cx="1149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Figure from : [</a:t>
            </a:r>
            <a:r>
              <a:rPr lang="en" u="sng">
                <a:solidFill>
                  <a:schemeClr val="hlink"/>
                </a:solidFill>
                <a:hlinkClick r:id="rId3"/>
              </a:rPr>
              <a:t>SimGNN</a:t>
            </a:r>
            <a:r>
              <a:rPr lang="en">
                <a:solidFill>
                  <a:schemeClr val="dk1"/>
                </a:solidFill>
              </a:rPr>
              <a:t>]</a:t>
            </a:r>
            <a:endParaRPr>
              <a:solidFill>
                <a:schemeClr val="dk1"/>
              </a:solidFill>
            </a:endParaRPr>
          </a:p>
        </p:txBody>
      </p:sp>
      <p:pic>
        <p:nvPicPr>
          <p:cNvPr id="413" name="Google Shape;413;p53"/>
          <p:cNvPicPr preferRelativeResize="0"/>
          <p:nvPr/>
        </p:nvPicPr>
        <p:blipFill>
          <a:blip r:embed="rId4">
            <a:alphaModFix/>
          </a:blip>
          <a:stretch>
            <a:fillRect/>
          </a:stretch>
        </p:blipFill>
        <p:spPr>
          <a:xfrm>
            <a:off x="152400" y="1011001"/>
            <a:ext cx="8624633" cy="251427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54"/>
          <p:cNvSpPr txBox="1"/>
          <p:nvPr/>
        </p:nvSpPr>
        <p:spPr>
          <a:xfrm>
            <a:off x="365760" y="1"/>
            <a:ext cx="8287200" cy="858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lang="en" sz="2800">
                <a:solidFill>
                  <a:schemeClr val="lt1"/>
                </a:solidFill>
              </a:rPr>
              <a:t>Early Interaction Modelling (GMNmatch): </a:t>
            </a:r>
            <a:endParaRPr sz="2800">
              <a:solidFill>
                <a:schemeClr val="lt1"/>
              </a:solidFill>
            </a:endParaRPr>
          </a:p>
          <a:p>
            <a:pPr indent="0" lvl="0" marL="0" marR="0" rtl="0" algn="l">
              <a:spcBef>
                <a:spcPts val="0"/>
              </a:spcBef>
              <a:spcAft>
                <a:spcPts val="0"/>
              </a:spcAft>
              <a:buNone/>
            </a:pPr>
            <a:r>
              <a:t/>
            </a:r>
            <a:endParaRPr b="1" sz="2950">
              <a:solidFill>
                <a:srgbClr val="FFFFFF"/>
              </a:solidFill>
            </a:endParaRPr>
          </a:p>
        </p:txBody>
      </p:sp>
      <p:sp>
        <p:nvSpPr>
          <p:cNvPr id="419" name="Google Shape;419;p54"/>
          <p:cNvSpPr txBox="1"/>
          <p:nvPr/>
        </p:nvSpPr>
        <p:spPr>
          <a:xfrm>
            <a:off x="1059025" y="4211075"/>
            <a:ext cx="1149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Figure from : [</a:t>
            </a:r>
            <a:r>
              <a:rPr lang="en" u="sng">
                <a:solidFill>
                  <a:schemeClr val="hlink"/>
                </a:solidFill>
                <a:hlinkClick r:id="rId3"/>
              </a:rPr>
              <a:t>GMN</a:t>
            </a:r>
            <a:r>
              <a:rPr lang="en">
                <a:solidFill>
                  <a:schemeClr val="dk1"/>
                </a:solidFill>
              </a:rPr>
              <a:t>]</a:t>
            </a:r>
            <a:endParaRPr>
              <a:solidFill>
                <a:schemeClr val="dk1"/>
              </a:solidFill>
            </a:endParaRPr>
          </a:p>
        </p:txBody>
      </p:sp>
      <p:pic>
        <p:nvPicPr>
          <p:cNvPr id="420" name="Google Shape;420;p54"/>
          <p:cNvPicPr preferRelativeResize="0"/>
          <p:nvPr/>
        </p:nvPicPr>
        <p:blipFill>
          <a:blip r:embed="rId4">
            <a:alphaModFix/>
          </a:blip>
          <a:stretch>
            <a:fillRect/>
          </a:stretch>
        </p:blipFill>
        <p:spPr>
          <a:xfrm>
            <a:off x="682825" y="982789"/>
            <a:ext cx="6630875" cy="3104095"/>
          </a:xfrm>
          <a:prstGeom prst="rect">
            <a:avLst/>
          </a:prstGeom>
          <a:noFill/>
          <a:ln>
            <a:noFill/>
          </a:ln>
        </p:spPr>
      </p:pic>
      <p:sp>
        <p:nvSpPr>
          <p:cNvPr id="421" name="Google Shape;421;p54"/>
          <p:cNvSpPr txBox="1"/>
          <p:nvPr/>
        </p:nvSpPr>
        <p:spPr>
          <a:xfrm>
            <a:off x="3830750" y="4211075"/>
            <a:ext cx="4441200" cy="6156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en"/>
              <a:t>Trade-Off: Greater accuracy and interpretability, at the cost of scalability</a:t>
            </a:r>
            <a:endParaRPr/>
          </a:p>
        </p:txBody>
      </p:sp>
      <p:pic>
        <p:nvPicPr>
          <p:cNvPr id="422" name="Google Shape;422;p54"/>
          <p:cNvPicPr preferRelativeResize="0"/>
          <p:nvPr/>
        </p:nvPicPr>
        <p:blipFill>
          <a:blip r:embed="rId5">
            <a:alphaModFix/>
          </a:blip>
          <a:stretch>
            <a:fillRect/>
          </a:stretch>
        </p:blipFill>
        <p:spPr>
          <a:xfrm>
            <a:off x="662000" y="906225"/>
            <a:ext cx="7200426" cy="33136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55"/>
          <p:cNvSpPr txBox="1"/>
          <p:nvPr/>
        </p:nvSpPr>
        <p:spPr>
          <a:xfrm>
            <a:off x="365760" y="1"/>
            <a:ext cx="8287200" cy="858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lang="en" sz="2800">
                <a:solidFill>
                  <a:schemeClr val="lt1"/>
                </a:solidFill>
              </a:rPr>
              <a:t>GMN Early Interaction modelling: </a:t>
            </a:r>
            <a:endParaRPr sz="2800">
              <a:solidFill>
                <a:schemeClr val="lt1"/>
              </a:solidFill>
            </a:endParaRPr>
          </a:p>
          <a:p>
            <a:pPr indent="0" lvl="0" marL="0" marR="0" rtl="0" algn="l">
              <a:spcBef>
                <a:spcPts val="0"/>
              </a:spcBef>
              <a:spcAft>
                <a:spcPts val="0"/>
              </a:spcAft>
              <a:buNone/>
            </a:pPr>
            <a:r>
              <a:t/>
            </a:r>
            <a:endParaRPr b="1" sz="2950">
              <a:solidFill>
                <a:srgbClr val="FFFFFF"/>
              </a:solidFill>
            </a:endParaRPr>
          </a:p>
        </p:txBody>
      </p:sp>
      <p:pic>
        <p:nvPicPr>
          <p:cNvPr id="428" name="Google Shape;428;p55"/>
          <p:cNvPicPr preferRelativeResize="0"/>
          <p:nvPr/>
        </p:nvPicPr>
        <p:blipFill>
          <a:blip r:embed="rId3">
            <a:alphaModFix/>
          </a:blip>
          <a:stretch>
            <a:fillRect/>
          </a:stretch>
        </p:blipFill>
        <p:spPr>
          <a:xfrm>
            <a:off x="365750" y="924750"/>
            <a:ext cx="5797175" cy="4160374"/>
          </a:xfrm>
          <a:prstGeom prst="rect">
            <a:avLst/>
          </a:prstGeom>
          <a:noFill/>
          <a:ln>
            <a:noFill/>
          </a:ln>
        </p:spPr>
      </p:pic>
      <p:pic>
        <p:nvPicPr>
          <p:cNvPr id="429" name="Google Shape;429;p55"/>
          <p:cNvPicPr preferRelativeResize="0"/>
          <p:nvPr/>
        </p:nvPicPr>
        <p:blipFill>
          <a:blip r:embed="rId4">
            <a:alphaModFix/>
          </a:blip>
          <a:stretch>
            <a:fillRect/>
          </a:stretch>
        </p:blipFill>
        <p:spPr>
          <a:xfrm>
            <a:off x="6162928" y="2025045"/>
            <a:ext cx="2676275" cy="1959792"/>
          </a:xfrm>
          <a:prstGeom prst="rect">
            <a:avLst/>
          </a:prstGeom>
          <a:noFill/>
          <a:ln>
            <a:noFill/>
          </a:ln>
        </p:spPr>
      </p:pic>
      <p:sp>
        <p:nvSpPr>
          <p:cNvPr id="430" name="Google Shape;430;p55"/>
          <p:cNvSpPr txBox="1"/>
          <p:nvPr/>
        </p:nvSpPr>
        <p:spPr>
          <a:xfrm>
            <a:off x="6459250" y="4012650"/>
            <a:ext cx="2516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Allows for non injective mapping between nodes</a:t>
            </a:r>
            <a:endParaRPr/>
          </a:p>
        </p:txBody>
      </p:sp>
      <p:pic>
        <p:nvPicPr>
          <p:cNvPr id="431" name="Google Shape;431;p55"/>
          <p:cNvPicPr preferRelativeResize="0"/>
          <p:nvPr/>
        </p:nvPicPr>
        <p:blipFill>
          <a:blip r:embed="rId5">
            <a:alphaModFix/>
          </a:blip>
          <a:stretch>
            <a:fillRect/>
          </a:stretch>
        </p:blipFill>
        <p:spPr>
          <a:xfrm>
            <a:off x="832625" y="988925"/>
            <a:ext cx="5247825" cy="4032024"/>
          </a:xfrm>
          <a:prstGeom prst="rect">
            <a:avLst/>
          </a:prstGeom>
          <a:noFill/>
          <a:ln>
            <a:noFill/>
          </a:ln>
        </p:spPr>
      </p:pic>
      <p:pic>
        <p:nvPicPr>
          <p:cNvPr id="432" name="Google Shape;432;p55"/>
          <p:cNvPicPr preferRelativeResize="0"/>
          <p:nvPr/>
        </p:nvPicPr>
        <p:blipFill>
          <a:blip r:embed="rId6">
            <a:alphaModFix/>
          </a:blip>
          <a:stretch>
            <a:fillRect/>
          </a:stretch>
        </p:blipFill>
        <p:spPr>
          <a:xfrm>
            <a:off x="6080450" y="1678375"/>
            <a:ext cx="2997199" cy="23064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56"/>
          <p:cNvSpPr txBox="1"/>
          <p:nvPr>
            <p:ph idx="12" type="sldNum"/>
          </p:nvPr>
        </p:nvSpPr>
        <p:spPr>
          <a:xfrm>
            <a:off x="6554880" y="4685532"/>
            <a:ext cx="2131200" cy="3555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439" name="Google Shape;439;p56"/>
          <p:cNvSpPr txBox="1"/>
          <p:nvPr/>
        </p:nvSpPr>
        <p:spPr>
          <a:xfrm>
            <a:off x="365760" y="0"/>
            <a:ext cx="8287200" cy="85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 sz="2950">
                <a:solidFill>
                  <a:srgbClr val="FFFFFF"/>
                </a:solidFill>
              </a:rPr>
              <a:t>Desideratum and </a:t>
            </a:r>
            <a:r>
              <a:rPr b="1" lang="en" sz="2950">
                <a:solidFill>
                  <a:srgbClr val="FFFFFF"/>
                </a:solidFill>
              </a:rPr>
              <a:t> Trade-Offs </a:t>
            </a:r>
            <a:endParaRPr b="1" sz="2994">
              <a:solidFill>
                <a:srgbClr val="FFFFFF"/>
              </a:solidFill>
              <a:latin typeface="Arial"/>
              <a:ea typeface="Arial"/>
              <a:cs typeface="Arial"/>
              <a:sym typeface="Arial"/>
            </a:endParaRPr>
          </a:p>
        </p:txBody>
      </p:sp>
      <p:graphicFrame>
        <p:nvGraphicFramePr>
          <p:cNvPr id="440" name="Google Shape;440;p56"/>
          <p:cNvGraphicFramePr/>
          <p:nvPr/>
        </p:nvGraphicFramePr>
        <p:xfrm>
          <a:off x="865725" y="2499050"/>
          <a:ext cx="3000000" cy="3000000"/>
        </p:xfrm>
        <a:graphic>
          <a:graphicData uri="http://schemas.openxmlformats.org/drawingml/2006/table">
            <a:tbl>
              <a:tblPr>
                <a:noFill/>
                <a:tableStyleId>{E263C4CE-2663-4BB9-A450-3FE16BFC7139}</a:tableStyleId>
              </a:tblPr>
              <a:tblGrid>
                <a:gridCol w="1676750"/>
                <a:gridCol w="1676750"/>
                <a:gridCol w="1676750"/>
                <a:gridCol w="1676750"/>
              </a:tblGrid>
              <a:tr h="396200">
                <a:tc>
                  <a:txBody>
                    <a:bodyPr/>
                    <a:lstStyle/>
                    <a:p>
                      <a:pPr indent="0" lvl="0" marL="0" rtl="0" algn="l">
                        <a:spcBef>
                          <a:spcPts val="0"/>
                        </a:spcBef>
                        <a:spcAft>
                          <a:spcPts val="0"/>
                        </a:spcAft>
                        <a:buNone/>
                      </a:pPr>
                      <a:r>
                        <a:rPr b="1" lang="en"/>
                        <a:t>Interaction</a:t>
                      </a:r>
                      <a:r>
                        <a:rPr lang="en"/>
                        <a:t> </a:t>
                      </a:r>
                      <a:endParaRPr/>
                    </a:p>
                  </a:txBody>
                  <a:tcPr marT="91425" marB="91425" marR="91425" marL="91425"/>
                </a:tc>
                <a:tc>
                  <a:txBody>
                    <a:bodyPr/>
                    <a:lstStyle/>
                    <a:p>
                      <a:pPr indent="0" lvl="0" marL="0" rtl="0" algn="l">
                        <a:spcBef>
                          <a:spcPts val="0"/>
                        </a:spcBef>
                        <a:spcAft>
                          <a:spcPts val="0"/>
                        </a:spcAft>
                        <a:buNone/>
                      </a:pPr>
                      <a:r>
                        <a:rPr b="1" lang="en"/>
                        <a:t>Accuracy</a:t>
                      </a:r>
                      <a:endParaRPr b="1"/>
                    </a:p>
                  </a:txBody>
                  <a:tcPr marT="91425" marB="91425" marR="91425" marL="91425"/>
                </a:tc>
                <a:tc>
                  <a:txBody>
                    <a:bodyPr/>
                    <a:lstStyle/>
                    <a:p>
                      <a:pPr indent="0" lvl="0" marL="0" rtl="0" algn="l">
                        <a:spcBef>
                          <a:spcPts val="0"/>
                        </a:spcBef>
                        <a:spcAft>
                          <a:spcPts val="0"/>
                        </a:spcAft>
                        <a:buNone/>
                      </a:pPr>
                      <a:r>
                        <a:rPr b="1" lang="en"/>
                        <a:t>Scalability</a:t>
                      </a:r>
                      <a:endParaRPr b="1"/>
                    </a:p>
                  </a:txBody>
                  <a:tcPr marT="91425" marB="91425" marR="91425" marL="91425"/>
                </a:tc>
                <a:tc>
                  <a:txBody>
                    <a:bodyPr/>
                    <a:lstStyle/>
                    <a:p>
                      <a:pPr indent="0" lvl="0" marL="0" rtl="0" algn="l">
                        <a:spcBef>
                          <a:spcPts val="0"/>
                        </a:spcBef>
                        <a:spcAft>
                          <a:spcPts val="0"/>
                        </a:spcAft>
                        <a:buNone/>
                      </a:pPr>
                      <a:r>
                        <a:rPr b="1" lang="en"/>
                        <a:t>Interpretability</a:t>
                      </a:r>
                      <a:endParaRPr b="1"/>
                    </a:p>
                  </a:txBody>
                  <a:tcPr marT="91425" marB="91425" marR="91425" marL="91425"/>
                </a:tc>
              </a:tr>
              <a:tr h="609575">
                <a:tc>
                  <a:txBody>
                    <a:bodyPr/>
                    <a:lstStyle/>
                    <a:p>
                      <a:pPr indent="0" lvl="0" marL="0" rtl="0" algn="l">
                        <a:spcBef>
                          <a:spcPts val="0"/>
                        </a:spcBef>
                        <a:spcAft>
                          <a:spcPts val="0"/>
                        </a:spcAft>
                        <a:buNone/>
                      </a:pPr>
                      <a:r>
                        <a:rPr lang="en"/>
                        <a:t>Zero (GMNembed)</a:t>
                      </a:r>
                      <a:endParaRPr/>
                    </a:p>
                  </a:txBody>
                  <a:tcPr marT="91425" marB="91425" marR="91425" marL="91425"/>
                </a:tc>
                <a:tc>
                  <a:txBody>
                    <a:bodyPr/>
                    <a:lstStyle/>
                    <a:p>
                      <a:pPr indent="0" lvl="0" marL="0" rtl="0" algn="l">
                        <a:spcBef>
                          <a:spcPts val="0"/>
                        </a:spcBef>
                        <a:spcAft>
                          <a:spcPts val="0"/>
                        </a:spcAft>
                        <a:buNone/>
                      </a:pPr>
                      <a:r>
                        <a:rPr lang="en"/>
                        <a:t>Low</a:t>
                      </a:r>
                      <a:endParaRPr/>
                    </a:p>
                  </a:txBody>
                  <a:tcPr marT="91425" marB="91425" marR="91425" marL="91425"/>
                </a:tc>
                <a:tc>
                  <a:txBody>
                    <a:bodyPr/>
                    <a:lstStyle/>
                    <a:p>
                      <a:pPr indent="0" lvl="0" marL="0" rtl="0" algn="l">
                        <a:spcBef>
                          <a:spcPts val="0"/>
                        </a:spcBef>
                        <a:spcAft>
                          <a:spcPts val="0"/>
                        </a:spcAft>
                        <a:buNone/>
                      </a:pPr>
                      <a:r>
                        <a:rPr lang="en"/>
                        <a:t>High</a:t>
                      </a:r>
                      <a:endParaRPr/>
                    </a:p>
                  </a:txBody>
                  <a:tcPr marT="91425" marB="91425" marR="91425" marL="91425"/>
                </a:tc>
                <a:tc>
                  <a:txBody>
                    <a:bodyPr/>
                    <a:lstStyle/>
                    <a:p>
                      <a:pPr indent="0" lvl="0" marL="0" rtl="0" algn="l">
                        <a:spcBef>
                          <a:spcPts val="0"/>
                        </a:spcBef>
                        <a:spcAft>
                          <a:spcPts val="0"/>
                        </a:spcAft>
                        <a:buNone/>
                      </a:pPr>
                      <a:r>
                        <a:rPr lang="en"/>
                        <a:t>Low</a:t>
                      </a:r>
                      <a:endParaRPr/>
                    </a:p>
                  </a:txBody>
                  <a:tcPr marT="91425" marB="91425" marR="91425" marL="91425"/>
                </a:tc>
              </a:tr>
              <a:tr h="609575">
                <a:tc>
                  <a:txBody>
                    <a:bodyPr/>
                    <a:lstStyle/>
                    <a:p>
                      <a:pPr indent="0" lvl="0" marL="0" rtl="0" algn="l">
                        <a:spcBef>
                          <a:spcPts val="0"/>
                        </a:spcBef>
                        <a:spcAft>
                          <a:spcPts val="0"/>
                        </a:spcAft>
                        <a:buNone/>
                      </a:pPr>
                      <a:r>
                        <a:rPr lang="en"/>
                        <a:t>Early (GMNmatch)</a:t>
                      </a:r>
                      <a:endParaRPr/>
                    </a:p>
                  </a:txBody>
                  <a:tcPr marT="91425" marB="91425" marR="91425" marL="91425"/>
                </a:tc>
                <a:tc>
                  <a:txBody>
                    <a:bodyPr/>
                    <a:lstStyle/>
                    <a:p>
                      <a:pPr indent="0" lvl="0" marL="0" rtl="0" algn="l">
                        <a:spcBef>
                          <a:spcPts val="0"/>
                        </a:spcBef>
                        <a:spcAft>
                          <a:spcPts val="0"/>
                        </a:spcAft>
                        <a:buNone/>
                      </a:pPr>
                      <a:r>
                        <a:rPr lang="en"/>
                        <a:t>High</a:t>
                      </a:r>
                      <a:endParaRPr/>
                    </a:p>
                  </a:txBody>
                  <a:tcPr marT="91425" marB="91425" marR="91425" marL="91425"/>
                </a:tc>
                <a:tc>
                  <a:txBody>
                    <a:bodyPr/>
                    <a:lstStyle/>
                    <a:p>
                      <a:pPr indent="0" lvl="0" marL="0" rtl="0" algn="l">
                        <a:spcBef>
                          <a:spcPts val="0"/>
                        </a:spcBef>
                        <a:spcAft>
                          <a:spcPts val="0"/>
                        </a:spcAft>
                        <a:buNone/>
                      </a:pPr>
                      <a:r>
                        <a:rPr lang="en"/>
                        <a:t>Low</a:t>
                      </a:r>
                      <a:endParaRPr/>
                    </a:p>
                  </a:txBody>
                  <a:tcPr marT="91425" marB="91425" marR="91425" marL="91425"/>
                </a:tc>
                <a:tc>
                  <a:txBody>
                    <a:bodyPr/>
                    <a:lstStyle/>
                    <a:p>
                      <a:pPr indent="0" lvl="0" marL="0" rtl="0" algn="l">
                        <a:spcBef>
                          <a:spcPts val="0"/>
                        </a:spcBef>
                        <a:spcAft>
                          <a:spcPts val="0"/>
                        </a:spcAft>
                        <a:buNone/>
                      </a:pPr>
                      <a:r>
                        <a:rPr lang="en"/>
                        <a:t>High</a:t>
                      </a:r>
                      <a:endParaRPr/>
                    </a:p>
                  </a:txBody>
                  <a:tcPr marT="91425" marB="91425" marR="91425" marL="91425"/>
                </a:tc>
              </a:tr>
              <a:tr h="822925">
                <a:tc>
                  <a:txBody>
                    <a:bodyPr/>
                    <a:lstStyle/>
                    <a:p>
                      <a:pPr indent="0" lvl="0" marL="0" rtl="0" algn="l">
                        <a:spcBef>
                          <a:spcPts val="0"/>
                        </a:spcBef>
                        <a:spcAft>
                          <a:spcPts val="0"/>
                        </a:spcAft>
                        <a:buNone/>
                      </a:pPr>
                      <a:r>
                        <a:rPr lang="en"/>
                        <a:t>Late (SimGNN)</a:t>
                      </a:r>
                      <a:endParaRPr/>
                    </a:p>
                  </a:txBody>
                  <a:tcPr marT="91425" marB="91425" marR="91425" marL="91425"/>
                </a:tc>
                <a:tc>
                  <a:txBody>
                    <a:bodyPr/>
                    <a:lstStyle/>
                    <a:p>
                      <a:pPr indent="0" lvl="0" marL="0" rtl="0" algn="l">
                        <a:spcBef>
                          <a:spcPts val="0"/>
                        </a:spcBef>
                        <a:spcAft>
                          <a:spcPts val="0"/>
                        </a:spcAft>
                        <a:buNone/>
                      </a:pPr>
                      <a:r>
                        <a:rPr lang="en"/>
                        <a:t>Medium</a:t>
                      </a:r>
                      <a:endParaRPr/>
                    </a:p>
                  </a:txBody>
                  <a:tcPr marT="91425" marB="91425" marR="91425" marL="91425"/>
                </a:tc>
                <a:tc>
                  <a:txBody>
                    <a:bodyPr/>
                    <a:lstStyle/>
                    <a:p>
                      <a:pPr indent="0" lvl="0" marL="0" rtl="0" algn="l">
                        <a:spcBef>
                          <a:spcPts val="0"/>
                        </a:spcBef>
                        <a:spcAft>
                          <a:spcPts val="0"/>
                        </a:spcAft>
                        <a:buNone/>
                      </a:pPr>
                      <a:r>
                        <a:rPr lang="en"/>
                        <a:t>Medium</a:t>
                      </a:r>
                      <a:endParaRPr/>
                    </a:p>
                  </a:txBody>
                  <a:tcPr marT="91425" marB="91425" marR="91425" marL="91425"/>
                </a:tc>
                <a:tc>
                  <a:txBody>
                    <a:bodyPr/>
                    <a:lstStyle/>
                    <a:p>
                      <a:pPr indent="0" lvl="0" marL="0" rtl="0" algn="l">
                        <a:spcBef>
                          <a:spcPts val="0"/>
                        </a:spcBef>
                        <a:spcAft>
                          <a:spcPts val="0"/>
                        </a:spcAft>
                        <a:buNone/>
                      </a:pPr>
                      <a:r>
                        <a:rPr lang="en"/>
                        <a:t>Medium</a:t>
                      </a:r>
                      <a:endParaRPr/>
                    </a:p>
                  </a:txBody>
                  <a:tcPr marT="91425" marB="91425" marR="91425" marL="91425"/>
                </a:tc>
              </a:tr>
            </a:tbl>
          </a:graphicData>
        </a:graphic>
      </p:graphicFrame>
      <p:sp>
        <p:nvSpPr>
          <p:cNvPr id="441" name="Google Shape;441;p56"/>
          <p:cNvSpPr txBox="1"/>
          <p:nvPr/>
        </p:nvSpPr>
        <p:spPr>
          <a:xfrm>
            <a:off x="228600" y="1143000"/>
            <a:ext cx="8287200" cy="1015800"/>
          </a:xfrm>
          <a:prstGeom prst="rect">
            <a:avLst/>
          </a:prstGeom>
          <a:noFill/>
          <a:ln>
            <a:noFill/>
          </a:ln>
        </p:spPr>
        <p:txBody>
          <a:bodyPr anchorCtr="0" anchor="t" bIns="91425" lIns="91425" spcFirstLastPara="1" rIns="91425" wrap="square" tIns="91425">
            <a:spAutoFit/>
          </a:bodyPr>
          <a:lstStyle/>
          <a:p>
            <a:pPr indent="-342900" lvl="1" marL="914400" rtl="0" algn="l">
              <a:spcBef>
                <a:spcPts val="0"/>
              </a:spcBef>
              <a:spcAft>
                <a:spcPts val="0"/>
              </a:spcAft>
              <a:buClr>
                <a:schemeClr val="dk1"/>
              </a:buClr>
              <a:buSzPts val="1800"/>
              <a:buChar char="▪"/>
            </a:pPr>
            <a:r>
              <a:rPr lang="en" sz="1800">
                <a:solidFill>
                  <a:schemeClr val="dk1"/>
                </a:solidFill>
              </a:rPr>
              <a:t>Accuracy - Retrieval should return relevant corpus graphs</a:t>
            </a:r>
            <a:endParaRPr sz="1800">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Scalability - Should scale to large corpora</a:t>
            </a:r>
            <a:endParaRPr sz="1800">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Interpretability - Should justify high relevance judgements</a:t>
            </a:r>
            <a:endParaRPr sz="1800">
              <a:solidFill>
                <a:schemeClr val="dk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57"/>
          <p:cNvSpPr txBox="1"/>
          <p:nvPr>
            <p:ph idx="12" type="sldNum"/>
          </p:nvPr>
        </p:nvSpPr>
        <p:spPr>
          <a:xfrm>
            <a:off x="6554880" y="4685532"/>
            <a:ext cx="2131200" cy="355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448" name="Google Shape;448;p57"/>
          <p:cNvSpPr txBox="1"/>
          <p:nvPr/>
        </p:nvSpPr>
        <p:spPr>
          <a:xfrm>
            <a:off x="365760" y="0"/>
            <a:ext cx="8287200" cy="85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 sz="2950">
                <a:solidFill>
                  <a:srgbClr val="FFFFFF"/>
                </a:solidFill>
                <a:latin typeface="Arial"/>
                <a:ea typeface="Arial"/>
                <a:cs typeface="Arial"/>
                <a:sym typeface="Arial"/>
              </a:rPr>
              <a:t>Graph Matching Challenge</a:t>
            </a:r>
            <a:endParaRPr b="1" sz="2994">
              <a:solidFill>
                <a:srgbClr val="FFFFFF"/>
              </a:solidFill>
              <a:latin typeface="Arial"/>
              <a:ea typeface="Arial"/>
              <a:cs typeface="Arial"/>
              <a:sym typeface="Arial"/>
            </a:endParaRPr>
          </a:p>
        </p:txBody>
      </p:sp>
      <p:sp>
        <p:nvSpPr>
          <p:cNvPr id="449" name="Google Shape;449;p57"/>
          <p:cNvSpPr txBox="1"/>
          <p:nvPr/>
        </p:nvSpPr>
        <p:spPr>
          <a:xfrm>
            <a:off x="365760" y="1275606"/>
            <a:ext cx="8287200" cy="120060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en" sz="1800">
                <a:solidFill>
                  <a:schemeClr val="dk1"/>
                </a:solidFill>
                <a:latin typeface="Arial"/>
                <a:ea typeface="Arial"/>
                <a:cs typeface="Arial"/>
                <a:sym typeface="Arial"/>
              </a:rPr>
              <a:t>Finding an optimal alignment of nodes, which is </a:t>
            </a:r>
            <a:r>
              <a:rPr b="1" lang="en" sz="1800">
                <a:solidFill>
                  <a:schemeClr val="dk1"/>
                </a:solidFill>
                <a:latin typeface="Arial"/>
                <a:ea typeface="Arial"/>
                <a:cs typeface="Arial"/>
                <a:sym typeface="Arial"/>
              </a:rPr>
              <a:t>structurally</a:t>
            </a:r>
            <a:r>
              <a:rPr lang="en" sz="1800">
                <a:solidFill>
                  <a:schemeClr val="dk1"/>
                </a:solidFill>
                <a:latin typeface="Arial"/>
                <a:ea typeface="Arial"/>
                <a:cs typeface="Arial"/>
                <a:sym typeface="Arial"/>
              </a:rPr>
              <a:t> </a:t>
            </a:r>
            <a:r>
              <a:rPr b="1" lang="en" sz="1800">
                <a:solidFill>
                  <a:schemeClr val="dk1"/>
                </a:solidFill>
                <a:latin typeface="Arial"/>
                <a:ea typeface="Arial"/>
                <a:cs typeface="Arial"/>
                <a:sym typeface="Arial"/>
              </a:rPr>
              <a:t>consistent</a:t>
            </a:r>
            <a:r>
              <a:rPr lang="en" sz="1800">
                <a:solidFill>
                  <a:schemeClr val="dk1"/>
                </a:solidFill>
                <a:latin typeface="Arial"/>
                <a:ea typeface="Arial"/>
                <a:cs typeface="Arial"/>
                <a:sym typeface="Arial"/>
              </a:rPr>
              <a:t> wrt edges</a:t>
            </a:r>
            <a:endParaRPr/>
          </a:p>
          <a:p>
            <a:pPr indent="-285750" lvl="0" marL="285750" marR="0" rtl="0" algn="l">
              <a:spcBef>
                <a:spcPts val="0"/>
              </a:spcBef>
              <a:spcAft>
                <a:spcPts val="0"/>
              </a:spcAft>
              <a:buClr>
                <a:schemeClr val="dk1"/>
              </a:buClr>
              <a:buSzPts val="1800"/>
              <a:buFont typeface="Arial"/>
              <a:buChar char="•"/>
            </a:pPr>
            <a:r>
              <a:rPr lang="en" sz="1800">
                <a:solidFill>
                  <a:schemeClr val="dk1"/>
                </a:solidFill>
                <a:latin typeface="Arial"/>
                <a:ea typeface="Arial"/>
                <a:cs typeface="Arial"/>
                <a:sym typeface="Arial"/>
              </a:rPr>
              <a:t>Quadratic Assignment Problem (QAP) </a:t>
            </a:r>
            <a:endParaRPr/>
          </a:p>
          <a:p>
            <a:pPr indent="-285750" lvl="0" marL="285750" marR="0" rtl="0" algn="l">
              <a:spcBef>
                <a:spcPts val="0"/>
              </a:spcBef>
              <a:spcAft>
                <a:spcPts val="0"/>
              </a:spcAft>
              <a:buClr>
                <a:schemeClr val="dk1"/>
              </a:buClr>
              <a:buSzPts val="1800"/>
              <a:buFont typeface="Arial"/>
              <a:buChar char="•"/>
            </a:pPr>
            <a:r>
              <a:rPr lang="en" sz="1800">
                <a:solidFill>
                  <a:schemeClr val="dk1"/>
                </a:solidFill>
                <a:latin typeface="Arial"/>
                <a:ea typeface="Arial"/>
                <a:cs typeface="Arial"/>
                <a:sym typeface="Arial"/>
              </a:rPr>
              <a:t>NP-Hard </a:t>
            </a:r>
            <a:endParaRPr sz="1800">
              <a:solidFill>
                <a:schemeClr val="dk1"/>
              </a:solidFill>
              <a:latin typeface="Arial"/>
              <a:ea typeface="Arial"/>
              <a:cs typeface="Arial"/>
              <a:sym typeface="Arial"/>
            </a:endParaRPr>
          </a:p>
        </p:txBody>
      </p:sp>
      <p:pic>
        <p:nvPicPr>
          <p:cNvPr descr="Shape&#10;&#10;Description automatically generated with medium confidence" id="450" name="Google Shape;450;p57"/>
          <p:cNvPicPr preferRelativeResize="0"/>
          <p:nvPr/>
        </p:nvPicPr>
        <p:blipFill rotWithShape="1">
          <a:blip r:embed="rId3">
            <a:alphaModFix/>
          </a:blip>
          <a:srcRect b="0" l="0" r="0" t="0"/>
          <a:stretch/>
        </p:blipFill>
        <p:spPr>
          <a:xfrm>
            <a:off x="459126" y="3018753"/>
            <a:ext cx="1473185" cy="993157"/>
          </a:xfrm>
          <a:prstGeom prst="rect">
            <a:avLst/>
          </a:prstGeom>
          <a:noFill/>
          <a:ln>
            <a:noFill/>
          </a:ln>
        </p:spPr>
      </p:pic>
      <p:pic>
        <p:nvPicPr>
          <p:cNvPr descr="Shape&#10;&#10;Description automatically generated with low confidence" id="451" name="Google Shape;451;p57"/>
          <p:cNvPicPr preferRelativeResize="0"/>
          <p:nvPr/>
        </p:nvPicPr>
        <p:blipFill rotWithShape="1">
          <a:blip r:embed="rId4">
            <a:alphaModFix/>
          </a:blip>
          <a:srcRect b="0" l="0" r="0" t="0"/>
          <a:stretch/>
        </p:blipFill>
        <p:spPr>
          <a:xfrm>
            <a:off x="1975643" y="2927721"/>
            <a:ext cx="1228205" cy="1228205"/>
          </a:xfrm>
          <a:prstGeom prst="rect">
            <a:avLst/>
          </a:prstGeom>
          <a:noFill/>
          <a:ln>
            <a:noFill/>
          </a:ln>
        </p:spPr>
      </p:pic>
      <p:pic>
        <p:nvPicPr>
          <p:cNvPr descr="Arrow: Slight curve outline" id="452" name="Google Shape;452;p57"/>
          <p:cNvPicPr preferRelativeResize="0"/>
          <p:nvPr/>
        </p:nvPicPr>
        <p:blipFill rotWithShape="1">
          <a:blip r:embed="rId5">
            <a:alphaModFix/>
          </a:blip>
          <a:srcRect b="0" l="0" r="0" t="0"/>
          <a:stretch/>
        </p:blipFill>
        <p:spPr>
          <a:xfrm rot="-1857386">
            <a:off x="3369629" y="2690615"/>
            <a:ext cx="914400" cy="914400"/>
          </a:xfrm>
          <a:prstGeom prst="rect">
            <a:avLst/>
          </a:prstGeom>
          <a:noFill/>
          <a:ln>
            <a:noFill/>
          </a:ln>
        </p:spPr>
      </p:pic>
      <p:pic>
        <p:nvPicPr>
          <p:cNvPr descr="Arrow: Slight curve outline" id="453" name="Google Shape;453;p57"/>
          <p:cNvPicPr preferRelativeResize="0"/>
          <p:nvPr/>
        </p:nvPicPr>
        <p:blipFill rotWithShape="1">
          <a:blip r:embed="rId5">
            <a:alphaModFix/>
          </a:blip>
          <a:srcRect b="0" l="0" r="0" t="0"/>
          <a:stretch/>
        </p:blipFill>
        <p:spPr>
          <a:xfrm rot="1771656">
            <a:off x="3297786" y="3655687"/>
            <a:ext cx="914400" cy="914400"/>
          </a:xfrm>
          <a:prstGeom prst="rect">
            <a:avLst/>
          </a:prstGeom>
          <a:noFill/>
          <a:ln>
            <a:noFill/>
          </a:ln>
        </p:spPr>
      </p:pic>
      <p:sp>
        <p:nvSpPr>
          <p:cNvPr id="454" name="Google Shape;454;p57"/>
          <p:cNvSpPr txBox="1"/>
          <p:nvPr/>
        </p:nvSpPr>
        <p:spPr>
          <a:xfrm>
            <a:off x="1043608" y="2850490"/>
            <a:ext cx="4779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800">
                <a:solidFill>
                  <a:schemeClr val="dk1"/>
                </a:solidFill>
                <a:latin typeface="Arial"/>
                <a:ea typeface="Arial"/>
                <a:cs typeface="Arial"/>
                <a:sym typeface="Arial"/>
              </a:rPr>
              <a:t>A</a:t>
            </a:r>
            <a:endParaRPr b="1" sz="1800">
              <a:solidFill>
                <a:schemeClr val="dk1"/>
              </a:solidFill>
              <a:latin typeface="Arial"/>
              <a:ea typeface="Arial"/>
              <a:cs typeface="Arial"/>
              <a:sym typeface="Arial"/>
            </a:endParaRPr>
          </a:p>
        </p:txBody>
      </p:sp>
      <p:sp>
        <p:nvSpPr>
          <p:cNvPr id="455" name="Google Shape;455;p57"/>
          <p:cNvSpPr txBox="1"/>
          <p:nvPr/>
        </p:nvSpPr>
        <p:spPr>
          <a:xfrm>
            <a:off x="4283968" y="2490450"/>
            <a:ext cx="4779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800">
                <a:solidFill>
                  <a:schemeClr val="dk1"/>
                </a:solidFill>
                <a:latin typeface="Arial"/>
                <a:ea typeface="Arial"/>
                <a:cs typeface="Arial"/>
                <a:sym typeface="Arial"/>
              </a:rPr>
              <a:t>A</a:t>
            </a:r>
            <a:endParaRPr b="1" sz="1800">
              <a:solidFill>
                <a:schemeClr val="dk1"/>
              </a:solidFill>
              <a:latin typeface="Arial"/>
              <a:ea typeface="Arial"/>
              <a:cs typeface="Arial"/>
              <a:sym typeface="Arial"/>
            </a:endParaRPr>
          </a:p>
        </p:txBody>
      </p:sp>
      <p:sp>
        <p:nvSpPr>
          <p:cNvPr id="456" name="Google Shape;456;p57"/>
          <p:cNvSpPr txBox="1"/>
          <p:nvPr/>
        </p:nvSpPr>
        <p:spPr>
          <a:xfrm>
            <a:off x="539552" y="3795886"/>
            <a:ext cx="4779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800">
                <a:solidFill>
                  <a:schemeClr val="dk1"/>
                </a:solidFill>
                <a:latin typeface="Arial"/>
                <a:ea typeface="Arial"/>
                <a:cs typeface="Arial"/>
                <a:sym typeface="Arial"/>
              </a:rPr>
              <a:t>B</a:t>
            </a:r>
            <a:endParaRPr b="1" sz="1800">
              <a:solidFill>
                <a:schemeClr val="dk1"/>
              </a:solidFill>
              <a:latin typeface="Arial"/>
              <a:ea typeface="Arial"/>
              <a:cs typeface="Arial"/>
              <a:sym typeface="Arial"/>
            </a:endParaRPr>
          </a:p>
        </p:txBody>
      </p:sp>
      <p:sp>
        <p:nvSpPr>
          <p:cNvPr id="457" name="Google Shape;457;p57"/>
          <p:cNvSpPr txBox="1"/>
          <p:nvPr/>
        </p:nvSpPr>
        <p:spPr>
          <a:xfrm>
            <a:off x="2123728" y="2787774"/>
            <a:ext cx="4779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800">
                <a:solidFill>
                  <a:schemeClr val="dk1"/>
                </a:solidFill>
                <a:latin typeface="Arial"/>
                <a:ea typeface="Arial"/>
                <a:cs typeface="Arial"/>
                <a:sym typeface="Arial"/>
              </a:rPr>
              <a:t>1</a:t>
            </a:r>
            <a:endParaRPr b="1" sz="1800">
              <a:solidFill>
                <a:schemeClr val="dk1"/>
              </a:solidFill>
              <a:latin typeface="Arial"/>
              <a:ea typeface="Arial"/>
              <a:cs typeface="Arial"/>
              <a:sym typeface="Arial"/>
            </a:endParaRPr>
          </a:p>
        </p:txBody>
      </p:sp>
      <p:sp>
        <p:nvSpPr>
          <p:cNvPr id="458" name="Google Shape;458;p57"/>
          <p:cNvSpPr txBox="1"/>
          <p:nvPr/>
        </p:nvSpPr>
        <p:spPr>
          <a:xfrm>
            <a:off x="1501945" y="3786594"/>
            <a:ext cx="4779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800">
                <a:solidFill>
                  <a:schemeClr val="dk1"/>
                </a:solidFill>
                <a:latin typeface="Arial"/>
                <a:ea typeface="Arial"/>
                <a:cs typeface="Arial"/>
                <a:sym typeface="Arial"/>
              </a:rPr>
              <a:t>C</a:t>
            </a:r>
            <a:endParaRPr b="1" sz="1800">
              <a:solidFill>
                <a:schemeClr val="dk1"/>
              </a:solidFill>
              <a:latin typeface="Arial"/>
              <a:ea typeface="Arial"/>
              <a:cs typeface="Arial"/>
              <a:sym typeface="Arial"/>
            </a:endParaRPr>
          </a:p>
        </p:txBody>
      </p:sp>
      <p:sp>
        <p:nvSpPr>
          <p:cNvPr id="459" name="Google Shape;459;p57"/>
          <p:cNvSpPr txBox="1"/>
          <p:nvPr/>
        </p:nvSpPr>
        <p:spPr>
          <a:xfrm>
            <a:off x="2699792" y="2787774"/>
            <a:ext cx="4779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800">
                <a:solidFill>
                  <a:schemeClr val="dk1"/>
                </a:solidFill>
                <a:latin typeface="Arial"/>
                <a:ea typeface="Arial"/>
                <a:cs typeface="Arial"/>
                <a:sym typeface="Arial"/>
              </a:rPr>
              <a:t>2</a:t>
            </a:r>
            <a:endParaRPr b="1" sz="1800">
              <a:solidFill>
                <a:schemeClr val="dk1"/>
              </a:solidFill>
              <a:latin typeface="Arial"/>
              <a:ea typeface="Arial"/>
              <a:cs typeface="Arial"/>
              <a:sym typeface="Arial"/>
            </a:endParaRPr>
          </a:p>
        </p:txBody>
      </p:sp>
      <p:sp>
        <p:nvSpPr>
          <p:cNvPr id="460" name="Google Shape;460;p57"/>
          <p:cNvSpPr txBox="1"/>
          <p:nvPr/>
        </p:nvSpPr>
        <p:spPr>
          <a:xfrm>
            <a:off x="2150017" y="3930610"/>
            <a:ext cx="4779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800">
                <a:solidFill>
                  <a:schemeClr val="dk1"/>
                </a:solidFill>
                <a:latin typeface="Arial"/>
                <a:ea typeface="Arial"/>
                <a:cs typeface="Arial"/>
                <a:sym typeface="Arial"/>
              </a:rPr>
              <a:t>4</a:t>
            </a:r>
            <a:endParaRPr b="1" sz="1800">
              <a:solidFill>
                <a:schemeClr val="dk1"/>
              </a:solidFill>
              <a:latin typeface="Arial"/>
              <a:ea typeface="Arial"/>
              <a:cs typeface="Arial"/>
              <a:sym typeface="Arial"/>
            </a:endParaRPr>
          </a:p>
        </p:txBody>
      </p:sp>
      <p:sp>
        <p:nvSpPr>
          <p:cNvPr id="461" name="Google Shape;461;p57"/>
          <p:cNvSpPr txBox="1"/>
          <p:nvPr/>
        </p:nvSpPr>
        <p:spPr>
          <a:xfrm>
            <a:off x="2726081" y="3930610"/>
            <a:ext cx="4779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800">
                <a:solidFill>
                  <a:schemeClr val="dk1"/>
                </a:solidFill>
                <a:latin typeface="Arial"/>
                <a:ea typeface="Arial"/>
                <a:cs typeface="Arial"/>
                <a:sym typeface="Arial"/>
              </a:rPr>
              <a:t>3</a:t>
            </a:r>
            <a:endParaRPr b="1" sz="1800">
              <a:solidFill>
                <a:schemeClr val="dk1"/>
              </a:solidFill>
              <a:latin typeface="Arial"/>
              <a:ea typeface="Arial"/>
              <a:cs typeface="Arial"/>
              <a:sym typeface="Arial"/>
            </a:endParaRPr>
          </a:p>
        </p:txBody>
      </p:sp>
      <p:sp>
        <p:nvSpPr>
          <p:cNvPr id="462" name="Google Shape;462;p57"/>
          <p:cNvSpPr txBox="1"/>
          <p:nvPr/>
        </p:nvSpPr>
        <p:spPr>
          <a:xfrm>
            <a:off x="4283968" y="2787774"/>
            <a:ext cx="4779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800">
                <a:solidFill>
                  <a:schemeClr val="dk1"/>
                </a:solidFill>
                <a:latin typeface="Arial"/>
                <a:ea typeface="Arial"/>
                <a:cs typeface="Arial"/>
                <a:sym typeface="Arial"/>
              </a:rPr>
              <a:t>B</a:t>
            </a:r>
            <a:endParaRPr b="1" sz="1800">
              <a:solidFill>
                <a:schemeClr val="dk1"/>
              </a:solidFill>
              <a:latin typeface="Arial"/>
              <a:ea typeface="Arial"/>
              <a:cs typeface="Arial"/>
              <a:sym typeface="Arial"/>
            </a:endParaRPr>
          </a:p>
        </p:txBody>
      </p:sp>
      <p:sp>
        <p:nvSpPr>
          <p:cNvPr id="463" name="Google Shape;463;p57"/>
          <p:cNvSpPr txBox="1"/>
          <p:nvPr/>
        </p:nvSpPr>
        <p:spPr>
          <a:xfrm>
            <a:off x="4283968" y="3075806"/>
            <a:ext cx="5238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800">
                <a:solidFill>
                  <a:schemeClr val="dk1"/>
                </a:solidFill>
                <a:latin typeface="Arial"/>
                <a:ea typeface="Arial"/>
                <a:cs typeface="Arial"/>
                <a:sym typeface="Arial"/>
              </a:rPr>
              <a:t>C</a:t>
            </a:r>
            <a:endParaRPr b="1" sz="1800">
              <a:solidFill>
                <a:schemeClr val="dk1"/>
              </a:solidFill>
              <a:latin typeface="Arial"/>
              <a:ea typeface="Arial"/>
              <a:cs typeface="Arial"/>
              <a:sym typeface="Arial"/>
            </a:endParaRPr>
          </a:p>
        </p:txBody>
      </p:sp>
      <p:graphicFrame>
        <p:nvGraphicFramePr>
          <p:cNvPr id="464" name="Google Shape;464;p57"/>
          <p:cNvGraphicFramePr/>
          <p:nvPr/>
        </p:nvGraphicFramePr>
        <p:xfrm>
          <a:off x="4644008" y="2529448"/>
          <a:ext cx="3000000" cy="3000000"/>
        </p:xfrm>
        <a:graphic>
          <a:graphicData uri="http://schemas.openxmlformats.org/drawingml/2006/table">
            <a:tbl>
              <a:tblPr bandRow="1" firstRow="1">
                <a:noFill/>
                <a:tableStyleId>{9A3ABA21-5AC3-4DE7-9323-ADC79FA4EFC9}</a:tableStyleId>
              </a:tblPr>
              <a:tblGrid>
                <a:gridCol w="432050"/>
                <a:gridCol w="432050"/>
                <a:gridCol w="432050"/>
                <a:gridCol w="432050"/>
              </a:tblGrid>
              <a:tr h="177400">
                <a:tc>
                  <a:txBody>
                    <a:bodyPr/>
                    <a:lstStyle/>
                    <a:p>
                      <a:pPr indent="0" lvl="0" marL="0" marR="0" rtl="0" algn="l">
                        <a:spcBef>
                          <a:spcPts val="0"/>
                        </a:spcBef>
                        <a:spcAft>
                          <a:spcPts val="0"/>
                        </a:spcAft>
                        <a:buNone/>
                      </a:pPr>
                      <a:r>
                        <a:rPr b="1" lang="en" sz="1225" u="none" cap="none" strike="noStrike">
                          <a:solidFill>
                            <a:schemeClr val="dk1"/>
                          </a:solidFill>
                        </a:rPr>
                        <a:t>1</a:t>
                      </a:r>
                      <a:endParaRPr b="1" sz="1225">
                        <a:solidFill>
                          <a:schemeClr val="dk1"/>
                        </a:solidFill>
                      </a:endParaRPr>
                    </a:p>
                  </a:txBody>
                  <a:tcPr marT="45725" marB="45725" marR="91450" marL="91450">
                    <a:solidFill>
                      <a:schemeClr val="lt2"/>
                    </a:solidFill>
                  </a:tcPr>
                </a:tc>
                <a:tc>
                  <a:txBody>
                    <a:bodyPr/>
                    <a:lstStyle/>
                    <a:p>
                      <a:pPr indent="0" lvl="0" marL="0" marR="0" rtl="0" algn="l">
                        <a:spcBef>
                          <a:spcPts val="0"/>
                        </a:spcBef>
                        <a:spcAft>
                          <a:spcPts val="0"/>
                        </a:spcAft>
                        <a:buNone/>
                      </a:pPr>
                      <a:r>
                        <a:rPr b="1" lang="en" sz="1225">
                          <a:solidFill>
                            <a:schemeClr val="dk1"/>
                          </a:solidFill>
                        </a:rPr>
                        <a:t>0</a:t>
                      </a:r>
                      <a:endParaRPr b="1" sz="1225">
                        <a:solidFill>
                          <a:schemeClr val="dk1"/>
                        </a:solidFill>
                      </a:endParaRPr>
                    </a:p>
                  </a:txBody>
                  <a:tcPr marT="45725" marB="45725" marR="91450" marL="91450">
                    <a:solidFill>
                      <a:schemeClr val="lt2"/>
                    </a:solidFill>
                  </a:tcPr>
                </a:tc>
                <a:tc>
                  <a:txBody>
                    <a:bodyPr/>
                    <a:lstStyle/>
                    <a:p>
                      <a:pPr indent="0" lvl="0" marL="0" marR="0" rtl="0" algn="l">
                        <a:spcBef>
                          <a:spcPts val="0"/>
                        </a:spcBef>
                        <a:spcAft>
                          <a:spcPts val="0"/>
                        </a:spcAft>
                        <a:buNone/>
                      </a:pPr>
                      <a:r>
                        <a:rPr b="1" lang="en" sz="1225">
                          <a:solidFill>
                            <a:schemeClr val="dk1"/>
                          </a:solidFill>
                        </a:rPr>
                        <a:t>0</a:t>
                      </a:r>
                      <a:endParaRPr b="1" sz="1225">
                        <a:solidFill>
                          <a:schemeClr val="dk1"/>
                        </a:solidFill>
                      </a:endParaRPr>
                    </a:p>
                  </a:txBody>
                  <a:tcPr marT="45725" marB="45725" marR="91450" marL="91450">
                    <a:solidFill>
                      <a:schemeClr val="lt2"/>
                    </a:solidFill>
                  </a:tcPr>
                </a:tc>
                <a:tc>
                  <a:txBody>
                    <a:bodyPr/>
                    <a:lstStyle/>
                    <a:p>
                      <a:pPr indent="0" lvl="0" marL="0" marR="0" rtl="0" algn="l">
                        <a:spcBef>
                          <a:spcPts val="0"/>
                        </a:spcBef>
                        <a:spcAft>
                          <a:spcPts val="0"/>
                        </a:spcAft>
                        <a:buNone/>
                      </a:pPr>
                      <a:r>
                        <a:rPr b="1" lang="en" sz="1225">
                          <a:solidFill>
                            <a:schemeClr val="dk1"/>
                          </a:solidFill>
                        </a:rPr>
                        <a:t>0</a:t>
                      </a:r>
                      <a:endParaRPr b="1" sz="1225">
                        <a:solidFill>
                          <a:schemeClr val="dk1"/>
                        </a:solidFill>
                      </a:endParaRPr>
                    </a:p>
                  </a:txBody>
                  <a:tcPr marT="45725" marB="45725" marR="91450" marL="91450">
                    <a:solidFill>
                      <a:schemeClr val="lt2"/>
                    </a:solidFill>
                  </a:tcPr>
                </a:tc>
              </a:tr>
              <a:tr h="177400">
                <a:tc>
                  <a:txBody>
                    <a:bodyPr/>
                    <a:lstStyle/>
                    <a:p>
                      <a:pPr indent="0" lvl="0" marL="0" marR="0" rtl="0" algn="l">
                        <a:spcBef>
                          <a:spcPts val="0"/>
                        </a:spcBef>
                        <a:spcAft>
                          <a:spcPts val="0"/>
                        </a:spcAft>
                        <a:buNone/>
                      </a:pPr>
                      <a:r>
                        <a:rPr b="1" lang="en" sz="1225">
                          <a:solidFill>
                            <a:schemeClr val="dk1"/>
                          </a:solidFill>
                        </a:rPr>
                        <a:t>0</a:t>
                      </a:r>
                      <a:endParaRPr b="1" sz="1225">
                        <a:solidFill>
                          <a:schemeClr val="dk1"/>
                        </a:solidFill>
                      </a:endParaRPr>
                    </a:p>
                  </a:txBody>
                  <a:tcPr marT="45725" marB="45725" marR="91450" marL="91450">
                    <a:solidFill>
                      <a:schemeClr val="lt2"/>
                    </a:solidFill>
                  </a:tcPr>
                </a:tc>
                <a:tc>
                  <a:txBody>
                    <a:bodyPr/>
                    <a:lstStyle/>
                    <a:p>
                      <a:pPr indent="0" lvl="0" marL="0" marR="0" rtl="0" algn="l">
                        <a:spcBef>
                          <a:spcPts val="0"/>
                        </a:spcBef>
                        <a:spcAft>
                          <a:spcPts val="0"/>
                        </a:spcAft>
                        <a:buNone/>
                      </a:pPr>
                      <a:r>
                        <a:rPr b="1" lang="en" sz="1225">
                          <a:solidFill>
                            <a:schemeClr val="dk1"/>
                          </a:solidFill>
                        </a:rPr>
                        <a:t>0</a:t>
                      </a:r>
                      <a:endParaRPr b="1" sz="1225">
                        <a:solidFill>
                          <a:schemeClr val="dk1"/>
                        </a:solidFill>
                      </a:endParaRPr>
                    </a:p>
                  </a:txBody>
                  <a:tcPr marT="45725" marB="45725" marR="91450" marL="91450">
                    <a:solidFill>
                      <a:schemeClr val="lt2"/>
                    </a:solidFill>
                  </a:tcPr>
                </a:tc>
                <a:tc>
                  <a:txBody>
                    <a:bodyPr/>
                    <a:lstStyle/>
                    <a:p>
                      <a:pPr indent="0" lvl="0" marL="0" marR="0" rtl="0" algn="l">
                        <a:spcBef>
                          <a:spcPts val="0"/>
                        </a:spcBef>
                        <a:spcAft>
                          <a:spcPts val="0"/>
                        </a:spcAft>
                        <a:buNone/>
                      </a:pPr>
                      <a:r>
                        <a:rPr b="1" lang="en" sz="1225">
                          <a:solidFill>
                            <a:schemeClr val="dk1"/>
                          </a:solidFill>
                        </a:rPr>
                        <a:t>0</a:t>
                      </a:r>
                      <a:endParaRPr b="1" sz="1225">
                        <a:solidFill>
                          <a:schemeClr val="dk1"/>
                        </a:solidFill>
                      </a:endParaRPr>
                    </a:p>
                  </a:txBody>
                  <a:tcPr marT="45725" marB="45725" marR="91450" marL="91450">
                    <a:solidFill>
                      <a:schemeClr val="lt2"/>
                    </a:solidFill>
                  </a:tcPr>
                </a:tc>
                <a:tc>
                  <a:txBody>
                    <a:bodyPr/>
                    <a:lstStyle/>
                    <a:p>
                      <a:pPr indent="0" lvl="0" marL="0" marR="0" rtl="0" algn="l">
                        <a:spcBef>
                          <a:spcPts val="0"/>
                        </a:spcBef>
                        <a:spcAft>
                          <a:spcPts val="0"/>
                        </a:spcAft>
                        <a:buNone/>
                      </a:pPr>
                      <a:r>
                        <a:rPr b="1" lang="en" sz="1225">
                          <a:solidFill>
                            <a:schemeClr val="dk1"/>
                          </a:solidFill>
                        </a:rPr>
                        <a:t>1</a:t>
                      </a:r>
                      <a:endParaRPr b="1" sz="1225">
                        <a:solidFill>
                          <a:schemeClr val="dk1"/>
                        </a:solidFill>
                      </a:endParaRPr>
                    </a:p>
                  </a:txBody>
                  <a:tcPr marT="45725" marB="45725" marR="91450" marL="91450">
                    <a:solidFill>
                      <a:schemeClr val="lt2"/>
                    </a:solidFill>
                  </a:tcPr>
                </a:tc>
              </a:tr>
              <a:tr h="177400">
                <a:tc>
                  <a:txBody>
                    <a:bodyPr/>
                    <a:lstStyle/>
                    <a:p>
                      <a:pPr indent="0" lvl="0" marL="0" marR="0" rtl="0" algn="l">
                        <a:spcBef>
                          <a:spcPts val="0"/>
                        </a:spcBef>
                        <a:spcAft>
                          <a:spcPts val="0"/>
                        </a:spcAft>
                        <a:buNone/>
                      </a:pPr>
                      <a:r>
                        <a:rPr b="1" lang="en" sz="1225">
                          <a:solidFill>
                            <a:schemeClr val="dk1"/>
                          </a:solidFill>
                        </a:rPr>
                        <a:t>0</a:t>
                      </a:r>
                      <a:endParaRPr b="1" sz="1225">
                        <a:solidFill>
                          <a:schemeClr val="dk1"/>
                        </a:solidFill>
                      </a:endParaRPr>
                    </a:p>
                  </a:txBody>
                  <a:tcPr marT="45725" marB="45725" marR="91450" marL="91450">
                    <a:solidFill>
                      <a:schemeClr val="lt2"/>
                    </a:solidFill>
                  </a:tcPr>
                </a:tc>
                <a:tc>
                  <a:txBody>
                    <a:bodyPr/>
                    <a:lstStyle/>
                    <a:p>
                      <a:pPr indent="0" lvl="0" marL="0" marR="0" rtl="0" algn="l">
                        <a:spcBef>
                          <a:spcPts val="0"/>
                        </a:spcBef>
                        <a:spcAft>
                          <a:spcPts val="0"/>
                        </a:spcAft>
                        <a:buNone/>
                      </a:pPr>
                      <a:r>
                        <a:rPr b="1" lang="en" sz="1225">
                          <a:solidFill>
                            <a:schemeClr val="dk1"/>
                          </a:solidFill>
                        </a:rPr>
                        <a:t>1</a:t>
                      </a:r>
                      <a:endParaRPr b="1" sz="1225">
                        <a:solidFill>
                          <a:schemeClr val="dk1"/>
                        </a:solidFill>
                      </a:endParaRPr>
                    </a:p>
                  </a:txBody>
                  <a:tcPr marT="45725" marB="45725" marR="91450" marL="91450">
                    <a:solidFill>
                      <a:schemeClr val="lt2"/>
                    </a:solidFill>
                  </a:tcPr>
                </a:tc>
                <a:tc>
                  <a:txBody>
                    <a:bodyPr/>
                    <a:lstStyle/>
                    <a:p>
                      <a:pPr indent="0" lvl="0" marL="0" marR="0" rtl="0" algn="l">
                        <a:spcBef>
                          <a:spcPts val="0"/>
                        </a:spcBef>
                        <a:spcAft>
                          <a:spcPts val="0"/>
                        </a:spcAft>
                        <a:buNone/>
                      </a:pPr>
                      <a:r>
                        <a:rPr b="1" lang="en" sz="1225">
                          <a:solidFill>
                            <a:schemeClr val="dk1"/>
                          </a:solidFill>
                        </a:rPr>
                        <a:t>0</a:t>
                      </a:r>
                      <a:endParaRPr b="1" sz="1225">
                        <a:solidFill>
                          <a:schemeClr val="dk1"/>
                        </a:solidFill>
                      </a:endParaRPr>
                    </a:p>
                  </a:txBody>
                  <a:tcPr marT="45725" marB="45725" marR="91450" marL="91450">
                    <a:solidFill>
                      <a:schemeClr val="lt2"/>
                    </a:solidFill>
                  </a:tcPr>
                </a:tc>
                <a:tc>
                  <a:txBody>
                    <a:bodyPr/>
                    <a:lstStyle/>
                    <a:p>
                      <a:pPr indent="0" lvl="0" marL="0" marR="0" rtl="0" algn="l">
                        <a:spcBef>
                          <a:spcPts val="0"/>
                        </a:spcBef>
                        <a:spcAft>
                          <a:spcPts val="0"/>
                        </a:spcAft>
                        <a:buNone/>
                      </a:pPr>
                      <a:r>
                        <a:rPr b="1" lang="en" sz="1225">
                          <a:solidFill>
                            <a:schemeClr val="dk1"/>
                          </a:solidFill>
                        </a:rPr>
                        <a:t>0</a:t>
                      </a:r>
                      <a:endParaRPr b="1" sz="1225">
                        <a:solidFill>
                          <a:schemeClr val="dk1"/>
                        </a:solidFill>
                      </a:endParaRPr>
                    </a:p>
                  </a:txBody>
                  <a:tcPr marT="45725" marB="45725" marR="91450" marL="91450">
                    <a:solidFill>
                      <a:schemeClr val="lt2"/>
                    </a:solidFill>
                  </a:tcPr>
                </a:tc>
              </a:tr>
            </a:tbl>
          </a:graphicData>
        </a:graphic>
      </p:graphicFrame>
      <p:sp>
        <p:nvSpPr>
          <p:cNvPr id="465" name="Google Shape;465;p57"/>
          <p:cNvSpPr txBox="1"/>
          <p:nvPr/>
        </p:nvSpPr>
        <p:spPr>
          <a:xfrm>
            <a:off x="4716016" y="2211710"/>
            <a:ext cx="4779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800">
                <a:solidFill>
                  <a:schemeClr val="dk1"/>
                </a:solidFill>
                <a:latin typeface="Arial"/>
                <a:ea typeface="Arial"/>
                <a:cs typeface="Arial"/>
                <a:sym typeface="Arial"/>
              </a:rPr>
              <a:t>1</a:t>
            </a:r>
            <a:endParaRPr b="1" sz="1800">
              <a:solidFill>
                <a:schemeClr val="dk1"/>
              </a:solidFill>
              <a:latin typeface="Arial"/>
              <a:ea typeface="Arial"/>
              <a:cs typeface="Arial"/>
              <a:sym typeface="Arial"/>
            </a:endParaRPr>
          </a:p>
        </p:txBody>
      </p:sp>
      <p:sp>
        <p:nvSpPr>
          <p:cNvPr id="466" name="Google Shape;466;p57"/>
          <p:cNvSpPr txBox="1"/>
          <p:nvPr/>
        </p:nvSpPr>
        <p:spPr>
          <a:xfrm>
            <a:off x="5102345" y="2202418"/>
            <a:ext cx="4779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800">
                <a:solidFill>
                  <a:schemeClr val="dk1"/>
                </a:solidFill>
                <a:latin typeface="Arial"/>
                <a:ea typeface="Arial"/>
                <a:cs typeface="Arial"/>
                <a:sym typeface="Arial"/>
              </a:rPr>
              <a:t>2</a:t>
            </a:r>
            <a:endParaRPr b="1" sz="1800">
              <a:solidFill>
                <a:schemeClr val="dk1"/>
              </a:solidFill>
              <a:latin typeface="Arial"/>
              <a:ea typeface="Arial"/>
              <a:cs typeface="Arial"/>
              <a:sym typeface="Arial"/>
            </a:endParaRPr>
          </a:p>
        </p:txBody>
      </p:sp>
      <p:sp>
        <p:nvSpPr>
          <p:cNvPr id="467" name="Google Shape;467;p57"/>
          <p:cNvSpPr txBox="1"/>
          <p:nvPr/>
        </p:nvSpPr>
        <p:spPr>
          <a:xfrm>
            <a:off x="5508104" y="2202418"/>
            <a:ext cx="4779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800">
                <a:solidFill>
                  <a:schemeClr val="dk1"/>
                </a:solidFill>
                <a:latin typeface="Arial"/>
                <a:ea typeface="Arial"/>
                <a:cs typeface="Arial"/>
                <a:sym typeface="Arial"/>
              </a:rPr>
              <a:t>3</a:t>
            </a:r>
            <a:endParaRPr b="1" sz="1800">
              <a:solidFill>
                <a:schemeClr val="dk1"/>
              </a:solidFill>
              <a:latin typeface="Arial"/>
              <a:ea typeface="Arial"/>
              <a:cs typeface="Arial"/>
              <a:sym typeface="Arial"/>
            </a:endParaRPr>
          </a:p>
        </p:txBody>
      </p:sp>
      <p:sp>
        <p:nvSpPr>
          <p:cNvPr id="468" name="Google Shape;468;p57"/>
          <p:cNvSpPr txBox="1"/>
          <p:nvPr/>
        </p:nvSpPr>
        <p:spPr>
          <a:xfrm>
            <a:off x="5940152" y="2202418"/>
            <a:ext cx="4779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800">
                <a:solidFill>
                  <a:schemeClr val="dk1"/>
                </a:solidFill>
                <a:latin typeface="Arial"/>
                <a:ea typeface="Arial"/>
                <a:cs typeface="Arial"/>
                <a:sym typeface="Arial"/>
              </a:rPr>
              <a:t>4</a:t>
            </a:r>
            <a:endParaRPr b="1" sz="1800">
              <a:solidFill>
                <a:schemeClr val="dk1"/>
              </a:solidFill>
              <a:latin typeface="Arial"/>
              <a:ea typeface="Arial"/>
              <a:cs typeface="Arial"/>
              <a:sym typeface="Arial"/>
            </a:endParaRPr>
          </a:p>
        </p:txBody>
      </p:sp>
      <p:sp>
        <p:nvSpPr>
          <p:cNvPr id="469" name="Google Shape;469;p57"/>
          <p:cNvSpPr txBox="1"/>
          <p:nvPr/>
        </p:nvSpPr>
        <p:spPr>
          <a:xfrm>
            <a:off x="4283968" y="3939902"/>
            <a:ext cx="4779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800">
                <a:solidFill>
                  <a:schemeClr val="dk1"/>
                </a:solidFill>
                <a:latin typeface="Arial"/>
                <a:ea typeface="Arial"/>
                <a:cs typeface="Arial"/>
                <a:sym typeface="Arial"/>
              </a:rPr>
              <a:t>A</a:t>
            </a:r>
            <a:endParaRPr b="1" sz="1800">
              <a:solidFill>
                <a:schemeClr val="dk1"/>
              </a:solidFill>
              <a:latin typeface="Arial"/>
              <a:ea typeface="Arial"/>
              <a:cs typeface="Arial"/>
              <a:sym typeface="Arial"/>
            </a:endParaRPr>
          </a:p>
        </p:txBody>
      </p:sp>
      <p:sp>
        <p:nvSpPr>
          <p:cNvPr id="470" name="Google Shape;470;p57"/>
          <p:cNvSpPr txBox="1"/>
          <p:nvPr/>
        </p:nvSpPr>
        <p:spPr>
          <a:xfrm>
            <a:off x="4283968" y="4237226"/>
            <a:ext cx="4779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800">
                <a:solidFill>
                  <a:schemeClr val="dk1"/>
                </a:solidFill>
                <a:latin typeface="Arial"/>
                <a:ea typeface="Arial"/>
                <a:cs typeface="Arial"/>
                <a:sym typeface="Arial"/>
              </a:rPr>
              <a:t>B</a:t>
            </a:r>
            <a:endParaRPr b="1" sz="1800">
              <a:solidFill>
                <a:schemeClr val="dk1"/>
              </a:solidFill>
              <a:latin typeface="Arial"/>
              <a:ea typeface="Arial"/>
              <a:cs typeface="Arial"/>
              <a:sym typeface="Arial"/>
            </a:endParaRPr>
          </a:p>
        </p:txBody>
      </p:sp>
      <p:graphicFrame>
        <p:nvGraphicFramePr>
          <p:cNvPr id="471" name="Google Shape;471;p57"/>
          <p:cNvGraphicFramePr/>
          <p:nvPr/>
        </p:nvGraphicFramePr>
        <p:xfrm>
          <a:off x="4644008" y="3978900"/>
          <a:ext cx="3000000" cy="3000000"/>
        </p:xfrm>
        <a:graphic>
          <a:graphicData uri="http://schemas.openxmlformats.org/drawingml/2006/table">
            <a:tbl>
              <a:tblPr bandRow="1" firstRow="1">
                <a:noFill/>
                <a:tableStyleId>{9A3ABA21-5AC3-4DE7-9323-ADC79FA4EFC9}</a:tableStyleId>
              </a:tblPr>
              <a:tblGrid>
                <a:gridCol w="432050"/>
                <a:gridCol w="432050"/>
                <a:gridCol w="432050"/>
                <a:gridCol w="432050"/>
              </a:tblGrid>
              <a:tr h="177400">
                <a:tc>
                  <a:txBody>
                    <a:bodyPr/>
                    <a:lstStyle/>
                    <a:p>
                      <a:pPr indent="0" lvl="0" marL="0" marR="0" rtl="0" algn="l">
                        <a:spcBef>
                          <a:spcPts val="0"/>
                        </a:spcBef>
                        <a:spcAft>
                          <a:spcPts val="0"/>
                        </a:spcAft>
                        <a:buNone/>
                      </a:pPr>
                      <a:r>
                        <a:rPr b="1" lang="en" sz="1225">
                          <a:solidFill>
                            <a:schemeClr val="dk1"/>
                          </a:solidFill>
                        </a:rPr>
                        <a:t>1</a:t>
                      </a:r>
                      <a:endParaRPr b="1" sz="1225">
                        <a:solidFill>
                          <a:schemeClr val="dk1"/>
                        </a:solidFill>
                      </a:endParaRPr>
                    </a:p>
                  </a:txBody>
                  <a:tcPr marT="45725" marB="45725" marR="91450" marL="91450">
                    <a:solidFill>
                      <a:schemeClr val="lt2"/>
                    </a:solidFill>
                  </a:tcPr>
                </a:tc>
                <a:tc>
                  <a:txBody>
                    <a:bodyPr/>
                    <a:lstStyle/>
                    <a:p>
                      <a:pPr indent="0" lvl="0" marL="0" marR="0" rtl="0" algn="l">
                        <a:spcBef>
                          <a:spcPts val="0"/>
                        </a:spcBef>
                        <a:spcAft>
                          <a:spcPts val="0"/>
                        </a:spcAft>
                        <a:buNone/>
                      </a:pPr>
                      <a:r>
                        <a:rPr b="1" lang="en" sz="1225">
                          <a:solidFill>
                            <a:schemeClr val="dk1"/>
                          </a:solidFill>
                        </a:rPr>
                        <a:t>0</a:t>
                      </a:r>
                      <a:endParaRPr b="1" sz="1225">
                        <a:solidFill>
                          <a:schemeClr val="dk1"/>
                        </a:solidFill>
                      </a:endParaRPr>
                    </a:p>
                  </a:txBody>
                  <a:tcPr marT="45725" marB="45725" marR="91450" marL="91450">
                    <a:solidFill>
                      <a:schemeClr val="lt2"/>
                    </a:solidFill>
                  </a:tcPr>
                </a:tc>
                <a:tc>
                  <a:txBody>
                    <a:bodyPr/>
                    <a:lstStyle/>
                    <a:p>
                      <a:pPr indent="0" lvl="0" marL="0" marR="0" rtl="0" algn="l">
                        <a:spcBef>
                          <a:spcPts val="0"/>
                        </a:spcBef>
                        <a:spcAft>
                          <a:spcPts val="0"/>
                        </a:spcAft>
                        <a:buNone/>
                      </a:pPr>
                      <a:r>
                        <a:rPr b="1" lang="en" sz="1225">
                          <a:solidFill>
                            <a:schemeClr val="dk1"/>
                          </a:solidFill>
                        </a:rPr>
                        <a:t>0</a:t>
                      </a:r>
                      <a:endParaRPr b="1" sz="1225">
                        <a:solidFill>
                          <a:schemeClr val="dk1"/>
                        </a:solidFill>
                      </a:endParaRPr>
                    </a:p>
                  </a:txBody>
                  <a:tcPr marT="45725" marB="45725" marR="91450" marL="91450">
                    <a:solidFill>
                      <a:schemeClr val="lt2"/>
                    </a:solidFill>
                  </a:tcPr>
                </a:tc>
                <a:tc>
                  <a:txBody>
                    <a:bodyPr/>
                    <a:lstStyle/>
                    <a:p>
                      <a:pPr indent="0" lvl="0" marL="0" marR="0" rtl="0" algn="l">
                        <a:spcBef>
                          <a:spcPts val="0"/>
                        </a:spcBef>
                        <a:spcAft>
                          <a:spcPts val="0"/>
                        </a:spcAft>
                        <a:buNone/>
                      </a:pPr>
                      <a:r>
                        <a:rPr b="1" lang="en" sz="1225">
                          <a:solidFill>
                            <a:schemeClr val="dk1"/>
                          </a:solidFill>
                        </a:rPr>
                        <a:t>0</a:t>
                      </a:r>
                      <a:endParaRPr b="1" sz="1225">
                        <a:solidFill>
                          <a:schemeClr val="dk1"/>
                        </a:solidFill>
                      </a:endParaRPr>
                    </a:p>
                  </a:txBody>
                  <a:tcPr marT="45725" marB="45725" marR="91450" marL="91450">
                    <a:solidFill>
                      <a:schemeClr val="lt2"/>
                    </a:solidFill>
                  </a:tcPr>
                </a:tc>
              </a:tr>
              <a:tr h="177400">
                <a:tc>
                  <a:txBody>
                    <a:bodyPr/>
                    <a:lstStyle/>
                    <a:p>
                      <a:pPr indent="0" lvl="0" marL="0" marR="0" rtl="0" algn="l">
                        <a:spcBef>
                          <a:spcPts val="0"/>
                        </a:spcBef>
                        <a:spcAft>
                          <a:spcPts val="0"/>
                        </a:spcAft>
                        <a:buNone/>
                      </a:pPr>
                      <a:r>
                        <a:rPr b="1" lang="en" sz="1225">
                          <a:solidFill>
                            <a:schemeClr val="dk1"/>
                          </a:solidFill>
                        </a:rPr>
                        <a:t>0</a:t>
                      </a:r>
                      <a:endParaRPr b="1" sz="1225">
                        <a:solidFill>
                          <a:schemeClr val="dk1"/>
                        </a:solidFill>
                      </a:endParaRPr>
                    </a:p>
                  </a:txBody>
                  <a:tcPr marT="45725" marB="45725" marR="91450" marL="91450">
                    <a:solidFill>
                      <a:schemeClr val="lt2"/>
                    </a:solidFill>
                  </a:tcPr>
                </a:tc>
                <a:tc>
                  <a:txBody>
                    <a:bodyPr/>
                    <a:lstStyle/>
                    <a:p>
                      <a:pPr indent="0" lvl="0" marL="0" marR="0" rtl="0" algn="l">
                        <a:spcBef>
                          <a:spcPts val="0"/>
                        </a:spcBef>
                        <a:spcAft>
                          <a:spcPts val="0"/>
                        </a:spcAft>
                        <a:buNone/>
                      </a:pPr>
                      <a:r>
                        <a:rPr b="1" lang="en" sz="1225">
                          <a:solidFill>
                            <a:schemeClr val="dk1"/>
                          </a:solidFill>
                        </a:rPr>
                        <a:t>0</a:t>
                      </a:r>
                      <a:endParaRPr b="1" sz="1225">
                        <a:solidFill>
                          <a:schemeClr val="dk1"/>
                        </a:solidFill>
                      </a:endParaRPr>
                    </a:p>
                  </a:txBody>
                  <a:tcPr marT="45725" marB="45725" marR="91450" marL="91450">
                    <a:solidFill>
                      <a:schemeClr val="lt2"/>
                    </a:solidFill>
                  </a:tcPr>
                </a:tc>
                <a:tc>
                  <a:txBody>
                    <a:bodyPr/>
                    <a:lstStyle/>
                    <a:p>
                      <a:pPr indent="0" lvl="0" marL="0" marR="0" rtl="0" algn="l">
                        <a:spcBef>
                          <a:spcPts val="0"/>
                        </a:spcBef>
                        <a:spcAft>
                          <a:spcPts val="0"/>
                        </a:spcAft>
                        <a:buNone/>
                      </a:pPr>
                      <a:r>
                        <a:rPr b="1" lang="en" sz="1225">
                          <a:solidFill>
                            <a:schemeClr val="dk1"/>
                          </a:solidFill>
                        </a:rPr>
                        <a:t>1</a:t>
                      </a:r>
                      <a:endParaRPr b="1" sz="1225">
                        <a:solidFill>
                          <a:schemeClr val="dk1"/>
                        </a:solidFill>
                      </a:endParaRPr>
                    </a:p>
                  </a:txBody>
                  <a:tcPr marT="45725" marB="45725" marR="91450" marL="91450">
                    <a:solidFill>
                      <a:schemeClr val="lt2"/>
                    </a:solidFill>
                  </a:tcPr>
                </a:tc>
                <a:tc>
                  <a:txBody>
                    <a:bodyPr/>
                    <a:lstStyle/>
                    <a:p>
                      <a:pPr indent="0" lvl="0" marL="0" marR="0" rtl="0" algn="l">
                        <a:spcBef>
                          <a:spcPts val="0"/>
                        </a:spcBef>
                        <a:spcAft>
                          <a:spcPts val="0"/>
                        </a:spcAft>
                        <a:buNone/>
                      </a:pPr>
                      <a:r>
                        <a:rPr b="1" lang="en" sz="1225">
                          <a:solidFill>
                            <a:schemeClr val="dk1"/>
                          </a:solidFill>
                        </a:rPr>
                        <a:t>0</a:t>
                      </a:r>
                      <a:endParaRPr b="1" sz="1225">
                        <a:solidFill>
                          <a:schemeClr val="dk1"/>
                        </a:solidFill>
                      </a:endParaRPr>
                    </a:p>
                  </a:txBody>
                  <a:tcPr marT="45725" marB="45725" marR="91450" marL="91450">
                    <a:solidFill>
                      <a:schemeClr val="lt2"/>
                    </a:solidFill>
                  </a:tcPr>
                </a:tc>
              </a:tr>
              <a:tr h="177400">
                <a:tc>
                  <a:txBody>
                    <a:bodyPr/>
                    <a:lstStyle/>
                    <a:p>
                      <a:pPr indent="0" lvl="0" marL="0" marR="0" rtl="0" algn="l">
                        <a:spcBef>
                          <a:spcPts val="0"/>
                        </a:spcBef>
                        <a:spcAft>
                          <a:spcPts val="0"/>
                        </a:spcAft>
                        <a:buNone/>
                      </a:pPr>
                      <a:r>
                        <a:rPr b="1" lang="en" sz="1225">
                          <a:solidFill>
                            <a:schemeClr val="dk1"/>
                          </a:solidFill>
                        </a:rPr>
                        <a:t>0</a:t>
                      </a:r>
                      <a:endParaRPr b="1" sz="1225">
                        <a:solidFill>
                          <a:schemeClr val="dk1"/>
                        </a:solidFill>
                      </a:endParaRPr>
                    </a:p>
                  </a:txBody>
                  <a:tcPr marT="45725" marB="45725" marR="91450" marL="91450">
                    <a:solidFill>
                      <a:schemeClr val="lt2"/>
                    </a:solidFill>
                  </a:tcPr>
                </a:tc>
                <a:tc>
                  <a:txBody>
                    <a:bodyPr/>
                    <a:lstStyle/>
                    <a:p>
                      <a:pPr indent="0" lvl="0" marL="0" marR="0" rtl="0" algn="l">
                        <a:spcBef>
                          <a:spcPts val="0"/>
                        </a:spcBef>
                        <a:spcAft>
                          <a:spcPts val="0"/>
                        </a:spcAft>
                        <a:buNone/>
                      </a:pPr>
                      <a:r>
                        <a:rPr b="1" lang="en" sz="1225">
                          <a:solidFill>
                            <a:schemeClr val="dk1"/>
                          </a:solidFill>
                        </a:rPr>
                        <a:t>0</a:t>
                      </a:r>
                      <a:endParaRPr b="1" sz="1225">
                        <a:solidFill>
                          <a:schemeClr val="dk1"/>
                        </a:solidFill>
                      </a:endParaRPr>
                    </a:p>
                  </a:txBody>
                  <a:tcPr marT="45725" marB="45725" marR="91450" marL="91450">
                    <a:solidFill>
                      <a:schemeClr val="lt2"/>
                    </a:solidFill>
                  </a:tcPr>
                </a:tc>
                <a:tc>
                  <a:txBody>
                    <a:bodyPr/>
                    <a:lstStyle/>
                    <a:p>
                      <a:pPr indent="0" lvl="0" marL="0" marR="0" rtl="0" algn="l">
                        <a:spcBef>
                          <a:spcPts val="0"/>
                        </a:spcBef>
                        <a:spcAft>
                          <a:spcPts val="0"/>
                        </a:spcAft>
                        <a:buNone/>
                      </a:pPr>
                      <a:r>
                        <a:rPr b="1" lang="en" sz="1225">
                          <a:solidFill>
                            <a:schemeClr val="dk1"/>
                          </a:solidFill>
                        </a:rPr>
                        <a:t>0</a:t>
                      </a:r>
                      <a:endParaRPr b="1" sz="1225">
                        <a:solidFill>
                          <a:schemeClr val="dk1"/>
                        </a:solidFill>
                      </a:endParaRPr>
                    </a:p>
                  </a:txBody>
                  <a:tcPr marT="45725" marB="45725" marR="91450" marL="91450">
                    <a:solidFill>
                      <a:schemeClr val="lt2"/>
                    </a:solidFill>
                  </a:tcPr>
                </a:tc>
                <a:tc>
                  <a:txBody>
                    <a:bodyPr/>
                    <a:lstStyle/>
                    <a:p>
                      <a:pPr indent="0" lvl="0" marL="0" marR="0" rtl="0" algn="l">
                        <a:spcBef>
                          <a:spcPts val="0"/>
                        </a:spcBef>
                        <a:spcAft>
                          <a:spcPts val="0"/>
                        </a:spcAft>
                        <a:buNone/>
                      </a:pPr>
                      <a:r>
                        <a:rPr b="1" lang="en" sz="1225">
                          <a:solidFill>
                            <a:schemeClr val="dk1"/>
                          </a:solidFill>
                        </a:rPr>
                        <a:t>1</a:t>
                      </a:r>
                      <a:endParaRPr b="1" sz="1225">
                        <a:solidFill>
                          <a:schemeClr val="dk1"/>
                        </a:solidFill>
                      </a:endParaRPr>
                    </a:p>
                  </a:txBody>
                  <a:tcPr marT="45725" marB="45725" marR="91450" marL="91450">
                    <a:solidFill>
                      <a:schemeClr val="lt2"/>
                    </a:solidFill>
                  </a:tcPr>
                </a:tc>
              </a:tr>
            </a:tbl>
          </a:graphicData>
        </a:graphic>
      </p:graphicFrame>
      <p:sp>
        <p:nvSpPr>
          <p:cNvPr id="472" name="Google Shape;472;p57"/>
          <p:cNvSpPr txBox="1"/>
          <p:nvPr/>
        </p:nvSpPr>
        <p:spPr>
          <a:xfrm>
            <a:off x="4716016" y="3661162"/>
            <a:ext cx="4779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800">
                <a:solidFill>
                  <a:schemeClr val="dk1"/>
                </a:solidFill>
                <a:latin typeface="Arial"/>
                <a:ea typeface="Arial"/>
                <a:cs typeface="Arial"/>
                <a:sym typeface="Arial"/>
              </a:rPr>
              <a:t>1</a:t>
            </a:r>
            <a:endParaRPr b="1" sz="1800">
              <a:solidFill>
                <a:schemeClr val="dk1"/>
              </a:solidFill>
              <a:latin typeface="Arial"/>
              <a:ea typeface="Arial"/>
              <a:cs typeface="Arial"/>
              <a:sym typeface="Arial"/>
            </a:endParaRPr>
          </a:p>
        </p:txBody>
      </p:sp>
      <p:sp>
        <p:nvSpPr>
          <p:cNvPr id="473" name="Google Shape;473;p57"/>
          <p:cNvSpPr txBox="1"/>
          <p:nvPr/>
        </p:nvSpPr>
        <p:spPr>
          <a:xfrm>
            <a:off x="5102345" y="3651870"/>
            <a:ext cx="4779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800">
                <a:solidFill>
                  <a:schemeClr val="dk1"/>
                </a:solidFill>
                <a:latin typeface="Arial"/>
                <a:ea typeface="Arial"/>
                <a:cs typeface="Arial"/>
                <a:sym typeface="Arial"/>
              </a:rPr>
              <a:t>2</a:t>
            </a:r>
            <a:endParaRPr b="1" sz="1800">
              <a:solidFill>
                <a:schemeClr val="dk1"/>
              </a:solidFill>
              <a:latin typeface="Arial"/>
              <a:ea typeface="Arial"/>
              <a:cs typeface="Arial"/>
              <a:sym typeface="Arial"/>
            </a:endParaRPr>
          </a:p>
        </p:txBody>
      </p:sp>
      <p:sp>
        <p:nvSpPr>
          <p:cNvPr id="474" name="Google Shape;474;p57"/>
          <p:cNvSpPr txBox="1"/>
          <p:nvPr/>
        </p:nvSpPr>
        <p:spPr>
          <a:xfrm>
            <a:off x="5508104" y="3651870"/>
            <a:ext cx="4779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800">
                <a:solidFill>
                  <a:schemeClr val="dk1"/>
                </a:solidFill>
                <a:latin typeface="Arial"/>
                <a:ea typeface="Arial"/>
                <a:cs typeface="Arial"/>
                <a:sym typeface="Arial"/>
              </a:rPr>
              <a:t>3</a:t>
            </a:r>
            <a:endParaRPr b="1" sz="1800">
              <a:solidFill>
                <a:schemeClr val="dk1"/>
              </a:solidFill>
              <a:latin typeface="Arial"/>
              <a:ea typeface="Arial"/>
              <a:cs typeface="Arial"/>
              <a:sym typeface="Arial"/>
            </a:endParaRPr>
          </a:p>
        </p:txBody>
      </p:sp>
      <p:sp>
        <p:nvSpPr>
          <p:cNvPr id="475" name="Google Shape;475;p57"/>
          <p:cNvSpPr txBox="1"/>
          <p:nvPr/>
        </p:nvSpPr>
        <p:spPr>
          <a:xfrm>
            <a:off x="5940152" y="3651870"/>
            <a:ext cx="4779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800">
                <a:solidFill>
                  <a:schemeClr val="dk1"/>
                </a:solidFill>
                <a:latin typeface="Arial"/>
                <a:ea typeface="Arial"/>
                <a:cs typeface="Arial"/>
                <a:sym typeface="Arial"/>
              </a:rPr>
              <a:t>4</a:t>
            </a:r>
            <a:endParaRPr b="1" sz="1800">
              <a:solidFill>
                <a:schemeClr val="dk1"/>
              </a:solidFill>
              <a:latin typeface="Arial"/>
              <a:ea typeface="Arial"/>
              <a:cs typeface="Arial"/>
              <a:sym typeface="Arial"/>
            </a:endParaRPr>
          </a:p>
        </p:txBody>
      </p:sp>
      <p:sp>
        <p:nvSpPr>
          <p:cNvPr id="476" name="Google Shape;476;p57"/>
          <p:cNvSpPr txBox="1"/>
          <p:nvPr/>
        </p:nvSpPr>
        <p:spPr>
          <a:xfrm>
            <a:off x="4283968" y="4515966"/>
            <a:ext cx="5238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800">
                <a:solidFill>
                  <a:schemeClr val="dk1"/>
                </a:solidFill>
                <a:latin typeface="Arial"/>
                <a:ea typeface="Arial"/>
                <a:cs typeface="Arial"/>
                <a:sym typeface="Arial"/>
              </a:rPr>
              <a:t>C</a:t>
            </a:r>
            <a:endParaRPr b="1" sz="1800">
              <a:solidFill>
                <a:schemeClr val="dk1"/>
              </a:solidFill>
              <a:latin typeface="Arial"/>
              <a:ea typeface="Arial"/>
              <a:cs typeface="Arial"/>
              <a:sym typeface="Arial"/>
            </a:endParaRPr>
          </a:p>
        </p:txBody>
      </p:sp>
      <p:sp>
        <p:nvSpPr>
          <p:cNvPr id="477" name="Google Shape;477;p57"/>
          <p:cNvSpPr txBox="1"/>
          <p:nvPr/>
        </p:nvSpPr>
        <p:spPr>
          <a:xfrm>
            <a:off x="6588224" y="2706474"/>
            <a:ext cx="15123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800">
                <a:solidFill>
                  <a:srgbClr val="009900"/>
                </a:solidFill>
                <a:latin typeface="Arial"/>
                <a:ea typeface="Arial"/>
                <a:cs typeface="Arial"/>
                <a:sym typeface="Arial"/>
              </a:rPr>
              <a:t>Consistent!</a:t>
            </a:r>
            <a:endParaRPr b="1" sz="1800">
              <a:solidFill>
                <a:srgbClr val="009900"/>
              </a:solidFill>
              <a:latin typeface="Arial"/>
              <a:ea typeface="Arial"/>
              <a:cs typeface="Arial"/>
              <a:sym typeface="Arial"/>
            </a:endParaRPr>
          </a:p>
        </p:txBody>
      </p:sp>
      <p:sp>
        <p:nvSpPr>
          <p:cNvPr id="478" name="Google Shape;478;p57"/>
          <p:cNvSpPr txBox="1"/>
          <p:nvPr/>
        </p:nvSpPr>
        <p:spPr>
          <a:xfrm>
            <a:off x="6588224" y="4218642"/>
            <a:ext cx="18723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800">
                <a:solidFill>
                  <a:srgbClr val="FF0000"/>
                </a:solidFill>
                <a:latin typeface="Arial"/>
                <a:ea typeface="Arial"/>
                <a:cs typeface="Arial"/>
                <a:sym typeface="Arial"/>
              </a:rPr>
              <a:t>Inconsistent!</a:t>
            </a:r>
            <a:endParaRPr b="1" sz="1800">
              <a:solidFill>
                <a:srgbClr val="FF0000"/>
              </a:solidFill>
              <a:latin typeface="Arial"/>
              <a:ea typeface="Arial"/>
              <a:cs typeface="Arial"/>
              <a:sym typeface="Arial"/>
            </a:endParaRPr>
          </a:p>
        </p:txBody>
      </p:sp>
      <p:pic>
        <p:nvPicPr>
          <p:cNvPr id="479" name="Google Shape;479;p57"/>
          <p:cNvPicPr preferRelativeResize="0"/>
          <p:nvPr/>
        </p:nvPicPr>
        <p:blipFill rotWithShape="1">
          <a:blip r:embed="rId6">
            <a:alphaModFix/>
          </a:blip>
          <a:srcRect b="0" l="0" r="0" t="0"/>
          <a:stretch/>
        </p:blipFill>
        <p:spPr>
          <a:xfrm>
            <a:off x="983497" y="4294712"/>
            <a:ext cx="491675" cy="442507"/>
          </a:xfrm>
          <a:prstGeom prst="rect">
            <a:avLst/>
          </a:prstGeom>
          <a:noFill/>
          <a:ln>
            <a:noFill/>
          </a:ln>
        </p:spPr>
      </p:pic>
      <p:pic>
        <p:nvPicPr>
          <p:cNvPr id="480" name="Google Shape;480;p57"/>
          <p:cNvPicPr preferRelativeResize="0"/>
          <p:nvPr/>
        </p:nvPicPr>
        <p:blipFill rotWithShape="1">
          <a:blip r:embed="rId7">
            <a:alphaModFix/>
          </a:blip>
          <a:srcRect b="0" l="0" r="0" t="0"/>
          <a:stretch/>
        </p:blipFill>
        <p:spPr>
          <a:xfrm>
            <a:off x="2335808" y="4325590"/>
            <a:ext cx="508000" cy="406399"/>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58"/>
          <p:cNvSpPr txBox="1"/>
          <p:nvPr/>
        </p:nvSpPr>
        <p:spPr>
          <a:xfrm>
            <a:off x="365760" y="1"/>
            <a:ext cx="8287200" cy="85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2950">
                <a:solidFill>
                  <a:srgbClr val="FFFFFF"/>
                </a:solidFill>
              </a:rPr>
              <a:t>Deep Graph Matching</a:t>
            </a:r>
            <a:endParaRPr sz="2994">
              <a:solidFill>
                <a:srgbClr val="FFFFFF"/>
              </a:solidFill>
            </a:endParaRPr>
          </a:p>
        </p:txBody>
      </p:sp>
      <p:grpSp>
        <p:nvGrpSpPr>
          <p:cNvPr id="486" name="Google Shape;486;p58"/>
          <p:cNvGrpSpPr/>
          <p:nvPr/>
        </p:nvGrpSpPr>
        <p:grpSpPr>
          <a:xfrm>
            <a:off x="365752" y="1118042"/>
            <a:ext cx="471412" cy="510634"/>
            <a:chOff x="93199" y="3636975"/>
            <a:chExt cx="958738" cy="836693"/>
          </a:xfrm>
        </p:grpSpPr>
        <p:grpSp>
          <p:nvGrpSpPr>
            <p:cNvPr id="487" name="Google Shape;487;p58"/>
            <p:cNvGrpSpPr/>
            <p:nvPr/>
          </p:nvGrpSpPr>
          <p:grpSpPr>
            <a:xfrm>
              <a:off x="93199" y="3636975"/>
              <a:ext cx="958738" cy="836693"/>
              <a:chOff x="762280" y="3631582"/>
              <a:chExt cx="613200" cy="535141"/>
            </a:xfrm>
          </p:grpSpPr>
          <p:grpSp>
            <p:nvGrpSpPr>
              <p:cNvPr id="488" name="Google Shape;488;p58"/>
              <p:cNvGrpSpPr/>
              <p:nvPr/>
            </p:nvGrpSpPr>
            <p:grpSpPr>
              <a:xfrm>
                <a:off x="762280" y="3631582"/>
                <a:ext cx="613200" cy="535141"/>
                <a:chOff x="657922" y="646771"/>
                <a:chExt cx="613200" cy="535141"/>
              </a:xfrm>
            </p:grpSpPr>
            <p:sp>
              <p:nvSpPr>
                <p:cNvPr id="489" name="Google Shape;489;p58"/>
                <p:cNvSpPr/>
                <p:nvPr/>
              </p:nvSpPr>
              <p:spPr>
                <a:xfrm>
                  <a:off x="657922" y="646771"/>
                  <a:ext cx="156000" cy="156000"/>
                </a:xfrm>
                <a:prstGeom prst="ellipse">
                  <a:avLst/>
                </a:prstGeom>
                <a:solidFill>
                  <a:srgbClr val="C00000"/>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90" name="Google Shape;490;p58"/>
                <p:cNvSpPr/>
                <p:nvPr/>
              </p:nvSpPr>
              <p:spPr>
                <a:xfrm>
                  <a:off x="1115122" y="646771"/>
                  <a:ext cx="156000" cy="156000"/>
                </a:xfrm>
                <a:prstGeom prst="ellipse">
                  <a:avLst/>
                </a:prstGeom>
                <a:solidFill>
                  <a:srgbClr val="FFC000"/>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91" name="Google Shape;491;p58"/>
                <p:cNvSpPr/>
                <p:nvPr/>
              </p:nvSpPr>
              <p:spPr>
                <a:xfrm>
                  <a:off x="661639" y="1025912"/>
                  <a:ext cx="156000" cy="156000"/>
                </a:xfrm>
                <a:prstGeom prst="ellipse">
                  <a:avLst/>
                </a:prstGeom>
                <a:solidFill>
                  <a:srgbClr val="00B050"/>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92" name="Google Shape;492;p58"/>
                <p:cNvSpPr/>
                <p:nvPr/>
              </p:nvSpPr>
              <p:spPr>
                <a:xfrm>
                  <a:off x="1115122" y="1025911"/>
                  <a:ext cx="156000" cy="156000"/>
                </a:xfrm>
                <a:prstGeom prst="ellipse">
                  <a:avLst/>
                </a:prstGeom>
                <a:solidFill>
                  <a:srgbClr val="0070C0"/>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493" name="Google Shape;493;p58"/>
                <p:cNvCxnSpPr>
                  <a:stCxn id="489" idx="6"/>
                  <a:endCxn id="490" idx="2"/>
                </p:cNvCxnSpPr>
                <p:nvPr/>
              </p:nvCxnSpPr>
              <p:spPr>
                <a:xfrm>
                  <a:off x="813922" y="724771"/>
                  <a:ext cx="301200" cy="0"/>
                </a:xfrm>
                <a:prstGeom prst="straightConnector1">
                  <a:avLst/>
                </a:prstGeom>
                <a:noFill/>
                <a:ln cap="flat" cmpd="sng" w="57150">
                  <a:solidFill>
                    <a:schemeClr val="dk1"/>
                  </a:solidFill>
                  <a:prstDash val="solid"/>
                  <a:round/>
                  <a:headEnd len="sm" w="sm" type="none"/>
                  <a:tailEnd len="sm" w="sm" type="none"/>
                </a:ln>
              </p:spPr>
            </p:cxnSp>
            <p:cxnSp>
              <p:nvCxnSpPr>
                <p:cNvPr id="494" name="Google Shape;494;p58"/>
                <p:cNvCxnSpPr/>
                <p:nvPr/>
              </p:nvCxnSpPr>
              <p:spPr>
                <a:xfrm>
                  <a:off x="814039" y="1103969"/>
                  <a:ext cx="301200" cy="0"/>
                </a:xfrm>
                <a:prstGeom prst="straightConnector1">
                  <a:avLst/>
                </a:prstGeom>
                <a:noFill/>
                <a:ln cap="flat" cmpd="sng" w="69850">
                  <a:solidFill>
                    <a:schemeClr val="dk1"/>
                  </a:solidFill>
                  <a:prstDash val="solid"/>
                  <a:round/>
                  <a:headEnd len="sm" w="sm" type="none"/>
                  <a:tailEnd len="sm" w="sm" type="none"/>
                </a:ln>
              </p:spPr>
            </p:cxnSp>
            <p:cxnSp>
              <p:nvCxnSpPr>
                <p:cNvPr id="495" name="Google Shape;495;p58"/>
                <p:cNvCxnSpPr/>
                <p:nvPr/>
              </p:nvCxnSpPr>
              <p:spPr>
                <a:xfrm>
                  <a:off x="1185744" y="802887"/>
                  <a:ext cx="3600" cy="222900"/>
                </a:xfrm>
                <a:prstGeom prst="straightConnector1">
                  <a:avLst/>
                </a:prstGeom>
                <a:noFill/>
                <a:ln cap="flat" cmpd="sng" w="57150">
                  <a:solidFill>
                    <a:schemeClr val="dk1"/>
                  </a:solidFill>
                  <a:prstDash val="solid"/>
                  <a:round/>
                  <a:headEnd len="sm" w="sm" type="none"/>
                  <a:tailEnd len="sm" w="sm" type="none"/>
                </a:ln>
              </p:spPr>
            </p:cxnSp>
          </p:grpSp>
          <p:cxnSp>
            <p:nvCxnSpPr>
              <p:cNvPr id="496" name="Google Shape;496;p58"/>
              <p:cNvCxnSpPr>
                <a:endCxn id="492" idx="1"/>
              </p:cNvCxnSpPr>
              <p:nvPr/>
            </p:nvCxnSpPr>
            <p:spPr>
              <a:xfrm>
                <a:off x="894026" y="3771968"/>
                <a:ext cx="348300" cy="261600"/>
              </a:xfrm>
              <a:prstGeom prst="straightConnector1">
                <a:avLst/>
              </a:prstGeom>
              <a:noFill/>
              <a:ln cap="flat" cmpd="sng" w="57150">
                <a:solidFill>
                  <a:schemeClr val="dk1"/>
                </a:solidFill>
                <a:prstDash val="solid"/>
                <a:round/>
                <a:headEnd len="sm" w="sm" type="none"/>
                <a:tailEnd len="sm" w="sm" type="none"/>
              </a:ln>
            </p:spPr>
          </p:cxnSp>
        </p:grpSp>
        <p:cxnSp>
          <p:nvCxnSpPr>
            <p:cNvPr id="497" name="Google Shape;497;p58"/>
            <p:cNvCxnSpPr/>
            <p:nvPr/>
          </p:nvCxnSpPr>
          <p:spPr>
            <a:xfrm>
              <a:off x="208027" y="3886098"/>
              <a:ext cx="5700" cy="348900"/>
            </a:xfrm>
            <a:prstGeom prst="straightConnector1">
              <a:avLst/>
            </a:prstGeom>
            <a:noFill/>
            <a:ln cap="flat" cmpd="sng" w="57150">
              <a:solidFill>
                <a:schemeClr val="dk1"/>
              </a:solidFill>
              <a:prstDash val="solid"/>
              <a:round/>
              <a:headEnd len="sm" w="sm" type="none"/>
              <a:tailEnd len="sm" w="sm" type="none"/>
            </a:ln>
          </p:spPr>
        </p:cxnSp>
      </p:grpSp>
      <p:pic>
        <p:nvPicPr>
          <p:cNvPr id="498" name="Google Shape;498;p58"/>
          <p:cNvPicPr preferRelativeResize="0"/>
          <p:nvPr/>
        </p:nvPicPr>
        <p:blipFill rotWithShape="1">
          <a:blip r:embed="rId3">
            <a:alphaModFix/>
          </a:blip>
          <a:srcRect b="-9865" l="0" r="-9853" t="0"/>
          <a:stretch/>
        </p:blipFill>
        <p:spPr>
          <a:xfrm>
            <a:off x="429728" y="1742021"/>
            <a:ext cx="268264" cy="241437"/>
          </a:xfrm>
          <a:prstGeom prst="rect">
            <a:avLst/>
          </a:prstGeom>
          <a:noFill/>
          <a:ln>
            <a:noFill/>
          </a:ln>
        </p:spPr>
      </p:pic>
      <p:grpSp>
        <p:nvGrpSpPr>
          <p:cNvPr id="499" name="Google Shape;499;p58"/>
          <p:cNvGrpSpPr/>
          <p:nvPr/>
        </p:nvGrpSpPr>
        <p:grpSpPr>
          <a:xfrm>
            <a:off x="365754" y="2096481"/>
            <a:ext cx="590994" cy="892487"/>
            <a:chOff x="93199" y="3636975"/>
            <a:chExt cx="1268228" cy="1718304"/>
          </a:xfrm>
        </p:grpSpPr>
        <p:grpSp>
          <p:nvGrpSpPr>
            <p:cNvPr id="500" name="Google Shape;500;p58"/>
            <p:cNvGrpSpPr/>
            <p:nvPr/>
          </p:nvGrpSpPr>
          <p:grpSpPr>
            <a:xfrm>
              <a:off x="93199" y="3636975"/>
              <a:ext cx="1268228" cy="1718304"/>
              <a:chOff x="762280" y="3631582"/>
              <a:chExt cx="811147" cy="1099011"/>
            </a:xfrm>
          </p:grpSpPr>
          <p:cxnSp>
            <p:nvCxnSpPr>
              <p:cNvPr id="501" name="Google Shape;501;p58"/>
              <p:cNvCxnSpPr/>
              <p:nvPr/>
            </p:nvCxnSpPr>
            <p:spPr>
              <a:xfrm>
                <a:off x="1245779" y="4006723"/>
                <a:ext cx="253200" cy="534000"/>
              </a:xfrm>
              <a:prstGeom prst="straightConnector1">
                <a:avLst/>
              </a:prstGeom>
              <a:noFill/>
              <a:ln cap="flat" cmpd="sng" w="57150">
                <a:solidFill>
                  <a:schemeClr val="dk1"/>
                </a:solidFill>
                <a:prstDash val="solid"/>
                <a:round/>
                <a:headEnd len="sm" w="sm" type="none"/>
                <a:tailEnd len="sm" w="sm" type="none"/>
              </a:ln>
            </p:spPr>
          </p:cxnSp>
          <p:grpSp>
            <p:nvGrpSpPr>
              <p:cNvPr id="502" name="Google Shape;502;p58"/>
              <p:cNvGrpSpPr/>
              <p:nvPr/>
            </p:nvGrpSpPr>
            <p:grpSpPr>
              <a:xfrm>
                <a:off x="762280" y="3631582"/>
                <a:ext cx="613200" cy="535141"/>
                <a:chOff x="657922" y="646771"/>
                <a:chExt cx="613200" cy="535141"/>
              </a:xfrm>
            </p:grpSpPr>
            <p:sp>
              <p:nvSpPr>
                <p:cNvPr id="503" name="Google Shape;503;p58"/>
                <p:cNvSpPr/>
                <p:nvPr/>
              </p:nvSpPr>
              <p:spPr>
                <a:xfrm>
                  <a:off x="657922" y="646771"/>
                  <a:ext cx="156000" cy="156000"/>
                </a:xfrm>
                <a:prstGeom prst="ellipse">
                  <a:avLst/>
                </a:prstGeom>
                <a:solidFill>
                  <a:srgbClr val="0070C0"/>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04" name="Google Shape;504;p58"/>
                <p:cNvSpPr/>
                <p:nvPr/>
              </p:nvSpPr>
              <p:spPr>
                <a:xfrm>
                  <a:off x="1115122" y="646771"/>
                  <a:ext cx="156000" cy="156000"/>
                </a:xfrm>
                <a:prstGeom prst="ellipse">
                  <a:avLst/>
                </a:prstGeom>
                <a:solidFill>
                  <a:srgbClr val="FFC000"/>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05" name="Google Shape;505;p58"/>
                <p:cNvSpPr/>
                <p:nvPr/>
              </p:nvSpPr>
              <p:spPr>
                <a:xfrm>
                  <a:off x="661639" y="1025912"/>
                  <a:ext cx="156000" cy="156000"/>
                </a:xfrm>
                <a:prstGeom prst="ellipse">
                  <a:avLst/>
                </a:prstGeom>
                <a:solidFill>
                  <a:srgbClr val="00B050"/>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06" name="Google Shape;506;p58"/>
                <p:cNvSpPr/>
                <p:nvPr/>
              </p:nvSpPr>
              <p:spPr>
                <a:xfrm>
                  <a:off x="1115122" y="1025911"/>
                  <a:ext cx="156000" cy="156000"/>
                </a:xfrm>
                <a:prstGeom prst="ellipse">
                  <a:avLst/>
                </a:prstGeom>
                <a:solidFill>
                  <a:srgbClr val="C00000"/>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507" name="Google Shape;507;p58"/>
                <p:cNvCxnSpPr>
                  <a:stCxn id="503" idx="6"/>
                  <a:endCxn id="504" idx="2"/>
                </p:cNvCxnSpPr>
                <p:nvPr/>
              </p:nvCxnSpPr>
              <p:spPr>
                <a:xfrm>
                  <a:off x="813922" y="724771"/>
                  <a:ext cx="301200" cy="0"/>
                </a:xfrm>
                <a:prstGeom prst="straightConnector1">
                  <a:avLst/>
                </a:prstGeom>
                <a:noFill/>
                <a:ln cap="flat" cmpd="sng" w="57150">
                  <a:solidFill>
                    <a:schemeClr val="dk1"/>
                  </a:solidFill>
                  <a:prstDash val="solid"/>
                  <a:round/>
                  <a:headEnd len="sm" w="sm" type="none"/>
                  <a:tailEnd len="sm" w="sm" type="none"/>
                </a:ln>
              </p:spPr>
            </p:cxnSp>
            <p:cxnSp>
              <p:nvCxnSpPr>
                <p:cNvPr id="508" name="Google Shape;508;p58"/>
                <p:cNvCxnSpPr/>
                <p:nvPr/>
              </p:nvCxnSpPr>
              <p:spPr>
                <a:xfrm>
                  <a:off x="814039" y="1103969"/>
                  <a:ext cx="301200" cy="0"/>
                </a:xfrm>
                <a:prstGeom prst="straightConnector1">
                  <a:avLst/>
                </a:prstGeom>
                <a:noFill/>
                <a:ln cap="flat" cmpd="sng" w="69850">
                  <a:solidFill>
                    <a:schemeClr val="dk1"/>
                  </a:solidFill>
                  <a:prstDash val="solid"/>
                  <a:round/>
                  <a:headEnd len="sm" w="sm" type="none"/>
                  <a:tailEnd len="sm" w="sm" type="none"/>
                </a:ln>
              </p:spPr>
            </p:cxnSp>
            <p:cxnSp>
              <p:nvCxnSpPr>
                <p:cNvPr id="509" name="Google Shape;509;p58"/>
                <p:cNvCxnSpPr/>
                <p:nvPr/>
              </p:nvCxnSpPr>
              <p:spPr>
                <a:xfrm>
                  <a:off x="1185744" y="802887"/>
                  <a:ext cx="3600" cy="222900"/>
                </a:xfrm>
                <a:prstGeom prst="straightConnector1">
                  <a:avLst/>
                </a:prstGeom>
                <a:noFill/>
                <a:ln cap="flat" cmpd="sng" w="57150">
                  <a:solidFill>
                    <a:schemeClr val="dk1"/>
                  </a:solidFill>
                  <a:prstDash val="solid"/>
                  <a:round/>
                  <a:headEnd len="sm" w="sm" type="none"/>
                  <a:tailEnd len="sm" w="sm" type="none"/>
                </a:ln>
              </p:spPr>
            </p:cxnSp>
          </p:grpSp>
          <p:cxnSp>
            <p:nvCxnSpPr>
              <p:cNvPr id="510" name="Google Shape;510;p58"/>
              <p:cNvCxnSpPr>
                <a:endCxn id="506" idx="1"/>
              </p:cNvCxnSpPr>
              <p:nvPr/>
            </p:nvCxnSpPr>
            <p:spPr>
              <a:xfrm>
                <a:off x="894026" y="3771968"/>
                <a:ext cx="348300" cy="261600"/>
              </a:xfrm>
              <a:prstGeom prst="straightConnector1">
                <a:avLst/>
              </a:prstGeom>
              <a:noFill/>
              <a:ln cap="flat" cmpd="sng" w="57150">
                <a:solidFill>
                  <a:schemeClr val="dk1"/>
                </a:solidFill>
                <a:prstDash val="solid"/>
                <a:round/>
                <a:headEnd len="sm" w="sm" type="none"/>
                <a:tailEnd len="sm" w="sm" type="none"/>
              </a:ln>
            </p:spPr>
          </p:cxnSp>
          <p:sp>
            <p:nvSpPr>
              <p:cNvPr id="511" name="Google Shape;511;p58"/>
              <p:cNvSpPr/>
              <p:nvPr/>
            </p:nvSpPr>
            <p:spPr>
              <a:xfrm>
                <a:off x="1417427" y="4411604"/>
                <a:ext cx="156000" cy="156000"/>
              </a:xfrm>
              <a:prstGeom prst="ellipse">
                <a:avLst/>
              </a:prstGeom>
              <a:solidFill>
                <a:srgbClr val="7030A0"/>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12" name="Google Shape;512;p58"/>
              <p:cNvSpPr/>
              <p:nvPr/>
            </p:nvSpPr>
            <p:spPr>
              <a:xfrm>
                <a:off x="985022" y="4574593"/>
                <a:ext cx="156000" cy="156000"/>
              </a:xfrm>
              <a:prstGeom prst="ellipse">
                <a:avLst/>
              </a:prstGeom>
              <a:solidFill>
                <a:srgbClr val="EB64ED"/>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513" name="Google Shape;513;p58"/>
              <p:cNvCxnSpPr>
                <a:stCxn id="512" idx="0"/>
                <a:endCxn id="506" idx="3"/>
              </p:cNvCxnSpPr>
              <p:nvPr/>
            </p:nvCxnSpPr>
            <p:spPr>
              <a:xfrm flipH="1" rot="10800000">
                <a:off x="1063022" y="4143793"/>
                <a:ext cx="179400" cy="430800"/>
              </a:xfrm>
              <a:prstGeom prst="straightConnector1">
                <a:avLst/>
              </a:prstGeom>
              <a:noFill/>
              <a:ln cap="flat" cmpd="sng" w="57150">
                <a:solidFill>
                  <a:schemeClr val="dk1"/>
                </a:solidFill>
                <a:prstDash val="solid"/>
                <a:round/>
                <a:headEnd len="sm" w="sm" type="none"/>
                <a:tailEnd len="sm" w="sm" type="none"/>
              </a:ln>
            </p:spPr>
          </p:cxnSp>
        </p:grpSp>
        <p:cxnSp>
          <p:nvCxnSpPr>
            <p:cNvPr id="514" name="Google Shape;514;p58"/>
            <p:cNvCxnSpPr/>
            <p:nvPr/>
          </p:nvCxnSpPr>
          <p:spPr>
            <a:xfrm>
              <a:off x="208027" y="3886098"/>
              <a:ext cx="5700" cy="348900"/>
            </a:xfrm>
            <a:prstGeom prst="straightConnector1">
              <a:avLst/>
            </a:prstGeom>
            <a:noFill/>
            <a:ln cap="flat" cmpd="sng" w="57150">
              <a:solidFill>
                <a:schemeClr val="dk1"/>
              </a:solidFill>
              <a:prstDash val="solid"/>
              <a:round/>
              <a:headEnd len="sm" w="sm" type="none"/>
              <a:tailEnd len="sm" w="sm" type="none"/>
            </a:ln>
          </p:spPr>
        </p:cxnSp>
      </p:grpSp>
      <p:pic>
        <p:nvPicPr>
          <p:cNvPr id="515" name="Google Shape;515;p58"/>
          <p:cNvPicPr preferRelativeResize="0"/>
          <p:nvPr/>
        </p:nvPicPr>
        <p:blipFill rotWithShape="1">
          <a:blip r:embed="rId4">
            <a:alphaModFix/>
          </a:blip>
          <a:srcRect b="0" l="0" r="0" t="0"/>
          <a:stretch/>
        </p:blipFill>
        <p:spPr>
          <a:xfrm>
            <a:off x="419257" y="3088325"/>
            <a:ext cx="313051" cy="250441"/>
          </a:xfrm>
          <a:prstGeom prst="rect">
            <a:avLst/>
          </a:prstGeom>
          <a:noFill/>
          <a:ln>
            <a:noFill/>
          </a:ln>
        </p:spPr>
      </p:pic>
      <p:sp>
        <p:nvSpPr>
          <p:cNvPr id="516" name="Google Shape;516;p58"/>
          <p:cNvSpPr/>
          <p:nvPr/>
        </p:nvSpPr>
        <p:spPr>
          <a:xfrm>
            <a:off x="1079436" y="1197140"/>
            <a:ext cx="471600" cy="244200"/>
          </a:xfrm>
          <a:prstGeom prst="stripedRightArrow">
            <a:avLst>
              <a:gd fmla="val 50000" name="adj1"/>
              <a:gd fmla="val 50000" name="adj2"/>
            </a:avLst>
          </a:prstGeom>
          <a:solidFill>
            <a:schemeClr val="dk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17" name="Google Shape;517;p58"/>
          <p:cNvSpPr/>
          <p:nvPr/>
        </p:nvSpPr>
        <p:spPr>
          <a:xfrm>
            <a:off x="1079436" y="2268431"/>
            <a:ext cx="471600" cy="244200"/>
          </a:xfrm>
          <a:prstGeom prst="stripedRightArrow">
            <a:avLst>
              <a:gd fmla="val 50000" name="adj1"/>
              <a:gd fmla="val 50000" name="adj2"/>
            </a:avLst>
          </a:prstGeom>
          <a:solidFill>
            <a:schemeClr val="dk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18" name="Google Shape;518;p58"/>
          <p:cNvSpPr/>
          <p:nvPr/>
        </p:nvSpPr>
        <p:spPr>
          <a:xfrm>
            <a:off x="1639707" y="1200285"/>
            <a:ext cx="835500" cy="279600"/>
          </a:xfrm>
          <a:prstGeom prst="rect">
            <a:avLst/>
          </a:prstGeom>
          <a:solidFill>
            <a:srgbClr val="93B3D7">
              <a:alpha val="16860"/>
            </a:srgbClr>
          </a:solidFill>
          <a:ln cap="flat" cmpd="sng" w="34925">
            <a:solidFill>
              <a:srgbClr val="00206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1800">
                <a:solidFill>
                  <a:schemeClr val="dk1"/>
                </a:solidFill>
                <a:latin typeface="Arial"/>
                <a:ea typeface="Arial"/>
                <a:cs typeface="Arial"/>
                <a:sym typeface="Arial"/>
              </a:rPr>
              <a:t>GNN</a:t>
            </a:r>
            <a:endParaRPr/>
          </a:p>
        </p:txBody>
      </p:sp>
      <p:sp>
        <p:nvSpPr>
          <p:cNvPr id="519" name="Google Shape;519;p58"/>
          <p:cNvSpPr/>
          <p:nvPr/>
        </p:nvSpPr>
        <p:spPr>
          <a:xfrm>
            <a:off x="1621631" y="2228850"/>
            <a:ext cx="833400" cy="270900"/>
          </a:xfrm>
          <a:prstGeom prst="rect">
            <a:avLst/>
          </a:prstGeom>
          <a:solidFill>
            <a:srgbClr val="93B3D7">
              <a:alpha val="16860"/>
            </a:srgbClr>
          </a:solidFill>
          <a:ln cap="flat" cmpd="sng" w="34925">
            <a:solidFill>
              <a:srgbClr val="00206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1800">
                <a:solidFill>
                  <a:schemeClr val="dk1"/>
                </a:solidFill>
                <a:latin typeface="Arial"/>
                <a:ea typeface="Arial"/>
                <a:cs typeface="Arial"/>
                <a:sym typeface="Arial"/>
              </a:rPr>
              <a:t>GNN</a:t>
            </a:r>
            <a:endParaRPr/>
          </a:p>
        </p:txBody>
      </p:sp>
      <p:grpSp>
        <p:nvGrpSpPr>
          <p:cNvPr id="520" name="Google Shape;520;p58"/>
          <p:cNvGrpSpPr/>
          <p:nvPr/>
        </p:nvGrpSpPr>
        <p:grpSpPr>
          <a:xfrm>
            <a:off x="3075342" y="847929"/>
            <a:ext cx="1336397" cy="1042230"/>
            <a:chOff x="7235616" y="365356"/>
            <a:chExt cx="2935200" cy="2693100"/>
          </a:xfrm>
        </p:grpSpPr>
        <p:sp>
          <p:nvSpPr>
            <p:cNvPr id="521" name="Google Shape;521;p58"/>
            <p:cNvSpPr/>
            <p:nvPr/>
          </p:nvSpPr>
          <p:spPr>
            <a:xfrm rot="-2268125">
              <a:off x="7358948" y="1050468"/>
              <a:ext cx="2688536" cy="1322876"/>
            </a:xfrm>
            <a:prstGeom prst="ellipse">
              <a:avLst/>
            </a:prstGeom>
            <a:solidFill>
              <a:schemeClr val="accent1">
                <a:alpha val="2471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22" name="Google Shape;522;p58"/>
            <p:cNvSpPr/>
            <p:nvPr/>
          </p:nvSpPr>
          <p:spPr>
            <a:xfrm>
              <a:off x="7932243" y="1672937"/>
              <a:ext cx="347700" cy="356700"/>
            </a:xfrm>
            <a:prstGeom prst="ellipse">
              <a:avLst/>
            </a:prstGeom>
            <a:solidFill>
              <a:srgbClr val="0070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23" name="Google Shape;523;p58"/>
            <p:cNvSpPr/>
            <p:nvPr/>
          </p:nvSpPr>
          <p:spPr>
            <a:xfrm>
              <a:off x="8073867" y="1623208"/>
              <a:ext cx="347700" cy="356700"/>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24" name="Google Shape;524;p58"/>
            <p:cNvSpPr/>
            <p:nvPr/>
          </p:nvSpPr>
          <p:spPr>
            <a:xfrm>
              <a:off x="8703074" y="997523"/>
              <a:ext cx="347700" cy="356700"/>
            </a:xfrm>
            <a:prstGeom prst="ellipse">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25" name="Google Shape;525;p58"/>
            <p:cNvSpPr/>
            <p:nvPr/>
          </p:nvSpPr>
          <p:spPr>
            <a:xfrm>
              <a:off x="8858410" y="959084"/>
              <a:ext cx="347700" cy="356700"/>
            </a:xfrm>
            <a:prstGeom prst="ellipse">
              <a:avLst/>
            </a:prstGeom>
            <a:solidFill>
              <a:srgbClr val="FFC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26" name="Google Shape;526;p58"/>
            <p:cNvSpPr/>
            <p:nvPr/>
          </p:nvSpPr>
          <p:spPr>
            <a:xfrm>
              <a:off x="9085947" y="1516479"/>
              <a:ext cx="347700" cy="356700"/>
            </a:xfrm>
            <a:prstGeom prst="ellipse">
              <a:avLst/>
            </a:prstGeom>
            <a:solidFill>
              <a:srgbClr val="C00000">
                <a:alpha val="1882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27" name="Google Shape;527;p58"/>
            <p:cNvSpPr/>
            <p:nvPr/>
          </p:nvSpPr>
          <p:spPr>
            <a:xfrm>
              <a:off x="9206073" y="1409753"/>
              <a:ext cx="347700" cy="356700"/>
            </a:xfrm>
            <a:prstGeom prst="ellipse">
              <a:avLst/>
            </a:prstGeom>
            <a:solidFill>
              <a:srgbClr val="C00000">
                <a:alpha val="1882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28" name="Google Shape;528;p58"/>
            <p:cNvSpPr/>
            <p:nvPr/>
          </p:nvSpPr>
          <p:spPr>
            <a:xfrm>
              <a:off x="7758411" y="2230335"/>
              <a:ext cx="347700" cy="356700"/>
            </a:xfrm>
            <a:prstGeom prst="ellipse">
              <a:avLst/>
            </a:prstGeom>
            <a:solidFill>
              <a:srgbClr val="E0B2B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529" name="Google Shape;529;p58"/>
          <p:cNvGrpSpPr/>
          <p:nvPr/>
        </p:nvGrpSpPr>
        <p:grpSpPr>
          <a:xfrm>
            <a:off x="3175379" y="1792718"/>
            <a:ext cx="1262136" cy="1049501"/>
            <a:chOff x="7235616" y="365356"/>
            <a:chExt cx="2935200" cy="2693100"/>
          </a:xfrm>
        </p:grpSpPr>
        <p:sp>
          <p:nvSpPr>
            <p:cNvPr id="530" name="Google Shape;530;p58"/>
            <p:cNvSpPr/>
            <p:nvPr/>
          </p:nvSpPr>
          <p:spPr>
            <a:xfrm rot="-2268125">
              <a:off x="7358948" y="1050468"/>
              <a:ext cx="2688536" cy="1322876"/>
            </a:xfrm>
            <a:prstGeom prst="ellipse">
              <a:avLst/>
            </a:prstGeom>
            <a:solidFill>
              <a:schemeClr val="accent1">
                <a:alpha val="2471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31" name="Google Shape;531;p58"/>
            <p:cNvSpPr/>
            <p:nvPr/>
          </p:nvSpPr>
          <p:spPr>
            <a:xfrm>
              <a:off x="7932243" y="1672937"/>
              <a:ext cx="347700" cy="356700"/>
            </a:xfrm>
            <a:prstGeom prst="ellipse">
              <a:avLst/>
            </a:prstGeom>
            <a:solidFill>
              <a:srgbClr val="0070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32" name="Google Shape;532;p58"/>
            <p:cNvSpPr/>
            <p:nvPr/>
          </p:nvSpPr>
          <p:spPr>
            <a:xfrm>
              <a:off x="8073867" y="1623208"/>
              <a:ext cx="347700" cy="356700"/>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33" name="Google Shape;533;p58"/>
            <p:cNvSpPr/>
            <p:nvPr/>
          </p:nvSpPr>
          <p:spPr>
            <a:xfrm>
              <a:off x="8703074" y="997523"/>
              <a:ext cx="347700" cy="356700"/>
            </a:xfrm>
            <a:prstGeom prst="ellipse">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34" name="Google Shape;534;p58"/>
            <p:cNvSpPr/>
            <p:nvPr/>
          </p:nvSpPr>
          <p:spPr>
            <a:xfrm>
              <a:off x="8858410" y="959084"/>
              <a:ext cx="347700" cy="356700"/>
            </a:xfrm>
            <a:prstGeom prst="ellipse">
              <a:avLst/>
            </a:prstGeom>
            <a:solidFill>
              <a:srgbClr val="FFC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35" name="Google Shape;535;p58"/>
            <p:cNvSpPr/>
            <p:nvPr/>
          </p:nvSpPr>
          <p:spPr>
            <a:xfrm>
              <a:off x="9085947" y="1516479"/>
              <a:ext cx="347700" cy="356700"/>
            </a:xfrm>
            <a:prstGeom prst="ellipse">
              <a:avLst/>
            </a:prstGeom>
            <a:solidFill>
              <a:srgbClr val="EB64ED">
                <a:alpha val="1882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36" name="Google Shape;536;p58"/>
            <p:cNvSpPr/>
            <p:nvPr/>
          </p:nvSpPr>
          <p:spPr>
            <a:xfrm>
              <a:off x="9206073" y="1409753"/>
              <a:ext cx="347700" cy="356700"/>
            </a:xfrm>
            <a:prstGeom prst="ellipse">
              <a:avLst/>
            </a:prstGeom>
            <a:solidFill>
              <a:srgbClr val="7030A0">
                <a:alpha val="1882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37" name="Google Shape;537;p58"/>
            <p:cNvSpPr/>
            <p:nvPr/>
          </p:nvSpPr>
          <p:spPr>
            <a:xfrm>
              <a:off x="7758411" y="2230335"/>
              <a:ext cx="347700" cy="356700"/>
            </a:xfrm>
            <a:prstGeom prst="ellipse">
              <a:avLst/>
            </a:prstGeom>
            <a:solidFill>
              <a:srgbClr val="E0B2B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538" name="Google Shape;538;p58"/>
          <p:cNvSpPr/>
          <p:nvPr/>
        </p:nvSpPr>
        <p:spPr>
          <a:xfrm>
            <a:off x="2623458" y="1228466"/>
            <a:ext cx="471600" cy="244200"/>
          </a:xfrm>
          <a:prstGeom prst="stripedRightArrow">
            <a:avLst>
              <a:gd fmla="val 50000" name="adj1"/>
              <a:gd fmla="val 50000" name="adj2"/>
            </a:avLst>
          </a:prstGeom>
          <a:solidFill>
            <a:schemeClr val="dk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39" name="Google Shape;539;p58"/>
          <p:cNvSpPr/>
          <p:nvPr/>
        </p:nvSpPr>
        <p:spPr>
          <a:xfrm>
            <a:off x="2578765" y="2224860"/>
            <a:ext cx="471600" cy="244200"/>
          </a:xfrm>
          <a:prstGeom prst="stripedRightArrow">
            <a:avLst>
              <a:gd fmla="val 50000" name="adj1"/>
              <a:gd fmla="val 50000" name="adj2"/>
            </a:avLst>
          </a:prstGeom>
          <a:solidFill>
            <a:schemeClr val="dk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40" name="Google Shape;540;p58"/>
          <p:cNvSpPr txBox="1"/>
          <p:nvPr/>
        </p:nvSpPr>
        <p:spPr>
          <a:xfrm>
            <a:off x="1089931" y="2773298"/>
            <a:ext cx="2083800" cy="954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 sz="1400">
                <a:solidFill>
                  <a:srgbClr val="0070C0"/>
                </a:solidFill>
                <a:latin typeface="Arial"/>
                <a:ea typeface="Arial"/>
                <a:cs typeface="Arial"/>
                <a:sym typeface="Arial"/>
              </a:rPr>
              <a:t>GNNs compress node neighborhood topological information </a:t>
            </a:r>
            <a:endParaRPr b="1" sz="1400">
              <a:solidFill>
                <a:srgbClr val="0070C0"/>
              </a:solidFill>
              <a:latin typeface="Arial"/>
              <a:ea typeface="Arial"/>
              <a:cs typeface="Arial"/>
              <a:sym typeface="Arial"/>
            </a:endParaRPr>
          </a:p>
        </p:txBody>
      </p:sp>
      <p:sp>
        <p:nvSpPr>
          <p:cNvPr id="541" name="Google Shape;541;p58"/>
          <p:cNvSpPr txBox="1"/>
          <p:nvPr/>
        </p:nvSpPr>
        <p:spPr>
          <a:xfrm>
            <a:off x="3252814" y="2771560"/>
            <a:ext cx="16710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400">
                <a:solidFill>
                  <a:srgbClr val="0070C0"/>
                </a:solidFill>
                <a:latin typeface="Arial"/>
                <a:ea typeface="Arial"/>
                <a:cs typeface="Arial"/>
                <a:sym typeface="Arial"/>
              </a:rPr>
              <a:t>Node embedding</a:t>
            </a:r>
            <a:endParaRPr/>
          </a:p>
          <a:p>
            <a:pPr indent="0" lvl="0" marL="0" marR="0" rtl="0" algn="ctr">
              <a:spcBef>
                <a:spcPts val="0"/>
              </a:spcBef>
              <a:spcAft>
                <a:spcPts val="0"/>
              </a:spcAft>
              <a:buNone/>
            </a:pPr>
            <a:r>
              <a:rPr b="1" lang="en" sz="1400">
                <a:solidFill>
                  <a:srgbClr val="0070C0"/>
                </a:solidFill>
                <a:latin typeface="Arial"/>
                <a:ea typeface="Arial"/>
                <a:cs typeface="Arial"/>
                <a:sym typeface="Arial"/>
              </a:rPr>
              <a:t> space</a:t>
            </a:r>
            <a:endParaRPr b="1" sz="1400">
              <a:solidFill>
                <a:schemeClr val="dk1"/>
              </a:solidFill>
              <a:latin typeface="Arial"/>
              <a:ea typeface="Arial"/>
              <a:cs typeface="Arial"/>
              <a:sym typeface="Arial"/>
            </a:endParaRPr>
          </a:p>
        </p:txBody>
      </p:sp>
      <p:sp>
        <p:nvSpPr>
          <p:cNvPr id="542" name="Google Shape;542;p58"/>
          <p:cNvSpPr/>
          <p:nvPr/>
        </p:nvSpPr>
        <p:spPr>
          <a:xfrm>
            <a:off x="5058497" y="1385825"/>
            <a:ext cx="2609700" cy="681900"/>
          </a:xfrm>
          <a:prstGeom prst="rect">
            <a:avLst/>
          </a:prstGeom>
          <a:solidFill>
            <a:srgbClr val="93B3D7">
              <a:alpha val="16860"/>
            </a:srgbClr>
          </a:solidFill>
          <a:ln cap="flat" cmpd="sng" w="34925">
            <a:solidFill>
              <a:srgbClr val="00206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1800">
                <a:solidFill>
                  <a:schemeClr val="dk1"/>
                </a:solidFill>
                <a:latin typeface="Arial"/>
                <a:ea typeface="Arial"/>
                <a:cs typeface="Arial"/>
                <a:sym typeface="Arial"/>
              </a:rPr>
              <a:t>Linear Assignment Program (LAP)</a:t>
            </a:r>
            <a:endParaRPr/>
          </a:p>
        </p:txBody>
      </p:sp>
      <p:sp>
        <p:nvSpPr>
          <p:cNvPr id="543" name="Google Shape;543;p58"/>
          <p:cNvSpPr/>
          <p:nvPr/>
        </p:nvSpPr>
        <p:spPr>
          <a:xfrm rot="1207620">
            <a:off x="4333721" y="1236383"/>
            <a:ext cx="693980" cy="211172"/>
          </a:xfrm>
          <a:prstGeom prst="stripedRightArrow">
            <a:avLst>
              <a:gd fmla="val 50000" name="adj1"/>
              <a:gd fmla="val 50000" name="adj2"/>
            </a:avLst>
          </a:prstGeom>
          <a:solidFill>
            <a:schemeClr val="dk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44" name="Google Shape;544;p58"/>
          <p:cNvSpPr/>
          <p:nvPr/>
        </p:nvSpPr>
        <p:spPr>
          <a:xfrm rot="-1136643">
            <a:off x="4304520" y="1869404"/>
            <a:ext cx="693989" cy="211281"/>
          </a:xfrm>
          <a:prstGeom prst="stripedRightArrow">
            <a:avLst>
              <a:gd fmla="val 50000" name="adj1"/>
              <a:gd fmla="val 50000" name="adj2"/>
            </a:avLst>
          </a:prstGeom>
          <a:solidFill>
            <a:schemeClr val="dk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45" name="Google Shape;545;p58"/>
          <p:cNvSpPr txBox="1"/>
          <p:nvPr/>
        </p:nvSpPr>
        <p:spPr>
          <a:xfrm>
            <a:off x="1972375" y="828300"/>
            <a:ext cx="1609800" cy="425100"/>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800">
                <a:latin typeface="Arial"/>
                <a:ea typeface="Arial"/>
                <a:cs typeface="Arial"/>
                <a:sym typeface="Arial"/>
              </a:rPr>
              <a:t> </a:t>
            </a:r>
            <a:endParaRPr/>
          </a:p>
        </p:txBody>
      </p:sp>
      <p:sp>
        <p:nvSpPr>
          <p:cNvPr id="546" name="Google Shape;546;p58"/>
          <p:cNvSpPr txBox="1"/>
          <p:nvPr/>
        </p:nvSpPr>
        <p:spPr>
          <a:xfrm>
            <a:off x="2021150" y="1785625"/>
            <a:ext cx="1560300" cy="425100"/>
          </a:xfrm>
          <a:prstGeom prst="rect">
            <a:avLst/>
          </a:pr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800">
                <a:latin typeface="Arial"/>
                <a:ea typeface="Arial"/>
                <a:cs typeface="Arial"/>
                <a:sym typeface="Arial"/>
              </a:rPr>
              <a:t> </a:t>
            </a:r>
            <a:endParaRPr/>
          </a:p>
        </p:txBody>
      </p:sp>
      <p:sp>
        <p:nvSpPr>
          <p:cNvPr id="547" name="Google Shape;547;p58"/>
          <p:cNvSpPr/>
          <p:nvPr/>
        </p:nvSpPr>
        <p:spPr>
          <a:xfrm>
            <a:off x="4211960" y="4011910"/>
            <a:ext cx="782700" cy="681900"/>
          </a:xfrm>
          <a:prstGeom prst="stripedRightArrow">
            <a:avLst>
              <a:gd fmla="val 50000" name="adj1"/>
              <a:gd fmla="val 50000" name="adj2"/>
            </a:avLst>
          </a:prstGeom>
          <a:solidFill>
            <a:schemeClr val="accent1"/>
          </a:solidFill>
          <a:ln cap="flat" cmpd="sng" w="9525">
            <a:solidFill>
              <a:schemeClr val="dk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48" name="Google Shape;548;p58"/>
          <p:cNvSpPr/>
          <p:nvPr/>
        </p:nvSpPr>
        <p:spPr>
          <a:xfrm rot="5400000">
            <a:off x="6230324" y="2285970"/>
            <a:ext cx="471600" cy="244200"/>
          </a:xfrm>
          <a:prstGeom prst="stripedRightArrow">
            <a:avLst>
              <a:gd fmla="val 50000" name="adj1"/>
              <a:gd fmla="val 50000" name="adj2"/>
            </a:avLst>
          </a:prstGeom>
          <a:solidFill>
            <a:schemeClr val="dk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49" name="Google Shape;549;p58"/>
          <p:cNvSpPr txBox="1"/>
          <p:nvPr/>
        </p:nvSpPr>
        <p:spPr>
          <a:xfrm>
            <a:off x="6156176" y="2643758"/>
            <a:ext cx="6990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800">
                <a:solidFill>
                  <a:schemeClr val="dk1"/>
                </a:solidFill>
                <a:latin typeface="Arial"/>
                <a:ea typeface="Arial"/>
                <a:cs typeface="Arial"/>
                <a:sym typeface="Arial"/>
              </a:rPr>
              <a:t> </a:t>
            </a:r>
            <a:r>
              <a:rPr lang="en" sz="3200">
                <a:solidFill>
                  <a:schemeClr val="dk1"/>
                </a:solidFill>
              </a:rPr>
              <a:t>P</a:t>
            </a:r>
            <a:endParaRPr sz="1800">
              <a:solidFill>
                <a:schemeClr val="dk1"/>
              </a:solidFill>
              <a:latin typeface="Arial"/>
              <a:ea typeface="Arial"/>
              <a:cs typeface="Arial"/>
              <a:sym typeface="Arial"/>
            </a:endParaRPr>
          </a:p>
        </p:txBody>
      </p:sp>
      <p:pic>
        <p:nvPicPr>
          <p:cNvPr id="550" name="Google Shape;550;p58"/>
          <p:cNvPicPr preferRelativeResize="0"/>
          <p:nvPr/>
        </p:nvPicPr>
        <p:blipFill>
          <a:blip r:embed="rId7">
            <a:alphaModFix/>
          </a:blip>
          <a:stretch>
            <a:fillRect/>
          </a:stretch>
        </p:blipFill>
        <p:spPr>
          <a:xfrm>
            <a:off x="664450" y="3717600"/>
            <a:ext cx="3055450" cy="681900"/>
          </a:xfrm>
          <a:prstGeom prst="rect">
            <a:avLst/>
          </a:prstGeom>
          <a:noFill/>
          <a:ln>
            <a:noFill/>
          </a:ln>
        </p:spPr>
      </p:pic>
      <p:sp>
        <p:nvSpPr>
          <p:cNvPr id="551" name="Google Shape;551;p58"/>
          <p:cNvSpPr txBox="1"/>
          <p:nvPr/>
        </p:nvSpPr>
        <p:spPr>
          <a:xfrm>
            <a:off x="313750" y="4370900"/>
            <a:ext cx="3744300" cy="708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700">
                <a:solidFill>
                  <a:srgbClr val="FF0000"/>
                </a:solidFill>
              </a:rPr>
              <a:t>QAP</a:t>
            </a:r>
            <a:r>
              <a:rPr lang="en" sz="1700"/>
              <a:t> on graph adjacency matrices</a:t>
            </a:r>
            <a:endParaRPr sz="1700"/>
          </a:p>
          <a:p>
            <a:pPr indent="0" lvl="0" marL="0" rtl="0" algn="ctr">
              <a:spcBef>
                <a:spcPts val="0"/>
              </a:spcBef>
              <a:spcAft>
                <a:spcPts val="0"/>
              </a:spcAft>
              <a:buNone/>
            </a:pPr>
            <a:r>
              <a:rPr lang="en" sz="1700">
                <a:solidFill>
                  <a:srgbClr val="FF0000"/>
                </a:solidFill>
              </a:rPr>
              <a:t>Intractable!</a:t>
            </a:r>
            <a:endParaRPr sz="1700">
              <a:solidFill>
                <a:srgbClr val="FF0000"/>
              </a:solidFill>
            </a:endParaRPr>
          </a:p>
        </p:txBody>
      </p:sp>
      <p:pic>
        <p:nvPicPr>
          <p:cNvPr id="552" name="Google Shape;552;p58"/>
          <p:cNvPicPr preferRelativeResize="0"/>
          <p:nvPr/>
        </p:nvPicPr>
        <p:blipFill>
          <a:blip r:embed="rId8">
            <a:alphaModFix/>
          </a:blip>
          <a:stretch>
            <a:fillRect/>
          </a:stretch>
        </p:blipFill>
        <p:spPr>
          <a:xfrm>
            <a:off x="5665250" y="3717600"/>
            <a:ext cx="2818658" cy="708000"/>
          </a:xfrm>
          <a:prstGeom prst="rect">
            <a:avLst/>
          </a:prstGeom>
          <a:noFill/>
          <a:ln>
            <a:noFill/>
          </a:ln>
        </p:spPr>
      </p:pic>
      <p:sp>
        <p:nvSpPr>
          <p:cNvPr id="553" name="Google Shape;553;p58"/>
          <p:cNvSpPr txBox="1"/>
          <p:nvPr/>
        </p:nvSpPr>
        <p:spPr>
          <a:xfrm>
            <a:off x="5342950" y="4370900"/>
            <a:ext cx="3744300" cy="708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700">
                <a:solidFill>
                  <a:srgbClr val="00B050"/>
                </a:solidFill>
              </a:rPr>
              <a:t>LAP</a:t>
            </a:r>
            <a:r>
              <a:rPr lang="en" sz="1700"/>
              <a:t> on node embedding matrices</a:t>
            </a:r>
            <a:endParaRPr sz="1700"/>
          </a:p>
          <a:p>
            <a:pPr indent="0" lvl="0" marL="0" rtl="0" algn="ctr">
              <a:spcBef>
                <a:spcPts val="0"/>
              </a:spcBef>
              <a:spcAft>
                <a:spcPts val="0"/>
              </a:spcAft>
              <a:buNone/>
            </a:pPr>
            <a:r>
              <a:rPr lang="en" sz="1700">
                <a:solidFill>
                  <a:srgbClr val="00B050"/>
                </a:solidFill>
              </a:rPr>
              <a:t>Tractable!</a:t>
            </a:r>
            <a:endParaRPr sz="1700">
              <a:solidFill>
                <a:srgbClr val="00B050"/>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59"/>
          <p:cNvSpPr txBox="1"/>
          <p:nvPr/>
        </p:nvSpPr>
        <p:spPr>
          <a:xfrm>
            <a:off x="365760" y="1"/>
            <a:ext cx="8287200" cy="85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2800">
                <a:solidFill>
                  <a:schemeClr val="lt1"/>
                </a:solidFill>
              </a:rPr>
              <a:t>Handling Unequal Sized Sets: </a:t>
            </a:r>
            <a:endParaRPr b="1" sz="2950">
              <a:solidFill>
                <a:srgbClr val="FFFFFF"/>
              </a:solidFill>
            </a:endParaRPr>
          </a:p>
        </p:txBody>
      </p:sp>
      <p:pic>
        <p:nvPicPr>
          <p:cNvPr id="559" name="Google Shape;559;p59"/>
          <p:cNvPicPr preferRelativeResize="0"/>
          <p:nvPr/>
        </p:nvPicPr>
        <p:blipFill>
          <a:blip r:embed="rId3">
            <a:alphaModFix/>
          </a:blip>
          <a:stretch>
            <a:fillRect/>
          </a:stretch>
        </p:blipFill>
        <p:spPr>
          <a:xfrm>
            <a:off x="616000" y="1692875"/>
            <a:ext cx="7092550" cy="3323950"/>
          </a:xfrm>
          <a:prstGeom prst="rect">
            <a:avLst/>
          </a:prstGeom>
          <a:noFill/>
          <a:ln>
            <a:noFill/>
          </a:ln>
        </p:spPr>
      </p:pic>
      <p:sp>
        <p:nvSpPr>
          <p:cNvPr id="560" name="Google Shape;560;p59"/>
          <p:cNvSpPr txBox="1"/>
          <p:nvPr/>
        </p:nvSpPr>
        <p:spPr>
          <a:xfrm>
            <a:off x="1144875" y="930050"/>
            <a:ext cx="67272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In many applications, we want an injective mapping (optimal matching)</a:t>
            </a:r>
            <a:endParaRPr/>
          </a:p>
          <a:p>
            <a:pPr indent="0" lvl="0" marL="0" rtl="0" algn="l">
              <a:spcBef>
                <a:spcPts val="0"/>
              </a:spcBef>
              <a:spcAft>
                <a:spcPts val="0"/>
              </a:spcAft>
              <a:buNone/>
            </a:pPr>
            <a:r>
              <a:rPr lang="en"/>
              <a:t>Option 1 : Pad appropriately  </a:t>
            </a:r>
            <a:endParaRPr/>
          </a:p>
          <a:p>
            <a:pPr indent="0" lvl="0" marL="0" rtl="0" algn="l">
              <a:spcBef>
                <a:spcPts val="0"/>
              </a:spcBef>
              <a:spcAft>
                <a:spcPts val="0"/>
              </a:spcAft>
              <a:buNone/>
            </a:pPr>
            <a:r>
              <a:rPr lang="en"/>
              <a:t>Option 2 : (For GED) </a:t>
            </a:r>
            <a:endParaRPr/>
          </a:p>
        </p:txBody>
      </p:sp>
      <p:sp>
        <p:nvSpPr>
          <p:cNvPr id="561" name="Google Shape;561;p59"/>
          <p:cNvSpPr txBox="1"/>
          <p:nvPr/>
        </p:nvSpPr>
        <p:spPr>
          <a:xfrm>
            <a:off x="7711000" y="3406725"/>
            <a:ext cx="1181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Image from :</a:t>
            </a:r>
            <a:endParaRPr/>
          </a:p>
          <a:p>
            <a:pPr indent="0" lvl="0" marL="0" rtl="0" algn="l">
              <a:spcBef>
                <a:spcPts val="0"/>
              </a:spcBef>
              <a:spcAft>
                <a:spcPts val="0"/>
              </a:spcAft>
              <a:buNone/>
            </a:pPr>
            <a:r>
              <a:rPr lang="en"/>
              <a:t>[</a:t>
            </a:r>
            <a:r>
              <a:rPr lang="en" u="sng">
                <a:solidFill>
                  <a:schemeClr val="hlink"/>
                </a:solidFill>
                <a:hlinkClick r:id="rId4"/>
              </a:rPr>
              <a:t>GOTSim</a:t>
            </a:r>
            <a:r>
              <a:rPr lang="en"/>
              <a:t>]</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60"/>
          <p:cNvSpPr txBox="1"/>
          <p:nvPr/>
        </p:nvSpPr>
        <p:spPr>
          <a:xfrm>
            <a:off x="365760" y="1"/>
            <a:ext cx="8287200" cy="85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2800">
                <a:solidFill>
                  <a:schemeClr val="lt1"/>
                </a:solidFill>
              </a:rPr>
              <a:t>GOTSim</a:t>
            </a:r>
            <a:endParaRPr b="1" sz="2950">
              <a:solidFill>
                <a:srgbClr val="FFFFFF"/>
              </a:solidFill>
            </a:endParaRPr>
          </a:p>
        </p:txBody>
      </p:sp>
      <p:pic>
        <p:nvPicPr>
          <p:cNvPr id="567" name="Google Shape;567;p60"/>
          <p:cNvPicPr preferRelativeResize="0"/>
          <p:nvPr/>
        </p:nvPicPr>
        <p:blipFill>
          <a:blip r:embed="rId3">
            <a:alphaModFix/>
          </a:blip>
          <a:stretch>
            <a:fillRect/>
          </a:stretch>
        </p:blipFill>
        <p:spPr>
          <a:xfrm>
            <a:off x="895350" y="1097251"/>
            <a:ext cx="7353300" cy="3067050"/>
          </a:xfrm>
          <a:prstGeom prst="rect">
            <a:avLst/>
          </a:prstGeom>
          <a:noFill/>
          <a:ln>
            <a:noFill/>
          </a:ln>
        </p:spPr>
      </p:pic>
      <p:sp>
        <p:nvSpPr>
          <p:cNvPr id="568" name="Google Shape;568;p60"/>
          <p:cNvSpPr txBox="1"/>
          <p:nvPr/>
        </p:nvSpPr>
        <p:spPr>
          <a:xfrm>
            <a:off x="7311125" y="4437300"/>
            <a:ext cx="2215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Image from : [</a:t>
            </a:r>
            <a:r>
              <a:rPr lang="en" u="sng">
                <a:solidFill>
                  <a:schemeClr val="hlink"/>
                </a:solidFill>
                <a:hlinkClick r:id="rId4"/>
              </a:rPr>
              <a:t>GOTSim</a:t>
            </a:r>
            <a:r>
              <a:rPr lang="en"/>
              <a:t>]</a:t>
            </a:r>
            <a:endParaRPr/>
          </a:p>
        </p:txBody>
      </p:sp>
      <p:sp>
        <p:nvSpPr>
          <p:cNvPr id="569" name="Google Shape;569;p60"/>
          <p:cNvSpPr txBox="1"/>
          <p:nvPr/>
        </p:nvSpPr>
        <p:spPr>
          <a:xfrm>
            <a:off x="1301700" y="4524500"/>
            <a:ext cx="45162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Combinatorial Solver used to obtain optimal assignment cost.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61"/>
          <p:cNvSpPr txBox="1"/>
          <p:nvPr/>
        </p:nvSpPr>
        <p:spPr>
          <a:xfrm>
            <a:off x="2101450" y="3646350"/>
            <a:ext cx="4516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575" name="Google Shape;575;p61"/>
          <p:cNvSpPr txBox="1"/>
          <p:nvPr/>
        </p:nvSpPr>
        <p:spPr>
          <a:xfrm>
            <a:off x="365760" y="1"/>
            <a:ext cx="8287200" cy="85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2800">
                <a:solidFill>
                  <a:schemeClr val="lt1"/>
                </a:solidFill>
              </a:rPr>
              <a:t>Objective for Matching</a:t>
            </a:r>
            <a:endParaRPr b="1" sz="2950">
              <a:solidFill>
                <a:srgbClr val="FFFFFF"/>
              </a:solidFill>
            </a:endParaRPr>
          </a:p>
        </p:txBody>
      </p:sp>
      <p:pic>
        <p:nvPicPr>
          <p:cNvPr id="576" name="Google Shape;576;p61"/>
          <p:cNvPicPr preferRelativeResize="0"/>
          <p:nvPr/>
        </p:nvPicPr>
        <p:blipFill>
          <a:blip r:embed="rId3">
            <a:alphaModFix/>
          </a:blip>
          <a:stretch>
            <a:fillRect/>
          </a:stretch>
        </p:blipFill>
        <p:spPr>
          <a:xfrm>
            <a:off x="481700" y="1332476"/>
            <a:ext cx="2162175" cy="13716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62"/>
          <p:cNvSpPr txBox="1"/>
          <p:nvPr/>
        </p:nvSpPr>
        <p:spPr>
          <a:xfrm>
            <a:off x="2101450" y="3646350"/>
            <a:ext cx="4516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582" name="Google Shape;582;p62"/>
          <p:cNvSpPr txBox="1"/>
          <p:nvPr/>
        </p:nvSpPr>
        <p:spPr>
          <a:xfrm>
            <a:off x="365760" y="1"/>
            <a:ext cx="8287200" cy="85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2800">
                <a:solidFill>
                  <a:schemeClr val="lt1"/>
                </a:solidFill>
              </a:rPr>
              <a:t>Objective for Matching</a:t>
            </a:r>
            <a:endParaRPr b="1" sz="2950">
              <a:solidFill>
                <a:srgbClr val="FFFFFF"/>
              </a:solidFill>
            </a:endParaRPr>
          </a:p>
        </p:txBody>
      </p:sp>
      <p:pic>
        <p:nvPicPr>
          <p:cNvPr id="583" name="Google Shape;583;p62"/>
          <p:cNvPicPr preferRelativeResize="0"/>
          <p:nvPr/>
        </p:nvPicPr>
        <p:blipFill>
          <a:blip r:embed="rId3">
            <a:alphaModFix/>
          </a:blip>
          <a:stretch>
            <a:fillRect/>
          </a:stretch>
        </p:blipFill>
        <p:spPr>
          <a:xfrm>
            <a:off x="481700" y="1332476"/>
            <a:ext cx="2162175" cy="1371600"/>
          </a:xfrm>
          <a:prstGeom prst="rect">
            <a:avLst/>
          </a:prstGeom>
          <a:noFill/>
          <a:ln>
            <a:noFill/>
          </a:ln>
        </p:spPr>
      </p:pic>
      <p:sp>
        <p:nvSpPr>
          <p:cNvPr id="584" name="Google Shape;584;p62"/>
          <p:cNvSpPr txBox="1"/>
          <p:nvPr/>
        </p:nvSpPr>
        <p:spPr>
          <a:xfrm>
            <a:off x="4501300" y="1147600"/>
            <a:ext cx="4516200" cy="14775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en"/>
              <a:t>Non differentiable and requires considering n! solutions</a:t>
            </a:r>
            <a:endParaRPr/>
          </a:p>
          <a:p>
            <a:pPr indent="-317500" lvl="0" marL="457200" rtl="0" algn="l">
              <a:spcBef>
                <a:spcPts val="0"/>
              </a:spcBef>
              <a:spcAft>
                <a:spcPts val="0"/>
              </a:spcAft>
              <a:buSzPts val="1400"/>
              <a:buChar char="●"/>
            </a:pPr>
            <a:r>
              <a:rPr lang="en"/>
              <a:t>Relax permutations. Consider instead the set of doubly stochastic matrices (Birkhoff Polytope)</a:t>
            </a:r>
            <a:endParaRPr/>
          </a:p>
          <a:p>
            <a:pPr indent="-317500" lvl="0" marL="457200" rtl="0" algn="l">
              <a:spcBef>
                <a:spcPts val="0"/>
              </a:spcBef>
              <a:spcAft>
                <a:spcPts val="0"/>
              </a:spcAft>
              <a:buSzPts val="1400"/>
              <a:buChar char="●"/>
            </a:pPr>
            <a:r>
              <a:rPr lang="en"/>
              <a:t>This defines the convex hull of N*N permutation matrices</a:t>
            </a:r>
            <a:endParaRPr/>
          </a:p>
        </p:txBody>
      </p:sp>
      <p:pic>
        <p:nvPicPr>
          <p:cNvPr id="585" name="Google Shape;585;p62"/>
          <p:cNvPicPr preferRelativeResize="0"/>
          <p:nvPr/>
        </p:nvPicPr>
        <p:blipFill>
          <a:blip r:embed="rId4">
            <a:alphaModFix/>
          </a:blip>
          <a:stretch>
            <a:fillRect/>
          </a:stretch>
        </p:blipFill>
        <p:spPr>
          <a:xfrm>
            <a:off x="4797625" y="2551675"/>
            <a:ext cx="4219864" cy="79215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p63"/>
          <p:cNvSpPr txBox="1"/>
          <p:nvPr/>
        </p:nvSpPr>
        <p:spPr>
          <a:xfrm>
            <a:off x="2101450" y="3646350"/>
            <a:ext cx="4516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591" name="Google Shape;591;p63"/>
          <p:cNvSpPr txBox="1"/>
          <p:nvPr/>
        </p:nvSpPr>
        <p:spPr>
          <a:xfrm>
            <a:off x="365760" y="1"/>
            <a:ext cx="8287200" cy="85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2800">
                <a:solidFill>
                  <a:schemeClr val="lt1"/>
                </a:solidFill>
              </a:rPr>
              <a:t>Sinkhorn Iterations for (soft) Matching</a:t>
            </a:r>
            <a:endParaRPr b="1" sz="2950">
              <a:solidFill>
                <a:srgbClr val="FFFFFF"/>
              </a:solidFill>
            </a:endParaRPr>
          </a:p>
        </p:txBody>
      </p:sp>
      <p:pic>
        <p:nvPicPr>
          <p:cNvPr id="592" name="Google Shape;592;p63"/>
          <p:cNvPicPr preferRelativeResize="0"/>
          <p:nvPr/>
        </p:nvPicPr>
        <p:blipFill>
          <a:blip r:embed="rId3">
            <a:alphaModFix/>
          </a:blip>
          <a:stretch>
            <a:fillRect/>
          </a:stretch>
        </p:blipFill>
        <p:spPr>
          <a:xfrm>
            <a:off x="481700" y="1332476"/>
            <a:ext cx="2162175" cy="1371600"/>
          </a:xfrm>
          <a:prstGeom prst="rect">
            <a:avLst/>
          </a:prstGeom>
          <a:noFill/>
          <a:ln>
            <a:noFill/>
          </a:ln>
        </p:spPr>
      </p:pic>
      <p:pic>
        <p:nvPicPr>
          <p:cNvPr id="593" name="Google Shape;593;p63"/>
          <p:cNvPicPr preferRelativeResize="0"/>
          <p:nvPr/>
        </p:nvPicPr>
        <p:blipFill>
          <a:blip r:embed="rId4">
            <a:alphaModFix/>
          </a:blip>
          <a:stretch>
            <a:fillRect/>
          </a:stretch>
        </p:blipFill>
        <p:spPr>
          <a:xfrm>
            <a:off x="185975" y="2877101"/>
            <a:ext cx="4267200" cy="2028825"/>
          </a:xfrm>
          <a:prstGeom prst="rect">
            <a:avLst/>
          </a:prstGeom>
          <a:noFill/>
          <a:ln>
            <a:noFill/>
          </a:ln>
        </p:spPr>
      </p:pic>
      <p:pic>
        <p:nvPicPr>
          <p:cNvPr id="594" name="Google Shape;594;p63"/>
          <p:cNvPicPr preferRelativeResize="0"/>
          <p:nvPr/>
        </p:nvPicPr>
        <p:blipFill rotWithShape="1">
          <a:blip r:embed="rId5">
            <a:alphaModFix/>
          </a:blip>
          <a:srcRect b="0" l="0" r="0" t="0"/>
          <a:stretch/>
        </p:blipFill>
        <p:spPr>
          <a:xfrm>
            <a:off x="4289648" y="3705994"/>
            <a:ext cx="419100" cy="1181100"/>
          </a:xfrm>
          <a:prstGeom prst="rect">
            <a:avLst/>
          </a:prstGeom>
          <a:noFill/>
          <a:ln>
            <a:noFill/>
          </a:ln>
        </p:spPr>
      </p:pic>
      <p:sp>
        <p:nvSpPr>
          <p:cNvPr id="595" name="Google Shape;595;p63"/>
          <p:cNvSpPr txBox="1"/>
          <p:nvPr/>
        </p:nvSpPr>
        <p:spPr>
          <a:xfrm>
            <a:off x="4721701" y="3734975"/>
            <a:ext cx="1911300" cy="923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800">
                <a:solidFill>
                  <a:schemeClr val="dk1"/>
                </a:solidFill>
              </a:rPr>
              <a:t>Iterative Sinkhorn Normalization</a:t>
            </a:r>
            <a:endParaRPr b="1" sz="1800">
              <a:solidFill>
                <a:schemeClr val="dk1"/>
              </a:solidFill>
              <a:latin typeface="Arial"/>
              <a:ea typeface="Arial"/>
              <a:cs typeface="Arial"/>
              <a:sym typeface="Arial"/>
            </a:endParaRPr>
          </a:p>
        </p:txBody>
      </p:sp>
      <p:sp>
        <p:nvSpPr>
          <p:cNvPr id="596" name="Google Shape;596;p63"/>
          <p:cNvSpPr txBox="1"/>
          <p:nvPr/>
        </p:nvSpPr>
        <p:spPr>
          <a:xfrm>
            <a:off x="6473851" y="4184475"/>
            <a:ext cx="19113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1800">
                <a:solidFill>
                  <a:schemeClr val="dk1"/>
                </a:solidFill>
              </a:rPr>
              <a:t>Theorem 1 of [</a:t>
            </a:r>
            <a:r>
              <a:rPr lang="en" sz="1800" u="sng">
                <a:solidFill>
                  <a:schemeClr val="hlink"/>
                </a:solidFill>
                <a:hlinkClick r:id="rId6"/>
              </a:rPr>
              <a:t>Mena et al.</a:t>
            </a:r>
            <a:r>
              <a:rPr lang="en" sz="1800">
                <a:solidFill>
                  <a:schemeClr val="dk1"/>
                </a:solidFill>
              </a:rPr>
              <a:t>]</a:t>
            </a:r>
            <a:endParaRPr sz="1800">
              <a:solidFill>
                <a:schemeClr val="dk1"/>
              </a:solidFill>
            </a:endParaRPr>
          </a:p>
        </p:txBody>
      </p:sp>
      <p:sp>
        <p:nvSpPr>
          <p:cNvPr id="597" name="Google Shape;597;p63"/>
          <p:cNvSpPr txBox="1"/>
          <p:nvPr/>
        </p:nvSpPr>
        <p:spPr>
          <a:xfrm>
            <a:off x="4501300" y="1147600"/>
            <a:ext cx="4516200" cy="14775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en"/>
              <a:t>Non differentiable and requires considering n! solutions</a:t>
            </a:r>
            <a:endParaRPr/>
          </a:p>
          <a:p>
            <a:pPr indent="-317500" lvl="0" marL="457200" rtl="0" algn="l">
              <a:spcBef>
                <a:spcPts val="0"/>
              </a:spcBef>
              <a:spcAft>
                <a:spcPts val="0"/>
              </a:spcAft>
              <a:buSzPts val="1400"/>
              <a:buChar char="●"/>
            </a:pPr>
            <a:r>
              <a:rPr lang="en"/>
              <a:t>Relax permutations. Consider instead the set of doubly stochastic matrices (Birkhoff Polytope)</a:t>
            </a:r>
            <a:endParaRPr/>
          </a:p>
          <a:p>
            <a:pPr indent="-317500" lvl="0" marL="457200" rtl="0" algn="l">
              <a:spcBef>
                <a:spcPts val="0"/>
              </a:spcBef>
              <a:spcAft>
                <a:spcPts val="0"/>
              </a:spcAft>
              <a:buSzPts val="1400"/>
              <a:buChar char="●"/>
            </a:pPr>
            <a:r>
              <a:rPr lang="en"/>
              <a:t>This defines the convex hull of N*N permutation matrices</a:t>
            </a:r>
            <a:endParaRPr/>
          </a:p>
        </p:txBody>
      </p:sp>
      <p:pic>
        <p:nvPicPr>
          <p:cNvPr id="598" name="Google Shape;598;p63"/>
          <p:cNvPicPr preferRelativeResize="0"/>
          <p:nvPr/>
        </p:nvPicPr>
        <p:blipFill>
          <a:blip r:embed="rId7">
            <a:alphaModFix/>
          </a:blip>
          <a:stretch>
            <a:fillRect/>
          </a:stretch>
        </p:blipFill>
        <p:spPr>
          <a:xfrm>
            <a:off x="4797625" y="2551675"/>
            <a:ext cx="4219864" cy="79215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64"/>
          <p:cNvSpPr txBox="1"/>
          <p:nvPr>
            <p:ph idx="12" type="sldNum"/>
          </p:nvPr>
        </p:nvSpPr>
        <p:spPr>
          <a:xfrm>
            <a:off x="6554880" y="4685532"/>
            <a:ext cx="2131200" cy="355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604" name="Google Shape;604;p64"/>
          <p:cNvSpPr txBox="1"/>
          <p:nvPr/>
        </p:nvSpPr>
        <p:spPr>
          <a:xfrm>
            <a:off x="395535" y="-92546"/>
            <a:ext cx="8275200" cy="85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 sz="2000" u="sng">
                <a:solidFill>
                  <a:schemeClr val="hlink"/>
                </a:solidFill>
                <a:latin typeface="Arial"/>
                <a:ea typeface="Arial"/>
                <a:cs typeface="Arial"/>
                <a:sym typeface="Arial"/>
                <a:hlinkClick r:id="rId3"/>
              </a:rPr>
              <a:t>IsoNet</a:t>
            </a:r>
            <a:r>
              <a:rPr b="1" lang="en" sz="2000">
                <a:solidFill>
                  <a:srgbClr val="FFFFFF"/>
                </a:solidFill>
              </a:rPr>
              <a:t>(Roy et al. AAAI’22)</a:t>
            </a:r>
            <a:r>
              <a:rPr b="1" lang="en" sz="2000">
                <a:solidFill>
                  <a:srgbClr val="FFFFFF"/>
                </a:solidFill>
                <a:latin typeface="Arial"/>
                <a:ea typeface="Arial"/>
                <a:cs typeface="Arial"/>
                <a:sym typeface="Arial"/>
              </a:rPr>
              <a:t>: </a:t>
            </a:r>
            <a:endParaRPr sz="2000"/>
          </a:p>
          <a:p>
            <a:pPr indent="0" lvl="0" marL="0" marR="0" rtl="0" algn="l">
              <a:spcBef>
                <a:spcPts val="0"/>
              </a:spcBef>
              <a:spcAft>
                <a:spcPts val="0"/>
              </a:spcAft>
              <a:buNone/>
            </a:pPr>
            <a:r>
              <a:rPr b="1" lang="en" sz="2000">
                <a:solidFill>
                  <a:srgbClr val="FFFFFF"/>
                </a:solidFill>
                <a:latin typeface="Arial"/>
                <a:ea typeface="Arial"/>
                <a:cs typeface="Arial"/>
                <a:sym typeface="Arial"/>
              </a:rPr>
              <a:t>Neural Alignment using Sinkhorn Network</a:t>
            </a:r>
            <a:endParaRPr b="1" sz="2000">
              <a:solidFill>
                <a:srgbClr val="FFFFFF"/>
              </a:solidFill>
              <a:latin typeface="Arial"/>
              <a:ea typeface="Arial"/>
              <a:cs typeface="Arial"/>
              <a:sym typeface="Arial"/>
            </a:endParaRPr>
          </a:p>
        </p:txBody>
      </p:sp>
      <p:grpSp>
        <p:nvGrpSpPr>
          <p:cNvPr id="605" name="Google Shape;605;p64"/>
          <p:cNvGrpSpPr/>
          <p:nvPr/>
        </p:nvGrpSpPr>
        <p:grpSpPr>
          <a:xfrm>
            <a:off x="775006" y="1072595"/>
            <a:ext cx="1258027" cy="1191427"/>
            <a:chOff x="7235615" y="365355"/>
            <a:chExt cx="2935200" cy="2693100"/>
          </a:xfrm>
        </p:grpSpPr>
        <p:sp>
          <p:nvSpPr>
            <p:cNvPr id="606" name="Google Shape;606;p64"/>
            <p:cNvSpPr/>
            <p:nvPr/>
          </p:nvSpPr>
          <p:spPr>
            <a:xfrm rot="-2268125">
              <a:off x="7358947" y="1050467"/>
              <a:ext cx="2688536" cy="1322876"/>
            </a:xfrm>
            <a:prstGeom prst="ellipse">
              <a:avLst/>
            </a:prstGeom>
            <a:solidFill>
              <a:schemeClr val="accent1">
                <a:alpha val="2471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07" name="Google Shape;607;p64"/>
            <p:cNvSpPr/>
            <p:nvPr/>
          </p:nvSpPr>
          <p:spPr>
            <a:xfrm>
              <a:off x="7932243" y="1672937"/>
              <a:ext cx="347700" cy="356700"/>
            </a:xfrm>
            <a:prstGeom prst="ellipse">
              <a:avLst/>
            </a:prstGeom>
            <a:solidFill>
              <a:srgbClr val="82363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08" name="Google Shape;608;p64"/>
            <p:cNvSpPr/>
            <p:nvPr/>
          </p:nvSpPr>
          <p:spPr>
            <a:xfrm>
              <a:off x="8073867" y="1623208"/>
              <a:ext cx="347700" cy="356700"/>
            </a:xfrm>
            <a:prstGeom prst="ellipse">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09" name="Google Shape;609;p64"/>
            <p:cNvSpPr/>
            <p:nvPr/>
          </p:nvSpPr>
          <p:spPr>
            <a:xfrm>
              <a:off x="8703074" y="997523"/>
              <a:ext cx="347700" cy="356700"/>
            </a:xfrm>
            <a:prstGeom prst="ellipse">
              <a:avLst/>
            </a:prstGeom>
            <a:solidFill>
              <a:srgbClr val="95373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10" name="Google Shape;610;p64"/>
            <p:cNvSpPr/>
            <p:nvPr/>
          </p:nvSpPr>
          <p:spPr>
            <a:xfrm>
              <a:off x="8858410" y="959084"/>
              <a:ext cx="347700" cy="3567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11" name="Google Shape;611;p64"/>
            <p:cNvSpPr/>
            <p:nvPr/>
          </p:nvSpPr>
          <p:spPr>
            <a:xfrm>
              <a:off x="9085947" y="1516479"/>
              <a:ext cx="347700" cy="356700"/>
            </a:xfrm>
            <a:prstGeom prst="ellipse">
              <a:avLst/>
            </a:prstGeom>
            <a:solidFill>
              <a:srgbClr val="C00000">
                <a:alpha val="1882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12" name="Google Shape;612;p64"/>
            <p:cNvSpPr/>
            <p:nvPr/>
          </p:nvSpPr>
          <p:spPr>
            <a:xfrm>
              <a:off x="9206073" y="1409753"/>
              <a:ext cx="347700" cy="356700"/>
            </a:xfrm>
            <a:prstGeom prst="ellipse">
              <a:avLst/>
            </a:prstGeom>
            <a:solidFill>
              <a:srgbClr val="C00000">
                <a:alpha val="1882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13" name="Google Shape;613;p64"/>
            <p:cNvSpPr/>
            <p:nvPr/>
          </p:nvSpPr>
          <p:spPr>
            <a:xfrm>
              <a:off x="7758411" y="2230335"/>
              <a:ext cx="347700" cy="356700"/>
            </a:xfrm>
            <a:prstGeom prst="ellipse">
              <a:avLst/>
            </a:prstGeom>
            <a:solidFill>
              <a:srgbClr val="7030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614" name="Google Shape;614;p64"/>
          <p:cNvGrpSpPr/>
          <p:nvPr/>
        </p:nvGrpSpPr>
        <p:grpSpPr>
          <a:xfrm>
            <a:off x="799253" y="2399090"/>
            <a:ext cx="1232197" cy="1210279"/>
            <a:chOff x="6985719" y="3233135"/>
            <a:chExt cx="2935200" cy="2693100"/>
          </a:xfrm>
        </p:grpSpPr>
        <p:sp>
          <p:nvSpPr>
            <p:cNvPr id="615" name="Google Shape;615;p64"/>
            <p:cNvSpPr/>
            <p:nvPr/>
          </p:nvSpPr>
          <p:spPr>
            <a:xfrm rot="-2268125">
              <a:off x="7109051" y="3918247"/>
              <a:ext cx="2688536" cy="1322876"/>
            </a:xfrm>
            <a:prstGeom prst="ellipse">
              <a:avLst/>
            </a:prstGeom>
            <a:solidFill>
              <a:schemeClr val="accent1">
                <a:alpha val="2471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16" name="Google Shape;616;p64"/>
            <p:cNvSpPr/>
            <p:nvPr/>
          </p:nvSpPr>
          <p:spPr>
            <a:xfrm>
              <a:off x="7783512" y="4350309"/>
              <a:ext cx="347700" cy="356700"/>
            </a:xfrm>
            <a:prstGeom prst="ellipse">
              <a:avLst/>
            </a:prstGeom>
            <a:solidFill>
              <a:srgbClr val="82363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17" name="Google Shape;617;p64"/>
            <p:cNvSpPr/>
            <p:nvPr/>
          </p:nvSpPr>
          <p:spPr>
            <a:xfrm>
              <a:off x="8131175" y="4658087"/>
              <a:ext cx="347700" cy="356700"/>
            </a:xfrm>
            <a:prstGeom prst="ellipse">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18" name="Google Shape;618;p64"/>
            <p:cNvSpPr/>
            <p:nvPr/>
          </p:nvSpPr>
          <p:spPr>
            <a:xfrm>
              <a:off x="8453178" y="3865303"/>
              <a:ext cx="347700" cy="356700"/>
            </a:xfrm>
            <a:prstGeom prst="ellipse">
              <a:avLst/>
            </a:prstGeom>
            <a:solidFill>
              <a:srgbClr val="95373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19" name="Google Shape;619;p64"/>
            <p:cNvSpPr/>
            <p:nvPr/>
          </p:nvSpPr>
          <p:spPr>
            <a:xfrm>
              <a:off x="8858410" y="3629610"/>
              <a:ext cx="347700" cy="3567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20" name="Google Shape;620;p64"/>
            <p:cNvSpPr/>
            <p:nvPr/>
          </p:nvSpPr>
          <p:spPr>
            <a:xfrm>
              <a:off x="8836051" y="4384259"/>
              <a:ext cx="347700" cy="356700"/>
            </a:xfrm>
            <a:prstGeom prst="ellipse">
              <a:avLst/>
            </a:prstGeom>
            <a:solidFill>
              <a:srgbClr val="262626">
                <a:alpha val="63919"/>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21" name="Google Shape;621;p64"/>
            <p:cNvSpPr/>
            <p:nvPr/>
          </p:nvSpPr>
          <p:spPr>
            <a:xfrm>
              <a:off x="8870225" y="4302611"/>
              <a:ext cx="347700" cy="356700"/>
            </a:xfrm>
            <a:prstGeom prst="ellipse">
              <a:avLst/>
            </a:prstGeom>
            <a:solidFill>
              <a:schemeClr val="dk1">
                <a:alpha val="4784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22" name="Google Shape;622;p64"/>
            <p:cNvSpPr/>
            <p:nvPr/>
          </p:nvSpPr>
          <p:spPr>
            <a:xfrm>
              <a:off x="7667121" y="5183912"/>
              <a:ext cx="347700" cy="356700"/>
            </a:xfrm>
            <a:prstGeom prst="ellipse">
              <a:avLst/>
            </a:prstGeom>
            <a:solidFill>
              <a:srgbClr val="7030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623" name="Google Shape;623;p64"/>
          <p:cNvSpPr txBox="1"/>
          <p:nvPr/>
        </p:nvSpPr>
        <p:spPr>
          <a:xfrm>
            <a:off x="2051720" y="1905094"/>
            <a:ext cx="1269000" cy="7389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 sz="1400">
                <a:solidFill>
                  <a:srgbClr val="0070C0"/>
                </a:solidFill>
                <a:latin typeface="Arial"/>
                <a:ea typeface="Arial"/>
                <a:cs typeface="Arial"/>
                <a:sym typeface="Arial"/>
              </a:rPr>
              <a:t>Gumbel </a:t>
            </a:r>
            <a:endParaRPr/>
          </a:p>
          <a:p>
            <a:pPr indent="0" lvl="0" marL="0" marR="0" rtl="0" algn="ctr">
              <a:spcBef>
                <a:spcPts val="0"/>
              </a:spcBef>
              <a:spcAft>
                <a:spcPts val="0"/>
              </a:spcAft>
              <a:buNone/>
            </a:pPr>
            <a:r>
              <a:rPr lang="en" sz="1400">
                <a:solidFill>
                  <a:srgbClr val="0070C0"/>
                </a:solidFill>
                <a:latin typeface="Arial"/>
                <a:ea typeface="Arial"/>
                <a:cs typeface="Arial"/>
                <a:sym typeface="Arial"/>
              </a:rPr>
              <a:t>Sinkhorn</a:t>
            </a:r>
            <a:endParaRPr sz="1400">
              <a:solidFill>
                <a:srgbClr val="0070C0"/>
              </a:solidFill>
              <a:latin typeface="Arial"/>
              <a:ea typeface="Arial"/>
              <a:cs typeface="Arial"/>
              <a:sym typeface="Arial"/>
            </a:endParaRPr>
          </a:p>
          <a:p>
            <a:pPr indent="0" lvl="0" marL="0" marR="0" rtl="0" algn="ctr">
              <a:spcBef>
                <a:spcPts val="0"/>
              </a:spcBef>
              <a:spcAft>
                <a:spcPts val="0"/>
              </a:spcAft>
              <a:buNone/>
            </a:pPr>
            <a:r>
              <a:rPr lang="en" sz="1400">
                <a:solidFill>
                  <a:srgbClr val="0070C0"/>
                </a:solidFill>
                <a:latin typeface="Arial"/>
                <a:ea typeface="Arial"/>
                <a:cs typeface="Arial"/>
                <a:sym typeface="Arial"/>
              </a:rPr>
              <a:t> Network</a:t>
            </a:r>
            <a:endParaRPr/>
          </a:p>
        </p:txBody>
      </p:sp>
      <p:pic>
        <p:nvPicPr>
          <p:cNvPr id="624" name="Google Shape;624;p64"/>
          <p:cNvPicPr preferRelativeResize="0"/>
          <p:nvPr/>
        </p:nvPicPr>
        <p:blipFill rotWithShape="1">
          <a:blip r:embed="rId4">
            <a:alphaModFix/>
          </a:blip>
          <a:srcRect b="0" l="0" r="0" t="0"/>
          <a:stretch/>
        </p:blipFill>
        <p:spPr>
          <a:xfrm>
            <a:off x="3217146" y="1134250"/>
            <a:ext cx="321578" cy="275638"/>
          </a:xfrm>
          <a:prstGeom prst="rect">
            <a:avLst/>
          </a:prstGeom>
          <a:noFill/>
          <a:ln>
            <a:noFill/>
          </a:ln>
        </p:spPr>
      </p:pic>
      <p:pic>
        <p:nvPicPr>
          <p:cNvPr id="625" name="Google Shape;625;p64"/>
          <p:cNvPicPr preferRelativeResize="0"/>
          <p:nvPr/>
        </p:nvPicPr>
        <p:blipFill rotWithShape="1">
          <a:blip r:embed="rId5">
            <a:alphaModFix/>
          </a:blip>
          <a:srcRect b="0" l="0" r="0" t="0"/>
          <a:stretch/>
        </p:blipFill>
        <p:spPr>
          <a:xfrm>
            <a:off x="3216627" y="2942219"/>
            <a:ext cx="322097" cy="251392"/>
          </a:xfrm>
          <a:prstGeom prst="rect">
            <a:avLst/>
          </a:prstGeom>
          <a:noFill/>
          <a:ln>
            <a:noFill/>
          </a:ln>
        </p:spPr>
      </p:pic>
      <p:cxnSp>
        <p:nvCxnSpPr>
          <p:cNvPr id="626" name="Google Shape;626;p64"/>
          <p:cNvCxnSpPr/>
          <p:nvPr/>
        </p:nvCxnSpPr>
        <p:spPr>
          <a:xfrm flipH="1" rot="10800000">
            <a:off x="3118491" y="2210202"/>
            <a:ext cx="516000" cy="2700"/>
          </a:xfrm>
          <a:prstGeom prst="bentConnector3">
            <a:avLst>
              <a:gd fmla="val 49992" name="adj1"/>
            </a:avLst>
          </a:prstGeom>
          <a:noFill/>
          <a:ln cap="flat" cmpd="sng" w="47625">
            <a:solidFill>
              <a:schemeClr val="accent1"/>
            </a:solidFill>
            <a:prstDash val="solid"/>
            <a:round/>
            <a:headEnd len="sm" w="sm" type="none"/>
            <a:tailEnd len="med" w="med" type="triangle"/>
          </a:ln>
        </p:spPr>
      </p:cxnSp>
      <p:pic>
        <p:nvPicPr>
          <p:cNvPr id="627" name="Google Shape;627;p64"/>
          <p:cNvPicPr preferRelativeResize="0"/>
          <p:nvPr/>
        </p:nvPicPr>
        <p:blipFill rotWithShape="1">
          <a:blip r:embed="rId6">
            <a:alphaModFix/>
          </a:blip>
          <a:srcRect b="0" l="0" r="0" t="0"/>
          <a:stretch/>
        </p:blipFill>
        <p:spPr>
          <a:xfrm>
            <a:off x="3737327" y="2132844"/>
            <a:ext cx="280044" cy="241150"/>
          </a:xfrm>
          <a:prstGeom prst="rect">
            <a:avLst/>
          </a:prstGeom>
          <a:noFill/>
          <a:ln>
            <a:noFill/>
          </a:ln>
        </p:spPr>
      </p:pic>
      <p:sp>
        <p:nvSpPr>
          <p:cNvPr id="628" name="Google Shape;628;p64"/>
          <p:cNvSpPr/>
          <p:nvPr/>
        </p:nvSpPr>
        <p:spPr>
          <a:xfrm>
            <a:off x="3635896" y="2053978"/>
            <a:ext cx="483000" cy="351300"/>
          </a:xfrm>
          <a:prstGeom prst="rect">
            <a:avLst/>
          </a:prstGeom>
          <a:solidFill>
            <a:srgbClr val="93B3D7">
              <a:alpha val="16860"/>
            </a:srgbClr>
          </a:solidFill>
          <a:ln cap="flat" cmpd="sng" w="28575">
            <a:solidFill>
              <a:srgbClr val="00206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629" name="Google Shape;629;p64"/>
          <p:cNvCxnSpPr>
            <a:endCxn id="628" idx="0"/>
          </p:cNvCxnSpPr>
          <p:nvPr/>
        </p:nvCxnSpPr>
        <p:spPr>
          <a:xfrm>
            <a:off x="1946296" y="1450978"/>
            <a:ext cx="1931100" cy="603000"/>
          </a:xfrm>
          <a:prstGeom prst="bentConnector2">
            <a:avLst/>
          </a:prstGeom>
          <a:noFill/>
          <a:ln cap="flat" cmpd="sng" w="60325">
            <a:solidFill>
              <a:srgbClr val="6E8ABB"/>
            </a:solidFill>
            <a:prstDash val="solid"/>
            <a:round/>
            <a:headEnd len="sm" w="sm" type="none"/>
            <a:tailEnd len="med" w="med" type="triangle"/>
          </a:ln>
        </p:spPr>
      </p:cxnSp>
      <p:sp>
        <p:nvSpPr>
          <p:cNvPr id="630" name="Google Shape;630;p64"/>
          <p:cNvSpPr txBox="1"/>
          <p:nvPr/>
        </p:nvSpPr>
        <p:spPr>
          <a:xfrm>
            <a:off x="-140278" y="2193126"/>
            <a:ext cx="1399800" cy="7389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 sz="1400">
                <a:solidFill>
                  <a:srgbClr val="0070C0"/>
                </a:solidFill>
                <a:latin typeface="Arial"/>
                <a:ea typeface="Arial"/>
                <a:cs typeface="Arial"/>
                <a:sym typeface="Arial"/>
              </a:rPr>
              <a:t>Edge </a:t>
            </a:r>
            <a:endParaRPr/>
          </a:p>
          <a:p>
            <a:pPr indent="0" lvl="0" marL="0" marR="0" rtl="0" algn="ctr">
              <a:spcBef>
                <a:spcPts val="0"/>
              </a:spcBef>
              <a:spcAft>
                <a:spcPts val="0"/>
              </a:spcAft>
              <a:buNone/>
            </a:pPr>
            <a:r>
              <a:rPr lang="en" sz="1400">
                <a:solidFill>
                  <a:srgbClr val="0070C0"/>
                </a:solidFill>
                <a:latin typeface="Arial"/>
                <a:ea typeface="Arial"/>
                <a:cs typeface="Arial"/>
                <a:sym typeface="Arial"/>
              </a:rPr>
              <a:t>embedding</a:t>
            </a:r>
            <a:endParaRPr/>
          </a:p>
          <a:p>
            <a:pPr indent="0" lvl="0" marL="0" marR="0" rtl="0" algn="ctr">
              <a:spcBef>
                <a:spcPts val="0"/>
              </a:spcBef>
              <a:spcAft>
                <a:spcPts val="0"/>
              </a:spcAft>
              <a:buNone/>
            </a:pPr>
            <a:r>
              <a:rPr lang="en" sz="1400">
                <a:solidFill>
                  <a:srgbClr val="0070C0"/>
                </a:solidFill>
                <a:latin typeface="Arial"/>
                <a:ea typeface="Arial"/>
                <a:cs typeface="Arial"/>
                <a:sym typeface="Arial"/>
              </a:rPr>
              <a:t>space</a:t>
            </a:r>
            <a:endParaRPr/>
          </a:p>
        </p:txBody>
      </p:sp>
      <p:cxnSp>
        <p:nvCxnSpPr>
          <p:cNvPr id="631" name="Google Shape;631;p64"/>
          <p:cNvCxnSpPr>
            <a:stCxn id="630" idx="0"/>
          </p:cNvCxnSpPr>
          <p:nvPr/>
        </p:nvCxnSpPr>
        <p:spPr>
          <a:xfrm rot="-5400000">
            <a:off x="512822" y="1676226"/>
            <a:ext cx="563700" cy="470100"/>
          </a:xfrm>
          <a:prstGeom prst="bentConnector3">
            <a:avLst>
              <a:gd fmla="val 92926" name="adj1"/>
            </a:avLst>
          </a:prstGeom>
          <a:noFill/>
          <a:ln cap="flat" cmpd="sng" w="60325">
            <a:solidFill>
              <a:srgbClr val="6E8ABB"/>
            </a:solidFill>
            <a:prstDash val="solid"/>
            <a:round/>
            <a:headEnd len="sm" w="sm" type="none"/>
            <a:tailEnd len="med" w="med" type="triangle"/>
          </a:ln>
        </p:spPr>
      </p:cxnSp>
      <p:cxnSp>
        <p:nvCxnSpPr>
          <p:cNvPr id="632" name="Google Shape;632;p64"/>
          <p:cNvCxnSpPr>
            <a:endCxn id="615" idx="2"/>
          </p:cNvCxnSpPr>
          <p:nvPr/>
        </p:nvCxnSpPr>
        <p:spPr>
          <a:xfrm>
            <a:off x="501461" y="2944012"/>
            <a:ext cx="468000" cy="430500"/>
          </a:xfrm>
          <a:prstGeom prst="bentConnector3">
            <a:avLst>
              <a:gd fmla="val 6287" name="adj1"/>
            </a:avLst>
          </a:prstGeom>
          <a:noFill/>
          <a:ln cap="flat" cmpd="sng" w="60325">
            <a:solidFill>
              <a:srgbClr val="6E8ABB"/>
            </a:solidFill>
            <a:prstDash val="solid"/>
            <a:round/>
            <a:headEnd len="sm" w="sm" type="none"/>
            <a:tailEnd len="med" w="med" type="triangle"/>
          </a:ln>
        </p:spPr>
      </p:cxnSp>
      <p:sp>
        <p:nvSpPr>
          <p:cNvPr id="633" name="Google Shape;633;p64"/>
          <p:cNvSpPr txBox="1"/>
          <p:nvPr/>
        </p:nvSpPr>
        <p:spPr>
          <a:xfrm>
            <a:off x="882303" y="915566"/>
            <a:ext cx="1271400" cy="366900"/>
          </a:xfrm>
          <a:prstGeom prst="rect">
            <a:avLst/>
          </a:pr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800">
                <a:latin typeface="Arial"/>
                <a:ea typeface="Arial"/>
                <a:cs typeface="Arial"/>
                <a:sym typeface="Arial"/>
              </a:rPr>
              <a:t> </a:t>
            </a:r>
            <a:endParaRPr/>
          </a:p>
        </p:txBody>
      </p:sp>
      <p:sp>
        <p:nvSpPr>
          <p:cNvPr id="634" name="Google Shape;634;p64"/>
          <p:cNvSpPr txBox="1"/>
          <p:nvPr/>
        </p:nvSpPr>
        <p:spPr>
          <a:xfrm>
            <a:off x="755576" y="3428991"/>
            <a:ext cx="1271400" cy="293700"/>
          </a:xfrm>
          <a:prstGeom prst="rect">
            <a:avLst/>
          </a:pr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800">
                <a:latin typeface="Arial"/>
                <a:ea typeface="Arial"/>
                <a:cs typeface="Arial"/>
                <a:sym typeface="Arial"/>
              </a:rPr>
              <a:t> </a:t>
            </a:r>
            <a:endParaRPr/>
          </a:p>
        </p:txBody>
      </p:sp>
      <p:cxnSp>
        <p:nvCxnSpPr>
          <p:cNvPr id="635" name="Google Shape;635;p64"/>
          <p:cNvCxnSpPr>
            <a:endCxn id="628" idx="2"/>
          </p:cNvCxnSpPr>
          <p:nvPr/>
        </p:nvCxnSpPr>
        <p:spPr>
          <a:xfrm flipH="1" rot="10800000">
            <a:off x="1907896" y="2405278"/>
            <a:ext cx="1969500" cy="427500"/>
          </a:xfrm>
          <a:prstGeom prst="bentConnector2">
            <a:avLst/>
          </a:prstGeom>
          <a:noFill/>
          <a:ln cap="flat" cmpd="sng" w="60325">
            <a:solidFill>
              <a:srgbClr val="6E8ABB"/>
            </a:solidFill>
            <a:prstDash val="solid"/>
            <a:round/>
            <a:headEnd len="sm" w="sm" type="none"/>
            <a:tailEnd len="med" w="med" type="triangle"/>
          </a:ln>
        </p:spPr>
      </p:cxnSp>
      <p:grpSp>
        <p:nvGrpSpPr>
          <p:cNvPr id="636" name="Google Shape;636;p64"/>
          <p:cNvGrpSpPr/>
          <p:nvPr/>
        </p:nvGrpSpPr>
        <p:grpSpPr>
          <a:xfrm>
            <a:off x="4384432" y="1115064"/>
            <a:ext cx="2862302" cy="2189004"/>
            <a:chOff x="12130251" y="565064"/>
            <a:chExt cx="4526811" cy="4160022"/>
          </a:xfrm>
        </p:grpSpPr>
        <p:grpSp>
          <p:nvGrpSpPr>
            <p:cNvPr id="637" name="Google Shape;637;p64"/>
            <p:cNvGrpSpPr/>
            <p:nvPr/>
          </p:nvGrpSpPr>
          <p:grpSpPr>
            <a:xfrm>
              <a:off x="12520526" y="1114181"/>
              <a:ext cx="3548949" cy="3217568"/>
              <a:chOff x="9668194" y="1668584"/>
              <a:chExt cx="3548949" cy="3217568"/>
            </a:xfrm>
          </p:grpSpPr>
          <p:sp>
            <p:nvSpPr>
              <p:cNvPr id="638" name="Google Shape;638;p64"/>
              <p:cNvSpPr/>
              <p:nvPr/>
            </p:nvSpPr>
            <p:spPr>
              <a:xfrm>
                <a:off x="9668194" y="2154486"/>
                <a:ext cx="281400" cy="2709900"/>
              </a:xfrm>
              <a:prstGeom prst="leftBracket">
                <a:avLst>
                  <a:gd fmla="val 8333" name="adj"/>
                </a:avLst>
              </a:prstGeom>
              <a:noFill/>
              <a:ln cap="flat" cmpd="sng" w="412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639" name="Google Shape;639;p64"/>
              <p:cNvSpPr/>
              <p:nvPr/>
            </p:nvSpPr>
            <p:spPr>
              <a:xfrm flipH="1">
                <a:off x="12391587" y="2187652"/>
                <a:ext cx="178500" cy="2698500"/>
              </a:xfrm>
              <a:prstGeom prst="leftBracket">
                <a:avLst>
                  <a:gd fmla="val 8333" name="adj"/>
                </a:avLst>
              </a:prstGeom>
              <a:noFill/>
              <a:ln cap="flat" cmpd="sng" w="539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640" name="Google Shape;640;p64"/>
              <p:cNvCxnSpPr/>
              <p:nvPr/>
            </p:nvCxnSpPr>
            <p:spPr>
              <a:xfrm>
                <a:off x="10253064" y="1668584"/>
                <a:ext cx="0" cy="345300"/>
              </a:xfrm>
              <a:prstGeom prst="straightConnector1">
                <a:avLst/>
              </a:prstGeom>
              <a:noFill/>
              <a:ln cap="flat" cmpd="sng" w="69850">
                <a:solidFill>
                  <a:srgbClr val="4A7DBA"/>
                </a:solidFill>
                <a:prstDash val="solid"/>
                <a:round/>
                <a:headEnd len="sm" w="sm" type="none"/>
                <a:tailEnd len="sm" w="sm" type="none"/>
              </a:ln>
            </p:spPr>
          </p:cxnSp>
          <p:cxnSp>
            <p:nvCxnSpPr>
              <p:cNvPr id="641" name="Google Shape;641;p64"/>
              <p:cNvCxnSpPr/>
              <p:nvPr/>
            </p:nvCxnSpPr>
            <p:spPr>
              <a:xfrm>
                <a:off x="10764044" y="1676837"/>
                <a:ext cx="0" cy="345300"/>
              </a:xfrm>
              <a:prstGeom prst="straightConnector1">
                <a:avLst/>
              </a:prstGeom>
              <a:noFill/>
              <a:ln cap="flat" cmpd="sng" w="69850">
                <a:solidFill>
                  <a:srgbClr val="C00000"/>
                </a:solidFill>
                <a:prstDash val="solid"/>
                <a:round/>
                <a:headEnd len="sm" w="sm" type="none"/>
                <a:tailEnd len="sm" w="sm" type="none"/>
              </a:ln>
            </p:spPr>
          </p:cxnSp>
          <p:cxnSp>
            <p:nvCxnSpPr>
              <p:cNvPr id="642" name="Google Shape;642;p64"/>
              <p:cNvCxnSpPr/>
              <p:nvPr/>
            </p:nvCxnSpPr>
            <p:spPr>
              <a:xfrm>
                <a:off x="11243664" y="1676836"/>
                <a:ext cx="0" cy="345300"/>
              </a:xfrm>
              <a:prstGeom prst="straightConnector1">
                <a:avLst/>
              </a:prstGeom>
              <a:noFill/>
              <a:ln cap="flat" cmpd="sng" w="69850">
                <a:solidFill>
                  <a:schemeClr val="accent4"/>
                </a:solidFill>
                <a:prstDash val="solid"/>
                <a:round/>
                <a:headEnd len="sm" w="sm" type="none"/>
                <a:tailEnd len="sm" w="sm" type="none"/>
              </a:ln>
            </p:spPr>
          </p:cxnSp>
          <p:cxnSp>
            <p:nvCxnSpPr>
              <p:cNvPr id="643" name="Google Shape;643;p64"/>
              <p:cNvCxnSpPr/>
              <p:nvPr/>
            </p:nvCxnSpPr>
            <p:spPr>
              <a:xfrm>
                <a:off x="11744586" y="1691247"/>
                <a:ext cx="0" cy="345300"/>
              </a:xfrm>
              <a:prstGeom prst="straightConnector1">
                <a:avLst/>
              </a:prstGeom>
              <a:noFill/>
              <a:ln cap="flat" cmpd="sng" w="69850">
                <a:solidFill>
                  <a:srgbClr val="C00000"/>
                </a:solidFill>
                <a:prstDash val="dot"/>
                <a:round/>
                <a:headEnd len="sm" w="sm" type="none"/>
                <a:tailEnd len="sm" w="sm" type="none"/>
              </a:ln>
            </p:spPr>
          </p:cxnSp>
          <p:cxnSp>
            <p:nvCxnSpPr>
              <p:cNvPr id="644" name="Google Shape;644;p64"/>
              <p:cNvCxnSpPr/>
              <p:nvPr/>
            </p:nvCxnSpPr>
            <p:spPr>
              <a:xfrm>
                <a:off x="9829967" y="1676265"/>
                <a:ext cx="0" cy="345300"/>
              </a:xfrm>
              <a:prstGeom prst="straightConnector1">
                <a:avLst/>
              </a:prstGeom>
              <a:noFill/>
              <a:ln cap="flat" cmpd="sng" w="69850">
                <a:solidFill>
                  <a:srgbClr val="823633"/>
                </a:solidFill>
                <a:prstDash val="solid"/>
                <a:round/>
                <a:headEnd len="sm" w="sm" type="none"/>
                <a:tailEnd len="sm" w="sm" type="none"/>
              </a:ln>
            </p:spPr>
          </p:cxnSp>
          <p:cxnSp>
            <p:nvCxnSpPr>
              <p:cNvPr id="645" name="Google Shape;645;p64"/>
              <p:cNvCxnSpPr/>
              <p:nvPr/>
            </p:nvCxnSpPr>
            <p:spPr>
              <a:xfrm>
                <a:off x="12216073" y="1704025"/>
                <a:ext cx="0" cy="345300"/>
              </a:xfrm>
              <a:prstGeom prst="straightConnector1">
                <a:avLst/>
              </a:prstGeom>
              <a:noFill/>
              <a:ln cap="flat" cmpd="sng" w="69850">
                <a:solidFill>
                  <a:srgbClr val="C00000"/>
                </a:solidFill>
                <a:prstDash val="dot"/>
                <a:round/>
                <a:headEnd len="sm" w="sm" type="none"/>
                <a:tailEnd len="sm" w="sm" type="none"/>
              </a:ln>
            </p:spPr>
          </p:cxnSp>
          <p:grpSp>
            <p:nvGrpSpPr>
              <p:cNvPr id="646" name="Google Shape;646;p64"/>
              <p:cNvGrpSpPr/>
              <p:nvPr/>
            </p:nvGrpSpPr>
            <p:grpSpPr>
              <a:xfrm rot="5400000">
                <a:off x="11843245" y="3283510"/>
                <a:ext cx="2367057" cy="380741"/>
                <a:chOff x="10036425" y="2337687"/>
                <a:chExt cx="2367057" cy="380741"/>
              </a:xfrm>
            </p:grpSpPr>
            <p:cxnSp>
              <p:nvCxnSpPr>
                <p:cNvPr id="647" name="Google Shape;647;p64"/>
                <p:cNvCxnSpPr/>
                <p:nvPr/>
              </p:nvCxnSpPr>
              <p:spPr>
                <a:xfrm>
                  <a:off x="10459523" y="2337687"/>
                  <a:ext cx="0" cy="345300"/>
                </a:xfrm>
                <a:prstGeom prst="straightConnector1">
                  <a:avLst/>
                </a:prstGeom>
                <a:noFill/>
                <a:ln cap="flat" cmpd="sng" w="69850">
                  <a:solidFill>
                    <a:srgbClr val="823633"/>
                  </a:solidFill>
                  <a:prstDash val="solid"/>
                  <a:round/>
                  <a:headEnd len="sm" w="sm" type="none"/>
                  <a:tailEnd len="sm" w="sm" type="none"/>
                </a:ln>
              </p:spPr>
            </p:cxnSp>
            <p:cxnSp>
              <p:nvCxnSpPr>
                <p:cNvPr id="648" name="Google Shape;648;p64"/>
                <p:cNvCxnSpPr/>
                <p:nvPr/>
              </p:nvCxnSpPr>
              <p:spPr>
                <a:xfrm>
                  <a:off x="11455885" y="2359017"/>
                  <a:ext cx="0" cy="345300"/>
                </a:xfrm>
                <a:prstGeom prst="straightConnector1">
                  <a:avLst/>
                </a:prstGeom>
                <a:noFill/>
                <a:ln cap="flat" cmpd="sng" w="69850">
                  <a:solidFill>
                    <a:srgbClr val="C00000"/>
                  </a:solidFill>
                  <a:prstDash val="solid"/>
                  <a:round/>
                  <a:headEnd len="sm" w="sm" type="none"/>
                  <a:tailEnd len="sm" w="sm" type="none"/>
                </a:ln>
              </p:spPr>
            </p:cxnSp>
            <p:cxnSp>
              <p:nvCxnSpPr>
                <p:cNvPr id="649" name="Google Shape;649;p64"/>
                <p:cNvCxnSpPr/>
                <p:nvPr/>
              </p:nvCxnSpPr>
              <p:spPr>
                <a:xfrm>
                  <a:off x="11019357" y="2360350"/>
                  <a:ext cx="0" cy="345300"/>
                </a:xfrm>
                <a:prstGeom prst="straightConnector1">
                  <a:avLst/>
                </a:prstGeom>
                <a:noFill/>
                <a:ln cap="flat" cmpd="sng" w="69850">
                  <a:solidFill>
                    <a:schemeClr val="accent4"/>
                  </a:solidFill>
                  <a:prstDash val="solid"/>
                  <a:round/>
                  <a:headEnd len="sm" w="sm" type="none"/>
                  <a:tailEnd len="sm" w="sm" type="none"/>
                </a:ln>
              </p:spPr>
            </p:cxnSp>
            <p:cxnSp>
              <p:nvCxnSpPr>
                <p:cNvPr id="650" name="Google Shape;650;p64"/>
                <p:cNvCxnSpPr/>
                <p:nvPr/>
              </p:nvCxnSpPr>
              <p:spPr>
                <a:xfrm>
                  <a:off x="11951045" y="2360350"/>
                  <a:ext cx="0" cy="345300"/>
                </a:xfrm>
                <a:prstGeom prst="straightConnector1">
                  <a:avLst/>
                </a:prstGeom>
                <a:noFill/>
                <a:ln cap="flat" cmpd="sng" w="69850">
                  <a:solidFill>
                    <a:schemeClr val="dk1"/>
                  </a:solidFill>
                  <a:prstDash val="solid"/>
                  <a:round/>
                  <a:headEnd len="sm" w="sm" type="none"/>
                  <a:tailEnd len="sm" w="sm" type="none"/>
                </a:ln>
              </p:spPr>
            </p:cxnSp>
            <p:cxnSp>
              <p:nvCxnSpPr>
                <p:cNvPr id="651" name="Google Shape;651;p64"/>
                <p:cNvCxnSpPr/>
                <p:nvPr/>
              </p:nvCxnSpPr>
              <p:spPr>
                <a:xfrm>
                  <a:off x="10036425" y="2345368"/>
                  <a:ext cx="0" cy="345300"/>
                </a:xfrm>
                <a:prstGeom prst="straightConnector1">
                  <a:avLst/>
                </a:prstGeom>
                <a:noFill/>
                <a:ln cap="flat" cmpd="sng" w="69850">
                  <a:solidFill>
                    <a:srgbClr val="6E8ABB">
                      <a:alpha val="98820"/>
                    </a:srgbClr>
                  </a:solidFill>
                  <a:prstDash val="solid"/>
                  <a:round/>
                  <a:headEnd len="sm" w="sm" type="none"/>
                  <a:tailEnd len="sm" w="sm" type="none"/>
                </a:ln>
              </p:spPr>
            </p:cxnSp>
            <p:cxnSp>
              <p:nvCxnSpPr>
                <p:cNvPr id="652" name="Google Shape;652;p64"/>
                <p:cNvCxnSpPr/>
                <p:nvPr/>
              </p:nvCxnSpPr>
              <p:spPr>
                <a:xfrm>
                  <a:off x="12403482" y="2373128"/>
                  <a:ext cx="0" cy="345300"/>
                </a:xfrm>
                <a:prstGeom prst="straightConnector1">
                  <a:avLst/>
                </a:prstGeom>
                <a:noFill/>
                <a:ln cap="flat" cmpd="sng" w="69850">
                  <a:solidFill>
                    <a:schemeClr val="dk1"/>
                  </a:solidFill>
                  <a:prstDash val="solid"/>
                  <a:round/>
                  <a:headEnd len="sm" w="sm" type="none"/>
                  <a:tailEnd len="sm" w="sm" type="none"/>
                </a:ln>
              </p:spPr>
            </p:cxnSp>
          </p:grpSp>
          <p:pic>
            <p:nvPicPr>
              <p:cNvPr id="653" name="Google Shape;653;p64"/>
              <p:cNvPicPr preferRelativeResize="0"/>
              <p:nvPr/>
            </p:nvPicPr>
            <p:blipFill rotWithShape="1">
              <a:blip r:embed="rId9">
                <a:alphaModFix/>
              </a:blip>
              <a:srcRect b="0" l="0" r="0" t="0"/>
              <a:stretch/>
            </p:blipFill>
            <p:spPr>
              <a:xfrm>
                <a:off x="10229230" y="2183212"/>
                <a:ext cx="113343" cy="236131"/>
              </a:xfrm>
              <a:prstGeom prst="rect">
                <a:avLst/>
              </a:prstGeom>
              <a:noFill/>
              <a:ln>
                <a:noFill/>
              </a:ln>
            </p:spPr>
          </p:pic>
          <p:pic>
            <p:nvPicPr>
              <p:cNvPr id="654" name="Google Shape;654;p64"/>
              <p:cNvPicPr preferRelativeResize="0"/>
              <p:nvPr/>
            </p:nvPicPr>
            <p:blipFill rotWithShape="1">
              <a:blip r:embed="rId9">
                <a:alphaModFix/>
              </a:blip>
              <a:srcRect b="0" l="0" r="0" t="0"/>
              <a:stretch/>
            </p:blipFill>
            <p:spPr>
              <a:xfrm>
                <a:off x="9850928" y="2556248"/>
                <a:ext cx="113343" cy="236131"/>
              </a:xfrm>
              <a:prstGeom prst="rect">
                <a:avLst/>
              </a:prstGeom>
              <a:noFill/>
              <a:ln>
                <a:noFill/>
              </a:ln>
            </p:spPr>
          </p:pic>
          <p:pic>
            <p:nvPicPr>
              <p:cNvPr id="655" name="Google Shape;655;p64"/>
              <p:cNvPicPr preferRelativeResize="0"/>
              <p:nvPr/>
            </p:nvPicPr>
            <p:blipFill rotWithShape="1">
              <a:blip r:embed="rId9">
                <a:alphaModFix/>
              </a:blip>
              <a:srcRect b="0" l="0" r="0" t="0"/>
              <a:stretch/>
            </p:blipFill>
            <p:spPr>
              <a:xfrm>
                <a:off x="11230143" y="3002151"/>
                <a:ext cx="113343" cy="236131"/>
              </a:xfrm>
              <a:prstGeom prst="rect">
                <a:avLst/>
              </a:prstGeom>
              <a:noFill/>
              <a:ln>
                <a:noFill/>
              </a:ln>
            </p:spPr>
          </p:pic>
          <p:pic>
            <p:nvPicPr>
              <p:cNvPr id="656" name="Google Shape;656;p64"/>
              <p:cNvPicPr preferRelativeResize="0"/>
              <p:nvPr/>
            </p:nvPicPr>
            <p:blipFill rotWithShape="1">
              <a:blip r:embed="rId10">
                <a:alphaModFix/>
              </a:blip>
              <a:srcRect b="0" l="0" r="0" t="0"/>
              <a:stretch/>
            </p:blipFill>
            <p:spPr>
              <a:xfrm>
                <a:off x="9801077" y="2195530"/>
                <a:ext cx="140193" cy="227814"/>
              </a:xfrm>
              <a:prstGeom prst="rect">
                <a:avLst/>
              </a:prstGeom>
              <a:noFill/>
              <a:ln>
                <a:noFill/>
              </a:ln>
            </p:spPr>
          </p:pic>
          <p:pic>
            <p:nvPicPr>
              <p:cNvPr id="657" name="Google Shape;657;p64"/>
              <p:cNvPicPr preferRelativeResize="0"/>
              <p:nvPr/>
            </p:nvPicPr>
            <p:blipFill rotWithShape="1">
              <a:blip r:embed="rId10">
                <a:alphaModFix/>
              </a:blip>
              <a:srcRect b="0" l="0" r="0" t="0"/>
              <a:stretch/>
            </p:blipFill>
            <p:spPr>
              <a:xfrm>
                <a:off x="10719785" y="2204010"/>
                <a:ext cx="140193" cy="227814"/>
              </a:xfrm>
              <a:prstGeom prst="rect">
                <a:avLst/>
              </a:prstGeom>
              <a:noFill/>
              <a:ln>
                <a:noFill/>
              </a:ln>
            </p:spPr>
          </p:pic>
          <p:pic>
            <p:nvPicPr>
              <p:cNvPr id="658" name="Google Shape;658;p64"/>
              <p:cNvPicPr preferRelativeResize="0"/>
              <p:nvPr/>
            </p:nvPicPr>
            <p:blipFill rotWithShape="1">
              <a:blip r:embed="rId10">
                <a:alphaModFix/>
              </a:blip>
              <a:srcRect b="0" l="0" r="0" t="0"/>
              <a:stretch/>
            </p:blipFill>
            <p:spPr>
              <a:xfrm>
                <a:off x="12135554" y="2204010"/>
                <a:ext cx="140193" cy="227814"/>
              </a:xfrm>
              <a:prstGeom prst="rect">
                <a:avLst/>
              </a:prstGeom>
              <a:noFill/>
              <a:ln>
                <a:noFill/>
              </a:ln>
            </p:spPr>
          </p:pic>
          <p:pic>
            <p:nvPicPr>
              <p:cNvPr id="659" name="Google Shape;659;p64"/>
              <p:cNvPicPr preferRelativeResize="0"/>
              <p:nvPr/>
            </p:nvPicPr>
            <p:blipFill rotWithShape="1">
              <a:blip r:embed="rId10">
                <a:alphaModFix/>
              </a:blip>
              <a:srcRect b="0" l="0" r="0" t="0"/>
              <a:stretch/>
            </p:blipFill>
            <p:spPr>
              <a:xfrm>
                <a:off x="11204826" y="2207784"/>
                <a:ext cx="140193" cy="227814"/>
              </a:xfrm>
              <a:prstGeom prst="rect">
                <a:avLst/>
              </a:prstGeom>
              <a:noFill/>
              <a:ln>
                <a:noFill/>
              </a:ln>
            </p:spPr>
          </p:pic>
          <p:pic>
            <p:nvPicPr>
              <p:cNvPr id="660" name="Google Shape;660;p64"/>
              <p:cNvPicPr preferRelativeResize="0"/>
              <p:nvPr/>
            </p:nvPicPr>
            <p:blipFill rotWithShape="1">
              <a:blip r:embed="rId10">
                <a:alphaModFix/>
              </a:blip>
              <a:srcRect b="0" l="0" r="0" t="0"/>
              <a:stretch/>
            </p:blipFill>
            <p:spPr>
              <a:xfrm>
                <a:off x="11689867" y="2207784"/>
                <a:ext cx="140193" cy="227814"/>
              </a:xfrm>
              <a:prstGeom prst="rect">
                <a:avLst/>
              </a:prstGeom>
              <a:noFill/>
              <a:ln>
                <a:noFill/>
              </a:ln>
            </p:spPr>
          </p:pic>
          <p:pic>
            <p:nvPicPr>
              <p:cNvPr id="661" name="Google Shape;661;p64"/>
              <p:cNvPicPr preferRelativeResize="0"/>
              <p:nvPr/>
            </p:nvPicPr>
            <p:blipFill rotWithShape="1">
              <a:blip r:embed="rId10">
                <a:alphaModFix/>
              </a:blip>
              <a:srcRect b="0" l="0" r="0" t="0"/>
              <a:stretch/>
            </p:blipFill>
            <p:spPr>
              <a:xfrm>
                <a:off x="10729310" y="2556435"/>
                <a:ext cx="140193" cy="227814"/>
              </a:xfrm>
              <a:prstGeom prst="rect">
                <a:avLst/>
              </a:prstGeom>
              <a:noFill/>
              <a:ln>
                <a:noFill/>
              </a:ln>
            </p:spPr>
          </p:pic>
          <p:pic>
            <p:nvPicPr>
              <p:cNvPr id="662" name="Google Shape;662;p64"/>
              <p:cNvPicPr preferRelativeResize="0"/>
              <p:nvPr/>
            </p:nvPicPr>
            <p:blipFill rotWithShape="1">
              <a:blip r:embed="rId10">
                <a:alphaModFix/>
              </a:blip>
              <a:srcRect b="0" l="0" r="0" t="0"/>
              <a:stretch/>
            </p:blipFill>
            <p:spPr>
              <a:xfrm>
                <a:off x="12145079" y="2556435"/>
                <a:ext cx="140193" cy="227814"/>
              </a:xfrm>
              <a:prstGeom prst="rect">
                <a:avLst/>
              </a:prstGeom>
              <a:noFill/>
              <a:ln>
                <a:noFill/>
              </a:ln>
            </p:spPr>
          </p:pic>
          <p:pic>
            <p:nvPicPr>
              <p:cNvPr id="663" name="Google Shape;663;p64"/>
              <p:cNvPicPr preferRelativeResize="0"/>
              <p:nvPr/>
            </p:nvPicPr>
            <p:blipFill rotWithShape="1">
              <a:blip r:embed="rId10">
                <a:alphaModFix/>
              </a:blip>
              <a:srcRect b="0" l="0" r="0" t="0"/>
              <a:stretch/>
            </p:blipFill>
            <p:spPr>
              <a:xfrm>
                <a:off x="11214351" y="2560209"/>
                <a:ext cx="140193" cy="227814"/>
              </a:xfrm>
              <a:prstGeom prst="rect">
                <a:avLst/>
              </a:prstGeom>
              <a:noFill/>
              <a:ln>
                <a:noFill/>
              </a:ln>
            </p:spPr>
          </p:pic>
          <p:pic>
            <p:nvPicPr>
              <p:cNvPr id="664" name="Google Shape;664;p64"/>
              <p:cNvPicPr preferRelativeResize="0"/>
              <p:nvPr/>
            </p:nvPicPr>
            <p:blipFill rotWithShape="1">
              <a:blip r:embed="rId10">
                <a:alphaModFix/>
              </a:blip>
              <a:srcRect b="0" l="0" r="0" t="0"/>
              <a:stretch/>
            </p:blipFill>
            <p:spPr>
              <a:xfrm>
                <a:off x="11699392" y="2560209"/>
                <a:ext cx="140193" cy="227814"/>
              </a:xfrm>
              <a:prstGeom prst="rect">
                <a:avLst/>
              </a:prstGeom>
              <a:noFill/>
              <a:ln>
                <a:noFill/>
              </a:ln>
            </p:spPr>
          </p:pic>
          <p:pic>
            <p:nvPicPr>
              <p:cNvPr id="665" name="Google Shape;665;p64"/>
              <p:cNvPicPr preferRelativeResize="0"/>
              <p:nvPr/>
            </p:nvPicPr>
            <p:blipFill rotWithShape="1">
              <a:blip r:embed="rId10">
                <a:alphaModFix/>
              </a:blip>
              <a:srcRect b="0" l="0" r="0" t="0"/>
              <a:stretch/>
            </p:blipFill>
            <p:spPr>
              <a:xfrm>
                <a:off x="10223973" y="2556435"/>
                <a:ext cx="140193" cy="227814"/>
              </a:xfrm>
              <a:prstGeom prst="rect">
                <a:avLst/>
              </a:prstGeom>
              <a:noFill/>
              <a:ln>
                <a:noFill/>
              </a:ln>
            </p:spPr>
          </p:pic>
          <p:pic>
            <p:nvPicPr>
              <p:cNvPr id="666" name="Google Shape;666;p64"/>
              <p:cNvPicPr preferRelativeResize="0"/>
              <p:nvPr/>
            </p:nvPicPr>
            <p:blipFill rotWithShape="1">
              <a:blip r:embed="rId10">
                <a:alphaModFix/>
              </a:blip>
              <a:srcRect b="0" l="0" r="0" t="0"/>
              <a:stretch/>
            </p:blipFill>
            <p:spPr>
              <a:xfrm>
                <a:off x="12163304" y="2987420"/>
                <a:ext cx="140193" cy="227814"/>
              </a:xfrm>
              <a:prstGeom prst="rect">
                <a:avLst/>
              </a:prstGeom>
              <a:noFill/>
              <a:ln>
                <a:noFill/>
              </a:ln>
            </p:spPr>
          </p:pic>
          <p:pic>
            <p:nvPicPr>
              <p:cNvPr id="667" name="Google Shape;667;p64"/>
              <p:cNvPicPr preferRelativeResize="0"/>
              <p:nvPr/>
            </p:nvPicPr>
            <p:blipFill rotWithShape="1">
              <a:blip r:embed="rId10">
                <a:alphaModFix/>
              </a:blip>
              <a:srcRect b="0" l="0" r="0" t="0"/>
              <a:stretch/>
            </p:blipFill>
            <p:spPr>
              <a:xfrm>
                <a:off x="11717617" y="2991194"/>
                <a:ext cx="140193" cy="227814"/>
              </a:xfrm>
              <a:prstGeom prst="rect">
                <a:avLst/>
              </a:prstGeom>
              <a:noFill/>
              <a:ln>
                <a:noFill/>
              </a:ln>
            </p:spPr>
          </p:pic>
          <p:pic>
            <p:nvPicPr>
              <p:cNvPr id="668" name="Google Shape;668;p64"/>
              <p:cNvPicPr preferRelativeResize="0"/>
              <p:nvPr/>
            </p:nvPicPr>
            <p:blipFill rotWithShape="1">
              <a:blip r:embed="rId10">
                <a:alphaModFix/>
              </a:blip>
              <a:srcRect b="0" l="0" r="0" t="0"/>
              <a:stretch/>
            </p:blipFill>
            <p:spPr>
              <a:xfrm>
                <a:off x="10746710" y="3002731"/>
                <a:ext cx="140193" cy="227814"/>
              </a:xfrm>
              <a:prstGeom prst="rect">
                <a:avLst/>
              </a:prstGeom>
              <a:noFill/>
              <a:ln>
                <a:noFill/>
              </a:ln>
            </p:spPr>
          </p:pic>
          <p:pic>
            <p:nvPicPr>
              <p:cNvPr id="669" name="Google Shape;669;p64"/>
              <p:cNvPicPr preferRelativeResize="0"/>
              <p:nvPr/>
            </p:nvPicPr>
            <p:blipFill rotWithShape="1">
              <a:blip r:embed="rId10">
                <a:alphaModFix/>
              </a:blip>
              <a:srcRect b="0" l="0" r="0" t="0"/>
              <a:stretch/>
            </p:blipFill>
            <p:spPr>
              <a:xfrm>
                <a:off x="9815982" y="3006505"/>
                <a:ext cx="140193" cy="227814"/>
              </a:xfrm>
              <a:prstGeom prst="rect">
                <a:avLst/>
              </a:prstGeom>
              <a:noFill/>
              <a:ln>
                <a:noFill/>
              </a:ln>
            </p:spPr>
          </p:pic>
          <p:pic>
            <p:nvPicPr>
              <p:cNvPr id="670" name="Google Shape;670;p64"/>
              <p:cNvPicPr preferRelativeResize="0"/>
              <p:nvPr/>
            </p:nvPicPr>
            <p:blipFill rotWithShape="1">
              <a:blip r:embed="rId10">
                <a:alphaModFix/>
              </a:blip>
              <a:srcRect b="0" l="0" r="0" t="0"/>
              <a:stretch/>
            </p:blipFill>
            <p:spPr>
              <a:xfrm>
                <a:off x="10301023" y="3006505"/>
                <a:ext cx="140193" cy="227814"/>
              </a:xfrm>
              <a:prstGeom prst="rect">
                <a:avLst/>
              </a:prstGeom>
              <a:noFill/>
              <a:ln>
                <a:noFill/>
              </a:ln>
            </p:spPr>
          </p:pic>
          <p:pic>
            <p:nvPicPr>
              <p:cNvPr id="671" name="Google Shape;671;p64"/>
              <p:cNvPicPr preferRelativeResize="0"/>
              <p:nvPr/>
            </p:nvPicPr>
            <p:blipFill rotWithShape="1">
              <a:blip r:embed="rId9">
                <a:alphaModFix/>
              </a:blip>
              <a:srcRect b="0" l="0" r="0" t="0"/>
              <a:stretch/>
            </p:blipFill>
            <p:spPr>
              <a:xfrm>
                <a:off x="10747602" y="3486125"/>
                <a:ext cx="113343" cy="236131"/>
              </a:xfrm>
              <a:prstGeom prst="rect">
                <a:avLst/>
              </a:prstGeom>
              <a:noFill/>
              <a:ln>
                <a:noFill/>
              </a:ln>
            </p:spPr>
          </p:pic>
          <p:pic>
            <p:nvPicPr>
              <p:cNvPr id="672" name="Google Shape;672;p64"/>
              <p:cNvPicPr preferRelativeResize="0"/>
              <p:nvPr/>
            </p:nvPicPr>
            <p:blipFill rotWithShape="1">
              <a:blip r:embed="rId10">
                <a:alphaModFix/>
              </a:blip>
              <a:srcRect b="0" l="0" r="0" t="0"/>
              <a:stretch/>
            </p:blipFill>
            <p:spPr>
              <a:xfrm>
                <a:off x="12156938" y="3480732"/>
                <a:ext cx="140193" cy="227814"/>
              </a:xfrm>
              <a:prstGeom prst="rect">
                <a:avLst/>
              </a:prstGeom>
              <a:noFill/>
              <a:ln>
                <a:noFill/>
              </a:ln>
            </p:spPr>
          </p:pic>
          <p:pic>
            <p:nvPicPr>
              <p:cNvPr id="673" name="Google Shape;673;p64"/>
              <p:cNvPicPr preferRelativeResize="0"/>
              <p:nvPr/>
            </p:nvPicPr>
            <p:blipFill rotWithShape="1">
              <a:blip r:embed="rId10">
                <a:alphaModFix/>
              </a:blip>
              <a:srcRect b="0" l="0" r="0" t="0"/>
              <a:stretch/>
            </p:blipFill>
            <p:spPr>
              <a:xfrm>
                <a:off x="11711251" y="3484506"/>
                <a:ext cx="140193" cy="227814"/>
              </a:xfrm>
              <a:prstGeom prst="rect">
                <a:avLst/>
              </a:prstGeom>
              <a:noFill/>
              <a:ln>
                <a:noFill/>
              </a:ln>
            </p:spPr>
          </p:pic>
          <p:pic>
            <p:nvPicPr>
              <p:cNvPr id="674" name="Google Shape;674;p64"/>
              <p:cNvPicPr preferRelativeResize="0"/>
              <p:nvPr/>
            </p:nvPicPr>
            <p:blipFill rotWithShape="1">
              <a:blip r:embed="rId10">
                <a:alphaModFix/>
              </a:blip>
              <a:srcRect b="0" l="0" r="0" t="0"/>
              <a:stretch/>
            </p:blipFill>
            <p:spPr>
              <a:xfrm>
                <a:off x="11204825" y="3495883"/>
                <a:ext cx="140193" cy="227814"/>
              </a:xfrm>
              <a:prstGeom prst="rect">
                <a:avLst/>
              </a:prstGeom>
              <a:noFill/>
              <a:ln>
                <a:noFill/>
              </a:ln>
            </p:spPr>
          </p:pic>
          <p:pic>
            <p:nvPicPr>
              <p:cNvPr id="675" name="Google Shape;675;p64"/>
              <p:cNvPicPr preferRelativeResize="0"/>
              <p:nvPr/>
            </p:nvPicPr>
            <p:blipFill rotWithShape="1">
              <a:blip r:embed="rId10">
                <a:alphaModFix/>
              </a:blip>
              <a:srcRect b="0" l="0" r="0" t="0"/>
              <a:stretch/>
            </p:blipFill>
            <p:spPr>
              <a:xfrm>
                <a:off x="9809616" y="3499817"/>
                <a:ext cx="140193" cy="227814"/>
              </a:xfrm>
              <a:prstGeom prst="rect">
                <a:avLst/>
              </a:prstGeom>
              <a:noFill/>
              <a:ln>
                <a:noFill/>
              </a:ln>
            </p:spPr>
          </p:pic>
          <p:pic>
            <p:nvPicPr>
              <p:cNvPr id="676" name="Google Shape;676;p64"/>
              <p:cNvPicPr preferRelativeResize="0"/>
              <p:nvPr/>
            </p:nvPicPr>
            <p:blipFill rotWithShape="1">
              <a:blip r:embed="rId10">
                <a:alphaModFix/>
              </a:blip>
              <a:srcRect b="0" l="0" r="0" t="0"/>
              <a:stretch/>
            </p:blipFill>
            <p:spPr>
              <a:xfrm>
                <a:off x="10294657" y="3499817"/>
                <a:ext cx="140193" cy="227814"/>
              </a:xfrm>
              <a:prstGeom prst="rect">
                <a:avLst/>
              </a:prstGeom>
              <a:noFill/>
              <a:ln>
                <a:noFill/>
              </a:ln>
            </p:spPr>
          </p:pic>
          <p:pic>
            <p:nvPicPr>
              <p:cNvPr id="677" name="Google Shape;677;p64"/>
              <p:cNvPicPr preferRelativeResize="0"/>
              <p:nvPr/>
            </p:nvPicPr>
            <p:blipFill rotWithShape="1">
              <a:blip r:embed="rId11">
                <a:alphaModFix/>
              </a:blip>
              <a:srcRect b="0" l="0" r="0" t="0"/>
              <a:stretch/>
            </p:blipFill>
            <p:spPr>
              <a:xfrm>
                <a:off x="11721622" y="3984633"/>
                <a:ext cx="138738" cy="236130"/>
              </a:xfrm>
              <a:prstGeom prst="rect">
                <a:avLst/>
              </a:prstGeom>
              <a:noFill/>
              <a:ln>
                <a:noFill/>
              </a:ln>
            </p:spPr>
          </p:pic>
          <p:pic>
            <p:nvPicPr>
              <p:cNvPr id="678" name="Google Shape;678;p64"/>
              <p:cNvPicPr preferRelativeResize="0"/>
              <p:nvPr/>
            </p:nvPicPr>
            <p:blipFill rotWithShape="1">
              <a:blip r:embed="rId10">
                <a:alphaModFix/>
              </a:blip>
              <a:srcRect b="0" l="0" r="0" t="0"/>
              <a:stretch/>
            </p:blipFill>
            <p:spPr>
              <a:xfrm>
                <a:off x="12163304" y="3975081"/>
                <a:ext cx="140193" cy="227814"/>
              </a:xfrm>
              <a:prstGeom prst="rect">
                <a:avLst/>
              </a:prstGeom>
              <a:noFill/>
              <a:ln>
                <a:noFill/>
              </a:ln>
            </p:spPr>
          </p:pic>
          <p:pic>
            <p:nvPicPr>
              <p:cNvPr id="679" name="Google Shape;679;p64"/>
              <p:cNvPicPr preferRelativeResize="0"/>
              <p:nvPr/>
            </p:nvPicPr>
            <p:blipFill rotWithShape="1">
              <a:blip r:embed="rId10">
                <a:alphaModFix/>
              </a:blip>
              <a:srcRect b="0" l="0" r="0" t="0"/>
              <a:stretch/>
            </p:blipFill>
            <p:spPr>
              <a:xfrm>
                <a:off x="11211191" y="3990232"/>
                <a:ext cx="140193" cy="227814"/>
              </a:xfrm>
              <a:prstGeom prst="rect">
                <a:avLst/>
              </a:prstGeom>
              <a:noFill/>
              <a:ln>
                <a:noFill/>
              </a:ln>
            </p:spPr>
          </p:pic>
          <p:pic>
            <p:nvPicPr>
              <p:cNvPr id="680" name="Google Shape;680;p64"/>
              <p:cNvPicPr preferRelativeResize="0"/>
              <p:nvPr/>
            </p:nvPicPr>
            <p:blipFill rotWithShape="1">
              <a:blip r:embed="rId10">
                <a:alphaModFix/>
              </a:blip>
              <a:srcRect b="0" l="0" r="0" t="0"/>
              <a:stretch/>
            </p:blipFill>
            <p:spPr>
              <a:xfrm>
                <a:off x="9815982" y="3994166"/>
                <a:ext cx="140193" cy="227814"/>
              </a:xfrm>
              <a:prstGeom prst="rect">
                <a:avLst/>
              </a:prstGeom>
              <a:noFill/>
              <a:ln>
                <a:noFill/>
              </a:ln>
            </p:spPr>
          </p:pic>
          <p:pic>
            <p:nvPicPr>
              <p:cNvPr id="681" name="Google Shape;681;p64"/>
              <p:cNvPicPr preferRelativeResize="0"/>
              <p:nvPr/>
            </p:nvPicPr>
            <p:blipFill rotWithShape="1">
              <a:blip r:embed="rId10">
                <a:alphaModFix/>
              </a:blip>
              <a:srcRect b="0" l="0" r="0" t="0"/>
              <a:stretch/>
            </p:blipFill>
            <p:spPr>
              <a:xfrm>
                <a:off x="10301023" y="3994166"/>
                <a:ext cx="140193" cy="227814"/>
              </a:xfrm>
              <a:prstGeom prst="rect">
                <a:avLst/>
              </a:prstGeom>
              <a:noFill/>
              <a:ln>
                <a:noFill/>
              </a:ln>
            </p:spPr>
          </p:pic>
          <p:pic>
            <p:nvPicPr>
              <p:cNvPr id="682" name="Google Shape;682;p64"/>
              <p:cNvPicPr preferRelativeResize="0"/>
              <p:nvPr/>
            </p:nvPicPr>
            <p:blipFill rotWithShape="1">
              <a:blip r:embed="rId10">
                <a:alphaModFix/>
              </a:blip>
              <a:srcRect b="0" l="0" r="0" t="0"/>
              <a:stretch/>
            </p:blipFill>
            <p:spPr>
              <a:xfrm>
                <a:off x="11724960" y="4453510"/>
                <a:ext cx="140193" cy="227814"/>
              </a:xfrm>
              <a:prstGeom prst="rect">
                <a:avLst/>
              </a:prstGeom>
              <a:noFill/>
              <a:ln>
                <a:noFill/>
              </a:ln>
            </p:spPr>
          </p:pic>
          <p:pic>
            <p:nvPicPr>
              <p:cNvPr id="683" name="Google Shape;683;p64"/>
              <p:cNvPicPr preferRelativeResize="0"/>
              <p:nvPr/>
            </p:nvPicPr>
            <p:blipFill rotWithShape="1">
              <a:blip r:embed="rId10">
                <a:alphaModFix/>
              </a:blip>
              <a:srcRect b="0" l="0" r="0" t="0"/>
              <a:stretch/>
            </p:blipFill>
            <p:spPr>
              <a:xfrm>
                <a:off x="11218534" y="4464887"/>
                <a:ext cx="140193" cy="227814"/>
              </a:xfrm>
              <a:prstGeom prst="rect">
                <a:avLst/>
              </a:prstGeom>
              <a:noFill/>
              <a:ln>
                <a:noFill/>
              </a:ln>
            </p:spPr>
          </p:pic>
          <p:pic>
            <p:nvPicPr>
              <p:cNvPr id="684" name="Google Shape;684;p64"/>
              <p:cNvPicPr preferRelativeResize="0"/>
              <p:nvPr/>
            </p:nvPicPr>
            <p:blipFill rotWithShape="1">
              <a:blip r:embed="rId10">
                <a:alphaModFix/>
              </a:blip>
              <a:srcRect b="0" l="0" r="0" t="0"/>
              <a:stretch/>
            </p:blipFill>
            <p:spPr>
              <a:xfrm>
                <a:off x="9823325" y="4468821"/>
                <a:ext cx="140193" cy="227814"/>
              </a:xfrm>
              <a:prstGeom prst="rect">
                <a:avLst/>
              </a:prstGeom>
              <a:noFill/>
              <a:ln>
                <a:noFill/>
              </a:ln>
            </p:spPr>
          </p:pic>
          <p:pic>
            <p:nvPicPr>
              <p:cNvPr id="685" name="Google Shape;685;p64"/>
              <p:cNvPicPr preferRelativeResize="0"/>
              <p:nvPr/>
            </p:nvPicPr>
            <p:blipFill rotWithShape="1">
              <a:blip r:embed="rId10">
                <a:alphaModFix/>
              </a:blip>
              <a:srcRect b="0" l="0" r="0" t="0"/>
              <a:stretch/>
            </p:blipFill>
            <p:spPr>
              <a:xfrm>
                <a:off x="10308366" y="4468821"/>
                <a:ext cx="140193" cy="227814"/>
              </a:xfrm>
              <a:prstGeom prst="rect">
                <a:avLst/>
              </a:prstGeom>
              <a:noFill/>
              <a:ln>
                <a:noFill/>
              </a:ln>
            </p:spPr>
          </p:pic>
          <p:pic>
            <p:nvPicPr>
              <p:cNvPr id="686" name="Google Shape;686;p64"/>
              <p:cNvPicPr preferRelativeResize="0"/>
              <p:nvPr/>
            </p:nvPicPr>
            <p:blipFill rotWithShape="1">
              <a:blip r:embed="rId10">
                <a:alphaModFix/>
              </a:blip>
              <a:srcRect b="0" l="0" r="0" t="0"/>
              <a:stretch/>
            </p:blipFill>
            <p:spPr>
              <a:xfrm>
                <a:off x="10772294" y="4011289"/>
                <a:ext cx="140193" cy="227814"/>
              </a:xfrm>
              <a:prstGeom prst="rect">
                <a:avLst/>
              </a:prstGeom>
              <a:noFill/>
              <a:ln>
                <a:noFill/>
              </a:ln>
            </p:spPr>
          </p:pic>
          <p:pic>
            <p:nvPicPr>
              <p:cNvPr id="687" name="Google Shape;687;p64"/>
              <p:cNvPicPr preferRelativeResize="0"/>
              <p:nvPr/>
            </p:nvPicPr>
            <p:blipFill rotWithShape="1">
              <a:blip r:embed="rId10">
                <a:alphaModFix/>
              </a:blip>
              <a:srcRect b="0" l="0" r="0" t="0"/>
              <a:stretch/>
            </p:blipFill>
            <p:spPr>
              <a:xfrm>
                <a:off x="10753519" y="4455231"/>
                <a:ext cx="140193" cy="227814"/>
              </a:xfrm>
              <a:prstGeom prst="rect">
                <a:avLst/>
              </a:prstGeom>
              <a:noFill/>
              <a:ln>
                <a:noFill/>
              </a:ln>
            </p:spPr>
          </p:pic>
          <p:pic>
            <p:nvPicPr>
              <p:cNvPr id="688" name="Google Shape;688;p64"/>
              <p:cNvPicPr preferRelativeResize="0"/>
              <p:nvPr/>
            </p:nvPicPr>
            <p:blipFill rotWithShape="1">
              <a:blip r:embed="rId11">
                <a:alphaModFix/>
              </a:blip>
              <a:srcRect b="0" l="0" r="0" t="0"/>
              <a:stretch/>
            </p:blipFill>
            <p:spPr>
              <a:xfrm>
                <a:off x="12197127" y="4452866"/>
                <a:ext cx="138738" cy="236130"/>
              </a:xfrm>
              <a:prstGeom prst="rect">
                <a:avLst/>
              </a:prstGeom>
              <a:noFill/>
              <a:ln>
                <a:noFill/>
              </a:ln>
            </p:spPr>
          </p:pic>
          <p:sp>
            <p:nvSpPr>
              <p:cNvPr id="689" name="Google Shape;689;p64"/>
              <p:cNvSpPr/>
              <p:nvPr/>
            </p:nvSpPr>
            <p:spPr>
              <a:xfrm>
                <a:off x="10170979" y="2156959"/>
                <a:ext cx="223800" cy="282600"/>
              </a:xfrm>
              <a:prstGeom prst="rect">
                <a:avLst/>
              </a:prstGeom>
              <a:solidFill>
                <a:srgbClr val="0C0C0C">
                  <a:alpha val="1882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90" name="Google Shape;690;p64"/>
              <p:cNvSpPr/>
              <p:nvPr/>
            </p:nvSpPr>
            <p:spPr>
              <a:xfrm>
                <a:off x="9800996" y="2537951"/>
                <a:ext cx="223800" cy="282600"/>
              </a:xfrm>
              <a:prstGeom prst="rect">
                <a:avLst/>
              </a:prstGeom>
              <a:solidFill>
                <a:srgbClr val="0C0C0C">
                  <a:alpha val="1882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91" name="Google Shape;691;p64"/>
              <p:cNvSpPr/>
              <p:nvPr/>
            </p:nvSpPr>
            <p:spPr>
              <a:xfrm>
                <a:off x="11153827" y="2978607"/>
                <a:ext cx="223800" cy="282600"/>
              </a:xfrm>
              <a:prstGeom prst="rect">
                <a:avLst/>
              </a:prstGeom>
              <a:solidFill>
                <a:srgbClr val="0C0C0C">
                  <a:alpha val="1882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92" name="Google Shape;692;p64"/>
              <p:cNvSpPr/>
              <p:nvPr/>
            </p:nvSpPr>
            <p:spPr>
              <a:xfrm>
                <a:off x="10677997" y="3473019"/>
                <a:ext cx="223800" cy="282600"/>
              </a:xfrm>
              <a:prstGeom prst="rect">
                <a:avLst/>
              </a:prstGeom>
              <a:solidFill>
                <a:srgbClr val="0C0C0C">
                  <a:alpha val="1882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93" name="Google Shape;693;p64"/>
              <p:cNvSpPr/>
              <p:nvPr/>
            </p:nvSpPr>
            <p:spPr>
              <a:xfrm>
                <a:off x="11675400" y="3969405"/>
                <a:ext cx="223800" cy="282600"/>
              </a:xfrm>
              <a:prstGeom prst="rect">
                <a:avLst/>
              </a:prstGeom>
              <a:solidFill>
                <a:srgbClr val="0C0C0C">
                  <a:alpha val="1882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94" name="Google Shape;694;p64"/>
              <p:cNvSpPr/>
              <p:nvPr/>
            </p:nvSpPr>
            <p:spPr>
              <a:xfrm>
                <a:off x="12154604" y="4437493"/>
                <a:ext cx="223800" cy="282600"/>
              </a:xfrm>
              <a:prstGeom prst="rect">
                <a:avLst/>
              </a:prstGeom>
              <a:solidFill>
                <a:srgbClr val="0C0C0C">
                  <a:alpha val="1882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pic>
          <p:nvPicPr>
            <p:cNvPr id="695" name="Google Shape;695;p64"/>
            <p:cNvPicPr preferRelativeResize="0"/>
            <p:nvPr/>
          </p:nvPicPr>
          <p:blipFill rotWithShape="1">
            <a:blip r:embed="rId12">
              <a:alphaModFix/>
            </a:blip>
            <a:srcRect b="0" l="0" r="0" t="0"/>
            <a:stretch/>
          </p:blipFill>
          <p:spPr>
            <a:xfrm>
              <a:off x="12968272" y="565064"/>
              <a:ext cx="2097988" cy="406062"/>
            </a:xfrm>
            <a:prstGeom prst="rect">
              <a:avLst/>
            </a:prstGeom>
            <a:noFill/>
            <a:ln>
              <a:noFill/>
            </a:ln>
          </p:spPr>
        </p:pic>
        <p:pic>
          <p:nvPicPr>
            <p:cNvPr id="696" name="Google Shape;696;p64"/>
            <p:cNvPicPr preferRelativeResize="0"/>
            <p:nvPr/>
          </p:nvPicPr>
          <p:blipFill rotWithShape="1">
            <a:blip r:embed="rId13">
              <a:alphaModFix/>
            </a:blip>
            <a:srcRect b="0" l="0" r="0" t="0"/>
            <a:stretch/>
          </p:blipFill>
          <p:spPr>
            <a:xfrm rot="5400000">
              <a:off x="15481104" y="2507246"/>
              <a:ext cx="1988437" cy="363478"/>
            </a:xfrm>
            <a:prstGeom prst="rect">
              <a:avLst/>
            </a:prstGeom>
            <a:noFill/>
            <a:ln>
              <a:noFill/>
            </a:ln>
          </p:spPr>
        </p:pic>
        <p:pic>
          <p:nvPicPr>
            <p:cNvPr id="697" name="Google Shape;697;p64"/>
            <p:cNvPicPr preferRelativeResize="0"/>
            <p:nvPr/>
          </p:nvPicPr>
          <p:blipFill rotWithShape="1">
            <a:blip r:embed="rId14">
              <a:alphaModFix/>
            </a:blip>
            <a:srcRect b="0" l="0" r="0" t="0"/>
            <a:stretch/>
          </p:blipFill>
          <p:spPr>
            <a:xfrm>
              <a:off x="12130251" y="4440103"/>
              <a:ext cx="4021418" cy="284983"/>
            </a:xfrm>
            <a:prstGeom prst="rect">
              <a:avLst/>
            </a:prstGeom>
            <a:noFill/>
            <a:ln>
              <a:noFill/>
            </a:ln>
          </p:spPr>
        </p:pic>
      </p:grpSp>
      <p:pic>
        <p:nvPicPr>
          <p:cNvPr id="698" name="Google Shape;698;p64"/>
          <p:cNvPicPr preferRelativeResize="0"/>
          <p:nvPr/>
        </p:nvPicPr>
        <p:blipFill rotWithShape="1">
          <a:blip r:embed="rId15">
            <a:alphaModFix/>
          </a:blip>
          <a:srcRect b="0" l="0" r="0" t="0"/>
          <a:stretch/>
        </p:blipFill>
        <p:spPr>
          <a:xfrm>
            <a:off x="4269058" y="1923678"/>
            <a:ext cx="230933" cy="222686"/>
          </a:xfrm>
          <a:prstGeom prst="rect">
            <a:avLst/>
          </a:prstGeom>
          <a:noFill/>
          <a:ln>
            <a:noFill/>
          </a:ln>
        </p:spPr>
      </p:pic>
      <p:cxnSp>
        <p:nvCxnSpPr>
          <p:cNvPr id="699" name="Google Shape;699;p64"/>
          <p:cNvCxnSpPr/>
          <p:nvPr/>
        </p:nvCxnSpPr>
        <p:spPr>
          <a:xfrm flipH="1" rot="10800000">
            <a:off x="4139952" y="2211712"/>
            <a:ext cx="516000" cy="2700"/>
          </a:xfrm>
          <a:prstGeom prst="bentConnector3">
            <a:avLst>
              <a:gd fmla="val 49992" name="adj1"/>
            </a:avLst>
          </a:prstGeom>
          <a:noFill/>
          <a:ln cap="flat" cmpd="sng" w="47625">
            <a:solidFill>
              <a:schemeClr val="accent1"/>
            </a:solidFill>
            <a:prstDash val="solid"/>
            <a:round/>
            <a:headEnd len="sm" w="sm" type="none"/>
            <a:tailEnd len="med" w="med" type="triangle"/>
          </a:ln>
        </p:spPr>
      </p:cxnSp>
      <p:pic>
        <p:nvPicPr>
          <p:cNvPr id="700" name="Google Shape;700;p64"/>
          <p:cNvPicPr preferRelativeResize="0"/>
          <p:nvPr/>
        </p:nvPicPr>
        <p:blipFill rotWithShape="1">
          <a:blip r:embed="rId16">
            <a:alphaModFix/>
          </a:blip>
          <a:srcRect b="0" l="0" r="0" t="0"/>
          <a:stretch/>
        </p:blipFill>
        <p:spPr>
          <a:xfrm>
            <a:off x="7756184" y="2146679"/>
            <a:ext cx="1034036" cy="203592"/>
          </a:xfrm>
          <a:prstGeom prst="rect">
            <a:avLst/>
          </a:prstGeom>
          <a:noFill/>
          <a:ln>
            <a:noFill/>
          </a:ln>
        </p:spPr>
      </p:pic>
      <p:pic>
        <p:nvPicPr>
          <p:cNvPr id="701" name="Google Shape;701;p64"/>
          <p:cNvPicPr preferRelativeResize="0"/>
          <p:nvPr/>
        </p:nvPicPr>
        <p:blipFill rotWithShape="1">
          <a:blip r:embed="rId17">
            <a:alphaModFix/>
          </a:blip>
          <a:srcRect b="0" l="0" r="0" t="0"/>
          <a:stretch/>
        </p:blipFill>
        <p:spPr>
          <a:xfrm>
            <a:off x="7709478" y="2493285"/>
            <a:ext cx="1401966" cy="300945"/>
          </a:xfrm>
          <a:prstGeom prst="rect">
            <a:avLst/>
          </a:prstGeom>
          <a:noFill/>
          <a:ln>
            <a:noFill/>
          </a:ln>
        </p:spPr>
      </p:pic>
      <p:cxnSp>
        <p:nvCxnSpPr>
          <p:cNvPr id="702" name="Google Shape;702;p64"/>
          <p:cNvCxnSpPr/>
          <p:nvPr/>
        </p:nvCxnSpPr>
        <p:spPr>
          <a:xfrm flipH="1" rot="10800000">
            <a:off x="7193556" y="2231395"/>
            <a:ext cx="516000" cy="2700"/>
          </a:xfrm>
          <a:prstGeom prst="bentConnector3">
            <a:avLst>
              <a:gd fmla="val 49992" name="adj1"/>
            </a:avLst>
          </a:prstGeom>
          <a:noFill/>
          <a:ln cap="flat" cmpd="sng" w="47625">
            <a:solidFill>
              <a:schemeClr val="accent1"/>
            </a:solidFill>
            <a:prstDash val="solid"/>
            <a:round/>
            <a:headEnd len="sm" w="sm" type="none"/>
            <a:tailEnd len="med" w="med" type="triangle"/>
          </a:ln>
        </p:spPr>
      </p:cxnSp>
      <p:sp>
        <p:nvSpPr>
          <p:cNvPr id="703" name="Google Shape;703;p64"/>
          <p:cNvSpPr txBox="1"/>
          <p:nvPr/>
        </p:nvSpPr>
        <p:spPr>
          <a:xfrm>
            <a:off x="157018" y="3927059"/>
            <a:ext cx="6954000" cy="92340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en" sz="1800">
                <a:solidFill>
                  <a:schemeClr val="dk1"/>
                </a:solidFill>
                <a:latin typeface="Arial"/>
                <a:ea typeface="Arial"/>
                <a:cs typeface="Arial"/>
                <a:sym typeface="Arial"/>
              </a:rPr>
              <a:t>Differentiable alignment module allows for end-to-end training</a:t>
            </a:r>
            <a:endParaRPr sz="18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800"/>
              <a:buFont typeface="Arial"/>
              <a:buChar char="•"/>
            </a:pPr>
            <a:r>
              <a:rPr lang="en" sz="1800">
                <a:solidFill>
                  <a:schemeClr val="dk1"/>
                </a:solidFill>
                <a:latin typeface="Arial"/>
                <a:ea typeface="Arial"/>
                <a:cs typeface="Arial"/>
                <a:sym typeface="Arial"/>
              </a:rPr>
              <a:t>Human interpretable explanations during inference:</a:t>
            </a:r>
            <a:endParaRPr/>
          </a:p>
          <a:p>
            <a:pPr indent="0" lvl="0" marL="0" marR="0" rtl="0" algn="l">
              <a:spcBef>
                <a:spcPts val="0"/>
              </a:spcBef>
              <a:spcAft>
                <a:spcPts val="0"/>
              </a:spcAft>
              <a:buNone/>
            </a:pPr>
            <a:r>
              <a:rPr lang="en" sz="1800">
                <a:solidFill>
                  <a:schemeClr val="dk1"/>
                </a:solidFill>
                <a:latin typeface="Arial"/>
                <a:ea typeface="Arial"/>
                <a:cs typeface="Arial"/>
                <a:sym typeface="Arial"/>
              </a:rPr>
              <a:t>     facilitated by neural alignment</a:t>
            </a:r>
            <a:endParaRPr sz="1800">
              <a:solidFill>
                <a:schemeClr val="dk1"/>
              </a:solidFill>
              <a:latin typeface="Arial"/>
              <a:ea typeface="Arial"/>
              <a:cs typeface="Arial"/>
              <a:sym typeface="Arial"/>
            </a:endParaRPr>
          </a:p>
        </p:txBody>
      </p:sp>
      <p:sp>
        <p:nvSpPr>
          <p:cNvPr id="704" name="Google Shape;704;p64"/>
          <p:cNvSpPr txBox="1"/>
          <p:nvPr/>
        </p:nvSpPr>
        <p:spPr>
          <a:xfrm>
            <a:off x="6805625" y="3398700"/>
            <a:ext cx="25611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u="sng">
                <a:solidFill>
                  <a:schemeClr val="hlink"/>
                </a:solidFill>
                <a:hlinkClick r:id="rId18"/>
              </a:rPr>
              <a:t>IsoNet</a:t>
            </a:r>
            <a:r>
              <a:rPr lang="en" sz="1300"/>
              <a:t>,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sp>
        <p:nvSpPr>
          <p:cNvPr id="709" name="Google Shape;709;p65"/>
          <p:cNvSpPr txBox="1"/>
          <p:nvPr>
            <p:ph idx="12" type="sldNum"/>
          </p:nvPr>
        </p:nvSpPr>
        <p:spPr>
          <a:xfrm>
            <a:off x="6554880" y="4685532"/>
            <a:ext cx="2131200" cy="355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710" name="Google Shape;710;p65"/>
          <p:cNvSpPr txBox="1"/>
          <p:nvPr/>
        </p:nvSpPr>
        <p:spPr>
          <a:xfrm>
            <a:off x="395535" y="-92546"/>
            <a:ext cx="8275200" cy="85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 sz="2000" u="sng">
                <a:solidFill>
                  <a:schemeClr val="hlink"/>
                </a:solidFill>
                <a:latin typeface="Arial"/>
                <a:ea typeface="Arial"/>
                <a:cs typeface="Arial"/>
                <a:sym typeface="Arial"/>
                <a:hlinkClick r:id="rId3"/>
              </a:rPr>
              <a:t>IsoNet</a:t>
            </a:r>
            <a:r>
              <a:rPr b="1" lang="en" sz="2000">
                <a:solidFill>
                  <a:srgbClr val="FFFFFF"/>
                </a:solidFill>
              </a:rPr>
              <a:t>(Roy et al. AAAI’22)</a:t>
            </a:r>
            <a:r>
              <a:rPr b="1" lang="en" sz="2000">
                <a:solidFill>
                  <a:srgbClr val="FFFFFF"/>
                </a:solidFill>
                <a:latin typeface="Arial"/>
                <a:ea typeface="Arial"/>
                <a:cs typeface="Arial"/>
                <a:sym typeface="Arial"/>
              </a:rPr>
              <a:t>: </a:t>
            </a:r>
            <a:endParaRPr sz="2000"/>
          </a:p>
          <a:p>
            <a:pPr indent="0" lvl="0" marL="0" marR="0" rtl="0" algn="l">
              <a:spcBef>
                <a:spcPts val="0"/>
              </a:spcBef>
              <a:spcAft>
                <a:spcPts val="0"/>
              </a:spcAft>
              <a:buNone/>
            </a:pPr>
            <a:r>
              <a:rPr b="1" lang="en" sz="2000">
                <a:solidFill>
                  <a:srgbClr val="FFFFFF"/>
                </a:solidFill>
                <a:latin typeface="Arial"/>
                <a:ea typeface="Arial"/>
                <a:cs typeface="Arial"/>
                <a:sym typeface="Arial"/>
              </a:rPr>
              <a:t>Neural Alignment using Sinkhorn Network</a:t>
            </a:r>
            <a:endParaRPr b="1" sz="2000">
              <a:solidFill>
                <a:srgbClr val="FFFFFF"/>
              </a:solidFill>
              <a:latin typeface="Arial"/>
              <a:ea typeface="Arial"/>
              <a:cs typeface="Arial"/>
              <a:sym typeface="Arial"/>
            </a:endParaRPr>
          </a:p>
        </p:txBody>
      </p:sp>
      <p:grpSp>
        <p:nvGrpSpPr>
          <p:cNvPr id="711" name="Google Shape;711;p65"/>
          <p:cNvGrpSpPr/>
          <p:nvPr/>
        </p:nvGrpSpPr>
        <p:grpSpPr>
          <a:xfrm>
            <a:off x="775006" y="1072595"/>
            <a:ext cx="1258027" cy="1191427"/>
            <a:chOff x="7235615" y="365355"/>
            <a:chExt cx="2935200" cy="2693100"/>
          </a:xfrm>
        </p:grpSpPr>
        <p:sp>
          <p:nvSpPr>
            <p:cNvPr id="712" name="Google Shape;712;p65"/>
            <p:cNvSpPr/>
            <p:nvPr/>
          </p:nvSpPr>
          <p:spPr>
            <a:xfrm rot="-2268125">
              <a:off x="7358947" y="1050467"/>
              <a:ext cx="2688536" cy="1322876"/>
            </a:xfrm>
            <a:prstGeom prst="ellipse">
              <a:avLst/>
            </a:prstGeom>
            <a:solidFill>
              <a:schemeClr val="accent1">
                <a:alpha val="2471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13" name="Google Shape;713;p65"/>
            <p:cNvSpPr/>
            <p:nvPr/>
          </p:nvSpPr>
          <p:spPr>
            <a:xfrm>
              <a:off x="7932243" y="1672937"/>
              <a:ext cx="347700" cy="356700"/>
            </a:xfrm>
            <a:prstGeom prst="ellipse">
              <a:avLst/>
            </a:prstGeom>
            <a:solidFill>
              <a:srgbClr val="82363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14" name="Google Shape;714;p65"/>
            <p:cNvSpPr/>
            <p:nvPr/>
          </p:nvSpPr>
          <p:spPr>
            <a:xfrm>
              <a:off x="8073867" y="1623208"/>
              <a:ext cx="347700" cy="356700"/>
            </a:xfrm>
            <a:prstGeom prst="ellipse">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15" name="Google Shape;715;p65"/>
            <p:cNvSpPr/>
            <p:nvPr/>
          </p:nvSpPr>
          <p:spPr>
            <a:xfrm>
              <a:off x="8703074" y="997523"/>
              <a:ext cx="347700" cy="356700"/>
            </a:xfrm>
            <a:prstGeom prst="ellipse">
              <a:avLst/>
            </a:prstGeom>
            <a:solidFill>
              <a:srgbClr val="95373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16" name="Google Shape;716;p65"/>
            <p:cNvSpPr/>
            <p:nvPr/>
          </p:nvSpPr>
          <p:spPr>
            <a:xfrm>
              <a:off x="8858410" y="959084"/>
              <a:ext cx="347700" cy="3567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17" name="Google Shape;717;p65"/>
            <p:cNvSpPr/>
            <p:nvPr/>
          </p:nvSpPr>
          <p:spPr>
            <a:xfrm>
              <a:off x="9085947" y="1516479"/>
              <a:ext cx="347700" cy="356700"/>
            </a:xfrm>
            <a:prstGeom prst="ellipse">
              <a:avLst/>
            </a:prstGeom>
            <a:solidFill>
              <a:srgbClr val="C00000">
                <a:alpha val="1882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18" name="Google Shape;718;p65"/>
            <p:cNvSpPr/>
            <p:nvPr/>
          </p:nvSpPr>
          <p:spPr>
            <a:xfrm>
              <a:off x="9206073" y="1409753"/>
              <a:ext cx="347700" cy="356700"/>
            </a:xfrm>
            <a:prstGeom prst="ellipse">
              <a:avLst/>
            </a:prstGeom>
            <a:solidFill>
              <a:srgbClr val="C00000">
                <a:alpha val="1882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19" name="Google Shape;719;p65"/>
            <p:cNvSpPr/>
            <p:nvPr/>
          </p:nvSpPr>
          <p:spPr>
            <a:xfrm>
              <a:off x="7758411" y="2230335"/>
              <a:ext cx="347700" cy="356700"/>
            </a:xfrm>
            <a:prstGeom prst="ellipse">
              <a:avLst/>
            </a:prstGeom>
            <a:solidFill>
              <a:srgbClr val="7030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720" name="Google Shape;720;p65"/>
          <p:cNvGrpSpPr/>
          <p:nvPr/>
        </p:nvGrpSpPr>
        <p:grpSpPr>
          <a:xfrm>
            <a:off x="799253" y="2399090"/>
            <a:ext cx="1232197" cy="1210279"/>
            <a:chOff x="6985719" y="3233135"/>
            <a:chExt cx="2935200" cy="2693100"/>
          </a:xfrm>
        </p:grpSpPr>
        <p:sp>
          <p:nvSpPr>
            <p:cNvPr id="721" name="Google Shape;721;p65"/>
            <p:cNvSpPr/>
            <p:nvPr/>
          </p:nvSpPr>
          <p:spPr>
            <a:xfrm rot="-2268125">
              <a:off x="7109051" y="3918247"/>
              <a:ext cx="2688536" cy="1322876"/>
            </a:xfrm>
            <a:prstGeom prst="ellipse">
              <a:avLst/>
            </a:prstGeom>
            <a:solidFill>
              <a:schemeClr val="accent1">
                <a:alpha val="2471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22" name="Google Shape;722;p65"/>
            <p:cNvSpPr/>
            <p:nvPr/>
          </p:nvSpPr>
          <p:spPr>
            <a:xfrm>
              <a:off x="7783512" y="4350309"/>
              <a:ext cx="347700" cy="356700"/>
            </a:xfrm>
            <a:prstGeom prst="ellipse">
              <a:avLst/>
            </a:prstGeom>
            <a:solidFill>
              <a:srgbClr val="82363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23" name="Google Shape;723;p65"/>
            <p:cNvSpPr/>
            <p:nvPr/>
          </p:nvSpPr>
          <p:spPr>
            <a:xfrm>
              <a:off x="8131175" y="4658087"/>
              <a:ext cx="347700" cy="356700"/>
            </a:xfrm>
            <a:prstGeom prst="ellipse">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24" name="Google Shape;724;p65"/>
            <p:cNvSpPr/>
            <p:nvPr/>
          </p:nvSpPr>
          <p:spPr>
            <a:xfrm>
              <a:off x="8453178" y="3865303"/>
              <a:ext cx="347700" cy="356700"/>
            </a:xfrm>
            <a:prstGeom prst="ellipse">
              <a:avLst/>
            </a:prstGeom>
            <a:solidFill>
              <a:srgbClr val="95373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25" name="Google Shape;725;p65"/>
            <p:cNvSpPr/>
            <p:nvPr/>
          </p:nvSpPr>
          <p:spPr>
            <a:xfrm>
              <a:off x="8858410" y="3629610"/>
              <a:ext cx="347700" cy="3567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26" name="Google Shape;726;p65"/>
            <p:cNvSpPr/>
            <p:nvPr/>
          </p:nvSpPr>
          <p:spPr>
            <a:xfrm>
              <a:off x="8836051" y="4384259"/>
              <a:ext cx="347700" cy="356700"/>
            </a:xfrm>
            <a:prstGeom prst="ellipse">
              <a:avLst/>
            </a:prstGeom>
            <a:solidFill>
              <a:srgbClr val="262626">
                <a:alpha val="63919"/>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27" name="Google Shape;727;p65"/>
            <p:cNvSpPr/>
            <p:nvPr/>
          </p:nvSpPr>
          <p:spPr>
            <a:xfrm>
              <a:off x="8870225" y="4302611"/>
              <a:ext cx="347700" cy="356700"/>
            </a:xfrm>
            <a:prstGeom prst="ellipse">
              <a:avLst/>
            </a:prstGeom>
            <a:solidFill>
              <a:schemeClr val="dk1">
                <a:alpha val="4784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28" name="Google Shape;728;p65"/>
            <p:cNvSpPr/>
            <p:nvPr/>
          </p:nvSpPr>
          <p:spPr>
            <a:xfrm>
              <a:off x="7667121" y="5183912"/>
              <a:ext cx="347700" cy="356700"/>
            </a:xfrm>
            <a:prstGeom prst="ellipse">
              <a:avLst/>
            </a:prstGeom>
            <a:solidFill>
              <a:srgbClr val="7030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729" name="Google Shape;729;p65"/>
          <p:cNvSpPr txBox="1"/>
          <p:nvPr/>
        </p:nvSpPr>
        <p:spPr>
          <a:xfrm>
            <a:off x="1975520" y="1752694"/>
            <a:ext cx="1269000" cy="877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 sz="1700">
                <a:solidFill>
                  <a:srgbClr val="0070C0"/>
                </a:solidFill>
                <a:latin typeface="Arial"/>
                <a:ea typeface="Arial"/>
                <a:cs typeface="Arial"/>
                <a:sym typeface="Arial"/>
              </a:rPr>
              <a:t>Gumbel </a:t>
            </a:r>
            <a:endParaRPr sz="1700"/>
          </a:p>
          <a:p>
            <a:pPr indent="0" lvl="0" marL="0" marR="0" rtl="0" algn="ctr">
              <a:spcBef>
                <a:spcPts val="0"/>
              </a:spcBef>
              <a:spcAft>
                <a:spcPts val="0"/>
              </a:spcAft>
              <a:buNone/>
            </a:pPr>
            <a:r>
              <a:rPr lang="en" sz="1700">
                <a:solidFill>
                  <a:srgbClr val="0070C0"/>
                </a:solidFill>
                <a:latin typeface="Arial"/>
                <a:ea typeface="Arial"/>
                <a:cs typeface="Arial"/>
                <a:sym typeface="Arial"/>
              </a:rPr>
              <a:t>Sinkhorn</a:t>
            </a:r>
            <a:endParaRPr sz="1700">
              <a:solidFill>
                <a:srgbClr val="0070C0"/>
              </a:solidFill>
              <a:latin typeface="Arial"/>
              <a:ea typeface="Arial"/>
              <a:cs typeface="Arial"/>
              <a:sym typeface="Arial"/>
            </a:endParaRPr>
          </a:p>
          <a:p>
            <a:pPr indent="0" lvl="0" marL="0" marR="0" rtl="0" algn="ctr">
              <a:spcBef>
                <a:spcPts val="0"/>
              </a:spcBef>
              <a:spcAft>
                <a:spcPts val="0"/>
              </a:spcAft>
              <a:buNone/>
            </a:pPr>
            <a:r>
              <a:rPr lang="en" sz="1700">
                <a:solidFill>
                  <a:srgbClr val="0070C0"/>
                </a:solidFill>
                <a:latin typeface="Arial"/>
                <a:ea typeface="Arial"/>
                <a:cs typeface="Arial"/>
                <a:sym typeface="Arial"/>
              </a:rPr>
              <a:t> Network</a:t>
            </a:r>
            <a:endParaRPr sz="1700"/>
          </a:p>
        </p:txBody>
      </p:sp>
      <p:cxnSp>
        <p:nvCxnSpPr>
          <p:cNvPr id="730" name="Google Shape;730;p65"/>
          <p:cNvCxnSpPr/>
          <p:nvPr/>
        </p:nvCxnSpPr>
        <p:spPr>
          <a:xfrm flipH="1" rot="10800000">
            <a:off x="3118491" y="2210202"/>
            <a:ext cx="516000" cy="2700"/>
          </a:xfrm>
          <a:prstGeom prst="bentConnector3">
            <a:avLst>
              <a:gd fmla="val 49992" name="adj1"/>
            </a:avLst>
          </a:prstGeom>
          <a:noFill/>
          <a:ln cap="flat" cmpd="sng" w="47625">
            <a:solidFill>
              <a:schemeClr val="accent1"/>
            </a:solidFill>
            <a:prstDash val="solid"/>
            <a:round/>
            <a:headEnd len="sm" w="sm" type="none"/>
            <a:tailEnd len="med" w="med" type="triangle"/>
          </a:ln>
        </p:spPr>
      </p:cxnSp>
      <p:pic>
        <p:nvPicPr>
          <p:cNvPr id="731" name="Google Shape;731;p65"/>
          <p:cNvPicPr preferRelativeResize="0"/>
          <p:nvPr/>
        </p:nvPicPr>
        <p:blipFill rotWithShape="1">
          <a:blip r:embed="rId4">
            <a:alphaModFix/>
          </a:blip>
          <a:srcRect b="0" l="0" r="0" t="0"/>
          <a:stretch/>
        </p:blipFill>
        <p:spPr>
          <a:xfrm>
            <a:off x="3737327" y="2132844"/>
            <a:ext cx="280044" cy="241150"/>
          </a:xfrm>
          <a:prstGeom prst="rect">
            <a:avLst/>
          </a:prstGeom>
          <a:noFill/>
          <a:ln>
            <a:noFill/>
          </a:ln>
        </p:spPr>
      </p:pic>
      <p:sp>
        <p:nvSpPr>
          <p:cNvPr id="732" name="Google Shape;732;p65"/>
          <p:cNvSpPr/>
          <p:nvPr/>
        </p:nvSpPr>
        <p:spPr>
          <a:xfrm>
            <a:off x="3635896" y="2053978"/>
            <a:ext cx="483000" cy="351300"/>
          </a:xfrm>
          <a:prstGeom prst="rect">
            <a:avLst/>
          </a:prstGeom>
          <a:solidFill>
            <a:srgbClr val="93B3D7">
              <a:alpha val="16860"/>
            </a:srgbClr>
          </a:solidFill>
          <a:ln cap="flat" cmpd="sng" w="28575">
            <a:solidFill>
              <a:srgbClr val="00206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733" name="Google Shape;733;p65"/>
          <p:cNvCxnSpPr>
            <a:endCxn id="732" idx="0"/>
          </p:cNvCxnSpPr>
          <p:nvPr/>
        </p:nvCxnSpPr>
        <p:spPr>
          <a:xfrm>
            <a:off x="1946296" y="1450978"/>
            <a:ext cx="1931100" cy="603000"/>
          </a:xfrm>
          <a:prstGeom prst="bentConnector2">
            <a:avLst/>
          </a:prstGeom>
          <a:noFill/>
          <a:ln cap="flat" cmpd="sng" w="60325">
            <a:solidFill>
              <a:srgbClr val="6E8ABB"/>
            </a:solidFill>
            <a:prstDash val="solid"/>
            <a:round/>
            <a:headEnd len="sm" w="sm" type="none"/>
            <a:tailEnd len="med" w="med" type="triangle"/>
          </a:ln>
        </p:spPr>
      </p:cxnSp>
      <p:sp>
        <p:nvSpPr>
          <p:cNvPr id="734" name="Google Shape;734;p65"/>
          <p:cNvSpPr txBox="1"/>
          <p:nvPr/>
        </p:nvSpPr>
        <p:spPr>
          <a:xfrm>
            <a:off x="-140278" y="2116926"/>
            <a:ext cx="1399800" cy="83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 sz="1600">
                <a:solidFill>
                  <a:srgbClr val="0070C0"/>
                </a:solidFill>
              </a:rPr>
              <a:t>Nod</a:t>
            </a:r>
            <a:r>
              <a:rPr lang="en" sz="1600">
                <a:solidFill>
                  <a:srgbClr val="0070C0"/>
                </a:solidFill>
                <a:latin typeface="Arial"/>
                <a:ea typeface="Arial"/>
                <a:cs typeface="Arial"/>
                <a:sym typeface="Arial"/>
              </a:rPr>
              <a:t>e </a:t>
            </a:r>
            <a:endParaRPr sz="1600"/>
          </a:p>
          <a:p>
            <a:pPr indent="0" lvl="0" marL="0" marR="0" rtl="0" algn="ctr">
              <a:spcBef>
                <a:spcPts val="0"/>
              </a:spcBef>
              <a:spcAft>
                <a:spcPts val="0"/>
              </a:spcAft>
              <a:buNone/>
            </a:pPr>
            <a:r>
              <a:rPr lang="en" sz="1600">
                <a:solidFill>
                  <a:srgbClr val="0070C0"/>
                </a:solidFill>
                <a:latin typeface="Arial"/>
                <a:ea typeface="Arial"/>
                <a:cs typeface="Arial"/>
                <a:sym typeface="Arial"/>
              </a:rPr>
              <a:t>embedding</a:t>
            </a:r>
            <a:endParaRPr sz="1600"/>
          </a:p>
          <a:p>
            <a:pPr indent="0" lvl="0" marL="0" marR="0" rtl="0" algn="ctr">
              <a:spcBef>
                <a:spcPts val="0"/>
              </a:spcBef>
              <a:spcAft>
                <a:spcPts val="0"/>
              </a:spcAft>
              <a:buNone/>
            </a:pPr>
            <a:r>
              <a:rPr lang="en" sz="1600">
                <a:solidFill>
                  <a:srgbClr val="0070C0"/>
                </a:solidFill>
                <a:latin typeface="Arial"/>
                <a:ea typeface="Arial"/>
                <a:cs typeface="Arial"/>
                <a:sym typeface="Arial"/>
              </a:rPr>
              <a:t>space</a:t>
            </a:r>
            <a:endParaRPr sz="1600"/>
          </a:p>
        </p:txBody>
      </p:sp>
      <p:cxnSp>
        <p:nvCxnSpPr>
          <p:cNvPr id="735" name="Google Shape;735;p65"/>
          <p:cNvCxnSpPr>
            <a:stCxn id="734" idx="0"/>
          </p:cNvCxnSpPr>
          <p:nvPr/>
        </p:nvCxnSpPr>
        <p:spPr>
          <a:xfrm rot="-5400000">
            <a:off x="512822" y="1600026"/>
            <a:ext cx="563700" cy="470100"/>
          </a:xfrm>
          <a:prstGeom prst="bentConnector3">
            <a:avLst>
              <a:gd fmla="val 98510" name="adj1"/>
            </a:avLst>
          </a:prstGeom>
          <a:noFill/>
          <a:ln cap="flat" cmpd="sng" w="60325">
            <a:solidFill>
              <a:srgbClr val="6E8ABB"/>
            </a:solidFill>
            <a:prstDash val="solid"/>
            <a:round/>
            <a:headEnd len="sm" w="sm" type="none"/>
            <a:tailEnd len="med" w="med" type="triangle"/>
          </a:ln>
        </p:spPr>
      </p:cxnSp>
      <p:cxnSp>
        <p:nvCxnSpPr>
          <p:cNvPr id="736" name="Google Shape;736;p65"/>
          <p:cNvCxnSpPr>
            <a:endCxn id="721" idx="2"/>
          </p:cNvCxnSpPr>
          <p:nvPr/>
        </p:nvCxnSpPr>
        <p:spPr>
          <a:xfrm>
            <a:off x="501461" y="2944012"/>
            <a:ext cx="468000" cy="430500"/>
          </a:xfrm>
          <a:prstGeom prst="bentConnector3">
            <a:avLst>
              <a:gd fmla="val 6287" name="adj1"/>
            </a:avLst>
          </a:prstGeom>
          <a:noFill/>
          <a:ln cap="flat" cmpd="sng" w="60325">
            <a:solidFill>
              <a:srgbClr val="6E8ABB"/>
            </a:solidFill>
            <a:prstDash val="solid"/>
            <a:round/>
            <a:headEnd len="sm" w="sm" type="none"/>
            <a:tailEnd len="med" w="med" type="triangle"/>
          </a:ln>
        </p:spPr>
      </p:cxnSp>
      <p:cxnSp>
        <p:nvCxnSpPr>
          <p:cNvPr id="737" name="Google Shape;737;p65"/>
          <p:cNvCxnSpPr>
            <a:endCxn id="732" idx="2"/>
          </p:cNvCxnSpPr>
          <p:nvPr/>
        </p:nvCxnSpPr>
        <p:spPr>
          <a:xfrm flipH="1" rot="10800000">
            <a:off x="1867696" y="2405278"/>
            <a:ext cx="2009700" cy="682200"/>
          </a:xfrm>
          <a:prstGeom prst="bentConnector2">
            <a:avLst/>
          </a:prstGeom>
          <a:noFill/>
          <a:ln cap="flat" cmpd="sng" w="60325">
            <a:solidFill>
              <a:srgbClr val="6E8ABB"/>
            </a:solidFill>
            <a:prstDash val="solid"/>
            <a:round/>
            <a:headEnd len="sm" w="sm" type="none"/>
            <a:tailEnd len="med" w="med" type="triangle"/>
          </a:ln>
        </p:spPr>
      </p:cxnSp>
      <p:grpSp>
        <p:nvGrpSpPr>
          <p:cNvPr id="738" name="Google Shape;738;p65"/>
          <p:cNvGrpSpPr/>
          <p:nvPr/>
        </p:nvGrpSpPr>
        <p:grpSpPr>
          <a:xfrm>
            <a:off x="4631203" y="1099209"/>
            <a:ext cx="2244001" cy="1693084"/>
            <a:chOff x="9668194" y="1668584"/>
            <a:chExt cx="3548949" cy="3217568"/>
          </a:xfrm>
        </p:grpSpPr>
        <p:sp>
          <p:nvSpPr>
            <p:cNvPr id="739" name="Google Shape;739;p65"/>
            <p:cNvSpPr/>
            <p:nvPr/>
          </p:nvSpPr>
          <p:spPr>
            <a:xfrm>
              <a:off x="9668194" y="2154486"/>
              <a:ext cx="281400" cy="2709900"/>
            </a:xfrm>
            <a:prstGeom prst="leftBracket">
              <a:avLst>
                <a:gd fmla="val 8333" name="adj"/>
              </a:avLst>
            </a:prstGeom>
            <a:noFill/>
            <a:ln cap="flat" cmpd="sng" w="412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740" name="Google Shape;740;p65"/>
            <p:cNvSpPr/>
            <p:nvPr/>
          </p:nvSpPr>
          <p:spPr>
            <a:xfrm flipH="1">
              <a:off x="12391587" y="2187652"/>
              <a:ext cx="178500" cy="2698500"/>
            </a:xfrm>
            <a:prstGeom prst="leftBracket">
              <a:avLst>
                <a:gd fmla="val 8333" name="adj"/>
              </a:avLst>
            </a:prstGeom>
            <a:noFill/>
            <a:ln cap="flat" cmpd="sng" w="539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741" name="Google Shape;741;p65"/>
            <p:cNvCxnSpPr/>
            <p:nvPr/>
          </p:nvCxnSpPr>
          <p:spPr>
            <a:xfrm>
              <a:off x="10253064" y="1668584"/>
              <a:ext cx="0" cy="345300"/>
            </a:xfrm>
            <a:prstGeom prst="straightConnector1">
              <a:avLst/>
            </a:prstGeom>
            <a:noFill/>
            <a:ln cap="flat" cmpd="sng" w="69850">
              <a:solidFill>
                <a:srgbClr val="4A7DBA"/>
              </a:solidFill>
              <a:prstDash val="solid"/>
              <a:round/>
              <a:headEnd len="sm" w="sm" type="none"/>
              <a:tailEnd len="sm" w="sm" type="none"/>
            </a:ln>
          </p:spPr>
        </p:cxnSp>
        <p:cxnSp>
          <p:nvCxnSpPr>
            <p:cNvPr id="742" name="Google Shape;742;p65"/>
            <p:cNvCxnSpPr/>
            <p:nvPr/>
          </p:nvCxnSpPr>
          <p:spPr>
            <a:xfrm>
              <a:off x="10764044" y="1676837"/>
              <a:ext cx="0" cy="345300"/>
            </a:xfrm>
            <a:prstGeom prst="straightConnector1">
              <a:avLst/>
            </a:prstGeom>
            <a:noFill/>
            <a:ln cap="flat" cmpd="sng" w="69850">
              <a:solidFill>
                <a:srgbClr val="C00000"/>
              </a:solidFill>
              <a:prstDash val="solid"/>
              <a:round/>
              <a:headEnd len="sm" w="sm" type="none"/>
              <a:tailEnd len="sm" w="sm" type="none"/>
            </a:ln>
          </p:spPr>
        </p:cxnSp>
        <p:cxnSp>
          <p:nvCxnSpPr>
            <p:cNvPr id="743" name="Google Shape;743;p65"/>
            <p:cNvCxnSpPr/>
            <p:nvPr/>
          </p:nvCxnSpPr>
          <p:spPr>
            <a:xfrm>
              <a:off x="11243664" y="1676836"/>
              <a:ext cx="0" cy="345300"/>
            </a:xfrm>
            <a:prstGeom prst="straightConnector1">
              <a:avLst/>
            </a:prstGeom>
            <a:noFill/>
            <a:ln cap="flat" cmpd="sng" w="69850">
              <a:solidFill>
                <a:schemeClr val="accent4"/>
              </a:solidFill>
              <a:prstDash val="solid"/>
              <a:round/>
              <a:headEnd len="sm" w="sm" type="none"/>
              <a:tailEnd len="sm" w="sm" type="none"/>
            </a:ln>
          </p:spPr>
        </p:cxnSp>
        <p:cxnSp>
          <p:nvCxnSpPr>
            <p:cNvPr id="744" name="Google Shape;744;p65"/>
            <p:cNvCxnSpPr/>
            <p:nvPr/>
          </p:nvCxnSpPr>
          <p:spPr>
            <a:xfrm>
              <a:off x="11744586" y="1691247"/>
              <a:ext cx="0" cy="345300"/>
            </a:xfrm>
            <a:prstGeom prst="straightConnector1">
              <a:avLst/>
            </a:prstGeom>
            <a:noFill/>
            <a:ln cap="flat" cmpd="sng" w="69850">
              <a:solidFill>
                <a:srgbClr val="C00000"/>
              </a:solidFill>
              <a:prstDash val="dot"/>
              <a:round/>
              <a:headEnd len="sm" w="sm" type="none"/>
              <a:tailEnd len="sm" w="sm" type="none"/>
            </a:ln>
          </p:spPr>
        </p:cxnSp>
        <p:cxnSp>
          <p:nvCxnSpPr>
            <p:cNvPr id="745" name="Google Shape;745;p65"/>
            <p:cNvCxnSpPr/>
            <p:nvPr/>
          </p:nvCxnSpPr>
          <p:spPr>
            <a:xfrm>
              <a:off x="9829967" y="1676265"/>
              <a:ext cx="0" cy="345300"/>
            </a:xfrm>
            <a:prstGeom prst="straightConnector1">
              <a:avLst/>
            </a:prstGeom>
            <a:noFill/>
            <a:ln cap="flat" cmpd="sng" w="69850">
              <a:solidFill>
                <a:srgbClr val="823633"/>
              </a:solidFill>
              <a:prstDash val="solid"/>
              <a:round/>
              <a:headEnd len="sm" w="sm" type="none"/>
              <a:tailEnd len="sm" w="sm" type="none"/>
            </a:ln>
          </p:spPr>
        </p:cxnSp>
        <p:cxnSp>
          <p:nvCxnSpPr>
            <p:cNvPr id="746" name="Google Shape;746;p65"/>
            <p:cNvCxnSpPr/>
            <p:nvPr/>
          </p:nvCxnSpPr>
          <p:spPr>
            <a:xfrm>
              <a:off x="12216073" y="1704025"/>
              <a:ext cx="0" cy="345300"/>
            </a:xfrm>
            <a:prstGeom prst="straightConnector1">
              <a:avLst/>
            </a:prstGeom>
            <a:noFill/>
            <a:ln cap="flat" cmpd="sng" w="69850">
              <a:solidFill>
                <a:srgbClr val="C00000"/>
              </a:solidFill>
              <a:prstDash val="dot"/>
              <a:round/>
              <a:headEnd len="sm" w="sm" type="none"/>
              <a:tailEnd len="sm" w="sm" type="none"/>
            </a:ln>
          </p:spPr>
        </p:cxnSp>
        <p:grpSp>
          <p:nvGrpSpPr>
            <p:cNvPr id="747" name="Google Shape;747;p65"/>
            <p:cNvGrpSpPr/>
            <p:nvPr/>
          </p:nvGrpSpPr>
          <p:grpSpPr>
            <a:xfrm rot="5400000">
              <a:off x="11843245" y="3283510"/>
              <a:ext cx="2367057" cy="380741"/>
              <a:chOff x="10036425" y="2337687"/>
              <a:chExt cx="2367057" cy="380741"/>
            </a:xfrm>
          </p:grpSpPr>
          <p:cxnSp>
            <p:nvCxnSpPr>
              <p:cNvPr id="748" name="Google Shape;748;p65"/>
              <p:cNvCxnSpPr/>
              <p:nvPr/>
            </p:nvCxnSpPr>
            <p:spPr>
              <a:xfrm>
                <a:off x="10459523" y="2337687"/>
                <a:ext cx="0" cy="345300"/>
              </a:xfrm>
              <a:prstGeom prst="straightConnector1">
                <a:avLst/>
              </a:prstGeom>
              <a:noFill/>
              <a:ln cap="flat" cmpd="sng" w="69850">
                <a:solidFill>
                  <a:srgbClr val="823633"/>
                </a:solidFill>
                <a:prstDash val="solid"/>
                <a:round/>
                <a:headEnd len="sm" w="sm" type="none"/>
                <a:tailEnd len="sm" w="sm" type="none"/>
              </a:ln>
            </p:spPr>
          </p:cxnSp>
          <p:cxnSp>
            <p:nvCxnSpPr>
              <p:cNvPr id="749" name="Google Shape;749;p65"/>
              <p:cNvCxnSpPr/>
              <p:nvPr/>
            </p:nvCxnSpPr>
            <p:spPr>
              <a:xfrm>
                <a:off x="11455885" y="2359017"/>
                <a:ext cx="0" cy="345300"/>
              </a:xfrm>
              <a:prstGeom prst="straightConnector1">
                <a:avLst/>
              </a:prstGeom>
              <a:noFill/>
              <a:ln cap="flat" cmpd="sng" w="69850">
                <a:solidFill>
                  <a:srgbClr val="C00000"/>
                </a:solidFill>
                <a:prstDash val="solid"/>
                <a:round/>
                <a:headEnd len="sm" w="sm" type="none"/>
                <a:tailEnd len="sm" w="sm" type="none"/>
              </a:ln>
            </p:spPr>
          </p:cxnSp>
          <p:cxnSp>
            <p:nvCxnSpPr>
              <p:cNvPr id="750" name="Google Shape;750;p65"/>
              <p:cNvCxnSpPr/>
              <p:nvPr/>
            </p:nvCxnSpPr>
            <p:spPr>
              <a:xfrm>
                <a:off x="11019357" y="2360350"/>
                <a:ext cx="0" cy="345300"/>
              </a:xfrm>
              <a:prstGeom prst="straightConnector1">
                <a:avLst/>
              </a:prstGeom>
              <a:noFill/>
              <a:ln cap="flat" cmpd="sng" w="69850">
                <a:solidFill>
                  <a:schemeClr val="accent4"/>
                </a:solidFill>
                <a:prstDash val="solid"/>
                <a:round/>
                <a:headEnd len="sm" w="sm" type="none"/>
                <a:tailEnd len="sm" w="sm" type="none"/>
              </a:ln>
            </p:spPr>
          </p:cxnSp>
          <p:cxnSp>
            <p:nvCxnSpPr>
              <p:cNvPr id="751" name="Google Shape;751;p65"/>
              <p:cNvCxnSpPr/>
              <p:nvPr/>
            </p:nvCxnSpPr>
            <p:spPr>
              <a:xfrm>
                <a:off x="11951045" y="2360350"/>
                <a:ext cx="0" cy="345300"/>
              </a:xfrm>
              <a:prstGeom prst="straightConnector1">
                <a:avLst/>
              </a:prstGeom>
              <a:noFill/>
              <a:ln cap="flat" cmpd="sng" w="69850">
                <a:solidFill>
                  <a:schemeClr val="dk1"/>
                </a:solidFill>
                <a:prstDash val="solid"/>
                <a:round/>
                <a:headEnd len="sm" w="sm" type="none"/>
                <a:tailEnd len="sm" w="sm" type="none"/>
              </a:ln>
            </p:spPr>
          </p:cxnSp>
          <p:cxnSp>
            <p:nvCxnSpPr>
              <p:cNvPr id="752" name="Google Shape;752;p65"/>
              <p:cNvCxnSpPr/>
              <p:nvPr/>
            </p:nvCxnSpPr>
            <p:spPr>
              <a:xfrm>
                <a:off x="10036425" y="2345368"/>
                <a:ext cx="0" cy="345300"/>
              </a:xfrm>
              <a:prstGeom prst="straightConnector1">
                <a:avLst/>
              </a:prstGeom>
              <a:noFill/>
              <a:ln cap="flat" cmpd="sng" w="69850">
                <a:solidFill>
                  <a:srgbClr val="6E8ABB">
                    <a:alpha val="98820"/>
                  </a:srgbClr>
                </a:solidFill>
                <a:prstDash val="solid"/>
                <a:round/>
                <a:headEnd len="sm" w="sm" type="none"/>
                <a:tailEnd len="sm" w="sm" type="none"/>
              </a:ln>
            </p:spPr>
          </p:cxnSp>
          <p:cxnSp>
            <p:nvCxnSpPr>
              <p:cNvPr id="753" name="Google Shape;753;p65"/>
              <p:cNvCxnSpPr/>
              <p:nvPr/>
            </p:nvCxnSpPr>
            <p:spPr>
              <a:xfrm>
                <a:off x="12403482" y="2373128"/>
                <a:ext cx="0" cy="345300"/>
              </a:xfrm>
              <a:prstGeom prst="straightConnector1">
                <a:avLst/>
              </a:prstGeom>
              <a:noFill/>
              <a:ln cap="flat" cmpd="sng" w="69850">
                <a:solidFill>
                  <a:schemeClr val="dk1"/>
                </a:solidFill>
                <a:prstDash val="solid"/>
                <a:round/>
                <a:headEnd len="sm" w="sm" type="none"/>
                <a:tailEnd len="sm" w="sm" type="none"/>
              </a:ln>
            </p:spPr>
          </p:cxnSp>
        </p:grpSp>
        <p:pic>
          <p:nvPicPr>
            <p:cNvPr id="754" name="Google Shape;754;p65"/>
            <p:cNvPicPr preferRelativeResize="0"/>
            <p:nvPr/>
          </p:nvPicPr>
          <p:blipFill rotWithShape="1">
            <a:blip r:embed="rId5">
              <a:alphaModFix/>
            </a:blip>
            <a:srcRect b="0" l="0" r="0" t="0"/>
            <a:stretch/>
          </p:blipFill>
          <p:spPr>
            <a:xfrm>
              <a:off x="10229230" y="2183212"/>
              <a:ext cx="113343" cy="236131"/>
            </a:xfrm>
            <a:prstGeom prst="rect">
              <a:avLst/>
            </a:prstGeom>
            <a:noFill/>
            <a:ln>
              <a:noFill/>
            </a:ln>
          </p:spPr>
        </p:pic>
        <p:pic>
          <p:nvPicPr>
            <p:cNvPr id="755" name="Google Shape;755;p65"/>
            <p:cNvPicPr preferRelativeResize="0"/>
            <p:nvPr/>
          </p:nvPicPr>
          <p:blipFill rotWithShape="1">
            <a:blip r:embed="rId5">
              <a:alphaModFix/>
            </a:blip>
            <a:srcRect b="0" l="0" r="0" t="0"/>
            <a:stretch/>
          </p:blipFill>
          <p:spPr>
            <a:xfrm>
              <a:off x="9850928" y="2556248"/>
              <a:ext cx="113343" cy="236131"/>
            </a:xfrm>
            <a:prstGeom prst="rect">
              <a:avLst/>
            </a:prstGeom>
            <a:noFill/>
            <a:ln>
              <a:noFill/>
            </a:ln>
          </p:spPr>
        </p:pic>
        <p:pic>
          <p:nvPicPr>
            <p:cNvPr id="756" name="Google Shape;756;p65"/>
            <p:cNvPicPr preferRelativeResize="0"/>
            <p:nvPr/>
          </p:nvPicPr>
          <p:blipFill rotWithShape="1">
            <a:blip r:embed="rId5">
              <a:alphaModFix/>
            </a:blip>
            <a:srcRect b="0" l="0" r="0" t="0"/>
            <a:stretch/>
          </p:blipFill>
          <p:spPr>
            <a:xfrm>
              <a:off x="11230143" y="3002151"/>
              <a:ext cx="113343" cy="236131"/>
            </a:xfrm>
            <a:prstGeom prst="rect">
              <a:avLst/>
            </a:prstGeom>
            <a:noFill/>
            <a:ln>
              <a:noFill/>
            </a:ln>
          </p:spPr>
        </p:pic>
        <p:pic>
          <p:nvPicPr>
            <p:cNvPr id="757" name="Google Shape;757;p65"/>
            <p:cNvPicPr preferRelativeResize="0"/>
            <p:nvPr/>
          </p:nvPicPr>
          <p:blipFill rotWithShape="1">
            <a:blip r:embed="rId6">
              <a:alphaModFix/>
            </a:blip>
            <a:srcRect b="0" l="0" r="0" t="0"/>
            <a:stretch/>
          </p:blipFill>
          <p:spPr>
            <a:xfrm>
              <a:off x="9801077" y="2195530"/>
              <a:ext cx="140193" cy="227814"/>
            </a:xfrm>
            <a:prstGeom prst="rect">
              <a:avLst/>
            </a:prstGeom>
            <a:noFill/>
            <a:ln>
              <a:noFill/>
            </a:ln>
          </p:spPr>
        </p:pic>
        <p:pic>
          <p:nvPicPr>
            <p:cNvPr id="758" name="Google Shape;758;p65"/>
            <p:cNvPicPr preferRelativeResize="0"/>
            <p:nvPr/>
          </p:nvPicPr>
          <p:blipFill rotWithShape="1">
            <a:blip r:embed="rId6">
              <a:alphaModFix/>
            </a:blip>
            <a:srcRect b="0" l="0" r="0" t="0"/>
            <a:stretch/>
          </p:blipFill>
          <p:spPr>
            <a:xfrm>
              <a:off x="10719785" y="2204010"/>
              <a:ext cx="140193" cy="227814"/>
            </a:xfrm>
            <a:prstGeom prst="rect">
              <a:avLst/>
            </a:prstGeom>
            <a:noFill/>
            <a:ln>
              <a:noFill/>
            </a:ln>
          </p:spPr>
        </p:pic>
        <p:pic>
          <p:nvPicPr>
            <p:cNvPr id="759" name="Google Shape;759;p65"/>
            <p:cNvPicPr preferRelativeResize="0"/>
            <p:nvPr/>
          </p:nvPicPr>
          <p:blipFill rotWithShape="1">
            <a:blip r:embed="rId6">
              <a:alphaModFix/>
            </a:blip>
            <a:srcRect b="0" l="0" r="0" t="0"/>
            <a:stretch/>
          </p:blipFill>
          <p:spPr>
            <a:xfrm>
              <a:off x="12135554" y="2204010"/>
              <a:ext cx="140193" cy="227814"/>
            </a:xfrm>
            <a:prstGeom prst="rect">
              <a:avLst/>
            </a:prstGeom>
            <a:noFill/>
            <a:ln>
              <a:noFill/>
            </a:ln>
          </p:spPr>
        </p:pic>
        <p:pic>
          <p:nvPicPr>
            <p:cNvPr id="760" name="Google Shape;760;p65"/>
            <p:cNvPicPr preferRelativeResize="0"/>
            <p:nvPr/>
          </p:nvPicPr>
          <p:blipFill rotWithShape="1">
            <a:blip r:embed="rId6">
              <a:alphaModFix/>
            </a:blip>
            <a:srcRect b="0" l="0" r="0" t="0"/>
            <a:stretch/>
          </p:blipFill>
          <p:spPr>
            <a:xfrm>
              <a:off x="11204826" y="2207784"/>
              <a:ext cx="140193" cy="227814"/>
            </a:xfrm>
            <a:prstGeom prst="rect">
              <a:avLst/>
            </a:prstGeom>
            <a:noFill/>
            <a:ln>
              <a:noFill/>
            </a:ln>
          </p:spPr>
        </p:pic>
        <p:pic>
          <p:nvPicPr>
            <p:cNvPr id="761" name="Google Shape;761;p65"/>
            <p:cNvPicPr preferRelativeResize="0"/>
            <p:nvPr/>
          </p:nvPicPr>
          <p:blipFill rotWithShape="1">
            <a:blip r:embed="rId6">
              <a:alphaModFix/>
            </a:blip>
            <a:srcRect b="0" l="0" r="0" t="0"/>
            <a:stretch/>
          </p:blipFill>
          <p:spPr>
            <a:xfrm>
              <a:off x="11689867" y="2207784"/>
              <a:ext cx="140193" cy="227814"/>
            </a:xfrm>
            <a:prstGeom prst="rect">
              <a:avLst/>
            </a:prstGeom>
            <a:noFill/>
            <a:ln>
              <a:noFill/>
            </a:ln>
          </p:spPr>
        </p:pic>
        <p:pic>
          <p:nvPicPr>
            <p:cNvPr id="762" name="Google Shape;762;p65"/>
            <p:cNvPicPr preferRelativeResize="0"/>
            <p:nvPr/>
          </p:nvPicPr>
          <p:blipFill rotWithShape="1">
            <a:blip r:embed="rId6">
              <a:alphaModFix/>
            </a:blip>
            <a:srcRect b="0" l="0" r="0" t="0"/>
            <a:stretch/>
          </p:blipFill>
          <p:spPr>
            <a:xfrm>
              <a:off x="10729310" y="2556435"/>
              <a:ext cx="140193" cy="227814"/>
            </a:xfrm>
            <a:prstGeom prst="rect">
              <a:avLst/>
            </a:prstGeom>
            <a:noFill/>
            <a:ln>
              <a:noFill/>
            </a:ln>
          </p:spPr>
        </p:pic>
        <p:pic>
          <p:nvPicPr>
            <p:cNvPr id="763" name="Google Shape;763;p65"/>
            <p:cNvPicPr preferRelativeResize="0"/>
            <p:nvPr/>
          </p:nvPicPr>
          <p:blipFill rotWithShape="1">
            <a:blip r:embed="rId6">
              <a:alphaModFix/>
            </a:blip>
            <a:srcRect b="0" l="0" r="0" t="0"/>
            <a:stretch/>
          </p:blipFill>
          <p:spPr>
            <a:xfrm>
              <a:off x="12145079" y="2556435"/>
              <a:ext cx="140193" cy="227814"/>
            </a:xfrm>
            <a:prstGeom prst="rect">
              <a:avLst/>
            </a:prstGeom>
            <a:noFill/>
            <a:ln>
              <a:noFill/>
            </a:ln>
          </p:spPr>
        </p:pic>
        <p:pic>
          <p:nvPicPr>
            <p:cNvPr id="764" name="Google Shape;764;p65"/>
            <p:cNvPicPr preferRelativeResize="0"/>
            <p:nvPr/>
          </p:nvPicPr>
          <p:blipFill rotWithShape="1">
            <a:blip r:embed="rId6">
              <a:alphaModFix/>
            </a:blip>
            <a:srcRect b="0" l="0" r="0" t="0"/>
            <a:stretch/>
          </p:blipFill>
          <p:spPr>
            <a:xfrm>
              <a:off x="11214351" y="2560209"/>
              <a:ext cx="140193" cy="227814"/>
            </a:xfrm>
            <a:prstGeom prst="rect">
              <a:avLst/>
            </a:prstGeom>
            <a:noFill/>
            <a:ln>
              <a:noFill/>
            </a:ln>
          </p:spPr>
        </p:pic>
        <p:pic>
          <p:nvPicPr>
            <p:cNvPr id="765" name="Google Shape;765;p65"/>
            <p:cNvPicPr preferRelativeResize="0"/>
            <p:nvPr/>
          </p:nvPicPr>
          <p:blipFill rotWithShape="1">
            <a:blip r:embed="rId6">
              <a:alphaModFix/>
            </a:blip>
            <a:srcRect b="0" l="0" r="0" t="0"/>
            <a:stretch/>
          </p:blipFill>
          <p:spPr>
            <a:xfrm>
              <a:off x="11699392" y="2560209"/>
              <a:ext cx="140193" cy="227814"/>
            </a:xfrm>
            <a:prstGeom prst="rect">
              <a:avLst/>
            </a:prstGeom>
            <a:noFill/>
            <a:ln>
              <a:noFill/>
            </a:ln>
          </p:spPr>
        </p:pic>
        <p:pic>
          <p:nvPicPr>
            <p:cNvPr id="766" name="Google Shape;766;p65"/>
            <p:cNvPicPr preferRelativeResize="0"/>
            <p:nvPr/>
          </p:nvPicPr>
          <p:blipFill rotWithShape="1">
            <a:blip r:embed="rId6">
              <a:alphaModFix/>
            </a:blip>
            <a:srcRect b="0" l="0" r="0" t="0"/>
            <a:stretch/>
          </p:blipFill>
          <p:spPr>
            <a:xfrm>
              <a:off x="10223973" y="2556435"/>
              <a:ext cx="140193" cy="227814"/>
            </a:xfrm>
            <a:prstGeom prst="rect">
              <a:avLst/>
            </a:prstGeom>
            <a:noFill/>
            <a:ln>
              <a:noFill/>
            </a:ln>
          </p:spPr>
        </p:pic>
        <p:pic>
          <p:nvPicPr>
            <p:cNvPr id="767" name="Google Shape;767;p65"/>
            <p:cNvPicPr preferRelativeResize="0"/>
            <p:nvPr/>
          </p:nvPicPr>
          <p:blipFill rotWithShape="1">
            <a:blip r:embed="rId6">
              <a:alphaModFix/>
            </a:blip>
            <a:srcRect b="0" l="0" r="0" t="0"/>
            <a:stretch/>
          </p:blipFill>
          <p:spPr>
            <a:xfrm>
              <a:off x="12163304" y="2987420"/>
              <a:ext cx="140193" cy="227814"/>
            </a:xfrm>
            <a:prstGeom prst="rect">
              <a:avLst/>
            </a:prstGeom>
            <a:noFill/>
            <a:ln>
              <a:noFill/>
            </a:ln>
          </p:spPr>
        </p:pic>
        <p:pic>
          <p:nvPicPr>
            <p:cNvPr id="768" name="Google Shape;768;p65"/>
            <p:cNvPicPr preferRelativeResize="0"/>
            <p:nvPr/>
          </p:nvPicPr>
          <p:blipFill rotWithShape="1">
            <a:blip r:embed="rId6">
              <a:alphaModFix/>
            </a:blip>
            <a:srcRect b="0" l="0" r="0" t="0"/>
            <a:stretch/>
          </p:blipFill>
          <p:spPr>
            <a:xfrm>
              <a:off x="11717617" y="2991194"/>
              <a:ext cx="140193" cy="227814"/>
            </a:xfrm>
            <a:prstGeom prst="rect">
              <a:avLst/>
            </a:prstGeom>
            <a:noFill/>
            <a:ln>
              <a:noFill/>
            </a:ln>
          </p:spPr>
        </p:pic>
        <p:pic>
          <p:nvPicPr>
            <p:cNvPr id="769" name="Google Shape;769;p65"/>
            <p:cNvPicPr preferRelativeResize="0"/>
            <p:nvPr/>
          </p:nvPicPr>
          <p:blipFill rotWithShape="1">
            <a:blip r:embed="rId6">
              <a:alphaModFix/>
            </a:blip>
            <a:srcRect b="0" l="0" r="0" t="0"/>
            <a:stretch/>
          </p:blipFill>
          <p:spPr>
            <a:xfrm>
              <a:off x="10746710" y="3002731"/>
              <a:ext cx="140193" cy="227814"/>
            </a:xfrm>
            <a:prstGeom prst="rect">
              <a:avLst/>
            </a:prstGeom>
            <a:noFill/>
            <a:ln>
              <a:noFill/>
            </a:ln>
          </p:spPr>
        </p:pic>
        <p:pic>
          <p:nvPicPr>
            <p:cNvPr id="770" name="Google Shape;770;p65"/>
            <p:cNvPicPr preferRelativeResize="0"/>
            <p:nvPr/>
          </p:nvPicPr>
          <p:blipFill rotWithShape="1">
            <a:blip r:embed="rId6">
              <a:alphaModFix/>
            </a:blip>
            <a:srcRect b="0" l="0" r="0" t="0"/>
            <a:stretch/>
          </p:blipFill>
          <p:spPr>
            <a:xfrm>
              <a:off x="9815982" y="3006505"/>
              <a:ext cx="140193" cy="227814"/>
            </a:xfrm>
            <a:prstGeom prst="rect">
              <a:avLst/>
            </a:prstGeom>
            <a:noFill/>
            <a:ln>
              <a:noFill/>
            </a:ln>
          </p:spPr>
        </p:pic>
        <p:pic>
          <p:nvPicPr>
            <p:cNvPr id="771" name="Google Shape;771;p65"/>
            <p:cNvPicPr preferRelativeResize="0"/>
            <p:nvPr/>
          </p:nvPicPr>
          <p:blipFill rotWithShape="1">
            <a:blip r:embed="rId6">
              <a:alphaModFix/>
            </a:blip>
            <a:srcRect b="0" l="0" r="0" t="0"/>
            <a:stretch/>
          </p:blipFill>
          <p:spPr>
            <a:xfrm>
              <a:off x="10301023" y="3006505"/>
              <a:ext cx="140193" cy="227814"/>
            </a:xfrm>
            <a:prstGeom prst="rect">
              <a:avLst/>
            </a:prstGeom>
            <a:noFill/>
            <a:ln>
              <a:noFill/>
            </a:ln>
          </p:spPr>
        </p:pic>
        <p:pic>
          <p:nvPicPr>
            <p:cNvPr id="772" name="Google Shape;772;p65"/>
            <p:cNvPicPr preferRelativeResize="0"/>
            <p:nvPr/>
          </p:nvPicPr>
          <p:blipFill rotWithShape="1">
            <a:blip r:embed="rId5">
              <a:alphaModFix/>
            </a:blip>
            <a:srcRect b="0" l="0" r="0" t="0"/>
            <a:stretch/>
          </p:blipFill>
          <p:spPr>
            <a:xfrm>
              <a:off x="10747602" y="3486125"/>
              <a:ext cx="113343" cy="236131"/>
            </a:xfrm>
            <a:prstGeom prst="rect">
              <a:avLst/>
            </a:prstGeom>
            <a:noFill/>
            <a:ln>
              <a:noFill/>
            </a:ln>
          </p:spPr>
        </p:pic>
        <p:pic>
          <p:nvPicPr>
            <p:cNvPr id="773" name="Google Shape;773;p65"/>
            <p:cNvPicPr preferRelativeResize="0"/>
            <p:nvPr/>
          </p:nvPicPr>
          <p:blipFill rotWithShape="1">
            <a:blip r:embed="rId6">
              <a:alphaModFix/>
            </a:blip>
            <a:srcRect b="0" l="0" r="0" t="0"/>
            <a:stretch/>
          </p:blipFill>
          <p:spPr>
            <a:xfrm>
              <a:off x="12156938" y="3480732"/>
              <a:ext cx="140193" cy="227814"/>
            </a:xfrm>
            <a:prstGeom prst="rect">
              <a:avLst/>
            </a:prstGeom>
            <a:noFill/>
            <a:ln>
              <a:noFill/>
            </a:ln>
          </p:spPr>
        </p:pic>
        <p:pic>
          <p:nvPicPr>
            <p:cNvPr id="774" name="Google Shape;774;p65"/>
            <p:cNvPicPr preferRelativeResize="0"/>
            <p:nvPr/>
          </p:nvPicPr>
          <p:blipFill rotWithShape="1">
            <a:blip r:embed="rId6">
              <a:alphaModFix/>
            </a:blip>
            <a:srcRect b="0" l="0" r="0" t="0"/>
            <a:stretch/>
          </p:blipFill>
          <p:spPr>
            <a:xfrm>
              <a:off x="11711251" y="3484506"/>
              <a:ext cx="140193" cy="227814"/>
            </a:xfrm>
            <a:prstGeom prst="rect">
              <a:avLst/>
            </a:prstGeom>
            <a:noFill/>
            <a:ln>
              <a:noFill/>
            </a:ln>
          </p:spPr>
        </p:pic>
        <p:pic>
          <p:nvPicPr>
            <p:cNvPr id="775" name="Google Shape;775;p65"/>
            <p:cNvPicPr preferRelativeResize="0"/>
            <p:nvPr/>
          </p:nvPicPr>
          <p:blipFill rotWithShape="1">
            <a:blip r:embed="rId6">
              <a:alphaModFix/>
            </a:blip>
            <a:srcRect b="0" l="0" r="0" t="0"/>
            <a:stretch/>
          </p:blipFill>
          <p:spPr>
            <a:xfrm>
              <a:off x="11204825" y="3495883"/>
              <a:ext cx="140193" cy="227814"/>
            </a:xfrm>
            <a:prstGeom prst="rect">
              <a:avLst/>
            </a:prstGeom>
            <a:noFill/>
            <a:ln>
              <a:noFill/>
            </a:ln>
          </p:spPr>
        </p:pic>
        <p:pic>
          <p:nvPicPr>
            <p:cNvPr id="776" name="Google Shape;776;p65"/>
            <p:cNvPicPr preferRelativeResize="0"/>
            <p:nvPr/>
          </p:nvPicPr>
          <p:blipFill rotWithShape="1">
            <a:blip r:embed="rId6">
              <a:alphaModFix/>
            </a:blip>
            <a:srcRect b="0" l="0" r="0" t="0"/>
            <a:stretch/>
          </p:blipFill>
          <p:spPr>
            <a:xfrm>
              <a:off x="9809616" y="3499817"/>
              <a:ext cx="140193" cy="227814"/>
            </a:xfrm>
            <a:prstGeom prst="rect">
              <a:avLst/>
            </a:prstGeom>
            <a:noFill/>
            <a:ln>
              <a:noFill/>
            </a:ln>
          </p:spPr>
        </p:pic>
        <p:pic>
          <p:nvPicPr>
            <p:cNvPr id="777" name="Google Shape;777;p65"/>
            <p:cNvPicPr preferRelativeResize="0"/>
            <p:nvPr/>
          </p:nvPicPr>
          <p:blipFill rotWithShape="1">
            <a:blip r:embed="rId6">
              <a:alphaModFix/>
            </a:blip>
            <a:srcRect b="0" l="0" r="0" t="0"/>
            <a:stretch/>
          </p:blipFill>
          <p:spPr>
            <a:xfrm>
              <a:off x="10294657" y="3499817"/>
              <a:ext cx="140193" cy="227814"/>
            </a:xfrm>
            <a:prstGeom prst="rect">
              <a:avLst/>
            </a:prstGeom>
            <a:noFill/>
            <a:ln>
              <a:noFill/>
            </a:ln>
          </p:spPr>
        </p:pic>
        <p:pic>
          <p:nvPicPr>
            <p:cNvPr id="778" name="Google Shape;778;p65"/>
            <p:cNvPicPr preferRelativeResize="0"/>
            <p:nvPr/>
          </p:nvPicPr>
          <p:blipFill rotWithShape="1">
            <a:blip r:embed="rId7">
              <a:alphaModFix/>
            </a:blip>
            <a:srcRect b="0" l="0" r="0" t="0"/>
            <a:stretch/>
          </p:blipFill>
          <p:spPr>
            <a:xfrm>
              <a:off x="11721622" y="3984633"/>
              <a:ext cx="138738" cy="236130"/>
            </a:xfrm>
            <a:prstGeom prst="rect">
              <a:avLst/>
            </a:prstGeom>
            <a:noFill/>
            <a:ln>
              <a:noFill/>
            </a:ln>
          </p:spPr>
        </p:pic>
        <p:pic>
          <p:nvPicPr>
            <p:cNvPr id="779" name="Google Shape;779;p65"/>
            <p:cNvPicPr preferRelativeResize="0"/>
            <p:nvPr/>
          </p:nvPicPr>
          <p:blipFill rotWithShape="1">
            <a:blip r:embed="rId6">
              <a:alphaModFix/>
            </a:blip>
            <a:srcRect b="0" l="0" r="0" t="0"/>
            <a:stretch/>
          </p:blipFill>
          <p:spPr>
            <a:xfrm>
              <a:off x="12163304" y="3975081"/>
              <a:ext cx="140193" cy="227814"/>
            </a:xfrm>
            <a:prstGeom prst="rect">
              <a:avLst/>
            </a:prstGeom>
            <a:noFill/>
            <a:ln>
              <a:noFill/>
            </a:ln>
          </p:spPr>
        </p:pic>
        <p:pic>
          <p:nvPicPr>
            <p:cNvPr id="780" name="Google Shape;780;p65"/>
            <p:cNvPicPr preferRelativeResize="0"/>
            <p:nvPr/>
          </p:nvPicPr>
          <p:blipFill rotWithShape="1">
            <a:blip r:embed="rId6">
              <a:alphaModFix/>
            </a:blip>
            <a:srcRect b="0" l="0" r="0" t="0"/>
            <a:stretch/>
          </p:blipFill>
          <p:spPr>
            <a:xfrm>
              <a:off x="11211191" y="3990232"/>
              <a:ext cx="140193" cy="227814"/>
            </a:xfrm>
            <a:prstGeom prst="rect">
              <a:avLst/>
            </a:prstGeom>
            <a:noFill/>
            <a:ln>
              <a:noFill/>
            </a:ln>
          </p:spPr>
        </p:pic>
        <p:pic>
          <p:nvPicPr>
            <p:cNvPr id="781" name="Google Shape;781;p65"/>
            <p:cNvPicPr preferRelativeResize="0"/>
            <p:nvPr/>
          </p:nvPicPr>
          <p:blipFill rotWithShape="1">
            <a:blip r:embed="rId6">
              <a:alphaModFix/>
            </a:blip>
            <a:srcRect b="0" l="0" r="0" t="0"/>
            <a:stretch/>
          </p:blipFill>
          <p:spPr>
            <a:xfrm>
              <a:off x="9815982" y="3994166"/>
              <a:ext cx="140193" cy="227814"/>
            </a:xfrm>
            <a:prstGeom prst="rect">
              <a:avLst/>
            </a:prstGeom>
            <a:noFill/>
            <a:ln>
              <a:noFill/>
            </a:ln>
          </p:spPr>
        </p:pic>
        <p:pic>
          <p:nvPicPr>
            <p:cNvPr id="782" name="Google Shape;782;p65"/>
            <p:cNvPicPr preferRelativeResize="0"/>
            <p:nvPr/>
          </p:nvPicPr>
          <p:blipFill rotWithShape="1">
            <a:blip r:embed="rId6">
              <a:alphaModFix/>
            </a:blip>
            <a:srcRect b="0" l="0" r="0" t="0"/>
            <a:stretch/>
          </p:blipFill>
          <p:spPr>
            <a:xfrm>
              <a:off x="10301023" y="3994166"/>
              <a:ext cx="140193" cy="227814"/>
            </a:xfrm>
            <a:prstGeom prst="rect">
              <a:avLst/>
            </a:prstGeom>
            <a:noFill/>
            <a:ln>
              <a:noFill/>
            </a:ln>
          </p:spPr>
        </p:pic>
        <p:pic>
          <p:nvPicPr>
            <p:cNvPr id="783" name="Google Shape;783;p65"/>
            <p:cNvPicPr preferRelativeResize="0"/>
            <p:nvPr/>
          </p:nvPicPr>
          <p:blipFill rotWithShape="1">
            <a:blip r:embed="rId6">
              <a:alphaModFix/>
            </a:blip>
            <a:srcRect b="0" l="0" r="0" t="0"/>
            <a:stretch/>
          </p:blipFill>
          <p:spPr>
            <a:xfrm>
              <a:off x="11724960" y="4453510"/>
              <a:ext cx="140193" cy="227814"/>
            </a:xfrm>
            <a:prstGeom prst="rect">
              <a:avLst/>
            </a:prstGeom>
            <a:noFill/>
            <a:ln>
              <a:noFill/>
            </a:ln>
          </p:spPr>
        </p:pic>
        <p:pic>
          <p:nvPicPr>
            <p:cNvPr id="784" name="Google Shape;784;p65"/>
            <p:cNvPicPr preferRelativeResize="0"/>
            <p:nvPr/>
          </p:nvPicPr>
          <p:blipFill rotWithShape="1">
            <a:blip r:embed="rId6">
              <a:alphaModFix/>
            </a:blip>
            <a:srcRect b="0" l="0" r="0" t="0"/>
            <a:stretch/>
          </p:blipFill>
          <p:spPr>
            <a:xfrm>
              <a:off x="11218534" y="4464887"/>
              <a:ext cx="140193" cy="227814"/>
            </a:xfrm>
            <a:prstGeom prst="rect">
              <a:avLst/>
            </a:prstGeom>
            <a:noFill/>
            <a:ln>
              <a:noFill/>
            </a:ln>
          </p:spPr>
        </p:pic>
        <p:pic>
          <p:nvPicPr>
            <p:cNvPr id="785" name="Google Shape;785;p65"/>
            <p:cNvPicPr preferRelativeResize="0"/>
            <p:nvPr/>
          </p:nvPicPr>
          <p:blipFill rotWithShape="1">
            <a:blip r:embed="rId6">
              <a:alphaModFix/>
            </a:blip>
            <a:srcRect b="0" l="0" r="0" t="0"/>
            <a:stretch/>
          </p:blipFill>
          <p:spPr>
            <a:xfrm>
              <a:off x="9823325" y="4468821"/>
              <a:ext cx="140193" cy="227814"/>
            </a:xfrm>
            <a:prstGeom prst="rect">
              <a:avLst/>
            </a:prstGeom>
            <a:noFill/>
            <a:ln>
              <a:noFill/>
            </a:ln>
          </p:spPr>
        </p:pic>
        <p:pic>
          <p:nvPicPr>
            <p:cNvPr id="786" name="Google Shape;786;p65"/>
            <p:cNvPicPr preferRelativeResize="0"/>
            <p:nvPr/>
          </p:nvPicPr>
          <p:blipFill rotWithShape="1">
            <a:blip r:embed="rId6">
              <a:alphaModFix/>
            </a:blip>
            <a:srcRect b="0" l="0" r="0" t="0"/>
            <a:stretch/>
          </p:blipFill>
          <p:spPr>
            <a:xfrm>
              <a:off x="10308366" y="4468821"/>
              <a:ext cx="140193" cy="227814"/>
            </a:xfrm>
            <a:prstGeom prst="rect">
              <a:avLst/>
            </a:prstGeom>
            <a:noFill/>
            <a:ln>
              <a:noFill/>
            </a:ln>
          </p:spPr>
        </p:pic>
        <p:pic>
          <p:nvPicPr>
            <p:cNvPr id="787" name="Google Shape;787;p65"/>
            <p:cNvPicPr preferRelativeResize="0"/>
            <p:nvPr/>
          </p:nvPicPr>
          <p:blipFill rotWithShape="1">
            <a:blip r:embed="rId6">
              <a:alphaModFix/>
            </a:blip>
            <a:srcRect b="0" l="0" r="0" t="0"/>
            <a:stretch/>
          </p:blipFill>
          <p:spPr>
            <a:xfrm>
              <a:off x="10772294" y="4011289"/>
              <a:ext cx="140193" cy="227814"/>
            </a:xfrm>
            <a:prstGeom prst="rect">
              <a:avLst/>
            </a:prstGeom>
            <a:noFill/>
            <a:ln>
              <a:noFill/>
            </a:ln>
          </p:spPr>
        </p:pic>
        <p:pic>
          <p:nvPicPr>
            <p:cNvPr id="788" name="Google Shape;788;p65"/>
            <p:cNvPicPr preferRelativeResize="0"/>
            <p:nvPr/>
          </p:nvPicPr>
          <p:blipFill rotWithShape="1">
            <a:blip r:embed="rId6">
              <a:alphaModFix/>
            </a:blip>
            <a:srcRect b="0" l="0" r="0" t="0"/>
            <a:stretch/>
          </p:blipFill>
          <p:spPr>
            <a:xfrm>
              <a:off x="10753519" y="4455231"/>
              <a:ext cx="140193" cy="227814"/>
            </a:xfrm>
            <a:prstGeom prst="rect">
              <a:avLst/>
            </a:prstGeom>
            <a:noFill/>
            <a:ln>
              <a:noFill/>
            </a:ln>
          </p:spPr>
        </p:pic>
        <p:pic>
          <p:nvPicPr>
            <p:cNvPr id="789" name="Google Shape;789;p65"/>
            <p:cNvPicPr preferRelativeResize="0"/>
            <p:nvPr/>
          </p:nvPicPr>
          <p:blipFill rotWithShape="1">
            <a:blip r:embed="rId7">
              <a:alphaModFix/>
            </a:blip>
            <a:srcRect b="0" l="0" r="0" t="0"/>
            <a:stretch/>
          </p:blipFill>
          <p:spPr>
            <a:xfrm>
              <a:off x="12197127" y="4452866"/>
              <a:ext cx="138738" cy="236130"/>
            </a:xfrm>
            <a:prstGeom prst="rect">
              <a:avLst/>
            </a:prstGeom>
            <a:noFill/>
            <a:ln>
              <a:noFill/>
            </a:ln>
          </p:spPr>
        </p:pic>
        <p:sp>
          <p:nvSpPr>
            <p:cNvPr id="790" name="Google Shape;790;p65"/>
            <p:cNvSpPr/>
            <p:nvPr/>
          </p:nvSpPr>
          <p:spPr>
            <a:xfrm>
              <a:off x="10170979" y="2156959"/>
              <a:ext cx="223800" cy="282600"/>
            </a:xfrm>
            <a:prstGeom prst="rect">
              <a:avLst/>
            </a:prstGeom>
            <a:solidFill>
              <a:srgbClr val="0C0C0C">
                <a:alpha val="1882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91" name="Google Shape;791;p65"/>
            <p:cNvSpPr/>
            <p:nvPr/>
          </p:nvSpPr>
          <p:spPr>
            <a:xfrm>
              <a:off x="9800996" y="2537951"/>
              <a:ext cx="223800" cy="282600"/>
            </a:xfrm>
            <a:prstGeom prst="rect">
              <a:avLst/>
            </a:prstGeom>
            <a:solidFill>
              <a:srgbClr val="0C0C0C">
                <a:alpha val="1882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92" name="Google Shape;792;p65"/>
            <p:cNvSpPr/>
            <p:nvPr/>
          </p:nvSpPr>
          <p:spPr>
            <a:xfrm>
              <a:off x="11153827" y="2978607"/>
              <a:ext cx="223800" cy="282600"/>
            </a:xfrm>
            <a:prstGeom prst="rect">
              <a:avLst/>
            </a:prstGeom>
            <a:solidFill>
              <a:srgbClr val="0C0C0C">
                <a:alpha val="1882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93" name="Google Shape;793;p65"/>
            <p:cNvSpPr/>
            <p:nvPr/>
          </p:nvSpPr>
          <p:spPr>
            <a:xfrm>
              <a:off x="10677997" y="3473019"/>
              <a:ext cx="223800" cy="282600"/>
            </a:xfrm>
            <a:prstGeom prst="rect">
              <a:avLst/>
            </a:prstGeom>
            <a:solidFill>
              <a:srgbClr val="0C0C0C">
                <a:alpha val="1882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94" name="Google Shape;794;p65"/>
            <p:cNvSpPr/>
            <p:nvPr/>
          </p:nvSpPr>
          <p:spPr>
            <a:xfrm>
              <a:off x="11675400" y="3969405"/>
              <a:ext cx="223800" cy="282600"/>
            </a:xfrm>
            <a:prstGeom prst="rect">
              <a:avLst/>
            </a:prstGeom>
            <a:solidFill>
              <a:srgbClr val="0C0C0C">
                <a:alpha val="1882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95" name="Google Shape;795;p65"/>
            <p:cNvSpPr/>
            <p:nvPr/>
          </p:nvSpPr>
          <p:spPr>
            <a:xfrm>
              <a:off x="12154604" y="4437493"/>
              <a:ext cx="223800" cy="282600"/>
            </a:xfrm>
            <a:prstGeom prst="rect">
              <a:avLst/>
            </a:prstGeom>
            <a:solidFill>
              <a:srgbClr val="0C0C0C">
                <a:alpha val="1882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pic>
        <p:nvPicPr>
          <p:cNvPr id="796" name="Google Shape;796;p65"/>
          <p:cNvPicPr preferRelativeResize="0"/>
          <p:nvPr/>
        </p:nvPicPr>
        <p:blipFill rotWithShape="1">
          <a:blip r:embed="rId8">
            <a:alphaModFix/>
          </a:blip>
          <a:srcRect b="0" l="0" r="0" t="0"/>
          <a:stretch/>
        </p:blipFill>
        <p:spPr>
          <a:xfrm>
            <a:off x="4269058" y="1923678"/>
            <a:ext cx="230933" cy="222686"/>
          </a:xfrm>
          <a:prstGeom prst="rect">
            <a:avLst/>
          </a:prstGeom>
          <a:noFill/>
          <a:ln>
            <a:noFill/>
          </a:ln>
        </p:spPr>
      </p:pic>
      <p:cxnSp>
        <p:nvCxnSpPr>
          <p:cNvPr id="797" name="Google Shape;797;p65"/>
          <p:cNvCxnSpPr/>
          <p:nvPr/>
        </p:nvCxnSpPr>
        <p:spPr>
          <a:xfrm flipH="1" rot="10800000">
            <a:off x="4139952" y="2211712"/>
            <a:ext cx="516000" cy="2700"/>
          </a:xfrm>
          <a:prstGeom prst="bentConnector3">
            <a:avLst>
              <a:gd fmla="val 49992" name="adj1"/>
            </a:avLst>
          </a:prstGeom>
          <a:noFill/>
          <a:ln cap="flat" cmpd="sng" w="47625">
            <a:solidFill>
              <a:schemeClr val="accent1"/>
            </a:solidFill>
            <a:prstDash val="solid"/>
            <a:round/>
            <a:headEnd len="sm" w="sm" type="none"/>
            <a:tailEnd len="med" w="med" type="triangle"/>
          </a:ln>
        </p:spPr>
      </p:cxnSp>
      <p:pic>
        <p:nvPicPr>
          <p:cNvPr id="798" name="Google Shape;798;p65"/>
          <p:cNvPicPr preferRelativeResize="0"/>
          <p:nvPr/>
        </p:nvPicPr>
        <p:blipFill rotWithShape="1">
          <a:blip r:embed="rId9">
            <a:alphaModFix/>
          </a:blip>
          <a:srcRect b="0" l="0" r="0" t="0"/>
          <a:stretch/>
        </p:blipFill>
        <p:spPr>
          <a:xfrm>
            <a:off x="7756184" y="1689479"/>
            <a:ext cx="1034036" cy="203592"/>
          </a:xfrm>
          <a:prstGeom prst="rect">
            <a:avLst/>
          </a:prstGeom>
          <a:noFill/>
          <a:ln>
            <a:noFill/>
          </a:ln>
        </p:spPr>
      </p:pic>
      <p:cxnSp>
        <p:nvCxnSpPr>
          <p:cNvPr id="799" name="Google Shape;799;p65"/>
          <p:cNvCxnSpPr/>
          <p:nvPr/>
        </p:nvCxnSpPr>
        <p:spPr>
          <a:xfrm flipH="1" rot="10800000">
            <a:off x="6915347" y="1812550"/>
            <a:ext cx="800700" cy="9600"/>
          </a:xfrm>
          <a:prstGeom prst="bentConnector3">
            <a:avLst>
              <a:gd fmla="val 60732" name="adj1"/>
            </a:avLst>
          </a:prstGeom>
          <a:noFill/>
          <a:ln cap="flat" cmpd="sng" w="47625">
            <a:solidFill>
              <a:schemeClr val="accent1"/>
            </a:solidFill>
            <a:prstDash val="solid"/>
            <a:round/>
            <a:headEnd len="sm" w="sm" type="none"/>
            <a:tailEnd len="med" w="med" type="triangle"/>
          </a:ln>
        </p:spPr>
      </p:cxnSp>
      <p:cxnSp>
        <p:nvCxnSpPr>
          <p:cNvPr id="800" name="Google Shape;800;p65"/>
          <p:cNvCxnSpPr/>
          <p:nvPr/>
        </p:nvCxnSpPr>
        <p:spPr>
          <a:xfrm>
            <a:off x="5944106" y="1187334"/>
            <a:ext cx="0" cy="181800"/>
          </a:xfrm>
          <a:prstGeom prst="straightConnector1">
            <a:avLst/>
          </a:prstGeom>
          <a:noFill/>
          <a:ln cap="flat" cmpd="sng" w="69850">
            <a:solidFill>
              <a:srgbClr val="C00000"/>
            </a:solidFill>
            <a:prstDash val="dot"/>
            <a:round/>
            <a:headEnd len="sm" w="sm" type="none"/>
            <a:tailEnd len="sm" w="sm" type="none"/>
          </a:ln>
        </p:spPr>
      </p:cxnSp>
      <p:cxnSp>
        <p:nvCxnSpPr>
          <p:cNvPr id="801" name="Google Shape;801;p65"/>
          <p:cNvCxnSpPr/>
          <p:nvPr/>
        </p:nvCxnSpPr>
        <p:spPr>
          <a:xfrm>
            <a:off x="6242227" y="1194058"/>
            <a:ext cx="0" cy="181800"/>
          </a:xfrm>
          <a:prstGeom prst="straightConnector1">
            <a:avLst/>
          </a:prstGeom>
          <a:noFill/>
          <a:ln cap="flat" cmpd="sng" w="69850">
            <a:solidFill>
              <a:srgbClr val="C00000"/>
            </a:solidFill>
            <a:prstDash val="dot"/>
            <a:round/>
            <a:headEnd len="sm" w="sm" type="none"/>
            <a:tailEnd len="sm" w="sm" type="none"/>
          </a:ln>
        </p:spPr>
      </p:cxnSp>
      <p:cxnSp>
        <p:nvCxnSpPr>
          <p:cNvPr id="802" name="Google Shape;802;p65"/>
          <p:cNvCxnSpPr>
            <a:stCxn id="803" idx="0"/>
          </p:cNvCxnSpPr>
          <p:nvPr/>
        </p:nvCxnSpPr>
        <p:spPr>
          <a:xfrm flipH="1" rot="5400000">
            <a:off x="6633096" y="1813575"/>
            <a:ext cx="261300" cy="3024000"/>
          </a:xfrm>
          <a:prstGeom prst="bentConnector2">
            <a:avLst/>
          </a:prstGeom>
          <a:noFill/>
          <a:ln cap="flat" cmpd="sng" w="79375">
            <a:solidFill>
              <a:srgbClr val="4A7DBA"/>
            </a:solidFill>
            <a:prstDash val="dot"/>
            <a:round/>
            <a:headEnd len="sm" w="sm" type="none"/>
            <a:tailEnd len="med" w="med" type="triangle"/>
          </a:ln>
        </p:spPr>
      </p:cxnSp>
      <p:grpSp>
        <p:nvGrpSpPr>
          <p:cNvPr id="804" name="Google Shape;804;p65"/>
          <p:cNvGrpSpPr/>
          <p:nvPr/>
        </p:nvGrpSpPr>
        <p:grpSpPr>
          <a:xfrm>
            <a:off x="4784153" y="1989100"/>
            <a:ext cx="3968471" cy="2002609"/>
            <a:chOff x="9580937" y="3420732"/>
            <a:chExt cx="7002772" cy="3303000"/>
          </a:xfrm>
        </p:grpSpPr>
        <p:sp>
          <p:nvSpPr>
            <p:cNvPr id="803" name="Google Shape;803;p65"/>
            <p:cNvSpPr/>
            <p:nvPr/>
          </p:nvSpPr>
          <p:spPr>
            <a:xfrm>
              <a:off x="14900709" y="5840532"/>
              <a:ext cx="1683000" cy="883200"/>
            </a:xfrm>
            <a:prstGeom prst="rect">
              <a:avLst/>
            </a:prstGeom>
            <a:solidFill>
              <a:srgbClr val="D99593">
                <a:alpha val="21960"/>
              </a:srgbClr>
            </a:solidFill>
            <a:ln cap="flat" cmpd="sng" w="28575">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Arial"/>
                <a:ea typeface="Arial"/>
                <a:cs typeface="Arial"/>
                <a:sym typeface="Arial"/>
              </a:endParaRPr>
            </a:p>
          </p:txBody>
        </p:sp>
        <p:pic>
          <p:nvPicPr>
            <p:cNvPr id="805" name="Google Shape;805;p65"/>
            <p:cNvPicPr preferRelativeResize="0"/>
            <p:nvPr/>
          </p:nvPicPr>
          <p:blipFill rotWithShape="1">
            <a:blip r:embed="rId10">
              <a:alphaModFix/>
            </a:blip>
            <a:srcRect b="0" l="-24673" r="-4575" t="0"/>
            <a:stretch/>
          </p:blipFill>
          <p:spPr>
            <a:xfrm>
              <a:off x="9580937" y="6289237"/>
              <a:ext cx="3760717" cy="376052"/>
            </a:xfrm>
            <a:prstGeom prst="rect">
              <a:avLst/>
            </a:prstGeom>
            <a:noFill/>
            <a:ln>
              <a:noFill/>
            </a:ln>
          </p:spPr>
        </p:pic>
        <p:pic>
          <p:nvPicPr>
            <p:cNvPr id="806" name="Google Shape;806;p65"/>
            <p:cNvPicPr preferRelativeResize="0"/>
            <p:nvPr/>
          </p:nvPicPr>
          <p:blipFill rotWithShape="1">
            <a:blip r:embed="rId11">
              <a:alphaModFix/>
            </a:blip>
            <a:srcRect b="0" l="80267" r="-3289" t="0"/>
            <a:stretch/>
          </p:blipFill>
          <p:spPr>
            <a:xfrm>
              <a:off x="15417266" y="6098655"/>
              <a:ext cx="852306" cy="356589"/>
            </a:xfrm>
            <a:prstGeom prst="rect">
              <a:avLst/>
            </a:prstGeom>
            <a:noFill/>
            <a:ln>
              <a:noFill/>
            </a:ln>
          </p:spPr>
        </p:pic>
        <p:cxnSp>
          <p:nvCxnSpPr>
            <p:cNvPr id="807" name="Google Shape;807;p65"/>
            <p:cNvCxnSpPr/>
            <p:nvPr/>
          </p:nvCxnSpPr>
          <p:spPr>
            <a:xfrm>
              <a:off x="15933808" y="3420732"/>
              <a:ext cx="23400" cy="2420100"/>
            </a:xfrm>
            <a:prstGeom prst="straightConnector1">
              <a:avLst/>
            </a:prstGeom>
            <a:noFill/>
            <a:ln cap="flat" cmpd="sng" w="66675">
              <a:solidFill>
                <a:schemeClr val="dk1"/>
              </a:solidFill>
              <a:prstDash val="solid"/>
              <a:round/>
              <a:headEnd len="sm" w="sm" type="none"/>
              <a:tailEnd len="med" w="med" type="triangle"/>
            </a:ln>
          </p:spPr>
        </p:cxnSp>
        <p:cxnSp>
          <p:nvCxnSpPr>
            <p:cNvPr id="808" name="Google Shape;808;p65"/>
            <p:cNvCxnSpPr/>
            <p:nvPr/>
          </p:nvCxnSpPr>
          <p:spPr>
            <a:xfrm>
              <a:off x="13565074" y="6407101"/>
              <a:ext cx="572700" cy="0"/>
            </a:xfrm>
            <a:prstGeom prst="straightConnector1">
              <a:avLst/>
            </a:prstGeom>
            <a:noFill/>
            <a:ln cap="flat" cmpd="sng" w="66675">
              <a:solidFill>
                <a:schemeClr val="dk1"/>
              </a:solidFill>
              <a:prstDash val="solid"/>
              <a:round/>
              <a:headEnd len="sm" w="sm" type="none"/>
              <a:tailEnd len="med" w="med" type="triangle"/>
            </a:ln>
          </p:spPr>
        </p:cxnSp>
        <p:pic>
          <p:nvPicPr>
            <p:cNvPr id="809" name="Google Shape;809;p65"/>
            <p:cNvPicPr preferRelativeResize="0"/>
            <p:nvPr/>
          </p:nvPicPr>
          <p:blipFill rotWithShape="1">
            <a:blip r:embed="rId12">
              <a:alphaModFix/>
            </a:blip>
            <a:srcRect b="0" l="0" r="0" t="0"/>
            <a:stretch/>
          </p:blipFill>
          <p:spPr>
            <a:xfrm>
              <a:off x="12333322" y="4828122"/>
              <a:ext cx="2896181" cy="372994"/>
            </a:xfrm>
            <a:prstGeom prst="rect">
              <a:avLst/>
            </a:prstGeom>
            <a:noFill/>
            <a:ln>
              <a:noFill/>
            </a:ln>
          </p:spPr>
        </p:pic>
      </p:grpSp>
      <p:sp>
        <p:nvSpPr>
          <p:cNvPr id="810" name="Google Shape;810;p65"/>
          <p:cNvSpPr txBox="1"/>
          <p:nvPr/>
        </p:nvSpPr>
        <p:spPr>
          <a:xfrm>
            <a:off x="764575" y="886475"/>
            <a:ext cx="1399800" cy="430500"/>
          </a:xfrm>
          <a:prstGeom prst="rect">
            <a:avLst/>
          </a:prstGeom>
          <a:blipFill rotWithShape="1">
            <a:blip r:embed="rId1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800">
                <a:latin typeface="Arial"/>
                <a:ea typeface="Arial"/>
                <a:cs typeface="Arial"/>
                <a:sym typeface="Arial"/>
              </a:rPr>
              <a:t> </a:t>
            </a:r>
            <a:endParaRPr/>
          </a:p>
        </p:txBody>
      </p:sp>
      <p:sp>
        <p:nvSpPr>
          <p:cNvPr id="811" name="Google Shape;811;p65"/>
          <p:cNvSpPr txBox="1"/>
          <p:nvPr/>
        </p:nvSpPr>
        <p:spPr>
          <a:xfrm>
            <a:off x="799250" y="3517025"/>
            <a:ext cx="1492500" cy="393000"/>
          </a:xfrm>
          <a:prstGeom prst="rect">
            <a:avLst/>
          </a:prstGeom>
          <a:blipFill rotWithShape="1">
            <a:blip r:embed="rId1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800">
                <a:latin typeface="Arial"/>
                <a:ea typeface="Arial"/>
                <a:cs typeface="Arial"/>
                <a:sym typeface="Arial"/>
              </a:rPr>
              <a:t>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5" name="Shape 815"/>
        <p:cNvGrpSpPr/>
        <p:nvPr/>
      </p:nvGrpSpPr>
      <p:grpSpPr>
        <a:xfrm>
          <a:off x="0" y="0"/>
          <a:ext cx="0" cy="0"/>
          <a:chOff x="0" y="0"/>
          <a:chExt cx="0" cy="0"/>
        </a:xfrm>
      </p:grpSpPr>
      <p:sp>
        <p:nvSpPr>
          <p:cNvPr id="816" name="Google Shape;816;p66"/>
          <p:cNvSpPr txBox="1"/>
          <p:nvPr/>
        </p:nvSpPr>
        <p:spPr>
          <a:xfrm>
            <a:off x="360947" y="-92546"/>
            <a:ext cx="8309700" cy="858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 sz="2000" u="sng">
                <a:solidFill>
                  <a:schemeClr val="hlink"/>
                </a:solidFill>
                <a:hlinkClick r:id="rId3"/>
              </a:rPr>
              <a:t>IsoNet</a:t>
            </a:r>
            <a:r>
              <a:rPr b="1" lang="en" sz="2000">
                <a:solidFill>
                  <a:schemeClr val="lt1"/>
                </a:solidFill>
              </a:rPr>
              <a:t>(Roy et al. AAAI’22): </a:t>
            </a:r>
            <a:r>
              <a:rPr b="1" lang="en" sz="2950">
                <a:solidFill>
                  <a:srgbClr val="FFFFFF"/>
                </a:solidFill>
                <a:latin typeface="Arial"/>
                <a:ea typeface="Arial"/>
                <a:cs typeface="Arial"/>
                <a:sym typeface="Arial"/>
              </a:rPr>
              <a:t>: </a:t>
            </a:r>
            <a:endParaRPr/>
          </a:p>
          <a:p>
            <a:pPr indent="0" lvl="0" marL="0" marR="0" rtl="0" algn="l">
              <a:spcBef>
                <a:spcPts val="0"/>
              </a:spcBef>
              <a:spcAft>
                <a:spcPts val="0"/>
              </a:spcAft>
              <a:buNone/>
            </a:pPr>
            <a:r>
              <a:rPr b="1" lang="en" sz="2000">
                <a:solidFill>
                  <a:srgbClr val="FFFFFF"/>
                </a:solidFill>
                <a:latin typeface="Arial"/>
                <a:ea typeface="Arial"/>
                <a:cs typeface="Arial"/>
                <a:sym typeface="Arial"/>
              </a:rPr>
              <a:t>Training from binary relevance labels</a:t>
            </a:r>
            <a:endParaRPr b="1" sz="2000">
              <a:solidFill>
                <a:srgbClr val="FFFFFF"/>
              </a:solidFill>
              <a:latin typeface="Arial"/>
              <a:ea typeface="Arial"/>
              <a:cs typeface="Arial"/>
              <a:sym typeface="Arial"/>
            </a:endParaRPr>
          </a:p>
        </p:txBody>
      </p:sp>
      <p:grpSp>
        <p:nvGrpSpPr>
          <p:cNvPr id="817" name="Google Shape;817;p66"/>
          <p:cNvGrpSpPr/>
          <p:nvPr/>
        </p:nvGrpSpPr>
        <p:grpSpPr>
          <a:xfrm>
            <a:off x="460919" y="1094590"/>
            <a:ext cx="685018" cy="523602"/>
            <a:chOff x="93199" y="3636975"/>
            <a:chExt cx="958738" cy="836693"/>
          </a:xfrm>
        </p:grpSpPr>
        <p:grpSp>
          <p:nvGrpSpPr>
            <p:cNvPr id="818" name="Google Shape;818;p66"/>
            <p:cNvGrpSpPr/>
            <p:nvPr/>
          </p:nvGrpSpPr>
          <p:grpSpPr>
            <a:xfrm>
              <a:off x="93199" y="3636975"/>
              <a:ext cx="958738" cy="836693"/>
              <a:chOff x="762280" y="3631582"/>
              <a:chExt cx="613200" cy="535141"/>
            </a:xfrm>
          </p:grpSpPr>
          <p:grpSp>
            <p:nvGrpSpPr>
              <p:cNvPr id="819" name="Google Shape;819;p66"/>
              <p:cNvGrpSpPr/>
              <p:nvPr/>
            </p:nvGrpSpPr>
            <p:grpSpPr>
              <a:xfrm>
                <a:off x="762280" y="3631582"/>
                <a:ext cx="613200" cy="535141"/>
                <a:chOff x="657922" y="646771"/>
                <a:chExt cx="613200" cy="535141"/>
              </a:xfrm>
            </p:grpSpPr>
            <p:sp>
              <p:nvSpPr>
                <p:cNvPr id="820" name="Google Shape;820;p66"/>
                <p:cNvSpPr/>
                <p:nvPr/>
              </p:nvSpPr>
              <p:spPr>
                <a:xfrm>
                  <a:off x="657922" y="646771"/>
                  <a:ext cx="156000" cy="156000"/>
                </a:xfrm>
                <a:prstGeom prst="ellipse">
                  <a:avLst/>
                </a:prstGeom>
                <a:solidFill>
                  <a:srgbClr val="595959"/>
                </a:solid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21" name="Google Shape;821;p66"/>
                <p:cNvSpPr/>
                <p:nvPr/>
              </p:nvSpPr>
              <p:spPr>
                <a:xfrm>
                  <a:off x="1115122" y="646771"/>
                  <a:ext cx="156000" cy="156000"/>
                </a:xfrm>
                <a:prstGeom prst="ellipse">
                  <a:avLst/>
                </a:prstGeom>
                <a:solidFill>
                  <a:srgbClr val="595959"/>
                </a:solid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22" name="Google Shape;822;p66"/>
                <p:cNvSpPr/>
                <p:nvPr/>
              </p:nvSpPr>
              <p:spPr>
                <a:xfrm>
                  <a:off x="661639" y="1025912"/>
                  <a:ext cx="156000" cy="156000"/>
                </a:xfrm>
                <a:prstGeom prst="ellipse">
                  <a:avLst/>
                </a:prstGeom>
                <a:solidFill>
                  <a:srgbClr val="595959"/>
                </a:solid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23" name="Google Shape;823;p66"/>
                <p:cNvSpPr/>
                <p:nvPr/>
              </p:nvSpPr>
              <p:spPr>
                <a:xfrm>
                  <a:off x="1115122" y="1025911"/>
                  <a:ext cx="156000" cy="156000"/>
                </a:xfrm>
                <a:prstGeom prst="ellipse">
                  <a:avLst/>
                </a:prstGeom>
                <a:solidFill>
                  <a:srgbClr val="595959"/>
                </a:solid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824" name="Google Shape;824;p66"/>
                <p:cNvCxnSpPr>
                  <a:stCxn id="820" idx="6"/>
                  <a:endCxn id="821" idx="2"/>
                </p:cNvCxnSpPr>
                <p:nvPr/>
              </p:nvCxnSpPr>
              <p:spPr>
                <a:xfrm>
                  <a:off x="813922" y="724771"/>
                  <a:ext cx="301200" cy="0"/>
                </a:xfrm>
                <a:prstGeom prst="straightConnector1">
                  <a:avLst/>
                </a:prstGeom>
                <a:noFill/>
                <a:ln cap="flat" cmpd="sng" w="57150">
                  <a:solidFill>
                    <a:srgbClr val="953734"/>
                  </a:solidFill>
                  <a:prstDash val="solid"/>
                  <a:round/>
                  <a:headEnd len="sm" w="sm" type="none"/>
                  <a:tailEnd len="sm" w="sm" type="none"/>
                </a:ln>
              </p:spPr>
            </p:cxnSp>
            <p:cxnSp>
              <p:nvCxnSpPr>
                <p:cNvPr id="825" name="Google Shape;825;p66"/>
                <p:cNvCxnSpPr/>
                <p:nvPr/>
              </p:nvCxnSpPr>
              <p:spPr>
                <a:xfrm>
                  <a:off x="814039" y="1103969"/>
                  <a:ext cx="301200" cy="0"/>
                </a:xfrm>
                <a:prstGeom prst="straightConnector1">
                  <a:avLst/>
                </a:prstGeom>
                <a:noFill/>
                <a:ln cap="flat" cmpd="sng" w="69850">
                  <a:solidFill>
                    <a:srgbClr val="4A7DBA"/>
                  </a:solidFill>
                  <a:prstDash val="solid"/>
                  <a:round/>
                  <a:headEnd len="sm" w="sm" type="none"/>
                  <a:tailEnd len="sm" w="sm" type="none"/>
                </a:ln>
              </p:spPr>
            </p:cxnSp>
            <p:cxnSp>
              <p:nvCxnSpPr>
                <p:cNvPr id="826" name="Google Shape;826;p66"/>
                <p:cNvCxnSpPr/>
                <p:nvPr/>
              </p:nvCxnSpPr>
              <p:spPr>
                <a:xfrm>
                  <a:off x="1185744" y="802887"/>
                  <a:ext cx="3600" cy="222900"/>
                </a:xfrm>
                <a:prstGeom prst="straightConnector1">
                  <a:avLst/>
                </a:prstGeom>
                <a:noFill/>
                <a:ln cap="flat" cmpd="sng" w="57150">
                  <a:solidFill>
                    <a:schemeClr val="accent4"/>
                  </a:solidFill>
                  <a:prstDash val="solid"/>
                  <a:round/>
                  <a:headEnd len="sm" w="sm" type="none"/>
                  <a:tailEnd len="sm" w="sm" type="none"/>
                </a:ln>
              </p:spPr>
            </p:cxnSp>
          </p:grpSp>
          <p:cxnSp>
            <p:nvCxnSpPr>
              <p:cNvPr id="827" name="Google Shape;827;p66"/>
              <p:cNvCxnSpPr>
                <a:endCxn id="823" idx="1"/>
              </p:cNvCxnSpPr>
              <p:nvPr/>
            </p:nvCxnSpPr>
            <p:spPr>
              <a:xfrm>
                <a:off x="894026" y="3771968"/>
                <a:ext cx="348300" cy="261600"/>
              </a:xfrm>
              <a:prstGeom prst="straightConnector1">
                <a:avLst/>
              </a:prstGeom>
              <a:noFill/>
              <a:ln cap="flat" cmpd="sng" w="57150">
                <a:solidFill>
                  <a:srgbClr val="7030A0"/>
                </a:solidFill>
                <a:prstDash val="solid"/>
                <a:round/>
                <a:headEnd len="sm" w="sm" type="none"/>
                <a:tailEnd len="sm" w="sm" type="none"/>
              </a:ln>
            </p:spPr>
          </p:cxnSp>
        </p:grpSp>
        <p:cxnSp>
          <p:nvCxnSpPr>
            <p:cNvPr id="828" name="Google Shape;828;p66"/>
            <p:cNvCxnSpPr/>
            <p:nvPr/>
          </p:nvCxnSpPr>
          <p:spPr>
            <a:xfrm>
              <a:off x="208027" y="3886098"/>
              <a:ext cx="5700" cy="348900"/>
            </a:xfrm>
            <a:prstGeom prst="straightConnector1">
              <a:avLst/>
            </a:prstGeom>
            <a:noFill/>
            <a:ln cap="flat" cmpd="sng" w="57150">
              <a:solidFill>
                <a:srgbClr val="823633"/>
              </a:solidFill>
              <a:prstDash val="solid"/>
              <a:round/>
              <a:headEnd len="sm" w="sm" type="none"/>
              <a:tailEnd len="sm" w="sm" type="none"/>
            </a:ln>
          </p:spPr>
        </p:cxnSp>
      </p:grpSp>
      <p:grpSp>
        <p:nvGrpSpPr>
          <p:cNvPr id="829" name="Google Shape;829;p66"/>
          <p:cNvGrpSpPr/>
          <p:nvPr/>
        </p:nvGrpSpPr>
        <p:grpSpPr>
          <a:xfrm>
            <a:off x="467526" y="2090087"/>
            <a:ext cx="863917" cy="1057616"/>
            <a:chOff x="93199" y="3636975"/>
            <a:chExt cx="1268228" cy="1718304"/>
          </a:xfrm>
        </p:grpSpPr>
        <p:grpSp>
          <p:nvGrpSpPr>
            <p:cNvPr id="830" name="Google Shape;830;p66"/>
            <p:cNvGrpSpPr/>
            <p:nvPr/>
          </p:nvGrpSpPr>
          <p:grpSpPr>
            <a:xfrm>
              <a:off x="93199" y="3636975"/>
              <a:ext cx="1268228" cy="1718304"/>
              <a:chOff x="762280" y="3631582"/>
              <a:chExt cx="811147" cy="1099011"/>
            </a:xfrm>
          </p:grpSpPr>
          <p:cxnSp>
            <p:nvCxnSpPr>
              <p:cNvPr id="831" name="Google Shape;831;p66"/>
              <p:cNvCxnSpPr/>
              <p:nvPr/>
            </p:nvCxnSpPr>
            <p:spPr>
              <a:xfrm>
                <a:off x="1245779" y="4006723"/>
                <a:ext cx="253200" cy="534000"/>
              </a:xfrm>
              <a:prstGeom prst="straightConnector1">
                <a:avLst/>
              </a:prstGeom>
              <a:noFill/>
              <a:ln cap="flat" cmpd="sng" w="57150">
                <a:solidFill>
                  <a:schemeClr val="dk1"/>
                </a:solidFill>
                <a:prstDash val="solid"/>
                <a:round/>
                <a:headEnd len="sm" w="sm" type="none"/>
                <a:tailEnd len="sm" w="sm" type="none"/>
              </a:ln>
            </p:spPr>
          </p:cxnSp>
          <p:grpSp>
            <p:nvGrpSpPr>
              <p:cNvPr id="832" name="Google Shape;832;p66"/>
              <p:cNvGrpSpPr/>
              <p:nvPr/>
            </p:nvGrpSpPr>
            <p:grpSpPr>
              <a:xfrm>
                <a:off x="762280" y="3631582"/>
                <a:ext cx="613200" cy="535141"/>
                <a:chOff x="657922" y="646771"/>
                <a:chExt cx="613200" cy="535141"/>
              </a:xfrm>
            </p:grpSpPr>
            <p:sp>
              <p:nvSpPr>
                <p:cNvPr id="833" name="Google Shape;833;p66"/>
                <p:cNvSpPr/>
                <p:nvPr/>
              </p:nvSpPr>
              <p:spPr>
                <a:xfrm>
                  <a:off x="657922" y="646771"/>
                  <a:ext cx="156000" cy="156000"/>
                </a:xfrm>
                <a:prstGeom prst="ellipse">
                  <a:avLst/>
                </a:prstGeom>
                <a:solidFill>
                  <a:srgbClr val="595959"/>
                </a:solid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34" name="Google Shape;834;p66"/>
                <p:cNvSpPr/>
                <p:nvPr/>
              </p:nvSpPr>
              <p:spPr>
                <a:xfrm>
                  <a:off x="1115122" y="646771"/>
                  <a:ext cx="156000" cy="156000"/>
                </a:xfrm>
                <a:prstGeom prst="ellipse">
                  <a:avLst/>
                </a:prstGeom>
                <a:solidFill>
                  <a:srgbClr val="595959"/>
                </a:solid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35" name="Google Shape;835;p66"/>
                <p:cNvSpPr/>
                <p:nvPr/>
              </p:nvSpPr>
              <p:spPr>
                <a:xfrm>
                  <a:off x="661639" y="1025912"/>
                  <a:ext cx="156000" cy="156000"/>
                </a:xfrm>
                <a:prstGeom prst="ellipse">
                  <a:avLst/>
                </a:prstGeom>
                <a:solidFill>
                  <a:srgbClr val="595959"/>
                </a:solid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36" name="Google Shape;836;p66"/>
                <p:cNvSpPr/>
                <p:nvPr/>
              </p:nvSpPr>
              <p:spPr>
                <a:xfrm>
                  <a:off x="1115122" y="1025911"/>
                  <a:ext cx="156000" cy="156000"/>
                </a:xfrm>
                <a:prstGeom prst="ellipse">
                  <a:avLst/>
                </a:prstGeom>
                <a:solidFill>
                  <a:srgbClr val="595959"/>
                </a:solid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837" name="Google Shape;837;p66"/>
                <p:cNvCxnSpPr>
                  <a:stCxn id="833" idx="6"/>
                  <a:endCxn id="834" idx="2"/>
                </p:cNvCxnSpPr>
                <p:nvPr/>
              </p:nvCxnSpPr>
              <p:spPr>
                <a:xfrm>
                  <a:off x="813922" y="724771"/>
                  <a:ext cx="301200" cy="0"/>
                </a:xfrm>
                <a:prstGeom prst="straightConnector1">
                  <a:avLst/>
                </a:prstGeom>
                <a:noFill/>
                <a:ln cap="flat" cmpd="sng" w="57150">
                  <a:solidFill>
                    <a:srgbClr val="953734"/>
                  </a:solidFill>
                  <a:prstDash val="solid"/>
                  <a:round/>
                  <a:headEnd len="sm" w="sm" type="none"/>
                  <a:tailEnd len="sm" w="sm" type="none"/>
                </a:ln>
              </p:spPr>
            </p:cxnSp>
            <p:cxnSp>
              <p:nvCxnSpPr>
                <p:cNvPr id="838" name="Google Shape;838;p66"/>
                <p:cNvCxnSpPr/>
                <p:nvPr/>
              </p:nvCxnSpPr>
              <p:spPr>
                <a:xfrm>
                  <a:off x="814039" y="1103969"/>
                  <a:ext cx="301200" cy="0"/>
                </a:xfrm>
                <a:prstGeom prst="straightConnector1">
                  <a:avLst/>
                </a:prstGeom>
                <a:noFill/>
                <a:ln cap="flat" cmpd="sng" w="69850">
                  <a:solidFill>
                    <a:srgbClr val="4A7DBA"/>
                  </a:solidFill>
                  <a:prstDash val="solid"/>
                  <a:round/>
                  <a:headEnd len="sm" w="sm" type="none"/>
                  <a:tailEnd len="sm" w="sm" type="none"/>
                </a:ln>
              </p:spPr>
            </p:cxnSp>
            <p:cxnSp>
              <p:nvCxnSpPr>
                <p:cNvPr id="839" name="Google Shape;839;p66"/>
                <p:cNvCxnSpPr/>
                <p:nvPr/>
              </p:nvCxnSpPr>
              <p:spPr>
                <a:xfrm>
                  <a:off x="1185744" y="802887"/>
                  <a:ext cx="3600" cy="222900"/>
                </a:xfrm>
                <a:prstGeom prst="straightConnector1">
                  <a:avLst/>
                </a:prstGeom>
                <a:noFill/>
                <a:ln cap="flat" cmpd="sng" w="57150">
                  <a:solidFill>
                    <a:schemeClr val="accent4"/>
                  </a:solidFill>
                  <a:prstDash val="solid"/>
                  <a:round/>
                  <a:headEnd len="sm" w="sm" type="none"/>
                  <a:tailEnd len="sm" w="sm" type="none"/>
                </a:ln>
              </p:spPr>
            </p:cxnSp>
          </p:grpSp>
          <p:cxnSp>
            <p:nvCxnSpPr>
              <p:cNvPr id="840" name="Google Shape;840;p66"/>
              <p:cNvCxnSpPr>
                <a:endCxn id="836" idx="1"/>
              </p:cNvCxnSpPr>
              <p:nvPr/>
            </p:nvCxnSpPr>
            <p:spPr>
              <a:xfrm>
                <a:off x="894026" y="3771968"/>
                <a:ext cx="348300" cy="261600"/>
              </a:xfrm>
              <a:prstGeom prst="straightConnector1">
                <a:avLst/>
              </a:prstGeom>
              <a:noFill/>
              <a:ln cap="flat" cmpd="sng" w="57150">
                <a:solidFill>
                  <a:srgbClr val="7030A0"/>
                </a:solidFill>
                <a:prstDash val="solid"/>
                <a:round/>
                <a:headEnd len="sm" w="sm" type="none"/>
                <a:tailEnd len="sm" w="sm" type="none"/>
              </a:ln>
            </p:spPr>
          </p:cxnSp>
          <p:sp>
            <p:nvSpPr>
              <p:cNvPr id="841" name="Google Shape;841;p66"/>
              <p:cNvSpPr/>
              <p:nvPr/>
            </p:nvSpPr>
            <p:spPr>
              <a:xfrm>
                <a:off x="1417427" y="4411604"/>
                <a:ext cx="156000" cy="156000"/>
              </a:xfrm>
              <a:prstGeom prst="ellipse">
                <a:avLst/>
              </a:prstGeom>
              <a:solidFill>
                <a:srgbClr val="595959"/>
              </a:solid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42" name="Google Shape;842;p66"/>
              <p:cNvSpPr/>
              <p:nvPr/>
            </p:nvSpPr>
            <p:spPr>
              <a:xfrm>
                <a:off x="985022" y="4574593"/>
                <a:ext cx="156000" cy="156000"/>
              </a:xfrm>
              <a:prstGeom prst="ellipse">
                <a:avLst/>
              </a:prstGeom>
              <a:solidFill>
                <a:srgbClr val="595959"/>
              </a:solid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843" name="Google Shape;843;p66"/>
              <p:cNvCxnSpPr>
                <a:stCxn id="842" idx="0"/>
                <a:endCxn id="836" idx="3"/>
              </p:cNvCxnSpPr>
              <p:nvPr/>
            </p:nvCxnSpPr>
            <p:spPr>
              <a:xfrm flipH="1" rot="10800000">
                <a:off x="1063022" y="4143793"/>
                <a:ext cx="179400" cy="430800"/>
              </a:xfrm>
              <a:prstGeom prst="straightConnector1">
                <a:avLst/>
              </a:prstGeom>
              <a:noFill/>
              <a:ln cap="flat" cmpd="sng" w="57150">
                <a:solidFill>
                  <a:schemeClr val="dk1"/>
                </a:solidFill>
                <a:prstDash val="solid"/>
                <a:round/>
                <a:headEnd len="sm" w="sm" type="none"/>
                <a:tailEnd len="sm" w="sm" type="none"/>
              </a:ln>
            </p:spPr>
          </p:cxnSp>
        </p:grpSp>
        <p:cxnSp>
          <p:nvCxnSpPr>
            <p:cNvPr id="844" name="Google Shape;844;p66"/>
            <p:cNvCxnSpPr/>
            <p:nvPr/>
          </p:nvCxnSpPr>
          <p:spPr>
            <a:xfrm>
              <a:off x="208027" y="3886098"/>
              <a:ext cx="5700" cy="348900"/>
            </a:xfrm>
            <a:prstGeom prst="straightConnector1">
              <a:avLst/>
            </a:prstGeom>
            <a:noFill/>
            <a:ln cap="flat" cmpd="sng" w="57150">
              <a:solidFill>
                <a:srgbClr val="823633"/>
              </a:solidFill>
              <a:prstDash val="solid"/>
              <a:round/>
              <a:headEnd len="sm" w="sm" type="none"/>
              <a:tailEnd len="sm" w="sm" type="none"/>
            </a:ln>
          </p:spPr>
        </p:cxnSp>
      </p:grpSp>
      <p:sp>
        <p:nvSpPr>
          <p:cNvPr id="845" name="Google Shape;845;p66"/>
          <p:cNvSpPr/>
          <p:nvPr/>
        </p:nvSpPr>
        <p:spPr>
          <a:xfrm>
            <a:off x="1792404" y="1703964"/>
            <a:ext cx="1051500" cy="363600"/>
          </a:xfrm>
          <a:prstGeom prst="rect">
            <a:avLst/>
          </a:prstGeom>
          <a:solidFill>
            <a:srgbClr val="93B3D7">
              <a:alpha val="16860"/>
            </a:srgbClr>
          </a:solidFill>
          <a:ln cap="flat" cmpd="sng" w="34925">
            <a:solidFill>
              <a:srgbClr val="00206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1800">
                <a:solidFill>
                  <a:schemeClr val="dk1"/>
                </a:solidFill>
                <a:latin typeface="Arial"/>
                <a:ea typeface="Arial"/>
                <a:cs typeface="Arial"/>
                <a:sym typeface="Arial"/>
              </a:rPr>
              <a:t>IsoNet</a:t>
            </a:r>
            <a:endParaRPr/>
          </a:p>
        </p:txBody>
      </p:sp>
      <p:sp>
        <p:nvSpPr>
          <p:cNvPr id="846" name="Google Shape;846;p66"/>
          <p:cNvSpPr/>
          <p:nvPr/>
        </p:nvSpPr>
        <p:spPr>
          <a:xfrm>
            <a:off x="2915816" y="1779662"/>
            <a:ext cx="471600" cy="244200"/>
          </a:xfrm>
          <a:prstGeom prst="stripedRightArrow">
            <a:avLst>
              <a:gd fmla="val 50000" name="adj1"/>
              <a:gd fmla="val 50000" name="adj2"/>
            </a:avLst>
          </a:prstGeom>
          <a:solidFill>
            <a:schemeClr val="dk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47" name="Google Shape;847;p66"/>
          <p:cNvSpPr/>
          <p:nvPr/>
        </p:nvSpPr>
        <p:spPr>
          <a:xfrm rot="1362912">
            <a:off x="1264537" y="1495540"/>
            <a:ext cx="471578" cy="244200"/>
          </a:xfrm>
          <a:prstGeom prst="stripedRightArrow">
            <a:avLst>
              <a:gd fmla="val 50000" name="adj1"/>
              <a:gd fmla="val 50000" name="adj2"/>
            </a:avLst>
          </a:prstGeom>
          <a:solidFill>
            <a:schemeClr val="dk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48" name="Google Shape;848;p66"/>
          <p:cNvSpPr/>
          <p:nvPr/>
        </p:nvSpPr>
        <p:spPr>
          <a:xfrm rot="-1732865">
            <a:off x="1213341" y="2065559"/>
            <a:ext cx="471435" cy="244241"/>
          </a:xfrm>
          <a:prstGeom prst="stripedRightArrow">
            <a:avLst>
              <a:gd fmla="val 50000" name="adj1"/>
              <a:gd fmla="val 50000" name="adj2"/>
            </a:avLst>
          </a:prstGeom>
          <a:solidFill>
            <a:schemeClr val="dk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849" name="Google Shape;849;p66"/>
          <p:cNvPicPr preferRelativeResize="0"/>
          <p:nvPr/>
        </p:nvPicPr>
        <p:blipFill rotWithShape="1">
          <a:blip r:embed="rId4">
            <a:alphaModFix/>
          </a:blip>
          <a:srcRect b="0" l="0" r="0" t="0"/>
          <a:stretch/>
        </p:blipFill>
        <p:spPr>
          <a:xfrm>
            <a:off x="683568" y="1707654"/>
            <a:ext cx="268264" cy="241437"/>
          </a:xfrm>
          <a:prstGeom prst="rect">
            <a:avLst/>
          </a:prstGeom>
          <a:noFill/>
          <a:ln>
            <a:noFill/>
          </a:ln>
        </p:spPr>
      </p:pic>
      <p:pic>
        <p:nvPicPr>
          <p:cNvPr id="850" name="Google Shape;850;p66"/>
          <p:cNvPicPr preferRelativeResize="0"/>
          <p:nvPr/>
        </p:nvPicPr>
        <p:blipFill rotWithShape="1">
          <a:blip r:embed="rId5">
            <a:alphaModFix/>
          </a:blip>
          <a:srcRect b="0" l="0" r="0" t="0"/>
          <a:stretch/>
        </p:blipFill>
        <p:spPr>
          <a:xfrm>
            <a:off x="658550" y="3257414"/>
            <a:ext cx="313051" cy="250441"/>
          </a:xfrm>
          <a:prstGeom prst="rect">
            <a:avLst/>
          </a:prstGeom>
          <a:noFill/>
          <a:ln>
            <a:noFill/>
          </a:ln>
        </p:spPr>
      </p:pic>
      <p:pic>
        <p:nvPicPr>
          <p:cNvPr id="851" name="Google Shape;851;p66"/>
          <p:cNvPicPr preferRelativeResize="0"/>
          <p:nvPr/>
        </p:nvPicPr>
        <p:blipFill rotWithShape="1">
          <a:blip r:embed="rId6">
            <a:alphaModFix/>
          </a:blip>
          <a:srcRect b="0" l="0" r="0" t="0"/>
          <a:stretch/>
        </p:blipFill>
        <p:spPr>
          <a:xfrm>
            <a:off x="3546172" y="1703964"/>
            <a:ext cx="1659849" cy="326809"/>
          </a:xfrm>
          <a:prstGeom prst="rect">
            <a:avLst/>
          </a:prstGeom>
          <a:noFill/>
          <a:ln>
            <a:noFill/>
          </a:ln>
        </p:spPr>
      </p:pic>
      <p:pic>
        <p:nvPicPr>
          <p:cNvPr id="852" name="Google Shape;852;p66"/>
          <p:cNvPicPr preferRelativeResize="0"/>
          <p:nvPr/>
        </p:nvPicPr>
        <p:blipFill rotWithShape="1">
          <a:blip r:embed="rId7">
            <a:alphaModFix/>
          </a:blip>
          <a:srcRect b="0" l="0" r="0" t="0"/>
          <a:stretch/>
        </p:blipFill>
        <p:spPr>
          <a:xfrm>
            <a:off x="5292080" y="1686973"/>
            <a:ext cx="2779957" cy="596744"/>
          </a:xfrm>
          <a:prstGeom prst="rect">
            <a:avLst/>
          </a:prstGeom>
          <a:noFill/>
          <a:ln>
            <a:noFill/>
          </a:ln>
        </p:spPr>
      </p:pic>
      <p:grpSp>
        <p:nvGrpSpPr>
          <p:cNvPr id="853" name="Google Shape;853;p66"/>
          <p:cNvGrpSpPr/>
          <p:nvPr/>
        </p:nvGrpSpPr>
        <p:grpSpPr>
          <a:xfrm>
            <a:off x="2094428" y="2145197"/>
            <a:ext cx="5118161" cy="1516884"/>
            <a:chOff x="9247931" y="4311202"/>
            <a:chExt cx="9031517" cy="2501871"/>
          </a:xfrm>
        </p:grpSpPr>
        <p:cxnSp>
          <p:nvCxnSpPr>
            <p:cNvPr id="854" name="Google Shape;854;p66"/>
            <p:cNvCxnSpPr>
              <a:stCxn id="855" idx="0"/>
            </p:cNvCxnSpPr>
            <p:nvPr/>
          </p:nvCxnSpPr>
          <p:spPr>
            <a:xfrm flipH="1" rot="5400000">
              <a:off x="13009348" y="2946823"/>
              <a:ext cx="712200" cy="5253900"/>
            </a:xfrm>
            <a:prstGeom prst="bentConnector2">
              <a:avLst/>
            </a:prstGeom>
            <a:noFill/>
            <a:ln cap="flat" cmpd="sng" w="79375">
              <a:solidFill>
                <a:srgbClr val="4A7DBA"/>
              </a:solidFill>
              <a:prstDash val="dot"/>
              <a:round/>
              <a:headEnd len="sm" w="sm" type="none"/>
              <a:tailEnd len="med" w="med" type="triangle"/>
            </a:ln>
          </p:spPr>
        </p:cxnSp>
        <p:grpSp>
          <p:nvGrpSpPr>
            <p:cNvPr id="856" name="Google Shape;856;p66"/>
            <p:cNvGrpSpPr/>
            <p:nvPr/>
          </p:nvGrpSpPr>
          <p:grpSpPr>
            <a:xfrm>
              <a:off x="9247931" y="4311202"/>
              <a:ext cx="9031517" cy="2501871"/>
              <a:chOff x="7552262" y="4221877"/>
              <a:chExt cx="9031517" cy="2501871"/>
            </a:xfrm>
          </p:grpSpPr>
          <p:sp>
            <p:nvSpPr>
              <p:cNvPr id="855" name="Google Shape;855;p66"/>
              <p:cNvSpPr/>
              <p:nvPr/>
            </p:nvSpPr>
            <p:spPr>
              <a:xfrm>
                <a:off x="12009679" y="5840548"/>
                <a:ext cx="4574100" cy="883200"/>
              </a:xfrm>
              <a:prstGeom prst="rect">
                <a:avLst/>
              </a:prstGeom>
              <a:solidFill>
                <a:srgbClr val="D99593">
                  <a:alpha val="21960"/>
                </a:srgbClr>
              </a:solidFill>
              <a:ln cap="flat" cmpd="sng" w="28575">
                <a:solidFill>
                  <a:srgbClr val="C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Arial"/>
                  <a:ea typeface="Arial"/>
                  <a:cs typeface="Arial"/>
                  <a:sym typeface="Arial"/>
                </a:endParaRPr>
              </a:p>
            </p:txBody>
          </p:sp>
          <p:pic>
            <p:nvPicPr>
              <p:cNvPr id="857" name="Google Shape;857;p66"/>
              <p:cNvPicPr preferRelativeResize="0"/>
              <p:nvPr/>
            </p:nvPicPr>
            <p:blipFill rotWithShape="1">
              <a:blip r:embed="rId8">
                <a:alphaModFix/>
              </a:blip>
              <a:srcRect b="0" l="-1538" r="-27710" t="0"/>
              <a:stretch/>
            </p:blipFill>
            <p:spPr>
              <a:xfrm>
                <a:off x="7552262" y="6180813"/>
                <a:ext cx="3760717" cy="376052"/>
              </a:xfrm>
              <a:prstGeom prst="rect">
                <a:avLst/>
              </a:prstGeom>
              <a:noFill/>
              <a:ln>
                <a:noFill/>
              </a:ln>
            </p:spPr>
          </p:pic>
          <p:pic>
            <p:nvPicPr>
              <p:cNvPr id="858" name="Google Shape;858;p66"/>
              <p:cNvPicPr preferRelativeResize="0"/>
              <p:nvPr/>
            </p:nvPicPr>
            <p:blipFill rotWithShape="1">
              <a:blip r:embed="rId9">
                <a:alphaModFix/>
              </a:blip>
              <a:srcRect b="0" l="0" r="0" t="0"/>
              <a:stretch/>
            </p:blipFill>
            <p:spPr>
              <a:xfrm>
                <a:off x="12445632" y="6098651"/>
                <a:ext cx="3702075" cy="356574"/>
              </a:xfrm>
              <a:prstGeom prst="rect">
                <a:avLst/>
              </a:prstGeom>
              <a:noFill/>
              <a:ln>
                <a:noFill/>
              </a:ln>
            </p:spPr>
          </p:pic>
          <p:cxnSp>
            <p:nvCxnSpPr>
              <p:cNvPr id="859" name="Google Shape;859;p66"/>
              <p:cNvCxnSpPr/>
              <p:nvPr/>
            </p:nvCxnSpPr>
            <p:spPr>
              <a:xfrm>
                <a:off x="15956988" y="4221877"/>
                <a:ext cx="0" cy="1618800"/>
              </a:xfrm>
              <a:prstGeom prst="straightConnector1">
                <a:avLst/>
              </a:prstGeom>
              <a:noFill/>
              <a:ln cap="flat" cmpd="sng" w="66675">
                <a:solidFill>
                  <a:schemeClr val="dk1"/>
                </a:solidFill>
                <a:prstDash val="solid"/>
                <a:round/>
                <a:headEnd len="sm" w="sm" type="none"/>
                <a:tailEnd len="med" w="med" type="triangle"/>
              </a:ln>
            </p:spPr>
          </p:cxnSp>
          <p:cxnSp>
            <p:nvCxnSpPr>
              <p:cNvPr id="860" name="Google Shape;860;p66"/>
              <p:cNvCxnSpPr/>
              <p:nvPr/>
            </p:nvCxnSpPr>
            <p:spPr>
              <a:xfrm>
                <a:off x="10741358" y="6407101"/>
                <a:ext cx="572700" cy="0"/>
              </a:xfrm>
              <a:prstGeom prst="straightConnector1">
                <a:avLst/>
              </a:prstGeom>
              <a:noFill/>
              <a:ln cap="flat" cmpd="sng" w="66675">
                <a:solidFill>
                  <a:schemeClr val="dk1"/>
                </a:solidFill>
                <a:prstDash val="solid"/>
                <a:round/>
                <a:headEnd len="sm" w="sm" type="none"/>
                <a:tailEnd len="med" w="med" type="triangle"/>
              </a:ln>
            </p:spPr>
          </p:cxnSp>
          <p:pic>
            <p:nvPicPr>
              <p:cNvPr id="861" name="Google Shape;861;p66"/>
              <p:cNvPicPr preferRelativeResize="0"/>
              <p:nvPr/>
            </p:nvPicPr>
            <p:blipFill rotWithShape="1">
              <a:blip r:embed="rId10">
                <a:alphaModFix/>
              </a:blip>
              <a:srcRect b="0" l="0" r="0" t="0"/>
              <a:stretch/>
            </p:blipFill>
            <p:spPr>
              <a:xfrm>
                <a:off x="10230313" y="4553732"/>
                <a:ext cx="2896181" cy="372994"/>
              </a:xfrm>
              <a:prstGeom prst="rect">
                <a:avLst/>
              </a:prstGeom>
              <a:noFill/>
              <a:ln>
                <a:noFill/>
              </a:ln>
            </p:spPr>
          </p:pic>
        </p:grpSp>
      </p:grpSp>
      <p:sp>
        <p:nvSpPr>
          <p:cNvPr id="862" name="Google Shape;862;p66"/>
          <p:cNvSpPr txBox="1"/>
          <p:nvPr>
            <p:ph idx="12" type="sldNum"/>
          </p:nvPr>
        </p:nvSpPr>
        <p:spPr>
          <a:xfrm>
            <a:off x="6554880" y="4685532"/>
            <a:ext cx="2131200" cy="355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863" name="Google Shape;863;p66"/>
          <p:cNvSpPr txBox="1"/>
          <p:nvPr/>
        </p:nvSpPr>
        <p:spPr>
          <a:xfrm>
            <a:off x="157018" y="3927059"/>
            <a:ext cx="6954000" cy="147750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en" sz="1800">
                <a:solidFill>
                  <a:schemeClr val="dk1"/>
                </a:solidFill>
                <a:latin typeface="Arial"/>
                <a:ea typeface="Arial"/>
                <a:cs typeface="Arial"/>
                <a:sym typeface="Arial"/>
              </a:rPr>
              <a:t>Differentiable alignment module allows for end-to-end training</a:t>
            </a:r>
            <a:endParaRPr sz="18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800"/>
              <a:buFont typeface="Arial"/>
              <a:buChar char="•"/>
            </a:pPr>
            <a:r>
              <a:rPr lang="en" sz="1800">
                <a:solidFill>
                  <a:schemeClr val="dk1"/>
                </a:solidFill>
                <a:latin typeface="Arial"/>
                <a:ea typeface="Arial"/>
                <a:cs typeface="Arial"/>
                <a:sym typeface="Arial"/>
              </a:rPr>
              <a:t>Human interpretable explanations during inference:</a:t>
            </a:r>
            <a:endParaRPr/>
          </a:p>
          <a:p>
            <a:pPr indent="0" lvl="0" marL="0" marR="0" rtl="0" algn="l">
              <a:spcBef>
                <a:spcPts val="0"/>
              </a:spcBef>
              <a:spcAft>
                <a:spcPts val="0"/>
              </a:spcAft>
              <a:buNone/>
            </a:pPr>
            <a:r>
              <a:rPr lang="en" sz="1800">
                <a:solidFill>
                  <a:schemeClr val="dk1"/>
                </a:solidFill>
                <a:latin typeface="Arial"/>
                <a:ea typeface="Arial"/>
                <a:cs typeface="Arial"/>
                <a:sym typeface="Arial"/>
              </a:rPr>
              <a:t>     facilitated by neural alignment</a:t>
            </a:r>
            <a:endParaRPr sz="1800">
              <a:solidFill>
                <a:schemeClr val="dk1"/>
              </a:solidFill>
              <a:latin typeface="Arial"/>
              <a:ea typeface="Arial"/>
              <a:cs typeface="Arial"/>
              <a:sym typeface="Arial"/>
            </a:endParaRPr>
          </a:p>
          <a:p>
            <a:pPr indent="-285750" lvl="0" marL="285750" rtl="0" algn="l">
              <a:spcBef>
                <a:spcPts val="0"/>
              </a:spcBef>
              <a:spcAft>
                <a:spcPts val="0"/>
              </a:spcAft>
              <a:buClr>
                <a:schemeClr val="dk1"/>
              </a:buClr>
              <a:buSzPts val="1800"/>
              <a:buChar char="•"/>
            </a:pPr>
            <a:r>
              <a:rPr b="1" lang="en" sz="1800" u="sng">
                <a:solidFill>
                  <a:schemeClr val="dk1"/>
                </a:solidFill>
              </a:rPr>
              <a:t>Can be trained using binary relevance labels</a:t>
            </a:r>
            <a:endParaRPr>
              <a:solidFill>
                <a:schemeClr val="dk1"/>
              </a:solidFill>
            </a:endParaRPr>
          </a:p>
          <a:p>
            <a:pPr indent="0" lvl="0" marL="0" marR="0" rtl="0" algn="l">
              <a:spcBef>
                <a:spcPts val="0"/>
              </a:spcBef>
              <a:spcAft>
                <a:spcPts val="0"/>
              </a:spcAft>
              <a:buNone/>
            </a:pPr>
            <a:r>
              <a:t/>
            </a:r>
            <a:endParaRPr sz="1800">
              <a:solidFill>
                <a:schemeClr val="dk1"/>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7" name="Shape 867"/>
        <p:cNvGrpSpPr/>
        <p:nvPr/>
      </p:nvGrpSpPr>
      <p:grpSpPr>
        <a:xfrm>
          <a:off x="0" y="0"/>
          <a:ext cx="0" cy="0"/>
          <a:chOff x="0" y="0"/>
          <a:chExt cx="0" cy="0"/>
        </a:xfrm>
      </p:grpSpPr>
      <p:sp>
        <p:nvSpPr>
          <p:cNvPr id="868" name="Google Shape;868;p67"/>
          <p:cNvSpPr txBox="1"/>
          <p:nvPr/>
        </p:nvSpPr>
        <p:spPr>
          <a:xfrm>
            <a:off x="424802" y="1"/>
            <a:ext cx="8228100" cy="8586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None/>
            </a:pPr>
            <a:r>
              <a:rPr b="1" lang="en" sz="2994">
                <a:solidFill>
                  <a:srgbClr val="FFFFFF"/>
                </a:solidFill>
                <a:latin typeface="Arial"/>
                <a:ea typeface="Arial"/>
                <a:cs typeface="Arial"/>
                <a:sym typeface="Arial"/>
              </a:rPr>
              <a:t>IsoNet Interpretability Analysis (Qualitative)</a:t>
            </a:r>
            <a:endParaRPr/>
          </a:p>
        </p:txBody>
      </p:sp>
      <p:pic>
        <p:nvPicPr>
          <p:cNvPr id="869" name="Google Shape;869;p67"/>
          <p:cNvPicPr preferRelativeResize="0"/>
          <p:nvPr/>
        </p:nvPicPr>
        <p:blipFill rotWithShape="1">
          <a:blip r:embed="rId3">
            <a:alphaModFix/>
          </a:blip>
          <a:srcRect b="0" l="0" r="0" t="0"/>
          <a:stretch/>
        </p:blipFill>
        <p:spPr>
          <a:xfrm>
            <a:off x="910597" y="858691"/>
            <a:ext cx="7333813" cy="3391888"/>
          </a:xfrm>
          <a:prstGeom prst="rect">
            <a:avLst/>
          </a:prstGeom>
          <a:noFill/>
          <a:ln>
            <a:noFill/>
          </a:ln>
        </p:spPr>
      </p:pic>
      <p:sp>
        <p:nvSpPr>
          <p:cNvPr id="870" name="Google Shape;870;p67"/>
          <p:cNvSpPr txBox="1"/>
          <p:nvPr>
            <p:ph idx="12" type="sldNum"/>
          </p:nvPr>
        </p:nvSpPr>
        <p:spPr>
          <a:xfrm>
            <a:off x="6554880" y="4685532"/>
            <a:ext cx="2131200" cy="355500"/>
          </a:xfrm>
          <a:prstGeom prst="rect">
            <a:avLst/>
          </a:prstGeom>
          <a:noFill/>
          <a:ln>
            <a:noFill/>
          </a:ln>
        </p:spPr>
        <p:txBody>
          <a:bodyPr anchorCtr="0" anchor="t" bIns="0" lIns="0" spcFirstLastPara="1" rIns="0" wrap="square" tIns="0">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pic>
        <p:nvPicPr>
          <p:cNvPr id="871" name="Google Shape;871;p67"/>
          <p:cNvPicPr preferRelativeResize="0"/>
          <p:nvPr/>
        </p:nvPicPr>
        <p:blipFill rotWithShape="1">
          <a:blip r:embed="rId4">
            <a:alphaModFix/>
          </a:blip>
          <a:srcRect b="0" l="0" r="0" t="0"/>
          <a:stretch/>
        </p:blipFill>
        <p:spPr>
          <a:xfrm>
            <a:off x="683568" y="4310789"/>
            <a:ext cx="7848872" cy="582347"/>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5" name="Shape 875"/>
        <p:cNvGrpSpPr/>
        <p:nvPr/>
      </p:nvGrpSpPr>
      <p:grpSpPr>
        <a:xfrm>
          <a:off x="0" y="0"/>
          <a:ext cx="0" cy="0"/>
          <a:chOff x="0" y="0"/>
          <a:chExt cx="0" cy="0"/>
        </a:xfrm>
      </p:grpSpPr>
      <p:sp>
        <p:nvSpPr>
          <p:cNvPr id="876" name="Google Shape;876;p68"/>
          <p:cNvSpPr txBox="1"/>
          <p:nvPr/>
        </p:nvSpPr>
        <p:spPr>
          <a:xfrm>
            <a:off x="424802" y="1"/>
            <a:ext cx="8228100" cy="8586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None/>
            </a:pPr>
            <a:r>
              <a:rPr b="1" lang="en" sz="2994">
                <a:solidFill>
                  <a:srgbClr val="FFFFFF"/>
                </a:solidFill>
              </a:rPr>
              <a:t>I</a:t>
            </a:r>
            <a:r>
              <a:rPr b="1" lang="en" sz="2994">
                <a:solidFill>
                  <a:srgbClr val="FFFFFF"/>
                </a:solidFill>
                <a:latin typeface="Arial"/>
                <a:ea typeface="Arial"/>
                <a:cs typeface="Arial"/>
                <a:sym typeface="Arial"/>
              </a:rPr>
              <a:t>nterpretability Analysis (MCES and MCCS) </a:t>
            </a:r>
            <a:endParaRPr/>
          </a:p>
        </p:txBody>
      </p:sp>
      <p:sp>
        <p:nvSpPr>
          <p:cNvPr id="877" name="Google Shape;877;p68"/>
          <p:cNvSpPr txBox="1"/>
          <p:nvPr>
            <p:ph idx="12" type="sldNum"/>
          </p:nvPr>
        </p:nvSpPr>
        <p:spPr>
          <a:xfrm>
            <a:off x="6554880" y="4685532"/>
            <a:ext cx="2131200" cy="355500"/>
          </a:xfrm>
          <a:prstGeom prst="rect">
            <a:avLst/>
          </a:prstGeom>
          <a:noFill/>
          <a:ln>
            <a:noFill/>
          </a:ln>
        </p:spPr>
        <p:txBody>
          <a:bodyPr anchorCtr="0" anchor="t" bIns="0" lIns="0" spcFirstLastPara="1" rIns="0" wrap="square" tIns="0">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pic>
        <p:nvPicPr>
          <p:cNvPr id="878" name="Google Shape;878;p68"/>
          <p:cNvPicPr preferRelativeResize="0"/>
          <p:nvPr/>
        </p:nvPicPr>
        <p:blipFill>
          <a:blip r:embed="rId3">
            <a:alphaModFix/>
          </a:blip>
          <a:stretch>
            <a:fillRect/>
          </a:stretch>
        </p:blipFill>
        <p:spPr>
          <a:xfrm>
            <a:off x="125050" y="1668825"/>
            <a:ext cx="3827821" cy="2310775"/>
          </a:xfrm>
          <a:prstGeom prst="rect">
            <a:avLst/>
          </a:prstGeom>
          <a:noFill/>
          <a:ln>
            <a:noFill/>
          </a:ln>
        </p:spPr>
      </p:pic>
      <p:pic>
        <p:nvPicPr>
          <p:cNvPr id="879" name="Google Shape;879;p68"/>
          <p:cNvPicPr preferRelativeResize="0"/>
          <p:nvPr/>
        </p:nvPicPr>
        <p:blipFill>
          <a:blip r:embed="rId4">
            <a:alphaModFix/>
          </a:blip>
          <a:stretch>
            <a:fillRect/>
          </a:stretch>
        </p:blipFill>
        <p:spPr>
          <a:xfrm>
            <a:off x="4460225" y="1616675"/>
            <a:ext cx="4584524" cy="2310775"/>
          </a:xfrm>
          <a:prstGeom prst="rect">
            <a:avLst/>
          </a:prstGeom>
          <a:noFill/>
          <a:ln>
            <a:noFill/>
          </a:ln>
        </p:spPr>
      </p:pic>
      <p:sp>
        <p:nvSpPr>
          <p:cNvPr id="880" name="Google Shape;880;p68"/>
          <p:cNvSpPr/>
          <p:nvPr/>
        </p:nvSpPr>
        <p:spPr>
          <a:xfrm>
            <a:off x="151850" y="1616675"/>
            <a:ext cx="4128000" cy="2373900"/>
          </a:xfrm>
          <a:prstGeom prst="roundRect">
            <a:avLst>
              <a:gd fmla="val 16667" name="adj"/>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68"/>
          <p:cNvSpPr/>
          <p:nvPr/>
        </p:nvSpPr>
        <p:spPr>
          <a:xfrm>
            <a:off x="4723850" y="1692875"/>
            <a:ext cx="4128000" cy="2373900"/>
          </a:xfrm>
          <a:prstGeom prst="roundRect">
            <a:avLst>
              <a:gd fmla="val 16667" name="adj"/>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68"/>
          <p:cNvSpPr txBox="1"/>
          <p:nvPr/>
        </p:nvSpPr>
        <p:spPr>
          <a:xfrm>
            <a:off x="502950" y="4137575"/>
            <a:ext cx="3777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Maximum Common Edge Subgraph (MCES)</a:t>
            </a:r>
            <a:endParaRPr/>
          </a:p>
        </p:txBody>
      </p:sp>
      <p:sp>
        <p:nvSpPr>
          <p:cNvPr id="883" name="Google Shape;883;p68"/>
          <p:cNvSpPr txBox="1"/>
          <p:nvPr/>
        </p:nvSpPr>
        <p:spPr>
          <a:xfrm>
            <a:off x="4572000" y="4137575"/>
            <a:ext cx="4386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Maximum Common Connected Subgraph (MCCS)</a:t>
            </a:r>
            <a:endParaRPr/>
          </a:p>
        </p:txBody>
      </p:sp>
      <p:sp>
        <p:nvSpPr>
          <p:cNvPr id="884" name="Google Shape;884;p68"/>
          <p:cNvSpPr txBox="1"/>
          <p:nvPr/>
        </p:nvSpPr>
        <p:spPr>
          <a:xfrm>
            <a:off x="2914500" y="4537775"/>
            <a:ext cx="25611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u="sng">
                <a:solidFill>
                  <a:schemeClr val="hlink"/>
                </a:solidFill>
                <a:hlinkClick r:id="rId5"/>
              </a:rPr>
              <a:t>MCSNet</a:t>
            </a:r>
            <a:r>
              <a:rPr lang="en" sz="1300"/>
              <a:t>, Roy et al., NeurIPS’22</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Glossy">
  <a:themeElements>
    <a:clrScheme name="Glossy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